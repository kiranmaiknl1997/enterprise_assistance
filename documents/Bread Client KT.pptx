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5"/>
  </p:sldMasterIdLst>
  <p:notesMasterIdLst>
    <p:notesMasterId r:id="rId17"/>
  </p:notesMasterIdLst>
  <p:sldIdLst>
    <p:sldId id="314" r:id="rId6"/>
    <p:sldId id="2147479237" r:id="rId7"/>
    <p:sldId id="2147483637" r:id="rId8"/>
    <p:sldId id="2147483640" r:id="rId9"/>
    <p:sldId id="2147483641" r:id="rId10"/>
    <p:sldId id="2147483638" r:id="rId11"/>
    <p:sldId id="2147483639" r:id="rId12"/>
    <p:sldId id="2147483642" r:id="rId13"/>
    <p:sldId id="2147483643" r:id="rId14"/>
    <p:sldId id="2147483644" r:id="rId15"/>
    <p:sldId id="2147483630" r:id="rId16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6743A81-8335-4033-BDD7-C334E2336677}">
          <p14:sldIdLst>
            <p14:sldId id="314"/>
            <p14:sldId id="2147479237"/>
            <p14:sldId id="2147483637"/>
            <p14:sldId id="2147483640"/>
            <p14:sldId id="2147483641"/>
            <p14:sldId id="2147483638"/>
            <p14:sldId id="2147483639"/>
            <p14:sldId id="2147483642"/>
            <p14:sldId id="2147483643"/>
            <p14:sldId id="2147483644"/>
          </p14:sldIdLst>
        </p14:section>
        <p14:section name="Technical Design" id="{691C9F76-D6C2-47CB-A107-3B53F3968213}">
          <p14:sldIdLst>
            <p14:sldId id="214748363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442293-FAE2-4E8A-BE43-9E43E0306272}" v="37" dt="2025-12-30T10:57:28.4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7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179F2C-6942-4965-8231-7B4EB9725EFD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623840-F425-4F47-AFC9-EEB901120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09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1448D7-72BF-4698-B836-793DCBBD2678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30D052-DECD-48E9-8CBF-10B6595111A4}"/>
              </a:ext>
            </a:extLst>
          </p:cNvPr>
          <p:cNvSpPr/>
          <p:nvPr/>
        </p:nvSpPr>
        <p:spPr>
          <a:xfrm rot="3600000">
            <a:off x="5222075" y="3312990"/>
            <a:ext cx="4919940" cy="117835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>
              <a:solidFill>
                <a:schemeClr val="tx1"/>
              </a:solidFill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D7D912CE-9CA8-4317-B63D-A1688AEE2CE4}"/>
              </a:ext>
            </a:extLst>
          </p:cNvPr>
          <p:cNvSpPr/>
          <p:nvPr/>
        </p:nvSpPr>
        <p:spPr>
          <a:xfrm rot="3600000">
            <a:off x="8112675" y="4585259"/>
            <a:ext cx="4529518" cy="1178358"/>
          </a:xfrm>
          <a:custGeom>
            <a:avLst/>
            <a:gdLst>
              <a:gd name="connsiteX0" fmla="*/ 100622 w 4529518"/>
              <a:gd name="connsiteY0" fmla="*/ 259763 h 1178358"/>
              <a:gd name="connsiteX1" fmla="*/ 589179 w 4529518"/>
              <a:gd name="connsiteY1" fmla="*/ 0 h 1178358"/>
              <a:gd name="connsiteX2" fmla="*/ 4341010 w 4529518"/>
              <a:gd name="connsiteY2" fmla="*/ 0 h 1178358"/>
              <a:gd name="connsiteX3" fmla="*/ 4459750 w 4529518"/>
              <a:gd name="connsiteY3" fmla="*/ 11970 h 1178358"/>
              <a:gd name="connsiteX4" fmla="*/ 4529518 w 4529518"/>
              <a:gd name="connsiteY4" fmla="*/ 33627 h 1178358"/>
              <a:gd name="connsiteX5" fmla="*/ 3868607 w 4529518"/>
              <a:gd name="connsiteY5" fmla="*/ 1178358 h 1178358"/>
              <a:gd name="connsiteX6" fmla="*/ 589179 w 4529518"/>
              <a:gd name="connsiteY6" fmla="*/ 1178358 h 1178358"/>
              <a:gd name="connsiteX7" fmla="*/ 0 w 4529518"/>
              <a:gd name="connsiteY7" fmla="*/ 589179 h 1178358"/>
              <a:gd name="connsiteX8" fmla="*/ 100622 w 4529518"/>
              <a:gd name="connsiteY8" fmla="*/ 259763 h 1178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29518" h="1178358">
                <a:moveTo>
                  <a:pt x="100622" y="259763"/>
                </a:moveTo>
                <a:cubicBezTo>
                  <a:pt x="206502" y="103040"/>
                  <a:pt x="385807" y="0"/>
                  <a:pt x="589179" y="0"/>
                </a:cubicBezTo>
                <a:lnTo>
                  <a:pt x="4341010" y="0"/>
                </a:lnTo>
                <a:cubicBezTo>
                  <a:pt x="4381684" y="0"/>
                  <a:pt x="4421396" y="4122"/>
                  <a:pt x="4459750" y="11970"/>
                </a:cubicBezTo>
                <a:lnTo>
                  <a:pt x="4529518" y="33627"/>
                </a:lnTo>
                <a:lnTo>
                  <a:pt x="3868607" y="1178358"/>
                </a:lnTo>
                <a:lnTo>
                  <a:pt x="589179" y="1178358"/>
                </a:lnTo>
                <a:cubicBezTo>
                  <a:pt x="263784" y="1178358"/>
                  <a:pt x="0" y="914574"/>
                  <a:pt x="0" y="589179"/>
                </a:cubicBezTo>
                <a:cubicBezTo>
                  <a:pt x="0" y="467156"/>
                  <a:pt x="37095" y="353796"/>
                  <a:pt x="100622" y="259763"/>
                </a:cubicBezTo>
                <a:close/>
              </a:path>
            </a:pathLst>
          </a:custGeom>
          <a:solidFill>
            <a:srgbClr val="B3E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>
              <a:solidFill>
                <a:schemeClr val="tx1"/>
              </a:solidFill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6FF9AC6-4E4C-4494-A085-F0597CB8BB72}"/>
              </a:ext>
            </a:extLst>
          </p:cNvPr>
          <p:cNvSpPr/>
          <p:nvPr/>
        </p:nvSpPr>
        <p:spPr>
          <a:xfrm rot="3600000">
            <a:off x="8397219" y="784705"/>
            <a:ext cx="3853174" cy="1178358"/>
          </a:xfrm>
          <a:custGeom>
            <a:avLst/>
            <a:gdLst>
              <a:gd name="connsiteX0" fmla="*/ 0 w 3853174"/>
              <a:gd name="connsiteY0" fmla="*/ 1178358 h 1178358"/>
              <a:gd name="connsiteX1" fmla="*/ 680325 w 3853174"/>
              <a:gd name="connsiteY1" fmla="*/ 0 h 1178358"/>
              <a:gd name="connsiteX2" fmla="*/ 3263995 w 3853174"/>
              <a:gd name="connsiteY2" fmla="*/ 0 h 1178358"/>
              <a:gd name="connsiteX3" fmla="*/ 3853174 w 3853174"/>
              <a:gd name="connsiteY3" fmla="*/ 589179 h 1178358"/>
              <a:gd name="connsiteX4" fmla="*/ 3263995 w 3853174"/>
              <a:gd name="connsiteY4" fmla="*/ 1178358 h 1178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53174" h="1178358">
                <a:moveTo>
                  <a:pt x="0" y="1178358"/>
                </a:moveTo>
                <a:lnTo>
                  <a:pt x="680325" y="0"/>
                </a:lnTo>
                <a:lnTo>
                  <a:pt x="3263995" y="0"/>
                </a:lnTo>
                <a:cubicBezTo>
                  <a:pt x="3589390" y="0"/>
                  <a:pt x="3853174" y="263784"/>
                  <a:pt x="3853174" y="589179"/>
                </a:cubicBezTo>
                <a:cubicBezTo>
                  <a:pt x="3853174" y="914574"/>
                  <a:pt x="3589390" y="1178358"/>
                  <a:pt x="3263995" y="117835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495AC1C7-721D-457B-BFD1-DA0440F475D4}"/>
              </a:ext>
            </a:extLst>
          </p:cNvPr>
          <p:cNvSpPr/>
          <p:nvPr/>
        </p:nvSpPr>
        <p:spPr>
          <a:xfrm rot="3600000">
            <a:off x="10889673" y="3901495"/>
            <a:ext cx="2399185" cy="1147917"/>
          </a:xfrm>
          <a:custGeom>
            <a:avLst/>
            <a:gdLst>
              <a:gd name="connsiteX0" fmla="*/ 100623 w 2399185"/>
              <a:gd name="connsiteY0" fmla="*/ 229322 h 1147917"/>
              <a:gd name="connsiteX1" fmla="*/ 359844 w 2399185"/>
              <a:gd name="connsiteY1" fmla="*/ 15860 h 1147917"/>
              <a:gd name="connsiteX2" fmla="*/ 410936 w 2399185"/>
              <a:gd name="connsiteY2" fmla="*/ 0 h 1147917"/>
              <a:gd name="connsiteX3" fmla="*/ 2399185 w 2399185"/>
              <a:gd name="connsiteY3" fmla="*/ 1147917 h 1147917"/>
              <a:gd name="connsiteX4" fmla="*/ 589179 w 2399185"/>
              <a:gd name="connsiteY4" fmla="*/ 1147917 h 1147917"/>
              <a:gd name="connsiteX5" fmla="*/ 0 w 2399185"/>
              <a:gd name="connsiteY5" fmla="*/ 558738 h 1147917"/>
              <a:gd name="connsiteX6" fmla="*/ 100623 w 2399185"/>
              <a:gd name="connsiteY6" fmla="*/ 229322 h 1147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99185" h="1147917">
                <a:moveTo>
                  <a:pt x="100623" y="229322"/>
                </a:moveTo>
                <a:cubicBezTo>
                  <a:pt x="164150" y="135289"/>
                  <a:pt x="254111" y="60580"/>
                  <a:pt x="359844" y="15860"/>
                </a:cubicBezTo>
                <a:lnTo>
                  <a:pt x="410936" y="0"/>
                </a:lnTo>
                <a:lnTo>
                  <a:pt x="2399185" y="1147917"/>
                </a:lnTo>
                <a:lnTo>
                  <a:pt x="589179" y="1147917"/>
                </a:lnTo>
                <a:cubicBezTo>
                  <a:pt x="263784" y="1147917"/>
                  <a:pt x="0" y="884133"/>
                  <a:pt x="0" y="558738"/>
                </a:cubicBezTo>
                <a:cubicBezTo>
                  <a:pt x="0" y="436715"/>
                  <a:pt x="37095" y="323356"/>
                  <a:pt x="100623" y="22932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>
              <a:solidFill>
                <a:schemeClr val="tx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11207E1A-4759-420B-A5F6-CD208B58EE90}"/>
              </a:ext>
            </a:extLst>
          </p:cNvPr>
          <p:cNvSpPr/>
          <p:nvPr/>
        </p:nvSpPr>
        <p:spPr>
          <a:xfrm rot="3600000">
            <a:off x="6333664" y="665179"/>
            <a:ext cx="3577140" cy="1178358"/>
          </a:xfrm>
          <a:custGeom>
            <a:avLst/>
            <a:gdLst>
              <a:gd name="connsiteX0" fmla="*/ 0 w 3577140"/>
              <a:gd name="connsiteY0" fmla="*/ 1178358 h 1178358"/>
              <a:gd name="connsiteX1" fmla="*/ 680325 w 3577140"/>
              <a:gd name="connsiteY1" fmla="*/ 0 h 1178358"/>
              <a:gd name="connsiteX2" fmla="*/ 2987961 w 3577140"/>
              <a:gd name="connsiteY2" fmla="*/ 0 h 1178358"/>
              <a:gd name="connsiteX3" fmla="*/ 3577140 w 3577140"/>
              <a:gd name="connsiteY3" fmla="*/ 589179 h 1178358"/>
              <a:gd name="connsiteX4" fmla="*/ 2987961 w 3577140"/>
              <a:gd name="connsiteY4" fmla="*/ 1178358 h 1178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7140" h="1178358">
                <a:moveTo>
                  <a:pt x="0" y="1178358"/>
                </a:moveTo>
                <a:lnTo>
                  <a:pt x="680325" y="0"/>
                </a:lnTo>
                <a:lnTo>
                  <a:pt x="2987961" y="0"/>
                </a:lnTo>
                <a:cubicBezTo>
                  <a:pt x="3313356" y="0"/>
                  <a:pt x="3577140" y="263784"/>
                  <a:pt x="3577140" y="589179"/>
                </a:cubicBezTo>
                <a:cubicBezTo>
                  <a:pt x="3577140" y="914574"/>
                  <a:pt x="3313356" y="1178358"/>
                  <a:pt x="2987961" y="117835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>
              <a:solidFill>
                <a:schemeClr val="tx1"/>
              </a:solidFill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2FEA130-6DE2-4E8E-9A75-E571F0CB8064}"/>
              </a:ext>
            </a:extLst>
          </p:cNvPr>
          <p:cNvSpPr/>
          <p:nvPr/>
        </p:nvSpPr>
        <p:spPr>
          <a:xfrm rot="3600000">
            <a:off x="10862799" y="322905"/>
            <a:ext cx="2401762" cy="1090317"/>
          </a:xfrm>
          <a:custGeom>
            <a:avLst/>
            <a:gdLst>
              <a:gd name="connsiteX0" fmla="*/ 0 w 2401762"/>
              <a:gd name="connsiteY0" fmla="*/ 889022 h 1090317"/>
              <a:gd name="connsiteX1" fmla="*/ 513278 w 2401762"/>
              <a:gd name="connsiteY1" fmla="*/ 0 h 1090317"/>
              <a:gd name="connsiteX2" fmla="*/ 2401762 w 2401762"/>
              <a:gd name="connsiteY2" fmla="*/ 1090317 h 1090317"/>
              <a:gd name="connsiteX3" fmla="*/ 440316 w 2401762"/>
              <a:gd name="connsiteY3" fmla="*/ 1090317 h 1090317"/>
              <a:gd name="connsiteX4" fmla="*/ 23703 w 2401762"/>
              <a:gd name="connsiteY4" fmla="*/ 917751 h 1090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01762" h="1090317">
                <a:moveTo>
                  <a:pt x="0" y="889022"/>
                </a:moveTo>
                <a:lnTo>
                  <a:pt x="513278" y="0"/>
                </a:lnTo>
                <a:lnTo>
                  <a:pt x="2401762" y="1090317"/>
                </a:lnTo>
                <a:lnTo>
                  <a:pt x="440316" y="1090317"/>
                </a:lnTo>
                <a:cubicBezTo>
                  <a:pt x="277619" y="1090317"/>
                  <a:pt x="130324" y="1024371"/>
                  <a:pt x="23703" y="91775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>
              <a:solidFill>
                <a:schemeClr val="tx1"/>
              </a:solidFill>
            </a:endParaRPr>
          </a:p>
        </p:txBody>
      </p:sp>
      <p:sp>
        <p:nvSpPr>
          <p:cNvPr id="19" name="AutoShape 3">
            <a:extLst>
              <a:ext uri="{FF2B5EF4-FFF2-40B4-BE49-F238E27FC236}">
                <a16:creationId xmlns:a16="http://schemas.microsoft.com/office/drawing/2014/main" id="{7DC0E4CD-440E-4322-B6B6-C448855F2870}"/>
              </a:ext>
            </a:extLst>
          </p:cNvPr>
          <p:cNvSpPr>
            <a:spLocks noChangeAspect="1" noChangeArrowheads="1" noTextEdit="1"/>
          </p:cNvSpPr>
          <p:nvPr/>
        </p:nvSpPr>
        <p:spPr bwMode="black">
          <a:xfrm>
            <a:off x="712301" y="719138"/>
            <a:ext cx="3192604" cy="452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31DB21ED-C330-4682-B6F7-3B3FF9D4CBE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783536" y="807737"/>
            <a:ext cx="24881" cy="276721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" name="Freeform 6">
            <a:extLst>
              <a:ext uri="{FF2B5EF4-FFF2-40B4-BE49-F238E27FC236}">
                <a16:creationId xmlns:a16="http://schemas.microsoft.com/office/drawing/2014/main" id="{1A15BD3B-54EC-4474-8A13-A6CCE0CA73D2}"/>
              </a:ext>
            </a:extLst>
          </p:cNvPr>
          <p:cNvSpPr>
            <a:spLocks/>
          </p:cNvSpPr>
          <p:nvPr/>
        </p:nvSpPr>
        <p:spPr bwMode="black">
          <a:xfrm>
            <a:off x="2404788" y="810165"/>
            <a:ext cx="112266" cy="274294"/>
          </a:xfrm>
          <a:custGeom>
            <a:avLst/>
            <a:gdLst>
              <a:gd name="T0" fmla="*/ 376 w 378"/>
              <a:gd name="T1" fmla="*/ 13 h 923"/>
              <a:gd name="T2" fmla="*/ 376 w 378"/>
              <a:gd name="T3" fmla="*/ 94 h 923"/>
              <a:gd name="T4" fmla="*/ 193 w 378"/>
              <a:gd name="T5" fmla="*/ 258 h 923"/>
              <a:gd name="T6" fmla="*/ 193 w 378"/>
              <a:gd name="T7" fmla="*/ 284 h 923"/>
              <a:gd name="T8" fmla="*/ 378 w 378"/>
              <a:gd name="T9" fmla="*/ 284 h 923"/>
              <a:gd name="T10" fmla="*/ 378 w 378"/>
              <a:gd name="T11" fmla="*/ 365 h 923"/>
              <a:gd name="T12" fmla="*/ 193 w 378"/>
              <a:gd name="T13" fmla="*/ 365 h 923"/>
              <a:gd name="T14" fmla="*/ 193 w 378"/>
              <a:gd name="T15" fmla="*/ 923 h 923"/>
              <a:gd name="T16" fmla="*/ 109 w 378"/>
              <a:gd name="T17" fmla="*/ 923 h 923"/>
              <a:gd name="T18" fmla="*/ 109 w 378"/>
              <a:gd name="T19" fmla="*/ 366 h 923"/>
              <a:gd name="T20" fmla="*/ 0 w 378"/>
              <a:gd name="T21" fmla="*/ 366 h 923"/>
              <a:gd name="T22" fmla="*/ 0 w 378"/>
              <a:gd name="T23" fmla="*/ 285 h 923"/>
              <a:gd name="T24" fmla="*/ 109 w 378"/>
              <a:gd name="T25" fmla="*/ 285 h 923"/>
              <a:gd name="T26" fmla="*/ 109 w 378"/>
              <a:gd name="T27" fmla="*/ 259 h 923"/>
              <a:gd name="T28" fmla="*/ 376 w 378"/>
              <a:gd name="T29" fmla="*/ 1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8" h="923">
                <a:moveTo>
                  <a:pt x="376" y="13"/>
                </a:moveTo>
                <a:cubicBezTo>
                  <a:pt x="376" y="94"/>
                  <a:pt x="376" y="94"/>
                  <a:pt x="376" y="94"/>
                </a:cubicBezTo>
                <a:cubicBezTo>
                  <a:pt x="251" y="85"/>
                  <a:pt x="191" y="135"/>
                  <a:pt x="193" y="258"/>
                </a:cubicBezTo>
                <a:cubicBezTo>
                  <a:pt x="193" y="284"/>
                  <a:pt x="193" y="284"/>
                  <a:pt x="193" y="284"/>
                </a:cubicBezTo>
                <a:cubicBezTo>
                  <a:pt x="378" y="284"/>
                  <a:pt x="378" y="284"/>
                  <a:pt x="378" y="284"/>
                </a:cubicBezTo>
                <a:cubicBezTo>
                  <a:pt x="378" y="365"/>
                  <a:pt x="378" y="365"/>
                  <a:pt x="378" y="365"/>
                </a:cubicBezTo>
                <a:cubicBezTo>
                  <a:pt x="193" y="365"/>
                  <a:pt x="193" y="365"/>
                  <a:pt x="193" y="365"/>
                </a:cubicBezTo>
                <a:cubicBezTo>
                  <a:pt x="193" y="923"/>
                  <a:pt x="193" y="923"/>
                  <a:pt x="193" y="923"/>
                </a:cubicBezTo>
                <a:cubicBezTo>
                  <a:pt x="109" y="923"/>
                  <a:pt x="109" y="923"/>
                  <a:pt x="109" y="923"/>
                </a:cubicBezTo>
                <a:cubicBezTo>
                  <a:pt x="109" y="366"/>
                  <a:pt x="109" y="366"/>
                  <a:pt x="109" y="366"/>
                </a:cubicBezTo>
                <a:cubicBezTo>
                  <a:pt x="0" y="366"/>
                  <a:pt x="0" y="366"/>
                  <a:pt x="0" y="366"/>
                </a:cubicBezTo>
                <a:cubicBezTo>
                  <a:pt x="0" y="285"/>
                  <a:pt x="0" y="285"/>
                  <a:pt x="0" y="285"/>
                </a:cubicBezTo>
                <a:cubicBezTo>
                  <a:pt x="109" y="285"/>
                  <a:pt x="109" y="285"/>
                  <a:pt x="109" y="285"/>
                </a:cubicBezTo>
                <a:cubicBezTo>
                  <a:pt x="109" y="259"/>
                  <a:pt x="109" y="259"/>
                  <a:pt x="109" y="259"/>
                </a:cubicBezTo>
                <a:cubicBezTo>
                  <a:pt x="107" y="93"/>
                  <a:pt x="203" y="0"/>
                  <a:pt x="376" y="1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093EBB2C-F01D-42EB-9105-BABB594F6202}"/>
              </a:ext>
            </a:extLst>
          </p:cNvPr>
          <p:cNvSpPr>
            <a:spLocks noEditPoints="1"/>
          </p:cNvSpPr>
          <p:nvPr/>
        </p:nvSpPr>
        <p:spPr bwMode="black">
          <a:xfrm>
            <a:off x="1295478" y="819267"/>
            <a:ext cx="203293" cy="270653"/>
          </a:xfrm>
          <a:custGeom>
            <a:avLst/>
            <a:gdLst>
              <a:gd name="T0" fmla="*/ 165 w 685"/>
              <a:gd name="T1" fmla="*/ 574 h 911"/>
              <a:gd name="T2" fmla="*/ 342 w 685"/>
              <a:gd name="T3" fmla="*/ 754 h 911"/>
              <a:gd name="T4" fmla="*/ 520 w 685"/>
              <a:gd name="T5" fmla="*/ 574 h 911"/>
              <a:gd name="T6" fmla="*/ 342 w 685"/>
              <a:gd name="T7" fmla="*/ 395 h 911"/>
              <a:gd name="T8" fmla="*/ 165 w 685"/>
              <a:gd name="T9" fmla="*/ 574 h 911"/>
              <a:gd name="T10" fmla="*/ 165 w 685"/>
              <a:gd name="T11" fmla="*/ 330 h 911"/>
              <a:gd name="T12" fmla="*/ 372 w 685"/>
              <a:gd name="T13" fmla="*/ 238 h 911"/>
              <a:gd name="T14" fmla="*/ 685 w 685"/>
              <a:gd name="T15" fmla="*/ 574 h 911"/>
              <a:gd name="T16" fmla="*/ 372 w 685"/>
              <a:gd name="T17" fmla="*/ 911 h 911"/>
              <a:gd name="T18" fmla="*/ 165 w 685"/>
              <a:gd name="T19" fmla="*/ 819 h 911"/>
              <a:gd name="T20" fmla="*/ 165 w 685"/>
              <a:gd name="T21" fmla="*/ 893 h 911"/>
              <a:gd name="T22" fmla="*/ 0 w 685"/>
              <a:gd name="T23" fmla="*/ 893 h 911"/>
              <a:gd name="T24" fmla="*/ 0 w 685"/>
              <a:gd name="T25" fmla="*/ 0 h 911"/>
              <a:gd name="T26" fmla="*/ 165 w 685"/>
              <a:gd name="T27" fmla="*/ 0 h 911"/>
              <a:gd name="T28" fmla="*/ 165 w 685"/>
              <a:gd name="T29" fmla="*/ 33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165" y="574"/>
                </a:moveTo>
                <a:cubicBezTo>
                  <a:pt x="165" y="681"/>
                  <a:pt x="241" y="754"/>
                  <a:pt x="342" y="754"/>
                </a:cubicBezTo>
                <a:cubicBezTo>
                  <a:pt x="444" y="754"/>
                  <a:pt x="520" y="681"/>
                  <a:pt x="520" y="574"/>
                </a:cubicBezTo>
                <a:cubicBezTo>
                  <a:pt x="520" y="467"/>
                  <a:pt x="444" y="395"/>
                  <a:pt x="342" y="395"/>
                </a:cubicBezTo>
                <a:cubicBezTo>
                  <a:pt x="241" y="395"/>
                  <a:pt x="165" y="467"/>
                  <a:pt x="165" y="574"/>
                </a:cubicBezTo>
                <a:close/>
                <a:moveTo>
                  <a:pt x="165" y="330"/>
                </a:moveTo>
                <a:cubicBezTo>
                  <a:pt x="212" y="272"/>
                  <a:pt x="279" y="238"/>
                  <a:pt x="372" y="238"/>
                </a:cubicBezTo>
                <a:cubicBezTo>
                  <a:pt x="544" y="238"/>
                  <a:pt x="685" y="385"/>
                  <a:pt x="685" y="574"/>
                </a:cubicBezTo>
                <a:cubicBezTo>
                  <a:pt x="685" y="764"/>
                  <a:pt x="544" y="911"/>
                  <a:pt x="372" y="911"/>
                </a:cubicBezTo>
                <a:cubicBezTo>
                  <a:pt x="280" y="911"/>
                  <a:pt x="212" y="877"/>
                  <a:pt x="165" y="819"/>
                </a:cubicBezTo>
                <a:cubicBezTo>
                  <a:pt x="165" y="893"/>
                  <a:pt x="165" y="893"/>
                  <a:pt x="165" y="893"/>
                </a:cubicBezTo>
                <a:cubicBezTo>
                  <a:pt x="0" y="893"/>
                  <a:pt x="0" y="893"/>
                  <a:pt x="0" y="893"/>
                </a:cubicBezTo>
                <a:cubicBezTo>
                  <a:pt x="0" y="0"/>
                  <a:pt x="0" y="0"/>
                  <a:pt x="0" y="0"/>
                </a:cubicBezTo>
                <a:cubicBezTo>
                  <a:pt x="165" y="0"/>
                  <a:pt x="165" y="0"/>
                  <a:pt x="165" y="0"/>
                </a:cubicBezTo>
                <a:lnTo>
                  <a:pt x="165" y="33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D1B81B56-A400-4FC6-B5D0-4AA245EFB910}"/>
              </a:ext>
            </a:extLst>
          </p:cNvPr>
          <p:cNvSpPr>
            <a:spLocks/>
          </p:cNvSpPr>
          <p:nvPr/>
        </p:nvSpPr>
        <p:spPr bwMode="black">
          <a:xfrm>
            <a:off x="1528506" y="890875"/>
            <a:ext cx="106198" cy="193583"/>
          </a:xfrm>
          <a:custGeom>
            <a:avLst/>
            <a:gdLst>
              <a:gd name="T0" fmla="*/ 164 w 358"/>
              <a:gd name="T1" fmla="*/ 13 h 652"/>
              <a:gd name="T2" fmla="*/ 164 w 358"/>
              <a:gd name="T3" fmla="*/ 123 h 652"/>
              <a:gd name="T4" fmla="*/ 358 w 358"/>
              <a:gd name="T5" fmla="*/ 0 h 652"/>
              <a:gd name="T6" fmla="*/ 358 w 358"/>
              <a:gd name="T7" fmla="*/ 184 h 652"/>
              <a:gd name="T8" fmla="*/ 164 w 358"/>
              <a:gd name="T9" fmla="*/ 346 h 652"/>
              <a:gd name="T10" fmla="*/ 164 w 358"/>
              <a:gd name="T11" fmla="*/ 652 h 652"/>
              <a:gd name="T12" fmla="*/ 0 w 358"/>
              <a:gd name="T13" fmla="*/ 652 h 652"/>
              <a:gd name="T14" fmla="*/ 0 w 358"/>
              <a:gd name="T15" fmla="*/ 13 h 652"/>
              <a:gd name="T16" fmla="*/ 164 w 358"/>
              <a:gd name="T17" fmla="*/ 13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8" h="652">
                <a:moveTo>
                  <a:pt x="164" y="13"/>
                </a:moveTo>
                <a:cubicBezTo>
                  <a:pt x="164" y="123"/>
                  <a:pt x="164" y="123"/>
                  <a:pt x="164" y="123"/>
                </a:cubicBezTo>
                <a:cubicBezTo>
                  <a:pt x="196" y="35"/>
                  <a:pt x="277" y="0"/>
                  <a:pt x="358" y="0"/>
                </a:cubicBezTo>
                <a:cubicBezTo>
                  <a:pt x="358" y="184"/>
                  <a:pt x="358" y="184"/>
                  <a:pt x="358" y="184"/>
                </a:cubicBezTo>
                <a:cubicBezTo>
                  <a:pt x="272" y="173"/>
                  <a:pt x="164" y="212"/>
                  <a:pt x="164" y="346"/>
                </a:cubicBezTo>
                <a:cubicBezTo>
                  <a:pt x="164" y="652"/>
                  <a:pt x="164" y="652"/>
                  <a:pt x="164" y="652"/>
                </a:cubicBezTo>
                <a:cubicBezTo>
                  <a:pt x="0" y="652"/>
                  <a:pt x="0" y="652"/>
                  <a:pt x="0" y="652"/>
                </a:cubicBezTo>
                <a:cubicBezTo>
                  <a:pt x="0" y="13"/>
                  <a:pt x="0" y="13"/>
                  <a:pt x="0" y="13"/>
                </a:cubicBezTo>
                <a:lnTo>
                  <a:pt x="164" y="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4" name="Freeform 9">
            <a:extLst>
              <a:ext uri="{FF2B5EF4-FFF2-40B4-BE49-F238E27FC236}">
                <a16:creationId xmlns:a16="http://schemas.microsoft.com/office/drawing/2014/main" id="{0D389DA5-B7D3-4BC1-859E-DE18230A4D1F}"/>
              </a:ext>
            </a:extLst>
          </p:cNvPr>
          <p:cNvSpPr>
            <a:spLocks noEditPoints="1"/>
          </p:cNvSpPr>
          <p:nvPr/>
        </p:nvSpPr>
        <p:spPr bwMode="black">
          <a:xfrm>
            <a:off x="1652302" y="889661"/>
            <a:ext cx="195404" cy="199652"/>
          </a:xfrm>
          <a:custGeom>
            <a:avLst/>
            <a:gdLst>
              <a:gd name="T0" fmla="*/ 172 w 660"/>
              <a:gd name="T1" fmla="*/ 277 h 673"/>
              <a:gd name="T2" fmla="*/ 338 w 660"/>
              <a:gd name="T3" fmla="*/ 147 h 673"/>
              <a:gd name="T4" fmla="*/ 497 w 660"/>
              <a:gd name="T5" fmla="*/ 277 h 673"/>
              <a:gd name="T6" fmla="*/ 172 w 660"/>
              <a:gd name="T7" fmla="*/ 277 h 673"/>
              <a:gd name="T8" fmla="*/ 173 w 660"/>
              <a:gd name="T9" fmla="*/ 405 h 673"/>
              <a:gd name="T10" fmla="*/ 654 w 660"/>
              <a:gd name="T11" fmla="*/ 405 h 673"/>
              <a:gd name="T12" fmla="*/ 660 w 660"/>
              <a:gd name="T13" fmla="*/ 337 h 673"/>
              <a:gd name="T14" fmla="*/ 337 w 660"/>
              <a:gd name="T15" fmla="*/ 0 h 673"/>
              <a:gd name="T16" fmla="*/ 0 w 660"/>
              <a:gd name="T17" fmla="*/ 337 h 673"/>
              <a:gd name="T18" fmla="*/ 350 w 660"/>
              <a:gd name="T19" fmla="*/ 673 h 673"/>
              <a:gd name="T20" fmla="*/ 628 w 660"/>
              <a:gd name="T21" fmla="*/ 537 h 673"/>
              <a:gd name="T22" fmla="*/ 495 w 660"/>
              <a:gd name="T23" fmla="*/ 461 h 673"/>
              <a:gd name="T24" fmla="*/ 353 w 660"/>
              <a:gd name="T25" fmla="*/ 524 h 673"/>
              <a:gd name="T26" fmla="*/ 173 w 660"/>
              <a:gd name="T27" fmla="*/ 405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60" h="673">
                <a:moveTo>
                  <a:pt x="172" y="277"/>
                </a:moveTo>
                <a:cubicBezTo>
                  <a:pt x="191" y="196"/>
                  <a:pt x="251" y="147"/>
                  <a:pt x="338" y="147"/>
                </a:cubicBezTo>
                <a:cubicBezTo>
                  <a:pt x="408" y="147"/>
                  <a:pt x="476" y="185"/>
                  <a:pt x="497" y="277"/>
                </a:cubicBezTo>
                <a:lnTo>
                  <a:pt x="172" y="277"/>
                </a:lnTo>
                <a:close/>
                <a:moveTo>
                  <a:pt x="173" y="405"/>
                </a:moveTo>
                <a:cubicBezTo>
                  <a:pt x="654" y="405"/>
                  <a:pt x="654" y="405"/>
                  <a:pt x="654" y="405"/>
                </a:cubicBezTo>
                <a:cubicBezTo>
                  <a:pt x="657" y="382"/>
                  <a:pt x="660" y="361"/>
                  <a:pt x="660" y="337"/>
                </a:cubicBezTo>
                <a:cubicBezTo>
                  <a:pt x="660" y="149"/>
                  <a:pt x="526" y="0"/>
                  <a:pt x="337" y="0"/>
                </a:cubicBezTo>
                <a:cubicBezTo>
                  <a:pt x="136" y="0"/>
                  <a:pt x="0" y="147"/>
                  <a:pt x="0" y="337"/>
                </a:cubicBezTo>
                <a:cubicBezTo>
                  <a:pt x="0" y="528"/>
                  <a:pt x="136" y="673"/>
                  <a:pt x="350" y="673"/>
                </a:cubicBezTo>
                <a:cubicBezTo>
                  <a:pt x="473" y="673"/>
                  <a:pt x="568" y="623"/>
                  <a:pt x="628" y="537"/>
                </a:cubicBezTo>
                <a:cubicBezTo>
                  <a:pt x="495" y="461"/>
                  <a:pt x="495" y="461"/>
                  <a:pt x="495" y="461"/>
                </a:cubicBezTo>
                <a:cubicBezTo>
                  <a:pt x="466" y="499"/>
                  <a:pt x="416" y="524"/>
                  <a:pt x="353" y="524"/>
                </a:cubicBezTo>
                <a:cubicBezTo>
                  <a:pt x="267" y="526"/>
                  <a:pt x="197" y="489"/>
                  <a:pt x="173" y="40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A827EC39-2885-4B2C-AB68-C1D0E8DBC865}"/>
              </a:ext>
            </a:extLst>
          </p:cNvPr>
          <p:cNvSpPr>
            <a:spLocks noEditPoints="1"/>
          </p:cNvSpPr>
          <p:nvPr/>
        </p:nvSpPr>
        <p:spPr bwMode="black">
          <a:xfrm>
            <a:off x="1870765" y="889661"/>
            <a:ext cx="202686" cy="200259"/>
          </a:xfrm>
          <a:custGeom>
            <a:avLst/>
            <a:gdLst>
              <a:gd name="T0" fmla="*/ 166 w 684"/>
              <a:gd name="T1" fmla="*/ 338 h 675"/>
              <a:gd name="T2" fmla="*/ 343 w 684"/>
              <a:gd name="T3" fmla="*/ 518 h 675"/>
              <a:gd name="T4" fmla="*/ 521 w 684"/>
              <a:gd name="T5" fmla="*/ 338 h 675"/>
              <a:gd name="T6" fmla="*/ 343 w 684"/>
              <a:gd name="T7" fmla="*/ 159 h 675"/>
              <a:gd name="T8" fmla="*/ 166 w 684"/>
              <a:gd name="T9" fmla="*/ 338 h 675"/>
              <a:gd name="T10" fmla="*/ 519 w 684"/>
              <a:gd name="T11" fmla="*/ 94 h 675"/>
              <a:gd name="T12" fmla="*/ 519 w 684"/>
              <a:gd name="T13" fmla="*/ 19 h 675"/>
              <a:gd name="T14" fmla="*/ 684 w 684"/>
              <a:gd name="T15" fmla="*/ 19 h 675"/>
              <a:gd name="T16" fmla="*/ 684 w 684"/>
              <a:gd name="T17" fmla="*/ 657 h 675"/>
              <a:gd name="T18" fmla="*/ 519 w 684"/>
              <a:gd name="T19" fmla="*/ 657 h 675"/>
              <a:gd name="T20" fmla="*/ 519 w 684"/>
              <a:gd name="T21" fmla="*/ 583 h 675"/>
              <a:gd name="T22" fmla="*/ 310 w 684"/>
              <a:gd name="T23" fmla="*/ 675 h 675"/>
              <a:gd name="T24" fmla="*/ 0 w 684"/>
              <a:gd name="T25" fmla="*/ 338 h 675"/>
              <a:gd name="T26" fmla="*/ 310 w 684"/>
              <a:gd name="T27" fmla="*/ 2 h 675"/>
              <a:gd name="T28" fmla="*/ 519 w 684"/>
              <a:gd name="T29" fmla="*/ 94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4" h="675">
                <a:moveTo>
                  <a:pt x="166" y="338"/>
                </a:moveTo>
                <a:cubicBezTo>
                  <a:pt x="166" y="445"/>
                  <a:pt x="241" y="518"/>
                  <a:pt x="343" y="518"/>
                </a:cubicBezTo>
                <a:cubicBezTo>
                  <a:pt x="445" y="518"/>
                  <a:pt x="521" y="445"/>
                  <a:pt x="521" y="338"/>
                </a:cubicBezTo>
                <a:cubicBezTo>
                  <a:pt x="521" y="231"/>
                  <a:pt x="446" y="159"/>
                  <a:pt x="343" y="159"/>
                </a:cubicBezTo>
                <a:cubicBezTo>
                  <a:pt x="241" y="159"/>
                  <a:pt x="166" y="231"/>
                  <a:pt x="166" y="338"/>
                </a:cubicBezTo>
                <a:close/>
                <a:moveTo>
                  <a:pt x="519" y="94"/>
                </a:moveTo>
                <a:cubicBezTo>
                  <a:pt x="519" y="19"/>
                  <a:pt x="519" y="19"/>
                  <a:pt x="519" y="19"/>
                </a:cubicBezTo>
                <a:cubicBezTo>
                  <a:pt x="684" y="19"/>
                  <a:pt x="684" y="19"/>
                  <a:pt x="684" y="19"/>
                </a:cubicBezTo>
                <a:cubicBezTo>
                  <a:pt x="684" y="657"/>
                  <a:pt x="684" y="657"/>
                  <a:pt x="684" y="657"/>
                </a:cubicBezTo>
                <a:cubicBezTo>
                  <a:pt x="519" y="657"/>
                  <a:pt x="519" y="657"/>
                  <a:pt x="519" y="657"/>
                </a:cubicBezTo>
                <a:cubicBezTo>
                  <a:pt x="519" y="583"/>
                  <a:pt x="519" y="583"/>
                  <a:pt x="519" y="583"/>
                </a:cubicBezTo>
                <a:cubicBezTo>
                  <a:pt x="472" y="641"/>
                  <a:pt x="404" y="675"/>
                  <a:pt x="310" y="675"/>
                </a:cubicBezTo>
                <a:cubicBezTo>
                  <a:pt x="140" y="675"/>
                  <a:pt x="0" y="529"/>
                  <a:pt x="0" y="338"/>
                </a:cubicBezTo>
                <a:cubicBezTo>
                  <a:pt x="0" y="149"/>
                  <a:pt x="140" y="2"/>
                  <a:pt x="310" y="2"/>
                </a:cubicBezTo>
                <a:cubicBezTo>
                  <a:pt x="404" y="0"/>
                  <a:pt x="472" y="36"/>
                  <a:pt x="519" y="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93792EB4-BAE6-415E-83A4-BA463AEEFC0A}"/>
              </a:ext>
            </a:extLst>
          </p:cNvPr>
          <p:cNvSpPr>
            <a:spLocks noEditPoints="1"/>
          </p:cNvSpPr>
          <p:nvPr/>
        </p:nvSpPr>
        <p:spPr bwMode="black">
          <a:xfrm>
            <a:off x="2100152" y="819267"/>
            <a:ext cx="202686" cy="270653"/>
          </a:xfrm>
          <a:custGeom>
            <a:avLst/>
            <a:gdLst>
              <a:gd name="T0" fmla="*/ 344 w 685"/>
              <a:gd name="T1" fmla="*/ 754 h 911"/>
              <a:gd name="T2" fmla="*/ 165 w 685"/>
              <a:gd name="T3" fmla="*/ 574 h 911"/>
              <a:gd name="T4" fmla="*/ 344 w 685"/>
              <a:gd name="T5" fmla="*/ 395 h 911"/>
              <a:gd name="T6" fmla="*/ 520 w 685"/>
              <a:gd name="T7" fmla="*/ 574 h 911"/>
              <a:gd name="T8" fmla="*/ 344 w 685"/>
              <a:gd name="T9" fmla="*/ 754 h 911"/>
              <a:gd name="T10" fmla="*/ 520 w 685"/>
              <a:gd name="T11" fmla="*/ 0 h 911"/>
              <a:gd name="T12" fmla="*/ 520 w 685"/>
              <a:gd name="T13" fmla="*/ 330 h 911"/>
              <a:gd name="T14" fmla="*/ 313 w 685"/>
              <a:gd name="T15" fmla="*/ 238 h 911"/>
              <a:gd name="T16" fmla="*/ 0 w 685"/>
              <a:gd name="T17" fmla="*/ 574 h 911"/>
              <a:gd name="T18" fmla="*/ 313 w 685"/>
              <a:gd name="T19" fmla="*/ 911 h 911"/>
              <a:gd name="T20" fmla="*/ 520 w 685"/>
              <a:gd name="T21" fmla="*/ 819 h 911"/>
              <a:gd name="T22" fmla="*/ 520 w 685"/>
              <a:gd name="T23" fmla="*/ 893 h 911"/>
              <a:gd name="T24" fmla="*/ 685 w 685"/>
              <a:gd name="T25" fmla="*/ 893 h 911"/>
              <a:gd name="T26" fmla="*/ 685 w 685"/>
              <a:gd name="T27" fmla="*/ 0 h 911"/>
              <a:gd name="T28" fmla="*/ 520 w 685"/>
              <a:gd name="T29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344" y="754"/>
                </a:moveTo>
                <a:cubicBezTo>
                  <a:pt x="242" y="754"/>
                  <a:pt x="165" y="681"/>
                  <a:pt x="165" y="574"/>
                </a:cubicBezTo>
                <a:cubicBezTo>
                  <a:pt x="165" y="467"/>
                  <a:pt x="240" y="395"/>
                  <a:pt x="344" y="395"/>
                </a:cubicBezTo>
                <a:cubicBezTo>
                  <a:pt x="444" y="395"/>
                  <a:pt x="520" y="467"/>
                  <a:pt x="520" y="574"/>
                </a:cubicBezTo>
                <a:cubicBezTo>
                  <a:pt x="520" y="681"/>
                  <a:pt x="444" y="754"/>
                  <a:pt x="344" y="754"/>
                </a:cubicBezTo>
                <a:close/>
                <a:moveTo>
                  <a:pt x="520" y="0"/>
                </a:moveTo>
                <a:cubicBezTo>
                  <a:pt x="520" y="330"/>
                  <a:pt x="520" y="330"/>
                  <a:pt x="520" y="330"/>
                </a:cubicBezTo>
                <a:cubicBezTo>
                  <a:pt x="473" y="272"/>
                  <a:pt x="407" y="238"/>
                  <a:pt x="313" y="238"/>
                </a:cubicBezTo>
                <a:cubicBezTo>
                  <a:pt x="141" y="238"/>
                  <a:pt x="0" y="385"/>
                  <a:pt x="0" y="574"/>
                </a:cubicBezTo>
                <a:cubicBezTo>
                  <a:pt x="0" y="765"/>
                  <a:pt x="141" y="911"/>
                  <a:pt x="313" y="911"/>
                </a:cubicBezTo>
                <a:cubicBezTo>
                  <a:pt x="405" y="911"/>
                  <a:pt x="473" y="877"/>
                  <a:pt x="520" y="819"/>
                </a:cubicBezTo>
                <a:cubicBezTo>
                  <a:pt x="520" y="893"/>
                  <a:pt x="520" y="893"/>
                  <a:pt x="520" y="893"/>
                </a:cubicBezTo>
                <a:cubicBezTo>
                  <a:pt x="685" y="893"/>
                  <a:pt x="685" y="893"/>
                  <a:pt x="685" y="893"/>
                </a:cubicBezTo>
                <a:cubicBezTo>
                  <a:pt x="685" y="0"/>
                  <a:pt x="685" y="0"/>
                  <a:pt x="685" y="0"/>
                </a:cubicBezTo>
                <a:lnTo>
                  <a:pt x="5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7" name="Freeform 12">
            <a:extLst>
              <a:ext uri="{FF2B5EF4-FFF2-40B4-BE49-F238E27FC236}">
                <a16:creationId xmlns:a16="http://schemas.microsoft.com/office/drawing/2014/main" id="{E5EF11FE-EDD0-4FF6-91FC-967B1DCEEBF4}"/>
              </a:ext>
            </a:extLst>
          </p:cNvPr>
          <p:cNvSpPr>
            <a:spLocks/>
          </p:cNvSpPr>
          <p:nvPr/>
        </p:nvSpPr>
        <p:spPr bwMode="black">
          <a:xfrm>
            <a:off x="2541934" y="818054"/>
            <a:ext cx="36411" cy="36411"/>
          </a:xfrm>
          <a:custGeom>
            <a:avLst/>
            <a:gdLst>
              <a:gd name="T0" fmla="*/ 61 w 123"/>
              <a:gd name="T1" fmla="*/ 123 h 123"/>
              <a:gd name="T2" fmla="*/ 123 w 123"/>
              <a:gd name="T3" fmla="*/ 62 h 123"/>
              <a:gd name="T4" fmla="*/ 61 w 123"/>
              <a:gd name="T5" fmla="*/ 0 h 123"/>
              <a:gd name="T6" fmla="*/ 0 w 123"/>
              <a:gd name="T7" fmla="*/ 62 h 123"/>
              <a:gd name="T8" fmla="*/ 61 w 123"/>
              <a:gd name="T9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61" y="123"/>
                </a:moveTo>
                <a:cubicBezTo>
                  <a:pt x="95" y="123"/>
                  <a:pt x="123" y="94"/>
                  <a:pt x="123" y="62"/>
                </a:cubicBezTo>
                <a:cubicBezTo>
                  <a:pt x="123" y="28"/>
                  <a:pt x="95" y="0"/>
                  <a:pt x="61" y="0"/>
                </a:cubicBezTo>
                <a:cubicBezTo>
                  <a:pt x="27" y="0"/>
                  <a:pt x="0" y="29"/>
                  <a:pt x="0" y="62"/>
                </a:cubicBezTo>
                <a:cubicBezTo>
                  <a:pt x="0" y="94"/>
                  <a:pt x="26" y="123"/>
                  <a:pt x="61" y="12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027A7BD0-7A2F-4C9E-BA77-C445F6E44BE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547396" y="894516"/>
            <a:ext cx="24881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9" name="Freeform 14">
            <a:extLst>
              <a:ext uri="{FF2B5EF4-FFF2-40B4-BE49-F238E27FC236}">
                <a16:creationId xmlns:a16="http://schemas.microsoft.com/office/drawing/2014/main" id="{AF766CE7-9CA9-4ACE-92D6-B35FFE7D4B3E}"/>
              </a:ext>
            </a:extLst>
          </p:cNvPr>
          <p:cNvSpPr>
            <a:spLocks/>
          </p:cNvSpPr>
          <p:nvPr/>
        </p:nvSpPr>
        <p:spPr bwMode="black">
          <a:xfrm>
            <a:off x="2622038" y="890268"/>
            <a:ext cx="162634" cy="194190"/>
          </a:xfrm>
          <a:custGeom>
            <a:avLst/>
            <a:gdLst>
              <a:gd name="T0" fmla="*/ 86 w 549"/>
              <a:gd name="T1" fmla="*/ 115 h 654"/>
              <a:gd name="T2" fmla="*/ 300 w 549"/>
              <a:gd name="T3" fmla="*/ 0 h 654"/>
              <a:gd name="T4" fmla="*/ 549 w 549"/>
              <a:gd name="T5" fmla="*/ 262 h 654"/>
              <a:gd name="T6" fmla="*/ 549 w 549"/>
              <a:gd name="T7" fmla="*/ 654 h 654"/>
              <a:gd name="T8" fmla="*/ 465 w 549"/>
              <a:gd name="T9" fmla="*/ 654 h 654"/>
              <a:gd name="T10" fmla="*/ 465 w 549"/>
              <a:gd name="T11" fmla="*/ 262 h 654"/>
              <a:gd name="T12" fmla="*/ 291 w 549"/>
              <a:gd name="T13" fmla="*/ 83 h 654"/>
              <a:gd name="T14" fmla="*/ 84 w 549"/>
              <a:gd name="T15" fmla="*/ 321 h 654"/>
              <a:gd name="T16" fmla="*/ 84 w 549"/>
              <a:gd name="T17" fmla="*/ 654 h 654"/>
              <a:gd name="T18" fmla="*/ 0 w 549"/>
              <a:gd name="T19" fmla="*/ 654 h 654"/>
              <a:gd name="T20" fmla="*/ 0 w 549"/>
              <a:gd name="T21" fmla="*/ 15 h 654"/>
              <a:gd name="T22" fmla="*/ 84 w 549"/>
              <a:gd name="T23" fmla="*/ 15 h 654"/>
              <a:gd name="T24" fmla="*/ 84 w 549"/>
              <a:gd name="T25" fmla="*/ 115 h 654"/>
              <a:gd name="T26" fmla="*/ 86 w 549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9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49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1" y="83"/>
                </a:cubicBezTo>
                <a:cubicBezTo>
                  <a:pt x="180" y="83"/>
                  <a:pt x="84" y="149"/>
                  <a:pt x="84" y="321"/>
                </a:cubicBezTo>
                <a:cubicBezTo>
                  <a:pt x="84" y="654"/>
                  <a:pt x="84" y="654"/>
                  <a:pt x="84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4" y="15"/>
                  <a:pt x="84" y="15"/>
                  <a:pt x="84" y="15"/>
                </a:cubicBezTo>
                <a:cubicBezTo>
                  <a:pt x="84" y="115"/>
                  <a:pt x="84" y="115"/>
                  <a:pt x="84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0" name="Freeform 15">
            <a:extLst>
              <a:ext uri="{FF2B5EF4-FFF2-40B4-BE49-F238E27FC236}">
                <a16:creationId xmlns:a16="http://schemas.microsoft.com/office/drawing/2014/main" id="{F69BEB82-C01A-4EE2-A626-6A562819AD7A}"/>
              </a:ext>
            </a:extLst>
          </p:cNvPr>
          <p:cNvSpPr>
            <a:spLocks noEditPoints="1"/>
          </p:cNvSpPr>
          <p:nvPr/>
        </p:nvSpPr>
        <p:spPr bwMode="black">
          <a:xfrm>
            <a:off x="2815014" y="890268"/>
            <a:ext cx="199652" cy="199045"/>
          </a:xfrm>
          <a:custGeom>
            <a:avLst/>
            <a:gdLst>
              <a:gd name="T0" fmla="*/ 337 w 672"/>
              <a:gd name="T1" fmla="*/ 587 h 670"/>
              <a:gd name="T2" fmla="*/ 86 w 672"/>
              <a:gd name="T3" fmla="*/ 335 h 670"/>
              <a:gd name="T4" fmla="*/ 337 w 672"/>
              <a:gd name="T5" fmla="*/ 82 h 670"/>
              <a:gd name="T6" fmla="*/ 588 w 672"/>
              <a:gd name="T7" fmla="*/ 335 h 670"/>
              <a:gd name="T8" fmla="*/ 337 w 672"/>
              <a:gd name="T9" fmla="*/ 587 h 670"/>
              <a:gd name="T10" fmla="*/ 588 w 672"/>
              <a:gd name="T11" fmla="*/ 16 h 670"/>
              <a:gd name="T12" fmla="*/ 588 w 672"/>
              <a:gd name="T13" fmla="*/ 140 h 670"/>
              <a:gd name="T14" fmla="*/ 331 w 672"/>
              <a:gd name="T15" fmla="*/ 0 h 670"/>
              <a:gd name="T16" fmla="*/ 0 w 672"/>
              <a:gd name="T17" fmla="*/ 335 h 670"/>
              <a:gd name="T18" fmla="*/ 331 w 672"/>
              <a:gd name="T19" fmla="*/ 670 h 670"/>
              <a:gd name="T20" fmla="*/ 588 w 672"/>
              <a:gd name="T21" fmla="*/ 529 h 670"/>
              <a:gd name="T22" fmla="*/ 588 w 672"/>
              <a:gd name="T23" fmla="*/ 654 h 670"/>
              <a:gd name="T24" fmla="*/ 672 w 672"/>
              <a:gd name="T25" fmla="*/ 654 h 670"/>
              <a:gd name="T26" fmla="*/ 672 w 672"/>
              <a:gd name="T27" fmla="*/ 16 h 670"/>
              <a:gd name="T28" fmla="*/ 588 w 672"/>
              <a:gd name="T29" fmla="*/ 16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337" y="587"/>
                </a:moveTo>
                <a:cubicBezTo>
                  <a:pt x="196" y="587"/>
                  <a:pt x="86" y="477"/>
                  <a:pt x="86" y="335"/>
                </a:cubicBezTo>
                <a:cubicBezTo>
                  <a:pt x="86" y="192"/>
                  <a:pt x="196" y="82"/>
                  <a:pt x="337" y="82"/>
                </a:cubicBezTo>
                <a:cubicBezTo>
                  <a:pt x="480" y="82"/>
                  <a:pt x="588" y="192"/>
                  <a:pt x="588" y="335"/>
                </a:cubicBezTo>
                <a:cubicBezTo>
                  <a:pt x="588" y="477"/>
                  <a:pt x="478" y="587"/>
                  <a:pt x="337" y="587"/>
                </a:cubicBezTo>
                <a:close/>
                <a:moveTo>
                  <a:pt x="588" y="16"/>
                </a:moveTo>
                <a:cubicBezTo>
                  <a:pt x="588" y="140"/>
                  <a:pt x="588" y="140"/>
                  <a:pt x="588" y="140"/>
                </a:cubicBezTo>
                <a:cubicBezTo>
                  <a:pt x="535" y="55"/>
                  <a:pt x="444" y="0"/>
                  <a:pt x="331" y="0"/>
                </a:cubicBezTo>
                <a:cubicBezTo>
                  <a:pt x="151" y="0"/>
                  <a:pt x="0" y="145"/>
                  <a:pt x="0" y="335"/>
                </a:cubicBezTo>
                <a:cubicBezTo>
                  <a:pt x="0" y="524"/>
                  <a:pt x="149" y="670"/>
                  <a:pt x="331" y="670"/>
                </a:cubicBezTo>
                <a:cubicBezTo>
                  <a:pt x="444" y="670"/>
                  <a:pt x="535" y="615"/>
                  <a:pt x="588" y="529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672" y="16"/>
                  <a:pt x="672" y="16"/>
                  <a:pt x="672" y="16"/>
                </a:cubicBezTo>
                <a:lnTo>
                  <a:pt x="588" y="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1" name="Freeform 16">
            <a:extLst>
              <a:ext uri="{FF2B5EF4-FFF2-40B4-BE49-F238E27FC236}">
                <a16:creationId xmlns:a16="http://schemas.microsoft.com/office/drawing/2014/main" id="{A475E9E4-D6B4-483B-9F37-A37665CB078D}"/>
              </a:ext>
            </a:extLst>
          </p:cNvPr>
          <p:cNvSpPr>
            <a:spLocks/>
          </p:cNvSpPr>
          <p:nvPr/>
        </p:nvSpPr>
        <p:spPr bwMode="black">
          <a:xfrm>
            <a:off x="3059572" y="890268"/>
            <a:ext cx="163241" cy="194190"/>
          </a:xfrm>
          <a:custGeom>
            <a:avLst/>
            <a:gdLst>
              <a:gd name="T0" fmla="*/ 86 w 551"/>
              <a:gd name="T1" fmla="*/ 115 h 654"/>
              <a:gd name="T2" fmla="*/ 300 w 551"/>
              <a:gd name="T3" fmla="*/ 0 h 654"/>
              <a:gd name="T4" fmla="*/ 549 w 551"/>
              <a:gd name="T5" fmla="*/ 262 h 654"/>
              <a:gd name="T6" fmla="*/ 549 w 551"/>
              <a:gd name="T7" fmla="*/ 654 h 654"/>
              <a:gd name="T8" fmla="*/ 465 w 551"/>
              <a:gd name="T9" fmla="*/ 654 h 654"/>
              <a:gd name="T10" fmla="*/ 465 w 551"/>
              <a:gd name="T11" fmla="*/ 262 h 654"/>
              <a:gd name="T12" fmla="*/ 292 w 551"/>
              <a:gd name="T13" fmla="*/ 83 h 654"/>
              <a:gd name="T14" fmla="*/ 85 w 551"/>
              <a:gd name="T15" fmla="*/ 321 h 654"/>
              <a:gd name="T16" fmla="*/ 85 w 551"/>
              <a:gd name="T17" fmla="*/ 654 h 654"/>
              <a:gd name="T18" fmla="*/ 0 w 551"/>
              <a:gd name="T19" fmla="*/ 654 h 654"/>
              <a:gd name="T20" fmla="*/ 0 w 551"/>
              <a:gd name="T21" fmla="*/ 15 h 654"/>
              <a:gd name="T22" fmla="*/ 85 w 551"/>
              <a:gd name="T23" fmla="*/ 15 h 654"/>
              <a:gd name="T24" fmla="*/ 85 w 551"/>
              <a:gd name="T25" fmla="*/ 115 h 654"/>
              <a:gd name="T26" fmla="*/ 86 w 551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51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51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2" y="83"/>
                </a:cubicBezTo>
                <a:cubicBezTo>
                  <a:pt x="180" y="83"/>
                  <a:pt x="85" y="149"/>
                  <a:pt x="85" y="321"/>
                </a:cubicBezTo>
                <a:cubicBezTo>
                  <a:pt x="85" y="654"/>
                  <a:pt x="85" y="654"/>
                  <a:pt x="85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5" y="15"/>
                  <a:pt x="85" y="15"/>
                  <a:pt x="85" y="15"/>
                </a:cubicBezTo>
                <a:cubicBezTo>
                  <a:pt x="85" y="115"/>
                  <a:pt x="85" y="115"/>
                  <a:pt x="85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2" name="Freeform 17">
            <a:extLst>
              <a:ext uri="{FF2B5EF4-FFF2-40B4-BE49-F238E27FC236}">
                <a16:creationId xmlns:a16="http://schemas.microsoft.com/office/drawing/2014/main" id="{960FA320-5099-4883-9F49-2D8E0E2CE999}"/>
              </a:ext>
            </a:extLst>
          </p:cNvPr>
          <p:cNvSpPr>
            <a:spLocks/>
          </p:cNvSpPr>
          <p:nvPr/>
        </p:nvSpPr>
        <p:spPr bwMode="black">
          <a:xfrm>
            <a:off x="3256189" y="890268"/>
            <a:ext cx="183874" cy="199045"/>
          </a:xfrm>
          <a:custGeom>
            <a:avLst/>
            <a:gdLst>
              <a:gd name="T0" fmla="*/ 335 w 621"/>
              <a:gd name="T1" fmla="*/ 670 h 670"/>
              <a:gd name="T2" fmla="*/ 621 w 621"/>
              <a:gd name="T3" fmla="*/ 503 h 670"/>
              <a:gd name="T4" fmla="*/ 552 w 621"/>
              <a:gd name="T5" fmla="*/ 463 h 670"/>
              <a:gd name="T6" fmla="*/ 336 w 621"/>
              <a:gd name="T7" fmla="*/ 587 h 670"/>
              <a:gd name="T8" fmla="*/ 85 w 621"/>
              <a:gd name="T9" fmla="*/ 335 h 670"/>
              <a:gd name="T10" fmla="*/ 336 w 621"/>
              <a:gd name="T11" fmla="*/ 82 h 670"/>
              <a:gd name="T12" fmla="*/ 547 w 621"/>
              <a:gd name="T13" fmla="*/ 207 h 670"/>
              <a:gd name="T14" fmla="*/ 616 w 621"/>
              <a:gd name="T15" fmla="*/ 166 h 670"/>
              <a:gd name="T16" fmla="*/ 336 w 621"/>
              <a:gd name="T17" fmla="*/ 0 h 670"/>
              <a:gd name="T18" fmla="*/ 1 w 621"/>
              <a:gd name="T19" fmla="*/ 335 h 670"/>
              <a:gd name="T20" fmla="*/ 335 w 621"/>
              <a:gd name="T21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21" h="670">
                <a:moveTo>
                  <a:pt x="335" y="670"/>
                </a:moveTo>
                <a:cubicBezTo>
                  <a:pt x="459" y="670"/>
                  <a:pt x="568" y="605"/>
                  <a:pt x="621" y="503"/>
                </a:cubicBezTo>
                <a:cubicBezTo>
                  <a:pt x="552" y="463"/>
                  <a:pt x="552" y="463"/>
                  <a:pt x="552" y="463"/>
                </a:cubicBezTo>
                <a:cubicBezTo>
                  <a:pt x="511" y="537"/>
                  <a:pt x="433" y="587"/>
                  <a:pt x="336" y="587"/>
                </a:cubicBezTo>
                <a:cubicBezTo>
                  <a:pt x="195" y="587"/>
                  <a:pt x="85" y="477"/>
                  <a:pt x="85" y="335"/>
                </a:cubicBezTo>
                <a:cubicBezTo>
                  <a:pt x="85" y="192"/>
                  <a:pt x="195" y="82"/>
                  <a:pt x="336" y="82"/>
                </a:cubicBezTo>
                <a:cubicBezTo>
                  <a:pt x="432" y="82"/>
                  <a:pt x="513" y="132"/>
                  <a:pt x="547" y="207"/>
                </a:cubicBezTo>
                <a:cubicBezTo>
                  <a:pt x="616" y="166"/>
                  <a:pt x="616" y="166"/>
                  <a:pt x="616" y="166"/>
                </a:cubicBezTo>
                <a:cubicBezTo>
                  <a:pt x="569" y="66"/>
                  <a:pt x="463" y="0"/>
                  <a:pt x="336" y="0"/>
                </a:cubicBezTo>
                <a:cubicBezTo>
                  <a:pt x="144" y="0"/>
                  <a:pt x="1" y="145"/>
                  <a:pt x="1" y="335"/>
                </a:cubicBezTo>
                <a:cubicBezTo>
                  <a:pt x="0" y="524"/>
                  <a:pt x="142" y="670"/>
                  <a:pt x="335" y="6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3" name="Freeform 18">
            <a:extLst>
              <a:ext uri="{FF2B5EF4-FFF2-40B4-BE49-F238E27FC236}">
                <a16:creationId xmlns:a16="http://schemas.microsoft.com/office/drawing/2014/main" id="{0CFB2EE5-A3E8-4877-9B58-81D57DB73C7D}"/>
              </a:ext>
            </a:extLst>
          </p:cNvPr>
          <p:cNvSpPr>
            <a:spLocks noEditPoints="1"/>
          </p:cNvSpPr>
          <p:nvPr/>
        </p:nvSpPr>
        <p:spPr bwMode="black">
          <a:xfrm>
            <a:off x="3533517" y="890268"/>
            <a:ext cx="199045" cy="199045"/>
          </a:xfrm>
          <a:custGeom>
            <a:avLst/>
            <a:gdLst>
              <a:gd name="T0" fmla="*/ 85 w 672"/>
              <a:gd name="T1" fmla="*/ 334 h 670"/>
              <a:gd name="T2" fmla="*/ 335 w 672"/>
              <a:gd name="T3" fmla="*/ 586 h 670"/>
              <a:gd name="T4" fmla="*/ 586 w 672"/>
              <a:gd name="T5" fmla="*/ 334 h 670"/>
              <a:gd name="T6" fmla="*/ 335 w 672"/>
              <a:gd name="T7" fmla="*/ 81 h 670"/>
              <a:gd name="T8" fmla="*/ 85 w 672"/>
              <a:gd name="T9" fmla="*/ 334 h 670"/>
              <a:gd name="T10" fmla="*/ 588 w 672"/>
              <a:gd name="T11" fmla="*/ 141 h 670"/>
              <a:gd name="T12" fmla="*/ 588 w 672"/>
              <a:gd name="T13" fmla="*/ 16 h 670"/>
              <a:gd name="T14" fmla="*/ 672 w 672"/>
              <a:gd name="T15" fmla="*/ 16 h 670"/>
              <a:gd name="T16" fmla="*/ 672 w 672"/>
              <a:gd name="T17" fmla="*/ 654 h 670"/>
              <a:gd name="T18" fmla="*/ 588 w 672"/>
              <a:gd name="T19" fmla="*/ 654 h 670"/>
              <a:gd name="T20" fmla="*/ 588 w 672"/>
              <a:gd name="T21" fmla="*/ 530 h 670"/>
              <a:gd name="T22" fmla="*/ 331 w 672"/>
              <a:gd name="T23" fmla="*/ 670 h 670"/>
              <a:gd name="T24" fmla="*/ 0 w 672"/>
              <a:gd name="T25" fmla="*/ 335 h 670"/>
              <a:gd name="T26" fmla="*/ 331 w 672"/>
              <a:gd name="T27" fmla="*/ 0 h 670"/>
              <a:gd name="T28" fmla="*/ 588 w 672"/>
              <a:gd name="T29" fmla="*/ 141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85" y="334"/>
                </a:moveTo>
                <a:cubicBezTo>
                  <a:pt x="85" y="476"/>
                  <a:pt x="195" y="586"/>
                  <a:pt x="335" y="586"/>
                </a:cubicBezTo>
                <a:cubicBezTo>
                  <a:pt x="478" y="586"/>
                  <a:pt x="586" y="476"/>
                  <a:pt x="586" y="334"/>
                </a:cubicBezTo>
                <a:cubicBezTo>
                  <a:pt x="586" y="191"/>
                  <a:pt x="476" y="81"/>
                  <a:pt x="335" y="81"/>
                </a:cubicBezTo>
                <a:cubicBezTo>
                  <a:pt x="195" y="81"/>
                  <a:pt x="85" y="193"/>
                  <a:pt x="85" y="334"/>
                </a:cubicBezTo>
                <a:close/>
                <a:moveTo>
                  <a:pt x="588" y="141"/>
                </a:moveTo>
                <a:cubicBezTo>
                  <a:pt x="588" y="16"/>
                  <a:pt x="588" y="16"/>
                  <a:pt x="588" y="16"/>
                </a:cubicBezTo>
                <a:cubicBezTo>
                  <a:pt x="672" y="16"/>
                  <a:pt x="672" y="16"/>
                  <a:pt x="672" y="16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588" y="530"/>
                  <a:pt x="588" y="530"/>
                  <a:pt x="588" y="530"/>
                </a:cubicBezTo>
                <a:cubicBezTo>
                  <a:pt x="535" y="615"/>
                  <a:pt x="444" y="670"/>
                  <a:pt x="331" y="670"/>
                </a:cubicBezTo>
                <a:cubicBezTo>
                  <a:pt x="151" y="670"/>
                  <a:pt x="0" y="525"/>
                  <a:pt x="0" y="335"/>
                </a:cubicBezTo>
                <a:cubicBezTo>
                  <a:pt x="0" y="146"/>
                  <a:pt x="151" y="0"/>
                  <a:pt x="331" y="0"/>
                </a:cubicBezTo>
                <a:cubicBezTo>
                  <a:pt x="444" y="0"/>
                  <a:pt x="535" y="55"/>
                  <a:pt x="588" y="1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4" name="Freeform 19">
            <a:extLst>
              <a:ext uri="{FF2B5EF4-FFF2-40B4-BE49-F238E27FC236}">
                <a16:creationId xmlns:a16="http://schemas.microsoft.com/office/drawing/2014/main" id="{25473671-09CA-4585-9F0D-83561003072C}"/>
              </a:ext>
            </a:extLst>
          </p:cNvPr>
          <p:cNvSpPr>
            <a:spLocks/>
          </p:cNvSpPr>
          <p:nvPr/>
        </p:nvSpPr>
        <p:spPr bwMode="black">
          <a:xfrm>
            <a:off x="3471012" y="818054"/>
            <a:ext cx="36411" cy="36411"/>
          </a:xfrm>
          <a:custGeom>
            <a:avLst/>
            <a:gdLst>
              <a:gd name="T0" fmla="*/ 123 w 123"/>
              <a:gd name="T1" fmla="*/ 62 h 123"/>
              <a:gd name="T2" fmla="*/ 61 w 123"/>
              <a:gd name="T3" fmla="*/ 123 h 123"/>
              <a:gd name="T4" fmla="*/ 0 w 123"/>
              <a:gd name="T5" fmla="*/ 62 h 123"/>
              <a:gd name="T6" fmla="*/ 61 w 123"/>
              <a:gd name="T7" fmla="*/ 0 h 123"/>
              <a:gd name="T8" fmla="*/ 123 w 123"/>
              <a:gd name="T9" fmla="*/ 62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123" y="62"/>
                </a:moveTo>
                <a:cubicBezTo>
                  <a:pt x="123" y="94"/>
                  <a:pt x="95" y="123"/>
                  <a:pt x="61" y="123"/>
                </a:cubicBezTo>
                <a:cubicBezTo>
                  <a:pt x="27" y="123"/>
                  <a:pt x="0" y="96"/>
                  <a:pt x="0" y="62"/>
                </a:cubicBezTo>
                <a:cubicBezTo>
                  <a:pt x="0" y="29"/>
                  <a:pt x="27" y="0"/>
                  <a:pt x="61" y="0"/>
                </a:cubicBezTo>
                <a:cubicBezTo>
                  <a:pt x="95" y="0"/>
                  <a:pt x="123" y="28"/>
                  <a:pt x="123" y="6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5" name="Rectangle 20">
            <a:extLst>
              <a:ext uri="{FF2B5EF4-FFF2-40B4-BE49-F238E27FC236}">
                <a16:creationId xmlns:a16="http://schemas.microsoft.com/office/drawing/2014/main" id="{0D67B9A9-0BDF-44BB-827E-F52FC248F69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477687" y="894516"/>
            <a:ext cx="23060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6" name="Freeform 21">
            <a:extLst>
              <a:ext uri="{FF2B5EF4-FFF2-40B4-BE49-F238E27FC236}">
                <a16:creationId xmlns:a16="http://schemas.microsoft.com/office/drawing/2014/main" id="{3B901056-D624-4937-AF5C-A0D6D25D8D5A}"/>
              </a:ext>
            </a:extLst>
          </p:cNvPr>
          <p:cNvSpPr>
            <a:spLocks noEditPoints="1"/>
          </p:cNvSpPr>
          <p:nvPr/>
        </p:nvSpPr>
        <p:spPr bwMode="auto">
          <a:xfrm>
            <a:off x="712301" y="719138"/>
            <a:ext cx="451492" cy="452099"/>
          </a:xfrm>
          <a:custGeom>
            <a:avLst/>
            <a:gdLst>
              <a:gd name="T0" fmla="*/ 1075 w 1523"/>
              <a:gd name="T1" fmla="*/ 1101 h 1522"/>
              <a:gd name="T2" fmla="*/ 753 w 1523"/>
              <a:gd name="T3" fmla="*/ 505 h 1522"/>
              <a:gd name="T4" fmla="*/ 1213 w 1523"/>
              <a:gd name="T5" fmla="*/ 643 h 1522"/>
              <a:gd name="T6" fmla="*/ 1075 w 1523"/>
              <a:gd name="T7" fmla="*/ 1101 h 1522"/>
              <a:gd name="T8" fmla="*/ 908 w 1523"/>
              <a:gd name="T9" fmla="*/ 1315 h 1522"/>
              <a:gd name="T10" fmla="*/ 898 w 1523"/>
              <a:gd name="T11" fmla="*/ 1320 h 1522"/>
              <a:gd name="T12" fmla="*/ 711 w 1523"/>
              <a:gd name="T13" fmla="*/ 1264 h 1522"/>
              <a:gd name="T14" fmla="*/ 297 w 1523"/>
              <a:gd name="T15" fmla="*/ 496 h 1522"/>
              <a:gd name="T16" fmla="*/ 353 w 1523"/>
              <a:gd name="T17" fmla="*/ 308 h 1522"/>
              <a:gd name="T18" fmla="*/ 363 w 1523"/>
              <a:gd name="T19" fmla="*/ 303 h 1522"/>
              <a:gd name="T20" fmla="*/ 550 w 1523"/>
              <a:gd name="T21" fmla="*/ 359 h 1522"/>
              <a:gd name="T22" fmla="*/ 964 w 1523"/>
              <a:gd name="T23" fmla="*/ 1128 h 1522"/>
              <a:gd name="T24" fmla="*/ 908 w 1523"/>
              <a:gd name="T25" fmla="*/ 1315 h 1522"/>
              <a:gd name="T26" fmla="*/ 761 w 1523"/>
              <a:gd name="T27" fmla="*/ 0 h 1522"/>
              <a:gd name="T28" fmla="*/ 0 w 1523"/>
              <a:gd name="T29" fmla="*/ 761 h 1522"/>
              <a:gd name="T30" fmla="*/ 761 w 1523"/>
              <a:gd name="T31" fmla="*/ 1522 h 1522"/>
              <a:gd name="T32" fmla="*/ 1522 w 1523"/>
              <a:gd name="T33" fmla="*/ 761 h 1522"/>
              <a:gd name="T34" fmla="*/ 761 w 1523"/>
              <a:gd name="T35" fmla="*/ 0 h 1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23" h="1522">
                <a:moveTo>
                  <a:pt x="1075" y="1101"/>
                </a:moveTo>
                <a:cubicBezTo>
                  <a:pt x="753" y="505"/>
                  <a:pt x="753" y="505"/>
                  <a:pt x="753" y="505"/>
                </a:cubicBezTo>
                <a:cubicBezTo>
                  <a:pt x="918" y="416"/>
                  <a:pt x="1124" y="478"/>
                  <a:pt x="1213" y="643"/>
                </a:cubicBezTo>
                <a:cubicBezTo>
                  <a:pt x="1301" y="807"/>
                  <a:pt x="1240" y="1012"/>
                  <a:pt x="1075" y="1101"/>
                </a:cubicBezTo>
                <a:close/>
                <a:moveTo>
                  <a:pt x="908" y="1315"/>
                </a:moveTo>
                <a:cubicBezTo>
                  <a:pt x="898" y="1320"/>
                  <a:pt x="898" y="1320"/>
                  <a:pt x="898" y="1320"/>
                </a:cubicBezTo>
                <a:cubicBezTo>
                  <a:pt x="831" y="1357"/>
                  <a:pt x="747" y="1331"/>
                  <a:pt x="711" y="1264"/>
                </a:cubicBezTo>
                <a:cubicBezTo>
                  <a:pt x="297" y="496"/>
                  <a:pt x="297" y="496"/>
                  <a:pt x="297" y="496"/>
                </a:cubicBezTo>
                <a:cubicBezTo>
                  <a:pt x="260" y="429"/>
                  <a:pt x="286" y="345"/>
                  <a:pt x="353" y="308"/>
                </a:cubicBezTo>
                <a:cubicBezTo>
                  <a:pt x="363" y="303"/>
                  <a:pt x="363" y="303"/>
                  <a:pt x="363" y="303"/>
                </a:cubicBezTo>
                <a:cubicBezTo>
                  <a:pt x="430" y="267"/>
                  <a:pt x="514" y="291"/>
                  <a:pt x="550" y="359"/>
                </a:cubicBezTo>
                <a:cubicBezTo>
                  <a:pt x="964" y="1128"/>
                  <a:pt x="964" y="1128"/>
                  <a:pt x="964" y="1128"/>
                </a:cubicBezTo>
                <a:cubicBezTo>
                  <a:pt x="999" y="1195"/>
                  <a:pt x="974" y="1278"/>
                  <a:pt x="908" y="1315"/>
                </a:cubicBezTo>
                <a:close/>
                <a:moveTo>
                  <a:pt x="761" y="0"/>
                </a:moveTo>
                <a:cubicBezTo>
                  <a:pt x="341" y="0"/>
                  <a:pt x="0" y="340"/>
                  <a:pt x="0" y="761"/>
                </a:cubicBezTo>
                <a:cubicBezTo>
                  <a:pt x="0" y="1181"/>
                  <a:pt x="341" y="1522"/>
                  <a:pt x="761" y="1522"/>
                </a:cubicBezTo>
                <a:cubicBezTo>
                  <a:pt x="1181" y="1522"/>
                  <a:pt x="1522" y="1181"/>
                  <a:pt x="1522" y="761"/>
                </a:cubicBezTo>
                <a:cubicBezTo>
                  <a:pt x="1523" y="340"/>
                  <a:pt x="1182" y="0"/>
                  <a:pt x="761" y="0"/>
                </a:cubicBezTo>
                <a:close/>
              </a:path>
            </a:pathLst>
          </a:custGeom>
          <a:solidFill>
            <a:srgbClr val="59BE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7" name="Freeform 22">
            <a:extLst>
              <a:ext uri="{FF2B5EF4-FFF2-40B4-BE49-F238E27FC236}">
                <a16:creationId xmlns:a16="http://schemas.microsoft.com/office/drawing/2014/main" id="{E0E2BA8D-17D4-44DD-894D-DCE92CADB514}"/>
              </a:ext>
            </a:extLst>
          </p:cNvPr>
          <p:cNvSpPr>
            <a:spLocks/>
          </p:cNvSpPr>
          <p:nvPr/>
        </p:nvSpPr>
        <p:spPr bwMode="black">
          <a:xfrm>
            <a:off x="3845434" y="1046834"/>
            <a:ext cx="23667" cy="33983"/>
          </a:xfrm>
          <a:custGeom>
            <a:avLst/>
            <a:gdLst>
              <a:gd name="T0" fmla="*/ 39 w 39"/>
              <a:gd name="T1" fmla="*/ 0 h 56"/>
              <a:gd name="T2" fmla="*/ 0 w 39"/>
              <a:gd name="T3" fmla="*/ 0 h 56"/>
              <a:gd name="T4" fmla="*/ 0 w 39"/>
              <a:gd name="T5" fmla="*/ 7 h 56"/>
              <a:gd name="T6" fmla="*/ 16 w 39"/>
              <a:gd name="T7" fmla="*/ 7 h 56"/>
              <a:gd name="T8" fmla="*/ 16 w 39"/>
              <a:gd name="T9" fmla="*/ 56 h 56"/>
              <a:gd name="T10" fmla="*/ 23 w 39"/>
              <a:gd name="T11" fmla="*/ 56 h 56"/>
              <a:gd name="T12" fmla="*/ 23 w 39"/>
              <a:gd name="T13" fmla="*/ 7 h 56"/>
              <a:gd name="T14" fmla="*/ 39 w 39"/>
              <a:gd name="T15" fmla="*/ 7 h 56"/>
              <a:gd name="T16" fmla="*/ 39 w 39"/>
              <a:gd name="T1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" h="56">
                <a:moveTo>
                  <a:pt x="39" y="0"/>
                </a:moveTo>
                <a:lnTo>
                  <a:pt x="0" y="0"/>
                </a:lnTo>
                <a:lnTo>
                  <a:pt x="0" y="7"/>
                </a:lnTo>
                <a:lnTo>
                  <a:pt x="16" y="7"/>
                </a:lnTo>
                <a:lnTo>
                  <a:pt x="16" y="56"/>
                </a:lnTo>
                <a:lnTo>
                  <a:pt x="23" y="56"/>
                </a:lnTo>
                <a:lnTo>
                  <a:pt x="23" y="7"/>
                </a:lnTo>
                <a:lnTo>
                  <a:pt x="39" y="7"/>
                </a:lnTo>
                <a:lnTo>
                  <a:pt x="3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8" name="Freeform 23">
            <a:extLst>
              <a:ext uri="{FF2B5EF4-FFF2-40B4-BE49-F238E27FC236}">
                <a16:creationId xmlns:a16="http://schemas.microsoft.com/office/drawing/2014/main" id="{B90358E5-E2D8-4520-9BEF-D4717269B9F1}"/>
              </a:ext>
            </a:extLst>
          </p:cNvPr>
          <p:cNvSpPr>
            <a:spLocks/>
          </p:cNvSpPr>
          <p:nvPr/>
        </p:nvSpPr>
        <p:spPr bwMode="black">
          <a:xfrm>
            <a:off x="3873956" y="1046834"/>
            <a:ext cx="30949" cy="33983"/>
          </a:xfrm>
          <a:custGeom>
            <a:avLst/>
            <a:gdLst>
              <a:gd name="T0" fmla="*/ 51 w 51"/>
              <a:gd name="T1" fmla="*/ 0 h 56"/>
              <a:gd name="T2" fmla="*/ 43 w 51"/>
              <a:gd name="T3" fmla="*/ 0 h 56"/>
              <a:gd name="T4" fmla="*/ 26 w 51"/>
              <a:gd name="T5" fmla="*/ 30 h 56"/>
              <a:gd name="T6" fmla="*/ 8 w 51"/>
              <a:gd name="T7" fmla="*/ 0 h 56"/>
              <a:gd name="T8" fmla="*/ 0 w 51"/>
              <a:gd name="T9" fmla="*/ 0 h 56"/>
              <a:gd name="T10" fmla="*/ 0 w 51"/>
              <a:gd name="T11" fmla="*/ 56 h 56"/>
              <a:gd name="T12" fmla="*/ 7 w 51"/>
              <a:gd name="T13" fmla="*/ 56 h 56"/>
              <a:gd name="T14" fmla="*/ 7 w 51"/>
              <a:gd name="T15" fmla="*/ 12 h 56"/>
              <a:gd name="T16" fmla="*/ 25 w 51"/>
              <a:gd name="T17" fmla="*/ 43 h 56"/>
              <a:gd name="T18" fmla="*/ 26 w 51"/>
              <a:gd name="T19" fmla="*/ 43 h 56"/>
              <a:gd name="T20" fmla="*/ 44 w 51"/>
              <a:gd name="T21" fmla="*/ 12 h 56"/>
              <a:gd name="T22" fmla="*/ 44 w 51"/>
              <a:gd name="T23" fmla="*/ 56 h 56"/>
              <a:gd name="T24" fmla="*/ 51 w 51"/>
              <a:gd name="T25" fmla="*/ 56 h 56"/>
              <a:gd name="T26" fmla="*/ 51 w 51"/>
              <a:gd name="T2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1" h="56">
                <a:moveTo>
                  <a:pt x="51" y="0"/>
                </a:moveTo>
                <a:lnTo>
                  <a:pt x="43" y="0"/>
                </a:lnTo>
                <a:lnTo>
                  <a:pt x="26" y="30"/>
                </a:lnTo>
                <a:lnTo>
                  <a:pt x="8" y="0"/>
                </a:lnTo>
                <a:lnTo>
                  <a:pt x="0" y="0"/>
                </a:lnTo>
                <a:lnTo>
                  <a:pt x="0" y="56"/>
                </a:lnTo>
                <a:lnTo>
                  <a:pt x="7" y="56"/>
                </a:lnTo>
                <a:lnTo>
                  <a:pt x="7" y="12"/>
                </a:lnTo>
                <a:lnTo>
                  <a:pt x="25" y="43"/>
                </a:lnTo>
                <a:lnTo>
                  <a:pt x="26" y="43"/>
                </a:lnTo>
                <a:lnTo>
                  <a:pt x="44" y="12"/>
                </a:lnTo>
                <a:lnTo>
                  <a:pt x="44" y="56"/>
                </a:lnTo>
                <a:lnTo>
                  <a:pt x="51" y="56"/>
                </a:lnTo>
                <a:lnTo>
                  <a:pt x="5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black">
          <a:xfrm>
            <a:off x="711200" y="1800000"/>
            <a:ext cx="8161338" cy="2966400"/>
          </a:xfrm>
        </p:spPr>
        <p:txBody>
          <a:bodyPr anchor="t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711200" y="5108400"/>
            <a:ext cx="8161338" cy="669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 bwMode="black">
          <a:xfrm>
            <a:off x="711200" y="5882400"/>
            <a:ext cx="8161338" cy="248400"/>
          </a:xfrm>
        </p:spPr>
        <p:txBody>
          <a:bodyPr lIns="0" tIns="0" rIns="0" bIns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5D2B5B74-E215-4E2A-A001-9292998ED977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1646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B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4F7FEC08-63F8-407B-84CC-C7D16410CADA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30D052-DECD-48E9-8CBF-10B6595111A4}"/>
              </a:ext>
            </a:extLst>
          </p:cNvPr>
          <p:cNvSpPr/>
          <p:nvPr/>
        </p:nvSpPr>
        <p:spPr>
          <a:xfrm rot="3600000">
            <a:off x="5222075" y="3312990"/>
            <a:ext cx="4919940" cy="117835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>
              <a:solidFill>
                <a:schemeClr val="accent1"/>
              </a:solidFill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D7D912CE-9CA8-4317-B63D-A1688AEE2CE4}"/>
              </a:ext>
            </a:extLst>
          </p:cNvPr>
          <p:cNvSpPr/>
          <p:nvPr/>
        </p:nvSpPr>
        <p:spPr>
          <a:xfrm rot="3600000">
            <a:off x="8112675" y="4585259"/>
            <a:ext cx="4529518" cy="1178358"/>
          </a:xfrm>
          <a:custGeom>
            <a:avLst/>
            <a:gdLst>
              <a:gd name="connsiteX0" fmla="*/ 100622 w 4529518"/>
              <a:gd name="connsiteY0" fmla="*/ 259763 h 1178358"/>
              <a:gd name="connsiteX1" fmla="*/ 589179 w 4529518"/>
              <a:gd name="connsiteY1" fmla="*/ 0 h 1178358"/>
              <a:gd name="connsiteX2" fmla="*/ 4341010 w 4529518"/>
              <a:gd name="connsiteY2" fmla="*/ 0 h 1178358"/>
              <a:gd name="connsiteX3" fmla="*/ 4459750 w 4529518"/>
              <a:gd name="connsiteY3" fmla="*/ 11970 h 1178358"/>
              <a:gd name="connsiteX4" fmla="*/ 4529518 w 4529518"/>
              <a:gd name="connsiteY4" fmla="*/ 33627 h 1178358"/>
              <a:gd name="connsiteX5" fmla="*/ 3868607 w 4529518"/>
              <a:gd name="connsiteY5" fmla="*/ 1178358 h 1178358"/>
              <a:gd name="connsiteX6" fmla="*/ 589179 w 4529518"/>
              <a:gd name="connsiteY6" fmla="*/ 1178358 h 1178358"/>
              <a:gd name="connsiteX7" fmla="*/ 0 w 4529518"/>
              <a:gd name="connsiteY7" fmla="*/ 589179 h 1178358"/>
              <a:gd name="connsiteX8" fmla="*/ 100622 w 4529518"/>
              <a:gd name="connsiteY8" fmla="*/ 259763 h 1178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29518" h="1178358">
                <a:moveTo>
                  <a:pt x="100622" y="259763"/>
                </a:moveTo>
                <a:cubicBezTo>
                  <a:pt x="206502" y="103040"/>
                  <a:pt x="385807" y="0"/>
                  <a:pt x="589179" y="0"/>
                </a:cubicBezTo>
                <a:lnTo>
                  <a:pt x="4341010" y="0"/>
                </a:lnTo>
                <a:cubicBezTo>
                  <a:pt x="4381684" y="0"/>
                  <a:pt x="4421396" y="4122"/>
                  <a:pt x="4459750" y="11970"/>
                </a:cubicBezTo>
                <a:lnTo>
                  <a:pt x="4529518" y="33627"/>
                </a:lnTo>
                <a:lnTo>
                  <a:pt x="3868607" y="1178358"/>
                </a:lnTo>
                <a:lnTo>
                  <a:pt x="589179" y="1178358"/>
                </a:lnTo>
                <a:cubicBezTo>
                  <a:pt x="263784" y="1178358"/>
                  <a:pt x="0" y="914574"/>
                  <a:pt x="0" y="589179"/>
                </a:cubicBezTo>
                <a:cubicBezTo>
                  <a:pt x="0" y="467156"/>
                  <a:pt x="37095" y="353796"/>
                  <a:pt x="100622" y="2597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>
              <a:solidFill>
                <a:schemeClr val="accent1"/>
              </a:solidFill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6FF9AC6-4E4C-4494-A085-F0597CB8BB72}"/>
              </a:ext>
            </a:extLst>
          </p:cNvPr>
          <p:cNvSpPr/>
          <p:nvPr/>
        </p:nvSpPr>
        <p:spPr>
          <a:xfrm rot="3600000">
            <a:off x="8397219" y="784705"/>
            <a:ext cx="3853174" cy="1178358"/>
          </a:xfrm>
          <a:custGeom>
            <a:avLst/>
            <a:gdLst>
              <a:gd name="connsiteX0" fmla="*/ 0 w 3853174"/>
              <a:gd name="connsiteY0" fmla="*/ 1178358 h 1178358"/>
              <a:gd name="connsiteX1" fmla="*/ 680325 w 3853174"/>
              <a:gd name="connsiteY1" fmla="*/ 0 h 1178358"/>
              <a:gd name="connsiteX2" fmla="*/ 3263995 w 3853174"/>
              <a:gd name="connsiteY2" fmla="*/ 0 h 1178358"/>
              <a:gd name="connsiteX3" fmla="*/ 3853174 w 3853174"/>
              <a:gd name="connsiteY3" fmla="*/ 589179 h 1178358"/>
              <a:gd name="connsiteX4" fmla="*/ 3263995 w 3853174"/>
              <a:gd name="connsiteY4" fmla="*/ 1178358 h 1178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53174" h="1178358">
                <a:moveTo>
                  <a:pt x="0" y="1178358"/>
                </a:moveTo>
                <a:lnTo>
                  <a:pt x="680325" y="0"/>
                </a:lnTo>
                <a:lnTo>
                  <a:pt x="3263995" y="0"/>
                </a:lnTo>
                <a:cubicBezTo>
                  <a:pt x="3589390" y="0"/>
                  <a:pt x="3853174" y="263784"/>
                  <a:pt x="3853174" y="589179"/>
                </a:cubicBezTo>
                <a:cubicBezTo>
                  <a:pt x="3853174" y="914574"/>
                  <a:pt x="3589390" y="1178358"/>
                  <a:pt x="3263995" y="117835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>
              <a:solidFill>
                <a:schemeClr val="accent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495AC1C7-721D-457B-BFD1-DA0440F475D4}"/>
              </a:ext>
            </a:extLst>
          </p:cNvPr>
          <p:cNvSpPr/>
          <p:nvPr/>
        </p:nvSpPr>
        <p:spPr>
          <a:xfrm rot="3600000">
            <a:off x="10889673" y="3901495"/>
            <a:ext cx="2399185" cy="1147917"/>
          </a:xfrm>
          <a:custGeom>
            <a:avLst/>
            <a:gdLst>
              <a:gd name="connsiteX0" fmla="*/ 100623 w 2399185"/>
              <a:gd name="connsiteY0" fmla="*/ 229322 h 1147917"/>
              <a:gd name="connsiteX1" fmla="*/ 359844 w 2399185"/>
              <a:gd name="connsiteY1" fmla="*/ 15860 h 1147917"/>
              <a:gd name="connsiteX2" fmla="*/ 410936 w 2399185"/>
              <a:gd name="connsiteY2" fmla="*/ 0 h 1147917"/>
              <a:gd name="connsiteX3" fmla="*/ 2399185 w 2399185"/>
              <a:gd name="connsiteY3" fmla="*/ 1147917 h 1147917"/>
              <a:gd name="connsiteX4" fmla="*/ 589179 w 2399185"/>
              <a:gd name="connsiteY4" fmla="*/ 1147917 h 1147917"/>
              <a:gd name="connsiteX5" fmla="*/ 0 w 2399185"/>
              <a:gd name="connsiteY5" fmla="*/ 558738 h 1147917"/>
              <a:gd name="connsiteX6" fmla="*/ 100623 w 2399185"/>
              <a:gd name="connsiteY6" fmla="*/ 229322 h 1147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99185" h="1147917">
                <a:moveTo>
                  <a:pt x="100623" y="229322"/>
                </a:moveTo>
                <a:cubicBezTo>
                  <a:pt x="164150" y="135289"/>
                  <a:pt x="254111" y="60580"/>
                  <a:pt x="359844" y="15860"/>
                </a:cubicBezTo>
                <a:lnTo>
                  <a:pt x="410936" y="0"/>
                </a:lnTo>
                <a:lnTo>
                  <a:pt x="2399185" y="1147917"/>
                </a:lnTo>
                <a:lnTo>
                  <a:pt x="589179" y="1147917"/>
                </a:lnTo>
                <a:cubicBezTo>
                  <a:pt x="263784" y="1147917"/>
                  <a:pt x="0" y="884133"/>
                  <a:pt x="0" y="558738"/>
                </a:cubicBezTo>
                <a:cubicBezTo>
                  <a:pt x="0" y="436715"/>
                  <a:pt x="37095" y="323356"/>
                  <a:pt x="100623" y="22932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>
              <a:solidFill>
                <a:schemeClr val="accent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11207E1A-4759-420B-A5F6-CD208B58EE90}"/>
              </a:ext>
            </a:extLst>
          </p:cNvPr>
          <p:cNvSpPr/>
          <p:nvPr/>
        </p:nvSpPr>
        <p:spPr>
          <a:xfrm rot="3600000">
            <a:off x="6333664" y="665179"/>
            <a:ext cx="3577140" cy="1178358"/>
          </a:xfrm>
          <a:custGeom>
            <a:avLst/>
            <a:gdLst>
              <a:gd name="connsiteX0" fmla="*/ 0 w 3577140"/>
              <a:gd name="connsiteY0" fmla="*/ 1178358 h 1178358"/>
              <a:gd name="connsiteX1" fmla="*/ 680325 w 3577140"/>
              <a:gd name="connsiteY1" fmla="*/ 0 h 1178358"/>
              <a:gd name="connsiteX2" fmla="*/ 2987961 w 3577140"/>
              <a:gd name="connsiteY2" fmla="*/ 0 h 1178358"/>
              <a:gd name="connsiteX3" fmla="*/ 3577140 w 3577140"/>
              <a:gd name="connsiteY3" fmla="*/ 589179 h 1178358"/>
              <a:gd name="connsiteX4" fmla="*/ 2987961 w 3577140"/>
              <a:gd name="connsiteY4" fmla="*/ 1178358 h 1178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7140" h="1178358">
                <a:moveTo>
                  <a:pt x="0" y="1178358"/>
                </a:moveTo>
                <a:lnTo>
                  <a:pt x="680325" y="0"/>
                </a:lnTo>
                <a:lnTo>
                  <a:pt x="2987961" y="0"/>
                </a:lnTo>
                <a:cubicBezTo>
                  <a:pt x="3313356" y="0"/>
                  <a:pt x="3577140" y="263784"/>
                  <a:pt x="3577140" y="589179"/>
                </a:cubicBezTo>
                <a:cubicBezTo>
                  <a:pt x="3577140" y="914574"/>
                  <a:pt x="3313356" y="1178358"/>
                  <a:pt x="2987961" y="117835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>
              <a:solidFill>
                <a:schemeClr val="accent1"/>
              </a:solidFill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2FEA130-6DE2-4E8E-9A75-E571F0CB8064}"/>
              </a:ext>
            </a:extLst>
          </p:cNvPr>
          <p:cNvSpPr/>
          <p:nvPr/>
        </p:nvSpPr>
        <p:spPr>
          <a:xfrm rot="3600000">
            <a:off x="10862799" y="322905"/>
            <a:ext cx="2401762" cy="1090317"/>
          </a:xfrm>
          <a:custGeom>
            <a:avLst/>
            <a:gdLst>
              <a:gd name="connsiteX0" fmla="*/ 0 w 2401762"/>
              <a:gd name="connsiteY0" fmla="*/ 889022 h 1090317"/>
              <a:gd name="connsiteX1" fmla="*/ 513278 w 2401762"/>
              <a:gd name="connsiteY1" fmla="*/ 0 h 1090317"/>
              <a:gd name="connsiteX2" fmla="*/ 2401762 w 2401762"/>
              <a:gd name="connsiteY2" fmla="*/ 1090317 h 1090317"/>
              <a:gd name="connsiteX3" fmla="*/ 440316 w 2401762"/>
              <a:gd name="connsiteY3" fmla="*/ 1090317 h 1090317"/>
              <a:gd name="connsiteX4" fmla="*/ 23703 w 2401762"/>
              <a:gd name="connsiteY4" fmla="*/ 917751 h 1090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01762" h="1090317">
                <a:moveTo>
                  <a:pt x="0" y="889022"/>
                </a:moveTo>
                <a:lnTo>
                  <a:pt x="513278" y="0"/>
                </a:lnTo>
                <a:lnTo>
                  <a:pt x="2401762" y="1090317"/>
                </a:lnTo>
                <a:lnTo>
                  <a:pt x="440316" y="1090317"/>
                </a:lnTo>
                <a:cubicBezTo>
                  <a:pt x="277619" y="1090317"/>
                  <a:pt x="130324" y="1024371"/>
                  <a:pt x="23703" y="91775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>
              <a:solidFill>
                <a:schemeClr val="accent1"/>
              </a:solidFill>
            </a:endParaRPr>
          </a:p>
        </p:txBody>
      </p:sp>
      <p:grpSp>
        <p:nvGrpSpPr>
          <p:cNvPr id="40" name="Group 4">
            <a:extLst>
              <a:ext uri="{FF2B5EF4-FFF2-40B4-BE49-F238E27FC236}">
                <a16:creationId xmlns:a16="http://schemas.microsoft.com/office/drawing/2014/main" id="{B1DCACA0-0D0D-47B8-BEFB-40D1F524FAB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2301" y="719138"/>
            <a:ext cx="3192604" cy="452099"/>
            <a:chOff x="441" y="-2489"/>
            <a:chExt cx="5261" cy="745"/>
          </a:xfrm>
          <a:solidFill>
            <a:schemeClr val="accent1"/>
          </a:solidFill>
        </p:grpSpPr>
        <p:sp>
          <p:nvSpPr>
            <p:cNvPr id="42" name="Rectangle 5">
              <a:extLst>
                <a:ext uri="{FF2B5EF4-FFF2-40B4-BE49-F238E27FC236}">
                  <a16:creationId xmlns:a16="http://schemas.microsoft.com/office/drawing/2014/main" id="{8AFCDD2C-D9CE-4D68-901E-2E51174A0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2" y="-2343"/>
              <a:ext cx="41" cy="4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128E8151-4651-45BC-B91A-9E8C70CCB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-2339"/>
              <a:ext cx="185" cy="452"/>
            </a:xfrm>
            <a:custGeom>
              <a:avLst/>
              <a:gdLst>
                <a:gd name="T0" fmla="*/ 376 w 378"/>
                <a:gd name="T1" fmla="*/ 13 h 923"/>
                <a:gd name="T2" fmla="*/ 376 w 378"/>
                <a:gd name="T3" fmla="*/ 94 h 923"/>
                <a:gd name="T4" fmla="*/ 193 w 378"/>
                <a:gd name="T5" fmla="*/ 258 h 923"/>
                <a:gd name="T6" fmla="*/ 193 w 378"/>
                <a:gd name="T7" fmla="*/ 284 h 923"/>
                <a:gd name="T8" fmla="*/ 378 w 378"/>
                <a:gd name="T9" fmla="*/ 284 h 923"/>
                <a:gd name="T10" fmla="*/ 378 w 378"/>
                <a:gd name="T11" fmla="*/ 365 h 923"/>
                <a:gd name="T12" fmla="*/ 193 w 378"/>
                <a:gd name="T13" fmla="*/ 365 h 923"/>
                <a:gd name="T14" fmla="*/ 193 w 378"/>
                <a:gd name="T15" fmla="*/ 923 h 923"/>
                <a:gd name="T16" fmla="*/ 109 w 378"/>
                <a:gd name="T17" fmla="*/ 923 h 923"/>
                <a:gd name="T18" fmla="*/ 109 w 378"/>
                <a:gd name="T19" fmla="*/ 366 h 923"/>
                <a:gd name="T20" fmla="*/ 0 w 378"/>
                <a:gd name="T21" fmla="*/ 366 h 923"/>
                <a:gd name="T22" fmla="*/ 0 w 378"/>
                <a:gd name="T23" fmla="*/ 285 h 923"/>
                <a:gd name="T24" fmla="*/ 109 w 378"/>
                <a:gd name="T25" fmla="*/ 285 h 923"/>
                <a:gd name="T26" fmla="*/ 109 w 378"/>
                <a:gd name="T27" fmla="*/ 259 h 923"/>
                <a:gd name="T28" fmla="*/ 376 w 378"/>
                <a:gd name="T29" fmla="*/ 13 h 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78" h="923">
                  <a:moveTo>
                    <a:pt x="376" y="13"/>
                  </a:moveTo>
                  <a:cubicBezTo>
                    <a:pt x="376" y="94"/>
                    <a:pt x="376" y="94"/>
                    <a:pt x="376" y="94"/>
                  </a:cubicBezTo>
                  <a:cubicBezTo>
                    <a:pt x="251" y="85"/>
                    <a:pt x="191" y="135"/>
                    <a:pt x="193" y="258"/>
                  </a:cubicBezTo>
                  <a:cubicBezTo>
                    <a:pt x="193" y="284"/>
                    <a:pt x="193" y="284"/>
                    <a:pt x="193" y="284"/>
                  </a:cubicBezTo>
                  <a:cubicBezTo>
                    <a:pt x="378" y="284"/>
                    <a:pt x="378" y="284"/>
                    <a:pt x="378" y="284"/>
                  </a:cubicBezTo>
                  <a:cubicBezTo>
                    <a:pt x="378" y="365"/>
                    <a:pt x="378" y="365"/>
                    <a:pt x="378" y="365"/>
                  </a:cubicBezTo>
                  <a:cubicBezTo>
                    <a:pt x="193" y="365"/>
                    <a:pt x="193" y="365"/>
                    <a:pt x="193" y="365"/>
                  </a:cubicBezTo>
                  <a:cubicBezTo>
                    <a:pt x="193" y="923"/>
                    <a:pt x="193" y="923"/>
                    <a:pt x="193" y="923"/>
                  </a:cubicBezTo>
                  <a:cubicBezTo>
                    <a:pt x="109" y="923"/>
                    <a:pt x="109" y="923"/>
                    <a:pt x="109" y="923"/>
                  </a:cubicBezTo>
                  <a:cubicBezTo>
                    <a:pt x="109" y="366"/>
                    <a:pt x="109" y="366"/>
                    <a:pt x="109" y="366"/>
                  </a:cubicBezTo>
                  <a:cubicBezTo>
                    <a:pt x="0" y="366"/>
                    <a:pt x="0" y="366"/>
                    <a:pt x="0" y="366"/>
                  </a:cubicBezTo>
                  <a:cubicBezTo>
                    <a:pt x="0" y="285"/>
                    <a:pt x="0" y="285"/>
                    <a:pt x="0" y="285"/>
                  </a:cubicBezTo>
                  <a:cubicBezTo>
                    <a:pt x="109" y="285"/>
                    <a:pt x="109" y="285"/>
                    <a:pt x="109" y="285"/>
                  </a:cubicBezTo>
                  <a:cubicBezTo>
                    <a:pt x="109" y="259"/>
                    <a:pt x="109" y="259"/>
                    <a:pt x="109" y="259"/>
                  </a:cubicBezTo>
                  <a:cubicBezTo>
                    <a:pt x="107" y="93"/>
                    <a:pt x="203" y="0"/>
                    <a:pt x="376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874344D7-C738-4A7C-A572-B3DB0997C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02" y="-2324"/>
              <a:ext cx="335" cy="446"/>
            </a:xfrm>
            <a:custGeom>
              <a:avLst/>
              <a:gdLst>
                <a:gd name="T0" fmla="*/ 165 w 685"/>
                <a:gd name="T1" fmla="*/ 574 h 911"/>
                <a:gd name="T2" fmla="*/ 342 w 685"/>
                <a:gd name="T3" fmla="*/ 754 h 911"/>
                <a:gd name="T4" fmla="*/ 520 w 685"/>
                <a:gd name="T5" fmla="*/ 574 h 911"/>
                <a:gd name="T6" fmla="*/ 342 w 685"/>
                <a:gd name="T7" fmla="*/ 395 h 911"/>
                <a:gd name="T8" fmla="*/ 165 w 685"/>
                <a:gd name="T9" fmla="*/ 574 h 911"/>
                <a:gd name="T10" fmla="*/ 165 w 685"/>
                <a:gd name="T11" fmla="*/ 330 h 911"/>
                <a:gd name="T12" fmla="*/ 372 w 685"/>
                <a:gd name="T13" fmla="*/ 238 h 911"/>
                <a:gd name="T14" fmla="*/ 685 w 685"/>
                <a:gd name="T15" fmla="*/ 574 h 911"/>
                <a:gd name="T16" fmla="*/ 372 w 685"/>
                <a:gd name="T17" fmla="*/ 911 h 911"/>
                <a:gd name="T18" fmla="*/ 165 w 685"/>
                <a:gd name="T19" fmla="*/ 819 h 911"/>
                <a:gd name="T20" fmla="*/ 165 w 685"/>
                <a:gd name="T21" fmla="*/ 893 h 911"/>
                <a:gd name="T22" fmla="*/ 0 w 685"/>
                <a:gd name="T23" fmla="*/ 893 h 911"/>
                <a:gd name="T24" fmla="*/ 0 w 685"/>
                <a:gd name="T25" fmla="*/ 0 h 911"/>
                <a:gd name="T26" fmla="*/ 165 w 685"/>
                <a:gd name="T27" fmla="*/ 0 h 911"/>
                <a:gd name="T28" fmla="*/ 165 w 685"/>
                <a:gd name="T29" fmla="*/ 33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5" h="911">
                  <a:moveTo>
                    <a:pt x="165" y="574"/>
                  </a:moveTo>
                  <a:cubicBezTo>
                    <a:pt x="165" y="681"/>
                    <a:pt x="241" y="754"/>
                    <a:pt x="342" y="754"/>
                  </a:cubicBezTo>
                  <a:cubicBezTo>
                    <a:pt x="444" y="754"/>
                    <a:pt x="520" y="681"/>
                    <a:pt x="520" y="574"/>
                  </a:cubicBezTo>
                  <a:cubicBezTo>
                    <a:pt x="520" y="467"/>
                    <a:pt x="444" y="395"/>
                    <a:pt x="342" y="395"/>
                  </a:cubicBezTo>
                  <a:cubicBezTo>
                    <a:pt x="241" y="395"/>
                    <a:pt x="165" y="467"/>
                    <a:pt x="165" y="574"/>
                  </a:cubicBezTo>
                  <a:close/>
                  <a:moveTo>
                    <a:pt x="165" y="330"/>
                  </a:moveTo>
                  <a:cubicBezTo>
                    <a:pt x="212" y="272"/>
                    <a:pt x="279" y="238"/>
                    <a:pt x="372" y="238"/>
                  </a:cubicBezTo>
                  <a:cubicBezTo>
                    <a:pt x="544" y="238"/>
                    <a:pt x="685" y="385"/>
                    <a:pt x="685" y="574"/>
                  </a:cubicBezTo>
                  <a:cubicBezTo>
                    <a:pt x="685" y="764"/>
                    <a:pt x="544" y="911"/>
                    <a:pt x="372" y="911"/>
                  </a:cubicBezTo>
                  <a:cubicBezTo>
                    <a:pt x="280" y="911"/>
                    <a:pt x="212" y="877"/>
                    <a:pt x="165" y="819"/>
                  </a:cubicBezTo>
                  <a:cubicBezTo>
                    <a:pt x="165" y="893"/>
                    <a:pt x="165" y="893"/>
                    <a:pt x="165" y="893"/>
                  </a:cubicBezTo>
                  <a:cubicBezTo>
                    <a:pt x="0" y="893"/>
                    <a:pt x="0" y="893"/>
                    <a:pt x="0" y="89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5" y="0"/>
                    <a:pt x="165" y="0"/>
                    <a:pt x="165" y="0"/>
                  </a:cubicBezTo>
                  <a:lnTo>
                    <a:pt x="165" y="3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6" name="Freeform 8">
              <a:extLst>
                <a:ext uri="{FF2B5EF4-FFF2-40B4-BE49-F238E27FC236}">
                  <a16:creationId xmlns:a16="http://schemas.microsoft.com/office/drawing/2014/main" id="{315A1812-219F-48D9-9411-77B040812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" y="-2206"/>
              <a:ext cx="175" cy="319"/>
            </a:xfrm>
            <a:custGeom>
              <a:avLst/>
              <a:gdLst>
                <a:gd name="T0" fmla="*/ 164 w 358"/>
                <a:gd name="T1" fmla="*/ 13 h 652"/>
                <a:gd name="T2" fmla="*/ 164 w 358"/>
                <a:gd name="T3" fmla="*/ 123 h 652"/>
                <a:gd name="T4" fmla="*/ 358 w 358"/>
                <a:gd name="T5" fmla="*/ 0 h 652"/>
                <a:gd name="T6" fmla="*/ 358 w 358"/>
                <a:gd name="T7" fmla="*/ 184 h 652"/>
                <a:gd name="T8" fmla="*/ 164 w 358"/>
                <a:gd name="T9" fmla="*/ 346 h 652"/>
                <a:gd name="T10" fmla="*/ 164 w 358"/>
                <a:gd name="T11" fmla="*/ 652 h 652"/>
                <a:gd name="T12" fmla="*/ 0 w 358"/>
                <a:gd name="T13" fmla="*/ 652 h 652"/>
                <a:gd name="T14" fmla="*/ 0 w 358"/>
                <a:gd name="T15" fmla="*/ 13 h 652"/>
                <a:gd name="T16" fmla="*/ 164 w 358"/>
                <a:gd name="T17" fmla="*/ 13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8" h="652">
                  <a:moveTo>
                    <a:pt x="164" y="13"/>
                  </a:moveTo>
                  <a:cubicBezTo>
                    <a:pt x="164" y="123"/>
                    <a:pt x="164" y="123"/>
                    <a:pt x="164" y="123"/>
                  </a:cubicBezTo>
                  <a:cubicBezTo>
                    <a:pt x="196" y="35"/>
                    <a:pt x="277" y="0"/>
                    <a:pt x="358" y="0"/>
                  </a:cubicBezTo>
                  <a:cubicBezTo>
                    <a:pt x="358" y="184"/>
                    <a:pt x="358" y="184"/>
                    <a:pt x="358" y="184"/>
                  </a:cubicBezTo>
                  <a:cubicBezTo>
                    <a:pt x="272" y="173"/>
                    <a:pt x="164" y="212"/>
                    <a:pt x="164" y="346"/>
                  </a:cubicBezTo>
                  <a:cubicBezTo>
                    <a:pt x="164" y="652"/>
                    <a:pt x="164" y="652"/>
                    <a:pt x="164" y="652"/>
                  </a:cubicBezTo>
                  <a:cubicBezTo>
                    <a:pt x="0" y="652"/>
                    <a:pt x="0" y="652"/>
                    <a:pt x="0" y="652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164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8" name="Freeform 9">
              <a:extLst>
                <a:ext uri="{FF2B5EF4-FFF2-40B4-BE49-F238E27FC236}">
                  <a16:creationId xmlns:a16="http://schemas.microsoft.com/office/drawing/2014/main" id="{B83F5B96-ABB7-447A-8624-88F7E3B56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90" y="-2208"/>
              <a:ext cx="322" cy="329"/>
            </a:xfrm>
            <a:custGeom>
              <a:avLst/>
              <a:gdLst>
                <a:gd name="T0" fmla="*/ 172 w 660"/>
                <a:gd name="T1" fmla="*/ 277 h 673"/>
                <a:gd name="T2" fmla="*/ 338 w 660"/>
                <a:gd name="T3" fmla="*/ 147 h 673"/>
                <a:gd name="T4" fmla="*/ 497 w 660"/>
                <a:gd name="T5" fmla="*/ 277 h 673"/>
                <a:gd name="T6" fmla="*/ 172 w 660"/>
                <a:gd name="T7" fmla="*/ 277 h 673"/>
                <a:gd name="T8" fmla="*/ 173 w 660"/>
                <a:gd name="T9" fmla="*/ 405 h 673"/>
                <a:gd name="T10" fmla="*/ 654 w 660"/>
                <a:gd name="T11" fmla="*/ 405 h 673"/>
                <a:gd name="T12" fmla="*/ 660 w 660"/>
                <a:gd name="T13" fmla="*/ 337 h 673"/>
                <a:gd name="T14" fmla="*/ 337 w 660"/>
                <a:gd name="T15" fmla="*/ 0 h 673"/>
                <a:gd name="T16" fmla="*/ 0 w 660"/>
                <a:gd name="T17" fmla="*/ 337 h 673"/>
                <a:gd name="T18" fmla="*/ 350 w 660"/>
                <a:gd name="T19" fmla="*/ 673 h 673"/>
                <a:gd name="T20" fmla="*/ 628 w 660"/>
                <a:gd name="T21" fmla="*/ 537 h 673"/>
                <a:gd name="T22" fmla="*/ 495 w 660"/>
                <a:gd name="T23" fmla="*/ 461 h 673"/>
                <a:gd name="T24" fmla="*/ 353 w 660"/>
                <a:gd name="T25" fmla="*/ 524 h 673"/>
                <a:gd name="T26" fmla="*/ 173 w 660"/>
                <a:gd name="T27" fmla="*/ 405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60" h="673">
                  <a:moveTo>
                    <a:pt x="172" y="277"/>
                  </a:moveTo>
                  <a:cubicBezTo>
                    <a:pt x="191" y="196"/>
                    <a:pt x="251" y="147"/>
                    <a:pt x="338" y="147"/>
                  </a:cubicBezTo>
                  <a:cubicBezTo>
                    <a:pt x="408" y="147"/>
                    <a:pt x="476" y="185"/>
                    <a:pt x="497" y="277"/>
                  </a:cubicBezTo>
                  <a:lnTo>
                    <a:pt x="172" y="277"/>
                  </a:lnTo>
                  <a:close/>
                  <a:moveTo>
                    <a:pt x="173" y="405"/>
                  </a:moveTo>
                  <a:cubicBezTo>
                    <a:pt x="654" y="405"/>
                    <a:pt x="654" y="405"/>
                    <a:pt x="654" y="405"/>
                  </a:cubicBezTo>
                  <a:cubicBezTo>
                    <a:pt x="657" y="382"/>
                    <a:pt x="660" y="361"/>
                    <a:pt x="660" y="337"/>
                  </a:cubicBezTo>
                  <a:cubicBezTo>
                    <a:pt x="660" y="149"/>
                    <a:pt x="526" y="0"/>
                    <a:pt x="337" y="0"/>
                  </a:cubicBezTo>
                  <a:cubicBezTo>
                    <a:pt x="136" y="0"/>
                    <a:pt x="0" y="147"/>
                    <a:pt x="0" y="337"/>
                  </a:cubicBezTo>
                  <a:cubicBezTo>
                    <a:pt x="0" y="528"/>
                    <a:pt x="136" y="673"/>
                    <a:pt x="350" y="673"/>
                  </a:cubicBezTo>
                  <a:cubicBezTo>
                    <a:pt x="473" y="673"/>
                    <a:pt x="568" y="623"/>
                    <a:pt x="628" y="537"/>
                  </a:cubicBezTo>
                  <a:cubicBezTo>
                    <a:pt x="495" y="461"/>
                    <a:pt x="495" y="461"/>
                    <a:pt x="495" y="461"/>
                  </a:cubicBezTo>
                  <a:cubicBezTo>
                    <a:pt x="466" y="499"/>
                    <a:pt x="416" y="524"/>
                    <a:pt x="353" y="524"/>
                  </a:cubicBezTo>
                  <a:cubicBezTo>
                    <a:pt x="267" y="526"/>
                    <a:pt x="197" y="489"/>
                    <a:pt x="173" y="4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221D7E4B-2060-43F6-AA9F-BB5DDE1E8E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50" y="-2208"/>
              <a:ext cx="334" cy="330"/>
            </a:xfrm>
            <a:custGeom>
              <a:avLst/>
              <a:gdLst>
                <a:gd name="T0" fmla="*/ 166 w 684"/>
                <a:gd name="T1" fmla="*/ 338 h 675"/>
                <a:gd name="T2" fmla="*/ 343 w 684"/>
                <a:gd name="T3" fmla="*/ 518 h 675"/>
                <a:gd name="T4" fmla="*/ 521 w 684"/>
                <a:gd name="T5" fmla="*/ 338 h 675"/>
                <a:gd name="T6" fmla="*/ 343 w 684"/>
                <a:gd name="T7" fmla="*/ 159 h 675"/>
                <a:gd name="T8" fmla="*/ 166 w 684"/>
                <a:gd name="T9" fmla="*/ 338 h 675"/>
                <a:gd name="T10" fmla="*/ 519 w 684"/>
                <a:gd name="T11" fmla="*/ 94 h 675"/>
                <a:gd name="T12" fmla="*/ 519 w 684"/>
                <a:gd name="T13" fmla="*/ 19 h 675"/>
                <a:gd name="T14" fmla="*/ 684 w 684"/>
                <a:gd name="T15" fmla="*/ 19 h 675"/>
                <a:gd name="T16" fmla="*/ 684 w 684"/>
                <a:gd name="T17" fmla="*/ 657 h 675"/>
                <a:gd name="T18" fmla="*/ 519 w 684"/>
                <a:gd name="T19" fmla="*/ 657 h 675"/>
                <a:gd name="T20" fmla="*/ 519 w 684"/>
                <a:gd name="T21" fmla="*/ 583 h 675"/>
                <a:gd name="T22" fmla="*/ 310 w 684"/>
                <a:gd name="T23" fmla="*/ 675 h 675"/>
                <a:gd name="T24" fmla="*/ 0 w 684"/>
                <a:gd name="T25" fmla="*/ 338 h 675"/>
                <a:gd name="T26" fmla="*/ 310 w 684"/>
                <a:gd name="T27" fmla="*/ 2 h 675"/>
                <a:gd name="T28" fmla="*/ 519 w 684"/>
                <a:gd name="T29" fmla="*/ 94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4" h="675">
                  <a:moveTo>
                    <a:pt x="166" y="338"/>
                  </a:moveTo>
                  <a:cubicBezTo>
                    <a:pt x="166" y="445"/>
                    <a:pt x="241" y="518"/>
                    <a:pt x="343" y="518"/>
                  </a:cubicBezTo>
                  <a:cubicBezTo>
                    <a:pt x="445" y="518"/>
                    <a:pt x="521" y="445"/>
                    <a:pt x="521" y="338"/>
                  </a:cubicBezTo>
                  <a:cubicBezTo>
                    <a:pt x="521" y="231"/>
                    <a:pt x="446" y="159"/>
                    <a:pt x="343" y="159"/>
                  </a:cubicBezTo>
                  <a:cubicBezTo>
                    <a:pt x="241" y="159"/>
                    <a:pt x="166" y="231"/>
                    <a:pt x="166" y="338"/>
                  </a:cubicBezTo>
                  <a:close/>
                  <a:moveTo>
                    <a:pt x="519" y="94"/>
                  </a:moveTo>
                  <a:cubicBezTo>
                    <a:pt x="519" y="19"/>
                    <a:pt x="519" y="19"/>
                    <a:pt x="519" y="19"/>
                  </a:cubicBezTo>
                  <a:cubicBezTo>
                    <a:pt x="684" y="19"/>
                    <a:pt x="684" y="19"/>
                    <a:pt x="684" y="19"/>
                  </a:cubicBezTo>
                  <a:cubicBezTo>
                    <a:pt x="684" y="657"/>
                    <a:pt x="684" y="657"/>
                    <a:pt x="684" y="657"/>
                  </a:cubicBezTo>
                  <a:cubicBezTo>
                    <a:pt x="519" y="657"/>
                    <a:pt x="519" y="657"/>
                    <a:pt x="519" y="657"/>
                  </a:cubicBezTo>
                  <a:cubicBezTo>
                    <a:pt x="519" y="583"/>
                    <a:pt x="519" y="583"/>
                    <a:pt x="519" y="583"/>
                  </a:cubicBezTo>
                  <a:cubicBezTo>
                    <a:pt x="472" y="641"/>
                    <a:pt x="404" y="675"/>
                    <a:pt x="310" y="675"/>
                  </a:cubicBezTo>
                  <a:cubicBezTo>
                    <a:pt x="140" y="675"/>
                    <a:pt x="0" y="529"/>
                    <a:pt x="0" y="338"/>
                  </a:cubicBezTo>
                  <a:cubicBezTo>
                    <a:pt x="0" y="149"/>
                    <a:pt x="140" y="2"/>
                    <a:pt x="310" y="2"/>
                  </a:cubicBezTo>
                  <a:cubicBezTo>
                    <a:pt x="404" y="0"/>
                    <a:pt x="472" y="36"/>
                    <a:pt x="519" y="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E9CA355B-4C4E-43D8-ACD0-809E95A1AA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8" y="-2324"/>
              <a:ext cx="334" cy="446"/>
            </a:xfrm>
            <a:custGeom>
              <a:avLst/>
              <a:gdLst>
                <a:gd name="T0" fmla="*/ 344 w 685"/>
                <a:gd name="T1" fmla="*/ 754 h 911"/>
                <a:gd name="T2" fmla="*/ 165 w 685"/>
                <a:gd name="T3" fmla="*/ 574 h 911"/>
                <a:gd name="T4" fmla="*/ 344 w 685"/>
                <a:gd name="T5" fmla="*/ 395 h 911"/>
                <a:gd name="T6" fmla="*/ 520 w 685"/>
                <a:gd name="T7" fmla="*/ 574 h 911"/>
                <a:gd name="T8" fmla="*/ 344 w 685"/>
                <a:gd name="T9" fmla="*/ 754 h 911"/>
                <a:gd name="T10" fmla="*/ 520 w 685"/>
                <a:gd name="T11" fmla="*/ 0 h 911"/>
                <a:gd name="T12" fmla="*/ 520 w 685"/>
                <a:gd name="T13" fmla="*/ 330 h 911"/>
                <a:gd name="T14" fmla="*/ 313 w 685"/>
                <a:gd name="T15" fmla="*/ 238 h 911"/>
                <a:gd name="T16" fmla="*/ 0 w 685"/>
                <a:gd name="T17" fmla="*/ 574 h 911"/>
                <a:gd name="T18" fmla="*/ 313 w 685"/>
                <a:gd name="T19" fmla="*/ 911 h 911"/>
                <a:gd name="T20" fmla="*/ 520 w 685"/>
                <a:gd name="T21" fmla="*/ 819 h 911"/>
                <a:gd name="T22" fmla="*/ 520 w 685"/>
                <a:gd name="T23" fmla="*/ 893 h 911"/>
                <a:gd name="T24" fmla="*/ 685 w 685"/>
                <a:gd name="T25" fmla="*/ 893 h 911"/>
                <a:gd name="T26" fmla="*/ 685 w 685"/>
                <a:gd name="T27" fmla="*/ 0 h 911"/>
                <a:gd name="T28" fmla="*/ 520 w 685"/>
                <a:gd name="T29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5" h="911">
                  <a:moveTo>
                    <a:pt x="344" y="754"/>
                  </a:moveTo>
                  <a:cubicBezTo>
                    <a:pt x="242" y="754"/>
                    <a:pt x="165" y="681"/>
                    <a:pt x="165" y="574"/>
                  </a:cubicBezTo>
                  <a:cubicBezTo>
                    <a:pt x="165" y="467"/>
                    <a:pt x="240" y="395"/>
                    <a:pt x="344" y="395"/>
                  </a:cubicBezTo>
                  <a:cubicBezTo>
                    <a:pt x="444" y="395"/>
                    <a:pt x="520" y="467"/>
                    <a:pt x="520" y="574"/>
                  </a:cubicBezTo>
                  <a:cubicBezTo>
                    <a:pt x="520" y="681"/>
                    <a:pt x="444" y="754"/>
                    <a:pt x="344" y="754"/>
                  </a:cubicBezTo>
                  <a:close/>
                  <a:moveTo>
                    <a:pt x="520" y="0"/>
                  </a:moveTo>
                  <a:cubicBezTo>
                    <a:pt x="520" y="330"/>
                    <a:pt x="520" y="330"/>
                    <a:pt x="520" y="330"/>
                  </a:cubicBezTo>
                  <a:cubicBezTo>
                    <a:pt x="473" y="272"/>
                    <a:pt x="407" y="238"/>
                    <a:pt x="313" y="238"/>
                  </a:cubicBezTo>
                  <a:cubicBezTo>
                    <a:pt x="141" y="238"/>
                    <a:pt x="0" y="385"/>
                    <a:pt x="0" y="574"/>
                  </a:cubicBezTo>
                  <a:cubicBezTo>
                    <a:pt x="0" y="765"/>
                    <a:pt x="141" y="911"/>
                    <a:pt x="313" y="911"/>
                  </a:cubicBezTo>
                  <a:cubicBezTo>
                    <a:pt x="405" y="911"/>
                    <a:pt x="473" y="877"/>
                    <a:pt x="520" y="819"/>
                  </a:cubicBezTo>
                  <a:cubicBezTo>
                    <a:pt x="520" y="893"/>
                    <a:pt x="520" y="893"/>
                    <a:pt x="520" y="893"/>
                  </a:cubicBezTo>
                  <a:cubicBezTo>
                    <a:pt x="685" y="893"/>
                    <a:pt x="685" y="893"/>
                    <a:pt x="685" y="893"/>
                  </a:cubicBezTo>
                  <a:cubicBezTo>
                    <a:pt x="685" y="0"/>
                    <a:pt x="685" y="0"/>
                    <a:pt x="685" y="0"/>
                  </a:cubicBezTo>
                  <a:lnTo>
                    <a:pt x="52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3" name="Freeform 12">
              <a:extLst>
                <a:ext uri="{FF2B5EF4-FFF2-40B4-BE49-F238E27FC236}">
                  <a16:creationId xmlns:a16="http://schemas.microsoft.com/office/drawing/2014/main" id="{EAC88072-E46B-4711-A9F8-AC1FEEC6C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-2326"/>
              <a:ext cx="60" cy="60"/>
            </a:xfrm>
            <a:custGeom>
              <a:avLst/>
              <a:gdLst>
                <a:gd name="T0" fmla="*/ 61 w 123"/>
                <a:gd name="T1" fmla="*/ 123 h 123"/>
                <a:gd name="T2" fmla="*/ 123 w 123"/>
                <a:gd name="T3" fmla="*/ 62 h 123"/>
                <a:gd name="T4" fmla="*/ 61 w 123"/>
                <a:gd name="T5" fmla="*/ 0 h 123"/>
                <a:gd name="T6" fmla="*/ 0 w 123"/>
                <a:gd name="T7" fmla="*/ 62 h 123"/>
                <a:gd name="T8" fmla="*/ 61 w 123"/>
                <a:gd name="T9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23">
                  <a:moveTo>
                    <a:pt x="61" y="123"/>
                  </a:moveTo>
                  <a:cubicBezTo>
                    <a:pt x="95" y="123"/>
                    <a:pt x="123" y="94"/>
                    <a:pt x="123" y="62"/>
                  </a:cubicBezTo>
                  <a:cubicBezTo>
                    <a:pt x="123" y="28"/>
                    <a:pt x="95" y="0"/>
                    <a:pt x="61" y="0"/>
                  </a:cubicBezTo>
                  <a:cubicBezTo>
                    <a:pt x="27" y="0"/>
                    <a:pt x="0" y="29"/>
                    <a:pt x="0" y="62"/>
                  </a:cubicBezTo>
                  <a:cubicBezTo>
                    <a:pt x="0" y="94"/>
                    <a:pt x="26" y="123"/>
                    <a:pt x="61" y="1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4" name="Rectangle 13">
              <a:extLst>
                <a:ext uri="{FF2B5EF4-FFF2-40B4-BE49-F238E27FC236}">
                  <a16:creationId xmlns:a16="http://schemas.microsoft.com/office/drawing/2014/main" id="{A805BA91-2FB5-41A7-8C55-75F23B764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5" y="-2200"/>
              <a:ext cx="41" cy="3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12E395CA-F307-4DEF-99A7-1B182960F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8" y="-2207"/>
              <a:ext cx="268" cy="320"/>
            </a:xfrm>
            <a:custGeom>
              <a:avLst/>
              <a:gdLst>
                <a:gd name="T0" fmla="*/ 86 w 549"/>
                <a:gd name="T1" fmla="*/ 115 h 654"/>
                <a:gd name="T2" fmla="*/ 300 w 549"/>
                <a:gd name="T3" fmla="*/ 0 h 654"/>
                <a:gd name="T4" fmla="*/ 549 w 549"/>
                <a:gd name="T5" fmla="*/ 262 h 654"/>
                <a:gd name="T6" fmla="*/ 549 w 549"/>
                <a:gd name="T7" fmla="*/ 654 h 654"/>
                <a:gd name="T8" fmla="*/ 465 w 549"/>
                <a:gd name="T9" fmla="*/ 654 h 654"/>
                <a:gd name="T10" fmla="*/ 465 w 549"/>
                <a:gd name="T11" fmla="*/ 262 h 654"/>
                <a:gd name="T12" fmla="*/ 291 w 549"/>
                <a:gd name="T13" fmla="*/ 83 h 654"/>
                <a:gd name="T14" fmla="*/ 84 w 549"/>
                <a:gd name="T15" fmla="*/ 321 h 654"/>
                <a:gd name="T16" fmla="*/ 84 w 549"/>
                <a:gd name="T17" fmla="*/ 654 h 654"/>
                <a:gd name="T18" fmla="*/ 0 w 549"/>
                <a:gd name="T19" fmla="*/ 654 h 654"/>
                <a:gd name="T20" fmla="*/ 0 w 549"/>
                <a:gd name="T21" fmla="*/ 15 h 654"/>
                <a:gd name="T22" fmla="*/ 84 w 549"/>
                <a:gd name="T23" fmla="*/ 15 h 654"/>
                <a:gd name="T24" fmla="*/ 84 w 549"/>
                <a:gd name="T25" fmla="*/ 115 h 654"/>
                <a:gd name="T26" fmla="*/ 86 w 549"/>
                <a:gd name="T27" fmla="*/ 11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9" h="654">
                  <a:moveTo>
                    <a:pt x="86" y="115"/>
                  </a:moveTo>
                  <a:cubicBezTo>
                    <a:pt x="136" y="34"/>
                    <a:pt x="209" y="0"/>
                    <a:pt x="300" y="0"/>
                  </a:cubicBezTo>
                  <a:cubicBezTo>
                    <a:pt x="455" y="0"/>
                    <a:pt x="549" y="102"/>
                    <a:pt x="549" y="262"/>
                  </a:cubicBezTo>
                  <a:cubicBezTo>
                    <a:pt x="549" y="654"/>
                    <a:pt x="549" y="654"/>
                    <a:pt x="549" y="654"/>
                  </a:cubicBezTo>
                  <a:cubicBezTo>
                    <a:pt x="465" y="654"/>
                    <a:pt x="465" y="654"/>
                    <a:pt x="465" y="654"/>
                  </a:cubicBezTo>
                  <a:cubicBezTo>
                    <a:pt x="465" y="262"/>
                    <a:pt x="465" y="262"/>
                    <a:pt x="465" y="262"/>
                  </a:cubicBezTo>
                  <a:cubicBezTo>
                    <a:pt x="465" y="149"/>
                    <a:pt x="402" y="83"/>
                    <a:pt x="291" y="83"/>
                  </a:cubicBezTo>
                  <a:cubicBezTo>
                    <a:pt x="180" y="83"/>
                    <a:pt x="84" y="149"/>
                    <a:pt x="84" y="321"/>
                  </a:cubicBezTo>
                  <a:cubicBezTo>
                    <a:pt x="84" y="654"/>
                    <a:pt x="84" y="654"/>
                    <a:pt x="84" y="654"/>
                  </a:cubicBezTo>
                  <a:cubicBezTo>
                    <a:pt x="0" y="654"/>
                    <a:pt x="0" y="654"/>
                    <a:pt x="0" y="65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4" y="115"/>
                    <a:pt x="84" y="115"/>
                    <a:pt x="84" y="115"/>
                  </a:cubicBezTo>
                  <a:lnTo>
                    <a:pt x="86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1FEE52A0-169E-4119-A161-992B6674EE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6" y="-2207"/>
              <a:ext cx="329" cy="328"/>
            </a:xfrm>
            <a:custGeom>
              <a:avLst/>
              <a:gdLst>
                <a:gd name="T0" fmla="*/ 337 w 672"/>
                <a:gd name="T1" fmla="*/ 587 h 670"/>
                <a:gd name="T2" fmla="*/ 86 w 672"/>
                <a:gd name="T3" fmla="*/ 335 h 670"/>
                <a:gd name="T4" fmla="*/ 337 w 672"/>
                <a:gd name="T5" fmla="*/ 82 h 670"/>
                <a:gd name="T6" fmla="*/ 588 w 672"/>
                <a:gd name="T7" fmla="*/ 335 h 670"/>
                <a:gd name="T8" fmla="*/ 337 w 672"/>
                <a:gd name="T9" fmla="*/ 587 h 670"/>
                <a:gd name="T10" fmla="*/ 588 w 672"/>
                <a:gd name="T11" fmla="*/ 16 h 670"/>
                <a:gd name="T12" fmla="*/ 588 w 672"/>
                <a:gd name="T13" fmla="*/ 140 h 670"/>
                <a:gd name="T14" fmla="*/ 331 w 672"/>
                <a:gd name="T15" fmla="*/ 0 h 670"/>
                <a:gd name="T16" fmla="*/ 0 w 672"/>
                <a:gd name="T17" fmla="*/ 335 h 670"/>
                <a:gd name="T18" fmla="*/ 331 w 672"/>
                <a:gd name="T19" fmla="*/ 670 h 670"/>
                <a:gd name="T20" fmla="*/ 588 w 672"/>
                <a:gd name="T21" fmla="*/ 529 h 670"/>
                <a:gd name="T22" fmla="*/ 588 w 672"/>
                <a:gd name="T23" fmla="*/ 654 h 670"/>
                <a:gd name="T24" fmla="*/ 672 w 672"/>
                <a:gd name="T25" fmla="*/ 654 h 670"/>
                <a:gd name="T26" fmla="*/ 672 w 672"/>
                <a:gd name="T27" fmla="*/ 16 h 670"/>
                <a:gd name="T28" fmla="*/ 588 w 672"/>
                <a:gd name="T29" fmla="*/ 16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2" h="670">
                  <a:moveTo>
                    <a:pt x="337" y="587"/>
                  </a:moveTo>
                  <a:cubicBezTo>
                    <a:pt x="196" y="587"/>
                    <a:pt x="86" y="477"/>
                    <a:pt x="86" y="335"/>
                  </a:cubicBezTo>
                  <a:cubicBezTo>
                    <a:pt x="86" y="192"/>
                    <a:pt x="196" y="82"/>
                    <a:pt x="337" y="82"/>
                  </a:cubicBezTo>
                  <a:cubicBezTo>
                    <a:pt x="480" y="82"/>
                    <a:pt x="588" y="192"/>
                    <a:pt x="588" y="335"/>
                  </a:cubicBezTo>
                  <a:cubicBezTo>
                    <a:pt x="588" y="477"/>
                    <a:pt x="478" y="587"/>
                    <a:pt x="337" y="587"/>
                  </a:cubicBezTo>
                  <a:close/>
                  <a:moveTo>
                    <a:pt x="588" y="16"/>
                  </a:moveTo>
                  <a:cubicBezTo>
                    <a:pt x="588" y="140"/>
                    <a:pt x="588" y="140"/>
                    <a:pt x="588" y="140"/>
                  </a:cubicBezTo>
                  <a:cubicBezTo>
                    <a:pt x="535" y="55"/>
                    <a:pt x="444" y="0"/>
                    <a:pt x="331" y="0"/>
                  </a:cubicBezTo>
                  <a:cubicBezTo>
                    <a:pt x="151" y="0"/>
                    <a:pt x="0" y="145"/>
                    <a:pt x="0" y="335"/>
                  </a:cubicBezTo>
                  <a:cubicBezTo>
                    <a:pt x="0" y="524"/>
                    <a:pt x="149" y="670"/>
                    <a:pt x="331" y="670"/>
                  </a:cubicBezTo>
                  <a:cubicBezTo>
                    <a:pt x="444" y="670"/>
                    <a:pt x="535" y="615"/>
                    <a:pt x="588" y="529"/>
                  </a:cubicBezTo>
                  <a:cubicBezTo>
                    <a:pt x="588" y="654"/>
                    <a:pt x="588" y="654"/>
                    <a:pt x="588" y="654"/>
                  </a:cubicBezTo>
                  <a:cubicBezTo>
                    <a:pt x="672" y="654"/>
                    <a:pt x="672" y="654"/>
                    <a:pt x="672" y="654"/>
                  </a:cubicBezTo>
                  <a:cubicBezTo>
                    <a:pt x="672" y="16"/>
                    <a:pt x="672" y="16"/>
                    <a:pt x="672" y="16"/>
                  </a:cubicBezTo>
                  <a:lnTo>
                    <a:pt x="588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C49F7ABD-BC85-4210-B3BC-2496653C7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" y="-2207"/>
              <a:ext cx="269" cy="320"/>
            </a:xfrm>
            <a:custGeom>
              <a:avLst/>
              <a:gdLst>
                <a:gd name="T0" fmla="*/ 86 w 551"/>
                <a:gd name="T1" fmla="*/ 115 h 654"/>
                <a:gd name="T2" fmla="*/ 300 w 551"/>
                <a:gd name="T3" fmla="*/ 0 h 654"/>
                <a:gd name="T4" fmla="*/ 549 w 551"/>
                <a:gd name="T5" fmla="*/ 262 h 654"/>
                <a:gd name="T6" fmla="*/ 549 w 551"/>
                <a:gd name="T7" fmla="*/ 654 h 654"/>
                <a:gd name="T8" fmla="*/ 465 w 551"/>
                <a:gd name="T9" fmla="*/ 654 h 654"/>
                <a:gd name="T10" fmla="*/ 465 w 551"/>
                <a:gd name="T11" fmla="*/ 262 h 654"/>
                <a:gd name="T12" fmla="*/ 292 w 551"/>
                <a:gd name="T13" fmla="*/ 83 h 654"/>
                <a:gd name="T14" fmla="*/ 85 w 551"/>
                <a:gd name="T15" fmla="*/ 321 h 654"/>
                <a:gd name="T16" fmla="*/ 85 w 551"/>
                <a:gd name="T17" fmla="*/ 654 h 654"/>
                <a:gd name="T18" fmla="*/ 0 w 551"/>
                <a:gd name="T19" fmla="*/ 654 h 654"/>
                <a:gd name="T20" fmla="*/ 0 w 551"/>
                <a:gd name="T21" fmla="*/ 15 h 654"/>
                <a:gd name="T22" fmla="*/ 85 w 551"/>
                <a:gd name="T23" fmla="*/ 15 h 654"/>
                <a:gd name="T24" fmla="*/ 85 w 551"/>
                <a:gd name="T25" fmla="*/ 115 h 654"/>
                <a:gd name="T26" fmla="*/ 86 w 551"/>
                <a:gd name="T27" fmla="*/ 11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51" h="654">
                  <a:moveTo>
                    <a:pt x="86" y="115"/>
                  </a:moveTo>
                  <a:cubicBezTo>
                    <a:pt x="136" y="34"/>
                    <a:pt x="209" y="0"/>
                    <a:pt x="300" y="0"/>
                  </a:cubicBezTo>
                  <a:cubicBezTo>
                    <a:pt x="455" y="0"/>
                    <a:pt x="551" y="102"/>
                    <a:pt x="549" y="262"/>
                  </a:cubicBezTo>
                  <a:cubicBezTo>
                    <a:pt x="549" y="654"/>
                    <a:pt x="549" y="654"/>
                    <a:pt x="549" y="654"/>
                  </a:cubicBezTo>
                  <a:cubicBezTo>
                    <a:pt x="465" y="654"/>
                    <a:pt x="465" y="654"/>
                    <a:pt x="465" y="654"/>
                  </a:cubicBezTo>
                  <a:cubicBezTo>
                    <a:pt x="465" y="262"/>
                    <a:pt x="465" y="262"/>
                    <a:pt x="465" y="262"/>
                  </a:cubicBezTo>
                  <a:cubicBezTo>
                    <a:pt x="465" y="149"/>
                    <a:pt x="402" y="83"/>
                    <a:pt x="292" y="83"/>
                  </a:cubicBezTo>
                  <a:cubicBezTo>
                    <a:pt x="180" y="83"/>
                    <a:pt x="85" y="149"/>
                    <a:pt x="85" y="321"/>
                  </a:cubicBezTo>
                  <a:cubicBezTo>
                    <a:pt x="85" y="654"/>
                    <a:pt x="85" y="654"/>
                    <a:pt x="85" y="654"/>
                  </a:cubicBezTo>
                  <a:cubicBezTo>
                    <a:pt x="0" y="654"/>
                    <a:pt x="0" y="654"/>
                    <a:pt x="0" y="65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5" y="115"/>
                    <a:pt x="85" y="115"/>
                    <a:pt x="85" y="115"/>
                  </a:cubicBezTo>
                  <a:lnTo>
                    <a:pt x="86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8" name="Freeform 17">
              <a:extLst>
                <a:ext uri="{FF2B5EF4-FFF2-40B4-BE49-F238E27FC236}">
                  <a16:creationId xmlns:a16="http://schemas.microsoft.com/office/drawing/2014/main" id="{3F8ED4F7-FDEE-4B06-B216-2EA595676A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" y="-2207"/>
              <a:ext cx="303" cy="328"/>
            </a:xfrm>
            <a:custGeom>
              <a:avLst/>
              <a:gdLst>
                <a:gd name="T0" fmla="*/ 335 w 621"/>
                <a:gd name="T1" fmla="*/ 670 h 670"/>
                <a:gd name="T2" fmla="*/ 621 w 621"/>
                <a:gd name="T3" fmla="*/ 503 h 670"/>
                <a:gd name="T4" fmla="*/ 552 w 621"/>
                <a:gd name="T5" fmla="*/ 463 h 670"/>
                <a:gd name="T6" fmla="*/ 336 w 621"/>
                <a:gd name="T7" fmla="*/ 587 h 670"/>
                <a:gd name="T8" fmla="*/ 85 w 621"/>
                <a:gd name="T9" fmla="*/ 335 h 670"/>
                <a:gd name="T10" fmla="*/ 336 w 621"/>
                <a:gd name="T11" fmla="*/ 82 h 670"/>
                <a:gd name="T12" fmla="*/ 547 w 621"/>
                <a:gd name="T13" fmla="*/ 207 h 670"/>
                <a:gd name="T14" fmla="*/ 616 w 621"/>
                <a:gd name="T15" fmla="*/ 166 h 670"/>
                <a:gd name="T16" fmla="*/ 336 w 621"/>
                <a:gd name="T17" fmla="*/ 0 h 670"/>
                <a:gd name="T18" fmla="*/ 1 w 621"/>
                <a:gd name="T19" fmla="*/ 335 h 670"/>
                <a:gd name="T20" fmla="*/ 335 w 621"/>
                <a:gd name="T21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1" h="670">
                  <a:moveTo>
                    <a:pt x="335" y="670"/>
                  </a:moveTo>
                  <a:cubicBezTo>
                    <a:pt x="459" y="670"/>
                    <a:pt x="568" y="605"/>
                    <a:pt x="621" y="503"/>
                  </a:cubicBezTo>
                  <a:cubicBezTo>
                    <a:pt x="552" y="463"/>
                    <a:pt x="552" y="463"/>
                    <a:pt x="552" y="463"/>
                  </a:cubicBezTo>
                  <a:cubicBezTo>
                    <a:pt x="511" y="537"/>
                    <a:pt x="433" y="587"/>
                    <a:pt x="336" y="587"/>
                  </a:cubicBezTo>
                  <a:cubicBezTo>
                    <a:pt x="195" y="587"/>
                    <a:pt x="85" y="477"/>
                    <a:pt x="85" y="335"/>
                  </a:cubicBezTo>
                  <a:cubicBezTo>
                    <a:pt x="85" y="192"/>
                    <a:pt x="195" y="82"/>
                    <a:pt x="336" y="82"/>
                  </a:cubicBezTo>
                  <a:cubicBezTo>
                    <a:pt x="432" y="82"/>
                    <a:pt x="513" y="132"/>
                    <a:pt x="547" y="207"/>
                  </a:cubicBezTo>
                  <a:cubicBezTo>
                    <a:pt x="616" y="166"/>
                    <a:pt x="616" y="166"/>
                    <a:pt x="616" y="166"/>
                  </a:cubicBezTo>
                  <a:cubicBezTo>
                    <a:pt x="569" y="66"/>
                    <a:pt x="463" y="0"/>
                    <a:pt x="336" y="0"/>
                  </a:cubicBezTo>
                  <a:cubicBezTo>
                    <a:pt x="144" y="0"/>
                    <a:pt x="1" y="145"/>
                    <a:pt x="1" y="335"/>
                  </a:cubicBezTo>
                  <a:cubicBezTo>
                    <a:pt x="0" y="524"/>
                    <a:pt x="142" y="670"/>
                    <a:pt x="335" y="6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9" name="Freeform 18">
              <a:extLst>
                <a:ext uri="{FF2B5EF4-FFF2-40B4-BE49-F238E27FC236}">
                  <a16:creationId xmlns:a16="http://schemas.microsoft.com/office/drawing/2014/main" id="{A3E6382B-ACEF-4419-A183-9FBB177807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90" y="-2207"/>
              <a:ext cx="328" cy="328"/>
            </a:xfrm>
            <a:custGeom>
              <a:avLst/>
              <a:gdLst>
                <a:gd name="T0" fmla="*/ 85 w 672"/>
                <a:gd name="T1" fmla="*/ 334 h 670"/>
                <a:gd name="T2" fmla="*/ 335 w 672"/>
                <a:gd name="T3" fmla="*/ 586 h 670"/>
                <a:gd name="T4" fmla="*/ 586 w 672"/>
                <a:gd name="T5" fmla="*/ 334 h 670"/>
                <a:gd name="T6" fmla="*/ 335 w 672"/>
                <a:gd name="T7" fmla="*/ 81 h 670"/>
                <a:gd name="T8" fmla="*/ 85 w 672"/>
                <a:gd name="T9" fmla="*/ 334 h 670"/>
                <a:gd name="T10" fmla="*/ 588 w 672"/>
                <a:gd name="T11" fmla="*/ 141 h 670"/>
                <a:gd name="T12" fmla="*/ 588 w 672"/>
                <a:gd name="T13" fmla="*/ 16 h 670"/>
                <a:gd name="T14" fmla="*/ 672 w 672"/>
                <a:gd name="T15" fmla="*/ 16 h 670"/>
                <a:gd name="T16" fmla="*/ 672 w 672"/>
                <a:gd name="T17" fmla="*/ 654 h 670"/>
                <a:gd name="T18" fmla="*/ 588 w 672"/>
                <a:gd name="T19" fmla="*/ 654 h 670"/>
                <a:gd name="T20" fmla="*/ 588 w 672"/>
                <a:gd name="T21" fmla="*/ 530 h 670"/>
                <a:gd name="T22" fmla="*/ 331 w 672"/>
                <a:gd name="T23" fmla="*/ 670 h 670"/>
                <a:gd name="T24" fmla="*/ 0 w 672"/>
                <a:gd name="T25" fmla="*/ 335 h 670"/>
                <a:gd name="T26" fmla="*/ 331 w 672"/>
                <a:gd name="T27" fmla="*/ 0 h 670"/>
                <a:gd name="T28" fmla="*/ 588 w 672"/>
                <a:gd name="T29" fmla="*/ 141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2" h="670">
                  <a:moveTo>
                    <a:pt x="85" y="334"/>
                  </a:moveTo>
                  <a:cubicBezTo>
                    <a:pt x="85" y="476"/>
                    <a:pt x="195" y="586"/>
                    <a:pt x="335" y="586"/>
                  </a:cubicBezTo>
                  <a:cubicBezTo>
                    <a:pt x="478" y="586"/>
                    <a:pt x="586" y="476"/>
                    <a:pt x="586" y="334"/>
                  </a:cubicBezTo>
                  <a:cubicBezTo>
                    <a:pt x="586" y="191"/>
                    <a:pt x="476" y="81"/>
                    <a:pt x="335" y="81"/>
                  </a:cubicBezTo>
                  <a:cubicBezTo>
                    <a:pt x="195" y="81"/>
                    <a:pt x="85" y="193"/>
                    <a:pt x="85" y="334"/>
                  </a:cubicBezTo>
                  <a:close/>
                  <a:moveTo>
                    <a:pt x="588" y="141"/>
                  </a:moveTo>
                  <a:cubicBezTo>
                    <a:pt x="588" y="16"/>
                    <a:pt x="588" y="16"/>
                    <a:pt x="588" y="16"/>
                  </a:cubicBezTo>
                  <a:cubicBezTo>
                    <a:pt x="672" y="16"/>
                    <a:pt x="672" y="16"/>
                    <a:pt x="672" y="16"/>
                  </a:cubicBezTo>
                  <a:cubicBezTo>
                    <a:pt x="672" y="654"/>
                    <a:pt x="672" y="654"/>
                    <a:pt x="672" y="654"/>
                  </a:cubicBezTo>
                  <a:cubicBezTo>
                    <a:pt x="588" y="654"/>
                    <a:pt x="588" y="654"/>
                    <a:pt x="588" y="654"/>
                  </a:cubicBezTo>
                  <a:cubicBezTo>
                    <a:pt x="588" y="530"/>
                    <a:pt x="588" y="530"/>
                    <a:pt x="588" y="530"/>
                  </a:cubicBezTo>
                  <a:cubicBezTo>
                    <a:pt x="535" y="615"/>
                    <a:pt x="444" y="670"/>
                    <a:pt x="331" y="670"/>
                  </a:cubicBezTo>
                  <a:cubicBezTo>
                    <a:pt x="151" y="670"/>
                    <a:pt x="0" y="525"/>
                    <a:pt x="0" y="335"/>
                  </a:cubicBezTo>
                  <a:cubicBezTo>
                    <a:pt x="0" y="146"/>
                    <a:pt x="151" y="0"/>
                    <a:pt x="331" y="0"/>
                  </a:cubicBezTo>
                  <a:cubicBezTo>
                    <a:pt x="444" y="0"/>
                    <a:pt x="535" y="55"/>
                    <a:pt x="588" y="1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C5DDC9DA-18FF-437E-BC4E-305FF3C7C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7" y="-2326"/>
              <a:ext cx="60" cy="60"/>
            </a:xfrm>
            <a:custGeom>
              <a:avLst/>
              <a:gdLst>
                <a:gd name="T0" fmla="*/ 123 w 123"/>
                <a:gd name="T1" fmla="*/ 62 h 123"/>
                <a:gd name="T2" fmla="*/ 61 w 123"/>
                <a:gd name="T3" fmla="*/ 123 h 123"/>
                <a:gd name="T4" fmla="*/ 0 w 123"/>
                <a:gd name="T5" fmla="*/ 62 h 123"/>
                <a:gd name="T6" fmla="*/ 61 w 123"/>
                <a:gd name="T7" fmla="*/ 0 h 123"/>
                <a:gd name="T8" fmla="*/ 123 w 123"/>
                <a:gd name="T9" fmla="*/ 62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23">
                  <a:moveTo>
                    <a:pt x="123" y="62"/>
                  </a:moveTo>
                  <a:cubicBezTo>
                    <a:pt x="123" y="94"/>
                    <a:pt x="95" y="123"/>
                    <a:pt x="61" y="123"/>
                  </a:cubicBezTo>
                  <a:cubicBezTo>
                    <a:pt x="27" y="123"/>
                    <a:pt x="0" y="96"/>
                    <a:pt x="0" y="62"/>
                  </a:cubicBezTo>
                  <a:cubicBezTo>
                    <a:pt x="0" y="29"/>
                    <a:pt x="27" y="0"/>
                    <a:pt x="61" y="0"/>
                  </a:cubicBezTo>
                  <a:cubicBezTo>
                    <a:pt x="95" y="0"/>
                    <a:pt x="123" y="28"/>
                    <a:pt x="123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1" name="Rectangle 20">
              <a:extLst>
                <a:ext uri="{FF2B5EF4-FFF2-40B4-BE49-F238E27FC236}">
                  <a16:creationId xmlns:a16="http://schemas.microsoft.com/office/drawing/2014/main" id="{CE7DAA47-F123-418B-B914-83531DBF5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" y="-2200"/>
              <a:ext cx="38" cy="3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2" name="Freeform 21">
              <a:extLst>
                <a:ext uri="{FF2B5EF4-FFF2-40B4-BE49-F238E27FC236}">
                  <a16:creationId xmlns:a16="http://schemas.microsoft.com/office/drawing/2014/main" id="{67DBCA8D-E542-4DE5-9136-1DFEEDF658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1" y="-2489"/>
              <a:ext cx="744" cy="745"/>
            </a:xfrm>
            <a:custGeom>
              <a:avLst/>
              <a:gdLst>
                <a:gd name="T0" fmla="*/ 1075 w 1523"/>
                <a:gd name="T1" fmla="*/ 1101 h 1522"/>
                <a:gd name="T2" fmla="*/ 753 w 1523"/>
                <a:gd name="T3" fmla="*/ 505 h 1522"/>
                <a:gd name="T4" fmla="*/ 1213 w 1523"/>
                <a:gd name="T5" fmla="*/ 643 h 1522"/>
                <a:gd name="T6" fmla="*/ 1075 w 1523"/>
                <a:gd name="T7" fmla="*/ 1101 h 1522"/>
                <a:gd name="T8" fmla="*/ 908 w 1523"/>
                <a:gd name="T9" fmla="*/ 1315 h 1522"/>
                <a:gd name="T10" fmla="*/ 898 w 1523"/>
                <a:gd name="T11" fmla="*/ 1320 h 1522"/>
                <a:gd name="T12" fmla="*/ 711 w 1523"/>
                <a:gd name="T13" fmla="*/ 1264 h 1522"/>
                <a:gd name="T14" fmla="*/ 297 w 1523"/>
                <a:gd name="T15" fmla="*/ 496 h 1522"/>
                <a:gd name="T16" fmla="*/ 353 w 1523"/>
                <a:gd name="T17" fmla="*/ 308 h 1522"/>
                <a:gd name="T18" fmla="*/ 363 w 1523"/>
                <a:gd name="T19" fmla="*/ 303 h 1522"/>
                <a:gd name="T20" fmla="*/ 550 w 1523"/>
                <a:gd name="T21" fmla="*/ 359 h 1522"/>
                <a:gd name="T22" fmla="*/ 964 w 1523"/>
                <a:gd name="T23" fmla="*/ 1128 h 1522"/>
                <a:gd name="T24" fmla="*/ 908 w 1523"/>
                <a:gd name="T25" fmla="*/ 1315 h 1522"/>
                <a:gd name="T26" fmla="*/ 761 w 1523"/>
                <a:gd name="T27" fmla="*/ 0 h 1522"/>
                <a:gd name="T28" fmla="*/ 0 w 1523"/>
                <a:gd name="T29" fmla="*/ 761 h 1522"/>
                <a:gd name="T30" fmla="*/ 761 w 1523"/>
                <a:gd name="T31" fmla="*/ 1522 h 1522"/>
                <a:gd name="T32" fmla="*/ 1522 w 1523"/>
                <a:gd name="T33" fmla="*/ 761 h 1522"/>
                <a:gd name="T34" fmla="*/ 761 w 1523"/>
                <a:gd name="T35" fmla="*/ 0 h 1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23" h="1522">
                  <a:moveTo>
                    <a:pt x="1075" y="1101"/>
                  </a:moveTo>
                  <a:cubicBezTo>
                    <a:pt x="753" y="505"/>
                    <a:pt x="753" y="505"/>
                    <a:pt x="753" y="505"/>
                  </a:cubicBezTo>
                  <a:cubicBezTo>
                    <a:pt x="918" y="416"/>
                    <a:pt x="1124" y="478"/>
                    <a:pt x="1213" y="643"/>
                  </a:cubicBezTo>
                  <a:cubicBezTo>
                    <a:pt x="1301" y="807"/>
                    <a:pt x="1240" y="1012"/>
                    <a:pt x="1075" y="1101"/>
                  </a:cubicBezTo>
                  <a:close/>
                  <a:moveTo>
                    <a:pt x="908" y="1315"/>
                  </a:moveTo>
                  <a:cubicBezTo>
                    <a:pt x="898" y="1320"/>
                    <a:pt x="898" y="1320"/>
                    <a:pt x="898" y="1320"/>
                  </a:cubicBezTo>
                  <a:cubicBezTo>
                    <a:pt x="831" y="1357"/>
                    <a:pt x="747" y="1331"/>
                    <a:pt x="711" y="1264"/>
                  </a:cubicBezTo>
                  <a:cubicBezTo>
                    <a:pt x="297" y="496"/>
                    <a:pt x="297" y="496"/>
                    <a:pt x="297" y="496"/>
                  </a:cubicBezTo>
                  <a:cubicBezTo>
                    <a:pt x="260" y="429"/>
                    <a:pt x="286" y="345"/>
                    <a:pt x="353" y="308"/>
                  </a:cubicBezTo>
                  <a:cubicBezTo>
                    <a:pt x="363" y="303"/>
                    <a:pt x="363" y="303"/>
                    <a:pt x="363" y="303"/>
                  </a:cubicBezTo>
                  <a:cubicBezTo>
                    <a:pt x="430" y="267"/>
                    <a:pt x="514" y="291"/>
                    <a:pt x="550" y="359"/>
                  </a:cubicBezTo>
                  <a:cubicBezTo>
                    <a:pt x="964" y="1128"/>
                    <a:pt x="964" y="1128"/>
                    <a:pt x="964" y="1128"/>
                  </a:cubicBezTo>
                  <a:cubicBezTo>
                    <a:pt x="999" y="1195"/>
                    <a:pt x="974" y="1278"/>
                    <a:pt x="908" y="1315"/>
                  </a:cubicBezTo>
                  <a:close/>
                  <a:moveTo>
                    <a:pt x="761" y="0"/>
                  </a:moveTo>
                  <a:cubicBezTo>
                    <a:pt x="341" y="0"/>
                    <a:pt x="0" y="340"/>
                    <a:pt x="0" y="761"/>
                  </a:cubicBezTo>
                  <a:cubicBezTo>
                    <a:pt x="0" y="1181"/>
                    <a:pt x="341" y="1522"/>
                    <a:pt x="761" y="1522"/>
                  </a:cubicBezTo>
                  <a:cubicBezTo>
                    <a:pt x="1181" y="1522"/>
                    <a:pt x="1522" y="1181"/>
                    <a:pt x="1522" y="761"/>
                  </a:cubicBezTo>
                  <a:cubicBezTo>
                    <a:pt x="1523" y="340"/>
                    <a:pt x="1182" y="0"/>
                    <a:pt x="7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3" name="Freeform 22">
              <a:extLst>
                <a:ext uri="{FF2B5EF4-FFF2-40B4-BE49-F238E27FC236}">
                  <a16:creationId xmlns:a16="http://schemas.microsoft.com/office/drawing/2014/main" id="{E2058B9E-6C38-47DA-95C6-4B848B127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" y="-1949"/>
              <a:ext cx="39" cy="56"/>
            </a:xfrm>
            <a:custGeom>
              <a:avLst/>
              <a:gdLst>
                <a:gd name="T0" fmla="*/ 39 w 39"/>
                <a:gd name="T1" fmla="*/ 0 h 56"/>
                <a:gd name="T2" fmla="*/ 0 w 39"/>
                <a:gd name="T3" fmla="*/ 0 h 56"/>
                <a:gd name="T4" fmla="*/ 0 w 39"/>
                <a:gd name="T5" fmla="*/ 7 h 56"/>
                <a:gd name="T6" fmla="*/ 16 w 39"/>
                <a:gd name="T7" fmla="*/ 7 h 56"/>
                <a:gd name="T8" fmla="*/ 16 w 39"/>
                <a:gd name="T9" fmla="*/ 56 h 56"/>
                <a:gd name="T10" fmla="*/ 23 w 39"/>
                <a:gd name="T11" fmla="*/ 56 h 56"/>
                <a:gd name="T12" fmla="*/ 23 w 39"/>
                <a:gd name="T13" fmla="*/ 7 h 56"/>
                <a:gd name="T14" fmla="*/ 39 w 39"/>
                <a:gd name="T15" fmla="*/ 7 h 56"/>
                <a:gd name="T16" fmla="*/ 39 w 39"/>
                <a:gd name="T1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56">
                  <a:moveTo>
                    <a:pt x="39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16" y="7"/>
                  </a:lnTo>
                  <a:lnTo>
                    <a:pt x="16" y="56"/>
                  </a:lnTo>
                  <a:lnTo>
                    <a:pt x="23" y="56"/>
                  </a:lnTo>
                  <a:lnTo>
                    <a:pt x="23" y="7"/>
                  </a:lnTo>
                  <a:lnTo>
                    <a:pt x="39" y="7"/>
                  </a:lnTo>
                  <a:lnTo>
                    <a:pt x="3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4" name="Freeform 23">
              <a:extLst>
                <a:ext uri="{FF2B5EF4-FFF2-40B4-BE49-F238E27FC236}">
                  <a16:creationId xmlns:a16="http://schemas.microsoft.com/office/drawing/2014/main" id="{69952878-1E4A-4B62-9FB9-A940A59A8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1" y="-1949"/>
              <a:ext cx="51" cy="56"/>
            </a:xfrm>
            <a:custGeom>
              <a:avLst/>
              <a:gdLst>
                <a:gd name="T0" fmla="*/ 51 w 51"/>
                <a:gd name="T1" fmla="*/ 0 h 56"/>
                <a:gd name="T2" fmla="*/ 43 w 51"/>
                <a:gd name="T3" fmla="*/ 0 h 56"/>
                <a:gd name="T4" fmla="*/ 26 w 51"/>
                <a:gd name="T5" fmla="*/ 30 h 56"/>
                <a:gd name="T6" fmla="*/ 8 w 51"/>
                <a:gd name="T7" fmla="*/ 0 h 56"/>
                <a:gd name="T8" fmla="*/ 0 w 51"/>
                <a:gd name="T9" fmla="*/ 0 h 56"/>
                <a:gd name="T10" fmla="*/ 0 w 51"/>
                <a:gd name="T11" fmla="*/ 56 h 56"/>
                <a:gd name="T12" fmla="*/ 7 w 51"/>
                <a:gd name="T13" fmla="*/ 56 h 56"/>
                <a:gd name="T14" fmla="*/ 7 w 51"/>
                <a:gd name="T15" fmla="*/ 12 h 56"/>
                <a:gd name="T16" fmla="*/ 25 w 51"/>
                <a:gd name="T17" fmla="*/ 43 h 56"/>
                <a:gd name="T18" fmla="*/ 26 w 51"/>
                <a:gd name="T19" fmla="*/ 43 h 56"/>
                <a:gd name="T20" fmla="*/ 44 w 51"/>
                <a:gd name="T21" fmla="*/ 12 h 56"/>
                <a:gd name="T22" fmla="*/ 44 w 51"/>
                <a:gd name="T23" fmla="*/ 56 h 56"/>
                <a:gd name="T24" fmla="*/ 51 w 51"/>
                <a:gd name="T25" fmla="*/ 56 h 56"/>
                <a:gd name="T26" fmla="*/ 51 w 51"/>
                <a:gd name="T2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" h="56">
                  <a:moveTo>
                    <a:pt x="51" y="0"/>
                  </a:moveTo>
                  <a:lnTo>
                    <a:pt x="43" y="0"/>
                  </a:lnTo>
                  <a:lnTo>
                    <a:pt x="26" y="3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56"/>
                  </a:lnTo>
                  <a:lnTo>
                    <a:pt x="7" y="56"/>
                  </a:lnTo>
                  <a:lnTo>
                    <a:pt x="7" y="1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44" y="12"/>
                  </a:lnTo>
                  <a:lnTo>
                    <a:pt x="44" y="56"/>
                  </a:lnTo>
                  <a:lnTo>
                    <a:pt x="51" y="56"/>
                  </a:lnTo>
                  <a:lnTo>
                    <a:pt x="5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711200" y="1800000"/>
            <a:ext cx="8161338" cy="2966400"/>
          </a:xfrm>
        </p:spPr>
        <p:txBody>
          <a:bodyPr anchor="t"/>
          <a:lstStyle>
            <a:lvl1pPr algn="l"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711200" y="5108400"/>
            <a:ext cx="8161338" cy="669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2800">
                <a:solidFill>
                  <a:schemeClr val="accent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>
          <a:xfrm>
            <a:off x="711200" y="5882400"/>
            <a:ext cx="8161338" cy="248400"/>
          </a:xfrm>
        </p:spPr>
        <p:txBody>
          <a:bodyPr lIns="0" tIns="0" rIns="0" bIns="0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404BD7CB-3877-4C53-A7FC-F221A9D77A13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4134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1448D7-72BF-4698-B836-793DCBBD2678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9" name="AutoShape 3">
            <a:extLst>
              <a:ext uri="{FF2B5EF4-FFF2-40B4-BE49-F238E27FC236}">
                <a16:creationId xmlns:a16="http://schemas.microsoft.com/office/drawing/2014/main" id="{7DC0E4CD-440E-4322-B6B6-C448855F2870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712301" y="719138"/>
            <a:ext cx="3192604" cy="452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31DB21ED-C330-4682-B6F7-3B3FF9D4CBE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783536" y="807737"/>
            <a:ext cx="24881" cy="276721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" name="Freeform 6">
            <a:extLst>
              <a:ext uri="{FF2B5EF4-FFF2-40B4-BE49-F238E27FC236}">
                <a16:creationId xmlns:a16="http://schemas.microsoft.com/office/drawing/2014/main" id="{1A15BD3B-54EC-4474-8A13-A6CCE0CA73D2}"/>
              </a:ext>
            </a:extLst>
          </p:cNvPr>
          <p:cNvSpPr>
            <a:spLocks/>
          </p:cNvSpPr>
          <p:nvPr/>
        </p:nvSpPr>
        <p:spPr bwMode="black">
          <a:xfrm>
            <a:off x="2404788" y="810165"/>
            <a:ext cx="112266" cy="274294"/>
          </a:xfrm>
          <a:custGeom>
            <a:avLst/>
            <a:gdLst>
              <a:gd name="T0" fmla="*/ 376 w 378"/>
              <a:gd name="T1" fmla="*/ 13 h 923"/>
              <a:gd name="T2" fmla="*/ 376 w 378"/>
              <a:gd name="T3" fmla="*/ 94 h 923"/>
              <a:gd name="T4" fmla="*/ 193 w 378"/>
              <a:gd name="T5" fmla="*/ 258 h 923"/>
              <a:gd name="T6" fmla="*/ 193 w 378"/>
              <a:gd name="T7" fmla="*/ 284 h 923"/>
              <a:gd name="T8" fmla="*/ 378 w 378"/>
              <a:gd name="T9" fmla="*/ 284 h 923"/>
              <a:gd name="T10" fmla="*/ 378 w 378"/>
              <a:gd name="T11" fmla="*/ 365 h 923"/>
              <a:gd name="T12" fmla="*/ 193 w 378"/>
              <a:gd name="T13" fmla="*/ 365 h 923"/>
              <a:gd name="T14" fmla="*/ 193 w 378"/>
              <a:gd name="T15" fmla="*/ 923 h 923"/>
              <a:gd name="T16" fmla="*/ 109 w 378"/>
              <a:gd name="T17" fmla="*/ 923 h 923"/>
              <a:gd name="T18" fmla="*/ 109 w 378"/>
              <a:gd name="T19" fmla="*/ 366 h 923"/>
              <a:gd name="T20" fmla="*/ 0 w 378"/>
              <a:gd name="T21" fmla="*/ 366 h 923"/>
              <a:gd name="T22" fmla="*/ 0 w 378"/>
              <a:gd name="T23" fmla="*/ 285 h 923"/>
              <a:gd name="T24" fmla="*/ 109 w 378"/>
              <a:gd name="T25" fmla="*/ 285 h 923"/>
              <a:gd name="T26" fmla="*/ 109 w 378"/>
              <a:gd name="T27" fmla="*/ 259 h 923"/>
              <a:gd name="T28" fmla="*/ 376 w 378"/>
              <a:gd name="T29" fmla="*/ 1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8" h="923">
                <a:moveTo>
                  <a:pt x="376" y="13"/>
                </a:moveTo>
                <a:cubicBezTo>
                  <a:pt x="376" y="94"/>
                  <a:pt x="376" y="94"/>
                  <a:pt x="376" y="94"/>
                </a:cubicBezTo>
                <a:cubicBezTo>
                  <a:pt x="251" y="85"/>
                  <a:pt x="191" y="135"/>
                  <a:pt x="193" y="258"/>
                </a:cubicBezTo>
                <a:cubicBezTo>
                  <a:pt x="193" y="284"/>
                  <a:pt x="193" y="284"/>
                  <a:pt x="193" y="284"/>
                </a:cubicBezTo>
                <a:cubicBezTo>
                  <a:pt x="378" y="284"/>
                  <a:pt x="378" y="284"/>
                  <a:pt x="378" y="284"/>
                </a:cubicBezTo>
                <a:cubicBezTo>
                  <a:pt x="378" y="365"/>
                  <a:pt x="378" y="365"/>
                  <a:pt x="378" y="365"/>
                </a:cubicBezTo>
                <a:cubicBezTo>
                  <a:pt x="193" y="365"/>
                  <a:pt x="193" y="365"/>
                  <a:pt x="193" y="365"/>
                </a:cubicBezTo>
                <a:cubicBezTo>
                  <a:pt x="193" y="923"/>
                  <a:pt x="193" y="923"/>
                  <a:pt x="193" y="923"/>
                </a:cubicBezTo>
                <a:cubicBezTo>
                  <a:pt x="109" y="923"/>
                  <a:pt x="109" y="923"/>
                  <a:pt x="109" y="923"/>
                </a:cubicBezTo>
                <a:cubicBezTo>
                  <a:pt x="109" y="366"/>
                  <a:pt x="109" y="366"/>
                  <a:pt x="109" y="366"/>
                </a:cubicBezTo>
                <a:cubicBezTo>
                  <a:pt x="0" y="366"/>
                  <a:pt x="0" y="366"/>
                  <a:pt x="0" y="366"/>
                </a:cubicBezTo>
                <a:cubicBezTo>
                  <a:pt x="0" y="285"/>
                  <a:pt x="0" y="285"/>
                  <a:pt x="0" y="285"/>
                </a:cubicBezTo>
                <a:cubicBezTo>
                  <a:pt x="109" y="285"/>
                  <a:pt x="109" y="285"/>
                  <a:pt x="109" y="285"/>
                </a:cubicBezTo>
                <a:cubicBezTo>
                  <a:pt x="109" y="259"/>
                  <a:pt x="109" y="259"/>
                  <a:pt x="109" y="259"/>
                </a:cubicBezTo>
                <a:cubicBezTo>
                  <a:pt x="107" y="93"/>
                  <a:pt x="203" y="0"/>
                  <a:pt x="376" y="1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093EBB2C-F01D-42EB-9105-BABB594F6202}"/>
              </a:ext>
            </a:extLst>
          </p:cNvPr>
          <p:cNvSpPr>
            <a:spLocks noEditPoints="1"/>
          </p:cNvSpPr>
          <p:nvPr/>
        </p:nvSpPr>
        <p:spPr bwMode="black">
          <a:xfrm>
            <a:off x="1295478" y="819267"/>
            <a:ext cx="203293" cy="270653"/>
          </a:xfrm>
          <a:custGeom>
            <a:avLst/>
            <a:gdLst>
              <a:gd name="T0" fmla="*/ 165 w 685"/>
              <a:gd name="T1" fmla="*/ 574 h 911"/>
              <a:gd name="T2" fmla="*/ 342 w 685"/>
              <a:gd name="T3" fmla="*/ 754 h 911"/>
              <a:gd name="T4" fmla="*/ 520 w 685"/>
              <a:gd name="T5" fmla="*/ 574 h 911"/>
              <a:gd name="T6" fmla="*/ 342 w 685"/>
              <a:gd name="T7" fmla="*/ 395 h 911"/>
              <a:gd name="T8" fmla="*/ 165 w 685"/>
              <a:gd name="T9" fmla="*/ 574 h 911"/>
              <a:gd name="T10" fmla="*/ 165 w 685"/>
              <a:gd name="T11" fmla="*/ 330 h 911"/>
              <a:gd name="T12" fmla="*/ 372 w 685"/>
              <a:gd name="T13" fmla="*/ 238 h 911"/>
              <a:gd name="T14" fmla="*/ 685 w 685"/>
              <a:gd name="T15" fmla="*/ 574 h 911"/>
              <a:gd name="T16" fmla="*/ 372 w 685"/>
              <a:gd name="T17" fmla="*/ 911 h 911"/>
              <a:gd name="T18" fmla="*/ 165 w 685"/>
              <a:gd name="T19" fmla="*/ 819 h 911"/>
              <a:gd name="T20" fmla="*/ 165 w 685"/>
              <a:gd name="T21" fmla="*/ 893 h 911"/>
              <a:gd name="T22" fmla="*/ 0 w 685"/>
              <a:gd name="T23" fmla="*/ 893 h 911"/>
              <a:gd name="T24" fmla="*/ 0 w 685"/>
              <a:gd name="T25" fmla="*/ 0 h 911"/>
              <a:gd name="T26" fmla="*/ 165 w 685"/>
              <a:gd name="T27" fmla="*/ 0 h 911"/>
              <a:gd name="T28" fmla="*/ 165 w 685"/>
              <a:gd name="T29" fmla="*/ 33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165" y="574"/>
                </a:moveTo>
                <a:cubicBezTo>
                  <a:pt x="165" y="681"/>
                  <a:pt x="241" y="754"/>
                  <a:pt x="342" y="754"/>
                </a:cubicBezTo>
                <a:cubicBezTo>
                  <a:pt x="444" y="754"/>
                  <a:pt x="520" y="681"/>
                  <a:pt x="520" y="574"/>
                </a:cubicBezTo>
                <a:cubicBezTo>
                  <a:pt x="520" y="467"/>
                  <a:pt x="444" y="395"/>
                  <a:pt x="342" y="395"/>
                </a:cubicBezTo>
                <a:cubicBezTo>
                  <a:pt x="241" y="395"/>
                  <a:pt x="165" y="467"/>
                  <a:pt x="165" y="574"/>
                </a:cubicBezTo>
                <a:close/>
                <a:moveTo>
                  <a:pt x="165" y="330"/>
                </a:moveTo>
                <a:cubicBezTo>
                  <a:pt x="212" y="272"/>
                  <a:pt x="279" y="238"/>
                  <a:pt x="372" y="238"/>
                </a:cubicBezTo>
                <a:cubicBezTo>
                  <a:pt x="544" y="238"/>
                  <a:pt x="685" y="385"/>
                  <a:pt x="685" y="574"/>
                </a:cubicBezTo>
                <a:cubicBezTo>
                  <a:pt x="685" y="764"/>
                  <a:pt x="544" y="911"/>
                  <a:pt x="372" y="911"/>
                </a:cubicBezTo>
                <a:cubicBezTo>
                  <a:pt x="280" y="911"/>
                  <a:pt x="212" y="877"/>
                  <a:pt x="165" y="819"/>
                </a:cubicBezTo>
                <a:cubicBezTo>
                  <a:pt x="165" y="893"/>
                  <a:pt x="165" y="893"/>
                  <a:pt x="165" y="893"/>
                </a:cubicBezTo>
                <a:cubicBezTo>
                  <a:pt x="0" y="893"/>
                  <a:pt x="0" y="893"/>
                  <a:pt x="0" y="893"/>
                </a:cubicBezTo>
                <a:cubicBezTo>
                  <a:pt x="0" y="0"/>
                  <a:pt x="0" y="0"/>
                  <a:pt x="0" y="0"/>
                </a:cubicBezTo>
                <a:cubicBezTo>
                  <a:pt x="165" y="0"/>
                  <a:pt x="165" y="0"/>
                  <a:pt x="165" y="0"/>
                </a:cubicBezTo>
                <a:lnTo>
                  <a:pt x="165" y="33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D1B81B56-A400-4FC6-B5D0-4AA245EFB910}"/>
              </a:ext>
            </a:extLst>
          </p:cNvPr>
          <p:cNvSpPr>
            <a:spLocks/>
          </p:cNvSpPr>
          <p:nvPr/>
        </p:nvSpPr>
        <p:spPr bwMode="black">
          <a:xfrm>
            <a:off x="1528506" y="890875"/>
            <a:ext cx="106198" cy="193583"/>
          </a:xfrm>
          <a:custGeom>
            <a:avLst/>
            <a:gdLst>
              <a:gd name="T0" fmla="*/ 164 w 358"/>
              <a:gd name="T1" fmla="*/ 13 h 652"/>
              <a:gd name="T2" fmla="*/ 164 w 358"/>
              <a:gd name="T3" fmla="*/ 123 h 652"/>
              <a:gd name="T4" fmla="*/ 358 w 358"/>
              <a:gd name="T5" fmla="*/ 0 h 652"/>
              <a:gd name="T6" fmla="*/ 358 w 358"/>
              <a:gd name="T7" fmla="*/ 184 h 652"/>
              <a:gd name="T8" fmla="*/ 164 w 358"/>
              <a:gd name="T9" fmla="*/ 346 h 652"/>
              <a:gd name="T10" fmla="*/ 164 w 358"/>
              <a:gd name="T11" fmla="*/ 652 h 652"/>
              <a:gd name="T12" fmla="*/ 0 w 358"/>
              <a:gd name="T13" fmla="*/ 652 h 652"/>
              <a:gd name="T14" fmla="*/ 0 w 358"/>
              <a:gd name="T15" fmla="*/ 13 h 652"/>
              <a:gd name="T16" fmla="*/ 164 w 358"/>
              <a:gd name="T17" fmla="*/ 13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8" h="652">
                <a:moveTo>
                  <a:pt x="164" y="13"/>
                </a:moveTo>
                <a:cubicBezTo>
                  <a:pt x="164" y="123"/>
                  <a:pt x="164" y="123"/>
                  <a:pt x="164" y="123"/>
                </a:cubicBezTo>
                <a:cubicBezTo>
                  <a:pt x="196" y="35"/>
                  <a:pt x="277" y="0"/>
                  <a:pt x="358" y="0"/>
                </a:cubicBezTo>
                <a:cubicBezTo>
                  <a:pt x="358" y="184"/>
                  <a:pt x="358" y="184"/>
                  <a:pt x="358" y="184"/>
                </a:cubicBezTo>
                <a:cubicBezTo>
                  <a:pt x="272" y="173"/>
                  <a:pt x="164" y="212"/>
                  <a:pt x="164" y="346"/>
                </a:cubicBezTo>
                <a:cubicBezTo>
                  <a:pt x="164" y="652"/>
                  <a:pt x="164" y="652"/>
                  <a:pt x="164" y="652"/>
                </a:cubicBezTo>
                <a:cubicBezTo>
                  <a:pt x="0" y="652"/>
                  <a:pt x="0" y="652"/>
                  <a:pt x="0" y="652"/>
                </a:cubicBezTo>
                <a:cubicBezTo>
                  <a:pt x="0" y="13"/>
                  <a:pt x="0" y="13"/>
                  <a:pt x="0" y="13"/>
                </a:cubicBezTo>
                <a:lnTo>
                  <a:pt x="164" y="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4" name="Freeform 9">
            <a:extLst>
              <a:ext uri="{FF2B5EF4-FFF2-40B4-BE49-F238E27FC236}">
                <a16:creationId xmlns:a16="http://schemas.microsoft.com/office/drawing/2014/main" id="{0D389DA5-B7D3-4BC1-859E-DE18230A4D1F}"/>
              </a:ext>
            </a:extLst>
          </p:cNvPr>
          <p:cNvSpPr>
            <a:spLocks noEditPoints="1"/>
          </p:cNvSpPr>
          <p:nvPr/>
        </p:nvSpPr>
        <p:spPr bwMode="black">
          <a:xfrm>
            <a:off x="1652302" y="889661"/>
            <a:ext cx="195404" cy="199652"/>
          </a:xfrm>
          <a:custGeom>
            <a:avLst/>
            <a:gdLst>
              <a:gd name="T0" fmla="*/ 172 w 660"/>
              <a:gd name="T1" fmla="*/ 277 h 673"/>
              <a:gd name="T2" fmla="*/ 338 w 660"/>
              <a:gd name="T3" fmla="*/ 147 h 673"/>
              <a:gd name="T4" fmla="*/ 497 w 660"/>
              <a:gd name="T5" fmla="*/ 277 h 673"/>
              <a:gd name="T6" fmla="*/ 172 w 660"/>
              <a:gd name="T7" fmla="*/ 277 h 673"/>
              <a:gd name="T8" fmla="*/ 173 w 660"/>
              <a:gd name="T9" fmla="*/ 405 h 673"/>
              <a:gd name="T10" fmla="*/ 654 w 660"/>
              <a:gd name="T11" fmla="*/ 405 h 673"/>
              <a:gd name="T12" fmla="*/ 660 w 660"/>
              <a:gd name="T13" fmla="*/ 337 h 673"/>
              <a:gd name="T14" fmla="*/ 337 w 660"/>
              <a:gd name="T15" fmla="*/ 0 h 673"/>
              <a:gd name="T16" fmla="*/ 0 w 660"/>
              <a:gd name="T17" fmla="*/ 337 h 673"/>
              <a:gd name="T18" fmla="*/ 350 w 660"/>
              <a:gd name="T19" fmla="*/ 673 h 673"/>
              <a:gd name="T20" fmla="*/ 628 w 660"/>
              <a:gd name="T21" fmla="*/ 537 h 673"/>
              <a:gd name="T22" fmla="*/ 495 w 660"/>
              <a:gd name="T23" fmla="*/ 461 h 673"/>
              <a:gd name="T24" fmla="*/ 353 w 660"/>
              <a:gd name="T25" fmla="*/ 524 h 673"/>
              <a:gd name="T26" fmla="*/ 173 w 660"/>
              <a:gd name="T27" fmla="*/ 405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60" h="673">
                <a:moveTo>
                  <a:pt x="172" y="277"/>
                </a:moveTo>
                <a:cubicBezTo>
                  <a:pt x="191" y="196"/>
                  <a:pt x="251" y="147"/>
                  <a:pt x="338" y="147"/>
                </a:cubicBezTo>
                <a:cubicBezTo>
                  <a:pt x="408" y="147"/>
                  <a:pt x="476" y="185"/>
                  <a:pt x="497" y="277"/>
                </a:cubicBezTo>
                <a:lnTo>
                  <a:pt x="172" y="277"/>
                </a:lnTo>
                <a:close/>
                <a:moveTo>
                  <a:pt x="173" y="405"/>
                </a:moveTo>
                <a:cubicBezTo>
                  <a:pt x="654" y="405"/>
                  <a:pt x="654" y="405"/>
                  <a:pt x="654" y="405"/>
                </a:cubicBezTo>
                <a:cubicBezTo>
                  <a:pt x="657" y="382"/>
                  <a:pt x="660" y="361"/>
                  <a:pt x="660" y="337"/>
                </a:cubicBezTo>
                <a:cubicBezTo>
                  <a:pt x="660" y="149"/>
                  <a:pt x="526" y="0"/>
                  <a:pt x="337" y="0"/>
                </a:cubicBezTo>
                <a:cubicBezTo>
                  <a:pt x="136" y="0"/>
                  <a:pt x="0" y="147"/>
                  <a:pt x="0" y="337"/>
                </a:cubicBezTo>
                <a:cubicBezTo>
                  <a:pt x="0" y="528"/>
                  <a:pt x="136" y="673"/>
                  <a:pt x="350" y="673"/>
                </a:cubicBezTo>
                <a:cubicBezTo>
                  <a:pt x="473" y="673"/>
                  <a:pt x="568" y="623"/>
                  <a:pt x="628" y="537"/>
                </a:cubicBezTo>
                <a:cubicBezTo>
                  <a:pt x="495" y="461"/>
                  <a:pt x="495" y="461"/>
                  <a:pt x="495" y="461"/>
                </a:cubicBezTo>
                <a:cubicBezTo>
                  <a:pt x="466" y="499"/>
                  <a:pt x="416" y="524"/>
                  <a:pt x="353" y="524"/>
                </a:cubicBezTo>
                <a:cubicBezTo>
                  <a:pt x="267" y="526"/>
                  <a:pt x="197" y="489"/>
                  <a:pt x="173" y="40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A827EC39-2885-4B2C-AB68-C1D0E8DBC865}"/>
              </a:ext>
            </a:extLst>
          </p:cNvPr>
          <p:cNvSpPr>
            <a:spLocks noEditPoints="1"/>
          </p:cNvSpPr>
          <p:nvPr/>
        </p:nvSpPr>
        <p:spPr bwMode="black">
          <a:xfrm>
            <a:off x="1870765" y="889661"/>
            <a:ext cx="202686" cy="200259"/>
          </a:xfrm>
          <a:custGeom>
            <a:avLst/>
            <a:gdLst>
              <a:gd name="T0" fmla="*/ 166 w 684"/>
              <a:gd name="T1" fmla="*/ 338 h 675"/>
              <a:gd name="T2" fmla="*/ 343 w 684"/>
              <a:gd name="T3" fmla="*/ 518 h 675"/>
              <a:gd name="T4" fmla="*/ 521 w 684"/>
              <a:gd name="T5" fmla="*/ 338 h 675"/>
              <a:gd name="T6" fmla="*/ 343 w 684"/>
              <a:gd name="T7" fmla="*/ 159 h 675"/>
              <a:gd name="T8" fmla="*/ 166 w 684"/>
              <a:gd name="T9" fmla="*/ 338 h 675"/>
              <a:gd name="T10" fmla="*/ 519 w 684"/>
              <a:gd name="T11" fmla="*/ 94 h 675"/>
              <a:gd name="T12" fmla="*/ 519 w 684"/>
              <a:gd name="T13" fmla="*/ 19 h 675"/>
              <a:gd name="T14" fmla="*/ 684 w 684"/>
              <a:gd name="T15" fmla="*/ 19 h 675"/>
              <a:gd name="T16" fmla="*/ 684 w 684"/>
              <a:gd name="T17" fmla="*/ 657 h 675"/>
              <a:gd name="T18" fmla="*/ 519 w 684"/>
              <a:gd name="T19" fmla="*/ 657 h 675"/>
              <a:gd name="T20" fmla="*/ 519 w 684"/>
              <a:gd name="T21" fmla="*/ 583 h 675"/>
              <a:gd name="T22" fmla="*/ 310 w 684"/>
              <a:gd name="T23" fmla="*/ 675 h 675"/>
              <a:gd name="T24" fmla="*/ 0 w 684"/>
              <a:gd name="T25" fmla="*/ 338 h 675"/>
              <a:gd name="T26" fmla="*/ 310 w 684"/>
              <a:gd name="T27" fmla="*/ 2 h 675"/>
              <a:gd name="T28" fmla="*/ 519 w 684"/>
              <a:gd name="T29" fmla="*/ 94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4" h="675">
                <a:moveTo>
                  <a:pt x="166" y="338"/>
                </a:moveTo>
                <a:cubicBezTo>
                  <a:pt x="166" y="445"/>
                  <a:pt x="241" y="518"/>
                  <a:pt x="343" y="518"/>
                </a:cubicBezTo>
                <a:cubicBezTo>
                  <a:pt x="445" y="518"/>
                  <a:pt x="521" y="445"/>
                  <a:pt x="521" y="338"/>
                </a:cubicBezTo>
                <a:cubicBezTo>
                  <a:pt x="521" y="231"/>
                  <a:pt x="446" y="159"/>
                  <a:pt x="343" y="159"/>
                </a:cubicBezTo>
                <a:cubicBezTo>
                  <a:pt x="241" y="159"/>
                  <a:pt x="166" y="231"/>
                  <a:pt x="166" y="338"/>
                </a:cubicBezTo>
                <a:close/>
                <a:moveTo>
                  <a:pt x="519" y="94"/>
                </a:moveTo>
                <a:cubicBezTo>
                  <a:pt x="519" y="19"/>
                  <a:pt x="519" y="19"/>
                  <a:pt x="519" y="19"/>
                </a:cubicBezTo>
                <a:cubicBezTo>
                  <a:pt x="684" y="19"/>
                  <a:pt x="684" y="19"/>
                  <a:pt x="684" y="19"/>
                </a:cubicBezTo>
                <a:cubicBezTo>
                  <a:pt x="684" y="657"/>
                  <a:pt x="684" y="657"/>
                  <a:pt x="684" y="657"/>
                </a:cubicBezTo>
                <a:cubicBezTo>
                  <a:pt x="519" y="657"/>
                  <a:pt x="519" y="657"/>
                  <a:pt x="519" y="657"/>
                </a:cubicBezTo>
                <a:cubicBezTo>
                  <a:pt x="519" y="583"/>
                  <a:pt x="519" y="583"/>
                  <a:pt x="519" y="583"/>
                </a:cubicBezTo>
                <a:cubicBezTo>
                  <a:pt x="472" y="641"/>
                  <a:pt x="404" y="675"/>
                  <a:pt x="310" y="675"/>
                </a:cubicBezTo>
                <a:cubicBezTo>
                  <a:pt x="140" y="675"/>
                  <a:pt x="0" y="529"/>
                  <a:pt x="0" y="338"/>
                </a:cubicBezTo>
                <a:cubicBezTo>
                  <a:pt x="0" y="149"/>
                  <a:pt x="140" y="2"/>
                  <a:pt x="310" y="2"/>
                </a:cubicBezTo>
                <a:cubicBezTo>
                  <a:pt x="404" y="0"/>
                  <a:pt x="472" y="36"/>
                  <a:pt x="519" y="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93792EB4-BAE6-415E-83A4-BA463AEEFC0A}"/>
              </a:ext>
            </a:extLst>
          </p:cNvPr>
          <p:cNvSpPr>
            <a:spLocks noEditPoints="1"/>
          </p:cNvSpPr>
          <p:nvPr/>
        </p:nvSpPr>
        <p:spPr bwMode="black">
          <a:xfrm>
            <a:off x="2100152" y="819267"/>
            <a:ext cx="202686" cy="270653"/>
          </a:xfrm>
          <a:custGeom>
            <a:avLst/>
            <a:gdLst>
              <a:gd name="T0" fmla="*/ 344 w 685"/>
              <a:gd name="T1" fmla="*/ 754 h 911"/>
              <a:gd name="T2" fmla="*/ 165 w 685"/>
              <a:gd name="T3" fmla="*/ 574 h 911"/>
              <a:gd name="T4" fmla="*/ 344 w 685"/>
              <a:gd name="T5" fmla="*/ 395 h 911"/>
              <a:gd name="T6" fmla="*/ 520 w 685"/>
              <a:gd name="T7" fmla="*/ 574 h 911"/>
              <a:gd name="T8" fmla="*/ 344 w 685"/>
              <a:gd name="T9" fmla="*/ 754 h 911"/>
              <a:gd name="T10" fmla="*/ 520 w 685"/>
              <a:gd name="T11" fmla="*/ 0 h 911"/>
              <a:gd name="T12" fmla="*/ 520 w 685"/>
              <a:gd name="T13" fmla="*/ 330 h 911"/>
              <a:gd name="T14" fmla="*/ 313 w 685"/>
              <a:gd name="T15" fmla="*/ 238 h 911"/>
              <a:gd name="T16" fmla="*/ 0 w 685"/>
              <a:gd name="T17" fmla="*/ 574 h 911"/>
              <a:gd name="T18" fmla="*/ 313 w 685"/>
              <a:gd name="T19" fmla="*/ 911 h 911"/>
              <a:gd name="T20" fmla="*/ 520 w 685"/>
              <a:gd name="T21" fmla="*/ 819 h 911"/>
              <a:gd name="T22" fmla="*/ 520 w 685"/>
              <a:gd name="T23" fmla="*/ 893 h 911"/>
              <a:gd name="T24" fmla="*/ 685 w 685"/>
              <a:gd name="T25" fmla="*/ 893 h 911"/>
              <a:gd name="T26" fmla="*/ 685 w 685"/>
              <a:gd name="T27" fmla="*/ 0 h 911"/>
              <a:gd name="T28" fmla="*/ 520 w 685"/>
              <a:gd name="T29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344" y="754"/>
                </a:moveTo>
                <a:cubicBezTo>
                  <a:pt x="242" y="754"/>
                  <a:pt x="165" y="681"/>
                  <a:pt x="165" y="574"/>
                </a:cubicBezTo>
                <a:cubicBezTo>
                  <a:pt x="165" y="467"/>
                  <a:pt x="240" y="395"/>
                  <a:pt x="344" y="395"/>
                </a:cubicBezTo>
                <a:cubicBezTo>
                  <a:pt x="444" y="395"/>
                  <a:pt x="520" y="467"/>
                  <a:pt x="520" y="574"/>
                </a:cubicBezTo>
                <a:cubicBezTo>
                  <a:pt x="520" y="681"/>
                  <a:pt x="444" y="754"/>
                  <a:pt x="344" y="754"/>
                </a:cubicBezTo>
                <a:close/>
                <a:moveTo>
                  <a:pt x="520" y="0"/>
                </a:moveTo>
                <a:cubicBezTo>
                  <a:pt x="520" y="330"/>
                  <a:pt x="520" y="330"/>
                  <a:pt x="520" y="330"/>
                </a:cubicBezTo>
                <a:cubicBezTo>
                  <a:pt x="473" y="272"/>
                  <a:pt x="407" y="238"/>
                  <a:pt x="313" y="238"/>
                </a:cubicBezTo>
                <a:cubicBezTo>
                  <a:pt x="141" y="238"/>
                  <a:pt x="0" y="385"/>
                  <a:pt x="0" y="574"/>
                </a:cubicBezTo>
                <a:cubicBezTo>
                  <a:pt x="0" y="765"/>
                  <a:pt x="141" y="911"/>
                  <a:pt x="313" y="911"/>
                </a:cubicBezTo>
                <a:cubicBezTo>
                  <a:pt x="405" y="911"/>
                  <a:pt x="473" y="877"/>
                  <a:pt x="520" y="819"/>
                </a:cubicBezTo>
                <a:cubicBezTo>
                  <a:pt x="520" y="893"/>
                  <a:pt x="520" y="893"/>
                  <a:pt x="520" y="893"/>
                </a:cubicBezTo>
                <a:cubicBezTo>
                  <a:pt x="685" y="893"/>
                  <a:pt x="685" y="893"/>
                  <a:pt x="685" y="893"/>
                </a:cubicBezTo>
                <a:cubicBezTo>
                  <a:pt x="685" y="0"/>
                  <a:pt x="685" y="0"/>
                  <a:pt x="685" y="0"/>
                </a:cubicBezTo>
                <a:lnTo>
                  <a:pt x="5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7" name="Freeform 12">
            <a:extLst>
              <a:ext uri="{FF2B5EF4-FFF2-40B4-BE49-F238E27FC236}">
                <a16:creationId xmlns:a16="http://schemas.microsoft.com/office/drawing/2014/main" id="{E5EF11FE-EDD0-4FF6-91FC-967B1DCEEBF4}"/>
              </a:ext>
            </a:extLst>
          </p:cNvPr>
          <p:cNvSpPr>
            <a:spLocks/>
          </p:cNvSpPr>
          <p:nvPr/>
        </p:nvSpPr>
        <p:spPr bwMode="black">
          <a:xfrm>
            <a:off x="2541934" y="818054"/>
            <a:ext cx="36411" cy="36411"/>
          </a:xfrm>
          <a:custGeom>
            <a:avLst/>
            <a:gdLst>
              <a:gd name="T0" fmla="*/ 61 w 123"/>
              <a:gd name="T1" fmla="*/ 123 h 123"/>
              <a:gd name="T2" fmla="*/ 123 w 123"/>
              <a:gd name="T3" fmla="*/ 62 h 123"/>
              <a:gd name="T4" fmla="*/ 61 w 123"/>
              <a:gd name="T5" fmla="*/ 0 h 123"/>
              <a:gd name="T6" fmla="*/ 0 w 123"/>
              <a:gd name="T7" fmla="*/ 62 h 123"/>
              <a:gd name="T8" fmla="*/ 61 w 123"/>
              <a:gd name="T9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61" y="123"/>
                </a:moveTo>
                <a:cubicBezTo>
                  <a:pt x="95" y="123"/>
                  <a:pt x="123" y="94"/>
                  <a:pt x="123" y="62"/>
                </a:cubicBezTo>
                <a:cubicBezTo>
                  <a:pt x="123" y="28"/>
                  <a:pt x="95" y="0"/>
                  <a:pt x="61" y="0"/>
                </a:cubicBezTo>
                <a:cubicBezTo>
                  <a:pt x="27" y="0"/>
                  <a:pt x="0" y="29"/>
                  <a:pt x="0" y="62"/>
                </a:cubicBezTo>
                <a:cubicBezTo>
                  <a:pt x="0" y="94"/>
                  <a:pt x="26" y="123"/>
                  <a:pt x="61" y="12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027A7BD0-7A2F-4C9E-BA77-C445F6E44BE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547396" y="894516"/>
            <a:ext cx="24881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9" name="Freeform 14">
            <a:extLst>
              <a:ext uri="{FF2B5EF4-FFF2-40B4-BE49-F238E27FC236}">
                <a16:creationId xmlns:a16="http://schemas.microsoft.com/office/drawing/2014/main" id="{AF766CE7-9CA9-4ACE-92D6-B35FFE7D4B3E}"/>
              </a:ext>
            </a:extLst>
          </p:cNvPr>
          <p:cNvSpPr>
            <a:spLocks/>
          </p:cNvSpPr>
          <p:nvPr/>
        </p:nvSpPr>
        <p:spPr bwMode="black">
          <a:xfrm>
            <a:off x="2622038" y="890268"/>
            <a:ext cx="162634" cy="194190"/>
          </a:xfrm>
          <a:custGeom>
            <a:avLst/>
            <a:gdLst>
              <a:gd name="T0" fmla="*/ 86 w 549"/>
              <a:gd name="T1" fmla="*/ 115 h 654"/>
              <a:gd name="T2" fmla="*/ 300 w 549"/>
              <a:gd name="T3" fmla="*/ 0 h 654"/>
              <a:gd name="T4" fmla="*/ 549 w 549"/>
              <a:gd name="T5" fmla="*/ 262 h 654"/>
              <a:gd name="T6" fmla="*/ 549 w 549"/>
              <a:gd name="T7" fmla="*/ 654 h 654"/>
              <a:gd name="T8" fmla="*/ 465 w 549"/>
              <a:gd name="T9" fmla="*/ 654 h 654"/>
              <a:gd name="T10" fmla="*/ 465 w 549"/>
              <a:gd name="T11" fmla="*/ 262 h 654"/>
              <a:gd name="T12" fmla="*/ 291 w 549"/>
              <a:gd name="T13" fmla="*/ 83 h 654"/>
              <a:gd name="T14" fmla="*/ 84 w 549"/>
              <a:gd name="T15" fmla="*/ 321 h 654"/>
              <a:gd name="T16" fmla="*/ 84 w 549"/>
              <a:gd name="T17" fmla="*/ 654 h 654"/>
              <a:gd name="T18" fmla="*/ 0 w 549"/>
              <a:gd name="T19" fmla="*/ 654 h 654"/>
              <a:gd name="T20" fmla="*/ 0 w 549"/>
              <a:gd name="T21" fmla="*/ 15 h 654"/>
              <a:gd name="T22" fmla="*/ 84 w 549"/>
              <a:gd name="T23" fmla="*/ 15 h 654"/>
              <a:gd name="T24" fmla="*/ 84 w 549"/>
              <a:gd name="T25" fmla="*/ 115 h 654"/>
              <a:gd name="T26" fmla="*/ 86 w 549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9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49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1" y="83"/>
                </a:cubicBezTo>
                <a:cubicBezTo>
                  <a:pt x="180" y="83"/>
                  <a:pt x="84" y="149"/>
                  <a:pt x="84" y="321"/>
                </a:cubicBezTo>
                <a:cubicBezTo>
                  <a:pt x="84" y="654"/>
                  <a:pt x="84" y="654"/>
                  <a:pt x="84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4" y="15"/>
                  <a:pt x="84" y="15"/>
                  <a:pt x="84" y="15"/>
                </a:cubicBezTo>
                <a:cubicBezTo>
                  <a:pt x="84" y="115"/>
                  <a:pt x="84" y="115"/>
                  <a:pt x="84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0" name="Freeform 15">
            <a:extLst>
              <a:ext uri="{FF2B5EF4-FFF2-40B4-BE49-F238E27FC236}">
                <a16:creationId xmlns:a16="http://schemas.microsoft.com/office/drawing/2014/main" id="{F69BEB82-C01A-4EE2-A626-6A562819AD7A}"/>
              </a:ext>
            </a:extLst>
          </p:cNvPr>
          <p:cNvSpPr>
            <a:spLocks noEditPoints="1"/>
          </p:cNvSpPr>
          <p:nvPr/>
        </p:nvSpPr>
        <p:spPr bwMode="black">
          <a:xfrm>
            <a:off x="2815014" y="890268"/>
            <a:ext cx="199652" cy="199045"/>
          </a:xfrm>
          <a:custGeom>
            <a:avLst/>
            <a:gdLst>
              <a:gd name="T0" fmla="*/ 337 w 672"/>
              <a:gd name="T1" fmla="*/ 587 h 670"/>
              <a:gd name="T2" fmla="*/ 86 w 672"/>
              <a:gd name="T3" fmla="*/ 335 h 670"/>
              <a:gd name="T4" fmla="*/ 337 w 672"/>
              <a:gd name="T5" fmla="*/ 82 h 670"/>
              <a:gd name="T6" fmla="*/ 588 w 672"/>
              <a:gd name="T7" fmla="*/ 335 h 670"/>
              <a:gd name="T8" fmla="*/ 337 w 672"/>
              <a:gd name="T9" fmla="*/ 587 h 670"/>
              <a:gd name="T10" fmla="*/ 588 w 672"/>
              <a:gd name="T11" fmla="*/ 16 h 670"/>
              <a:gd name="T12" fmla="*/ 588 w 672"/>
              <a:gd name="T13" fmla="*/ 140 h 670"/>
              <a:gd name="T14" fmla="*/ 331 w 672"/>
              <a:gd name="T15" fmla="*/ 0 h 670"/>
              <a:gd name="T16" fmla="*/ 0 w 672"/>
              <a:gd name="T17" fmla="*/ 335 h 670"/>
              <a:gd name="T18" fmla="*/ 331 w 672"/>
              <a:gd name="T19" fmla="*/ 670 h 670"/>
              <a:gd name="T20" fmla="*/ 588 w 672"/>
              <a:gd name="T21" fmla="*/ 529 h 670"/>
              <a:gd name="T22" fmla="*/ 588 w 672"/>
              <a:gd name="T23" fmla="*/ 654 h 670"/>
              <a:gd name="T24" fmla="*/ 672 w 672"/>
              <a:gd name="T25" fmla="*/ 654 h 670"/>
              <a:gd name="T26" fmla="*/ 672 w 672"/>
              <a:gd name="T27" fmla="*/ 16 h 670"/>
              <a:gd name="T28" fmla="*/ 588 w 672"/>
              <a:gd name="T29" fmla="*/ 16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337" y="587"/>
                </a:moveTo>
                <a:cubicBezTo>
                  <a:pt x="196" y="587"/>
                  <a:pt x="86" y="477"/>
                  <a:pt x="86" y="335"/>
                </a:cubicBezTo>
                <a:cubicBezTo>
                  <a:pt x="86" y="192"/>
                  <a:pt x="196" y="82"/>
                  <a:pt x="337" y="82"/>
                </a:cubicBezTo>
                <a:cubicBezTo>
                  <a:pt x="480" y="82"/>
                  <a:pt x="588" y="192"/>
                  <a:pt x="588" y="335"/>
                </a:cubicBezTo>
                <a:cubicBezTo>
                  <a:pt x="588" y="477"/>
                  <a:pt x="478" y="587"/>
                  <a:pt x="337" y="587"/>
                </a:cubicBezTo>
                <a:close/>
                <a:moveTo>
                  <a:pt x="588" y="16"/>
                </a:moveTo>
                <a:cubicBezTo>
                  <a:pt x="588" y="140"/>
                  <a:pt x="588" y="140"/>
                  <a:pt x="588" y="140"/>
                </a:cubicBezTo>
                <a:cubicBezTo>
                  <a:pt x="535" y="55"/>
                  <a:pt x="444" y="0"/>
                  <a:pt x="331" y="0"/>
                </a:cubicBezTo>
                <a:cubicBezTo>
                  <a:pt x="151" y="0"/>
                  <a:pt x="0" y="145"/>
                  <a:pt x="0" y="335"/>
                </a:cubicBezTo>
                <a:cubicBezTo>
                  <a:pt x="0" y="524"/>
                  <a:pt x="149" y="670"/>
                  <a:pt x="331" y="670"/>
                </a:cubicBezTo>
                <a:cubicBezTo>
                  <a:pt x="444" y="670"/>
                  <a:pt x="535" y="615"/>
                  <a:pt x="588" y="529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672" y="16"/>
                  <a:pt x="672" y="16"/>
                  <a:pt x="672" y="16"/>
                </a:cubicBezTo>
                <a:lnTo>
                  <a:pt x="588" y="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1" name="Freeform 16">
            <a:extLst>
              <a:ext uri="{FF2B5EF4-FFF2-40B4-BE49-F238E27FC236}">
                <a16:creationId xmlns:a16="http://schemas.microsoft.com/office/drawing/2014/main" id="{A475E9E4-D6B4-483B-9F37-A37665CB078D}"/>
              </a:ext>
            </a:extLst>
          </p:cNvPr>
          <p:cNvSpPr>
            <a:spLocks/>
          </p:cNvSpPr>
          <p:nvPr/>
        </p:nvSpPr>
        <p:spPr bwMode="black">
          <a:xfrm>
            <a:off x="3059572" y="890268"/>
            <a:ext cx="163241" cy="194190"/>
          </a:xfrm>
          <a:custGeom>
            <a:avLst/>
            <a:gdLst>
              <a:gd name="T0" fmla="*/ 86 w 551"/>
              <a:gd name="T1" fmla="*/ 115 h 654"/>
              <a:gd name="T2" fmla="*/ 300 w 551"/>
              <a:gd name="T3" fmla="*/ 0 h 654"/>
              <a:gd name="T4" fmla="*/ 549 w 551"/>
              <a:gd name="T5" fmla="*/ 262 h 654"/>
              <a:gd name="T6" fmla="*/ 549 w 551"/>
              <a:gd name="T7" fmla="*/ 654 h 654"/>
              <a:gd name="T8" fmla="*/ 465 w 551"/>
              <a:gd name="T9" fmla="*/ 654 h 654"/>
              <a:gd name="T10" fmla="*/ 465 w 551"/>
              <a:gd name="T11" fmla="*/ 262 h 654"/>
              <a:gd name="T12" fmla="*/ 292 w 551"/>
              <a:gd name="T13" fmla="*/ 83 h 654"/>
              <a:gd name="T14" fmla="*/ 85 w 551"/>
              <a:gd name="T15" fmla="*/ 321 h 654"/>
              <a:gd name="T16" fmla="*/ 85 w 551"/>
              <a:gd name="T17" fmla="*/ 654 h 654"/>
              <a:gd name="T18" fmla="*/ 0 w 551"/>
              <a:gd name="T19" fmla="*/ 654 h 654"/>
              <a:gd name="T20" fmla="*/ 0 w 551"/>
              <a:gd name="T21" fmla="*/ 15 h 654"/>
              <a:gd name="T22" fmla="*/ 85 w 551"/>
              <a:gd name="T23" fmla="*/ 15 h 654"/>
              <a:gd name="T24" fmla="*/ 85 w 551"/>
              <a:gd name="T25" fmla="*/ 115 h 654"/>
              <a:gd name="T26" fmla="*/ 86 w 551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51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51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2" y="83"/>
                </a:cubicBezTo>
                <a:cubicBezTo>
                  <a:pt x="180" y="83"/>
                  <a:pt x="85" y="149"/>
                  <a:pt x="85" y="321"/>
                </a:cubicBezTo>
                <a:cubicBezTo>
                  <a:pt x="85" y="654"/>
                  <a:pt x="85" y="654"/>
                  <a:pt x="85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5" y="15"/>
                  <a:pt x="85" y="15"/>
                  <a:pt x="85" y="15"/>
                </a:cubicBezTo>
                <a:cubicBezTo>
                  <a:pt x="85" y="115"/>
                  <a:pt x="85" y="115"/>
                  <a:pt x="85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2" name="Freeform 17">
            <a:extLst>
              <a:ext uri="{FF2B5EF4-FFF2-40B4-BE49-F238E27FC236}">
                <a16:creationId xmlns:a16="http://schemas.microsoft.com/office/drawing/2014/main" id="{960FA320-5099-4883-9F49-2D8E0E2CE999}"/>
              </a:ext>
            </a:extLst>
          </p:cNvPr>
          <p:cNvSpPr>
            <a:spLocks/>
          </p:cNvSpPr>
          <p:nvPr/>
        </p:nvSpPr>
        <p:spPr bwMode="black">
          <a:xfrm>
            <a:off x="3256189" y="890268"/>
            <a:ext cx="183874" cy="199045"/>
          </a:xfrm>
          <a:custGeom>
            <a:avLst/>
            <a:gdLst>
              <a:gd name="T0" fmla="*/ 335 w 621"/>
              <a:gd name="T1" fmla="*/ 670 h 670"/>
              <a:gd name="T2" fmla="*/ 621 w 621"/>
              <a:gd name="T3" fmla="*/ 503 h 670"/>
              <a:gd name="T4" fmla="*/ 552 w 621"/>
              <a:gd name="T5" fmla="*/ 463 h 670"/>
              <a:gd name="T6" fmla="*/ 336 w 621"/>
              <a:gd name="T7" fmla="*/ 587 h 670"/>
              <a:gd name="T8" fmla="*/ 85 w 621"/>
              <a:gd name="T9" fmla="*/ 335 h 670"/>
              <a:gd name="T10" fmla="*/ 336 w 621"/>
              <a:gd name="T11" fmla="*/ 82 h 670"/>
              <a:gd name="T12" fmla="*/ 547 w 621"/>
              <a:gd name="T13" fmla="*/ 207 h 670"/>
              <a:gd name="T14" fmla="*/ 616 w 621"/>
              <a:gd name="T15" fmla="*/ 166 h 670"/>
              <a:gd name="T16" fmla="*/ 336 w 621"/>
              <a:gd name="T17" fmla="*/ 0 h 670"/>
              <a:gd name="T18" fmla="*/ 1 w 621"/>
              <a:gd name="T19" fmla="*/ 335 h 670"/>
              <a:gd name="T20" fmla="*/ 335 w 621"/>
              <a:gd name="T21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21" h="670">
                <a:moveTo>
                  <a:pt x="335" y="670"/>
                </a:moveTo>
                <a:cubicBezTo>
                  <a:pt x="459" y="670"/>
                  <a:pt x="568" y="605"/>
                  <a:pt x="621" y="503"/>
                </a:cubicBezTo>
                <a:cubicBezTo>
                  <a:pt x="552" y="463"/>
                  <a:pt x="552" y="463"/>
                  <a:pt x="552" y="463"/>
                </a:cubicBezTo>
                <a:cubicBezTo>
                  <a:pt x="511" y="537"/>
                  <a:pt x="433" y="587"/>
                  <a:pt x="336" y="587"/>
                </a:cubicBezTo>
                <a:cubicBezTo>
                  <a:pt x="195" y="587"/>
                  <a:pt x="85" y="477"/>
                  <a:pt x="85" y="335"/>
                </a:cubicBezTo>
                <a:cubicBezTo>
                  <a:pt x="85" y="192"/>
                  <a:pt x="195" y="82"/>
                  <a:pt x="336" y="82"/>
                </a:cubicBezTo>
                <a:cubicBezTo>
                  <a:pt x="432" y="82"/>
                  <a:pt x="513" y="132"/>
                  <a:pt x="547" y="207"/>
                </a:cubicBezTo>
                <a:cubicBezTo>
                  <a:pt x="616" y="166"/>
                  <a:pt x="616" y="166"/>
                  <a:pt x="616" y="166"/>
                </a:cubicBezTo>
                <a:cubicBezTo>
                  <a:pt x="569" y="66"/>
                  <a:pt x="463" y="0"/>
                  <a:pt x="336" y="0"/>
                </a:cubicBezTo>
                <a:cubicBezTo>
                  <a:pt x="144" y="0"/>
                  <a:pt x="1" y="145"/>
                  <a:pt x="1" y="335"/>
                </a:cubicBezTo>
                <a:cubicBezTo>
                  <a:pt x="0" y="524"/>
                  <a:pt x="142" y="670"/>
                  <a:pt x="335" y="6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3" name="Freeform 18">
            <a:extLst>
              <a:ext uri="{FF2B5EF4-FFF2-40B4-BE49-F238E27FC236}">
                <a16:creationId xmlns:a16="http://schemas.microsoft.com/office/drawing/2014/main" id="{0CFB2EE5-A3E8-4877-9B58-81D57DB73C7D}"/>
              </a:ext>
            </a:extLst>
          </p:cNvPr>
          <p:cNvSpPr>
            <a:spLocks noEditPoints="1"/>
          </p:cNvSpPr>
          <p:nvPr/>
        </p:nvSpPr>
        <p:spPr bwMode="black">
          <a:xfrm>
            <a:off x="3533517" y="890268"/>
            <a:ext cx="199045" cy="199045"/>
          </a:xfrm>
          <a:custGeom>
            <a:avLst/>
            <a:gdLst>
              <a:gd name="T0" fmla="*/ 85 w 672"/>
              <a:gd name="T1" fmla="*/ 334 h 670"/>
              <a:gd name="T2" fmla="*/ 335 w 672"/>
              <a:gd name="T3" fmla="*/ 586 h 670"/>
              <a:gd name="T4" fmla="*/ 586 w 672"/>
              <a:gd name="T5" fmla="*/ 334 h 670"/>
              <a:gd name="T6" fmla="*/ 335 w 672"/>
              <a:gd name="T7" fmla="*/ 81 h 670"/>
              <a:gd name="T8" fmla="*/ 85 w 672"/>
              <a:gd name="T9" fmla="*/ 334 h 670"/>
              <a:gd name="T10" fmla="*/ 588 w 672"/>
              <a:gd name="T11" fmla="*/ 141 h 670"/>
              <a:gd name="T12" fmla="*/ 588 w 672"/>
              <a:gd name="T13" fmla="*/ 16 h 670"/>
              <a:gd name="T14" fmla="*/ 672 w 672"/>
              <a:gd name="T15" fmla="*/ 16 h 670"/>
              <a:gd name="T16" fmla="*/ 672 w 672"/>
              <a:gd name="T17" fmla="*/ 654 h 670"/>
              <a:gd name="T18" fmla="*/ 588 w 672"/>
              <a:gd name="T19" fmla="*/ 654 h 670"/>
              <a:gd name="T20" fmla="*/ 588 w 672"/>
              <a:gd name="T21" fmla="*/ 530 h 670"/>
              <a:gd name="T22" fmla="*/ 331 w 672"/>
              <a:gd name="T23" fmla="*/ 670 h 670"/>
              <a:gd name="T24" fmla="*/ 0 w 672"/>
              <a:gd name="T25" fmla="*/ 335 h 670"/>
              <a:gd name="T26" fmla="*/ 331 w 672"/>
              <a:gd name="T27" fmla="*/ 0 h 670"/>
              <a:gd name="T28" fmla="*/ 588 w 672"/>
              <a:gd name="T29" fmla="*/ 141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85" y="334"/>
                </a:moveTo>
                <a:cubicBezTo>
                  <a:pt x="85" y="476"/>
                  <a:pt x="195" y="586"/>
                  <a:pt x="335" y="586"/>
                </a:cubicBezTo>
                <a:cubicBezTo>
                  <a:pt x="478" y="586"/>
                  <a:pt x="586" y="476"/>
                  <a:pt x="586" y="334"/>
                </a:cubicBezTo>
                <a:cubicBezTo>
                  <a:pt x="586" y="191"/>
                  <a:pt x="476" y="81"/>
                  <a:pt x="335" y="81"/>
                </a:cubicBezTo>
                <a:cubicBezTo>
                  <a:pt x="195" y="81"/>
                  <a:pt x="85" y="193"/>
                  <a:pt x="85" y="334"/>
                </a:cubicBezTo>
                <a:close/>
                <a:moveTo>
                  <a:pt x="588" y="141"/>
                </a:moveTo>
                <a:cubicBezTo>
                  <a:pt x="588" y="16"/>
                  <a:pt x="588" y="16"/>
                  <a:pt x="588" y="16"/>
                </a:cubicBezTo>
                <a:cubicBezTo>
                  <a:pt x="672" y="16"/>
                  <a:pt x="672" y="16"/>
                  <a:pt x="672" y="16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588" y="530"/>
                  <a:pt x="588" y="530"/>
                  <a:pt x="588" y="530"/>
                </a:cubicBezTo>
                <a:cubicBezTo>
                  <a:pt x="535" y="615"/>
                  <a:pt x="444" y="670"/>
                  <a:pt x="331" y="670"/>
                </a:cubicBezTo>
                <a:cubicBezTo>
                  <a:pt x="151" y="670"/>
                  <a:pt x="0" y="525"/>
                  <a:pt x="0" y="335"/>
                </a:cubicBezTo>
                <a:cubicBezTo>
                  <a:pt x="0" y="146"/>
                  <a:pt x="151" y="0"/>
                  <a:pt x="331" y="0"/>
                </a:cubicBezTo>
                <a:cubicBezTo>
                  <a:pt x="444" y="0"/>
                  <a:pt x="535" y="55"/>
                  <a:pt x="588" y="1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4" name="Freeform 19">
            <a:extLst>
              <a:ext uri="{FF2B5EF4-FFF2-40B4-BE49-F238E27FC236}">
                <a16:creationId xmlns:a16="http://schemas.microsoft.com/office/drawing/2014/main" id="{25473671-09CA-4585-9F0D-83561003072C}"/>
              </a:ext>
            </a:extLst>
          </p:cNvPr>
          <p:cNvSpPr>
            <a:spLocks/>
          </p:cNvSpPr>
          <p:nvPr/>
        </p:nvSpPr>
        <p:spPr bwMode="black">
          <a:xfrm>
            <a:off x="3471012" y="818054"/>
            <a:ext cx="36411" cy="36411"/>
          </a:xfrm>
          <a:custGeom>
            <a:avLst/>
            <a:gdLst>
              <a:gd name="T0" fmla="*/ 123 w 123"/>
              <a:gd name="T1" fmla="*/ 62 h 123"/>
              <a:gd name="T2" fmla="*/ 61 w 123"/>
              <a:gd name="T3" fmla="*/ 123 h 123"/>
              <a:gd name="T4" fmla="*/ 0 w 123"/>
              <a:gd name="T5" fmla="*/ 62 h 123"/>
              <a:gd name="T6" fmla="*/ 61 w 123"/>
              <a:gd name="T7" fmla="*/ 0 h 123"/>
              <a:gd name="T8" fmla="*/ 123 w 123"/>
              <a:gd name="T9" fmla="*/ 62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123" y="62"/>
                </a:moveTo>
                <a:cubicBezTo>
                  <a:pt x="123" y="94"/>
                  <a:pt x="95" y="123"/>
                  <a:pt x="61" y="123"/>
                </a:cubicBezTo>
                <a:cubicBezTo>
                  <a:pt x="27" y="123"/>
                  <a:pt x="0" y="96"/>
                  <a:pt x="0" y="62"/>
                </a:cubicBezTo>
                <a:cubicBezTo>
                  <a:pt x="0" y="29"/>
                  <a:pt x="27" y="0"/>
                  <a:pt x="61" y="0"/>
                </a:cubicBezTo>
                <a:cubicBezTo>
                  <a:pt x="95" y="0"/>
                  <a:pt x="123" y="28"/>
                  <a:pt x="123" y="6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5" name="Rectangle 20">
            <a:extLst>
              <a:ext uri="{FF2B5EF4-FFF2-40B4-BE49-F238E27FC236}">
                <a16:creationId xmlns:a16="http://schemas.microsoft.com/office/drawing/2014/main" id="{0D67B9A9-0BDF-44BB-827E-F52FC248F69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477687" y="894516"/>
            <a:ext cx="23060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6" name="Freeform 21">
            <a:extLst>
              <a:ext uri="{FF2B5EF4-FFF2-40B4-BE49-F238E27FC236}">
                <a16:creationId xmlns:a16="http://schemas.microsoft.com/office/drawing/2014/main" id="{3B901056-D624-4937-AF5C-A0D6D25D8D5A}"/>
              </a:ext>
            </a:extLst>
          </p:cNvPr>
          <p:cNvSpPr>
            <a:spLocks noEditPoints="1"/>
          </p:cNvSpPr>
          <p:nvPr/>
        </p:nvSpPr>
        <p:spPr bwMode="auto">
          <a:xfrm>
            <a:off x="712301" y="719138"/>
            <a:ext cx="451492" cy="452099"/>
          </a:xfrm>
          <a:custGeom>
            <a:avLst/>
            <a:gdLst>
              <a:gd name="T0" fmla="*/ 1075 w 1523"/>
              <a:gd name="T1" fmla="*/ 1101 h 1522"/>
              <a:gd name="T2" fmla="*/ 753 w 1523"/>
              <a:gd name="T3" fmla="*/ 505 h 1522"/>
              <a:gd name="T4" fmla="*/ 1213 w 1523"/>
              <a:gd name="T5" fmla="*/ 643 h 1522"/>
              <a:gd name="T6" fmla="*/ 1075 w 1523"/>
              <a:gd name="T7" fmla="*/ 1101 h 1522"/>
              <a:gd name="T8" fmla="*/ 908 w 1523"/>
              <a:gd name="T9" fmla="*/ 1315 h 1522"/>
              <a:gd name="T10" fmla="*/ 898 w 1523"/>
              <a:gd name="T11" fmla="*/ 1320 h 1522"/>
              <a:gd name="T12" fmla="*/ 711 w 1523"/>
              <a:gd name="T13" fmla="*/ 1264 h 1522"/>
              <a:gd name="T14" fmla="*/ 297 w 1523"/>
              <a:gd name="T15" fmla="*/ 496 h 1522"/>
              <a:gd name="T16" fmla="*/ 353 w 1523"/>
              <a:gd name="T17" fmla="*/ 308 h 1522"/>
              <a:gd name="T18" fmla="*/ 363 w 1523"/>
              <a:gd name="T19" fmla="*/ 303 h 1522"/>
              <a:gd name="T20" fmla="*/ 550 w 1523"/>
              <a:gd name="T21" fmla="*/ 359 h 1522"/>
              <a:gd name="T22" fmla="*/ 964 w 1523"/>
              <a:gd name="T23" fmla="*/ 1128 h 1522"/>
              <a:gd name="T24" fmla="*/ 908 w 1523"/>
              <a:gd name="T25" fmla="*/ 1315 h 1522"/>
              <a:gd name="T26" fmla="*/ 761 w 1523"/>
              <a:gd name="T27" fmla="*/ 0 h 1522"/>
              <a:gd name="T28" fmla="*/ 0 w 1523"/>
              <a:gd name="T29" fmla="*/ 761 h 1522"/>
              <a:gd name="T30" fmla="*/ 761 w 1523"/>
              <a:gd name="T31" fmla="*/ 1522 h 1522"/>
              <a:gd name="T32" fmla="*/ 1522 w 1523"/>
              <a:gd name="T33" fmla="*/ 761 h 1522"/>
              <a:gd name="T34" fmla="*/ 761 w 1523"/>
              <a:gd name="T35" fmla="*/ 0 h 1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23" h="1522">
                <a:moveTo>
                  <a:pt x="1075" y="1101"/>
                </a:moveTo>
                <a:cubicBezTo>
                  <a:pt x="753" y="505"/>
                  <a:pt x="753" y="505"/>
                  <a:pt x="753" y="505"/>
                </a:cubicBezTo>
                <a:cubicBezTo>
                  <a:pt x="918" y="416"/>
                  <a:pt x="1124" y="478"/>
                  <a:pt x="1213" y="643"/>
                </a:cubicBezTo>
                <a:cubicBezTo>
                  <a:pt x="1301" y="807"/>
                  <a:pt x="1240" y="1012"/>
                  <a:pt x="1075" y="1101"/>
                </a:cubicBezTo>
                <a:close/>
                <a:moveTo>
                  <a:pt x="908" y="1315"/>
                </a:moveTo>
                <a:cubicBezTo>
                  <a:pt x="898" y="1320"/>
                  <a:pt x="898" y="1320"/>
                  <a:pt x="898" y="1320"/>
                </a:cubicBezTo>
                <a:cubicBezTo>
                  <a:pt x="831" y="1357"/>
                  <a:pt x="747" y="1331"/>
                  <a:pt x="711" y="1264"/>
                </a:cubicBezTo>
                <a:cubicBezTo>
                  <a:pt x="297" y="496"/>
                  <a:pt x="297" y="496"/>
                  <a:pt x="297" y="496"/>
                </a:cubicBezTo>
                <a:cubicBezTo>
                  <a:pt x="260" y="429"/>
                  <a:pt x="286" y="345"/>
                  <a:pt x="353" y="308"/>
                </a:cubicBezTo>
                <a:cubicBezTo>
                  <a:pt x="363" y="303"/>
                  <a:pt x="363" y="303"/>
                  <a:pt x="363" y="303"/>
                </a:cubicBezTo>
                <a:cubicBezTo>
                  <a:pt x="430" y="267"/>
                  <a:pt x="514" y="291"/>
                  <a:pt x="550" y="359"/>
                </a:cubicBezTo>
                <a:cubicBezTo>
                  <a:pt x="964" y="1128"/>
                  <a:pt x="964" y="1128"/>
                  <a:pt x="964" y="1128"/>
                </a:cubicBezTo>
                <a:cubicBezTo>
                  <a:pt x="999" y="1195"/>
                  <a:pt x="974" y="1278"/>
                  <a:pt x="908" y="1315"/>
                </a:cubicBezTo>
                <a:close/>
                <a:moveTo>
                  <a:pt x="761" y="0"/>
                </a:moveTo>
                <a:cubicBezTo>
                  <a:pt x="341" y="0"/>
                  <a:pt x="0" y="340"/>
                  <a:pt x="0" y="761"/>
                </a:cubicBezTo>
                <a:cubicBezTo>
                  <a:pt x="0" y="1181"/>
                  <a:pt x="341" y="1522"/>
                  <a:pt x="761" y="1522"/>
                </a:cubicBezTo>
                <a:cubicBezTo>
                  <a:pt x="1181" y="1522"/>
                  <a:pt x="1522" y="1181"/>
                  <a:pt x="1522" y="761"/>
                </a:cubicBezTo>
                <a:cubicBezTo>
                  <a:pt x="1523" y="340"/>
                  <a:pt x="1182" y="0"/>
                  <a:pt x="761" y="0"/>
                </a:cubicBezTo>
                <a:close/>
              </a:path>
            </a:pathLst>
          </a:custGeom>
          <a:solidFill>
            <a:srgbClr val="59BE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7" name="Freeform 22">
            <a:extLst>
              <a:ext uri="{FF2B5EF4-FFF2-40B4-BE49-F238E27FC236}">
                <a16:creationId xmlns:a16="http://schemas.microsoft.com/office/drawing/2014/main" id="{E0E2BA8D-17D4-44DD-894D-DCE92CADB514}"/>
              </a:ext>
            </a:extLst>
          </p:cNvPr>
          <p:cNvSpPr>
            <a:spLocks/>
          </p:cNvSpPr>
          <p:nvPr/>
        </p:nvSpPr>
        <p:spPr bwMode="black">
          <a:xfrm>
            <a:off x="3845434" y="1046834"/>
            <a:ext cx="23667" cy="33983"/>
          </a:xfrm>
          <a:custGeom>
            <a:avLst/>
            <a:gdLst>
              <a:gd name="T0" fmla="*/ 39 w 39"/>
              <a:gd name="T1" fmla="*/ 0 h 56"/>
              <a:gd name="T2" fmla="*/ 0 w 39"/>
              <a:gd name="T3" fmla="*/ 0 h 56"/>
              <a:gd name="T4" fmla="*/ 0 w 39"/>
              <a:gd name="T5" fmla="*/ 7 h 56"/>
              <a:gd name="T6" fmla="*/ 16 w 39"/>
              <a:gd name="T7" fmla="*/ 7 h 56"/>
              <a:gd name="T8" fmla="*/ 16 w 39"/>
              <a:gd name="T9" fmla="*/ 56 h 56"/>
              <a:gd name="T10" fmla="*/ 23 w 39"/>
              <a:gd name="T11" fmla="*/ 56 h 56"/>
              <a:gd name="T12" fmla="*/ 23 w 39"/>
              <a:gd name="T13" fmla="*/ 7 h 56"/>
              <a:gd name="T14" fmla="*/ 39 w 39"/>
              <a:gd name="T15" fmla="*/ 7 h 56"/>
              <a:gd name="T16" fmla="*/ 39 w 39"/>
              <a:gd name="T1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" h="56">
                <a:moveTo>
                  <a:pt x="39" y="0"/>
                </a:moveTo>
                <a:lnTo>
                  <a:pt x="0" y="0"/>
                </a:lnTo>
                <a:lnTo>
                  <a:pt x="0" y="7"/>
                </a:lnTo>
                <a:lnTo>
                  <a:pt x="16" y="7"/>
                </a:lnTo>
                <a:lnTo>
                  <a:pt x="16" y="56"/>
                </a:lnTo>
                <a:lnTo>
                  <a:pt x="23" y="56"/>
                </a:lnTo>
                <a:lnTo>
                  <a:pt x="23" y="7"/>
                </a:lnTo>
                <a:lnTo>
                  <a:pt x="39" y="7"/>
                </a:lnTo>
                <a:lnTo>
                  <a:pt x="3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8" name="Freeform 23">
            <a:extLst>
              <a:ext uri="{FF2B5EF4-FFF2-40B4-BE49-F238E27FC236}">
                <a16:creationId xmlns:a16="http://schemas.microsoft.com/office/drawing/2014/main" id="{B90358E5-E2D8-4520-9BEF-D4717269B9F1}"/>
              </a:ext>
            </a:extLst>
          </p:cNvPr>
          <p:cNvSpPr>
            <a:spLocks/>
          </p:cNvSpPr>
          <p:nvPr/>
        </p:nvSpPr>
        <p:spPr bwMode="black">
          <a:xfrm>
            <a:off x="3873956" y="1046834"/>
            <a:ext cx="30949" cy="33983"/>
          </a:xfrm>
          <a:custGeom>
            <a:avLst/>
            <a:gdLst>
              <a:gd name="T0" fmla="*/ 51 w 51"/>
              <a:gd name="T1" fmla="*/ 0 h 56"/>
              <a:gd name="T2" fmla="*/ 43 w 51"/>
              <a:gd name="T3" fmla="*/ 0 h 56"/>
              <a:gd name="T4" fmla="*/ 26 w 51"/>
              <a:gd name="T5" fmla="*/ 30 h 56"/>
              <a:gd name="T6" fmla="*/ 8 w 51"/>
              <a:gd name="T7" fmla="*/ 0 h 56"/>
              <a:gd name="T8" fmla="*/ 0 w 51"/>
              <a:gd name="T9" fmla="*/ 0 h 56"/>
              <a:gd name="T10" fmla="*/ 0 w 51"/>
              <a:gd name="T11" fmla="*/ 56 h 56"/>
              <a:gd name="T12" fmla="*/ 7 w 51"/>
              <a:gd name="T13" fmla="*/ 56 h 56"/>
              <a:gd name="T14" fmla="*/ 7 w 51"/>
              <a:gd name="T15" fmla="*/ 12 h 56"/>
              <a:gd name="T16" fmla="*/ 25 w 51"/>
              <a:gd name="T17" fmla="*/ 43 h 56"/>
              <a:gd name="T18" fmla="*/ 26 w 51"/>
              <a:gd name="T19" fmla="*/ 43 h 56"/>
              <a:gd name="T20" fmla="*/ 44 w 51"/>
              <a:gd name="T21" fmla="*/ 12 h 56"/>
              <a:gd name="T22" fmla="*/ 44 w 51"/>
              <a:gd name="T23" fmla="*/ 56 h 56"/>
              <a:gd name="T24" fmla="*/ 51 w 51"/>
              <a:gd name="T25" fmla="*/ 56 h 56"/>
              <a:gd name="T26" fmla="*/ 51 w 51"/>
              <a:gd name="T2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1" h="56">
                <a:moveTo>
                  <a:pt x="51" y="0"/>
                </a:moveTo>
                <a:lnTo>
                  <a:pt x="43" y="0"/>
                </a:lnTo>
                <a:lnTo>
                  <a:pt x="26" y="30"/>
                </a:lnTo>
                <a:lnTo>
                  <a:pt x="8" y="0"/>
                </a:lnTo>
                <a:lnTo>
                  <a:pt x="0" y="0"/>
                </a:lnTo>
                <a:lnTo>
                  <a:pt x="0" y="56"/>
                </a:lnTo>
                <a:lnTo>
                  <a:pt x="7" y="56"/>
                </a:lnTo>
                <a:lnTo>
                  <a:pt x="7" y="12"/>
                </a:lnTo>
                <a:lnTo>
                  <a:pt x="25" y="43"/>
                </a:lnTo>
                <a:lnTo>
                  <a:pt x="26" y="43"/>
                </a:lnTo>
                <a:lnTo>
                  <a:pt x="44" y="12"/>
                </a:lnTo>
                <a:lnTo>
                  <a:pt x="44" y="56"/>
                </a:lnTo>
                <a:lnTo>
                  <a:pt x="51" y="56"/>
                </a:lnTo>
                <a:lnTo>
                  <a:pt x="5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black">
          <a:xfrm>
            <a:off x="711200" y="1800000"/>
            <a:ext cx="8161338" cy="2966400"/>
          </a:xfrm>
        </p:spPr>
        <p:txBody>
          <a:bodyPr anchor="t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711200" y="5108400"/>
            <a:ext cx="8161338" cy="669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 bwMode="black">
          <a:xfrm>
            <a:off x="711200" y="5882400"/>
            <a:ext cx="8161338" cy="248400"/>
          </a:xfrm>
        </p:spPr>
        <p:txBody>
          <a:bodyPr lIns="0" tIns="0" rIns="0" bIns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DE623BE4-E5BE-4DDB-816A-CEE69A6CD9A5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29D77842-3850-4696-A24D-81DD86D0599F}"/>
              </a:ext>
            </a:extLst>
          </p:cNvPr>
          <p:cNvSpPr>
            <a:spLocks/>
          </p:cNvSpPr>
          <p:nvPr userDrawn="1"/>
        </p:nvSpPr>
        <p:spPr bwMode="auto">
          <a:xfrm>
            <a:off x="8247064" y="6131840"/>
            <a:ext cx="3944937" cy="726159"/>
          </a:xfrm>
          <a:custGeom>
            <a:avLst/>
            <a:gdLst>
              <a:gd name="connsiteX0" fmla="*/ 3751203 w 3944937"/>
              <a:gd name="connsiteY0" fmla="*/ 700961 h 726159"/>
              <a:gd name="connsiteX1" fmla="*/ 3760489 w 3944937"/>
              <a:gd name="connsiteY1" fmla="*/ 701241 h 726159"/>
              <a:gd name="connsiteX2" fmla="*/ 3814566 w 3944937"/>
              <a:gd name="connsiteY2" fmla="*/ 717683 h 726159"/>
              <a:gd name="connsiteX3" fmla="*/ 3824943 w 3944937"/>
              <a:gd name="connsiteY3" fmla="*/ 726159 h 726159"/>
              <a:gd name="connsiteX4" fmla="*/ 3784014 w 3944937"/>
              <a:gd name="connsiteY4" fmla="*/ 726159 h 726159"/>
              <a:gd name="connsiteX5" fmla="*/ 3766518 w 3944937"/>
              <a:gd name="connsiteY5" fmla="*/ 719843 h 726159"/>
              <a:gd name="connsiteX6" fmla="*/ 3751203 w 3944937"/>
              <a:gd name="connsiteY6" fmla="*/ 718951 h 726159"/>
              <a:gd name="connsiteX7" fmla="*/ 3736060 w 3944937"/>
              <a:gd name="connsiteY7" fmla="*/ 719843 h 726159"/>
              <a:gd name="connsiteX8" fmla="*/ 3718688 w 3944937"/>
              <a:gd name="connsiteY8" fmla="*/ 726159 h 726159"/>
              <a:gd name="connsiteX9" fmla="*/ 3677908 w 3944937"/>
              <a:gd name="connsiteY9" fmla="*/ 726159 h 726159"/>
              <a:gd name="connsiteX10" fmla="*/ 3688281 w 3944937"/>
              <a:gd name="connsiteY10" fmla="*/ 717683 h 726159"/>
              <a:gd name="connsiteX11" fmla="*/ 3742008 w 3944937"/>
              <a:gd name="connsiteY11" fmla="*/ 701241 h 726159"/>
              <a:gd name="connsiteX12" fmla="*/ 3375929 w 3944937"/>
              <a:gd name="connsiteY12" fmla="*/ 700961 h 726159"/>
              <a:gd name="connsiteX13" fmla="*/ 3385215 w 3944937"/>
              <a:gd name="connsiteY13" fmla="*/ 701241 h 726159"/>
              <a:gd name="connsiteX14" fmla="*/ 3439293 w 3944937"/>
              <a:gd name="connsiteY14" fmla="*/ 717683 h 726159"/>
              <a:gd name="connsiteX15" fmla="*/ 3449669 w 3944937"/>
              <a:gd name="connsiteY15" fmla="*/ 726159 h 726159"/>
              <a:gd name="connsiteX16" fmla="*/ 3408741 w 3944937"/>
              <a:gd name="connsiteY16" fmla="*/ 726159 h 726159"/>
              <a:gd name="connsiteX17" fmla="*/ 3391245 w 3944937"/>
              <a:gd name="connsiteY17" fmla="*/ 719843 h 726159"/>
              <a:gd name="connsiteX18" fmla="*/ 3375929 w 3944937"/>
              <a:gd name="connsiteY18" fmla="*/ 718951 h 726159"/>
              <a:gd name="connsiteX19" fmla="*/ 3360806 w 3944937"/>
              <a:gd name="connsiteY19" fmla="*/ 719843 h 726159"/>
              <a:gd name="connsiteX20" fmla="*/ 3343455 w 3944937"/>
              <a:gd name="connsiteY20" fmla="*/ 726159 h 726159"/>
              <a:gd name="connsiteX21" fmla="*/ 3302728 w 3944937"/>
              <a:gd name="connsiteY21" fmla="*/ 726159 h 726159"/>
              <a:gd name="connsiteX22" fmla="*/ 3313088 w 3944937"/>
              <a:gd name="connsiteY22" fmla="*/ 717683 h 726159"/>
              <a:gd name="connsiteX23" fmla="*/ 3366746 w 3944937"/>
              <a:gd name="connsiteY23" fmla="*/ 701241 h 726159"/>
              <a:gd name="connsiteX24" fmla="*/ 3000655 w 3944937"/>
              <a:gd name="connsiteY24" fmla="*/ 700961 h 726159"/>
              <a:gd name="connsiteX25" fmla="*/ 3000656 w 3944937"/>
              <a:gd name="connsiteY25" fmla="*/ 700961 h 726159"/>
              <a:gd name="connsiteX26" fmla="*/ 3009953 w 3944937"/>
              <a:gd name="connsiteY26" fmla="*/ 701241 h 726159"/>
              <a:gd name="connsiteX27" fmla="*/ 3064099 w 3944937"/>
              <a:gd name="connsiteY27" fmla="*/ 717683 h 726159"/>
              <a:gd name="connsiteX28" fmla="*/ 3074489 w 3944937"/>
              <a:gd name="connsiteY28" fmla="*/ 726159 h 726159"/>
              <a:gd name="connsiteX29" fmla="*/ 3033509 w 3944937"/>
              <a:gd name="connsiteY29" fmla="*/ 726159 h 726159"/>
              <a:gd name="connsiteX30" fmla="*/ 3015991 w 3944937"/>
              <a:gd name="connsiteY30" fmla="*/ 719843 h 726159"/>
              <a:gd name="connsiteX31" fmla="*/ 3000656 w 3944937"/>
              <a:gd name="connsiteY31" fmla="*/ 718951 h 726159"/>
              <a:gd name="connsiteX32" fmla="*/ 2985532 w 3944937"/>
              <a:gd name="connsiteY32" fmla="*/ 719843 h 726159"/>
              <a:gd name="connsiteX33" fmla="*/ 2968174 w 3944937"/>
              <a:gd name="connsiteY33" fmla="*/ 726159 h 726159"/>
              <a:gd name="connsiteX34" fmla="*/ 2927625 w 3944937"/>
              <a:gd name="connsiteY34" fmla="*/ 726159 h 726159"/>
              <a:gd name="connsiteX35" fmla="*/ 2937883 w 3944937"/>
              <a:gd name="connsiteY35" fmla="*/ 717683 h 726159"/>
              <a:gd name="connsiteX36" fmla="*/ 2991473 w 3944937"/>
              <a:gd name="connsiteY36" fmla="*/ 701241 h 726159"/>
              <a:gd name="connsiteX37" fmla="*/ 2625475 w 3944937"/>
              <a:gd name="connsiteY37" fmla="*/ 700961 h 726159"/>
              <a:gd name="connsiteX38" fmla="*/ 2685926 w 3944937"/>
              <a:gd name="connsiteY38" fmla="*/ 715977 h 726159"/>
              <a:gd name="connsiteX39" fmla="*/ 2698653 w 3944937"/>
              <a:gd name="connsiteY39" fmla="*/ 726159 h 726159"/>
              <a:gd name="connsiteX40" fmla="*/ 2654731 w 3944937"/>
              <a:gd name="connsiteY40" fmla="*/ 726159 h 726159"/>
              <a:gd name="connsiteX41" fmla="*/ 2625475 w 3944937"/>
              <a:gd name="connsiteY41" fmla="*/ 718951 h 726159"/>
              <a:gd name="connsiteX42" fmla="*/ 2596551 w 3944937"/>
              <a:gd name="connsiteY42" fmla="*/ 726159 h 726159"/>
              <a:gd name="connsiteX43" fmla="*/ 2553065 w 3944937"/>
              <a:gd name="connsiteY43" fmla="*/ 726159 h 726159"/>
              <a:gd name="connsiteX44" fmla="*/ 2565607 w 3944937"/>
              <a:gd name="connsiteY44" fmla="*/ 715977 h 726159"/>
              <a:gd name="connsiteX45" fmla="*/ 2625475 w 3944937"/>
              <a:gd name="connsiteY45" fmla="*/ 700961 h 726159"/>
              <a:gd name="connsiteX46" fmla="*/ 2250202 w 3944937"/>
              <a:gd name="connsiteY46" fmla="*/ 700961 h 726159"/>
              <a:gd name="connsiteX47" fmla="*/ 2259500 w 3944937"/>
              <a:gd name="connsiteY47" fmla="*/ 701241 h 726159"/>
              <a:gd name="connsiteX48" fmla="*/ 2313646 w 3944937"/>
              <a:gd name="connsiteY48" fmla="*/ 717683 h 726159"/>
              <a:gd name="connsiteX49" fmla="*/ 2324038 w 3944937"/>
              <a:gd name="connsiteY49" fmla="*/ 726159 h 726159"/>
              <a:gd name="connsiteX50" fmla="*/ 2283222 w 3944937"/>
              <a:gd name="connsiteY50" fmla="*/ 726159 h 726159"/>
              <a:gd name="connsiteX51" fmla="*/ 2265570 w 3944937"/>
              <a:gd name="connsiteY51" fmla="*/ 719843 h 726159"/>
              <a:gd name="connsiteX52" fmla="*/ 2250202 w 3944937"/>
              <a:gd name="connsiteY52" fmla="*/ 718951 h 726159"/>
              <a:gd name="connsiteX53" fmla="*/ 2235078 w 3944937"/>
              <a:gd name="connsiteY53" fmla="*/ 719843 h 726159"/>
              <a:gd name="connsiteX54" fmla="*/ 2217729 w 3944937"/>
              <a:gd name="connsiteY54" fmla="*/ 726159 h 726159"/>
              <a:gd name="connsiteX55" fmla="*/ 2177228 w 3944937"/>
              <a:gd name="connsiteY55" fmla="*/ 726159 h 726159"/>
              <a:gd name="connsiteX56" fmla="*/ 2187448 w 3944937"/>
              <a:gd name="connsiteY56" fmla="*/ 717683 h 726159"/>
              <a:gd name="connsiteX57" fmla="*/ 2241019 w 3944937"/>
              <a:gd name="connsiteY57" fmla="*/ 701241 h 726159"/>
              <a:gd name="connsiteX58" fmla="*/ 1875171 w 3944937"/>
              <a:gd name="connsiteY58" fmla="*/ 700961 h 726159"/>
              <a:gd name="connsiteX59" fmla="*/ 1884453 w 3944937"/>
              <a:gd name="connsiteY59" fmla="*/ 701241 h 726159"/>
              <a:gd name="connsiteX60" fmla="*/ 1938533 w 3944937"/>
              <a:gd name="connsiteY60" fmla="*/ 717683 h 726159"/>
              <a:gd name="connsiteX61" fmla="*/ 1948909 w 3944937"/>
              <a:gd name="connsiteY61" fmla="*/ 726159 h 726159"/>
              <a:gd name="connsiteX62" fmla="*/ 1908141 w 3944937"/>
              <a:gd name="connsiteY62" fmla="*/ 726159 h 726159"/>
              <a:gd name="connsiteX63" fmla="*/ 1890508 w 3944937"/>
              <a:gd name="connsiteY63" fmla="*/ 719843 h 726159"/>
              <a:gd name="connsiteX64" fmla="*/ 1875171 w 3944937"/>
              <a:gd name="connsiteY64" fmla="*/ 718951 h 726159"/>
              <a:gd name="connsiteX65" fmla="*/ 1860044 w 3944937"/>
              <a:gd name="connsiteY65" fmla="*/ 719843 h 726159"/>
              <a:gd name="connsiteX66" fmla="*/ 1842694 w 3944937"/>
              <a:gd name="connsiteY66" fmla="*/ 726159 h 726159"/>
              <a:gd name="connsiteX67" fmla="*/ 1802196 w 3944937"/>
              <a:gd name="connsiteY67" fmla="*/ 726159 h 726159"/>
              <a:gd name="connsiteX68" fmla="*/ 1812417 w 3944937"/>
              <a:gd name="connsiteY68" fmla="*/ 717683 h 726159"/>
              <a:gd name="connsiteX69" fmla="*/ 1865985 w 3944937"/>
              <a:gd name="connsiteY69" fmla="*/ 701241 h 726159"/>
              <a:gd name="connsiteX70" fmla="*/ 1499902 w 3944937"/>
              <a:gd name="connsiteY70" fmla="*/ 700961 h 726159"/>
              <a:gd name="connsiteX71" fmla="*/ 1509200 w 3944937"/>
              <a:gd name="connsiteY71" fmla="*/ 701241 h 726159"/>
              <a:gd name="connsiteX72" fmla="*/ 1563342 w 3944937"/>
              <a:gd name="connsiteY72" fmla="*/ 717683 h 726159"/>
              <a:gd name="connsiteX73" fmla="*/ 1573730 w 3944937"/>
              <a:gd name="connsiteY73" fmla="*/ 726159 h 726159"/>
              <a:gd name="connsiteX74" fmla="*/ 1532910 w 3944937"/>
              <a:gd name="connsiteY74" fmla="*/ 726159 h 726159"/>
              <a:gd name="connsiteX75" fmla="*/ 1515254 w 3944937"/>
              <a:gd name="connsiteY75" fmla="*/ 719843 h 726159"/>
              <a:gd name="connsiteX76" fmla="*/ 1499902 w 3944937"/>
              <a:gd name="connsiteY76" fmla="*/ 718951 h 726159"/>
              <a:gd name="connsiteX77" fmla="*/ 1484938 w 3944937"/>
              <a:gd name="connsiteY77" fmla="*/ 719843 h 726159"/>
              <a:gd name="connsiteX78" fmla="*/ 1467596 w 3944937"/>
              <a:gd name="connsiteY78" fmla="*/ 726159 h 726159"/>
              <a:gd name="connsiteX79" fmla="*/ 1426919 w 3944937"/>
              <a:gd name="connsiteY79" fmla="*/ 726159 h 726159"/>
              <a:gd name="connsiteX80" fmla="*/ 1437141 w 3944937"/>
              <a:gd name="connsiteY80" fmla="*/ 717683 h 726159"/>
              <a:gd name="connsiteX81" fmla="*/ 1490715 w 3944937"/>
              <a:gd name="connsiteY81" fmla="*/ 701241 h 726159"/>
              <a:gd name="connsiteX82" fmla="*/ 1124860 w 3944937"/>
              <a:gd name="connsiteY82" fmla="*/ 700961 h 726159"/>
              <a:gd name="connsiteX83" fmla="*/ 1134151 w 3944937"/>
              <a:gd name="connsiteY83" fmla="*/ 701241 h 726159"/>
              <a:gd name="connsiteX84" fmla="*/ 1188224 w 3944937"/>
              <a:gd name="connsiteY84" fmla="*/ 717683 h 726159"/>
              <a:gd name="connsiteX85" fmla="*/ 1198601 w 3944937"/>
              <a:gd name="connsiteY85" fmla="*/ 726159 h 726159"/>
              <a:gd name="connsiteX86" fmla="*/ 1157834 w 3944937"/>
              <a:gd name="connsiteY86" fmla="*/ 726159 h 726159"/>
              <a:gd name="connsiteX87" fmla="*/ 1140203 w 3944937"/>
              <a:gd name="connsiteY87" fmla="*/ 719843 h 726159"/>
              <a:gd name="connsiteX88" fmla="*/ 1124860 w 3944937"/>
              <a:gd name="connsiteY88" fmla="*/ 718951 h 726159"/>
              <a:gd name="connsiteX89" fmla="*/ 1109907 w 3944937"/>
              <a:gd name="connsiteY89" fmla="*/ 719843 h 726159"/>
              <a:gd name="connsiteX90" fmla="*/ 1092564 w 3944937"/>
              <a:gd name="connsiteY90" fmla="*/ 726159 h 726159"/>
              <a:gd name="connsiteX91" fmla="*/ 1051886 w 3944937"/>
              <a:gd name="connsiteY91" fmla="*/ 726159 h 726159"/>
              <a:gd name="connsiteX92" fmla="*/ 1062108 w 3944937"/>
              <a:gd name="connsiteY92" fmla="*/ 717683 h 726159"/>
              <a:gd name="connsiteX93" fmla="*/ 1115684 w 3944937"/>
              <a:gd name="connsiteY93" fmla="*/ 701241 h 726159"/>
              <a:gd name="connsiteX94" fmla="*/ 749586 w 3944937"/>
              <a:gd name="connsiteY94" fmla="*/ 700961 h 726159"/>
              <a:gd name="connsiteX95" fmla="*/ 758889 w 3944937"/>
              <a:gd name="connsiteY95" fmla="*/ 701241 h 726159"/>
              <a:gd name="connsiteX96" fmla="*/ 813261 w 3944937"/>
              <a:gd name="connsiteY96" fmla="*/ 717683 h 726159"/>
              <a:gd name="connsiteX97" fmla="*/ 823588 w 3944937"/>
              <a:gd name="connsiteY97" fmla="*/ 726159 h 726159"/>
              <a:gd name="connsiteX98" fmla="*/ 782605 w 3944937"/>
              <a:gd name="connsiteY98" fmla="*/ 726159 h 726159"/>
              <a:gd name="connsiteX99" fmla="*/ 764952 w 3944937"/>
              <a:gd name="connsiteY99" fmla="*/ 719843 h 726159"/>
              <a:gd name="connsiteX100" fmla="*/ 749586 w 3944937"/>
              <a:gd name="connsiteY100" fmla="*/ 718951 h 726159"/>
              <a:gd name="connsiteX101" fmla="*/ 734638 w 3944937"/>
              <a:gd name="connsiteY101" fmla="*/ 719843 h 726159"/>
              <a:gd name="connsiteX102" fmla="*/ 717295 w 3944937"/>
              <a:gd name="connsiteY102" fmla="*/ 726159 h 726159"/>
              <a:gd name="connsiteX103" fmla="*/ 676758 w 3944937"/>
              <a:gd name="connsiteY103" fmla="*/ 726159 h 726159"/>
              <a:gd name="connsiteX104" fmla="*/ 687036 w 3944937"/>
              <a:gd name="connsiteY104" fmla="*/ 717683 h 726159"/>
              <a:gd name="connsiteX105" fmla="*/ 740506 w 3944937"/>
              <a:gd name="connsiteY105" fmla="*/ 701241 h 726159"/>
              <a:gd name="connsiteX106" fmla="*/ 375034 w 3944937"/>
              <a:gd name="connsiteY106" fmla="*/ 700961 h 726159"/>
              <a:gd name="connsiteX107" fmla="*/ 435225 w 3944937"/>
              <a:gd name="connsiteY107" fmla="*/ 715977 h 726159"/>
              <a:gd name="connsiteX108" fmla="*/ 447866 w 3944937"/>
              <a:gd name="connsiteY108" fmla="*/ 726159 h 726159"/>
              <a:gd name="connsiteX109" fmla="*/ 404140 w 3944937"/>
              <a:gd name="connsiteY109" fmla="*/ 726159 h 726159"/>
              <a:gd name="connsiteX110" fmla="*/ 375034 w 3944937"/>
              <a:gd name="connsiteY110" fmla="*/ 718951 h 726159"/>
              <a:gd name="connsiteX111" fmla="*/ 345944 w 3944937"/>
              <a:gd name="connsiteY111" fmla="*/ 726159 h 726159"/>
              <a:gd name="connsiteX112" fmla="*/ 302389 w 3944937"/>
              <a:gd name="connsiteY112" fmla="*/ 726159 h 726159"/>
              <a:gd name="connsiteX113" fmla="*/ 315092 w 3944937"/>
              <a:gd name="connsiteY113" fmla="*/ 715977 h 726159"/>
              <a:gd name="connsiteX114" fmla="*/ 375034 w 3944937"/>
              <a:gd name="connsiteY114" fmla="*/ 700961 h 726159"/>
              <a:gd name="connsiteX115" fmla="*/ 0 w 3944937"/>
              <a:gd name="connsiteY115" fmla="*/ 700961 h 726159"/>
              <a:gd name="connsiteX116" fmla="*/ 60160 w 3944937"/>
              <a:gd name="connsiteY116" fmla="*/ 715977 h 726159"/>
              <a:gd name="connsiteX117" fmla="*/ 72795 w 3944937"/>
              <a:gd name="connsiteY117" fmla="*/ 726159 h 726159"/>
              <a:gd name="connsiteX118" fmla="*/ 29091 w 3944937"/>
              <a:gd name="connsiteY118" fmla="*/ 726159 h 726159"/>
              <a:gd name="connsiteX119" fmla="*/ 0 w 3944937"/>
              <a:gd name="connsiteY119" fmla="*/ 718951 h 726159"/>
              <a:gd name="connsiteX120" fmla="*/ 0 w 3944937"/>
              <a:gd name="connsiteY120" fmla="*/ 600343 h 726159"/>
              <a:gd name="connsiteX121" fmla="*/ 99855 w 3944937"/>
              <a:gd name="connsiteY121" fmla="*/ 647348 h 726159"/>
              <a:gd name="connsiteX122" fmla="*/ 187517 w 3944937"/>
              <a:gd name="connsiteY122" fmla="*/ 689712 h 726159"/>
              <a:gd name="connsiteX123" fmla="*/ 275179 w 3944937"/>
              <a:gd name="connsiteY123" fmla="*/ 647348 h 726159"/>
              <a:gd name="connsiteX124" fmla="*/ 375034 w 3944937"/>
              <a:gd name="connsiteY124" fmla="*/ 600343 h 726159"/>
              <a:gd name="connsiteX125" fmla="*/ 474941 w 3944937"/>
              <a:gd name="connsiteY125" fmla="*/ 647348 h 726159"/>
              <a:gd name="connsiteX126" fmla="*/ 562069 w 3944937"/>
              <a:gd name="connsiteY126" fmla="*/ 689712 h 726159"/>
              <a:gd name="connsiteX127" fmla="*/ 650315 w 3944937"/>
              <a:gd name="connsiteY127" fmla="*/ 647348 h 726159"/>
              <a:gd name="connsiteX128" fmla="*/ 740506 w 3944937"/>
              <a:gd name="connsiteY128" fmla="*/ 600622 h 726159"/>
              <a:gd name="connsiteX129" fmla="*/ 749586 w 3944937"/>
              <a:gd name="connsiteY129" fmla="*/ 600343 h 726159"/>
              <a:gd name="connsiteX130" fmla="*/ 758889 w 3944937"/>
              <a:gd name="connsiteY130" fmla="*/ 600622 h 726159"/>
              <a:gd name="connsiteX131" fmla="*/ 850154 w 3944937"/>
              <a:gd name="connsiteY131" fmla="*/ 647348 h 726159"/>
              <a:gd name="connsiteX132" fmla="*/ 937343 w 3944937"/>
              <a:gd name="connsiteY132" fmla="*/ 689712 h 726159"/>
              <a:gd name="connsiteX133" fmla="*/ 1025586 w 3944937"/>
              <a:gd name="connsiteY133" fmla="*/ 647348 h 726159"/>
              <a:gd name="connsiteX134" fmla="*/ 1115684 w 3944937"/>
              <a:gd name="connsiteY134" fmla="*/ 600622 h 726159"/>
              <a:gd name="connsiteX135" fmla="*/ 1124860 w 3944937"/>
              <a:gd name="connsiteY135" fmla="*/ 600343 h 726159"/>
              <a:gd name="connsiteX136" fmla="*/ 1134151 w 3944937"/>
              <a:gd name="connsiteY136" fmla="*/ 600622 h 726159"/>
              <a:gd name="connsiteX137" fmla="*/ 1225295 w 3944937"/>
              <a:gd name="connsiteY137" fmla="*/ 647348 h 726159"/>
              <a:gd name="connsiteX138" fmla="*/ 1312377 w 3944937"/>
              <a:gd name="connsiteY138" fmla="*/ 689712 h 726159"/>
              <a:gd name="connsiteX139" fmla="*/ 1400620 w 3944937"/>
              <a:gd name="connsiteY139" fmla="*/ 647348 h 726159"/>
              <a:gd name="connsiteX140" fmla="*/ 1490715 w 3944937"/>
              <a:gd name="connsiteY140" fmla="*/ 600622 h 726159"/>
              <a:gd name="connsiteX141" fmla="*/ 1499902 w 3944937"/>
              <a:gd name="connsiteY141" fmla="*/ 600343 h 726159"/>
              <a:gd name="connsiteX142" fmla="*/ 1509200 w 3944937"/>
              <a:gd name="connsiteY142" fmla="*/ 600622 h 726159"/>
              <a:gd name="connsiteX143" fmla="*/ 1600457 w 3944937"/>
              <a:gd name="connsiteY143" fmla="*/ 647348 h 726159"/>
              <a:gd name="connsiteX144" fmla="*/ 1672675 w 3944937"/>
              <a:gd name="connsiteY144" fmla="*/ 688820 h 726159"/>
              <a:gd name="connsiteX145" fmla="*/ 1687656 w 3944937"/>
              <a:gd name="connsiteY145" fmla="*/ 689712 h 726159"/>
              <a:gd name="connsiteX146" fmla="*/ 1702991 w 3944937"/>
              <a:gd name="connsiteY146" fmla="*/ 688796 h 726159"/>
              <a:gd name="connsiteX147" fmla="*/ 1775902 w 3944937"/>
              <a:gd name="connsiteY147" fmla="*/ 647348 h 726159"/>
              <a:gd name="connsiteX148" fmla="*/ 1865985 w 3944937"/>
              <a:gd name="connsiteY148" fmla="*/ 600622 h 726159"/>
              <a:gd name="connsiteX149" fmla="*/ 1875171 w 3944937"/>
              <a:gd name="connsiteY149" fmla="*/ 600343 h 726159"/>
              <a:gd name="connsiteX150" fmla="*/ 1884453 w 3944937"/>
              <a:gd name="connsiteY150" fmla="*/ 600622 h 726159"/>
              <a:gd name="connsiteX151" fmla="*/ 1975602 w 3944937"/>
              <a:gd name="connsiteY151" fmla="*/ 647348 h 726159"/>
              <a:gd name="connsiteX152" fmla="*/ 2047561 w 3944937"/>
              <a:gd name="connsiteY152" fmla="*/ 688820 h 726159"/>
              <a:gd name="connsiteX153" fmla="*/ 2062687 w 3944937"/>
              <a:gd name="connsiteY153" fmla="*/ 689712 h 726159"/>
              <a:gd name="connsiteX154" fmla="*/ 2078025 w 3944937"/>
              <a:gd name="connsiteY154" fmla="*/ 688796 h 726159"/>
              <a:gd name="connsiteX155" fmla="*/ 2150933 w 3944937"/>
              <a:gd name="connsiteY155" fmla="*/ 647348 h 726159"/>
              <a:gd name="connsiteX156" fmla="*/ 2241019 w 3944937"/>
              <a:gd name="connsiteY156" fmla="*/ 600622 h 726159"/>
              <a:gd name="connsiteX157" fmla="*/ 2250202 w 3944937"/>
              <a:gd name="connsiteY157" fmla="*/ 600343 h 726159"/>
              <a:gd name="connsiteX158" fmla="*/ 2259500 w 3944937"/>
              <a:gd name="connsiteY158" fmla="*/ 600622 h 726159"/>
              <a:gd name="connsiteX159" fmla="*/ 2350772 w 3944937"/>
              <a:gd name="connsiteY159" fmla="*/ 647348 h 726159"/>
              <a:gd name="connsiteX160" fmla="*/ 2422815 w 3944937"/>
              <a:gd name="connsiteY160" fmla="*/ 688820 h 726159"/>
              <a:gd name="connsiteX161" fmla="*/ 2437959 w 3944937"/>
              <a:gd name="connsiteY161" fmla="*/ 689712 h 726159"/>
              <a:gd name="connsiteX162" fmla="*/ 2453275 w 3944937"/>
              <a:gd name="connsiteY162" fmla="*/ 688796 h 726159"/>
              <a:gd name="connsiteX163" fmla="*/ 2526203 w 3944937"/>
              <a:gd name="connsiteY163" fmla="*/ 647348 h 726159"/>
              <a:gd name="connsiteX164" fmla="*/ 2625475 w 3944937"/>
              <a:gd name="connsiteY164" fmla="*/ 600343 h 726159"/>
              <a:gd name="connsiteX165" fmla="*/ 2725913 w 3944937"/>
              <a:gd name="connsiteY165" fmla="*/ 647348 h 726159"/>
              <a:gd name="connsiteX166" fmla="*/ 2797875 w 3944937"/>
              <a:gd name="connsiteY166" fmla="*/ 688820 h 726159"/>
              <a:gd name="connsiteX167" fmla="*/ 2812992 w 3944937"/>
              <a:gd name="connsiteY167" fmla="*/ 689712 h 726159"/>
              <a:gd name="connsiteX168" fmla="*/ 2828318 w 3944937"/>
              <a:gd name="connsiteY168" fmla="*/ 688796 h 726159"/>
              <a:gd name="connsiteX169" fmla="*/ 2901235 w 3944937"/>
              <a:gd name="connsiteY169" fmla="*/ 647348 h 726159"/>
              <a:gd name="connsiteX170" fmla="*/ 2991467 w 3944937"/>
              <a:gd name="connsiteY170" fmla="*/ 600622 h 726159"/>
              <a:gd name="connsiteX171" fmla="*/ 3000649 w 3944937"/>
              <a:gd name="connsiteY171" fmla="*/ 600343 h 726159"/>
              <a:gd name="connsiteX172" fmla="*/ 3009947 w 3944937"/>
              <a:gd name="connsiteY172" fmla="*/ 600622 h 726159"/>
              <a:gd name="connsiteX173" fmla="*/ 3101213 w 3944937"/>
              <a:gd name="connsiteY173" fmla="*/ 647348 h 726159"/>
              <a:gd name="connsiteX174" fmla="*/ 3173264 w 3944937"/>
              <a:gd name="connsiteY174" fmla="*/ 688820 h 726159"/>
              <a:gd name="connsiteX175" fmla="*/ 3188407 w 3944937"/>
              <a:gd name="connsiteY175" fmla="*/ 689712 h 726159"/>
              <a:gd name="connsiteX176" fmla="*/ 3203722 w 3944937"/>
              <a:gd name="connsiteY176" fmla="*/ 688796 h 726159"/>
              <a:gd name="connsiteX177" fmla="*/ 3276069 w 3944937"/>
              <a:gd name="connsiteY177" fmla="*/ 647348 h 726159"/>
              <a:gd name="connsiteX178" fmla="*/ 3366740 w 3944937"/>
              <a:gd name="connsiteY178" fmla="*/ 600622 h 726159"/>
              <a:gd name="connsiteX179" fmla="*/ 3375923 w 3944937"/>
              <a:gd name="connsiteY179" fmla="*/ 600343 h 726159"/>
              <a:gd name="connsiteX180" fmla="*/ 3385209 w 3944937"/>
              <a:gd name="connsiteY180" fmla="*/ 600622 h 726159"/>
              <a:gd name="connsiteX181" fmla="*/ 3476358 w 3944937"/>
              <a:gd name="connsiteY181" fmla="*/ 647348 h 726159"/>
              <a:gd name="connsiteX182" fmla="*/ 3548317 w 3944937"/>
              <a:gd name="connsiteY182" fmla="*/ 688820 h 726159"/>
              <a:gd name="connsiteX183" fmla="*/ 3563440 w 3944937"/>
              <a:gd name="connsiteY183" fmla="*/ 689712 h 726159"/>
              <a:gd name="connsiteX184" fmla="*/ 3578775 w 3944937"/>
              <a:gd name="connsiteY184" fmla="*/ 688796 h 726159"/>
              <a:gd name="connsiteX185" fmla="*/ 3651215 w 3944937"/>
              <a:gd name="connsiteY185" fmla="*/ 647348 h 726159"/>
              <a:gd name="connsiteX186" fmla="*/ 3742002 w 3944937"/>
              <a:gd name="connsiteY186" fmla="*/ 600622 h 726159"/>
              <a:gd name="connsiteX187" fmla="*/ 3751197 w 3944937"/>
              <a:gd name="connsiteY187" fmla="*/ 600343 h 726159"/>
              <a:gd name="connsiteX188" fmla="*/ 3760483 w 3944937"/>
              <a:gd name="connsiteY188" fmla="*/ 600622 h 726159"/>
              <a:gd name="connsiteX189" fmla="*/ 3851632 w 3944937"/>
              <a:gd name="connsiteY189" fmla="*/ 647348 h 726159"/>
              <a:gd name="connsiteX190" fmla="*/ 3923590 w 3944937"/>
              <a:gd name="connsiteY190" fmla="*/ 688820 h 726159"/>
              <a:gd name="connsiteX191" fmla="*/ 3938713 w 3944937"/>
              <a:gd name="connsiteY191" fmla="*/ 689712 h 726159"/>
              <a:gd name="connsiteX192" fmla="*/ 3944937 w 3944937"/>
              <a:gd name="connsiteY192" fmla="*/ 689339 h 726159"/>
              <a:gd name="connsiteX193" fmla="*/ 3944937 w 3944937"/>
              <a:gd name="connsiteY193" fmla="*/ 707510 h 726159"/>
              <a:gd name="connsiteX194" fmla="*/ 3938714 w 3944937"/>
              <a:gd name="connsiteY194" fmla="*/ 707701 h 726159"/>
              <a:gd name="connsiteX195" fmla="*/ 3938713 w 3944937"/>
              <a:gd name="connsiteY195" fmla="*/ 707701 h 726159"/>
              <a:gd name="connsiteX196" fmla="*/ 3929531 w 3944937"/>
              <a:gd name="connsiteY196" fmla="*/ 707416 h 726159"/>
              <a:gd name="connsiteX197" fmla="*/ 3838860 w 3944937"/>
              <a:gd name="connsiteY197" fmla="*/ 660115 h 726159"/>
              <a:gd name="connsiteX198" fmla="*/ 3766512 w 3944937"/>
              <a:gd name="connsiteY198" fmla="*/ 618668 h 726159"/>
              <a:gd name="connsiteX199" fmla="*/ 3751197 w 3944937"/>
              <a:gd name="connsiteY199" fmla="*/ 617752 h 726159"/>
              <a:gd name="connsiteX200" fmla="*/ 3736054 w 3944937"/>
              <a:gd name="connsiteY200" fmla="*/ 618668 h 726159"/>
              <a:gd name="connsiteX201" fmla="*/ 3664003 w 3944937"/>
              <a:gd name="connsiteY201" fmla="*/ 660115 h 726159"/>
              <a:gd name="connsiteX202" fmla="*/ 3572737 w 3944937"/>
              <a:gd name="connsiteY202" fmla="*/ 707416 h 726159"/>
              <a:gd name="connsiteX203" fmla="*/ 3563440 w 3944937"/>
              <a:gd name="connsiteY203" fmla="*/ 707701 h 726159"/>
              <a:gd name="connsiteX204" fmla="*/ 3554257 w 3944937"/>
              <a:gd name="connsiteY204" fmla="*/ 707416 h 726159"/>
              <a:gd name="connsiteX205" fmla="*/ 3463586 w 3944937"/>
              <a:gd name="connsiteY205" fmla="*/ 660115 h 726159"/>
              <a:gd name="connsiteX206" fmla="*/ 3391239 w 3944937"/>
              <a:gd name="connsiteY206" fmla="*/ 618668 h 726159"/>
              <a:gd name="connsiteX207" fmla="*/ 3375923 w 3944937"/>
              <a:gd name="connsiteY207" fmla="*/ 617752 h 726159"/>
              <a:gd name="connsiteX208" fmla="*/ 3360800 w 3944937"/>
              <a:gd name="connsiteY208" fmla="*/ 618668 h 726159"/>
              <a:gd name="connsiteX209" fmla="*/ 3288841 w 3944937"/>
              <a:gd name="connsiteY209" fmla="*/ 660115 h 726159"/>
              <a:gd name="connsiteX210" fmla="*/ 3197692 w 3944937"/>
              <a:gd name="connsiteY210" fmla="*/ 707416 h 726159"/>
              <a:gd name="connsiteX211" fmla="*/ 3188407 w 3944937"/>
              <a:gd name="connsiteY211" fmla="*/ 707701 h 726159"/>
              <a:gd name="connsiteX212" fmla="*/ 3179212 w 3944937"/>
              <a:gd name="connsiteY212" fmla="*/ 707416 h 726159"/>
              <a:gd name="connsiteX213" fmla="*/ 3088425 w 3944937"/>
              <a:gd name="connsiteY213" fmla="*/ 660115 h 726159"/>
              <a:gd name="connsiteX214" fmla="*/ 3015985 w 3944937"/>
              <a:gd name="connsiteY214" fmla="*/ 618668 h 726159"/>
              <a:gd name="connsiteX215" fmla="*/ 3000649 w 3944937"/>
              <a:gd name="connsiteY215" fmla="*/ 617752 h 726159"/>
              <a:gd name="connsiteX216" fmla="*/ 2985526 w 3944937"/>
              <a:gd name="connsiteY216" fmla="*/ 618668 h 726159"/>
              <a:gd name="connsiteX217" fmla="*/ 2913429 w 3944937"/>
              <a:gd name="connsiteY217" fmla="*/ 660115 h 726159"/>
              <a:gd name="connsiteX218" fmla="*/ 2822285 w 3944937"/>
              <a:gd name="connsiteY218" fmla="*/ 707416 h 726159"/>
              <a:gd name="connsiteX219" fmla="*/ 2812992 w 3944937"/>
              <a:gd name="connsiteY219" fmla="*/ 707701 h 726159"/>
              <a:gd name="connsiteX220" fmla="*/ 2803817 w 3944937"/>
              <a:gd name="connsiteY220" fmla="*/ 707416 h 726159"/>
              <a:gd name="connsiteX221" fmla="*/ 2713719 w 3944937"/>
              <a:gd name="connsiteY221" fmla="*/ 660115 h 726159"/>
              <a:gd name="connsiteX222" fmla="*/ 2625475 w 3944937"/>
              <a:gd name="connsiteY222" fmla="*/ 617752 h 726159"/>
              <a:gd name="connsiteX223" fmla="*/ 2538398 w 3944937"/>
              <a:gd name="connsiteY223" fmla="*/ 660115 h 726159"/>
              <a:gd name="connsiteX224" fmla="*/ 2447253 w 3944937"/>
              <a:gd name="connsiteY224" fmla="*/ 707416 h 726159"/>
              <a:gd name="connsiteX225" fmla="*/ 2437959 w 3944937"/>
              <a:gd name="connsiteY225" fmla="*/ 707701 h 726159"/>
              <a:gd name="connsiteX226" fmla="*/ 2428768 w 3944937"/>
              <a:gd name="connsiteY226" fmla="*/ 707416 h 726159"/>
              <a:gd name="connsiteX227" fmla="*/ 2338559 w 3944937"/>
              <a:gd name="connsiteY227" fmla="*/ 660115 h 726159"/>
              <a:gd name="connsiteX228" fmla="*/ 2265570 w 3944937"/>
              <a:gd name="connsiteY228" fmla="*/ 618668 h 726159"/>
              <a:gd name="connsiteX229" fmla="*/ 2250202 w 3944937"/>
              <a:gd name="connsiteY229" fmla="*/ 617752 h 726159"/>
              <a:gd name="connsiteX230" fmla="*/ 2235078 w 3944937"/>
              <a:gd name="connsiteY230" fmla="*/ 618668 h 726159"/>
              <a:gd name="connsiteX231" fmla="*/ 2163119 w 3944937"/>
              <a:gd name="connsiteY231" fmla="*/ 660115 h 726159"/>
              <a:gd name="connsiteX232" fmla="*/ 2071970 w 3944937"/>
              <a:gd name="connsiteY232" fmla="*/ 707416 h 726159"/>
              <a:gd name="connsiteX233" fmla="*/ 2062687 w 3944937"/>
              <a:gd name="connsiteY233" fmla="*/ 707701 h 726159"/>
              <a:gd name="connsiteX234" fmla="*/ 2053502 w 3944937"/>
              <a:gd name="connsiteY234" fmla="*/ 707416 h 726159"/>
              <a:gd name="connsiteX235" fmla="*/ 1963418 w 3944937"/>
              <a:gd name="connsiteY235" fmla="*/ 660115 h 726159"/>
              <a:gd name="connsiteX236" fmla="*/ 1890508 w 3944937"/>
              <a:gd name="connsiteY236" fmla="*/ 618668 h 726159"/>
              <a:gd name="connsiteX237" fmla="*/ 1875171 w 3944937"/>
              <a:gd name="connsiteY237" fmla="*/ 617752 h 726159"/>
              <a:gd name="connsiteX238" fmla="*/ 1860044 w 3944937"/>
              <a:gd name="connsiteY238" fmla="*/ 618668 h 726159"/>
              <a:gd name="connsiteX239" fmla="*/ 1788085 w 3944937"/>
              <a:gd name="connsiteY239" fmla="*/ 660115 h 726159"/>
              <a:gd name="connsiteX240" fmla="*/ 1696936 w 3944937"/>
              <a:gd name="connsiteY240" fmla="*/ 707416 h 726159"/>
              <a:gd name="connsiteX241" fmla="*/ 1687656 w 3944937"/>
              <a:gd name="connsiteY241" fmla="*/ 707701 h 726159"/>
              <a:gd name="connsiteX242" fmla="*/ 1678456 w 3944937"/>
              <a:gd name="connsiteY242" fmla="*/ 707416 h 726159"/>
              <a:gd name="connsiteX243" fmla="*/ 1588259 w 3944937"/>
              <a:gd name="connsiteY243" fmla="*/ 660115 h 726159"/>
              <a:gd name="connsiteX244" fmla="*/ 1515254 w 3944937"/>
              <a:gd name="connsiteY244" fmla="*/ 618668 h 726159"/>
              <a:gd name="connsiteX245" fmla="*/ 1499902 w 3944937"/>
              <a:gd name="connsiteY245" fmla="*/ 617752 h 726159"/>
              <a:gd name="connsiteX246" fmla="*/ 1484938 w 3944937"/>
              <a:gd name="connsiteY246" fmla="*/ 618668 h 726159"/>
              <a:gd name="connsiteX247" fmla="*/ 1412811 w 3944937"/>
              <a:gd name="connsiteY247" fmla="*/ 660115 h 726159"/>
              <a:gd name="connsiteX248" fmla="*/ 1312377 w 3944937"/>
              <a:gd name="connsiteY248" fmla="*/ 707701 h 726159"/>
              <a:gd name="connsiteX249" fmla="*/ 1213103 w 3944937"/>
              <a:gd name="connsiteY249" fmla="*/ 660115 h 726159"/>
              <a:gd name="connsiteX250" fmla="*/ 1140203 w 3944937"/>
              <a:gd name="connsiteY250" fmla="*/ 618668 h 726159"/>
              <a:gd name="connsiteX251" fmla="*/ 1124860 w 3944937"/>
              <a:gd name="connsiteY251" fmla="*/ 617752 h 726159"/>
              <a:gd name="connsiteX252" fmla="*/ 1109907 w 3944937"/>
              <a:gd name="connsiteY252" fmla="*/ 618668 h 726159"/>
              <a:gd name="connsiteX253" fmla="*/ 1037780 w 3944937"/>
              <a:gd name="connsiteY253" fmla="*/ 660115 h 726159"/>
              <a:gd name="connsiteX254" fmla="*/ 937343 w 3944937"/>
              <a:gd name="connsiteY254" fmla="*/ 707701 h 726159"/>
              <a:gd name="connsiteX255" fmla="*/ 837942 w 3944937"/>
              <a:gd name="connsiteY255" fmla="*/ 660115 h 726159"/>
              <a:gd name="connsiteX256" fmla="*/ 764952 w 3944937"/>
              <a:gd name="connsiteY256" fmla="*/ 618668 h 726159"/>
              <a:gd name="connsiteX257" fmla="*/ 749586 w 3944937"/>
              <a:gd name="connsiteY257" fmla="*/ 617752 h 726159"/>
              <a:gd name="connsiteX258" fmla="*/ 734638 w 3944937"/>
              <a:gd name="connsiteY258" fmla="*/ 618668 h 726159"/>
              <a:gd name="connsiteX259" fmla="*/ 662511 w 3944937"/>
              <a:gd name="connsiteY259" fmla="*/ 660115 h 726159"/>
              <a:gd name="connsiteX260" fmla="*/ 562069 w 3944937"/>
              <a:gd name="connsiteY260" fmla="*/ 707701 h 726159"/>
              <a:gd name="connsiteX261" fmla="*/ 462743 w 3944937"/>
              <a:gd name="connsiteY261" fmla="*/ 660115 h 726159"/>
              <a:gd name="connsiteX262" fmla="*/ 375034 w 3944937"/>
              <a:gd name="connsiteY262" fmla="*/ 617752 h 726159"/>
              <a:gd name="connsiteX263" fmla="*/ 287371 w 3944937"/>
              <a:gd name="connsiteY263" fmla="*/ 660115 h 726159"/>
              <a:gd name="connsiteX264" fmla="*/ 187517 w 3944937"/>
              <a:gd name="connsiteY264" fmla="*/ 707701 h 726159"/>
              <a:gd name="connsiteX265" fmla="*/ 87664 w 3944937"/>
              <a:gd name="connsiteY265" fmla="*/ 660115 h 726159"/>
              <a:gd name="connsiteX266" fmla="*/ 0 w 3944937"/>
              <a:gd name="connsiteY266" fmla="*/ 617752 h 726159"/>
              <a:gd name="connsiteX267" fmla="*/ 0 w 3944937"/>
              <a:gd name="connsiteY267" fmla="*/ 500446 h 726159"/>
              <a:gd name="connsiteX268" fmla="*/ 99855 w 3944937"/>
              <a:gd name="connsiteY268" fmla="*/ 548032 h 726159"/>
              <a:gd name="connsiteX269" fmla="*/ 187517 w 3944937"/>
              <a:gd name="connsiteY269" fmla="*/ 590395 h 726159"/>
              <a:gd name="connsiteX270" fmla="*/ 275179 w 3944937"/>
              <a:gd name="connsiteY270" fmla="*/ 548032 h 726159"/>
              <a:gd name="connsiteX271" fmla="*/ 375034 w 3944937"/>
              <a:gd name="connsiteY271" fmla="*/ 500446 h 726159"/>
              <a:gd name="connsiteX272" fmla="*/ 474941 w 3944937"/>
              <a:gd name="connsiteY272" fmla="*/ 548032 h 726159"/>
              <a:gd name="connsiteX273" fmla="*/ 562069 w 3944937"/>
              <a:gd name="connsiteY273" fmla="*/ 590395 h 726159"/>
              <a:gd name="connsiteX274" fmla="*/ 650315 w 3944937"/>
              <a:gd name="connsiteY274" fmla="*/ 548032 h 726159"/>
              <a:gd name="connsiteX275" fmla="*/ 740506 w 3944937"/>
              <a:gd name="connsiteY275" fmla="*/ 500732 h 726159"/>
              <a:gd name="connsiteX276" fmla="*/ 749586 w 3944937"/>
              <a:gd name="connsiteY276" fmla="*/ 500446 h 726159"/>
              <a:gd name="connsiteX277" fmla="*/ 758889 w 3944937"/>
              <a:gd name="connsiteY277" fmla="*/ 500732 h 726159"/>
              <a:gd name="connsiteX278" fmla="*/ 850154 w 3944937"/>
              <a:gd name="connsiteY278" fmla="*/ 548032 h 726159"/>
              <a:gd name="connsiteX279" fmla="*/ 937343 w 3944937"/>
              <a:gd name="connsiteY279" fmla="*/ 590395 h 726159"/>
              <a:gd name="connsiteX280" fmla="*/ 1025586 w 3944937"/>
              <a:gd name="connsiteY280" fmla="*/ 548032 h 726159"/>
              <a:gd name="connsiteX281" fmla="*/ 1115684 w 3944937"/>
              <a:gd name="connsiteY281" fmla="*/ 500732 h 726159"/>
              <a:gd name="connsiteX282" fmla="*/ 1124860 w 3944937"/>
              <a:gd name="connsiteY282" fmla="*/ 500446 h 726159"/>
              <a:gd name="connsiteX283" fmla="*/ 1134151 w 3944937"/>
              <a:gd name="connsiteY283" fmla="*/ 500732 h 726159"/>
              <a:gd name="connsiteX284" fmla="*/ 1225295 w 3944937"/>
              <a:gd name="connsiteY284" fmla="*/ 548032 h 726159"/>
              <a:gd name="connsiteX285" fmla="*/ 1312377 w 3944937"/>
              <a:gd name="connsiteY285" fmla="*/ 590395 h 726159"/>
              <a:gd name="connsiteX286" fmla="*/ 1400620 w 3944937"/>
              <a:gd name="connsiteY286" fmla="*/ 548032 h 726159"/>
              <a:gd name="connsiteX287" fmla="*/ 1490715 w 3944937"/>
              <a:gd name="connsiteY287" fmla="*/ 500732 h 726159"/>
              <a:gd name="connsiteX288" fmla="*/ 1499902 w 3944937"/>
              <a:gd name="connsiteY288" fmla="*/ 500446 h 726159"/>
              <a:gd name="connsiteX289" fmla="*/ 1509200 w 3944937"/>
              <a:gd name="connsiteY289" fmla="*/ 500732 h 726159"/>
              <a:gd name="connsiteX290" fmla="*/ 1600457 w 3944937"/>
              <a:gd name="connsiteY290" fmla="*/ 548032 h 726159"/>
              <a:gd name="connsiteX291" fmla="*/ 1672675 w 3944937"/>
              <a:gd name="connsiteY291" fmla="*/ 589480 h 726159"/>
              <a:gd name="connsiteX292" fmla="*/ 1687656 w 3944937"/>
              <a:gd name="connsiteY292" fmla="*/ 590395 h 726159"/>
              <a:gd name="connsiteX293" fmla="*/ 1702991 w 3944937"/>
              <a:gd name="connsiteY293" fmla="*/ 589480 h 726159"/>
              <a:gd name="connsiteX294" fmla="*/ 1775902 w 3944937"/>
              <a:gd name="connsiteY294" fmla="*/ 548032 h 726159"/>
              <a:gd name="connsiteX295" fmla="*/ 1865985 w 3944937"/>
              <a:gd name="connsiteY295" fmla="*/ 500732 h 726159"/>
              <a:gd name="connsiteX296" fmla="*/ 1875171 w 3944937"/>
              <a:gd name="connsiteY296" fmla="*/ 500446 h 726159"/>
              <a:gd name="connsiteX297" fmla="*/ 1884453 w 3944937"/>
              <a:gd name="connsiteY297" fmla="*/ 500732 h 726159"/>
              <a:gd name="connsiteX298" fmla="*/ 1975602 w 3944937"/>
              <a:gd name="connsiteY298" fmla="*/ 548032 h 726159"/>
              <a:gd name="connsiteX299" fmla="*/ 2047561 w 3944937"/>
              <a:gd name="connsiteY299" fmla="*/ 589480 h 726159"/>
              <a:gd name="connsiteX300" fmla="*/ 2062687 w 3944937"/>
              <a:gd name="connsiteY300" fmla="*/ 590395 h 726159"/>
              <a:gd name="connsiteX301" fmla="*/ 2078025 w 3944937"/>
              <a:gd name="connsiteY301" fmla="*/ 589480 h 726159"/>
              <a:gd name="connsiteX302" fmla="*/ 2150933 w 3944937"/>
              <a:gd name="connsiteY302" fmla="*/ 548032 h 726159"/>
              <a:gd name="connsiteX303" fmla="*/ 2241019 w 3944937"/>
              <a:gd name="connsiteY303" fmla="*/ 500732 h 726159"/>
              <a:gd name="connsiteX304" fmla="*/ 2250202 w 3944937"/>
              <a:gd name="connsiteY304" fmla="*/ 500446 h 726159"/>
              <a:gd name="connsiteX305" fmla="*/ 2259500 w 3944937"/>
              <a:gd name="connsiteY305" fmla="*/ 500732 h 726159"/>
              <a:gd name="connsiteX306" fmla="*/ 2350772 w 3944937"/>
              <a:gd name="connsiteY306" fmla="*/ 548032 h 726159"/>
              <a:gd name="connsiteX307" fmla="*/ 2422815 w 3944937"/>
              <a:gd name="connsiteY307" fmla="*/ 589480 h 726159"/>
              <a:gd name="connsiteX308" fmla="*/ 2437959 w 3944937"/>
              <a:gd name="connsiteY308" fmla="*/ 590395 h 726159"/>
              <a:gd name="connsiteX309" fmla="*/ 2453275 w 3944937"/>
              <a:gd name="connsiteY309" fmla="*/ 589480 h 726159"/>
              <a:gd name="connsiteX310" fmla="*/ 2526203 w 3944937"/>
              <a:gd name="connsiteY310" fmla="*/ 548032 h 726159"/>
              <a:gd name="connsiteX311" fmla="*/ 2625475 w 3944937"/>
              <a:gd name="connsiteY311" fmla="*/ 500446 h 726159"/>
              <a:gd name="connsiteX312" fmla="*/ 2725913 w 3944937"/>
              <a:gd name="connsiteY312" fmla="*/ 548032 h 726159"/>
              <a:gd name="connsiteX313" fmla="*/ 2797875 w 3944937"/>
              <a:gd name="connsiteY313" fmla="*/ 589480 h 726159"/>
              <a:gd name="connsiteX314" fmla="*/ 2812992 w 3944937"/>
              <a:gd name="connsiteY314" fmla="*/ 590395 h 726159"/>
              <a:gd name="connsiteX315" fmla="*/ 2828318 w 3944937"/>
              <a:gd name="connsiteY315" fmla="*/ 589480 h 726159"/>
              <a:gd name="connsiteX316" fmla="*/ 2901235 w 3944937"/>
              <a:gd name="connsiteY316" fmla="*/ 548032 h 726159"/>
              <a:gd name="connsiteX317" fmla="*/ 2991461 w 3944937"/>
              <a:gd name="connsiteY317" fmla="*/ 500732 h 726159"/>
              <a:gd name="connsiteX318" fmla="*/ 3000643 w 3944937"/>
              <a:gd name="connsiteY318" fmla="*/ 500446 h 726159"/>
              <a:gd name="connsiteX319" fmla="*/ 3009941 w 3944937"/>
              <a:gd name="connsiteY319" fmla="*/ 500732 h 726159"/>
              <a:gd name="connsiteX320" fmla="*/ 3101207 w 3944937"/>
              <a:gd name="connsiteY320" fmla="*/ 548032 h 726159"/>
              <a:gd name="connsiteX321" fmla="*/ 3173258 w 3944937"/>
              <a:gd name="connsiteY321" fmla="*/ 589480 h 726159"/>
              <a:gd name="connsiteX322" fmla="*/ 3188401 w 3944937"/>
              <a:gd name="connsiteY322" fmla="*/ 590395 h 726159"/>
              <a:gd name="connsiteX323" fmla="*/ 3203716 w 3944937"/>
              <a:gd name="connsiteY323" fmla="*/ 589480 h 726159"/>
              <a:gd name="connsiteX324" fmla="*/ 3276063 w 3944937"/>
              <a:gd name="connsiteY324" fmla="*/ 548032 h 726159"/>
              <a:gd name="connsiteX325" fmla="*/ 3366734 w 3944937"/>
              <a:gd name="connsiteY325" fmla="*/ 500732 h 726159"/>
              <a:gd name="connsiteX326" fmla="*/ 3375917 w 3944937"/>
              <a:gd name="connsiteY326" fmla="*/ 500446 h 726159"/>
              <a:gd name="connsiteX327" fmla="*/ 3385203 w 3944937"/>
              <a:gd name="connsiteY327" fmla="*/ 500732 h 726159"/>
              <a:gd name="connsiteX328" fmla="*/ 3476352 w 3944937"/>
              <a:gd name="connsiteY328" fmla="*/ 548032 h 726159"/>
              <a:gd name="connsiteX329" fmla="*/ 3548311 w 3944937"/>
              <a:gd name="connsiteY329" fmla="*/ 589480 h 726159"/>
              <a:gd name="connsiteX330" fmla="*/ 3563434 w 3944937"/>
              <a:gd name="connsiteY330" fmla="*/ 590395 h 726159"/>
              <a:gd name="connsiteX331" fmla="*/ 3578769 w 3944937"/>
              <a:gd name="connsiteY331" fmla="*/ 589480 h 726159"/>
              <a:gd name="connsiteX332" fmla="*/ 3651209 w 3944937"/>
              <a:gd name="connsiteY332" fmla="*/ 548032 h 726159"/>
              <a:gd name="connsiteX333" fmla="*/ 3741996 w 3944937"/>
              <a:gd name="connsiteY333" fmla="*/ 500732 h 726159"/>
              <a:gd name="connsiteX334" fmla="*/ 3751191 w 3944937"/>
              <a:gd name="connsiteY334" fmla="*/ 500446 h 726159"/>
              <a:gd name="connsiteX335" fmla="*/ 3760477 w 3944937"/>
              <a:gd name="connsiteY335" fmla="*/ 500732 h 726159"/>
              <a:gd name="connsiteX336" fmla="*/ 3851626 w 3944937"/>
              <a:gd name="connsiteY336" fmla="*/ 548032 h 726159"/>
              <a:gd name="connsiteX337" fmla="*/ 3923584 w 3944937"/>
              <a:gd name="connsiteY337" fmla="*/ 589480 h 726159"/>
              <a:gd name="connsiteX338" fmla="*/ 3938707 w 3944937"/>
              <a:gd name="connsiteY338" fmla="*/ 590395 h 726159"/>
              <a:gd name="connsiteX339" fmla="*/ 3944937 w 3944937"/>
              <a:gd name="connsiteY339" fmla="*/ 590023 h 726159"/>
              <a:gd name="connsiteX340" fmla="*/ 3944937 w 3944937"/>
              <a:gd name="connsiteY340" fmla="*/ 607618 h 726159"/>
              <a:gd name="connsiteX341" fmla="*/ 3938708 w 3944937"/>
              <a:gd name="connsiteY341" fmla="*/ 607805 h 726159"/>
              <a:gd name="connsiteX342" fmla="*/ 3938707 w 3944937"/>
              <a:gd name="connsiteY342" fmla="*/ 607805 h 726159"/>
              <a:gd name="connsiteX343" fmla="*/ 3929525 w 3944937"/>
              <a:gd name="connsiteY343" fmla="*/ 607526 h 726159"/>
              <a:gd name="connsiteX344" fmla="*/ 3838854 w 3944937"/>
              <a:gd name="connsiteY344" fmla="*/ 560799 h 726159"/>
              <a:gd name="connsiteX345" fmla="*/ 3766506 w 3944937"/>
              <a:gd name="connsiteY345" fmla="*/ 519352 h 726159"/>
              <a:gd name="connsiteX346" fmla="*/ 3751191 w 3944937"/>
              <a:gd name="connsiteY346" fmla="*/ 518436 h 726159"/>
              <a:gd name="connsiteX347" fmla="*/ 3736048 w 3944937"/>
              <a:gd name="connsiteY347" fmla="*/ 519352 h 726159"/>
              <a:gd name="connsiteX348" fmla="*/ 3663997 w 3944937"/>
              <a:gd name="connsiteY348" fmla="*/ 560799 h 726159"/>
              <a:gd name="connsiteX349" fmla="*/ 3572731 w 3944937"/>
              <a:gd name="connsiteY349" fmla="*/ 607526 h 726159"/>
              <a:gd name="connsiteX350" fmla="*/ 3563434 w 3944937"/>
              <a:gd name="connsiteY350" fmla="*/ 607805 h 726159"/>
              <a:gd name="connsiteX351" fmla="*/ 3554251 w 3944937"/>
              <a:gd name="connsiteY351" fmla="*/ 607526 h 726159"/>
              <a:gd name="connsiteX352" fmla="*/ 3463580 w 3944937"/>
              <a:gd name="connsiteY352" fmla="*/ 560799 h 726159"/>
              <a:gd name="connsiteX353" fmla="*/ 3391233 w 3944937"/>
              <a:gd name="connsiteY353" fmla="*/ 519352 h 726159"/>
              <a:gd name="connsiteX354" fmla="*/ 3375917 w 3944937"/>
              <a:gd name="connsiteY354" fmla="*/ 518436 h 726159"/>
              <a:gd name="connsiteX355" fmla="*/ 3360794 w 3944937"/>
              <a:gd name="connsiteY355" fmla="*/ 519352 h 726159"/>
              <a:gd name="connsiteX356" fmla="*/ 3288835 w 3944937"/>
              <a:gd name="connsiteY356" fmla="*/ 560799 h 726159"/>
              <a:gd name="connsiteX357" fmla="*/ 3197686 w 3944937"/>
              <a:gd name="connsiteY357" fmla="*/ 607526 h 726159"/>
              <a:gd name="connsiteX358" fmla="*/ 3188401 w 3944937"/>
              <a:gd name="connsiteY358" fmla="*/ 607805 h 726159"/>
              <a:gd name="connsiteX359" fmla="*/ 3179206 w 3944937"/>
              <a:gd name="connsiteY359" fmla="*/ 607526 h 726159"/>
              <a:gd name="connsiteX360" fmla="*/ 3088419 w 3944937"/>
              <a:gd name="connsiteY360" fmla="*/ 560799 h 726159"/>
              <a:gd name="connsiteX361" fmla="*/ 3015979 w 3944937"/>
              <a:gd name="connsiteY361" fmla="*/ 519352 h 726159"/>
              <a:gd name="connsiteX362" fmla="*/ 3000643 w 3944937"/>
              <a:gd name="connsiteY362" fmla="*/ 518436 h 726159"/>
              <a:gd name="connsiteX363" fmla="*/ 2985520 w 3944937"/>
              <a:gd name="connsiteY363" fmla="*/ 519352 h 726159"/>
              <a:gd name="connsiteX364" fmla="*/ 2913429 w 3944937"/>
              <a:gd name="connsiteY364" fmla="*/ 560799 h 726159"/>
              <a:gd name="connsiteX365" fmla="*/ 2822285 w 3944937"/>
              <a:gd name="connsiteY365" fmla="*/ 607526 h 726159"/>
              <a:gd name="connsiteX366" fmla="*/ 2812992 w 3944937"/>
              <a:gd name="connsiteY366" fmla="*/ 607805 h 726159"/>
              <a:gd name="connsiteX367" fmla="*/ 2803817 w 3944937"/>
              <a:gd name="connsiteY367" fmla="*/ 607526 h 726159"/>
              <a:gd name="connsiteX368" fmla="*/ 2713719 w 3944937"/>
              <a:gd name="connsiteY368" fmla="*/ 560799 h 726159"/>
              <a:gd name="connsiteX369" fmla="*/ 2625475 w 3944937"/>
              <a:gd name="connsiteY369" fmla="*/ 518436 h 726159"/>
              <a:gd name="connsiteX370" fmla="*/ 2538398 w 3944937"/>
              <a:gd name="connsiteY370" fmla="*/ 560799 h 726159"/>
              <a:gd name="connsiteX371" fmla="*/ 2447253 w 3944937"/>
              <a:gd name="connsiteY371" fmla="*/ 607526 h 726159"/>
              <a:gd name="connsiteX372" fmla="*/ 2437959 w 3944937"/>
              <a:gd name="connsiteY372" fmla="*/ 607805 h 726159"/>
              <a:gd name="connsiteX373" fmla="*/ 2428768 w 3944937"/>
              <a:gd name="connsiteY373" fmla="*/ 607526 h 726159"/>
              <a:gd name="connsiteX374" fmla="*/ 2338559 w 3944937"/>
              <a:gd name="connsiteY374" fmla="*/ 560799 h 726159"/>
              <a:gd name="connsiteX375" fmla="*/ 2265570 w 3944937"/>
              <a:gd name="connsiteY375" fmla="*/ 519352 h 726159"/>
              <a:gd name="connsiteX376" fmla="*/ 2250202 w 3944937"/>
              <a:gd name="connsiteY376" fmla="*/ 518436 h 726159"/>
              <a:gd name="connsiteX377" fmla="*/ 2235078 w 3944937"/>
              <a:gd name="connsiteY377" fmla="*/ 519352 h 726159"/>
              <a:gd name="connsiteX378" fmla="*/ 2163119 w 3944937"/>
              <a:gd name="connsiteY378" fmla="*/ 560799 h 726159"/>
              <a:gd name="connsiteX379" fmla="*/ 2071970 w 3944937"/>
              <a:gd name="connsiteY379" fmla="*/ 607526 h 726159"/>
              <a:gd name="connsiteX380" fmla="*/ 2062687 w 3944937"/>
              <a:gd name="connsiteY380" fmla="*/ 607805 h 726159"/>
              <a:gd name="connsiteX381" fmla="*/ 2053502 w 3944937"/>
              <a:gd name="connsiteY381" fmla="*/ 607526 h 726159"/>
              <a:gd name="connsiteX382" fmla="*/ 1963418 w 3944937"/>
              <a:gd name="connsiteY382" fmla="*/ 560799 h 726159"/>
              <a:gd name="connsiteX383" fmla="*/ 1890508 w 3944937"/>
              <a:gd name="connsiteY383" fmla="*/ 519352 h 726159"/>
              <a:gd name="connsiteX384" fmla="*/ 1875171 w 3944937"/>
              <a:gd name="connsiteY384" fmla="*/ 518436 h 726159"/>
              <a:gd name="connsiteX385" fmla="*/ 1860044 w 3944937"/>
              <a:gd name="connsiteY385" fmla="*/ 519352 h 726159"/>
              <a:gd name="connsiteX386" fmla="*/ 1788085 w 3944937"/>
              <a:gd name="connsiteY386" fmla="*/ 560799 h 726159"/>
              <a:gd name="connsiteX387" fmla="*/ 1696936 w 3944937"/>
              <a:gd name="connsiteY387" fmla="*/ 607526 h 726159"/>
              <a:gd name="connsiteX388" fmla="*/ 1687656 w 3944937"/>
              <a:gd name="connsiteY388" fmla="*/ 607805 h 726159"/>
              <a:gd name="connsiteX389" fmla="*/ 1678456 w 3944937"/>
              <a:gd name="connsiteY389" fmla="*/ 607526 h 726159"/>
              <a:gd name="connsiteX390" fmla="*/ 1588259 w 3944937"/>
              <a:gd name="connsiteY390" fmla="*/ 560799 h 726159"/>
              <a:gd name="connsiteX391" fmla="*/ 1515254 w 3944937"/>
              <a:gd name="connsiteY391" fmla="*/ 519352 h 726159"/>
              <a:gd name="connsiteX392" fmla="*/ 1499902 w 3944937"/>
              <a:gd name="connsiteY392" fmla="*/ 518436 h 726159"/>
              <a:gd name="connsiteX393" fmla="*/ 1484938 w 3944937"/>
              <a:gd name="connsiteY393" fmla="*/ 519352 h 726159"/>
              <a:gd name="connsiteX394" fmla="*/ 1412811 w 3944937"/>
              <a:gd name="connsiteY394" fmla="*/ 560799 h 726159"/>
              <a:gd name="connsiteX395" fmla="*/ 1312377 w 3944937"/>
              <a:gd name="connsiteY395" fmla="*/ 607805 h 726159"/>
              <a:gd name="connsiteX396" fmla="*/ 1213103 w 3944937"/>
              <a:gd name="connsiteY396" fmla="*/ 560799 h 726159"/>
              <a:gd name="connsiteX397" fmla="*/ 1140203 w 3944937"/>
              <a:gd name="connsiteY397" fmla="*/ 519352 h 726159"/>
              <a:gd name="connsiteX398" fmla="*/ 1124860 w 3944937"/>
              <a:gd name="connsiteY398" fmla="*/ 518436 h 726159"/>
              <a:gd name="connsiteX399" fmla="*/ 1109907 w 3944937"/>
              <a:gd name="connsiteY399" fmla="*/ 519352 h 726159"/>
              <a:gd name="connsiteX400" fmla="*/ 1037780 w 3944937"/>
              <a:gd name="connsiteY400" fmla="*/ 560799 h 726159"/>
              <a:gd name="connsiteX401" fmla="*/ 937343 w 3944937"/>
              <a:gd name="connsiteY401" fmla="*/ 607805 h 726159"/>
              <a:gd name="connsiteX402" fmla="*/ 837942 w 3944937"/>
              <a:gd name="connsiteY402" fmla="*/ 560799 h 726159"/>
              <a:gd name="connsiteX403" fmla="*/ 764952 w 3944937"/>
              <a:gd name="connsiteY403" fmla="*/ 519352 h 726159"/>
              <a:gd name="connsiteX404" fmla="*/ 749586 w 3944937"/>
              <a:gd name="connsiteY404" fmla="*/ 518436 h 726159"/>
              <a:gd name="connsiteX405" fmla="*/ 734638 w 3944937"/>
              <a:gd name="connsiteY405" fmla="*/ 519352 h 726159"/>
              <a:gd name="connsiteX406" fmla="*/ 662511 w 3944937"/>
              <a:gd name="connsiteY406" fmla="*/ 560799 h 726159"/>
              <a:gd name="connsiteX407" fmla="*/ 562069 w 3944937"/>
              <a:gd name="connsiteY407" fmla="*/ 607805 h 726159"/>
              <a:gd name="connsiteX408" fmla="*/ 462743 w 3944937"/>
              <a:gd name="connsiteY408" fmla="*/ 560799 h 726159"/>
              <a:gd name="connsiteX409" fmla="*/ 375034 w 3944937"/>
              <a:gd name="connsiteY409" fmla="*/ 518436 h 726159"/>
              <a:gd name="connsiteX410" fmla="*/ 287371 w 3944937"/>
              <a:gd name="connsiteY410" fmla="*/ 560799 h 726159"/>
              <a:gd name="connsiteX411" fmla="*/ 187517 w 3944937"/>
              <a:gd name="connsiteY411" fmla="*/ 607805 h 726159"/>
              <a:gd name="connsiteX412" fmla="*/ 87664 w 3944937"/>
              <a:gd name="connsiteY412" fmla="*/ 560799 h 726159"/>
              <a:gd name="connsiteX413" fmla="*/ 0 w 3944937"/>
              <a:gd name="connsiteY413" fmla="*/ 518436 h 726159"/>
              <a:gd name="connsiteX414" fmla="*/ 0 w 3944937"/>
              <a:gd name="connsiteY414" fmla="*/ 399827 h 726159"/>
              <a:gd name="connsiteX415" fmla="*/ 99855 w 3944937"/>
              <a:gd name="connsiteY415" fmla="*/ 447520 h 726159"/>
              <a:gd name="connsiteX416" fmla="*/ 187517 w 3944937"/>
              <a:gd name="connsiteY416" fmla="*/ 489978 h 726159"/>
              <a:gd name="connsiteX417" fmla="*/ 275179 w 3944937"/>
              <a:gd name="connsiteY417" fmla="*/ 447520 h 726159"/>
              <a:gd name="connsiteX418" fmla="*/ 375034 w 3944937"/>
              <a:gd name="connsiteY418" fmla="*/ 399827 h 726159"/>
              <a:gd name="connsiteX419" fmla="*/ 474941 w 3944937"/>
              <a:gd name="connsiteY419" fmla="*/ 447520 h 726159"/>
              <a:gd name="connsiteX420" fmla="*/ 562069 w 3944937"/>
              <a:gd name="connsiteY420" fmla="*/ 489978 h 726159"/>
              <a:gd name="connsiteX421" fmla="*/ 650315 w 3944937"/>
              <a:gd name="connsiteY421" fmla="*/ 447520 h 726159"/>
              <a:gd name="connsiteX422" fmla="*/ 740506 w 3944937"/>
              <a:gd name="connsiteY422" fmla="*/ 400114 h 726159"/>
              <a:gd name="connsiteX423" fmla="*/ 749586 w 3944937"/>
              <a:gd name="connsiteY423" fmla="*/ 399827 h 726159"/>
              <a:gd name="connsiteX424" fmla="*/ 758889 w 3944937"/>
              <a:gd name="connsiteY424" fmla="*/ 400114 h 726159"/>
              <a:gd name="connsiteX425" fmla="*/ 850154 w 3944937"/>
              <a:gd name="connsiteY425" fmla="*/ 447520 h 726159"/>
              <a:gd name="connsiteX426" fmla="*/ 937343 w 3944937"/>
              <a:gd name="connsiteY426" fmla="*/ 489978 h 726159"/>
              <a:gd name="connsiteX427" fmla="*/ 1025586 w 3944937"/>
              <a:gd name="connsiteY427" fmla="*/ 447520 h 726159"/>
              <a:gd name="connsiteX428" fmla="*/ 1115684 w 3944937"/>
              <a:gd name="connsiteY428" fmla="*/ 400114 h 726159"/>
              <a:gd name="connsiteX429" fmla="*/ 1124860 w 3944937"/>
              <a:gd name="connsiteY429" fmla="*/ 399827 h 726159"/>
              <a:gd name="connsiteX430" fmla="*/ 1134151 w 3944937"/>
              <a:gd name="connsiteY430" fmla="*/ 400114 h 726159"/>
              <a:gd name="connsiteX431" fmla="*/ 1225295 w 3944937"/>
              <a:gd name="connsiteY431" fmla="*/ 447520 h 726159"/>
              <a:gd name="connsiteX432" fmla="*/ 1312377 w 3944937"/>
              <a:gd name="connsiteY432" fmla="*/ 489978 h 726159"/>
              <a:gd name="connsiteX433" fmla="*/ 1400620 w 3944937"/>
              <a:gd name="connsiteY433" fmla="*/ 447520 h 726159"/>
              <a:gd name="connsiteX434" fmla="*/ 1490715 w 3944937"/>
              <a:gd name="connsiteY434" fmla="*/ 400114 h 726159"/>
              <a:gd name="connsiteX435" fmla="*/ 1499902 w 3944937"/>
              <a:gd name="connsiteY435" fmla="*/ 399827 h 726159"/>
              <a:gd name="connsiteX436" fmla="*/ 1509200 w 3944937"/>
              <a:gd name="connsiteY436" fmla="*/ 400114 h 726159"/>
              <a:gd name="connsiteX437" fmla="*/ 1600457 w 3944937"/>
              <a:gd name="connsiteY437" fmla="*/ 447520 h 726159"/>
              <a:gd name="connsiteX438" fmla="*/ 1672675 w 3944937"/>
              <a:gd name="connsiteY438" fmla="*/ 489060 h 726159"/>
              <a:gd name="connsiteX439" fmla="*/ 1687656 w 3944937"/>
              <a:gd name="connsiteY439" fmla="*/ 489978 h 726159"/>
              <a:gd name="connsiteX440" fmla="*/ 1702991 w 3944937"/>
              <a:gd name="connsiteY440" fmla="*/ 489060 h 726159"/>
              <a:gd name="connsiteX441" fmla="*/ 1775902 w 3944937"/>
              <a:gd name="connsiteY441" fmla="*/ 447520 h 726159"/>
              <a:gd name="connsiteX442" fmla="*/ 1865985 w 3944937"/>
              <a:gd name="connsiteY442" fmla="*/ 400114 h 726159"/>
              <a:gd name="connsiteX443" fmla="*/ 1875171 w 3944937"/>
              <a:gd name="connsiteY443" fmla="*/ 399827 h 726159"/>
              <a:gd name="connsiteX444" fmla="*/ 1884453 w 3944937"/>
              <a:gd name="connsiteY444" fmla="*/ 400114 h 726159"/>
              <a:gd name="connsiteX445" fmla="*/ 1975602 w 3944937"/>
              <a:gd name="connsiteY445" fmla="*/ 447520 h 726159"/>
              <a:gd name="connsiteX446" fmla="*/ 2047561 w 3944937"/>
              <a:gd name="connsiteY446" fmla="*/ 489060 h 726159"/>
              <a:gd name="connsiteX447" fmla="*/ 2062687 w 3944937"/>
              <a:gd name="connsiteY447" fmla="*/ 489978 h 726159"/>
              <a:gd name="connsiteX448" fmla="*/ 2078025 w 3944937"/>
              <a:gd name="connsiteY448" fmla="*/ 489060 h 726159"/>
              <a:gd name="connsiteX449" fmla="*/ 2150933 w 3944937"/>
              <a:gd name="connsiteY449" fmla="*/ 447520 h 726159"/>
              <a:gd name="connsiteX450" fmla="*/ 2241019 w 3944937"/>
              <a:gd name="connsiteY450" fmla="*/ 400114 h 726159"/>
              <a:gd name="connsiteX451" fmla="*/ 2250202 w 3944937"/>
              <a:gd name="connsiteY451" fmla="*/ 399827 h 726159"/>
              <a:gd name="connsiteX452" fmla="*/ 2259500 w 3944937"/>
              <a:gd name="connsiteY452" fmla="*/ 400114 h 726159"/>
              <a:gd name="connsiteX453" fmla="*/ 2350772 w 3944937"/>
              <a:gd name="connsiteY453" fmla="*/ 447520 h 726159"/>
              <a:gd name="connsiteX454" fmla="*/ 2422815 w 3944937"/>
              <a:gd name="connsiteY454" fmla="*/ 489060 h 726159"/>
              <a:gd name="connsiteX455" fmla="*/ 2437959 w 3944937"/>
              <a:gd name="connsiteY455" fmla="*/ 489978 h 726159"/>
              <a:gd name="connsiteX456" fmla="*/ 2453275 w 3944937"/>
              <a:gd name="connsiteY456" fmla="*/ 489060 h 726159"/>
              <a:gd name="connsiteX457" fmla="*/ 2526203 w 3944937"/>
              <a:gd name="connsiteY457" fmla="*/ 447520 h 726159"/>
              <a:gd name="connsiteX458" fmla="*/ 2625475 w 3944937"/>
              <a:gd name="connsiteY458" fmla="*/ 399827 h 726159"/>
              <a:gd name="connsiteX459" fmla="*/ 2725913 w 3944937"/>
              <a:gd name="connsiteY459" fmla="*/ 447520 h 726159"/>
              <a:gd name="connsiteX460" fmla="*/ 2797875 w 3944937"/>
              <a:gd name="connsiteY460" fmla="*/ 489060 h 726159"/>
              <a:gd name="connsiteX461" fmla="*/ 2812992 w 3944937"/>
              <a:gd name="connsiteY461" fmla="*/ 489978 h 726159"/>
              <a:gd name="connsiteX462" fmla="*/ 2828318 w 3944937"/>
              <a:gd name="connsiteY462" fmla="*/ 489060 h 726159"/>
              <a:gd name="connsiteX463" fmla="*/ 2901235 w 3944937"/>
              <a:gd name="connsiteY463" fmla="*/ 447520 h 726159"/>
              <a:gd name="connsiteX464" fmla="*/ 2991455 w 3944937"/>
              <a:gd name="connsiteY464" fmla="*/ 400114 h 726159"/>
              <a:gd name="connsiteX465" fmla="*/ 3000637 w 3944937"/>
              <a:gd name="connsiteY465" fmla="*/ 399827 h 726159"/>
              <a:gd name="connsiteX466" fmla="*/ 3009935 w 3944937"/>
              <a:gd name="connsiteY466" fmla="*/ 400114 h 726159"/>
              <a:gd name="connsiteX467" fmla="*/ 3101201 w 3944937"/>
              <a:gd name="connsiteY467" fmla="*/ 447520 h 726159"/>
              <a:gd name="connsiteX468" fmla="*/ 3173252 w 3944937"/>
              <a:gd name="connsiteY468" fmla="*/ 489060 h 726159"/>
              <a:gd name="connsiteX469" fmla="*/ 3188395 w 3944937"/>
              <a:gd name="connsiteY469" fmla="*/ 489978 h 726159"/>
              <a:gd name="connsiteX470" fmla="*/ 3203710 w 3944937"/>
              <a:gd name="connsiteY470" fmla="*/ 489060 h 726159"/>
              <a:gd name="connsiteX471" fmla="*/ 3276057 w 3944937"/>
              <a:gd name="connsiteY471" fmla="*/ 447520 h 726159"/>
              <a:gd name="connsiteX472" fmla="*/ 3366728 w 3944937"/>
              <a:gd name="connsiteY472" fmla="*/ 400114 h 726159"/>
              <a:gd name="connsiteX473" fmla="*/ 3375911 w 3944937"/>
              <a:gd name="connsiteY473" fmla="*/ 399827 h 726159"/>
              <a:gd name="connsiteX474" fmla="*/ 3385197 w 3944937"/>
              <a:gd name="connsiteY474" fmla="*/ 400114 h 726159"/>
              <a:gd name="connsiteX475" fmla="*/ 3476346 w 3944937"/>
              <a:gd name="connsiteY475" fmla="*/ 447520 h 726159"/>
              <a:gd name="connsiteX476" fmla="*/ 3548305 w 3944937"/>
              <a:gd name="connsiteY476" fmla="*/ 489060 h 726159"/>
              <a:gd name="connsiteX477" fmla="*/ 3563428 w 3944937"/>
              <a:gd name="connsiteY477" fmla="*/ 489978 h 726159"/>
              <a:gd name="connsiteX478" fmla="*/ 3578763 w 3944937"/>
              <a:gd name="connsiteY478" fmla="*/ 489060 h 726159"/>
              <a:gd name="connsiteX479" fmla="*/ 3651203 w 3944937"/>
              <a:gd name="connsiteY479" fmla="*/ 447520 h 726159"/>
              <a:gd name="connsiteX480" fmla="*/ 3741990 w 3944937"/>
              <a:gd name="connsiteY480" fmla="*/ 400114 h 726159"/>
              <a:gd name="connsiteX481" fmla="*/ 3751185 w 3944937"/>
              <a:gd name="connsiteY481" fmla="*/ 399827 h 726159"/>
              <a:gd name="connsiteX482" fmla="*/ 3760471 w 3944937"/>
              <a:gd name="connsiteY482" fmla="*/ 400114 h 726159"/>
              <a:gd name="connsiteX483" fmla="*/ 3851620 w 3944937"/>
              <a:gd name="connsiteY483" fmla="*/ 447520 h 726159"/>
              <a:gd name="connsiteX484" fmla="*/ 3923578 w 3944937"/>
              <a:gd name="connsiteY484" fmla="*/ 489060 h 726159"/>
              <a:gd name="connsiteX485" fmla="*/ 3938701 w 3944937"/>
              <a:gd name="connsiteY485" fmla="*/ 489978 h 726159"/>
              <a:gd name="connsiteX486" fmla="*/ 3944937 w 3944937"/>
              <a:gd name="connsiteY486" fmla="*/ 489604 h 726159"/>
              <a:gd name="connsiteX487" fmla="*/ 3944937 w 3944937"/>
              <a:gd name="connsiteY487" fmla="*/ 507239 h 726159"/>
              <a:gd name="connsiteX488" fmla="*/ 3938702 w 3944937"/>
              <a:gd name="connsiteY488" fmla="*/ 507427 h 726159"/>
              <a:gd name="connsiteX489" fmla="*/ 3938701 w 3944937"/>
              <a:gd name="connsiteY489" fmla="*/ 507427 h 726159"/>
              <a:gd name="connsiteX490" fmla="*/ 3929519 w 3944937"/>
              <a:gd name="connsiteY490" fmla="*/ 507147 h 726159"/>
              <a:gd name="connsiteX491" fmla="*/ 3838848 w 3944937"/>
              <a:gd name="connsiteY491" fmla="*/ 460316 h 726159"/>
              <a:gd name="connsiteX492" fmla="*/ 3766501 w 3944937"/>
              <a:gd name="connsiteY492" fmla="*/ 418775 h 726159"/>
              <a:gd name="connsiteX493" fmla="*/ 3751185 w 3944937"/>
              <a:gd name="connsiteY493" fmla="*/ 417857 h 726159"/>
              <a:gd name="connsiteX494" fmla="*/ 3736042 w 3944937"/>
              <a:gd name="connsiteY494" fmla="*/ 418752 h 726159"/>
              <a:gd name="connsiteX495" fmla="*/ 3663991 w 3944937"/>
              <a:gd name="connsiteY495" fmla="*/ 460316 h 726159"/>
              <a:gd name="connsiteX496" fmla="*/ 3572725 w 3944937"/>
              <a:gd name="connsiteY496" fmla="*/ 507147 h 726159"/>
              <a:gd name="connsiteX497" fmla="*/ 3563428 w 3944937"/>
              <a:gd name="connsiteY497" fmla="*/ 507427 h 726159"/>
              <a:gd name="connsiteX498" fmla="*/ 3554245 w 3944937"/>
              <a:gd name="connsiteY498" fmla="*/ 507147 h 726159"/>
              <a:gd name="connsiteX499" fmla="*/ 3463574 w 3944937"/>
              <a:gd name="connsiteY499" fmla="*/ 460316 h 726159"/>
              <a:gd name="connsiteX500" fmla="*/ 3391227 w 3944937"/>
              <a:gd name="connsiteY500" fmla="*/ 418775 h 726159"/>
              <a:gd name="connsiteX501" fmla="*/ 3375911 w 3944937"/>
              <a:gd name="connsiteY501" fmla="*/ 417857 h 726159"/>
              <a:gd name="connsiteX502" fmla="*/ 3360788 w 3944937"/>
              <a:gd name="connsiteY502" fmla="*/ 418752 h 726159"/>
              <a:gd name="connsiteX503" fmla="*/ 3288829 w 3944937"/>
              <a:gd name="connsiteY503" fmla="*/ 460316 h 726159"/>
              <a:gd name="connsiteX504" fmla="*/ 3197680 w 3944937"/>
              <a:gd name="connsiteY504" fmla="*/ 507147 h 726159"/>
              <a:gd name="connsiteX505" fmla="*/ 3188395 w 3944937"/>
              <a:gd name="connsiteY505" fmla="*/ 507427 h 726159"/>
              <a:gd name="connsiteX506" fmla="*/ 3179200 w 3944937"/>
              <a:gd name="connsiteY506" fmla="*/ 507147 h 726159"/>
              <a:gd name="connsiteX507" fmla="*/ 3088413 w 3944937"/>
              <a:gd name="connsiteY507" fmla="*/ 460316 h 726159"/>
              <a:gd name="connsiteX508" fmla="*/ 3015973 w 3944937"/>
              <a:gd name="connsiteY508" fmla="*/ 418775 h 726159"/>
              <a:gd name="connsiteX509" fmla="*/ 3000637 w 3944937"/>
              <a:gd name="connsiteY509" fmla="*/ 417857 h 726159"/>
              <a:gd name="connsiteX510" fmla="*/ 2985514 w 3944937"/>
              <a:gd name="connsiteY510" fmla="*/ 418752 h 726159"/>
              <a:gd name="connsiteX511" fmla="*/ 2913429 w 3944937"/>
              <a:gd name="connsiteY511" fmla="*/ 460316 h 726159"/>
              <a:gd name="connsiteX512" fmla="*/ 2822285 w 3944937"/>
              <a:gd name="connsiteY512" fmla="*/ 507147 h 726159"/>
              <a:gd name="connsiteX513" fmla="*/ 2812992 w 3944937"/>
              <a:gd name="connsiteY513" fmla="*/ 507427 h 726159"/>
              <a:gd name="connsiteX514" fmla="*/ 2803817 w 3944937"/>
              <a:gd name="connsiteY514" fmla="*/ 507147 h 726159"/>
              <a:gd name="connsiteX515" fmla="*/ 2713719 w 3944937"/>
              <a:gd name="connsiteY515" fmla="*/ 460316 h 726159"/>
              <a:gd name="connsiteX516" fmla="*/ 2625475 w 3944937"/>
              <a:gd name="connsiteY516" fmla="*/ 417857 h 726159"/>
              <a:gd name="connsiteX517" fmla="*/ 2538398 w 3944937"/>
              <a:gd name="connsiteY517" fmla="*/ 460316 h 726159"/>
              <a:gd name="connsiteX518" fmla="*/ 2447253 w 3944937"/>
              <a:gd name="connsiteY518" fmla="*/ 507147 h 726159"/>
              <a:gd name="connsiteX519" fmla="*/ 2437959 w 3944937"/>
              <a:gd name="connsiteY519" fmla="*/ 507427 h 726159"/>
              <a:gd name="connsiteX520" fmla="*/ 2428768 w 3944937"/>
              <a:gd name="connsiteY520" fmla="*/ 507147 h 726159"/>
              <a:gd name="connsiteX521" fmla="*/ 2338559 w 3944937"/>
              <a:gd name="connsiteY521" fmla="*/ 460316 h 726159"/>
              <a:gd name="connsiteX522" fmla="*/ 2265570 w 3944937"/>
              <a:gd name="connsiteY522" fmla="*/ 418775 h 726159"/>
              <a:gd name="connsiteX523" fmla="*/ 2250202 w 3944937"/>
              <a:gd name="connsiteY523" fmla="*/ 417857 h 726159"/>
              <a:gd name="connsiteX524" fmla="*/ 2235078 w 3944937"/>
              <a:gd name="connsiteY524" fmla="*/ 418752 h 726159"/>
              <a:gd name="connsiteX525" fmla="*/ 2163119 w 3944937"/>
              <a:gd name="connsiteY525" fmla="*/ 460316 h 726159"/>
              <a:gd name="connsiteX526" fmla="*/ 2071970 w 3944937"/>
              <a:gd name="connsiteY526" fmla="*/ 507147 h 726159"/>
              <a:gd name="connsiteX527" fmla="*/ 2062687 w 3944937"/>
              <a:gd name="connsiteY527" fmla="*/ 507427 h 726159"/>
              <a:gd name="connsiteX528" fmla="*/ 2053502 w 3944937"/>
              <a:gd name="connsiteY528" fmla="*/ 507147 h 726159"/>
              <a:gd name="connsiteX529" fmla="*/ 1963418 w 3944937"/>
              <a:gd name="connsiteY529" fmla="*/ 460316 h 726159"/>
              <a:gd name="connsiteX530" fmla="*/ 1890508 w 3944937"/>
              <a:gd name="connsiteY530" fmla="*/ 418775 h 726159"/>
              <a:gd name="connsiteX531" fmla="*/ 1875171 w 3944937"/>
              <a:gd name="connsiteY531" fmla="*/ 417857 h 726159"/>
              <a:gd name="connsiteX532" fmla="*/ 1860044 w 3944937"/>
              <a:gd name="connsiteY532" fmla="*/ 418752 h 726159"/>
              <a:gd name="connsiteX533" fmla="*/ 1788085 w 3944937"/>
              <a:gd name="connsiteY533" fmla="*/ 460316 h 726159"/>
              <a:gd name="connsiteX534" fmla="*/ 1696936 w 3944937"/>
              <a:gd name="connsiteY534" fmla="*/ 507147 h 726159"/>
              <a:gd name="connsiteX535" fmla="*/ 1687656 w 3944937"/>
              <a:gd name="connsiteY535" fmla="*/ 507427 h 726159"/>
              <a:gd name="connsiteX536" fmla="*/ 1678456 w 3944937"/>
              <a:gd name="connsiteY536" fmla="*/ 507147 h 726159"/>
              <a:gd name="connsiteX537" fmla="*/ 1588259 w 3944937"/>
              <a:gd name="connsiteY537" fmla="*/ 460316 h 726159"/>
              <a:gd name="connsiteX538" fmla="*/ 1515254 w 3944937"/>
              <a:gd name="connsiteY538" fmla="*/ 418775 h 726159"/>
              <a:gd name="connsiteX539" fmla="*/ 1499902 w 3944937"/>
              <a:gd name="connsiteY539" fmla="*/ 417857 h 726159"/>
              <a:gd name="connsiteX540" fmla="*/ 1484938 w 3944937"/>
              <a:gd name="connsiteY540" fmla="*/ 418752 h 726159"/>
              <a:gd name="connsiteX541" fmla="*/ 1412811 w 3944937"/>
              <a:gd name="connsiteY541" fmla="*/ 460316 h 726159"/>
              <a:gd name="connsiteX542" fmla="*/ 1312377 w 3944937"/>
              <a:gd name="connsiteY542" fmla="*/ 507427 h 726159"/>
              <a:gd name="connsiteX543" fmla="*/ 1213103 w 3944937"/>
              <a:gd name="connsiteY543" fmla="*/ 460316 h 726159"/>
              <a:gd name="connsiteX544" fmla="*/ 1140203 w 3944937"/>
              <a:gd name="connsiteY544" fmla="*/ 418775 h 726159"/>
              <a:gd name="connsiteX545" fmla="*/ 1124860 w 3944937"/>
              <a:gd name="connsiteY545" fmla="*/ 417857 h 726159"/>
              <a:gd name="connsiteX546" fmla="*/ 1109907 w 3944937"/>
              <a:gd name="connsiteY546" fmla="*/ 418752 h 726159"/>
              <a:gd name="connsiteX547" fmla="*/ 1037780 w 3944937"/>
              <a:gd name="connsiteY547" fmla="*/ 460316 h 726159"/>
              <a:gd name="connsiteX548" fmla="*/ 937343 w 3944937"/>
              <a:gd name="connsiteY548" fmla="*/ 507427 h 726159"/>
              <a:gd name="connsiteX549" fmla="*/ 837942 w 3944937"/>
              <a:gd name="connsiteY549" fmla="*/ 460316 h 726159"/>
              <a:gd name="connsiteX550" fmla="*/ 764952 w 3944937"/>
              <a:gd name="connsiteY550" fmla="*/ 418775 h 726159"/>
              <a:gd name="connsiteX551" fmla="*/ 749586 w 3944937"/>
              <a:gd name="connsiteY551" fmla="*/ 417857 h 726159"/>
              <a:gd name="connsiteX552" fmla="*/ 734638 w 3944937"/>
              <a:gd name="connsiteY552" fmla="*/ 418752 h 726159"/>
              <a:gd name="connsiteX553" fmla="*/ 662511 w 3944937"/>
              <a:gd name="connsiteY553" fmla="*/ 460316 h 726159"/>
              <a:gd name="connsiteX554" fmla="*/ 562069 w 3944937"/>
              <a:gd name="connsiteY554" fmla="*/ 507427 h 726159"/>
              <a:gd name="connsiteX555" fmla="*/ 462743 w 3944937"/>
              <a:gd name="connsiteY555" fmla="*/ 460316 h 726159"/>
              <a:gd name="connsiteX556" fmla="*/ 375034 w 3944937"/>
              <a:gd name="connsiteY556" fmla="*/ 417857 h 726159"/>
              <a:gd name="connsiteX557" fmla="*/ 287371 w 3944937"/>
              <a:gd name="connsiteY557" fmla="*/ 460316 h 726159"/>
              <a:gd name="connsiteX558" fmla="*/ 187517 w 3944937"/>
              <a:gd name="connsiteY558" fmla="*/ 507427 h 726159"/>
              <a:gd name="connsiteX559" fmla="*/ 87664 w 3944937"/>
              <a:gd name="connsiteY559" fmla="*/ 460316 h 726159"/>
              <a:gd name="connsiteX560" fmla="*/ 0 w 3944937"/>
              <a:gd name="connsiteY560" fmla="*/ 417857 h 726159"/>
              <a:gd name="connsiteX561" fmla="*/ 0 w 3944937"/>
              <a:gd name="connsiteY561" fmla="*/ 299931 h 726159"/>
              <a:gd name="connsiteX562" fmla="*/ 99855 w 3944937"/>
              <a:gd name="connsiteY562" fmla="*/ 347579 h 726159"/>
              <a:gd name="connsiteX563" fmla="*/ 187517 w 3944937"/>
              <a:gd name="connsiteY563" fmla="*/ 389998 h 726159"/>
              <a:gd name="connsiteX564" fmla="*/ 275179 w 3944937"/>
              <a:gd name="connsiteY564" fmla="*/ 347579 h 726159"/>
              <a:gd name="connsiteX565" fmla="*/ 375034 w 3944937"/>
              <a:gd name="connsiteY565" fmla="*/ 299931 h 726159"/>
              <a:gd name="connsiteX566" fmla="*/ 474941 w 3944937"/>
              <a:gd name="connsiteY566" fmla="*/ 347579 h 726159"/>
              <a:gd name="connsiteX567" fmla="*/ 562069 w 3944937"/>
              <a:gd name="connsiteY567" fmla="*/ 389998 h 726159"/>
              <a:gd name="connsiteX568" fmla="*/ 650315 w 3944937"/>
              <a:gd name="connsiteY568" fmla="*/ 347579 h 726159"/>
              <a:gd name="connsiteX569" fmla="*/ 740506 w 3944937"/>
              <a:gd name="connsiteY569" fmla="*/ 300217 h 726159"/>
              <a:gd name="connsiteX570" fmla="*/ 749586 w 3944937"/>
              <a:gd name="connsiteY570" fmla="*/ 299931 h 726159"/>
              <a:gd name="connsiteX571" fmla="*/ 758889 w 3944937"/>
              <a:gd name="connsiteY571" fmla="*/ 300217 h 726159"/>
              <a:gd name="connsiteX572" fmla="*/ 850154 w 3944937"/>
              <a:gd name="connsiteY572" fmla="*/ 347579 h 726159"/>
              <a:gd name="connsiteX573" fmla="*/ 937343 w 3944937"/>
              <a:gd name="connsiteY573" fmla="*/ 389998 h 726159"/>
              <a:gd name="connsiteX574" fmla="*/ 1025586 w 3944937"/>
              <a:gd name="connsiteY574" fmla="*/ 347579 h 726159"/>
              <a:gd name="connsiteX575" fmla="*/ 1115684 w 3944937"/>
              <a:gd name="connsiteY575" fmla="*/ 300217 h 726159"/>
              <a:gd name="connsiteX576" fmla="*/ 1124860 w 3944937"/>
              <a:gd name="connsiteY576" fmla="*/ 299931 h 726159"/>
              <a:gd name="connsiteX577" fmla="*/ 1134151 w 3944937"/>
              <a:gd name="connsiteY577" fmla="*/ 300217 h 726159"/>
              <a:gd name="connsiteX578" fmla="*/ 1225295 w 3944937"/>
              <a:gd name="connsiteY578" fmla="*/ 347579 h 726159"/>
              <a:gd name="connsiteX579" fmla="*/ 1312377 w 3944937"/>
              <a:gd name="connsiteY579" fmla="*/ 389998 h 726159"/>
              <a:gd name="connsiteX580" fmla="*/ 1400620 w 3944937"/>
              <a:gd name="connsiteY580" fmla="*/ 347579 h 726159"/>
              <a:gd name="connsiteX581" fmla="*/ 1490715 w 3944937"/>
              <a:gd name="connsiteY581" fmla="*/ 300217 h 726159"/>
              <a:gd name="connsiteX582" fmla="*/ 1499902 w 3944937"/>
              <a:gd name="connsiteY582" fmla="*/ 299931 h 726159"/>
              <a:gd name="connsiteX583" fmla="*/ 1509200 w 3944937"/>
              <a:gd name="connsiteY583" fmla="*/ 300217 h 726159"/>
              <a:gd name="connsiteX584" fmla="*/ 1600457 w 3944937"/>
              <a:gd name="connsiteY584" fmla="*/ 347579 h 726159"/>
              <a:gd name="connsiteX585" fmla="*/ 1672675 w 3944937"/>
              <a:gd name="connsiteY585" fmla="*/ 389081 h 726159"/>
              <a:gd name="connsiteX586" fmla="*/ 1687656 w 3944937"/>
              <a:gd name="connsiteY586" fmla="*/ 389998 h 726159"/>
              <a:gd name="connsiteX587" fmla="*/ 1702991 w 3944937"/>
              <a:gd name="connsiteY587" fmla="*/ 389081 h 726159"/>
              <a:gd name="connsiteX588" fmla="*/ 1775902 w 3944937"/>
              <a:gd name="connsiteY588" fmla="*/ 347579 h 726159"/>
              <a:gd name="connsiteX589" fmla="*/ 1865985 w 3944937"/>
              <a:gd name="connsiteY589" fmla="*/ 300217 h 726159"/>
              <a:gd name="connsiteX590" fmla="*/ 1875171 w 3944937"/>
              <a:gd name="connsiteY590" fmla="*/ 299931 h 726159"/>
              <a:gd name="connsiteX591" fmla="*/ 1884453 w 3944937"/>
              <a:gd name="connsiteY591" fmla="*/ 300217 h 726159"/>
              <a:gd name="connsiteX592" fmla="*/ 1975602 w 3944937"/>
              <a:gd name="connsiteY592" fmla="*/ 347579 h 726159"/>
              <a:gd name="connsiteX593" fmla="*/ 2047561 w 3944937"/>
              <a:gd name="connsiteY593" fmla="*/ 389081 h 726159"/>
              <a:gd name="connsiteX594" fmla="*/ 2062687 w 3944937"/>
              <a:gd name="connsiteY594" fmla="*/ 389998 h 726159"/>
              <a:gd name="connsiteX595" fmla="*/ 2078025 w 3944937"/>
              <a:gd name="connsiteY595" fmla="*/ 389081 h 726159"/>
              <a:gd name="connsiteX596" fmla="*/ 2150933 w 3944937"/>
              <a:gd name="connsiteY596" fmla="*/ 347579 h 726159"/>
              <a:gd name="connsiteX597" fmla="*/ 2241019 w 3944937"/>
              <a:gd name="connsiteY597" fmla="*/ 300217 h 726159"/>
              <a:gd name="connsiteX598" fmla="*/ 2250202 w 3944937"/>
              <a:gd name="connsiteY598" fmla="*/ 299931 h 726159"/>
              <a:gd name="connsiteX599" fmla="*/ 2259500 w 3944937"/>
              <a:gd name="connsiteY599" fmla="*/ 300217 h 726159"/>
              <a:gd name="connsiteX600" fmla="*/ 2350772 w 3944937"/>
              <a:gd name="connsiteY600" fmla="*/ 347579 h 726159"/>
              <a:gd name="connsiteX601" fmla="*/ 2422815 w 3944937"/>
              <a:gd name="connsiteY601" fmla="*/ 389081 h 726159"/>
              <a:gd name="connsiteX602" fmla="*/ 2437959 w 3944937"/>
              <a:gd name="connsiteY602" fmla="*/ 389998 h 726159"/>
              <a:gd name="connsiteX603" fmla="*/ 2453275 w 3944937"/>
              <a:gd name="connsiteY603" fmla="*/ 389081 h 726159"/>
              <a:gd name="connsiteX604" fmla="*/ 2526203 w 3944937"/>
              <a:gd name="connsiteY604" fmla="*/ 347579 h 726159"/>
              <a:gd name="connsiteX605" fmla="*/ 2625475 w 3944937"/>
              <a:gd name="connsiteY605" fmla="*/ 299931 h 726159"/>
              <a:gd name="connsiteX606" fmla="*/ 2725913 w 3944937"/>
              <a:gd name="connsiteY606" fmla="*/ 347579 h 726159"/>
              <a:gd name="connsiteX607" fmla="*/ 2797875 w 3944937"/>
              <a:gd name="connsiteY607" fmla="*/ 389081 h 726159"/>
              <a:gd name="connsiteX608" fmla="*/ 2812992 w 3944937"/>
              <a:gd name="connsiteY608" fmla="*/ 389998 h 726159"/>
              <a:gd name="connsiteX609" fmla="*/ 2828318 w 3944937"/>
              <a:gd name="connsiteY609" fmla="*/ 389081 h 726159"/>
              <a:gd name="connsiteX610" fmla="*/ 2901235 w 3944937"/>
              <a:gd name="connsiteY610" fmla="*/ 347579 h 726159"/>
              <a:gd name="connsiteX611" fmla="*/ 2991449 w 3944937"/>
              <a:gd name="connsiteY611" fmla="*/ 300217 h 726159"/>
              <a:gd name="connsiteX612" fmla="*/ 3000631 w 3944937"/>
              <a:gd name="connsiteY612" fmla="*/ 299931 h 726159"/>
              <a:gd name="connsiteX613" fmla="*/ 3009929 w 3944937"/>
              <a:gd name="connsiteY613" fmla="*/ 300217 h 726159"/>
              <a:gd name="connsiteX614" fmla="*/ 3101195 w 3944937"/>
              <a:gd name="connsiteY614" fmla="*/ 347579 h 726159"/>
              <a:gd name="connsiteX615" fmla="*/ 3173246 w 3944937"/>
              <a:gd name="connsiteY615" fmla="*/ 389081 h 726159"/>
              <a:gd name="connsiteX616" fmla="*/ 3188389 w 3944937"/>
              <a:gd name="connsiteY616" fmla="*/ 389998 h 726159"/>
              <a:gd name="connsiteX617" fmla="*/ 3203704 w 3944937"/>
              <a:gd name="connsiteY617" fmla="*/ 389081 h 726159"/>
              <a:gd name="connsiteX618" fmla="*/ 3276051 w 3944937"/>
              <a:gd name="connsiteY618" fmla="*/ 347579 h 726159"/>
              <a:gd name="connsiteX619" fmla="*/ 3366722 w 3944937"/>
              <a:gd name="connsiteY619" fmla="*/ 300217 h 726159"/>
              <a:gd name="connsiteX620" fmla="*/ 3375905 w 3944937"/>
              <a:gd name="connsiteY620" fmla="*/ 299931 h 726159"/>
              <a:gd name="connsiteX621" fmla="*/ 3385191 w 3944937"/>
              <a:gd name="connsiteY621" fmla="*/ 300217 h 726159"/>
              <a:gd name="connsiteX622" fmla="*/ 3476340 w 3944937"/>
              <a:gd name="connsiteY622" fmla="*/ 347579 h 726159"/>
              <a:gd name="connsiteX623" fmla="*/ 3548299 w 3944937"/>
              <a:gd name="connsiteY623" fmla="*/ 389081 h 726159"/>
              <a:gd name="connsiteX624" fmla="*/ 3563422 w 3944937"/>
              <a:gd name="connsiteY624" fmla="*/ 389998 h 726159"/>
              <a:gd name="connsiteX625" fmla="*/ 3578757 w 3944937"/>
              <a:gd name="connsiteY625" fmla="*/ 389081 h 726159"/>
              <a:gd name="connsiteX626" fmla="*/ 3651197 w 3944937"/>
              <a:gd name="connsiteY626" fmla="*/ 347579 h 726159"/>
              <a:gd name="connsiteX627" fmla="*/ 3741984 w 3944937"/>
              <a:gd name="connsiteY627" fmla="*/ 300217 h 726159"/>
              <a:gd name="connsiteX628" fmla="*/ 3751179 w 3944937"/>
              <a:gd name="connsiteY628" fmla="*/ 299931 h 726159"/>
              <a:gd name="connsiteX629" fmla="*/ 3760465 w 3944937"/>
              <a:gd name="connsiteY629" fmla="*/ 300217 h 726159"/>
              <a:gd name="connsiteX630" fmla="*/ 3851614 w 3944937"/>
              <a:gd name="connsiteY630" fmla="*/ 347579 h 726159"/>
              <a:gd name="connsiteX631" fmla="*/ 3923572 w 3944937"/>
              <a:gd name="connsiteY631" fmla="*/ 389081 h 726159"/>
              <a:gd name="connsiteX632" fmla="*/ 3938695 w 3944937"/>
              <a:gd name="connsiteY632" fmla="*/ 389998 h 726159"/>
              <a:gd name="connsiteX633" fmla="*/ 3944937 w 3944937"/>
              <a:gd name="connsiteY633" fmla="*/ 389625 h 726159"/>
              <a:gd name="connsiteX634" fmla="*/ 3944937 w 3944937"/>
              <a:gd name="connsiteY634" fmla="*/ 407819 h 726159"/>
              <a:gd name="connsiteX635" fmla="*/ 3938696 w 3944937"/>
              <a:gd name="connsiteY635" fmla="*/ 408011 h 726159"/>
              <a:gd name="connsiteX636" fmla="*/ 3938695 w 3944937"/>
              <a:gd name="connsiteY636" fmla="*/ 408011 h 726159"/>
              <a:gd name="connsiteX637" fmla="*/ 3929513 w 3944937"/>
              <a:gd name="connsiteY637" fmla="*/ 407725 h 726159"/>
              <a:gd name="connsiteX638" fmla="*/ 3838842 w 3944937"/>
              <a:gd name="connsiteY638" fmla="*/ 360363 h 726159"/>
              <a:gd name="connsiteX639" fmla="*/ 3766495 w 3944937"/>
              <a:gd name="connsiteY639" fmla="*/ 318861 h 726159"/>
              <a:gd name="connsiteX640" fmla="*/ 3751179 w 3944937"/>
              <a:gd name="connsiteY640" fmla="*/ 317944 h 726159"/>
              <a:gd name="connsiteX641" fmla="*/ 3736036 w 3944937"/>
              <a:gd name="connsiteY641" fmla="*/ 318861 h 726159"/>
              <a:gd name="connsiteX642" fmla="*/ 3663985 w 3944937"/>
              <a:gd name="connsiteY642" fmla="*/ 360363 h 726159"/>
              <a:gd name="connsiteX643" fmla="*/ 3572719 w 3944937"/>
              <a:gd name="connsiteY643" fmla="*/ 407725 h 726159"/>
              <a:gd name="connsiteX644" fmla="*/ 3563422 w 3944937"/>
              <a:gd name="connsiteY644" fmla="*/ 408011 h 726159"/>
              <a:gd name="connsiteX645" fmla="*/ 3554239 w 3944937"/>
              <a:gd name="connsiteY645" fmla="*/ 407725 h 726159"/>
              <a:gd name="connsiteX646" fmla="*/ 3463568 w 3944937"/>
              <a:gd name="connsiteY646" fmla="*/ 360363 h 726159"/>
              <a:gd name="connsiteX647" fmla="*/ 3391221 w 3944937"/>
              <a:gd name="connsiteY647" fmla="*/ 318861 h 726159"/>
              <a:gd name="connsiteX648" fmla="*/ 3375905 w 3944937"/>
              <a:gd name="connsiteY648" fmla="*/ 317944 h 726159"/>
              <a:gd name="connsiteX649" fmla="*/ 3360782 w 3944937"/>
              <a:gd name="connsiteY649" fmla="*/ 318861 h 726159"/>
              <a:gd name="connsiteX650" fmla="*/ 3288823 w 3944937"/>
              <a:gd name="connsiteY650" fmla="*/ 360363 h 726159"/>
              <a:gd name="connsiteX651" fmla="*/ 3197674 w 3944937"/>
              <a:gd name="connsiteY651" fmla="*/ 407725 h 726159"/>
              <a:gd name="connsiteX652" fmla="*/ 3188389 w 3944937"/>
              <a:gd name="connsiteY652" fmla="*/ 408011 h 726159"/>
              <a:gd name="connsiteX653" fmla="*/ 3179194 w 3944937"/>
              <a:gd name="connsiteY653" fmla="*/ 407725 h 726159"/>
              <a:gd name="connsiteX654" fmla="*/ 3088407 w 3944937"/>
              <a:gd name="connsiteY654" fmla="*/ 360363 h 726159"/>
              <a:gd name="connsiteX655" fmla="*/ 3015967 w 3944937"/>
              <a:gd name="connsiteY655" fmla="*/ 318861 h 726159"/>
              <a:gd name="connsiteX656" fmla="*/ 3000631 w 3944937"/>
              <a:gd name="connsiteY656" fmla="*/ 317944 h 726159"/>
              <a:gd name="connsiteX657" fmla="*/ 2985508 w 3944937"/>
              <a:gd name="connsiteY657" fmla="*/ 318861 h 726159"/>
              <a:gd name="connsiteX658" fmla="*/ 2913429 w 3944937"/>
              <a:gd name="connsiteY658" fmla="*/ 360363 h 726159"/>
              <a:gd name="connsiteX659" fmla="*/ 2822285 w 3944937"/>
              <a:gd name="connsiteY659" fmla="*/ 407725 h 726159"/>
              <a:gd name="connsiteX660" fmla="*/ 2812992 w 3944937"/>
              <a:gd name="connsiteY660" fmla="*/ 408011 h 726159"/>
              <a:gd name="connsiteX661" fmla="*/ 2803817 w 3944937"/>
              <a:gd name="connsiteY661" fmla="*/ 407725 h 726159"/>
              <a:gd name="connsiteX662" fmla="*/ 2713719 w 3944937"/>
              <a:gd name="connsiteY662" fmla="*/ 360363 h 726159"/>
              <a:gd name="connsiteX663" fmla="*/ 2625475 w 3944937"/>
              <a:gd name="connsiteY663" fmla="*/ 317944 h 726159"/>
              <a:gd name="connsiteX664" fmla="*/ 2538398 w 3944937"/>
              <a:gd name="connsiteY664" fmla="*/ 360363 h 726159"/>
              <a:gd name="connsiteX665" fmla="*/ 2447253 w 3944937"/>
              <a:gd name="connsiteY665" fmla="*/ 407725 h 726159"/>
              <a:gd name="connsiteX666" fmla="*/ 2437959 w 3944937"/>
              <a:gd name="connsiteY666" fmla="*/ 408011 h 726159"/>
              <a:gd name="connsiteX667" fmla="*/ 2428768 w 3944937"/>
              <a:gd name="connsiteY667" fmla="*/ 407725 h 726159"/>
              <a:gd name="connsiteX668" fmla="*/ 2338559 w 3944937"/>
              <a:gd name="connsiteY668" fmla="*/ 360363 h 726159"/>
              <a:gd name="connsiteX669" fmla="*/ 2265570 w 3944937"/>
              <a:gd name="connsiteY669" fmla="*/ 318861 h 726159"/>
              <a:gd name="connsiteX670" fmla="*/ 2250202 w 3944937"/>
              <a:gd name="connsiteY670" fmla="*/ 317944 h 726159"/>
              <a:gd name="connsiteX671" fmla="*/ 2235078 w 3944937"/>
              <a:gd name="connsiteY671" fmla="*/ 318861 h 726159"/>
              <a:gd name="connsiteX672" fmla="*/ 2163119 w 3944937"/>
              <a:gd name="connsiteY672" fmla="*/ 360363 h 726159"/>
              <a:gd name="connsiteX673" fmla="*/ 2071970 w 3944937"/>
              <a:gd name="connsiteY673" fmla="*/ 407725 h 726159"/>
              <a:gd name="connsiteX674" fmla="*/ 2062687 w 3944937"/>
              <a:gd name="connsiteY674" fmla="*/ 408011 h 726159"/>
              <a:gd name="connsiteX675" fmla="*/ 2053502 w 3944937"/>
              <a:gd name="connsiteY675" fmla="*/ 407725 h 726159"/>
              <a:gd name="connsiteX676" fmla="*/ 1963418 w 3944937"/>
              <a:gd name="connsiteY676" fmla="*/ 360363 h 726159"/>
              <a:gd name="connsiteX677" fmla="*/ 1890508 w 3944937"/>
              <a:gd name="connsiteY677" fmla="*/ 318861 h 726159"/>
              <a:gd name="connsiteX678" fmla="*/ 1875171 w 3944937"/>
              <a:gd name="connsiteY678" fmla="*/ 317944 h 726159"/>
              <a:gd name="connsiteX679" fmla="*/ 1860044 w 3944937"/>
              <a:gd name="connsiteY679" fmla="*/ 318861 h 726159"/>
              <a:gd name="connsiteX680" fmla="*/ 1788085 w 3944937"/>
              <a:gd name="connsiteY680" fmla="*/ 360363 h 726159"/>
              <a:gd name="connsiteX681" fmla="*/ 1696936 w 3944937"/>
              <a:gd name="connsiteY681" fmla="*/ 407725 h 726159"/>
              <a:gd name="connsiteX682" fmla="*/ 1687656 w 3944937"/>
              <a:gd name="connsiteY682" fmla="*/ 408011 h 726159"/>
              <a:gd name="connsiteX683" fmla="*/ 1678456 w 3944937"/>
              <a:gd name="connsiteY683" fmla="*/ 407725 h 726159"/>
              <a:gd name="connsiteX684" fmla="*/ 1588259 w 3944937"/>
              <a:gd name="connsiteY684" fmla="*/ 360363 h 726159"/>
              <a:gd name="connsiteX685" fmla="*/ 1515254 w 3944937"/>
              <a:gd name="connsiteY685" fmla="*/ 318861 h 726159"/>
              <a:gd name="connsiteX686" fmla="*/ 1499902 w 3944937"/>
              <a:gd name="connsiteY686" fmla="*/ 317944 h 726159"/>
              <a:gd name="connsiteX687" fmla="*/ 1484938 w 3944937"/>
              <a:gd name="connsiteY687" fmla="*/ 318861 h 726159"/>
              <a:gd name="connsiteX688" fmla="*/ 1412811 w 3944937"/>
              <a:gd name="connsiteY688" fmla="*/ 360363 h 726159"/>
              <a:gd name="connsiteX689" fmla="*/ 1312377 w 3944937"/>
              <a:gd name="connsiteY689" fmla="*/ 408011 h 726159"/>
              <a:gd name="connsiteX690" fmla="*/ 1213103 w 3944937"/>
              <a:gd name="connsiteY690" fmla="*/ 360363 h 726159"/>
              <a:gd name="connsiteX691" fmla="*/ 1140203 w 3944937"/>
              <a:gd name="connsiteY691" fmla="*/ 318861 h 726159"/>
              <a:gd name="connsiteX692" fmla="*/ 1124860 w 3944937"/>
              <a:gd name="connsiteY692" fmla="*/ 317944 h 726159"/>
              <a:gd name="connsiteX693" fmla="*/ 1109907 w 3944937"/>
              <a:gd name="connsiteY693" fmla="*/ 318861 h 726159"/>
              <a:gd name="connsiteX694" fmla="*/ 1037780 w 3944937"/>
              <a:gd name="connsiteY694" fmla="*/ 360363 h 726159"/>
              <a:gd name="connsiteX695" fmla="*/ 937343 w 3944937"/>
              <a:gd name="connsiteY695" fmla="*/ 408011 h 726159"/>
              <a:gd name="connsiteX696" fmla="*/ 837942 w 3944937"/>
              <a:gd name="connsiteY696" fmla="*/ 360363 h 726159"/>
              <a:gd name="connsiteX697" fmla="*/ 764952 w 3944937"/>
              <a:gd name="connsiteY697" fmla="*/ 318861 h 726159"/>
              <a:gd name="connsiteX698" fmla="*/ 749586 w 3944937"/>
              <a:gd name="connsiteY698" fmla="*/ 317944 h 726159"/>
              <a:gd name="connsiteX699" fmla="*/ 734638 w 3944937"/>
              <a:gd name="connsiteY699" fmla="*/ 318861 h 726159"/>
              <a:gd name="connsiteX700" fmla="*/ 662511 w 3944937"/>
              <a:gd name="connsiteY700" fmla="*/ 360363 h 726159"/>
              <a:gd name="connsiteX701" fmla="*/ 562069 w 3944937"/>
              <a:gd name="connsiteY701" fmla="*/ 408011 h 726159"/>
              <a:gd name="connsiteX702" fmla="*/ 462743 w 3944937"/>
              <a:gd name="connsiteY702" fmla="*/ 360363 h 726159"/>
              <a:gd name="connsiteX703" fmla="*/ 375034 w 3944937"/>
              <a:gd name="connsiteY703" fmla="*/ 317944 h 726159"/>
              <a:gd name="connsiteX704" fmla="*/ 287371 w 3944937"/>
              <a:gd name="connsiteY704" fmla="*/ 360363 h 726159"/>
              <a:gd name="connsiteX705" fmla="*/ 187517 w 3944937"/>
              <a:gd name="connsiteY705" fmla="*/ 408011 h 726159"/>
              <a:gd name="connsiteX706" fmla="*/ 87664 w 3944937"/>
              <a:gd name="connsiteY706" fmla="*/ 360363 h 726159"/>
              <a:gd name="connsiteX707" fmla="*/ 0 w 3944937"/>
              <a:gd name="connsiteY707" fmla="*/ 317944 h 726159"/>
              <a:gd name="connsiteX708" fmla="*/ 0 w 3944937"/>
              <a:gd name="connsiteY708" fmla="*/ 200515 h 726159"/>
              <a:gd name="connsiteX709" fmla="*/ 99855 w 3944937"/>
              <a:gd name="connsiteY709" fmla="*/ 247521 h 726159"/>
              <a:gd name="connsiteX710" fmla="*/ 187517 w 3944937"/>
              <a:gd name="connsiteY710" fmla="*/ 289884 h 726159"/>
              <a:gd name="connsiteX711" fmla="*/ 275179 w 3944937"/>
              <a:gd name="connsiteY711" fmla="*/ 247521 h 726159"/>
              <a:gd name="connsiteX712" fmla="*/ 375034 w 3944937"/>
              <a:gd name="connsiteY712" fmla="*/ 200515 h 726159"/>
              <a:gd name="connsiteX713" fmla="*/ 474941 w 3944937"/>
              <a:gd name="connsiteY713" fmla="*/ 247521 h 726159"/>
              <a:gd name="connsiteX714" fmla="*/ 562069 w 3944937"/>
              <a:gd name="connsiteY714" fmla="*/ 289884 h 726159"/>
              <a:gd name="connsiteX715" fmla="*/ 650315 w 3944937"/>
              <a:gd name="connsiteY715" fmla="*/ 247521 h 726159"/>
              <a:gd name="connsiteX716" fmla="*/ 740506 w 3944937"/>
              <a:gd name="connsiteY716" fmla="*/ 200801 h 726159"/>
              <a:gd name="connsiteX717" fmla="*/ 749586 w 3944937"/>
              <a:gd name="connsiteY717" fmla="*/ 200515 h 726159"/>
              <a:gd name="connsiteX718" fmla="*/ 758889 w 3944937"/>
              <a:gd name="connsiteY718" fmla="*/ 200801 h 726159"/>
              <a:gd name="connsiteX719" fmla="*/ 850154 w 3944937"/>
              <a:gd name="connsiteY719" fmla="*/ 247521 h 726159"/>
              <a:gd name="connsiteX720" fmla="*/ 937343 w 3944937"/>
              <a:gd name="connsiteY720" fmla="*/ 289884 h 726159"/>
              <a:gd name="connsiteX721" fmla="*/ 1025586 w 3944937"/>
              <a:gd name="connsiteY721" fmla="*/ 247521 h 726159"/>
              <a:gd name="connsiteX722" fmla="*/ 1115684 w 3944937"/>
              <a:gd name="connsiteY722" fmla="*/ 200801 h 726159"/>
              <a:gd name="connsiteX723" fmla="*/ 1124860 w 3944937"/>
              <a:gd name="connsiteY723" fmla="*/ 200515 h 726159"/>
              <a:gd name="connsiteX724" fmla="*/ 1134151 w 3944937"/>
              <a:gd name="connsiteY724" fmla="*/ 200801 h 726159"/>
              <a:gd name="connsiteX725" fmla="*/ 1225295 w 3944937"/>
              <a:gd name="connsiteY725" fmla="*/ 247521 h 726159"/>
              <a:gd name="connsiteX726" fmla="*/ 1312377 w 3944937"/>
              <a:gd name="connsiteY726" fmla="*/ 289884 h 726159"/>
              <a:gd name="connsiteX727" fmla="*/ 1400620 w 3944937"/>
              <a:gd name="connsiteY727" fmla="*/ 247521 h 726159"/>
              <a:gd name="connsiteX728" fmla="*/ 1490715 w 3944937"/>
              <a:gd name="connsiteY728" fmla="*/ 200801 h 726159"/>
              <a:gd name="connsiteX729" fmla="*/ 1499902 w 3944937"/>
              <a:gd name="connsiteY729" fmla="*/ 200515 h 726159"/>
              <a:gd name="connsiteX730" fmla="*/ 1509200 w 3944937"/>
              <a:gd name="connsiteY730" fmla="*/ 200801 h 726159"/>
              <a:gd name="connsiteX731" fmla="*/ 1600457 w 3944937"/>
              <a:gd name="connsiteY731" fmla="*/ 247521 h 726159"/>
              <a:gd name="connsiteX732" fmla="*/ 1672675 w 3944937"/>
              <a:gd name="connsiteY732" fmla="*/ 288992 h 726159"/>
              <a:gd name="connsiteX733" fmla="*/ 1687656 w 3944937"/>
              <a:gd name="connsiteY733" fmla="*/ 289884 h 726159"/>
              <a:gd name="connsiteX734" fmla="*/ 1702991 w 3944937"/>
              <a:gd name="connsiteY734" fmla="*/ 288992 h 726159"/>
              <a:gd name="connsiteX735" fmla="*/ 1775902 w 3944937"/>
              <a:gd name="connsiteY735" fmla="*/ 247521 h 726159"/>
              <a:gd name="connsiteX736" fmla="*/ 1865985 w 3944937"/>
              <a:gd name="connsiteY736" fmla="*/ 200801 h 726159"/>
              <a:gd name="connsiteX737" fmla="*/ 1875171 w 3944937"/>
              <a:gd name="connsiteY737" fmla="*/ 200515 h 726159"/>
              <a:gd name="connsiteX738" fmla="*/ 1884453 w 3944937"/>
              <a:gd name="connsiteY738" fmla="*/ 200801 h 726159"/>
              <a:gd name="connsiteX739" fmla="*/ 1975602 w 3944937"/>
              <a:gd name="connsiteY739" fmla="*/ 247521 h 726159"/>
              <a:gd name="connsiteX740" fmla="*/ 2047561 w 3944937"/>
              <a:gd name="connsiteY740" fmla="*/ 288992 h 726159"/>
              <a:gd name="connsiteX741" fmla="*/ 2062687 w 3944937"/>
              <a:gd name="connsiteY741" fmla="*/ 289884 h 726159"/>
              <a:gd name="connsiteX742" fmla="*/ 2078025 w 3944937"/>
              <a:gd name="connsiteY742" fmla="*/ 288992 h 726159"/>
              <a:gd name="connsiteX743" fmla="*/ 2150933 w 3944937"/>
              <a:gd name="connsiteY743" fmla="*/ 247521 h 726159"/>
              <a:gd name="connsiteX744" fmla="*/ 2241019 w 3944937"/>
              <a:gd name="connsiteY744" fmla="*/ 200801 h 726159"/>
              <a:gd name="connsiteX745" fmla="*/ 2250202 w 3944937"/>
              <a:gd name="connsiteY745" fmla="*/ 200515 h 726159"/>
              <a:gd name="connsiteX746" fmla="*/ 2259500 w 3944937"/>
              <a:gd name="connsiteY746" fmla="*/ 200801 h 726159"/>
              <a:gd name="connsiteX747" fmla="*/ 2350772 w 3944937"/>
              <a:gd name="connsiteY747" fmla="*/ 247521 h 726159"/>
              <a:gd name="connsiteX748" fmla="*/ 2422815 w 3944937"/>
              <a:gd name="connsiteY748" fmla="*/ 288992 h 726159"/>
              <a:gd name="connsiteX749" fmla="*/ 2437959 w 3944937"/>
              <a:gd name="connsiteY749" fmla="*/ 289884 h 726159"/>
              <a:gd name="connsiteX750" fmla="*/ 2453275 w 3944937"/>
              <a:gd name="connsiteY750" fmla="*/ 288992 h 726159"/>
              <a:gd name="connsiteX751" fmla="*/ 2526203 w 3944937"/>
              <a:gd name="connsiteY751" fmla="*/ 247521 h 726159"/>
              <a:gd name="connsiteX752" fmla="*/ 2625475 w 3944937"/>
              <a:gd name="connsiteY752" fmla="*/ 200515 h 726159"/>
              <a:gd name="connsiteX753" fmla="*/ 2725913 w 3944937"/>
              <a:gd name="connsiteY753" fmla="*/ 247521 h 726159"/>
              <a:gd name="connsiteX754" fmla="*/ 2797875 w 3944937"/>
              <a:gd name="connsiteY754" fmla="*/ 288992 h 726159"/>
              <a:gd name="connsiteX755" fmla="*/ 2812992 w 3944937"/>
              <a:gd name="connsiteY755" fmla="*/ 289884 h 726159"/>
              <a:gd name="connsiteX756" fmla="*/ 2828318 w 3944937"/>
              <a:gd name="connsiteY756" fmla="*/ 288992 h 726159"/>
              <a:gd name="connsiteX757" fmla="*/ 2901235 w 3944937"/>
              <a:gd name="connsiteY757" fmla="*/ 247521 h 726159"/>
              <a:gd name="connsiteX758" fmla="*/ 2991443 w 3944937"/>
              <a:gd name="connsiteY758" fmla="*/ 200801 h 726159"/>
              <a:gd name="connsiteX759" fmla="*/ 3000626 w 3944937"/>
              <a:gd name="connsiteY759" fmla="*/ 200515 h 726159"/>
              <a:gd name="connsiteX760" fmla="*/ 3009923 w 3944937"/>
              <a:gd name="connsiteY760" fmla="*/ 200801 h 726159"/>
              <a:gd name="connsiteX761" fmla="*/ 3101189 w 3944937"/>
              <a:gd name="connsiteY761" fmla="*/ 247521 h 726159"/>
              <a:gd name="connsiteX762" fmla="*/ 3173240 w 3944937"/>
              <a:gd name="connsiteY762" fmla="*/ 288992 h 726159"/>
              <a:gd name="connsiteX763" fmla="*/ 3188383 w 3944937"/>
              <a:gd name="connsiteY763" fmla="*/ 289884 h 726159"/>
              <a:gd name="connsiteX764" fmla="*/ 3203698 w 3944937"/>
              <a:gd name="connsiteY764" fmla="*/ 288992 h 726159"/>
              <a:gd name="connsiteX765" fmla="*/ 3276045 w 3944937"/>
              <a:gd name="connsiteY765" fmla="*/ 247521 h 726159"/>
              <a:gd name="connsiteX766" fmla="*/ 3366716 w 3944937"/>
              <a:gd name="connsiteY766" fmla="*/ 200801 h 726159"/>
              <a:gd name="connsiteX767" fmla="*/ 3375899 w 3944937"/>
              <a:gd name="connsiteY767" fmla="*/ 200515 h 726159"/>
              <a:gd name="connsiteX768" fmla="*/ 3385185 w 3944937"/>
              <a:gd name="connsiteY768" fmla="*/ 200801 h 726159"/>
              <a:gd name="connsiteX769" fmla="*/ 3476334 w 3944937"/>
              <a:gd name="connsiteY769" fmla="*/ 247521 h 726159"/>
              <a:gd name="connsiteX770" fmla="*/ 3548293 w 3944937"/>
              <a:gd name="connsiteY770" fmla="*/ 288992 h 726159"/>
              <a:gd name="connsiteX771" fmla="*/ 3563416 w 3944937"/>
              <a:gd name="connsiteY771" fmla="*/ 289884 h 726159"/>
              <a:gd name="connsiteX772" fmla="*/ 3578751 w 3944937"/>
              <a:gd name="connsiteY772" fmla="*/ 288992 h 726159"/>
              <a:gd name="connsiteX773" fmla="*/ 3651191 w 3944937"/>
              <a:gd name="connsiteY773" fmla="*/ 247521 h 726159"/>
              <a:gd name="connsiteX774" fmla="*/ 3741978 w 3944937"/>
              <a:gd name="connsiteY774" fmla="*/ 200801 h 726159"/>
              <a:gd name="connsiteX775" fmla="*/ 3751173 w 3944937"/>
              <a:gd name="connsiteY775" fmla="*/ 200515 h 726159"/>
              <a:gd name="connsiteX776" fmla="*/ 3760459 w 3944937"/>
              <a:gd name="connsiteY776" fmla="*/ 200801 h 726159"/>
              <a:gd name="connsiteX777" fmla="*/ 3851608 w 3944937"/>
              <a:gd name="connsiteY777" fmla="*/ 247521 h 726159"/>
              <a:gd name="connsiteX778" fmla="*/ 3923566 w 3944937"/>
              <a:gd name="connsiteY778" fmla="*/ 288992 h 726159"/>
              <a:gd name="connsiteX779" fmla="*/ 3938689 w 3944937"/>
              <a:gd name="connsiteY779" fmla="*/ 289884 h 726159"/>
              <a:gd name="connsiteX780" fmla="*/ 3944937 w 3944937"/>
              <a:gd name="connsiteY780" fmla="*/ 289520 h 726159"/>
              <a:gd name="connsiteX781" fmla="*/ 3944937 w 3944937"/>
              <a:gd name="connsiteY781" fmla="*/ 307687 h 726159"/>
              <a:gd name="connsiteX782" fmla="*/ 3938690 w 3944937"/>
              <a:gd name="connsiteY782" fmla="*/ 307874 h 726159"/>
              <a:gd name="connsiteX783" fmla="*/ 3938689 w 3944937"/>
              <a:gd name="connsiteY783" fmla="*/ 307874 h 726159"/>
              <a:gd name="connsiteX784" fmla="*/ 3929507 w 3944937"/>
              <a:gd name="connsiteY784" fmla="*/ 307595 h 726159"/>
              <a:gd name="connsiteX785" fmla="*/ 3838836 w 3944937"/>
              <a:gd name="connsiteY785" fmla="*/ 260869 h 726159"/>
              <a:gd name="connsiteX786" fmla="*/ 3766489 w 3944937"/>
              <a:gd name="connsiteY786" fmla="*/ 219397 h 726159"/>
              <a:gd name="connsiteX787" fmla="*/ 3751173 w 3944937"/>
              <a:gd name="connsiteY787" fmla="*/ 218505 h 726159"/>
              <a:gd name="connsiteX788" fmla="*/ 3736030 w 3944937"/>
              <a:gd name="connsiteY788" fmla="*/ 219397 h 726159"/>
              <a:gd name="connsiteX789" fmla="*/ 3663979 w 3944937"/>
              <a:gd name="connsiteY789" fmla="*/ 260869 h 726159"/>
              <a:gd name="connsiteX790" fmla="*/ 3572713 w 3944937"/>
              <a:gd name="connsiteY790" fmla="*/ 307595 h 726159"/>
              <a:gd name="connsiteX791" fmla="*/ 3563416 w 3944937"/>
              <a:gd name="connsiteY791" fmla="*/ 307874 h 726159"/>
              <a:gd name="connsiteX792" fmla="*/ 3554233 w 3944937"/>
              <a:gd name="connsiteY792" fmla="*/ 307595 h 726159"/>
              <a:gd name="connsiteX793" fmla="*/ 3463562 w 3944937"/>
              <a:gd name="connsiteY793" fmla="*/ 260869 h 726159"/>
              <a:gd name="connsiteX794" fmla="*/ 3391215 w 3944937"/>
              <a:gd name="connsiteY794" fmla="*/ 219397 h 726159"/>
              <a:gd name="connsiteX795" fmla="*/ 3375899 w 3944937"/>
              <a:gd name="connsiteY795" fmla="*/ 218505 h 726159"/>
              <a:gd name="connsiteX796" fmla="*/ 3360776 w 3944937"/>
              <a:gd name="connsiteY796" fmla="*/ 219397 h 726159"/>
              <a:gd name="connsiteX797" fmla="*/ 3288817 w 3944937"/>
              <a:gd name="connsiteY797" fmla="*/ 260869 h 726159"/>
              <a:gd name="connsiteX798" fmla="*/ 3197668 w 3944937"/>
              <a:gd name="connsiteY798" fmla="*/ 307595 h 726159"/>
              <a:gd name="connsiteX799" fmla="*/ 3188383 w 3944937"/>
              <a:gd name="connsiteY799" fmla="*/ 307874 h 726159"/>
              <a:gd name="connsiteX800" fmla="*/ 3179188 w 3944937"/>
              <a:gd name="connsiteY800" fmla="*/ 307595 h 726159"/>
              <a:gd name="connsiteX801" fmla="*/ 3088401 w 3944937"/>
              <a:gd name="connsiteY801" fmla="*/ 260869 h 726159"/>
              <a:gd name="connsiteX802" fmla="*/ 3015961 w 3944937"/>
              <a:gd name="connsiteY802" fmla="*/ 219397 h 726159"/>
              <a:gd name="connsiteX803" fmla="*/ 3000626 w 3944937"/>
              <a:gd name="connsiteY803" fmla="*/ 218505 h 726159"/>
              <a:gd name="connsiteX804" fmla="*/ 2985502 w 3944937"/>
              <a:gd name="connsiteY804" fmla="*/ 219397 h 726159"/>
              <a:gd name="connsiteX805" fmla="*/ 2913429 w 3944937"/>
              <a:gd name="connsiteY805" fmla="*/ 260869 h 726159"/>
              <a:gd name="connsiteX806" fmla="*/ 2822285 w 3944937"/>
              <a:gd name="connsiteY806" fmla="*/ 307595 h 726159"/>
              <a:gd name="connsiteX807" fmla="*/ 2812992 w 3944937"/>
              <a:gd name="connsiteY807" fmla="*/ 307874 h 726159"/>
              <a:gd name="connsiteX808" fmla="*/ 2803817 w 3944937"/>
              <a:gd name="connsiteY808" fmla="*/ 307595 h 726159"/>
              <a:gd name="connsiteX809" fmla="*/ 2713719 w 3944937"/>
              <a:gd name="connsiteY809" fmla="*/ 260869 h 726159"/>
              <a:gd name="connsiteX810" fmla="*/ 2625475 w 3944937"/>
              <a:gd name="connsiteY810" fmla="*/ 218505 h 726159"/>
              <a:gd name="connsiteX811" fmla="*/ 2538398 w 3944937"/>
              <a:gd name="connsiteY811" fmla="*/ 260869 h 726159"/>
              <a:gd name="connsiteX812" fmla="*/ 2447253 w 3944937"/>
              <a:gd name="connsiteY812" fmla="*/ 307595 h 726159"/>
              <a:gd name="connsiteX813" fmla="*/ 2437959 w 3944937"/>
              <a:gd name="connsiteY813" fmla="*/ 307874 h 726159"/>
              <a:gd name="connsiteX814" fmla="*/ 2428768 w 3944937"/>
              <a:gd name="connsiteY814" fmla="*/ 307595 h 726159"/>
              <a:gd name="connsiteX815" fmla="*/ 2338559 w 3944937"/>
              <a:gd name="connsiteY815" fmla="*/ 260869 h 726159"/>
              <a:gd name="connsiteX816" fmla="*/ 2265570 w 3944937"/>
              <a:gd name="connsiteY816" fmla="*/ 219397 h 726159"/>
              <a:gd name="connsiteX817" fmla="*/ 2250202 w 3944937"/>
              <a:gd name="connsiteY817" fmla="*/ 218505 h 726159"/>
              <a:gd name="connsiteX818" fmla="*/ 2235078 w 3944937"/>
              <a:gd name="connsiteY818" fmla="*/ 219397 h 726159"/>
              <a:gd name="connsiteX819" fmla="*/ 2163119 w 3944937"/>
              <a:gd name="connsiteY819" fmla="*/ 260869 h 726159"/>
              <a:gd name="connsiteX820" fmla="*/ 2071970 w 3944937"/>
              <a:gd name="connsiteY820" fmla="*/ 307595 h 726159"/>
              <a:gd name="connsiteX821" fmla="*/ 2062687 w 3944937"/>
              <a:gd name="connsiteY821" fmla="*/ 307874 h 726159"/>
              <a:gd name="connsiteX822" fmla="*/ 2053502 w 3944937"/>
              <a:gd name="connsiteY822" fmla="*/ 307595 h 726159"/>
              <a:gd name="connsiteX823" fmla="*/ 1963418 w 3944937"/>
              <a:gd name="connsiteY823" fmla="*/ 260869 h 726159"/>
              <a:gd name="connsiteX824" fmla="*/ 1890508 w 3944937"/>
              <a:gd name="connsiteY824" fmla="*/ 219397 h 726159"/>
              <a:gd name="connsiteX825" fmla="*/ 1875171 w 3944937"/>
              <a:gd name="connsiteY825" fmla="*/ 218505 h 726159"/>
              <a:gd name="connsiteX826" fmla="*/ 1860044 w 3944937"/>
              <a:gd name="connsiteY826" fmla="*/ 219397 h 726159"/>
              <a:gd name="connsiteX827" fmla="*/ 1788085 w 3944937"/>
              <a:gd name="connsiteY827" fmla="*/ 260869 h 726159"/>
              <a:gd name="connsiteX828" fmla="*/ 1696936 w 3944937"/>
              <a:gd name="connsiteY828" fmla="*/ 307595 h 726159"/>
              <a:gd name="connsiteX829" fmla="*/ 1687656 w 3944937"/>
              <a:gd name="connsiteY829" fmla="*/ 307874 h 726159"/>
              <a:gd name="connsiteX830" fmla="*/ 1678456 w 3944937"/>
              <a:gd name="connsiteY830" fmla="*/ 307595 h 726159"/>
              <a:gd name="connsiteX831" fmla="*/ 1588259 w 3944937"/>
              <a:gd name="connsiteY831" fmla="*/ 260869 h 726159"/>
              <a:gd name="connsiteX832" fmla="*/ 1515254 w 3944937"/>
              <a:gd name="connsiteY832" fmla="*/ 219397 h 726159"/>
              <a:gd name="connsiteX833" fmla="*/ 1499902 w 3944937"/>
              <a:gd name="connsiteY833" fmla="*/ 218505 h 726159"/>
              <a:gd name="connsiteX834" fmla="*/ 1484938 w 3944937"/>
              <a:gd name="connsiteY834" fmla="*/ 219397 h 726159"/>
              <a:gd name="connsiteX835" fmla="*/ 1412811 w 3944937"/>
              <a:gd name="connsiteY835" fmla="*/ 260869 h 726159"/>
              <a:gd name="connsiteX836" fmla="*/ 1312377 w 3944937"/>
              <a:gd name="connsiteY836" fmla="*/ 307874 h 726159"/>
              <a:gd name="connsiteX837" fmla="*/ 1213103 w 3944937"/>
              <a:gd name="connsiteY837" fmla="*/ 260869 h 726159"/>
              <a:gd name="connsiteX838" fmla="*/ 1140203 w 3944937"/>
              <a:gd name="connsiteY838" fmla="*/ 219397 h 726159"/>
              <a:gd name="connsiteX839" fmla="*/ 1124860 w 3944937"/>
              <a:gd name="connsiteY839" fmla="*/ 218505 h 726159"/>
              <a:gd name="connsiteX840" fmla="*/ 1109907 w 3944937"/>
              <a:gd name="connsiteY840" fmla="*/ 219397 h 726159"/>
              <a:gd name="connsiteX841" fmla="*/ 1037780 w 3944937"/>
              <a:gd name="connsiteY841" fmla="*/ 260869 h 726159"/>
              <a:gd name="connsiteX842" fmla="*/ 937343 w 3944937"/>
              <a:gd name="connsiteY842" fmla="*/ 307874 h 726159"/>
              <a:gd name="connsiteX843" fmla="*/ 837942 w 3944937"/>
              <a:gd name="connsiteY843" fmla="*/ 260869 h 726159"/>
              <a:gd name="connsiteX844" fmla="*/ 764952 w 3944937"/>
              <a:gd name="connsiteY844" fmla="*/ 219397 h 726159"/>
              <a:gd name="connsiteX845" fmla="*/ 749586 w 3944937"/>
              <a:gd name="connsiteY845" fmla="*/ 218505 h 726159"/>
              <a:gd name="connsiteX846" fmla="*/ 734638 w 3944937"/>
              <a:gd name="connsiteY846" fmla="*/ 219397 h 726159"/>
              <a:gd name="connsiteX847" fmla="*/ 662511 w 3944937"/>
              <a:gd name="connsiteY847" fmla="*/ 260869 h 726159"/>
              <a:gd name="connsiteX848" fmla="*/ 562069 w 3944937"/>
              <a:gd name="connsiteY848" fmla="*/ 307874 h 726159"/>
              <a:gd name="connsiteX849" fmla="*/ 462743 w 3944937"/>
              <a:gd name="connsiteY849" fmla="*/ 260869 h 726159"/>
              <a:gd name="connsiteX850" fmla="*/ 375034 w 3944937"/>
              <a:gd name="connsiteY850" fmla="*/ 218505 h 726159"/>
              <a:gd name="connsiteX851" fmla="*/ 287371 w 3944937"/>
              <a:gd name="connsiteY851" fmla="*/ 260869 h 726159"/>
              <a:gd name="connsiteX852" fmla="*/ 187517 w 3944937"/>
              <a:gd name="connsiteY852" fmla="*/ 307874 h 726159"/>
              <a:gd name="connsiteX853" fmla="*/ 87664 w 3944937"/>
              <a:gd name="connsiteY853" fmla="*/ 260869 h 726159"/>
              <a:gd name="connsiteX854" fmla="*/ 0 w 3944937"/>
              <a:gd name="connsiteY854" fmla="*/ 218505 h 726159"/>
              <a:gd name="connsiteX855" fmla="*/ 0 w 3944937"/>
              <a:gd name="connsiteY855" fmla="*/ 99897 h 726159"/>
              <a:gd name="connsiteX856" fmla="*/ 99855 w 3944937"/>
              <a:gd name="connsiteY856" fmla="*/ 147008 h 726159"/>
              <a:gd name="connsiteX857" fmla="*/ 187517 w 3944937"/>
              <a:gd name="connsiteY857" fmla="*/ 189466 h 726159"/>
              <a:gd name="connsiteX858" fmla="*/ 275179 w 3944937"/>
              <a:gd name="connsiteY858" fmla="*/ 147008 h 726159"/>
              <a:gd name="connsiteX859" fmla="*/ 375034 w 3944937"/>
              <a:gd name="connsiteY859" fmla="*/ 99897 h 726159"/>
              <a:gd name="connsiteX860" fmla="*/ 474941 w 3944937"/>
              <a:gd name="connsiteY860" fmla="*/ 147008 h 726159"/>
              <a:gd name="connsiteX861" fmla="*/ 562069 w 3944937"/>
              <a:gd name="connsiteY861" fmla="*/ 189466 h 726159"/>
              <a:gd name="connsiteX862" fmla="*/ 650315 w 3944937"/>
              <a:gd name="connsiteY862" fmla="*/ 147008 h 726159"/>
              <a:gd name="connsiteX863" fmla="*/ 740506 w 3944937"/>
              <a:gd name="connsiteY863" fmla="*/ 100183 h 726159"/>
              <a:gd name="connsiteX864" fmla="*/ 749586 w 3944937"/>
              <a:gd name="connsiteY864" fmla="*/ 99897 h 726159"/>
              <a:gd name="connsiteX865" fmla="*/ 758889 w 3944937"/>
              <a:gd name="connsiteY865" fmla="*/ 100177 h 726159"/>
              <a:gd name="connsiteX866" fmla="*/ 850154 w 3944937"/>
              <a:gd name="connsiteY866" fmla="*/ 147008 h 726159"/>
              <a:gd name="connsiteX867" fmla="*/ 937343 w 3944937"/>
              <a:gd name="connsiteY867" fmla="*/ 189466 h 726159"/>
              <a:gd name="connsiteX868" fmla="*/ 1025586 w 3944937"/>
              <a:gd name="connsiteY868" fmla="*/ 147008 h 726159"/>
              <a:gd name="connsiteX869" fmla="*/ 1115684 w 3944937"/>
              <a:gd name="connsiteY869" fmla="*/ 100183 h 726159"/>
              <a:gd name="connsiteX870" fmla="*/ 1124860 w 3944937"/>
              <a:gd name="connsiteY870" fmla="*/ 99897 h 726159"/>
              <a:gd name="connsiteX871" fmla="*/ 1134151 w 3944937"/>
              <a:gd name="connsiteY871" fmla="*/ 100177 h 726159"/>
              <a:gd name="connsiteX872" fmla="*/ 1225295 w 3944937"/>
              <a:gd name="connsiteY872" fmla="*/ 147008 h 726159"/>
              <a:gd name="connsiteX873" fmla="*/ 1312377 w 3944937"/>
              <a:gd name="connsiteY873" fmla="*/ 189466 h 726159"/>
              <a:gd name="connsiteX874" fmla="*/ 1400620 w 3944937"/>
              <a:gd name="connsiteY874" fmla="*/ 147008 h 726159"/>
              <a:gd name="connsiteX875" fmla="*/ 1490715 w 3944937"/>
              <a:gd name="connsiteY875" fmla="*/ 100183 h 726159"/>
              <a:gd name="connsiteX876" fmla="*/ 1499902 w 3944937"/>
              <a:gd name="connsiteY876" fmla="*/ 99897 h 726159"/>
              <a:gd name="connsiteX877" fmla="*/ 1509200 w 3944937"/>
              <a:gd name="connsiteY877" fmla="*/ 100177 h 726159"/>
              <a:gd name="connsiteX878" fmla="*/ 1600457 w 3944937"/>
              <a:gd name="connsiteY878" fmla="*/ 147008 h 726159"/>
              <a:gd name="connsiteX879" fmla="*/ 1672675 w 3944937"/>
              <a:gd name="connsiteY879" fmla="*/ 188572 h 726159"/>
              <a:gd name="connsiteX880" fmla="*/ 1687656 w 3944937"/>
              <a:gd name="connsiteY880" fmla="*/ 189466 h 726159"/>
              <a:gd name="connsiteX881" fmla="*/ 1702991 w 3944937"/>
              <a:gd name="connsiteY881" fmla="*/ 188572 h 726159"/>
              <a:gd name="connsiteX882" fmla="*/ 1775902 w 3944937"/>
              <a:gd name="connsiteY882" fmla="*/ 147008 h 726159"/>
              <a:gd name="connsiteX883" fmla="*/ 1865985 w 3944937"/>
              <a:gd name="connsiteY883" fmla="*/ 100183 h 726159"/>
              <a:gd name="connsiteX884" fmla="*/ 1875171 w 3944937"/>
              <a:gd name="connsiteY884" fmla="*/ 99897 h 726159"/>
              <a:gd name="connsiteX885" fmla="*/ 1884453 w 3944937"/>
              <a:gd name="connsiteY885" fmla="*/ 100177 h 726159"/>
              <a:gd name="connsiteX886" fmla="*/ 1975602 w 3944937"/>
              <a:gd name="connsiteY886" fmla="*/ 147008 h 726159"/>
              <a:gd name="connsiteX887" fmla="*/ 2047561 w 3944937"/>
              <a:gd name="connsiteY887" fmla="*/ 188572 h 726159"/>
              <a:gd name="connsiteX888" fmla="*/ 2062687 w 3944937"/>
              <a:gd name="connsiteY888" fmla="*/ 189466 h 726159"/>
              <a:gd name="connsiteX889" fmla="*/ 2078025 w 3944937"/>
              <a:gd name="connsiteY889" fmla="*/ 188572 h 726159"/>
              <a:gd name="connsiteX890" fmla="*/ 2150933 w 3944937"/>
              <a:gd name="connsiteY890" fmla="*/ 147008 h 726159"/>
              <a:gd name="connsiteX891" fmla="*/ 2241019 w 3944937"/>
              <a:gd name="connsiteY891" fmla="*/ 100183 h 726159"/>
              <a:gd name="connsiteX892" fmla="*/ 2250202 w 3944937"/>
              <a:gd name="connsiteY892" fmla="*/ 99897 h 726159"/>
              <a:gd name="connsiteX893" fmla="*/ 2259500 w 3944937"/>
              <a:gd name="connsiteY893" fmla="*/ 100177 h 726159"/>
              <a:gd name="connsiteX894" fmla="*/ 2350772 w 3944937"/>
              <a:gd name="connsiteY894" fmla="*/ 147008 h 726159"/>
              <a:gd name="connsiteX895" fmla="*/ 2422815 w 3944937"/>
              <a:gd name="connsiteY895" fmla="*/ 188572 h 726159"/>
              <a:gd name="connsiteX896" fmla="*/ 2437959 w 3944937"/>
              <a:gd name="connsiteY896" fmla="*/ 189466 h 726159"/>
              <a:gd name="connsiteX897" fmla="*/ 2453275 w 3944937"/>
              <a:gd name="connsiteY897" fmla="*/ 188572 h 726159"/>
              <a:gd name="connsiteX898" fmla="*/ 2526203 w 3944937"/>
              <a:gd name="connsiteY898" fmla="*/ 147008 h 726159"/>
              <a:gd name="connsiteX899" fmla="*/ 2625475 w 3944937"/>
              <a:gd name="connsiteY899" fmla="*/ 99897 h 726159"/>
              <a:gd name="connsiteX900" fmla="*/ 2725913 w 3944937"/>
              <a:gd name="connsiteY900" fmla="*/ 147008 h 726159"/>
              <a:gd name="connsiteX901" fmla="*/ 2797875 w 3944937"/>
              <a:gd name="connsiteY901" fmla="*/ 188572 h 726159"/>
              <a:gd name="connsiteX902" fmla="*/ 2812992 w 3944937"/>
              <a:gd name="connsiteY902" fmla="*/ 189466 h 726159"/>
              <a:gd name="connsiteX903" fmla="*/ 2828318 w 3944937"/>
              <a:gd name="connsiteY903" fmla="*/ 188572 h 726159"/>
              <a:gd name="connsiteX904" fmla="*/ 2901235 w 3944937"/>
              <a:gd name="connsiteY904" fmla="*/ 147008 h 726159"/>
              <a:gd name="connsiteX905" fmla="*/ 2991437 w 3944937"/>
              <a:gd name="connsiteY905" fmla="*/ 100183 h 726159"/>
              <a:gd name="connsiteX906" fmla="*/ 3000620 w 3944937"/>
              <a:gd name="connsiteY906" fmla="*/ 99897 h 726159"/>
              <a:gd name="connsiteX907" fmla="*/ 3009917 w 3944937"/>
              <a:gd name="connsiteY907" fmla="*/ 100177 h 726159"/>
              <a:gd name="connsiteX908" fmla="*/ 3101183 w 3944937"/>
              <a:gd name="connsiteY908" fmla="*/ 147008 h 726159"/>
              <a:gd name="connsiteX909" fmla="*/ 3173234 w 3944937"/>
              <a:gd name="connsiteY909" fmla="*/ 188572 h 726159"/>
              <a:gd name="connsiteX910" fmla="*/ 3188377 w 3944937"/>
              <a:gd name="connsiteY910" fmla="*/ 189466 h 726159"/>
              <a:gd name="connsiteX911" fmla="*/ 3203692 w 3944937"/>
              <a:gd name="connsiteY911" fmla="*/ 188572 h 726159"/>
              <a:gd name="connsiteX912" fmla="*/ 3276039 w 3944937"/>
              <a:gd name="connsiteY912" fmla="*/ 147008 h 726159"/>
              <a:gd name="connsiteX913" fmla="*/ 3366710 w 3944937"/>
              <a:gd name="connsiteY913" fmla="*/ 100183 h 726159"/>
              <a:gd name="connsiteX914" fmla="*/ 3375893 w 3944937"/>
              <a:gd name="connsiteY914" fmla="*/ 99897 h 726159"/>
              <a:gd name="connsiteX915" fmla="*/ 3385179 w 3944937"/>
              <a:gd name="connsiteY915" fmla="*/ 100177 h 726159"/>
              <a:gd name="connsiteX916" fmla="*/ 3476328 w 3944937"/>
              <a:gd name="connsiteY916" fmla="*/ 147008 h 726159"/>
              <a:gd name="connsiteX917" fmla="*/ 3548287 w 3944937"/>
              <a:gd name="connsiteY917" fmla="*/ 188572 h 726159"/>
              <a:gd name="connsiteX918" fmla="*/ 3563410 w 3944937"/>
              <a:gd name="connsiteY918" fmla="*/ 189466 h 726159"/>
              <a:gd name="connsiteX919" fmla="*/ 3578745 w 3944937"/>
              <a:gd name="connsiteY919" fmla="*/ 188572 h 726159"/>
              <a:gd name="connsiteX920" fmla="*/ 3651185 w 3944937"/>
              <a:gd name="connsiteY920" fmla="*/ 147008 h 726159"/>
              <a:gd name="connsiteX921" fmla="*/ 3741972 w 3944937"/>
              <a:gd name="connsiteY921" fmla="*/ 100183 h 726159"/>
              <a:gd name="connsiteX922" fmla="*/ 3751167 w 3944937"/>
              <a:gd name="connsiteY922" fmla="*/ 99897 h 726159"/>
              <a:gd name="connsiteX923" fmla="*/ 3760453 w 3944937"/>
              <a:gd name="connsiteY923" fmla="*/ 100177 h 726159"/>
              <a:gd name="connsiteX924" fmla="*/ 3851602 w 3944937"/>
              <a:gd name="connsiteY924" fmla="*/ 147008 h 726159"/>
              <a:gd name="connsiteX925" fmla="*/ 3923560 w 3944937"/>
              <a:gd name="connsiteY925" fmla="*/ 188572 h 726159"/>
              <a:gd name="connsiteX926" fmla="*/ 3938684 w 3944937"/>
              <a:gd name="connsiteY926" fmla="*/ 189466 h 726159"/>
              <a:gd name="connsiteX927" fmla="*/ 3944937 w 3944937"/>
              <a:gd name="connsiteY927" fmla="*/ 189101 h 726159"/>
              <a:gd name="connsiteX928" fmla="*/ 3944937 w 3944937"/>
              <a:gd name="connsiteY928" fmla="*/ 207308 h 726159"/>
              <a:gd name="connsiteX929" fmla="*/ 3938684 w 3944937"/>
              <a:gd name="connsiteY929" fmla="*/ 207496 h 726159"/>
              <a:gd name="connsiteX930" fmla="*/ 3929501 w 3944937"/>
              <a:gd name="connsiteY930" fmla="*/ 207216 h 726159"/>
              <a:gd name="connsiteX931" fmla="*/ 3838830 w 3944937"/>
              <a:gd name="connsiteY931" fmla="*/ 160385 h 726159"/>
              <a:gd name="connsiteX932" fmla="*/ 3766483 w 3944937"/>
              <a:gd name="connsiteY932" fmla="*/ 118821 h 726159"/>
              <a:gd name="connsiteX933" fmla="*/ 3751167 w 3944937"/>
              <a:gd name="connsiteY933" fmla="*/ 117927 h 726159"/>
              <a:gd name="connsiteX934" fmla="*/ 3736024 w 3944937"/>
              <a:gd name="connsiteY934" fmla="*/ 118821 h 726159"/>
              <a:gd name="connsiteX935" fmla="*/ 3663973 w 3944937"/>
              <a:gd name="connsiteY935" fmla="*/ 160385 h 726159"/>
              <a:gd name="connsiteX936" fmla="*/ 3572708 w 3944937"/>
              <a:gd name="connsiteY936" fmla="*/ 207216 h 726159"/>
              <a:gd name="connsiteX937" fmla="*/ 3563410 w 3944937"/>
              <a:gd name="connsiteY937" fmla="*/ 207496 h 726159"/>
              <a:gd name="connsiteX938" fmla="*/ 3554227 w 3944937"/>
              <a:gd name="connsiteY938" fmla="*/ 207216 h 726159"/>
              <a:gd name="connsiteX939" fmla="*/ 3463556 w 3944937"/>
              <a:gd name="connsiteY939" fmla="*/ 160385 h 726159"/>
              <a:gd name="connsiteX940" fmla="*/ 3391209 w 3944937"/>
              <a:gd name="connsiteY940" fmla="*/ 118821 h 726159"/>
              <a:gd name="connsiteX941" fmla="*/ 3375893 w 3944937"/>
              <a:gd name="connsiteY941" fmla="*/ 117927 h 726159"/>
              <a:gd name="connsiteX942" fmla="*/ 3360770 w 3944937"/>
              <a:gd name="connsiteY942" fmla="*/ 118821 h 726159"/>
              <a:gd name="connsiteX943" fmla="*/ 3288811 w 3944937"/>
              <a:gd name="connsiteY943" fmla="*/ 160385 h 726159"/>
              <a:gd name="connsiteX944" fmla="*/ 3197662 w 3944937"/>
              <a:gd name="connsiteY944" fmla="*/ 207216 h 726159"/>
              <a:gd name="connsiteX945" fmla="*/ 3188377 w 3944937"/>
              <a:gd name="connsiteY945" fmla="*/ 207496 h 726159"/>
              <a:gd name="connsiteX946" fmla="*/ 3179182 w 3944937"/>
              <a:gd name="connsiteY946" fmla="*/ 207216 h 726159"/>
              <a:gd name="connsiteX947" fmla="*/ 3088395 w 3944937"/>
              <a:gd name="connsiteY947" fmla="*/ 160385 h 726159"/>
              <a:gd name="connsiteX948" fmla="*/ 3015955 w 3944937"/>
              <a:gd name="connsiteY948" fmla="*/ 118821 h 726159"/>
              <a:gd name="connsiteX949" fmla="*/ 3000620 w 3944937"/>
              <a:gd name="connsiteY949" fmla="*/ 117927 h 726159"/>
              <a:gd name="connsiteX950" fmla="*/ 2985496 w 3944937"/>
              <a:gd name="connsiteY950" fmla="*/ 118821 h 726159"/>
              <a:gd name="connsiteX951" fmla="*/ 2913429 w 3944937"/>
              <a:gd name="connsiteY951" fmla="*/ 160385 h 726159"/>
              <a:gd name="connsiteX952" fmla="*/ 2822285 w 3944937"/>
              <a:gd name="connsiteY952" fmla="*/ 207216 h 726159"/>
              <a:gd name="connsiteX953" fmla="*/ 2812992 w 3944937"/>
              <a:gd name="connsiteY953" fmla="*/ 207496 h 726159"/>
              <a:gd name="connsiteX954" fmla="*/ 2803817 w 3944937"/>
              <a:gd name="connsiteY954" fmla="*/ 207216 h 726159"/>
              <a:gd name="connsiteX955" fmla="*/ 2713719 w 3944937"/>
              <a:gd name="connsiteY955" fmla="*/ 160385 h 726159"/>
              <a:gd name="connsiteX956" fmla="*/ 2625475 w 3944937"/>
              <a:gd name="connsiteY956" fmla="*/ 117927 h 726159"/>
              <a:gd name="connsiteX957" fmla="*/ 2538398 w 3944937"/>
              <a:gd name="connsiteY957" fmla="*/ 160385 h 726159"/>
              <a:gd name="connsiteX958" fmla="*/ 2447253 w 3944937"/>
              <a:gd name="connsiteY958" fmla="*/ 207216 h 726159"/>
              <a:gd name="connsiteX959" fmla="*/ 2437959 w 3944937"/>
              <a:gd name="connsiteY959" fmla="*/ 207496 h 726159"/>
              <a:gd name="connsiteX960" fmla="*/ 2428768 w 3944937"/>
              <a:gd name="connsiteY960" fmla="*/ 207216 h 726159"/>
              <a:gd name="connsiteX961" fmla="*/ 2338559 w 3944937"/>
              <a:gd name="connsiteY961" fmla="*/ 160385 h 726159"/>
              <a:gd name="connsiteX962" fmla="*/ 2265570 w 3944937"/>
              <a:gd name="connsiteY962" fmla="*/ 118821 h 726159"/>
              <a:gd name="connsiteX963" fmla="*/ 2250202 w 3944937"/>
              <a:gd name="connsiteY963" fmla="*/ 117927 h 726159"/>
              <a:gd name="connsiteX964" fmla="*/ 2235078 w 3944937"/>
              <a:gd name="connsiteY964" fmla="*/ 118821 h 726159"/>
              <a:gd name="connsiteX965" fmla="*/ 2163119 w 3944937"/>
              <a:gd name="connsiteY965" fmla="*/ 160385 h 726159"/>
              <a:gd name="connsiteX966" fmla="*/ 2071970 w 3944937"/>
              <a:gd name="connsiteY966" fmla="*/ 207216 h 726159"/>
              <a:gd name="connsiteX967" fmla="*/ 2062687 w 3944937"/>
              <a:gd name="connsiteY967" fmla="*/ 207496 h 726159"/>
              <a:gd name="connsiteX968" fmla="*/ 2053502 w 3944937"/>
              <a:gd name="connsiteY968" fmla="*/ 207216 h 726159"/>
              <a:gd name="connsiteX969" fmla="*/ 1963418 w 3944937"/>
              <a:gd name="connsiteY969" fmla="*/ 160385 h 726159"/>
              <a:gd name="connsiteX970" fmla="*/ 1890508 w 3944937"/>
              <a:gd name="connsiteY970" fmla="*/ 118821 h 726159"/>
              <a:gd name="connsiteX971" fmla="*/ 1875171 w 3944937"/>
              <a:gd name="connsiteY971" fmla="*/ 117927 h 726159"/>
              <a:gd name="connsiteX972" fmla="*/ 1860044 w 3944937"/>
              <a:gd name="connsiteY972" fmla="*/ 118821 h 726159"/>
              <a:gd name="connsiteX973" fmla="*/ 1788085 w 3944937"/>
              <a:gd name="connsiteY973" fmla="*/ 160385 h 726159"/>
              <a:gd name="connsiteX974" fmla="*/ 1696936 w 3944937"/>
              <a:gd name="connsiteY974" fmla="*/ 207216 h 726159"/>
              <a:gd name="connsiteX975" fmla="*/ 1687656 w 3944937"/>
              <a:gd name="connsiteY975" fmla="*/ 207496 h 726159"/>
              <a:gd name="connsiteX976" fmla="*/ 1678456 w 3944937"/>
              <a:gd name="connsiteY976" fmla="*/ 207216 h 726159"/>
              <a:gd name="connsiteX977" fmla="*/ 1588259 w 3944937"/>
              <a:gd name="connsiteY977" fmla="*/ 160385 h 726159"/>
              <a:gd name="connsiteX978" fmla="*/ 1515254 w 3944937"/>
              <a:gd name="connsiteY978" fmla="*/ 118821 h 726159"/>
              <a:gd name="connsiteX979" fmla="*/ 1499902 w 3944937"/>
              <a:gd name="connsiteY979" fmla="*/ 117927 h 726159"/>
              <a:gd name="connsiteX980" fmla="*/ 1484938 w 3944937"/>
              <a:gd name="connsiteY980" fmla="*/ 118821 h 726159"/>
              <a:gd name="connsiteX981" fmla="*/ 1412811 w 3944937"/>
              <a:gd name="connsiteY981" fmla="*/ 160385 h 726159"/>
              <a:gd name="connsiteX982" fmla="*/ 1312377 w 3944937"/>
              <a:gd name="connsiteY982" fmla="*/ 207496 h 726159"/>
              <a:gd name="connsiteX983" fmla="*/ 1213103 w 3944937"/>
              <a:gd name="connsiteY983" fmla="*/ 160385 h 726159"/>
              <a:gd name="connsiteX984" fmla="*/ 1140203 w 3944937"/>
              <a:gd name="connsiteY984" fmla="*/ 118821 h 726159"/>
              <a:gd name="connsiteX985" fmla="*/ 1124860 w 3944937"/>
              <a:gd name="connsiteY985" fmla="*/ 117927 h 726159"/>
              <a:gd name="connsiteX986" fmla="*/ 1109907 w 3944937"/>
              <a:gd name="connsiteY986" fmla="*/ 118821 h 726159"/>
              <a:gd name="connsiteX987" fmla="*/ 1037780 w 3944937"/>
              <a:gd name="connsiteY987" fmla="*/ 160385 h 726159"/>
              <a:gd name="connsiteX988" fmla="*/ 937343 w 3944937"/>
              <a:gd name="connsiteY988" fmla="*/ 207496 h 726159"/>
              <a:gd name="connsiteX989" fmla="*/ 837942 w 3944937"/>
              <a:gd name="connsiteY989" fmla="*/ 160385 h 726159"/>
              <a:gd name="connsiteX990" fmla="*/ 764952 w 3944937"/>
              <a:gd name="connsiteY990" fmla="*/ 118821 h 726159"/>
              <a:gd name="connsiteX991" fmla="*/ 749586 w 3944937"/>
              <a:gd name="connsiteY991" fmla="*/ 117927 h 726159"/>
              <a:gd name="connsiteX992" fmla="*/ 734638 w 3944937"/>
              <a:gd name="connsiteY992" fmla="*/ 118821 h 726159"/>
              <a:gd name="connsiteX993" fmla="*/ 662511 w 3944937"/>
              <a:gd name="connsiteY993" fmla="*/ 160385 h 726159"/>
              <a:gd name="connsiteX994" fmla="*/ 562069 w 3944937"/>
              <a:gd name="connsiteY994" fmla="*/ 207496 h 726159"/>
              <a:gd name="connsiteX995" fmla="*/ 462743 w 3944937"/>
              <a:gd name="connsiteY995" fmla="*/ 160385 h 726159"/>
              <a:gd name="connsiteX996" fmla="*/ 375034 w 3944937"/>
              <a:gd name="connsiteY996" fmla="*/ 117927 h 726159"/>
              <a:gd name="connsiteX997" fmla="*/ 287371 w 3944937"/>
              <a:gd name="connsiteY997" fmla="*/ 160385 h 726159"/>
              <a:gd name="connsiteX998" fmla="*/ 187517 w 3944937"/>
              <a:gd name="connsiteY998" fmla="*/ 207496 h 726159"/>
              <a:gd name="connsiteX999" fmla="*/ 87664 w 3944937"/>
              <a:gd name="connsiteY999" fmla="*/ 160385 h 726159"/>
              <a:gd name="connsiteX1000" fmla="*/ 0 w 3944937"/>
              <a:gd name="connsiteY1000" fmla="*/ 117927 h 726159"/>
              <a:gd name="connsiteX1001" fmla="*/ 0 w 3944937"/>
              <a:gd name="connsiteY1001" fmla="*/ 0 h 726159"/>
              <a:gd name="connsiteX1002" fmla="*/ 99855 w 3944937"/>
              <a:gd name="connsiteY1002" fmla="*/ 47649 h 726159"/>
              <a:gd name="connsiteX1003" fmla="*/ 187517 w 3944937"/>
              <a:gd name="connsiteY1003" fmla="*/ 90068 h 726159"/>
              <a:gd name="connsiteX1004" fmla="*/ 275179 w 3944937"/>
              <a:gd name="connsiteY1004" fmla="*/ 47649 h 726159"/>
              <a:gd name="connsiteX1005" fmla="*/ 375034 w 3944937"/>
              <a:gd name="connsiteY1005" fmla="*/ 0 h 726159"/>
              <a:gd name="connsiteX1006" fmla="*/ 474941 w 3944937"/>
              <a:gd name="connsiteY1006" fmla="*/ 47649 h 726159"/>
              <a:gd name="connsiteX1007" fmla="*/ 562069 w 3944937"/>
              <a:gd name="connsiteY1007" fmla="*/ 90068 h 726159"/>
              <a:gd name="connsiteX1008" fmla="*/ 650315 w 3944937"/>
              <a:gd name="connsiteY1008" fmla="*/ 47649 h 726159"/>
              <a:gd name="connsiteX1009" fmla="*/ 740506 w 3944937"/>
              <a:gd name="connsiteY1009" fmla="*/ 286 h 726159"/>
              <a:gd name="connsiteX1010" fmla="*/ 749586 w 3944937"/>
              <a:gd name="connsiteY1010" fmla="*/ 0 h 726159"/>
              <a:gd name="connsiteX1011" fmla="*/ 850154 w 3944937"/>
              <a:gd name="connsiteY1011" fmla="*/ 47649 h 726159"/>
              <a:gd name="connsiteX1012" fmla="*/ 937343 w 3944937"/>
              <a:gd name="connsiteY1012" fmla="*/ 90068 h 726159"/>
              <a:gd name="connsiteX1013" fmla="*/ 1025586 w 3944937"/>
              <a:gd name="connsiteY1013" fmla="*/ 47649 h 726159"/>
              <a:gd name="connsiteX1014" fmla="*/ 1115684 w 3944937"/>
              <a:gd name="connsiteY1014" fmla="*/ 286 h 726159"/>
              <a:gd name="connsiteX1015" fmla="*/ 1124860 w 3944937"/>
              <a:gd name="connsiteY1015" fmla="*/ 0 h 726159"/>
              <a:gd name="connsiteX1016" fmla="*/ 1225295 w 3944937"/>
              <a:gd name="connsiteY1016" fmla="*/ 47649 h 726159"/>
              <a:gd name="connsiteX1017" fmla="*/ 1312377 w 3944937"/>
              <a:gd name="connsiteY1017" fmla="*/ 90068 h 726159"/>
              <a:gd name="connsiteX1018" fmla="*/ 1400620 w 3944937"/>
              <a:gd name="connsiteY1018" fmla="*/ 47649 h 726159"/>
              <a:gd name="connsiteX1019" fmla="*/ 1490715 w 3944937"/>
              <a:gd name="connsiteY1019" fmla="*/ 286 h 726159"/>
              <a:gd name="connsiteX1020" fmla="*/ 1499902 w 3944937"/>
              <a:gd name="connsiteY1020" fmla="*/ 0 h 726159"/>
              <a:gd name="connsiteX1021" fmla="*/ 1600457 w 3944937"/>
              <a:gd name="connsiteY1021" fmla="*/ 47649 h 726159"/>
              <a:gd name="connsiteX1022" fmla="*/ 1672675 w 3944937"/>
              <a:gd name="connsiteY1022" fmla="*/ 89151 h 726159"/>
              <a:gd name="connsiteX1023" fmla="*/ 1687656 w 3944937"/>
              <a:gd name="connsiteY1023" fmla="*/ 90068 h 726159"/>
              <a:gd name="connsiteX1024" fmla="*/ 1702991 w 3944937"/>
              <a:gd name="connsiteY1024" fmla="*/ 89151 h 726159"/>
              <a:gd name="connsiteX1025" fmla="*/ 1775902 w 3944937"/>
              <a:gd name="connsiteY1025" fmla="*/ 47649 h 726159"/>
              <a:gd name="connsiteX1026" fmla="*/ 1865985 w 3944937"/>
              <a:gd name="connsiteY1026" fmla="*/ 286 h 726159"/>
              <a:gd name="connsiteX1027" fmla="*/ 1875171 w 3944937"/>
              <a:gd name="connsiteY1027" fmla="*/ 0 h 726159"/>
              <a:gd name="connsiteX1028" fmla="*/ 1975602 w 3944937"/>
              <a:gd name="connsiteY1028" fmla="*/ 47649 h 726159"/>
              <a:gd name="connsiteX1029" fmla="*/ 2047561 w 3944937"/>
              <a:gd name="connsiteY1029" fmla="*/ 89151 h 726159"/>
              <a:gd name="connsiteX1030" fmla="*/ 2062687 w 3944937"/>
              <a:gd name="connsiteY1030" fmla="*/ 90068 h 726159"/>
              <a:gd name="connsiteX1031" fmla="*/ 2078025 w 3944937"/>
              <a:gd name="connsiteY1031" fmla="*/ 89151 h 726159"/>
              <a:gd name="connsiteX1032" fmla="*/ 2150933 w 3944937"/>
              <a:gd name="connsiteY1032" fmla="*/ 47649 h 726159"/>
              <a:gd name="connsiteX1033" fmla="*/ 2241019 w 3944937"/>
              <a:gd name="connsiteY1033" fmla="*/ 286 h 726159"/>
              <a:gd name="connsiteX1034" fmla="*/ 2250202 w 3944937"/>
              <a:gd name="connsiteY1034" fmla="*/ 0 h 726159"/>
              <a:gd name="connsiteX1035" fmla="*/ 2350772 w 3944937"/>
              <a:gd name="connsiteY1035" fmla="*/ 47649 h 726159"/>
              <a:gd name="connsiteX1036" fmla="*/ 2422815 w 3944937"/>
              <a:gd name="connsiteY1036" fmla="*/ 89151 h 726159"/>
              <a:gd name="connsiteX1037" fmla="*/ 2437959 w 3944937"/>
              <a:gd name="connsiteY1037" fmla="*/ 90068 h 726159"/>
              <a:gd name="connsiteX1038" fmla="*/ 2453275 w 3944937"/>
              <a:gd name="connsiteY1038" fmla="*/ 89151 h 726159"/>
              <a:gd name="connsiteX1039" fmla="*/ 2526203 w 3944937"/>
              <a:gd name="connsiteY1039" fmla="*/ 47649 h 726159"/>
              <a:gd name="connsiteX1040" fmla="*/ 2625475 w 3944937"/>
              <a:gd name="connsiteY1040" fmla="*/ 0 h 726159"/>
              <a:gd name="connsiteX1041" fmla="*/ 2725913 w 3944937"/>
              <a:gd name="connsiteY1041" fmla="*/ 47649 h 726159"/>
              <a:gd name="connsiteX1042" fmla="*/ 2797875 w 3944937"/>
              <a:gd name="connsiteY1042" fmla="*/ 89151 h 726159"/>
              <a:gd name="connsiteX1043" fmla="*/ 2812992 w 3944937"/>
              <a:gd name="connsiteY1043" fmla="*/ 90068 h 726159"/>
              <a:gd name="connsiteX1044" fmla="*/ 2828318 w 3944937"/>
              <a:gd name="connsiteY1044" fmla="*/ 89151 h 726159"/>
              <a:gd name="connsiteX1045" fmla="*/ 2901235 w 3944937"/>
              <a:gd name="connsiteY1045" fmla="*/ 47649 h 726159"/>
              <a:gd name="connsiteX1046" fmla="*/ 2991431 w 3944937"/>
              <a:gd name="connsiteY1046" fmla="*/ 286 h 726159"/>
              <a:gd name="connsiteX1047" fmla="*/ 3000614 w 3944937"/>
              <a:gd name="connsiteY1047" fmla="*/ 0 h 726159"/>
              <a:gd name="connsiteX1048" fmla="*/ 3101177 w 3944937"/>
              <a:gd name="connsiteY1048" fmla="*/ 47649 h 726159"/>
              <a:gd name="connsiteX1049" fmla="*/ 3173228 w 3944937"/>
              <a:gd name="connsiteY1049" fmla="*/ 89151 h 726159"/>
              <a:gd name="connsiteX1050" fmla="*/ 3188371 w 3944937"/>
              <a:gd name="connsiteY1050" fmla="*/ 90068 h 726159"/>
              <a:gd name="connsiteX1051" fmla="*/ 3203686 w 3944937"/>
              <a:gd name="connsiteY1051" fmla="*/ 89151 h 726159"/>
              <a:gd name="connsiteX1052" fmla="*/ 3276033 w 3944937"/>
              <a:gd name="connsiteY1052" fmla="*/ 47649 h 726159"/>
              <a:gd name="connsiteX1053" fmla="*/ 3366704 w 3944937"/>
              <a:gd name="connsiteY1053" fmla="*/ 286 h 726159"/>
              <a:gd name="connsiteX1054" fmla="*/ 3375887 w 3944937"/>
              <a:gd name="connsiteY1054" fmla="*/ 0 h 726159"/>
              <a:gd name="connsiteX1055" fmla="*/ 3476322 w 3944937"/>
              <a:gd name="connsiteY1055" fmla="*/ 47649 h 726159"/>
              <a:gd name="connsiteX1056" fmla="*/ 3548281 w 3944937"/>
              <a:gd name="connsiteY1056" fmla="*/ 89151 h 726159"/>
              <a:gd name="connsiteX1057" fmla="*/ 3563404 w 3944937"/>
              <a:gd name="connsiteY1057" fmla="*/ 90068 h 726159"/>
              <a:gd name="connsiteX1058" fmla="*/ 3578739 w 3944937"/>
              <a:gd name="connsiteY1058" fmla="*/ 89151 h 726159"/>
              <a:gd name="connsiteX1059" fmla="*/ 3651179 w 3944937"/>
              <a:gd name="connsiteY1059" fmla="*/ 47649 h 726159"/>
              <a:gd name="connsiteX1060" fmla="*/ 3741966 w 3944937"/>
              <a:gd name="connsiteY1060" fmla="*/ 286 h 726159"/>
              <a:gd name="connsiteX1061" fmla="*/ 3751161 w 3944937"/>
              <a:gd name="connsiteY1061" fmla="*/ 0 h 726159"/>
              <a:gd name="connsiteX1062" fmla="*/ 3851596 w 3944937"/>
              <a:gd name="connsiteY1062" fmla="*/ 47649 h 726159"/>
              <a:gd name="connsiteX1063" fmla="*/ 3923554 w 3944937"/>
              <a:gd name="connsiteY1063" fmla="*/ 89151 h 726159"/>
              <a:gd name="connsiteX1064" fmla="*/ 3938678 w 3944937"/>
              <a:gd name="connsiteY1064" fmla="*/ 90068 h 726159"/>
              <a:gd name="connsiteX1065" fmla="*/ 3944937 w 3944937"/>
              <a:gd name="connsiteY1065" fmla="*/ 89693 h 726159"/>
              <a:gd name="connsiteX1066" fmla="*/ 3944937 w 3944937"/>
              <a:gd name="connsiteY1066" fmla="*/ 107888 h 726159"/>
              <a:gd name="connsiteX1067" fmla="*/ 3938678 w 3944937"/>
              <a:gd name="connsiteY1067" fmla="*/ 108081 h 726159"/>
              <a:gd name="connsiteX1068" fmla="*/ 3929495 w 3944937"/>
              <a:gd name="connsiteY1068" fmla="*/ 107795 h 726159"/>
              <a:gd name="connsiteX1069" fmla="*/ 3838824 w 3944937"/>
              <a:gd name="connsiteY1069" fmla="*/ 60433 h 726159"/>
              <a:gd name="connsiteX1070" fmla="*/ 3766477 w 3944937"/>
              <a:gd name="connsiteY1070" fmla="*/ 18931 h 726159"/>
              <a:gd name="connsiteX1071" fmla="*/ 3751161 w 3944937"/>
              <a:gd name="connsiteY1071" fmla="*/ 18014 h 726159"/>
              <a:gd name="connsiteX1072" fmla="*/ 3736018 w 3944937"/>
              <a:gd name="connsiteY1072" fmla="*/ 18931 h 726159"/>
              <a:gd name="connsiteX1073" fmla="*/ 3663967 w 3944937"/>
              <a:gd name="connsiteY1073" fmla="*/ 60433 h 726159"/>
              <a:gd name="connsiteX1074" fmla="*/ 3572701 w 3944937"/>
              <a:gd name="connsiteY1074" fmla="*/ 107795 h 726159"/>
              <a:gd name="connsiteX1075" fmla="*/ 3563404 w 3944937"/>
              <a:gd name="connsiteY1075" fmla="*/ 108081 h 726159"/>
              <a:gd name="connsiteX1076" fmla="*/ 3554221 w 3944937"/>
              <a:gd name="connsiteY1076" fmla="*/ 107795 h 726159"/>
              <a:gd name="connsiteX1077" fmla="*/ 3463550 w 3944937"/>
              <a:gd name="connsiteY1077" fmla="*/ 60433 h 726159"/>
              <a:gd name="connsiteX1078" fmla="*/ 3391203 w 3944937"/>
              <a:gd name="connsiteY1078" fmla="*/ 18931 h 726159"/>
              <a:gd name="connsiteX1079" fmla="*/ 3375887 w 3944937"/>
              <a:gd name="connsiteY1079" fmla="*/ 18014 h 726159"/>
              <a:gd name="connsiteX1080" fmla="*/ 3360764 w 3944937"/>
              <a:gd name="connsiteY1080" fmla="*/ 18931 h 726159"/>
              <a:gd name="connsiteX1081" fmla="*/ 3288805 w 3944937"/>
              <a:gd name="connsiteY1081" fmla="*/ 60433 h 726159"/>
              <a:gd name="connsiteX1082" fmla="*/ 3197656 w 3944937"/>
              <a:gd name="connsiteY1082" fmla="*/ 107795 h 726159"/>
              <a:gd name="connsiteX1083" fmla="*/ 3188371 w 3944937"/>
              <a:gd name="connsiteY1083" fmla="*/ 108081 h 726159"/>
              <a:gd name="connsiteX1084" fmla="*/ 3179176 w 3944937"/>
              <a:gd name="connsiteY1084" fmla="*/ 107795 h 726159"/>
              <a:gd name="connsiteX1085" fmla="*/ 3088389 w 3944937"/>
              <a:gd name="connsiteY1085" fmla="*/ 60433 h 726159"/>
              <a:gd name="connsiteX1086" fmla="*/ 3015949 w 3944937"/>
              <a:gd name="connsiteY1086" fmla="*/ 18931 h 726159"/>
              <a:gd name="connsiteX1087" fmla="*/ 3000614 w 3944937"/>
              <a:gd name="connsiteY1087" fmla="*/ 18014 h 726159"/>
              <a:gd name="connsiteX1088" fmla="*/ 2985490 w 3944937"/>
              <a:gd name="connsiteY1088" fmla="*/ 18931 h 726159"/>
              <a:gd name="connsiteX1089" fmla="*/ 2913429 w 3944937"/>
              <a:gd name="connsiteY1089" fmla="*/ 60433 h 726159"/>
              <a:gd name="connsiteX1090" fmla="*/ 2822285 w 3944937"/>
              <a:gd name="connsiteY1090" fmla="*/ 107795 h 726159"/>
              <a:gd name="connsiteX1091" fmla="*/ 2812992 w 3944937"/>
              <a:gd name="connsiteY1091" fmla="*/ 108081 h 726159"/>
              <a:gd name="connsiteX1092" fmla="*/ 2803817 w 3944937"/>
              <a:gd name="connsiteY1092" fmla="*/ 107795 h 726159"/>
              <a:gd name="connsiteX1093" fmla="*/ 2713719 w 3944937"/>
              <a:gd name="connsiteY1093" fmla="*/ 60433 h 726159"/>
              <a:gd name="connsiteX1094" fmla="*/ 2625475 w 3944937"/>
              <a:gd name="connsiteY1094" fmla="*/ 18014 h 726159"/>
              <a:gd name="connsiteX1095" fmla="*/ 2538398 w 3944937"/>
              <a:gd name="connsiteY1095" fmla="*/ 60433 h 726159"/>
              <a:gd name="connsiteX1096" fmla="*/ 2447253 w 3944937"/>
              <a:gd name="connsiteY1096" fmla="*/ 107795 h 726159"/>
              <a:gd name="connsiteX1097" fmla="*/ 2437959 w 3944937"/>
              <a:gd name="connsiteY1097" fmla="*/ 108081 h 726159"/>
              <a:gd name="connsiteX1098" fmla="*/ 2428768 w 3944937"/>
              <a:gd name="connsiteY1098" fmla="*/ 107795 h 726159"/>
              <a:gd name="connsiteX1099" fmla="*/ 2338559 w 3944937"/>
              <a:gd name="connsiteY1099" fmla="*/ 60433 h 726159"/>
              <a:gd name="connsiteX1100" fmla="*/ 2265570 w 3944937"/>
              <a:gd name="connsiteY1100" fmla="*/ 18931 h 726159"/>
              <a:gd name="connsiteX1101" fmla="*/ 2250202 w 3944937"/>
              <a:gd name="connsiteY1101" fmla="*/ 18014 h 726159"/>
              <a:gd name="connsiteX1102" fmla="*/ 2235078 w 3944937"/>
              <a:gd name="connsiteY1102" fmla="*/ 18931 h 726159"/>
              <a:gd name="connsiteX1103" fmla="*/ 2163119 w 3944937"/>
              <a:gd name="connsiteY1103" fmla="*/ 60433 h 726159"/>
              <a:gd name="connsiteX1104" fmla="*/ 2071970 w 3944937"/>
              <a:gd name="connsiteY1104" fmla="*/ 107795 h 726159"/>
              <a:gd name="connsiteX1105" fmla="*/ 2062687 w 3944937"/>
              <a:gd name="connsiteY1105" fmla="*/ 108081 h 726159"/>
              <a:gd name="connsiteX1106" fmla="*/ 2053502 w 3944937"/>
              <a:gd name="connsiteY1106" fmla="*/ 107795 h 726159"/>
              <a:gd name="connsiteX1107" fmla="*/ 1963418 w 3944937"/>
              <a:gd name="connsiteY1107" fmla="*/ 60433 h 726159"/>
              <a:gd name="connsiteX1108" fmla="*/ 1890508 w 3944937"/>
              <a:gd name="connsiteY1108" fmla="*/ 18931 h 726159"/>
              <a:gd name="connsiteX1109" fmla="*/ 1875171 w 3944937"/>
              <a:gd name="connsiteY1109" fmla="*/ 18014 h 726159"/>
              <a:gd name="connsiteX1110" fmla="*/ 1860044 w 3944937"/>
              <a:gd name="connsiteY1110" fmla="*/ 18931 h 726159"/>
              <a:gd name="connsiteX1111" fmla="*/ 1788085 w 3944937"/>
              <a:gd name="connsiteY1111" fmla="*/ 60433 h 726159"/>
              <a:gd name="connsiteX1112" fmla="*/ 1696936 w 3944937"/>
              <a:gd name="connsiteY1112" fmla="*/ 107795 h 726159"/>
              <a:gd name="connsiteX1113" fmla="*/ 1687656 w 3944937"/>
              <a:gd name="connsiteY1113" fmla="*/ 108081 h 726159"/>
              <a:gd name="connsiteX1114" fmla="*/ 1678456 w 3944937"/>
              <a:gd name="connsiteY1114" fmla="*/ 107795 h 726159"/>
              <a:gd name="connsiteX1115" fmla="*/ 1588259 w 3944937"/>
              <a:gd name="connsiteY1115" fmla="*/ 60433 h 726159"/>
              <a:gd name="connsiteX1116" fmla="*/ 1515254 w 3944937"/>
              <a:gd name="connsiteY1116" fmla="*/ 18931 h 726159"/>
              <a:gd name="connsiteX1117" fmla="*/ 1499902 w 3944937"/>
              <a:gd name="connsiteY1117" fmla="*/ 18014 h 726159"/>
              <a:gd name="connsiteX1118" fmla="*/ 1484938 w 3944937"/>
              <a:gd name="connsiteY1118" fmla="*/ 18931 h 726159"/>
              <a:gd name="connsiteX1119" fmla="*/ 1412811 w 3944937"/>
              <a:gd name="connsiteY1119" fmla="*/ 60433 h 726159"/>
              <a:gd name="connsiteX1120" fmla="*/ 1312377 w 3944937"/>
              <a:gd name="connsiteY1120" fmla="*/ 108081 h 726159"/>
              <a:gd name="connsiteX1121" fmla="*/ 1213103 w 3944937"/>
              <a:gd name="connsiteY1121" fmla="*/ 60433 h 726159"/>
              <a:gd name="connsiteX1122" fmla="*/ 1140203 w 3944937"/>
              <a:gd name="connsiteY1122" fmla="*/ 18931 h 726159"/>
              <a:gd name="connsiteX1123" fmla="*/ 1124860 w 3944937"/>
              <a:gd name="connsiteY1123" fmla="*/ 18014 h 726159"/>
              <a:gd name="connsiteX1124" fmla="*/ 1109907 w 3944937"/>
              <a:gd name="connsiteY1124" fmla="*/ 18931 h 726159"/>
              <a:gd name="connsiteX1125" fmla="*/ 1037780 w 3944937"/>
              <a:gd name="connsiteY1125" fmla="*/ 60433 h 726159"/>
              <a:gd name="connsiteX1126" fmla="*/ 937343 w 3944937"/>
              <a:gd name="connsiteY1126" fmla="*/ 108081 h 726159"/>
              <a:gd name="connsiteX1127" fmla="*/ 837942 w 3944937"/>
              <a:gd name="connsiteY1127" fmla="*/ 60433 h 726159"/>
              <a:gd name="connsiteX1128" fmla="*/ 764952 w 3944937"/>
              <a:gd name="connsiteY1128" fmla="*/ 18931 h 726159"/>
              <a:gd name="connsiteX1129" fmla="*/ 749586 w 3944937"/>
              <a:gd name="connsiteY1129" fmla="*/ 18014 h 726159"/>
              <a:gd name="connsiteX1130" fmla="*/ 734638 w 3944937"/>
              <a:gd name="connsiteY1130" fmla="*/ 18931 h 726159"/>
              <a:gd name="connsiteX1131" fmla="*/ 662511 w 3944937"/>
              <a:gd name="connsiteY1131" fmla="*/ 60433 h 726159"/>
              <a:gd name="connsiteX1132" fmla="*/ 562069 w 3944937"/>
              <a:gd name="connsiteY1132" fmla="*/ 108081 h 726159"/>
              <a:gd name="connsiteX1133" fmla="*/ 462743 w 3944937"/>
              <a:gd name="connsiteY1133" fmla="*/ 60433 h 726159"/>
              <a:gd name="connsiteX1134" fmla="*/ 375034 w 3944937"/>
              <a:gd name="connsiteY1134" fmla="*/ 18014 h 726159"/>
              <a:gd name="connsiteX1135" fmla="*/ 287371 w 3944937"/>
              <a:gd name="connsiteY1135" fmla="*/ 60433 h 726159"/>
              <a:gd name="connsiteX1136" fmla="*/ 187517 w 3944937"/>
              <a:gd name="connsiteY1136" fmla="*/ 108081 h 726159"/>
              <a:gd name="connsiteX1137" fmla="*/ 87664 w 3944937"/>
              <a:gd name="connsiteY1137" fmla="*/ 60433 h 726159"/>
              <a:gd name="connsiteX1138" fmla="*/ 0 w 3944937"/>
              <a:gd name="connsiteY1138" fmla="*/ 18014 h 726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</a:cxnLst>
            <a:rect l="l" t="t" r="r" b="b"/>
            <a:pathLst>
              <a:path w="3944937" h="726159">
                <a:moveTo>
                  <a:pt x="3751203" y="700961"/>
                </a:moveTo>
                <a:lnTo>
                  <a:pt x="3760489" y="701241"/>
                </a:lnTo>
                <a:cubicBezTo>
                  <a:pt x="3782983" y="702621"/>
                  <a:pt x="3800192" y="708998"/>
                  <a:pt x="3814566" y="717683"/>
                </a:cubicBezTo>
                <a:lnTo>
                  <a:pt x="3824943" y="726159"/>
                </a:lnTo>
                <a:lnTo>
                  <a:pt x="3784014" y="726159"/>
                </a:lnTo>
                <a:lnTo>
                  <a:pt x="3766518" y="719843"/>
                </a:lnTo>
                <a:lnTo>
                  <a:pt x="3751203" y="718951"/>
                </a:lnTo>
                <a:lnTo>
                  <a:pt x="3736060" y="719843"/>
                </a:lnTo>
                <a:lnTo>
                  <a:pt x="3718688" y="726159"/>
                </a:lnTo>
                <a:lnTo>
                  <a:pt x="3677908" y="726159"/>
                </a:lnTo>
                <a:lnTo>
                  <a:pt x="3688281" y="717683"/>
                </a:lnTo>
                <a:cubicBezTo>
                  <a:pt x="3702614" y="708998"/>
                  <a:pt x="3719725" y="702621"/>
                  <a:pt x="3742008" y="701241"/>
                </a:cubicBezTo>
                <a:close/>
                <a:moveTo>
                  <a:pt x="3375929" y="700961"/>
                </a:moveTo>
                <a:lnTo>
                  <a:pt x="3385215" y="701241"/>
                </a:lnTo>
                <a:cubicBezTo>
                  <a:pt x="3407710" y="702621"/>
                  <a:pt x="3424918" y="708998"/>
                  <a:pt x="3439293" y="717683"/>
                </a:cubicBezTo>
                <a:lnTo>
                  <a:pt x="3449669" y="726159"/>
                </a:lnTo>
                <a:lnTo>
                  <a:pt x="3408741" y="726159"/>
                </a:lnTo>
                <a:lnTo>
                  <a:pt x="3391245" y="719843"/>
                </a:lnTo>
                <a:lnTo>
                  <a:pt x="3375929" y="718951"/>
                </a:lnTo>
                <a:lnTo>
                  <a:pt x="3360806" y="719843"/>
                </a:lnTo>
                <a:lnTo>
                  <a:pt x="3343455" y="726159"/>
                </a:lnTo>
                <a:lnTo>
                  <a:pt x="3302728" y="726159"/>
                </a:lnTo>
                <a:lnTo>
                  <a:pt x="3313088" y="717683"/>
                </a:lnTo>
                <a:cubicBezTo>
                  <a:pt x="3327402" y="708998"/>
                  <a:pt x="3344491" y="702621"/>
                  <a:pt x="3366746" y="701241"/>
                </a:cubicBezTo>
                <a:close/>
                <a:moveTo>
                  <a:pt x="3000655" y="700961"/>
                </a:moveTo>
                <a:lnTo>
                  <a:pt x="3000656" y="700961"/>
                </a:lnTo>
                <a:lnTo>
                  <a:pt x="3009953" y="701241"/>
                </a:lnTo>
                <a:cubicBezTo>
                  <a:pt x="3032476" y="702621"/>
                  <a:pt x="3049707" y="708998"/>
                  <a:pt x="3064099" y="717683"/>
                </a:cubicBezTo>
                <a:lnTo>
                  <a:pt x="3074489" y="726159"/>
                </a:lnTo>
                <a:lnTo>
                  <a:pt x="3033509" y="726159"/>
                </a:lnTo>
                <a:lnTo>
                  <a:pt x="3015991" y="719843"/>
                </a:lnTo>
                <a:lnTo>
                  <a:pt x="3000656" y="718951"/>
                </a:lnTo>
                <a:lnTo>
                  <a:pt x="2985532" y="719843"/>
                </a:lnTo>
                <a:lnTo>
                  <a:pt x="2968174" y="726159"/>
                </a:lnTo>
                <a:lnTo>
                  <a:pt x="2927625" y="726159"/>
                </a:lnTo>
                <a:lnTo>
                  <a:pt x="2937883" y="717683"/>
                </a:lnTo>
                <a:cubicBezTo>
                  <a:pt x="2952139" y="708998"/>
                  <a:pt x="2969219" y="702621"/>
                  <a:pt x="2991473" y="701241"/>
                </a:cubicBezTo>
                <a:close/>
                <a:moveTo>
                  <a:pt x="2625475" y="700961"/>
                </a:moveTo>
                <a:cubicBezTo>
                  <a:pt x="2651019" y="700961"/>
                  <a:pt x="2670178" y="707055"/>
                  <a:pt x="2685926" y="715977"/>
                </a:cubicBezTo>
                <a:lnTo>
                  <a:pt x="2698653" y="726159"/>
                </a:lnTo>
                <a:lnTo>
                  <a:pt x="2654731" y="726159"/>
                </a:lnTo>
                <a:lnTo>
                  <a:pt x="2625475" y="718951"/>
                </a:lnTo>
                <a:lnTo>
                  <a:pt x="2596551" y="726159"/>
                </a:lnTo>
                <a:lnTo>
                  <a:pt x="2553065" y="726159"/>
                </a:lnTo>
                <a:lnTo>
                  <a:pt x="2565607" y="715977"/>
                </a:lnTo>
                <a:cubicBezTo>
                  <a:pt x="2581209" y="707055"/>
                  <a:pt x="2600222" y="700961"/>
                  <a:pt x="2625475" y="700961"/>
                </a:cubicBezTo>
                <a:close/>
                <a:moveTo>
                  <a:pt x="2250202" y="700961"/>
                </a:moveTo>
                <a:lnTo>
                  <a:pt x="2259500" y="701241"/>
                </a:lnTo>
                <a:cubicBezTo>
                  <a:pt x="2282023" y="702621"/>
                  <a:pt x="2299253" y="708998"/>
                  <a:pt x="2313646" y="717683"/>
                </a:cubicBezTo>
                <a:lnTo>
                  <a:pt x="2324038" y="726159"/>
                </a:lnTo>
                <a:lnTo>
                  <a:pt x="2283222" y="726159"/>
                </a:lnTo>
                <a:lnTo>
                  <a:pt x="2265570" y="719843"/>
                </a:lnTo>
                <a:lnTo>
                  <a:pt x="2250202" y="718951"/>
                </a:lnTo>
                <a:lnTo>
                  <a:pt x="2235078" y="719843"/>
                </a:lnTo>
                <a:lnTo>
                  <a:pt x="2217729" y="726159"/>
                </a:lnTo>
                <a:lnTo>
                  <a:pt x="2177228" y="726159"/>
                </a:lnTo>
                <a:lnTo>
                  <a:pt x="2187448" y="717683"/>
                </a:lnTo>
                <a:cubicBezTo>
                  <a:pt x="2201685" y="708998"/>
                  <a:pt x="2218765" y="702621"/>
                  <a:pt x="2241019" y="701241"/>
                </a:cubicBezTo>
                <a:close/>
                <a:moveTo>
                  <a:pt x="1875171" y="700961"/>
                </a:moveTo>
                <a:lnTo>
                  <a:pt x="1884453" y="701241"/>
                </a:lnTo>
                <a:cubicBezTo>
                  <a:pt x="1906948" y="702621"/>
                  <a:pt x="1924158" y="708998"/>
                  <a:pt x="1938533" y="717683"/>
                </a:cubicBezTo>
                <a:lnTo>
                  <a:pt x="1948909" y="726159"/>
                </a:lnTo>
                <a:lnTo>
                  <a:pt x="1908141" y="726159"/>
                </a:lnTo>
                <a:lnTo>
                  <a:pt x="1890508" y="719843"/>
                </a:lnTo>
                <a:lnTo>
                  <a:pt x="1875171" y="718951"/>
                </a:lnTo>
                <a:lnTo>
                  <a:pt x="1860044" y="719843"/>
                </a:lnTo>
                <a:lnTo>
                  <a:pt x="1842694" y="726159"/>
                </a:lnTo>
                <a:lnTo>
                  <a:pt x="1802196" y="726159"/>
                </a:lnTo>
                <a:lnTo>
                  <a:pt x="1812417" y="717683"/>
                </a:lnTo>
                <a:cubicBezTo>
                  <a:pt x="1826653" y="708998"/>
                  <a:pt x="1843731" y="702621"/>
                  <a:pt x="1865985" y="701241"/>
                </a:cubicBezTo>
                <a:close/>
                <a:moveTo>
                  <a:pt x="1499902" y="700961"/>
                </a:moveTo>
                <a:lnTo>
                  <a:pt x="1509200" y="701241"/>
                </a:lnTo>
                <a:cubicBezTo>
                  <a:pt x="1531720" y="702621"/>
                  <a:pt x="1548950" y="708998"/>
                  <a:pt x="1563342" y="717683"/>
                </a:cubicBezTo>
                <a:lnTo>
                  <a:pt x="1573730" y="726159"/>
                </a:lnTo>
                <a:lnTo>
                  <a:pt x="1532910" y="726159"/>
                </a:lnTo>
                <a:lnTo>
                  <a:pt x="1515254" y="719843"/>
                </a:lnTo>
                <a:lnTo>
                  <a:pt x="1499902" y="718951"/>
                </a:lnTo>
                <a:lnTo>
                  <a:pt x="1484938" y="719843"/>
                </a:lnTo>
                <a:lnTo>
                  <a:pt x="1467596" y="726159"/>
                </a:lnTo>
                <a:lnTo>
                  <a:pt x="1426919" y="726159"/>
                </a:lnTo>
                <a:lnTo>
                  <a:pt x="1437141" y="717683"/>
                </a:lnTo>
                <a:cubicBezTo>
                  <a:pt x="1451380" y="708998"/>
                  <a:pt x="1468461" y="702621"/>
                  <a:pt x="1490715" y="701241"/>
                </a:cubicBezTo>
                <a:close/>
                <a:moveTo>
                  <a:pt x="1124860" y="700961"/>
                </a:moveTo>
                <a:lnTo>
                  <a:pt x="1134151" y="701241"/>
                </a:lnTo>
                <a:cubicBezTo>
                  <a:pt x="1156644" y="702621"/>
                  <a:pt x="1173851" y="708998"/>
                  <a:pt x="1188224" y="717683"/>
                </a:cubicBezTo>
                <a:lnTo>
                  <a:pt x="1198601" y="726159"/>
                </a:lnTo>
                <a:lnTo>
                  <a:pt x="1157834" y="726159"/>
                </a:lnTo>
                <a:lnTo>
                  <a:pt x="1140203" y="719843"/>
                </a:lnTo>
                <a:lnTo>
                  <a:pt x="1124860" y="718951"/>
                </a:lnTo>
                <a:lnTo>
                  <a:pt x="1109907" y="719843"/>
                </a:lnTo>
                <a:lnTo>
                  <a:pt x="1092564" y="726159"/>
                </a:lnTo>
                <a:lnTo>
                  <a:pt x="1051886" y="726159"/>
                </a:lnTo>
                <a:lnTo>
                  <a:pt x="1062108" y="717683"/>
                </a:lnTo>
                <a:cubicBezTo>
                  <a:pt x="1076348" y="708998"/>
                  <a:pt x="1093430" y="702621"/>
                  <a:pt x="1115684" y="701241"/>
                </a:cubicBezTo>
                <a:close/>
                <a:moveTo>
                  <a:pt x="749586" y="700961"/>
                </a:moveTo>
                <a:lnTo>
                  <a:pt x="758889" y="701241"/>
                </a:lnTo>
                <a:cubicBezTo>
                  <a:pt x="781444" y="702621"/>
                  <a:pt x="798809" y="708998"/>
                  <a:pt x="813261" y="717683"/>
                </a:cubicBezTo>
                <a:lnTo>
                  <a:pt x="823588" y="726159"/>
                </a:lnTo>
                <a:lnTo>
                  <a:pt x="782605" y="726159"/>
                </a:lnTo>
                <a:lnTo>
                  <a:pt x="764952" y="719843"/>
                </a:lnTo>
                <a:lnTo>
                  <a:pt x="749586" y="718951"/>
                </a:lnTo>
                <a:lnTo>
                  <a:pt x="734638" y="719843"/>
                </a:lnTo>
                <a:lnTo>
                  <a:pt x="717295" y="726159"/>
                </a:lnTo>
                <a:lnTo>
                  <a:pt x="676758" y="726159"/>
                </a:lnTo>
                <a:lnTo>
                  <a:pt x="687036" y="717683"/>
                </a:lnTo>
                <a:cubicBezTo>
                  <a:pt x="701350" y="708998"/>
                  <a:pt x="718456" y="702621"/>
                  <a:pt x="740506" y="701241"/>
                </a:cubicBezTo>
                <a:close/>
                <a:moveTo>
                  <a:pt x="375034" y="700961"/>
                </a:moveTo>
                <a:cubicBezTo>
                  <a:pt x="400301" y="700961"/>
                  <a:pt x="419469" y="707055"/>
                  <a:pt x="435225" y="715977"/>
                </a:cubicBezTo>
                <a:lnTo>
                  <a:pt x="447866" y="726159"/>
                </a:lnTo>
                <a:lnTo>
                  <a:pt x="404140" y="726159"/>
                </a:lnTo>
                <a:lnTo>
                  <a:pt x="375034" y="718951"/>
                </a:lnTo>
                <a:lnTo>
                  <a:pt x="345944" y="726159"/>
                </a:lnTo>
                <a:lnTo>
                  <a:pt x="302389" y="726159"/>
                </a:lnTo>
                <a:lnTo>
                  <a:pt x="315092" y="715977"/>
                </a:lnTo>
                <a:cubicBezTo>
                  <a:pt x="330767" y="707055"/>
                  <a:pt x="349780" y="700961"/>
                  <a:pt x="375034" y="700961"/>
                </a:cubicBezTo>
                <a:close/>
                <a:moveTo>
                  <a:pt x="0" y="700961"/>
                </a:moveTo>
                <a:cubicBezTo>
                  <a:pt x="25254" y="700961"/>
                  <a:pt x="44413" y="707055"/>
                  <a:pt x="60160" y="715977"/>
                </a:cubicBezTo>
                <a:lnTo>
                  <a:pt x="72795" y="726159"/>
                </a:lnTo>
                <a:lnTo>
                  <a:pt x="29091" y="726159"/>
                </a:lnTo>
                <a:lnTo>
                  <a:pt x="0" y="718951"/>
                </a:lnTo>
                <a:close/>
                <a:moveTo>
                  <a:pt x="0" y="600343"/>
                </a:moveTo>
                <a:cubicBezTo>
                  <a:pt x="50509" y="600343"/>
                  <a:pt x="76634" y="624716"/>
                  <a:pt x="99855" y="647348"/>
                </a:cubicBezTo>
                <a:cubicBezTo>
                  <a:pt x="123077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3" y="626131"/>
                  <a:pt x="696405" y="603383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803998" y="603383"/>
                  <a:pt x="828351" y="626131"/>
                  <a:pt x="850154" y="647348"/>
                </a:cubicBezTo>
                <a:cubicBezTo>
                  <a:pt x="873408" y="669981"/>
                  <a:pt x="894909" y="689712"/>
                  <a:pt x="937343" y="689712"/>
                </a:cubicBezTo>
                <a:cubicBezTo>
                  <a:pt x="980892" y="689712"/>
                  <a:pt x="1002368" y="669400"/>
                  <a:pt x="1025586" y="647348"/>
                </a:cubicBezTo>
                <a:cubicBezTo>
                  <a:pt x="1047357" y="626131"/>
                  <a:pt x="1071175" y="603383"/>
                  <a:pt x="1115684" y="600622"/>
                </a:cubicBezTo>
                <a:lnTo>
                  <a:pt x="1124860" y="600343"/>
                </a:lnTo>
                <a:lnTo>
                  <a:pt x="1134151" y="600622"/>
                </a:lnTo>
                <a:cubicBezTo>
                  <a:pt x="1179136" y="603383"/>
                  <a:pt x="1202980" y="626131"/>
                  <a:pt x="1225295" y="647348"/>
                </a:cubicBezTo>
                <a:cubicBezTo>
                  <a:pt x="1248517" y="669981"/>
                  <a:pt x="1270006" y="689712"/>
                  <a:pt x="1312377" y="689712"/>
                </a:cubicBezTo>
                <a:cubicBezTo>
                  <a:pt x="1355923" y="689712"/>
                  <a:pt x="1377398" y="669400"/>
                  <a:pt x="1400620" y="647348"/>
                </a:cubicBezTo>
                <a:cubicBezTo>
                  <a:pt x="1422391" y="626131"/>
                  <a:pt x="1446206" y="603383"/>
                  <a:pt x="1490715" y="600622"/>
                </a:cubicBezTo>
                <a:lnTo>
                  <a:pt x="1499902" y="600343"/>
                </a:lnTo>
                <a:lnTo>
                  <a:pt x="1509200" y="600622"/>
                </a:lnTo>
                <a:cubicBezTo>
                  <a:pt x="1554240" y="603383"/>
                  <a:pt x="1578118" y="626131"/>
                  <a:pt x="1600457" y="647348"/>
                </a:cubicBezTo>
                <a:cubicBezTo>
                  <a:pt x="1620811" y="667152"/>
                  <a:pt x="1639813" y="684734"/>
                  <a:pt x="1672675" y="688820"/>
                </a:cubicBezTo>
                <a:lnTo>
                  <a:pt x="1687656" y="689712"/>
                </a:lnTo>
                <a:lnTo>
                  <a:pt x="1702991" y="688796"/>
                </a:lnTo>
                <a:cubicBezTo>
                  <a:pt x="1736589" y="684607"/>
                  <a:pt x="1755583" y="666644"/>
                  <a:pt x="1775902" y="647348"/>
                </a:cubicBezTo>
                <a:cubicBezTo>
                  <a:pt x="1797671" y="626131"/>
                  <a:pt x="1821477" y="603383"/>
                  <a:pt x="1865985" y="600622"/>
                </a:cubicBezTo>
                <a:lnTo>
                  <a:pt x="1875171" y="600343"/>
                </a:lnTo>
                <a:lnTo>
                  <a:pt x="1884453" y="600622"/>
                </a:lnTo>
                <a:cubicBezTo>
                  <a:pt x="1929442" y="603383"/>
                  <a:pt x="1953295" y="626131"/>
                  <a:pt x="1975602" y="647348"/>
                </a:cubicBezTo>
                <a:cubicBezTo>
                  <a:pt x="1995922" y="667152"/>
                  <a:pt x="2014463" y="684734"/>
                  <a:pt x="2047561" y="688820"/>
                </a:cubicBezTo>
                <a:lnTo>
                  <a:pt x="2062687" y="689712"/>
                </a:lnTo>
                <a:lnTo>
                  <a:pt x="2078025" y="688796"/>
                </a:lnTo>
                <a:cubicBezTo>
                  <a:pt x="2111623" y="684607"/>
                  <a:pt x="2130614" y="666644"/>
                  <a:pt x="2150933" y="647348"/>
                </a:cubicBezTo>
                <a:cubicBezTo>
                  <a:pt x="2172701" y="626131"/>
                  <a:pt x="2196510" y="603383"/>
                  <a:pt x="2241019" y="600622"/>
                </a:cubicBezTo>
                <a:lnTo>
                  <a:pt x="2250202" y="600343"/>
                </a:lnTo>
                <a:lnTo>
                  <a:pt x="2259500" y="600622"/>
                </a:lnTo>
                <a:cubicBezTo>
                  <a:pt x="2304545" y="603383"/>
                  <a:pt x="2328421" y="626131"/>
                  <a:pt x="2350772" y="647348"/>
                </a:cubicBezTo>
                <a:cubicBezTo>
                  <a:pt x="2371110" y="667152"/>
                  <a:pt x="2389675" y="684734"/>
                  <a:pt x="2422815" y="688820"/>
                </a:cubicBezTo>
                <a:lnTo>
                  <a:pt x="2437959" y="689712"/>
                </a:lnTo>
                <a:lnTo>
                  <a:pt x="2453275" y="688796"/>
                </a:lnTo>
                <a:cubicBezTo>
                  <a:pt x="2486774" y="684607"/>
                  <a:pt x="2505375" y="666644"/>
                  <a:pt x="2526203" y="647348"/>
                </a:cubicBezTo>
                <a:cubicBezTo>
                  <a:pt x="2549424" y="624716"/>
                  <a:pt x="2574968" y="600343"/>
                  <a:pt x="2625475" y="600343"/>
                </a:cubicBezTo>
                <a:cubicBezTo>
                  <a:pt x="2676563" y="600343"/>
                  <a:pt x="2702109" y="624716"/>
                  <a:pt x="2725913" y="647348"/>
                </a:cubicBezTo>
                <a:cubicBezTo>
                  <a:pt x="2746233" y="667152"/>
                  <a:pt x="2764773" y="684734"/>
                  <a:pt x="2797875" y="688820"/>
                </a:cubicBezTo>
                <a:lnTo>
                  <a:pt x="2812992" y="689712"/>
                </a:lnTo>
                <a:lnTo>
                  <a:pt x="2828318" y="688796"/>
                </a:lnTo>
                <a:cubicBezTo>
                  <a:pt x="2861804" y="684607"/>
                  <a:pt x="2880408" y="666644"/>
                  <a:pt x="2901235" y="647348"/>
                </a:cubicBezTo>
                <a:cubicBezTo>
                  <a:pt x="2923147" y="626131"/>
                  <a:pt x="2946958" y="603383"/>
                  <a:pt x="2991467" y="600622"/>
                </a:cubicBezTo>
                <a:lnTo>
                  <a:pt x="3000649" y="600343"/>
                </a:lnTo>
                <a:lnTo>
                  <a:pt x="3009947" y="600622"/>
                </a:lnTo>
                <a:cubicBezTo>
                  <a:pt x="3054993" y="603383"/>
                  <a:pt x="3078870" y="626131"/>
                  <a:pt x="3101213" y="647348"/>
                </a:cubicBezTo>
                <a:cubicBezTo>
                  <a:pt x="3121559" y="667152"/>
                  <a:pt x="3140123" y="684734"/>
                  <a:pt x="3173264" y="688820"/>
                </a:cubicBezTo>
                <a:lnTo>
                  <a:pt x="3188407" y="689712"/>
                </a:lnTo>
                <a:lnTo>
                  <a:pt x="3203722" y="688796"/>
                </a:lnTo>
                <a:cubicBezTo>
                  <a:pt x="3237209" y="684607"/>
                  <a:pt x="3255750" y="666644"/>
                  <a:pt x="3276069" y="647348"/>
                </a:cubicBezTo>
                <a:cubicBezTo>
                  <a:pt x="3298384" y="626131"/>
                  <a:pt x="3322230" y="603383"/>
                  <a:pt x="3366740" y="600622"/>
                </a:cubicBezTo>
                <a:lnTo>
                  <a:pt x="3375923" y="600343"/>
                </a:lnTo>
                <a:lnTo>
                  <a:pt x="3385209" y="600622"/>
                </a:lnTo>
                <a:cubicBezTo>
                  <a:pt x="3430198" y="603383"/>
                  <a:pt x="3454043" y="626131"/>
                  <a:pt x="3476358" y="647348"/>
                </a:cubicBezTo>
                <a:cubicBezTo>
                  <a:pt x="3496677" y="667152"/>
                  <a:pt x="3515218" y="684734"/>
                  <a:pt x="3548317" y="688820"/>
                </a:cubicBezTo>
                <a:lnTo>
                  <a:pt x="3563440" y="689712"/>
                </a:lnTo>
                <a:lnTo>
                  <a:pt x="3578775" y="688796"/>
                </a:lnTo>
                <a:cubicBezTo>
                  <a:pt x="3612305" y="684607"/>
                  <a:pt x="3630870" y="666644"/>
                  <a:pt x="3651215" y="647348"/>
                </a:cubicBezTo>
                <a:cubicBezTo>
                  <a:pt x="3673559" y="626131"/>
                  <a:pt x="3697435" y="603383"/>
                  <a:pt x="3742002" y="600622"/>
                </a:cubicBezTo>
                <a:lnTo>
                  <a:pt x="3751197" y="600343"/>
                </a:lnTo>
                <a:lnTo>
                  <a:pt x="3760483" y="600622"/>
                </a:lnTo>
                <a:cubicBezTo>
                  <a:pt x="3805471" y="603383"/>
                  <a:pt x="3829317" y="626131"/>
                  <a:pt x="3851632" y="647348"/>
                </a:cubicBezTo>
                <a:cubicBezTo>
                  <a:pt x="3871951" y="667152"/>
                  <a:pt x="3890492" y="684734"/>
                  <a:pt x="3923590" y="688820"/>
                </a:cubicBezTo>
                <a:lnTo>
                  <a:pt x="3938713" y="689712"/>
                </a:lnTo>
                <a:lnTo>
                  <a:pt x="3944937" y="689339"/>
                </a:lnTo>
                <a:lnTo>
                  <a:pt x="3944937" y="707510"/>
                </a:lnTo>
                <a:lnTo>
                  <a:pt x="3938714" y="707701"/>
                </a:lnTo>
                <a:lnTo>
                  <a:pt x="3938713" y="707701"/>
                </a:lnTo>
                <a:lnTo>
                  <a:pt x="3929531" y="707416"/>
                </a:lnTo>
                <a:cubicBezTo>
                  <a:pt x="3885020" y="704591"/>
                  <a:pt x="3861174" y="681333"/>
                  <a:pt x="3838860" y="660115"/>
                </a:cubicBezTo>
                <a:cubicBezTo>
                  <a:pt x="3818541" y="640820"/>
                  <a:pt x="3799999" y="622857"/>
                  <a:pt x="3766512" y="618668"/>
                </a:cubicBezTo>
                <a:lnTo>
                  <a:pt x="3751197" y="617752"/>
                </a:lnTo>
                <a:lnTo>
                  <a:pt x="3736054" y="618668"/>
                </a:lnTo>
                <a:cubicBezTo>
                  <a:pt x="3702914" y="622857"/>
                  <a:pt x="3684349" y="640820"/>
                  <a:pt x="3664003" y="660115"/>
                </a:cubicBezTo>
                <a:cubicBezTo>
                  <a:pt x="3641660" y="681333"/>
                  <a:pt x="3617784" y="704591"/>
                  <a:pt x="3572737" y="707416"/>
                </a:cubicBezTo>
                <a:lnTo>
                  <a:pt x="3563440" y="707701"/>
                </a:lnTo>
                <a:lnTo>
                  <a:pt x="3554257" y="707416"/>
                </a:lnTo>
                <a:cubicBezTo>
                  <a:pt x="3509746" y="704591"/>
                  <a:pt x="3485901" y="681333"/>
                  <a:pt x="3463586" y="660115"/>
                </a:cubicBezTo>
                <a:cubicBezTo>
                  <a:pt x="3443267" y="640820"/>
                  <a:pt x="3424726" y="622857"/>
                  <a:pt x="3391239" y="618668"/>
                </a:cubicBezTo>
                <a:lnTo>
                  <a:pt x="3375923" y="617752"/>
                </a:lnTo>
                <a:lnTo>
                  <a:pt x="3360800" y="618668"/>
                </a:lnTo>
                <a:cubicBezTo>
                  <a:pt x="3327702" y="622857"/>
                  <a:pt x="3309161" y="640820"/>
                  <a:pt x="3288841" y="660115"/>
                </a:cubicBezTo>
                <a:cubicBezTo>
                  <a:pt x="3266527" y="681333"/>
                  <a:pt x="3242681" y="704591"/>
                  <a:pt x="3197692" y="707416"/>
                </a:cubicBezTo>
                <a:lnTo>
                  <a:pt x="3188407" y="707701"/>
                </a:lnTo>
                <a:lnTo>
                  <a:pt x="3179212" y="707416"/>
                </a:lnTo>
                <a:cubicBezTo>
                  <a:pt x="3134644" y="704591"/>
                  <a:pt x="3110768" y="681333"/>
                  <a:pt x="3088425" y="660115"/>
                </a:cubicBezTo>
                <a:cubicBezTo>
                  <a:pt x="3068079" y="640820"/>
                  <a:pt x="3049515" y="622857"/>
                  <a:pt x="3015985" y="618668"/>
                </a:cubicBezTo>
                <a:lnTo>
                  <a:pt x="3000649" y="617752"/>
                </a:lnTo>
                <a:lnTo>
                  <a:pt x="2985526" y="618668"/>
                </a:lnTo>
                <a:cubicBezTo>
                  <a:pt x="2952428" y="622857"/>
                  <a:pt x="2933887" y="640820"/>
                  <a:pt x="2913429" y="660115"/>
                </a:cubicBezTo>
                <a:cubicBezTo>
                  <a:pt x="2891112" y="681333"/>
                  <a:pt x="2867269" y="704591"/>
                  <a:pt x="2822285" y="707416"/>
                </a:cubicBezTo>
                <a:lnTo>
                  <a:pt x="2812992" y="707701"/>
                </a:lnTo>
                <a:lnTo>
                  <a:pt x="2803817" y="707416"/>
                </a:lnTo>
                <a:cubicBezTo>
                  <a:pt x="2759309" y="704591"/>
                  <a:pt x="2735489" y="681333"/>
                  <a:pt x="2713719" y="660115"/>
                </a:cubicBezTo>
                <a:cubicBezTo>
                  <a:pt x="2689916" y="638063"/>
                  <a:pt x="2669016" y="617752"/>
                  <a:pt x="2625475" y="617752"/>
                </a:cubicBezTo>
                <a:cubicBezTo>
                  <a:pt x="2582521" y="617752"/>
                  <a:pt x="2561615" y="638063"/>
                  <a:pt x="2538398" y="660115"/>
                </a:cubicBezTo>
                <a:cubicBezTo>
                  <a:pt x="2516079" y="681333"/>
                  <a:pt x="2492239" y="704591"/>
                  <a:pt x="2447253" y="707416"/>
                </a:cubicBezTo>
                <a:lnTo>
                  <a:pt x="2437959" y="707701"/>
                </a:lnTo>
                <a:lnTo>
                  <a:pt x="2428768" y="707416"/>
                </a:lnTo>
                <a:cubicBezTo>
                  <a:pt x="2384205" y="704591"/>
                  <a:pt x="2360364" y="681333"/>
                  <a:pt x="2338559" y="660115"/>
                </a:cubicBezTo>
                <a:cubicBezTo>
                  <a:pt x="2318221" y="640820"/>
                  <a:pt x="2299203" y="622857"/>
                  <a:pt x="2265570" y="618668"/>
                </a:cubicBezTo>
                <a:lnTo>
                  <a:pt x="2250202" y="617752"/>
                </a:lnTo>
                <a:lnTo>
                  <a:pt x="2235078" y="618668"/>
                </a:lnTo>
                <a:cubicBezTo>
                  <a:pt x="2201989" y="622857"/>
                  <a:pt x="2183438" y="640820"/>
                  <a:pt x="2163119" y="660115"/>
                </a:cubicBezTo>
                <a:cubicBezTo>
                  <a:pt x="2140811" y="681333"/>
                  <a:pt x="2116959" y="704591"/>
                  <a:pt x="2071970" y="707416"/>
                </a:cubicBezTo>
                <a:lnTo>
                  <a:pt x="2062687" y="707701"/>
                </a:lnTo>
                <a:lnTo>
                  <a:pt x="2053502" y="707416"/>
                </a:lnTo>
                <a:cubicBezTo>
                  <a:pt x="2008993" y="704591"/>
                  <a:pt x="1985187" y="681333"/>
                  <a:pt x="1963418" y="660115"/>
                </a:cubicBezTo>
                <a:cubicBezTo>
                  <a:pt x="1943099" y="640820"/>
                  <a:pt x="1924106" y="622857"/>
                  <a:pt x="1890508" y="618668"/>
                </a:cubicBezTo>
                <a:lnTo>
                  <a:pt x="1875171" y="617752"/>
                </a:lnTo>
                <a:lnTo>
                  <a:pt x="1860044" y="618668"/>
                </a:lnTo>
                <a:cubicBezTo>
                  <a:pt x="1826946" y="622857"/>
                  <a:pt x="1808405" y="640820"/>
                  <a:pt x="1788085" y="660115"/>
                </a:cubicBezTo>
                <a:cubicBezTo>
                  <a:pt x="1765780" y="681333"/>
                  <a:pt x="1741925" y="704591"/>
                  <a:pt x="1696936" y="707416"/>
                </a:cubicBezTo>
                <a:lnTo>
                  <a:pt x="1687656" y="707701"/>
                </a:lnTo>
                <a:lnTo>
                  <a:pt x="1678456" y="707416"/>
                </a:lnTo>
                <a:cubicBezTo>
                  <a:pt x="1633891" y="704591"/>
                  <a:pt x="1610048" y="681333"/>
                  <a:pt x="1588259" y="660115"/>
                </a:cubicBezTo>
                <a:cubicBezTo>
                  <a:pt x="1567905" y="640820"/>
                  <a:pt x="1548904" y="622857"/>
                  <a:pt x="1515254" y="618668"/>
                </a:cubicBezTo>
                <a:lnTo>
                  <a:pt x="1499902" y="617752"/>
                </a:lnTo>
                <a:lnTo>
                  <a:pt x="1484938" y="618668"/>
                </a:lnTo>
                <a:cubicBezTo>
                  <a:pt x="1452117" y="622857"/>
                  <a:pt x="1433131" y="640820"/>
                  <a:pt x="1412811" y="660115"/>
                </a:cubicBezTo>
                <a:cubicBezTo>
                  <a:pt x="1389009" y="682748"/>
                  <a:pt x="1363465" y="707701"/>
                  <a:pt x="1312377" y="707701"/>
                </a:cubicBezTo>
                <a:cubicBezTo>
                  <a:pt x="1261869" y="707701"/>
                  <a:pt x="1236325" y="682748"/>
                  <a:pt x="1213103" y="660115"/>
                </a:cubicBezTo>
                <a:cubicBezTo>
                  <a:pt x="1192784" y="640820"/>
                  <a:pt x="1173800" y="622857"/>
                  <a:pt x="1140203" y="618668"/>
                </a:cubicBezTo>
                <a:lnTo>
                  <a:pt x="1124860" y="617752"/>
                </a:lnTo>
                <a:lnTo>
                  <a:pt x="1109907" y="618668"/>
                </a:lnTo>
                <a:cubicBezTo>
                  <a:pt x="1077083" y="622857"/>
                  <a:pt x="1058099" y="640820"/>
                  <a:pt x="1037780" y="660115"/>
                </a:cubicBezTo>
                <a:cubicBezTo>
                  <a:pt x="1014563" y="682748"/>
                  <a:pt x="988431" y="707701"/>
                  <a:pt x="937343" y="707701"/>
                </a:cubicBezTo>
                <a:cubicBezTo>
                  <a:pt x="887352" y="707701"/>
                  <a:pt x="861195" y="682748"/>
                  <a:pt x="837942" y="660115"/>
                </a:cubicBezTo>
                <a:cubicBezTo>
                  <a:pt x="817603" y="640820"/>
                  <a:pt x="798587" y="622857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10" y="707701"/>
                  <a:pt x="111466" y="682748"/>
                  <a:pt x="87664" y="660115"/>
                </a:cubicBezTo>
                <a:cubicBezTo>
                  <a:pt x="64441" y="638063"/>
                  <a:pt x="42962" y="617752"/>
                  <a:pt x="0" y="617752"/>
                </a:cubicBezTo>
                <a:close/>
                <a:moveTo>
                  <a:pt x="0" y="500446"/>
                </a:moveTo>
                <a:cubicBezTo>
                  <a:pt x="50509" y="500446"/>
                  <a:pt x="76634" y="525400"/>
                  <a:pt x="99855" y="548032"/>
                </a:cubicBezTo>
                <a:cubicBezTo>
                  <a:pt x="123077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803998" y="503556"/>
                  <a:pt x="828351" y="526814"/>
                  <a:pt x="850154" y="548032"/>
                </a:cubicBezTo>
                <a:cubicBezTo>
                  <a:pt x="873408" y="570084"/>
                  <a:pt x="894909" y="590395"/>
                  <a:pt x="937343" y="590395"/>
                </a:cubicBezTo>
                <a:cubicBezTo>
                  <a:pt x="980892" y="590395"/>
                  <a:pt x="1002368" y="570084"/>
                  <a:pt x="1025586" y="548032"/>
                </a:cubicBezTo>
                <a:cubicBezTo>
                  <a:pt x="1047357" y="526814"/>
                  <a:pt x="1071175" y="503556"/>
                  <a:pt x="1115684" y="500732"/>
                </a:cubicBezTo>
                <a:lnTo>
                  <a:pt x="1124860" y="500446"/>
                </a:lnTo>
                <a:lnTo>
                  <a:pt x="1134151" y="500732"/>
                </a:lnTo>
                <a:cubicBezTo>
                  <a:pt x="1179136" y="503556"/>
                  <a:pt x="1202980" y="526814"/>
                  <a:pt x="1225295" y="548032"/>
                </a:cubicBezTo>
                <a:cubicBezTo>
                  <a:pt x="1248517" y="570084"/>
                  <a:pt x="1270006" y="590395"/>
                  <a:pt x="1312377" y="590395"/>
                </a:cubicBezTo>
                <a:cubicBezTo>
                  <a:pt x="1355923" y="590395"/>
                  <a:pt x="1377398" y="570084"/>
                  <a:pt x="1400620" y="548032"/>
                </a:cubicBezTo>
                <a:cubicBezTo>
                  <a:pt x="1422391" y="526814"/>
                  <a:pt x="1446206" y="503556"/>
                  <a:pt x="1490715" y="500732"/>
                </a:cubicBezTo>
                <a:lnTo>
                  <a:pt x="1499902" y="500446"/>
                </a:lnTo>
                <a:lnTo>
                  <a:pt x="1509200" y="500732"/>
                </a:lnTo>
                <a:cubicBezTo>
                  <a:pt x="1554240" y="503556"/>
                  <a:pt x="1578118" y="526814"/>
                  <a:pt x="1600457" y="548032"/>
                </a:cubicBezTo>
                <a:cubicBezTo>
                  <a:pt x="1620811" y="567328"/>
                  <a:pt x="1639813" y="585290"/>
                  <a:pt x="1672675" y="589480"/>
                </a:cubicBezTo>
                <a:lnTo>
                  <a:pt x="1687656" y="590395"/>
                </a:lnTo>
                <a:lnTo>
                  <a:pt x="1702991" y="589480"/>
                </a:lnTo>
                <a:cubicBezTo>
                  <a:pt x="1736589" y="585290"/>
                  <a:pt x="1755583" y="567328"/>
                  <a:pt x="1775902" y="548032"/>
                </a:cubicBezTo>
                <a:cubicBezTo>
                  <a:pt x="1797671" y="526814"/>
                  <a:pt x="1821477" y="503556"/>
                  <a:pt x="1865985" y="500732"/>
                </a:cubicBezTo>
                <a:lnTo>
                  <a:pt x="1875171" y="500446"/>
                </a:lnTo>
                <a:lnTo>
                  <a:pt x="1884453" y="500732"/>
                </a:lnTo>
                <a:cubicBezTo>
                  <a:pt x="1929442" y="503556"/>
                  <a:pt x="1953295" y="526814"/>
                  <a:pt x="1975602" y="548032"/>
                </a:cubicBezTo>
                <a:cubicBezTo>
                  <a:pt x="1995922" y="567328"/>
                  <a:pt x="2014463" y="585290"/>
                  <a:pt x="2047561" y="589480"/>
                </a:cubicBezTo>
                <a:lnTo>
                  <a:pt x="2062687" y="590395"/>
                </a:lnTo>
                <a:lnTo>
                  <a:pt x="2078025" y="589480"/>
                </a:lnTo>
                <a:cubicBezTo>
                  <a:pt x="2111623" y="585290"/>
                  <a:pt x="2130614" y="567328"/>
                  <a:pt x="2150933" y="548032"/>
                </a:cubicBezTo>
                <a:cubicBezTo>
                  <a:pt x="2172701" y="526814"/>
                  <a:pt x="2196510" y="503556"/>
                  <a:pt x="2241019" y="500732"/>
                </a:cubicBezTo>
                <a:lnTo>
                  <a:pt x="2250202" y="500446"/>
                </a:lnTo>
                <a:lnTo>
                  <a:pt x="2259500" y="500732"/>
                </a:lnTo>
                <a:cubicBezTo>
                  <a:pt x="2304545" y="503556"/>
                  <a:pt x="2328421" y="526814"/>
                  <a:pt x="2350772" y="548032"/>
                </a:cubicBezTo>
                <a:cubicBezTo>
                  <a:pt x="2371110" y="567328"/>
                  <a:pt x="2389675" y="585290"/>
                  <a:pt x="2422815" y="589480"/>
                </a:cubicBezTo>
                <a:lnTo>
                  <a:pt x="2437959" y="590395"/>
                </a:lnTo>
                <a:lnTo>
                  <a:pt x="2453275" y="589480"/>
                </a:lnTo>
                <a:cubicBezTo>
                  <a:pt x="2486774" y="585290"/>
                  <a:pt x="2505375" y="567328"/>
                  <a:pt x="2526203" y="548032"/>
                </a:cubicBezTo>
                <a:cubicBezTo>
                  <a:pt x="2549424" y="525400"/>
                  <a:pt x="2574968" y="500446"/>
                  <a:pt x="2625475" y="500446"/>
                </a:cubicBezTo>
                <a:cubicBezTo>
                  <a:pt x="2676563" y="500446"/>
                  <a:pt x="2702109" y="525400"/>
                  <a:pt x="2725913" y="548032"/>
                </a:cubicBezTo>
                <a:cubicBezTo>
                  <a:pt x="2746233" y="567328"/>
                  <a:pt x="2764773" y="585290"/>
                  <a:pt x="2797875" y="589480"/>
                </a:cubicBezTo>
                <a:lnTo>
                  <a:pt x="2812992" y="590395"/>
                </a:lnTo>
                <a:lnTo>
                  <a:pt x="2828318" y="589480"/>
                </a:lnTo>
                <a:cubicBezTo>
                  <a:pt x="2861804" y="585290"/>
                  <a:pt x="2880408" y="567328"/>
                  <a:pt x="2901235" y="548032"/>
                </a:cubicBezTo>
                <a:cubicBezTo>
                  <a:pt x="2923141" y="526814"/>
                  <a:pt x="2946952" y="503556"/>
                  <a:pt x="2991461" y="500732"/>
                </a:cubicBezTo>
                <a:lnTo>
                  <a:pt x="3000643" y="500446"/>
                </a:lnTo>
                <a:lnTo>
                  <a:pt x="3009941" y="500732"/>
                </a:lnTo>
                <a:cubicBezTo>
                  <a:pt x="3054987" y="503556"/>
                  <a:pt x="3078864" y="526814"/>
                  <a:pt x="3101207" y="548032"/>
                </a:cubicBezTo>
                <a:cubicBezTo>
                  <a:pt x="3121553" y="567328"/>
                  <a:pt x="3140117" y="585290"/>
                  <a:pt x="3173258" y="589480"/>
                </a:cubicBezTo>
                <a:lnTo>
                  <a:pt x="3188401" y="590395"/>
                </a:lnTo>
                <a:lnTo>
                  <a:pt x="3203716" y="589480"/>
                </a:lnTo>
                <a:cubicBezTo>
                  <a:pt x="3237203" y="585290"/>
                  <a:pt x="3255745" y="567328"/>
                  <a:pt x="3276063" y="548032"/>
                </a:cubicBezTo>
                <a:cubicBezTo>
                  <a:pt x="3298378" y="526814"/>
                  <a:pt x="3322224" y="503556"/>
                  <a:pt x="3366734" y="500732"/>
                </a:cubicBezTo>
                <a:lnTo>
                  <a:pt x="3375917" y="500446"/>
                </a:lnTo>
                <a:lnTo>
                  <a:pt x="3385203" y="500732"/>
                </a:lnTo>
                <a:cubicBezTo>
                  <a:pt x="3430192" y="503556"/>
                  <a:pt x="3454037" y="526814"/>
                  <a:pt x="3476352" y="548032"/>
                </a:cubicBezTo>
                <a:cubicBezTo>
                  <a:pt x="3496671" y="567328"/>
                  <a:pt x="3515212" y="585290"/>
                  <a:pt x="3548311" y="589480"/>
                </a:cubicBezTo>
                <a:lnTo>
                  <a:pt x="3563434" y="590395"/>
                </a:lnTo>
                <a:lnTo>
                  <a:pt x="3578769" y="589480"/>
                </a:lnTo>
                <a:cubicBezTo>
                  <a:pt x="3612299" y="585290"/>
                  <a:pt x="3630864" y="567328"/>
                  <a:pt x="3651209" y="548032"/>
                </a:cubicBezTo>
                <a:cubicBezTo>
                  <a:pt x="3673553" y="526814"/>
                  <a:pt x="3697429" y="503556"/>
                  <a:pt x="3741996" y="500732"/>
                </a:cubicBezTo>
                <a:lnTo>
                  <a:pt x="3751191" y="500446"/>
                </a:lnTo>
                <a:lnTo>
                  <a:pt x="3760477" y="500732"/>
                </a:lnTo>
                <a:cubicBezTo>
                  <a:pt x="3805465" y="503556"/>
                  <a:pt x="3829311" y="526814"/>
                  <a:pt x="3851626" y="548032"/>
                </a:cubicBezTo>
                <a:cubicBezTo>
                  <a:pt x="3871945" y="567328"/>
                  <a:pt x="3890486" y="585290"/>
                  <a:pt x="3923584" y="589480"/>
                </a:cubicBezTo>
                <a:lnTo>
                  <a:pt x="3938707" y="590395"/>
                </a:lnTo>
                <a:lnTo>
                  <a:pt x="3944937" y="590023"/>
                </a:lnTo>
                <a:lnTo>
                  <a:pt x="3944937" y="607618"/>
                </a:lnTo>
                <a:lnTo>
                  <a:pt x="3938708" y="607805"/>
                </a:lnTo>
                <a:lnTo>
                  <a:pt x="3938707" y="607805"/>
                </a:lnTo>
                <a:lnTo>
                  <a:pt x="3929525" y="607526"/>
                </a:lnTo>
                <a:cubicBezTo>
                  <a:pt x="3885014" y="604765"/>
                  <a:pt x="3861168" y="582017"/>
                  <a:pt x="3838854" y="560799"/>
                </a:cubicBezTo>
                <a:cubicBezTo>
                  <a:pt x="3818535" y="541504"/>
                  <a:pt x="3799993" y="523541"/>
                  <a:pt x="3766506" y="519352"/>
                </a:cubicBezTo>
                <a:lnTo>
                  <a:pt x="3751191" y="518436"/>
                </a:lnTo>
                <a:lnTo>
                  <a:pt x="3736048" y="519352"/>
                </a:lnTo>
                <a:cubicBezTo>
                  <a:pt x="3702908" y="523541"/>
                  <a:pt x="3684343" y="541504"/>
                  <a:pt x="3663997" y="560799"/>
                </a:cubicBezTo>
                <a:cubicBezTo>
                  <a:pt x="3641654" y="582017"/>
                  <a:pt x="3617778" y="604765"/>
                  <a:pt x="3572731" y="607526"/>
                </a:cubicBezTo>
                <a:lnTo>
                  <a:pt x="3563434" y="607805"/>
                </a:lnTo>
                <a:lnTo>
                  <a:pt x="3554251" y="607526"/>
                </a:lnTo>
                <a:cubicBezTo>
                  <a:pt x="3509740" y="604765"/>
                  <a:pt x="3485895" y="582017"/>
                  <a:pt x="3463580" y="560799"/>
                </a:cubicBezTo>
                <a:cubicBezTo>
                  <a:pt x="3443261" y="541504"/>
                  <a:pt x="3424720" y="523541"/>
                  <a:pt x="3391233" y="519352"/>
                </a:cubicBezTo>
                <a:lnTo>
                  <a:pt x="3375917" y="518436"/>
                </a:lnTo>
                <a:lnTo>
                  <a:pt x="3360794" y="519352"/>
                </a:lnTo>
                <a:cubicBezTo>
                  <a:pt x="3327696" y="523541"/>
                  <a:pt x="3309155" y="541504"/>
                  <a:pt x="3288835" y="560799"/>
                </a:cubicBezTo>
                <a:cubicBezTo>
                  <a:pt x="3266521" y="582017"/>
                  <a:pt x="3242675" y="604765"/>
                  <a:pt x="3197686" y="607526"/>
                </a:cubicBezTo>
                <a:lnTo>
                  <a:pt x="3188401" y="607805"/>
                </a:lnTo>
                <a:lnTo>
                  <a:pt x="3179206" y="607526"/>
                </a:lnTo>
                <a:cubicBezTo>
                  <a:pt x="3134638" y="604765"/>
                  <a:pt x="3110762" y="582017"/>
                  <a:pt x="3088419" y="560799"/>
                </a:cubicBezTo>
                <a:cubicBezTo>
                  <a:pt x="3068073" y="541504"/>
                  <a:pt x="3049509" y="523541"/>
                  <a:pt x="3015979" y="519352"/>
                </a:cubicBezTo>
                <a:lnTo>
                  <a:pt x="3000643" y="518436"/>
                </a:lnTo>
                <a:lnTo>
                  <a:pt x="2985520" y="519352"/>
                </a:lnTo>
                <a:cubicBezTo>
                  <a:pt x="2952422" y="523541"/>
                  <a:pt x="2933881" y="541504"/>
                  <a:pt x="2913429" y="560799"/>
                </a:cubicBezTo>
                <a:cubicBezTo>
                  <a:pt x="2891112" y="582017"/>
                  <a:pt x="2867269" y="604765"/>
                  <a:pt x="2822285" y="607526"/>
                </a:cubicBezTo>
                <a:lnTo>
                  <a:pt x="2812992" y="607805"/>
                </a:lnTo>
                <a:lnTo>
                  <a:pt x="2803817" y="607526"/>
                </a:lnTo>
                <a:cubicBezTo>
                  <a:pt x="2759309" y="604765"/>
                  <a:pt x="2735489" y="582017"/>
                  <a:pt x="2713719" y="560799"/>
                </a:cubicBezTo>
                <a:cubicBezTo>
                  <a:pt x="2689916" y="538747"/>
                  <a:pt x="2669016" y="518436"/>
                  <a:pt x="2625475" y="518436"/>
                </a:cubicBezTo>
                <a:cubicBezTo>
                  <a:pt x="2582521" y="518436"/>
                  <a:pt x="2561615" y="538747"/>
                  <a:pt x="2538398" y="560799"/>
                </a:cubicBezTo>
                <a:cubicBezTo>
                  <a:pt x="2516079" y="582017"/>
                  <a:pt x="2492239" y="604765"/>
                  <a:pt x="2447253" y="607526"/>
                </a:cubicBezTo>
                <a:lnTo>
                  <a:pt x="2437959" y="607805"/>
                </a:lnTo>
                <a:lnTo>
                  <a:pt x="2428768" y="607526"/>
                </a:lnTo>
                <a:cubicBezTo>
                  <a:pt x="2384205" y="604765"/>
                  <a:pt x="2360364" y="582017"/>
                  <a:pt x="2338559" y="560799"/>
                </a:cubicBezTo>
                <a:cubicBezTo>
                  <a:pt x="2318221" y="541504"/>
                  <a:pt x="2299203" y="523541"/>
                  <a:pt x="2265570" y="519352"/>
                </a:cubicBezTo>
                <a:lnTo>
                  <a:pt x="2250202" y="518436"/>
                </a:lnTo>
                <a:lnTo>
                  <a:pt x="2235078" y="519352"/>
                </a:lnTo>
                <a:cubicBezTo>
                  <a:pt x="2201989" y="523541"/>
                  <a:pt x="2183438" y="541504"/>
                  <a:pt x="2163119" y="560799"/>
                </a:cubicBezTo>
                <a:cubicBezTo>
                  <a:pt x="2140811" y="582017"/>
                  <a:pt x="2116959" y="604765"/>
                  <a:pt x="2071970" y="607526"/>
                </a:cubicBezTo>
                <a:lnTo>
                  <a:pt x="2062687" y="607805"/>
                </a:lnTo>
                <a:lnTo>
                  <a:pt x="2053502" y="607526"/>
                </a:lnTo>
                <a:cubicBezTo>
                  <a:pt x="2008993" y="604765"/>
                  <a:pt x="1985187" y="582017"/>
                  <a:pt x="1963418" y="560799"/>
                </a:cubicBezTo>
                <a:cubicBezTo>
                  <a:pt x="1943099" y="541504"/>
                  <a:pt x="1924106" y="523541"/>
                  <a:pt x="1890508" y="519352"/>
                </a:cubicBezTo>
                <a:lnTo>
                  <a:pt x="1875171" y="518436"/>
                </a:lnTo>
                <a:lnTo>
                  <a:pt x="1860044" y="519352"/>
                </a:lnTo>
                <a:cubicBezTo>
                  <a:pt x="1826946" y="523541"/>
                  <a:pt x="1808405" y="541504"/>
                  <a:pt x="1788085" y="560799"/>
                </a:cubicBezTo>
                <a:cubicBezTo>
                  <a:pt x="1765780" y="582017"/>
                  <a:pt x="1741925" y="604765"/>
                  <a:pt x="1696936" y="607526"/>
                </a:cubicBezTo>
                <a:lnTo>
                  <a:pt x="1687656" y="607805"/>
                </a:lnTo>
                <a:lnTo>
                  <a:pt x="1678456" y="607526"/>
                </a:lnTo>
                <a:cubicBezTo>
                  <a:pt x="1633891" y="604765"/>
                  <a:pt x="1610048" y="582017"/>
                  <a:pt x="1588259" y="560799"/>
                </a:cubicBezTo>
                <a:cubicBezTo>
                  <a:pt x="1567905" y="541504"/>
                  <a:pt x="1548904" y="523541"/>
                  <a:pt x="1515254" y="519352"/>
                </a:cubicBezTo>
                <a:lnTo>
                  <a:pt x="1499902" y="518436"/>
                </a:lnTo>
                <a:lnTo>
                  <a:pt x="1484938" y="519352"/>
                </a:lnTo>
                <a:cubicBezTo>
                  <a:pt x="1452117" y="523541"/>
                  <a:pt x="1433131" y="541504"/>
                  <a:pt x="1412811" y="560799"/>
                </a:cubicBezTo>
                <a:cubicBezTo>
                  <a:pt x="1389009" y="583432"/>
                  <a:pt x="1363465" y="607805"/>
                  <a:pt x="1312377" y="607805"/>
                </a:cubicBezTo>
                <a:cubicBezTo>
                  <a:pt x="1261869" y="607805"/>
                  <a:pt x="1236325" y="583432"/>
                  <a:pt x="1213103" y="560799"/>
                </a:cubicBezTo>
                <a:cubicBezTo>
                  <a:pt x="1192784" y="541504"/>
                  <a:pt x="1173800" y="523541"/>
                  <a:pt x="1140203" y="519352"/>
                </a:cubicBezTo>
                <a:lnTo>
                  <a:pt x="1124860" y="518436"/>
                </a:lnTo>
                <a:lnTo>
                  <a:pt x="1109907" y="519352"/>
                </a:lnTo>
                <a:cubicBezTo>
                  <a:pt x="1077083" y="523541"/>
                  <a:pt x="1058099" y="541504"/>
                  <a:pt x="1037780" y="560799"/>
                </a:cubicBezTo>
                <a:cubicBezTo>
                  <a:pt x="1014563" y="583432"/>
                  <a:pt x="988431" y="607805"/>
                  <a:pt x="937343" y="607805"/>
                </a:cubicBezTo>
                <a:cubicBezTo>
                  <a:pt x="887352" y="607805"/>
                  <a:pt x="861195" y="583432"/>
                  <a:pt x="837942" y="560799"/>
                </a:cubicBezTo>
                <a:cubicBezTo>
                  <a:pt x="817603" y="541504"/>
                  <a:pt x="798587" y="523541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2"/>
                  <a:pt x="613157" y="607805"/>
                  <a:pt x="562069" y="607805"/>
                </a:cubicBezTo>
                <a:cubicBezTo>
                  <a:pt x="512115" y="607805"/>
                  <a:pt x="485977" y="583432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2"/>
                  <a:pt x="238024" y="607805"/>
                  <a:pt x="187517" y="607805"/>
                </a:cubicBezTo>
                <a:cubicBezTo>
                  <a:pt x="137010" y="607805"/>
                  <a:pt x="111466" y="583432"/>
                  <a:pt x="87664" y="560799"/>
                </a:cubicBezTo>
                <a:cubicBezTo>
                  <a:pt x="64441" y="538747"/>
                  <a:pt x="42962" y="518436"/>
                  <a:pt x="0" y="518436"/>
                </a:cubicBezTo>
                <a:close/>
                <a:moveTo>
                  <a:pt x="0" y="399827"/>
                </a:moveTo>
                <a:cubicBezTo>
                  <a:pt x="50509" y="399827"/>
                  <a:pt x="76634" y="424837"/>
                  <a:pt x="99855" y="447520"/>
                </a:cubicBezTo>
                <a:cubicBezTo>
                  <a:pt x="123077" y="469622"/>
                  <a:pt x="144556" y="489978"/>
                  <a:pt x="187517" y="489978"/>
                </a:cubicBezTo>
                <a:cubicBezTo>
                  <a:pt x="230477" y="489978"/>
                  <a:pt x="251957" y="469622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2"/>
                  <a:pt x="519667" y="489978"/>
                  <a:pt x="562069" y="489978"/>
                </a:cubicBezTo>
                <a:cubicBezTo>
                  <a:pt x="605610" y="489978"/>
                  <a:pt x="627090" y="469622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803998" y="402944"/>
                  <a:pt x="828351" y="426255"/>
                  <a:pt x="850154" y="447520"/>
                </a:cubicBezTo>
                <a:cubicBezTo>
                  <a:pt x="873408" y="469622"/>
                  <a:pt x="894909" y="489978"/>
                  <a:pt x="937343" y="489978"/>
                </a:cubicBezTo>
                <a:cubicBezTo>
                  <a:pt x="980892" y="489978"/>
                  <a:pt x="1002368" y="469622"/>
                  <a:pt x="1025586" y="447520"/>
                </a:cubicBezTo>
                <a:cubicBezTo>
                  <a:pt x="1047357" y="426255"/>
                  <a:pt x="1071175" y="402944"/>
                  <a:pt x="1115684" y="400114"/>
                </a:cubicBezTo>
                <a:lnTo>
                  <a:pt x="1124860" y="399827"/>
                </a:lnTo>
                <a:lnTo>
                  <a:pt x="1134151" y="400114"/>
                </a:lnTo>
                <a:cubicBezTo>
                  <a:pt x="1179136" y="402944"/>
                  <a:pt x="1202980" y="426255"/>
                  <a:pt x="1225295" y="447520"/>
                </a:cubicBezTo>
                <a:cubicBezTo>
                  <a:pt x="1248517" y="469622"/>
                  <a:pt x="1270006" y="489978"/>
                  <a:pt x="1312377" y="489978"/>
                </a:cubicBezTo>
                <a:cubicBezTo>
                  <a:pt x="1355923" y="489978"/>
                  <a:pt x="1377398" y="469622"/>
                  <a:pt x="1400620" y="447520"/>
                </a:cubicBezTo>
                <a:cubicBezTo>
                  <a:pt x="1422391" y="426255"/>
                  <a:pt x="1446206" y="402944"/>
                  <a:pt x="1490715" y="400114"/>
                </a:cubicBezTo>
                <a:lnTo>
                  <a:pt x="1499902" y="399827"/>
                </a:lnTo>
                <a:lnTo>
                  <a:pt x="1509200" y="400114"/>
                </a:lnTo>
                <a:cubicBezTo>
                  <a:pt x="1554240" y="402944"/>
                  <a:pt x="1578118" y="426255"/>
                  <a:pt x="1600457" y="447520"/>
                </a:cubicBezTo>
                <a:cubicBezTo>
                  <a:pt x="1620811" y="466859"/>
                  <a:pt x="1639813" y="484862"/>
                  <a:pt x="1672675" y="489060"/>
                </a:cubicBezTo>
                <a:lnTo>
                  <a:pt x="1687656" y="489978"/>
                </a:lnTo>
                <a:lnTo>
                  <a:pt x="1702991" y="489060"/>
                </a:lnTo>
                <a:cubicBezTo>
                  <a:pt x="1736589" y="484862"/>
                  <a:pt x="1755583" y="466859"/>
                  <a:pt x="1775902" y="447520"/>
                </a:cubicBezTo>
                <a:cubicBezTo>
                  <a:pt x="1797671" y="426255"/>
                  <a:pt x="1821477" y="402944"/>
                  <a:pt x="1865985" y="400114"/>
                </a:cubicBezTo>
                <a:lnTo>
                  <a:pt x="1875171" y="399827"/>
                </a:lnTo>
                <a:lnTo>
                  <a:pt x="1884453" y="400114"/>
                </a:lnTo>
                <a:cubicBezTo>
                  <a:pt x="1929442" y="402944"/>
                  <a:pt x="1953295" y="426255"/>
                  <a:pt x="1975602" y="447520"/>
                </a:cubicBezTo>
                <a:cubicBezTo>
                  <a:pt x="1995922" y="466859"/>
                  <a:pt x="2014463" y="484862"/>
                  <a:pt x="2047561" y="489060"/>
                </a:cubicBezTo>
                <a:lnTo>
                  <a:pt x="2062687" y="489978"/>
                </a:lnTo>
                <a:lnTo>
                  <a:pt x="2078025" y="489060"/>
                </a:lnTo>
                <a:cubicBezTo>
                  <a:pt x="2111623" y="484862"/>
                  <a:pt x="2130614" y="466859"/>
                  <a:pt x="2150933" y="447520"/>
                </a:cubicBezTo>
                <a:cubicBezTo>
                  <a:pt x="2172701" y="426255"/>
                  <a:pt x="2196510" y="402944"/>
                  <a:pt x="2241019" y="400114"/>
                </a:cubicBezTo>
                <a:lnTo>
                  <a:pt x="2250202" y="399827"/>
                </a:lnTo>
                <a:lnTo>
                  <a:pt x="2259500" y="400114"/>
                </a:lnTo>
                <a:cubicBezTo>
                  <a:pt x="2304545" y="402944"/>
                  <a:pt x="2328421" y="426255"/>
                  <a:pt x="2350772" y="447520"/>
                </a:cubicBezTo>
                <a:cubicBezTo>
                  <a:pt x="2371110" y="466859"/>
                  <a:pt x="2389675" y="484862"/>
                  <a:pt x="2422815" y="489060"/>
                </a:cubicBezTo>
                <a:lnTo>
                  <a:pt x="2437959" y="489978"/>
                </a:lnTo>
                <a:lnTo>
                  <a:pt x="2453275" y="489060"/>
                </a:lnTo>
                <a:cubicBezTo>
                  <a:pt x="2486774" y="484862"/>
                  <a:pt x="2505375" y="466859"/>
                  <a:pt x="2526203" y="447520"/>
                </a:cubicBezTo>
                <a:cubicBezTo>
                  <a:pt x="2549424" y="424837"/>
                  <a:pt x="2574968" y="399827"/>
                  <a:pt x="2625475" y="399827"/>
                </a:cubicBezTo>
                <a:cubicBezTo>
                  <a:pt x="2676563" y="399827"/>
                  <a:pt x="2702109" y="424837"/>
                  <a:pt x="2725913" y="447520"/>
                </a:cubicBezTo>
                <a:cubicBezTo>
                  <a:pt x="2746233" y="466859"/>
                  <a:pt x="2764773" y="484862"/>
                  <a:pt x="2797875" y="489060"/>
                </a:cubicBezTo>
                <a:lnTo>
                  <a:pt x="2812992" y="489978"/>
                </a:lnTo>
                <a:lnTo>
                  <a:pt x="2828318" y="489060"/>
                </a:lnTo>
                <a:cubicBezTo>
                  <a:pt x="2861804" y="484862"/>
                  <a:pt x="2880408" y="466859"/>
                  <a:pt x="2901235" y="447520"/>
                </a:cubicBezTo>
                <a:cubicBezTo>
                  <a:pt x="2923135" y="426255"/>
                  <a:pt x="2946946" y="402944"/>
                  <a:pt x="2991455" y="400114"/>
                </a:cubicBezTo>
                <a:lnTo>
                  <a:pt x="3000637" y="399827"/>
                </a:lnTo>
                <a:lnTo>
                  <a:pt x="3009935" y="400114"/>
                </a:lnTo>
                <a:cubicBezTo>
                  <a:pt x="3054981" y="402944"/>
                  <a:pt x="3078858" y="426255"/>
                  <a:pt x="3101201" y="447520"/>
                </a:cubicBezTo>
                <a:cubicBezTo>
                  <a:pt x="3121547" y="466859"/>
                  <a:pt x="3140111" y="484862"/>
                  <a:pt x="3173252" y="489060"/>
                </a:cubicBezTo>
                <a:lnTo>
                  <a:pt x="3188395" y="489978"/>
                </a:lnTo>
                <a:lnTo>
                  <a:pt x="3203710" y="489060"/>
                </a:lnTo>
                <a:cubicBezTo>
                  <a:pt x="3237197" y="484862"/>
                  <a:pt x="3255739" y="466859"/>
                  <a:pt x="3276057" y="447520"/>
                </a:cubicBezTo>
                <a:cubicBezTo>
                  <a:pt x="3298372" y="426255"/>
                  <a:pt x="3322218" y="402944"/>
                  <a:pt x="3366728" y="400114"/>
                </a:cubicBezTo>
                <a:lnTo>
                  <a:pt x="3375911" y="399827"/>
                </a:lnTo>
                <a:lnTo>
                  <a:pt x="3385197" y="400114"/>
                </a:lnTo>
                <a:cubicBezTo>
                  <a:pt x="3430186" y="402944"/>
                  <a:pt x="3454031" y="426255"/>
                  <a:pt x="3476346" y="447520"/>
                </a:cubicBezTo>
                <a:cubicBezTo>
                  <a:pt x="3496665" y="466859"/>
                  <a:pt x="3515206" y="484862"/>
                  <a:pt x="3548305" y="489060"/>
                </a:cubicBezTo>
                <a:lnTo>
                  <a:pt x="3563428" y="489978"/>
                </a:lnTo>
                <a:lnTo>
                  <a:pt x="3578763" y="489060"/>
                </a:lnTo>
                <a:cubicBezTo>
                  <a:pt x="3612293" y="484862"/>
                  <a:pt x="3630858" y="466859"/>
                  <a:pt x="3651203" y="447520"/>
                </a:cubicBezTo>
                <a:cubicBezTo>
                  <a:pt x="3673547" y="426255"/>
                  <a:pt x="3697423" y="402944"/>
                  <a:pt x="3741990" y="400114"/>
                </a:cubicBezTo>
                <a:lnTo>
                  <a:pt x="3751185" y="399827"/>
                </a:lnTo>
                <a:lnTo>
                  <a:pt x="3760471" y="400114"/>
                </a:lnTo>
                <a:cubicBezTo>
                  <a:pt x="3805459" y="402944"/>
                  <a:pt x="3829305" y="426255"/>
                  <a:pt x="3851620" y="447520"/>
                </a:cubicBezTo>
                <a:cubicBezTo>
                  <a:pt x="3871939" y="466859"/>
                  <a:pt x="3890480" y="484862"/>
                  <a:pt x="3923578" y="489060"/>
                </a:cubicBezTo>
                <a:lnTo>
                  <a:pt x="3938701" y="489978"/>
                </a:lnTo>
                <a:lnTo>
                  <a:pt x="3944937" y="489604"/>
                </a:lnTo>
                <a:lnTo>
                  <a:pt x="3944937" y="507239"/>
                </a:lnTo>
                <a:lnTo>
                  <a:pt x="3938702" y="507427"/>
                </a:lnTo>
                <a:lnTo>
                  <a:pt x="3938701" y="507427"/>
                </a:lnTo>
                <a:lnTo>
                  <a:pt x="3929519" y="507147"/>
                </a:lnTo>
                <a:cubicBezTo>
                  <a:pt x="3885008" y="504380"/>
                  <a:pt x="3861162" y="481581"/>
                  <a:pt x="3838848" y="460316"/>
                </a:cubicBezTo>
                <a:cubicBezTo>
                  <a:pt x="3818529" y="440977"/>
                  <a:pt x="3799987" y="422974"/>
                  <a:pt x="3766501" y="418775"/>
                </a:cubicBezTo>
                <a:lnTo>
                  <a:pt x="3751185" y="417857"/>
                </a:lnTo>
                <a:lnTo>
                  <a:pt x="3736042" y="418752"/>
                </a:lnTo>
                <a:cubicBezTo>
                  <a:pt x="3702902" y="422847"/>
                  <a:pt x="3684337" y="440468"/>
                  <a:pt x="3663991" y="460316"/>
                </a:cubicBezTo>
                <a:cubicBezTo>
                  <a:pt x="3641648" y="481581"/>
                  <a:pt x="3617772" y="504380"/>
                  <a:pt x="3572725" y="507147"/>
                </a:cubicBezTo>
                <a:lnTo>
                  <a:pt x="3563428" y="507427"/>
                </a:lnTo>
                <a:lnTo>
                  <a:pt x="3554245" y="507147"/>
                </a:lnTo>
                <a:cubicBezTo>
                  <a:pt x="3509734" y="504380"/>
                  <a:pt x="3485889" y="481581"/>
                  <a:pt x="3463574" y="460316"/>
                </a:cubicBezTo>
                <a:cubicBezTo>
                  <a:pt x="3443255" y="440977"/>
                  <a:pt x="3424714" y="422974"/>
                  <a:pt x="3391227" y="418775"/>
                </a:cubicBezTo>
                <a:lnTo>
                  <a:pt x="3375911" y="417857"/>
                </a:lnTo>
                <a:lnTo>
                  <a:pt x="3360788" y="418752"/>
                </a:lnTo>
                <a:cubicBezTo>
                  <a:pt x="3327690" y="422847"/>
                  <a:pt x="3309149" y="440468"/>
                  <a:pt x="3288829" y="460316"/>
                </a:cubicBezTo>
                <a:cubicBezTo>
                  <a:pt x="3266515" y="481581"/>
                  <a:pt x="3242669" y="504380"/>
                  <a:pt x="3197680" y="507147"/>
                </a:cubicBezTo>
                <a:lnTo>
                  <a:pt x="3188395" y="507427"/>
                </a:lnTo>
                <a:lnTo>
                  <a:pt x="3179200" y="507147"/>
                </a:lnTo>
                <a:cubicBezTo>
                  <a:pt x="3134632" y="504380"/>
                  <a:pt x="3110756" y="481581"/>
                  <a:pt x="3088413" y="460316"/>
                </a:cubicBezTo>
                <a:cubicBezTo>
                  <a:pt x="3068067" y="440977"/>
                  <a:pt x="3049502" y="422974"/>
                  <a:pt x="3015973" y="418775"/>
                </a:cubicBezTo>
                <a:lnTo>
                  <a:pt x="3000637" y="417857"/>
                </a:lnTo>
                <a:lnTo>
                  <a:pt x="2985514" y="418752"/>
                </a:lnTo>
                <a:cubicBezTo>
                  <a:pt x="2952415" y="422847"/>
                  <a:pt x="2933875" y="440468"/>
                  <a:pt x="2913429" y="460316"/>
                </a:cubicBezTo>
                <a:cubicBezTo>
                  <a:pt x="2891112" y="481581"/>
                  <a:pt x="2867269" y="504380"/>
                  <a:pt x="2822285" y="507147"/>
                </a:cubicBezTo>
                <a:lnTo>
                  <a:pt x="2812992" y="507427"/>
                </a:lnTo>
                <a:lnTo>
                  <a:pt x="2803817" y="507147"/>
                </a:lnTo>
                <a:cubicBezTo>
                  <a:pt x="2759309" y="504380"/>
                  <a:pt x="2735489" y="481581"/>
                  <a:pt x="2713719" y="460316"/>
                </a:cubicBezTo>
                <a:cubicBezTo>
                  <a:pt x="2689916" y="438214"/>
                  <a:pt x="2669016" y="417857"/>
                  <a:pt x="2625475" y="417857"/>
                </a:cubicBezTo>
                <a:cubicBezTo>
                  <a:pt x="2582521" y="417857"/>
                  <a:pt x="2561615" y="437633"/>
                  <a:pt x="2538398" y="460316"/>
                </a:cubicBezTo>
                <a:cubicBezTo>
                  <a:pt x="2516079" y="481581"/>
                  <a:pt x="2492239" y="504380"/>
                  <a:pt x="2447253" y="507147"/>
                </a:cubicBezTo>
                <a:lnTo>
                  <a:pt x="2437959" y="507427"/>
                </a:lnTo>
                <a:lnTo>
                  <a:pt x="2428768" y="507147"/>
                </a:lnTo>
                <a:cubicBezTo>
                  <a:pt x="2384205" y="504380"/>
                  <a:pt x="2360364" y="481581"/>
                  <a:pt x="2338559" y="460316"/>
                </a:cubicBezTo>
                <a:cubicBezTo>
                  <a:pt x="2318221" y="440977"/>
                  <a:pt x="2299203" y="422974"/>
                  <a:pt x="2265570" y="418775"/>
                </a:cubicBezTo>
                <a:lnTo>
                  <a:pt x="2250202" y="417857"/>
                </a:lnTo>
                <a:lnTo>
                  <a:pt x="2235078" y="418752"/>
                </a:lnTo>
                <a:cubicBezTo>
                  <a:pt x="2201989" y="422847"/>
                  <a:pt x="2183438" y="440468"/>
                  <a:pt x="2163119" y="460316"/>
                </a:cubicBezTo>
                <a:cubicBezTo>
                  <a:pt x="2140811" y="481581"/>
                  <a:pt x="2116959" y="504380"/>
                  <a:pt x="2071970" y="507147"/>
                </a:cubicBezTo>
                <a:lnTo>
                  <a:pt x="2062687" y="507427"/>
                </a:lnTo>
                <a:lnTo>
                  <a:pt x="2053502" y="507147"/>
                </a:lnTo>
                <a:cubicBezTo>
                  <a:pt x="2008993" y="504380"/>
                  <a:pt x="1985187" y="481581"/>
                  <a:pt x="1963418" y="460316"/>
                </a:cubicBezTo>
                <a:cubicBezTo>
                  <a:pt x="1943099" y="440977"/>
                  <a:pt x="1924106" y="422974"/>
                  <a:pt x="1890508" y="418775"/>
                </a:cubicBezTo>
                <a:lnTo>
                  <a:pt x="1875171" y="417857"/>
                </a:lnTo>
                <a:lnTo>
                  <a:pt x="1860044" y="418752"/>
                </a:lnTo>
                <a:cubicBezTo>
                  <a:pt x="1826946" y="422847"/>
                  <a:pt x="1808405" y="440468"/>
                  <a:pt x="1788085" y="460316"/>
                </a:cubicBezTo>
                <a:cubicBezTo>
                  <a:pt x="1765780" y="481581"/>
                  <a:pt x="1741925" y="504380"/>
                  <a:pt x="1696936" y="507147"/>
                </a:cubicBezTo>
                <a:lnTo>
                  <a:pt x="1687656" y="507427"/>
                </a:lnTo>
                <a:lnTo>
                  <a:pt x="1678456" y="507147"/>
                </a:lnTo>
                <a:cubicBezTo>
                  <a:pt x="1633891" y="504380"/>
                  <a:pt x="1610048" y="481581"/>
                  <a:pt x="1588259" y="460316"/>
                </a:cubicBezTo>
                <a:cubicBezTo>
                  <a:pt x="1567905" y="440977"/>
                  <a:pt x="1548904" y="422974"/>
                  <a:pt x="1515254" y="418775"/>
                </a:cubicBezTo>
                <a:lnTo>
                  <a:pt x="1499902" y="417857"/>
                </a:lnTo>
                <a:lnTo>
                  <a:pt x="1484938" y="418752"/>
                </a:lnTo>
                <a:cubicBezTo>
                  <a:pt x="1452117" y="422847"/>
                  <a:pt x="1433131" y="440468"/>
                  <a:pt x="1412811" y="460316"/>
                </a:cubicBezTo>
                <a:cubicBezTo>
                  <a:pt x="1389009" y="482999"/>
                  <a:pt x="1363465" y="507427"/>
                  <a:pt x="1312377" y="507427"/>
                </a:cubicBezTo>
                <a:cubicBezTo>
                  <a:pt x="1261869" y="507427"/>
                  <a:pt x="1236325" y="482999"/>
                  <a:pt x="1213103" y="460316"/>
                </a:cubicBezTo>
                <a:cubicBezTo>
                  <a:pt x="1192784" y="440977"/>
                  <a:pt x="1173800" y="422974"/>
                  <a:pt x="1140203" y="418775"/>
                </a:cubicBezTo>
                <a:lnTo>
                  <a:pt x="1124860" y="417857"/>
                </a:lnTo>
                <a:lnTo>
                  <a:pt x="1109907" y="418752"/>
                </a:lnTo>
                <a:cubicBezTo>
                  <a:pt x="1077083" y="422847"/>
                  <a:pt x="1058099" y="440468"/>
                  <a:pt x="1037780" y="460316"/>
                </a:cubicBezTo>
                <a:cubicBezTo>
                  <a:pt x="1014563" y="482999"/>
                  <a:pt x="988431" y="507427"/>
                  <a:pt x="937343" y="507427"/>
                </a:cubicBezTo>
                <a:cubicBezTo>
                  <a:pt x="887352" y="507427"/>
                  <a:pt x="861195" y="482999"/>
                  <a:pt x="837942" y="460316"/>
                </a:cubicBezTo>
                <a:cubicBezTo>
                  <a:pt x="817603" y="440977"/>
                  <a:pt x="798587" y="422974"/>
                  <a:pt x="764952" y="418775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3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10" y="507427"/>
                  <a:pt x="111466" y="482999"/>
                  <a:pt x="87664" y="460316"/>
                </a:cubicBezTo>
                <a:cubicBezTo>
                  <a:pt x="64441" y="438214"/>
                  <a:pt x="42962" y="417857"/>
                  <a:pt x="0" y="417857"/>
                </a:cubicBezTo>
                <a:close/>
                <a:moveTo>
                  <a:pt x="0" y="299931"/>
                </a:moveTo>
                <a:cubicBezTo>
                  <a:pt x="50509" y="299931"/>
                  <a:pt x="76634" y="324917"/>
                  <a:pt x="99855" y="347579"/>
                </a:cubicBezTo>
                <a:cubicBezTo>
                  <a:pt x="123077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4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803998" y="303045"/>
                  <a:pt x="828351" y="326334"/>
                  <a:pt x="850154" y="347579"/>
                </a:cubicBezTo>
                <a:cubicBezTo>
                  <a:pt x="873408" y="369660"/>
                  <a:pt x="894909" y="389998"/>
                  <a:pt x="937343" y="389998"/>
                </a:cubicBezTo>
                <a:cubicBezTo>
                  <a:pt x="980892" y="389998"/>
                  <a:pt x="1002368" y="369660"/>
                  <a:pt x="1025586" y="347579"/>
                </a:cubicBezTo>
                <a:cubicBezTo>
                  <a:pt x="1047357" y="326334"/>
                  <a:pt x="1071175" y="303045"/>
                  <a:pt x="1115684" y="300217"/>
                </a:cubicBezTo>
                <a:lnTo>
                  <a:pt x="1124860" y="299931"/>
                </a:lnTo>
                <a:lnTo>
                  <a:pt x="1134151" y="300217"/>
                </a:lnTo>
                <a:cubicBezTo>
                  <a:pt x="1179136" y="303045"/>
                  <a:pt x="1202980" y="326334"/>
                  <a:pt x="1225295" y="347579"/>
                </a:cubicBezTo>
                <a:cubicBezTo>
                  <a:pt x="1248517" y="369660"/>
                  <a:pt x="1270006" y="389998"/>
                  <a:pt x="1312377" y="389998"/>
                </a:cubicBezTo>
                <a:cubicBezTo>
                  <a:pt x="1355923" y="389998"/>
                  <a:pt x="1377398" y="369660"/>
                  <a:pt x="1400620" y="347579"/>
                </a:cubicBezTo>
                <a:cubicBezTo>
                  <a:pt x="1422391" y="326334"/>
                  <a:pt x="1446206" y="303045"/>
                  <a:pt x="1490715" y="300217"/>
                </a:cubicBezTo>
                <a:lnTo>
                  <a:pt x="1499902" y="299931"/>
                </a:lnTo>
                <a:lnTo>
                  <a:pt x="1509200" y="300217"/>
                </a:lnTo>
                <a:cubicBezTo>
                  <a:pt x="1554240" y="303045"/>
                  <a:pt x="1578118" y="326334"/>
                  <a:pt x="1600457" y="347579"/>
                </a:cubicBezTo>
                <a:cubicBezTo>
                  <a:pt x="1620811" y="366900"/>
                  <a:pt x="1639813" y="384886"/>
                  <a:pt x="1672675" y="389081"/>
                </a:cubicBezTo>
                <a:lnTo>
                  <a:pt x="1687656" y="389998"/>
                </a:lnTo>
                <a:lnTo>
                  <a:pt x="1702991" y="389081"/>
                </a:lnTo>
                <a:cubicBezTo>
                  <a:pt x="1736589" y="384886"/>
                  <a:pt x="1755583" y="366900"/>
                  <a:pt x="1775902" y="347579"/>
                </a:cubicBezTo>
                <a:cubicBezTo>
                  <a:pt x="1797671" y="326334"/>
                  <a:pt x="1821477" y="303045"/>
                  <a:pt x="1865985" y="300217"/>
                </a:cubicBezTo>
                <a:lnTo>
                  <a:pt x="1875171" y="299931"/>
                </a:lnTo>
                <a:lnTo>
                  <a:pt x="1884453" y="300217"/>
                </a:lnTo>
                <a:cubicBezTo>
                  <a:pt x="1929442" y="303045"/>
                  <a:pt x="1953295" y="326334"/>
                  <a:pt x="1975602" y="347579"/>
                </a:cubicBezTo>
                <a:cubicBezTo>
                  <a:pt x="1995922" y="366900"/>
                  <a:pt x="2014463" y="384886"/>
                  <a:pt x="2047561" y="389081"/>
                </a:cubicBezTo>
                <a:lnTo>
                  <a:pt x="2062687" y="389998"/>
                </a:lnTo>
                <a:lnTo>
                  <a:pt x="2078025" y="389081"/>
                </a:lnTo>
                <a:cubicBezTo>
                  <a:pt x="2111623" y="384886"/>
                  <a:pt x="2130614" y="366900"/>
                  <a:pt x="2150933" y="347579"/>
                </a:cubicBezTo>
                <a:cubicBezTo>
                  <a:pt x="2172701" y="326334"/>
                  <a:pt x="2196510" y="303045"/>
                  <a:pt x="2241019" y="300217"/>
                </a:cubicBezTo>
                <a:lnTo>
                  <a:pt x="2250202" y="299931"/>
                </a:lnTo>
                <a:lnTo>
                  <a:pt x="2259500" y="300217"/>
                </a:lnTo>
                <a:cubicBezTo>
                  <a:pt x="2304545" y="303045"/>
                  <a:pt x="2328421" y="326334"/>
                  <a:pt x="2350772" y="347579"/>
                </a:cubicBezTo>
                <a:cubicBezTo>
                  <a:pt x="2371110" y="366900"/>
                  <a:pt x="2389675" y="384886"/>
                  <a:pt x="2422815" y="389081"/>
                </a:cubicBezTo>
                <a:lnTo>
                  <a:pt x="2437959" y="389998"/>
                </a:lnTo>
                <a:lnTo>
                  <a:pt x="2453275" y="389081"/>
                </a:lnTo>
                <a:cubicBezTo>
                  <a:pt x="2486774" y="384886"/>
                  <a:pt x="2505375" y="366900"/>
                  <a:pt x="2526203" y="347579"/>
                </a:cubicBezTo>
                <a:cubicBezTo>
                  <a:pt x="2549424" y="324917"/>
                  <a:pt x="2574968" y="299931"/>
                  <a:pt x="2625475" y="299931"/>
                </a:cubicBezTo>
                <a:cubicBezTo>
                  <a:pt x="2676563" y="299931"/>
                  <a:pt x="2702109" y="324917"/>
                  <a:pt x="2725913" y="347579"/>
                </a:cubicBezTo>
                <a:cubicBezTo>
                  <a:pt x="2746233" y="366900"/>
                  <a:pt x="2764773" y="384886"/>
                  <a:pt x="2797875" y="389081"/>
                </a:cubicBezTo>
                <a:lnTo>
                  <a:pt x="2812992" y="389998"/>
                </a:lnTo>
                <a:lnTo>
                  <a:pt x="2828318" y="389081"/>
                </a:lnTo>
                <a:cubicBezTo>
                  <a:pt x="2861804" y="384886"/>
                  <a:pt x="2880408" y="366900"/>
                  <a:pt x="2901235" y="347579"/>
                </a:cubicBezTo>
                <a:cubicBezTo>
                  <a:pt x="2923129" y="326334"/>
                  <a:pt x="2946940" y="303045"/>
                  <a:pt x="2991449" y="300217"/>
                </a:cubicBezTo>
                <a:lnTo>
                  <a:pt x="3000631" y="299931"/>
                </a:lnTo>
                <a:lnTo>
                  <a:pt x="3009929" y="300217"/>
                </a:lnTo>
                <a:cubicBezTo>
                  <a:pt x="3054975" y="303045"/>
                  <a:pt x="3078852" y="326334"/>
                  <a:pt x="3101195" y="347579"/>
                </a:cubicBezTo>
                <a:cubicBezTo>
                  <a:pt x="3121541" y="366900"/>
                  <a:pt x="3140105" y="384886"/>
                  <a:pt x="3173246" y="389081"/>
                </a:cubicBezTo>
                <a:lnTo>
                  <a:pt x="3188389" y="389998"/>
                </a:lnTo>
                <a:lnTo>
                  <a:pt x="3203704" y="389081"/>
                </a:lnTo>
                <a:cubicBezTo>
                  <a:pt x="3237191" y="384886"/>
                  <a:pt x="3255733" y="366900"/>
                  <a:pt x="3276051" y="347579"/>
                </a:cubicBezTo>
                <a:cubicBezTo>
                  <a:pt x="3298366" y="326334"/>
                  <a:pt x="3322212" y="303045"/>
                  <a:pt x="3366722" y="300217"/>
                </a:cubicBezTo>
                <a:lnTo>
                  <a:pt x="3375905" y="299931"/>
                </a:lnTo>
                <a:lnTo>
                  <a:pt x="3385191" y="300217"/>
                </a:lnTo>
                <a:cubicBezTo>
                  <a:pt x="3430180" y="303045"/>
                  <a:pt x="3454025" y="326334"/>
                  <a:pt x="3476340" y="347579"/>
                </a:cubicBezTo>
                <a:cubicBezTo>
                  <a:pt x="3496659" y="366900"/>
                  <a:pt x="3515200" y="384886"/>
                  <a:pt x="3548299" y="389081"/>
                </a:cubicBezTo>
                <a:lnTo>
                  <a:pt x="3563422" y="389998"/>
                </a:lnTo>
                <a:lnTo>
                  <a:pt x="3578757" y="389081"/>
                </a:lnTo>
                <a:cubicBezTo>
                  <a:pt x="3612287" y="384886"/>
                  <a:pt x="3630852" y="366900"/>
                  <a:pt x="3651197" y="347579"/>
                </a:cubicBezTo>
                <a:cubicBezTo>
                  <a:pt x="3673540" y="326334"/>
                  <a:pt x="3697417" y="303045"/>
                  <a:pt x="3741984" y="300217"/>
                </a:cubicBezTo>
                <a:lnTo>
                  <a:pt x="3751179" y="299931"/>
                </a:lnTo>
                <a:lnTo>
                  <a:pt x="3760465" y="300217"/>
                </a:lnTo>
                <a:cubicBezTo>
                  <a:pt x="3805453" y="303045"/>
                  <a:pt x="3829299" y="326334"/>
                  <a:pt x="3851614" y="347579"/>
                </a:cubicBezTo>
                <a:cubicBezTo>
                  <a:pt x="3871933" y="366900"/>
                  <a:pt x="3890474" y="384886"/>
                  <a:pt x="3923572" y="389081"/>
                </a:cubicBezTo>
                <a:lnTo>
                  <a:pt x="3938695" y="389998"/>
                </a:lnTo>
                <a:lnTo>
                  <a:pt x="3944937" y="389625"/>
                </a:lnTo>
                <a:lnTo>
                  <a:pt x="3944937" y="407819"/>
                </a:lnTo>
                <a:lnTo>
                  <a:pt x="3938696" y="408011"/>
                </a:lnTo>
                <a:lnTo>
                  <a:pt x="3938695" y="408011"/>
                </a:lnTo>
                <a:lnTo>
                  <a:pt x="3929513" y="407725"/>
                </a:lnTo>
                <a:cubicBezTo>
                  <a:pt x="3885002" y="404897"/>
                  <a:pt x="3861156" y="381609"/>
                  <a:pt x="3838842" y="360363"/>
                </a:cubicBezTo>
                <a:cubicBezTo>
                  <a:pt x="3818523" y="341042"/>
                  <a:pt x="3799981" y="323056"/>
                  <a:pt x="3766495" y="318861"/>
                </a:cubicBezTo>
                <a:lnTo>
                  <a:pt x="3751179" y="317944"/>
                </a:lnTo>
                <a:lnTo>
                  <a:pt x="3736036" y="318861"/>
                </a:lnTo>
                <a:cubicBezTo>
                  <a:pt x="3702896" y="323056"/>
                  <a:pt x="3684331" y="341042"/>
                  <a:pt x="3663985" y="360363"/>
                </a:cubicBezTo>
                <a:cubicBezTo>
                  <a:pt x="3641642" y="381609"/>
                  <a:pt x="3617766" y="404897"/>
                  <a:pt x="3572719" y="407725"/>
                </a:cubicBezTo>
                <a:lnTo>
                  <a:pt x="3563422" y="408011"/>
                </a:lnTo>
                <a:lnTo>
                  <a:pt x="3554239" y="407725"/>
                </a:lnTo>
                <a:cubicBezTo>
                  <a:pt x="3509728" y="404897"/>
                  <a:pt x="3485883" y="381609"/>
                  <a:pt x="3463568" y="360363"/>
                </a:cubicBezTo>
                <a:cubicBezTo>
                  <a:pt x="3443249" y="341042"/>
                  <a:pt x="3424707" y="323056"/>
                  <a:pt x="3391221" y="318861"/>
                </a:cubicBezTo>
                <a:lnTo>
                  <a:pt x="3375905" y="317944"/>
                </a:lnTo>
                <a:lnTo>
                  <a:pt x="3360782" y="318861"/>
                </a:lnTo>
                <a:cubicBezTo>
                  <a:pt x="3327684" y="323056"/>
                  <a:pt x="3309143" y="341042"/>
                  <a:pt x="3288823" y="360363"/>
                </a:cubicBezTo>
                <a:cubicBezTo>
                  <a:pt x="3266509" y="381609"/>
                  <a:pt x="3242663" y="404897"/>
                  <a:pt x="3197674" y="407725"/>
                </a:cubicBezTo>
                <a:lnTo>
                  <a:pt x="3188389" y="408011"/>
                </a:lnTo>
                <a:lnTo>
                  <a:pt x="3179194" y="407725"/>
                </a:lnTo>
                <a:cubicBezTo>
                  <a:pt x="3134626" y="404897"/>
                  <a:pt x="3110750" y="381609"/>
                  <a:pt x="3088407" y="360363"/>
                </a:cubicBezTo>
                <a:cubicBezTo>
                  <a:pt x="3068062" y="341042"/>
                  <a:pt x="3049496" y="323056"/>
                  <a:pt x="3015967" y="318861"/>
                </a:cubicBezTo>
                <a:lnTo>
                  <a:pt x="3000631" y="317944"/>
                </a:lnTo>
                <a:lnTo>
                  <a:pt x="2985508" y="318861"/>
                </a:lnTo>
                <a:cubicBezTo>
                  <a:pt x="2952409" y="323056"/>
                  <a:pt x="2933869" y="341042"/>
                  <a:pt x="2913429" y="360363"/>
                </a:cubicBezTo>
                <a:cubicBezTo>
                  <a:pt x="2891112" y="381609"/>
                  <a:pt x="2867269" y="404897"/>
                  <a:pt x="2822285" y="407725"/>
                </a:cubicBezTo>
                <a:lnTo>
                  <a:pt x="2812992" y="408011"/>
                </a:lnTo>
                <a:lnTo>
                  <a:pt x="2803817" y="407725"/>
                </a:lnTo>
                <a:cubicBezTo>
                  <a:pt x="2759309" y="404897"/>
                  <a:pt x="2735489" y="381609"/>
                  <a:pt x="2713719" y="360363"/>
                </a:cubicBezTo>
                <a:cubicBezTo>
                  <a:pt x="2689916" y="338282"/>
                  <a:pt x="2669016" y="317944"/>
                  <a:pt x="2625475" y="317944"/>
                </a:cubicBezTo>
                <a:cubicBezTo>
                  <a:pt x="2582521" y="317944"/>
                  <a:pt x="2561615" y="338282"/>
                  <a:pt x="2538398" y="360363"/>
                </a:cubicBezTo>
                <a:cubicBezTo>
                  <a:pt x="2516079" y="381609"/>
                  <a:pt x="2492239" y="404897"/>
                  <a:pt x="2447253" y="407725"/>
                </a:cubicBezTo>
                <a:lnTo>
                  <a:pt x="2437959" y="408011"/>
                </a:lnTo>
                <a:lnTo>
                  <a:pt x="2428768" y="407725"/>
                </a:lnTo>
                <a:cubicBezTo>
                  <a:pt x="2384205" y="404897"/>
                  <a:pt x="2360364" y="381609"/>
                  <a:pt x="2338559" y="360363"/>
                </a:cubicBezTo>
                <a:cubicBezTo>
                  <a:pt x="2318221" y="341042"/>
                  <a:pt x="2299203" y="323056"/>
                  <a:pt x="2265570" y="318861"/>
                </a:cubicBezTo>
                <a:lnTo>
                  <a:pt x="2250202" y="317944"/>
                </a:lnTo>
                <a:lnTo>
                  <a:pt x="2235078" y="318861"/>
                </a:lnTo>
                <a:cubicBezTo>
                  <a:pt x="2201989" y="323056"/>
                  <a:pt x="2183438" y="341042"/>
                  <a:pt x="2163119" y="360363"/>
                </a:cubicBezTo>
                <a:cubicBezTo>
                  <a:pt x="2140811" y="381609"/>
                  <a:pt x="2116959" y="404897"/>
                  <a:pt x="2071970" y="407725"/>
                </a:cubicBezTo>
                <a:lnTo>
                  <a:pt x="2062687" y="408011"/>
                </a:lnTo>
                <a:lnTo>
                  <a:pt x="2053502" y="407725"/>
                </a:lnTo>
                <a:cubicBezTo>
                  <a:pt x="2008993" y="404897"/>
                  <a:pt x="1985187" y="381609"/>
                  <a:pt x="1963418" y="360363"/>
                </a:cubicBezTo>
                <a:cubicBezTo>
                  <a:pt x="1943099" y="341042"/>
                  <a:pt x="1924106" y="323056"/>
                  <a:pt x="1890508" y="318861"/>
                </a:cubicBezTo>
                <a:lnTo>
                  <a:pt x="1875171" y="317944"/>
                </a:lnTo>
                <a:lnTo>
                  <a:pt x="1860044" y="318861"/>
                </a:lnTo>
                <a:cubicBezTo>
                  <a:pt x="1826946" y="323056"/>
                  <a:pt x="1808405" y="341042"/>
                  <a:pt x="1788085" y="360363"/>
                </a:cubicBezTo>
                <a:cubicBezTo>
                  <a:pt x="1765780" y="381609"/>
                  <a:pt x="1741925" y="404897"/>
                  <a:pt x="1696936" y="407725"/>
                </a:cubicBezTo>
                <a:lnTo>
                  <a:pt x="1687656" y="408011"/>
                </a:lnTo>
                <a:lnTo>
                  <a:pt x="1678456" y="407725"/>
                </a:lnTo>
                <a:cubicBezTo>
                  <a:pt x="1633891" y="404897"/>
                  <a:pt x="1610048" y="381609"/>
                  <a:pt x="1588259" y="360363"/>
                </a:cubicBezTo>
                <a:cubicBezTo>
                  <a:pt x="1567905" y="341042"/>
                  <a:pt x="1548904" y="323056"/>
                  <a:pt x="1515254" y="318861"/>
                </a:cubicBezTo>
                <a:lnTo>
                  <a:pt x="1499902" y="317944"/>
                </a:lnTo>
                <a:lnTo>
                  <a:pt x="1484938" y="318861"/>
                </a:lnTo>
                <a:cubicBezTo>
                  <a:pt x="1452117" y="323056"/>
                  <a:pt x="1433131" y="341042"/>
                  <a:pt x="1412811" y="360363"/>
                </a:cubicBezTo>
                <a:cubicBezTo>
                  <a:pt x="1389009" y="383025"/>
                  <a:pt x="1363465" y="408011"/>
                  <a:pt x="1312377" y="408011"/>
                </a:cubicBezTo>
                <a:cubicBezTo>
                  <a:pt x="1261869" y="408011"/>
                  <a:pt x="1236325" y="383025"/>
                  <a:pt x="1213103" y="360363"/>
                </a:cubicBezTo>
                <a:cubicBezTo>
                  <a:pt x="1192784" y="341042"/>
                  <a:pt x="1173800" y="323056"/>
                  <a:pt x="1140203" y="318861"/>
                </a:cubicBezTo>
                <a:lnTo>
                  <a:pt x="1124860" y="317944"/>
                </a:lnTo>
                <a:lnTo>
                  <a:pt x="1109907" y="318861"/>
                </a:lnTo>
                <a:cubicBezTo>
                  <a:pt x="1077083" y="323056"/>
                  <a:pt x="1058099" y="341042"/>
                  <a:pt x="1037780" y="360363"/>
                </a:cubicBezTo>
                <a:cubicBezTo>
                  <a:pt x="1014563" y="383025"/>
                  <a:pt x="988431" y="408011"/>
                  <a:pt x="937343" y="408011"/>
                </a:cubicBezTo>
                <a:cubicBezTo>
                  <a:pt x="887352" y="408011"/>
                  <a:pt x="861195" y="383025"/>
                  <a:pt x="837942" y="360363"/>
                </a:cubicBezTo>
                <a:cubicBezTo>
                  <a:pt x="817603" y="341042"/>
                  <a:pt x="798587" y="323056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10" y="408011"/>
                  <a:pt x="111466" y="383025"/>
                  <a:pt x="87664" y="360363"/>
                </a:cubicBezTo>
                <a:cubicBezTo>
                  <a:pt x="64441" y="338282"/>
                  <a:pt x="42962" y="317944"/>
                  <a:pt x="0" y="317944"/>
                </a:cubicBezTo>
                <a:close/>
                <a:moveTo>
                  <a:pt x="0" y="200515"/>
                </a:moveTo>
                <a:cubicBezTo>
                  <a:pt x="50509" y="200515"/>
                  <a:pt x="76634" y="225469"/>
                  <a:pt x="99855" y="247521"/>
                </a:cubicBezTo>
                <a:cubicBezTo>
                  <a:pt x="123077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803998" y="203623"/>
                  <a:pt x="828351" y="226847"/>
                  <a:pt x="850154" y="247521"/>
                </a:cubicBezTo>
                <a:cubicBezTo>
                  <a:pt x="873408" y="270154"/>
                  <a:pt x="894909" y="289884"/>
                  <a:pt x="937343" y="289884"/>
                </a:cubicBezTo>
                <a:cubicBezTo>
                  <a:pt x="980892" y="289884"/>
                  <a:pt x="1002368" y="270154"/>
                  <a:pt x="1025586" y="247521"/>
                </a:cubicBezTo>
                <a:cubicBezTo>
                  <a:pt x="1047357" y="226847"/>
                  <a:pt x="1071175" y="203623"/>
                  <a:pt x="1115684" y="200801"/>
                </a:cubicBezTo>
                <a:lnTo>
                  <a:pt x="1124860" y="200515"/>
                </a:lnTo>
                <a:lnTo>
                  <a:pt x="1134151" y="200801"/>
                </a:lnTo>
                <a:cubicBezTo>
                  <a:pt x="1179136" y="203623"/>
                  <a:pt x="1202980" y="226847"/>
                  <a:pt x="1225295" y="247521"/>
                </a:cubicBezTo>
                <a:cubicBezTo>
                  <a:pt x="1248517" y="270154"/>
                  <a:pt x="1270006" y="289884"/>
                  <a:pt x="1312377" y="289884"/>
                </a:cubicBezTo>
                <a:cubicBezTo>
                  <a:pt x="1355923" y="289884"/>
                  <a:pt x="1377398" y="270154"/>
                  <a:pt x="1400620" y="247521"/>
                </a:cubicBezTo>
                <a:cubicBezTo>
                  <a:pt x="1422391" y="226847"/>
                  <a:pt x="1446206" y="203623"/>
                  <a:pt x="1490715" y="200801"/>
                </a:cubicBezTo>
                <a:lnTo>
                  <a:pt x="1499902" y="200515"/>
                </a:lnTo>
                <a:lnTo>
                  <a:pt x="1509200" y="200801"/>
                </a:lnTo>
                <a:cubicBezTo>
                  <a:pt x="1554240" y="203623"/>
                  <a:pt x="1578118" y="226847"/>
                  <a:pt x="1600457" y="247521"/>
                </a:cubicBezTo>
                <a:cubicBezTo>
                  <a:pt x="1620811" y="267325"/>
                  <a:pt x="1639813" y="284906"/>
                  <a:pt x="1672675" y="288992"/>
                </a:cubicBezTo>
                <a:lnTo>
                  <a:pt x="1687656" y="289884"/>
                </a:lnTo>
                <a:lnTo>
                  <a:pt x="1702991" y="288992"/>
                </a:lnTo>
                <a:cubicBezTo>
                  <a:pt x="1736589" y="284906"/>
                  <a:pt x="1755583" y="267325"/>
                  <a:pt x="1775902" y="247521"/>
                </a:cubicBezTo>
                <a:cubicBezTo>
                  <a:pt x="1797671" y="226847"/>
                  <a:pt x="1821477" y="203623"/>
                  <a:pt x="1865985" y="200801"/>
                </a:cubicBezTo>
                <a:lnTo>
                  <a:pt x="1875171" y="200515"/>
                </a:lnTo>
                <a:lnTo>
                  <a:pt x="1884453" y="200801"/>
                </a:lnTo>
                <a:cubicBezTo>
                  <a:pt x="1929442" y="203623"/>
                  <a:pt x="1953295" y="226847"/>
                  <a:pt x="1975602" y="247521"/>
                </a:cubicBezTo>
                <a:cubicBezTo>
                  <a:pt x="1995922" y="267325"/>
                  <a:pt x="2014463" y="284906"/>
                  <a:pt x="2047561" y="288992"/>
                </a:cubicBezTo>
                <a:lnTo>
                  <a:pt x="2062687" y="289884"/>
                </a:lnTo>
                <a:lnTo>
                  <a:pt x="2078025" y="288992"/>
                </a:lnTo>
                <a:cubicBezTo>
                  <a:pt x="2111623" y="284906"/>
                  <a:pt x="2130614" y="267325"/>
                  <a:pt x="2150933" y="247521"/>
                </a:cubicBezTo>
                <a:cubicBezTo>
                  <a:pt x="2172701" y="226847"/>
                  <a:pt x="2196510" y="203623"/>
                  <a:pt x="2241019" y="200801"/>
                </a:cubicBezTo>
                <a:lnTo>
                  <a:pt x="2250202" y="200515"/>
                </a:lnTo>
                <a:lnTo>
                  <a:pt x="2259500" y="200801"/>
                </a:lnTo>
                <a:cubicBezTo>
                  <a:pt x="2304545" y="203623"/>
                  <a:pt x="2328421" y="226847"/>
                  <a:pt x="2350772" y="247521"/>
                </a:cubicBezTo>
                <a:cubicBezTo>
                  <a:pt x="2371110" y="267325"/>
                  <a:pt x="2389675" y="284906"/>
                  <a:pt x="2422815" y="288992"/>
                </a:cubicBezTo>
                <a:lnTo>
                  <a:pt x="2437959" y="289884"/>
                </a:lnTo>
                <a:lnTo>
                  <a:pt x="2453275" y="288992"/>
                </a:lnTo>
                <a:cubicBezTo>
                  <a:pt x="2486774" y="284906"/>
                  <a:pt x="2505375" y="267325"/>
                  <a:pt x="2526203" y="247521"/>
                </a:cubicBezTo>
                <a:cubicBezTo>
                  <a:pt x="2549424" y="225469"/>
                  <a:pt x="2574968" y="200515"/>
                  <a:pt x="2625475" y="200515"/>
                </a:cubicBezTo>
                <a:cubicBezTo>
                  <a:pt x="2676563" y="200515"/>
                  <a:pt x="2702109" y="225469"/>
                  <a:pt x="2725913" y="247521"/>
                </a:cubicBezTo>
                <a:cubicBezTo>
                  <a:pt x="2746233" y="267325"/>
                  <a:pt x="2764773" y="284906"/>
                  <a:pt x="2797875" y="288992"/>
                </a:cubicBezTo>
                <a:lnTo>
                  <a:pt x="2812992" y="289884"/>
                </a:lnTo>
                <a:lnTo>
                  <a:pt x="2828318" y="288992"/>
                </a:lnTo>
                <a:cubicBezTo>
                  <a:pt x="2861804" y="284906"/>
                  <a:pt x="2880408" y="267325"/>
                  <a:pt x="2901235" y="247521"/>
                </a:cubicBezTo>
                <a:cubicBezTo>
                  <a:pt x="2923123" y="226847"/>
                  <a:pt x="2946934" y="203623"/>
                  <a:pt x="2991443" y="200801"/>
                </a:cubicBezTo>
                <a:lnTo>
                  <a:pt x="3000626" y="200515"/>
                </a:lnTo>
                <a:lnTo>
                  <a:pt x="3009923" y="200801"/>
                </a:lnTo>
                <a:cubicBezTo>
                  <a:pt x="3054969" y="203623"/>
                  <a:pt x="3078845" y="226847"/>
                  <a:pt x="3101189" y="247521"/>
                </a:cubicBezTo>
                <a:cubicBezTo>
                  <a:pt x="3121535" y="267325"/>
                  <a:pt x="3140099" y="284906"/>
                  <a:pt x="3173240" y="288992"/>
                </a:cubicBezTo>
                <a:lnTo>
                  <a:pt x="3188383" y="289884"/>
                </a:lnTo>
                <a:lnTo>
                  <a:pt x="3203698" y="288992"/>
                </a:lnTo>
                <a:cubicBezTo>
                  <a:pt x="3237185" y="284906"/>
                  <a:pt x="3255727" y="267325"/>
                  <a:pt x="3276045" y="247521"/>
                </a:cubicBezTo>
                <a:cubicBezTo>
                  <a:pt x="3298360" y="226847"/>
                  <a:pt x="3322206" y="203623"/>
                  <a:pt x="3366716" y="200801"/>
                </a:cubicBezTo>
                <a:lnTo>
                  <a:pt x="3375899" y="200515"/>
                </a:lnTo>
                <a:lnTo>
                  <a:pt x="3385185" y="200801"/>
                </a:lnTo>
                <a:cubicBezTo>
                  <a:pt x="3430174" y="203623"/>
                  <a:pt x="3454019" y="226847"/>
                  <a:pt x="3476334" y="247521"/>
                </a:cubicBezTo>
                <a:cubicBezTo>
                  <a:pt x="3496653" y="267325"/>
                  <a:pt x="3515194" y="284906"/>
                  <a:pt x="3548293" y="288992"/>
                </a:cubicBezTo>
                <a:lnTo>
                  <a:pt x="3563416" y="289884"/>
                </a:lnTo>
                <a:lnTo>
                  <a:pt x="3578751" y="288992"/>
                </a:lnTo>
                <a:cubicBezTo>
                  <a:pt x="3612281" y="284906"/>
                  <a:pt x="3630846" y="267325"/>
                  <a:pt x="3651191" y="247521"/>
                </a:cubicBezTo>
                <a:cubicBezTo>
                  <a:pt x="3673534" y="226847"/>
                  <a:pt x="3697411" y="203623"/>
                  <a:pt x="3741978" y="200801"/>
                </a:cubicBezTo>
                <a:lnTo>
                  <a:pt x="3751173" y="200515"/>
                </a:lnTo>
                <a:lnTo>
                  <a:pt x="3760459" y="200801"/>
                </a:lnTo>
                <a:cubicBezTo>
                  <a:pt x="3805447" y="203623"/>
                  <a:pt x="3829293" y="226847"/>
                  <a:pt x="3851608" y="247521"/>
                </a:cubicBezTo>
                <a:cubicBezTo>
                  <a:pt x="3871927" y="267325"/>
                  <a:pt x="3890468" y="284906"/>
                  <a:pt x="3923566" y="288992"/>
                </a:cubicBezTo>
                <a:lnTo>
                  <a:pt x="3938689" y="289884"/>
                </a:lnTo>
                <a:lnTo>
                  <a:pt x="3944937" y="289520"/>
                </a:lnTo>
                <a:lnTo>
                  <a:pt x="3944937" y="307687"/>
                </a:lnTo>
                <a:lnTo>
                  <a:pt x="3938690" y="307874"/>
                </a:lnTo>
                <a:lnTo>
                  <a:pt x="3938689" y="307874"/>
                </a:lnTo>
                <a:lnTo>
                  <a:pt x="3929507" y="307595"/>
                </a:lnTo>
                <a:cubicBezTo>
                  <a:pt x="3884996" y="304835"/>
                  <a:pt x="3861151" y="282086"/>
                  <a:pt x="3838836" y="260869"/>
                </a:cubicBezTo>
                <a:cubicBezTo>
                  <a:pt x="3818517" y="241065"/>
                  <a:pt x="3799975" y="223484"/>
                  <a:pt x="3766489" y="219397"/>
                </a:cubicBezTo>
                <a:lnTo>
                  <a:pt x="3751173" y="218505"/>
                </a:lnTo>
                <a:lnTo>
                  <a:pt x="3736030" y="219397"/>
                </a:lnTo>
                <a:cubicBezTo>
                  <a:pt x="3702890" y="223484"/>
                  <a:pt x="3684325" y="241065"/>
                  <a:pt x="3663979" y="260869"/>
                </a:cubicBezTo>
                <a:cubicBezTo>
                  <a:pt x="3641636" y="282086"/>
                  <a:pt x="3617760" y="304835"/>
                  <a:pt x="3572713" y="307595"/>
                </a:cubicBezTo>
                <a:lnTo>
                  <a:pt x="3563416" y="307874"/>
                </a:lnTo>
                <a:lnTo>
                  <a:pt x="3554233" y="307595"/>
                </a:lnTo>
                <a:cubicBezTo>
                  <a:pt x="3509722" y="304835"/>
                  <a:pt x="3485877" y="282086"/>
                  <a:pt x="3463562" y="260869"/>
                </a:cubicBezTo>
                <a:cubicBezTo>
                  <a:pt x="3443243" y="241065"/>
                  <a:pt x="3424701" y="223484"/>
                  <a:pt x="3391215" y="219397"/>
                </a:cubicBezTo>
                <a:lnTo>
                  <a:pt x="3375899" y="218505"/>
                </a:lnTo>
                <a:lnTo>
                  <a:pt x="3360776" y="219397"/>
                </a:lnTo>
                <a:cubicBezTo>
                  <a:pt x="3327678" y="223484"/>
                  <a:pt x="3309137" y="241065"/>
                  <a:pt x="3288817" y="260869"/>
                </a:cubicBezTo>
                <a:cubicBezTo>
                  <a:pt x="3266503" y="282086"/>
                  <a:pt x="3242657" y="304835"/>
                  <a:pt x="3197668" y="307595"/>
                </a:cubicBezTo>
                <a:lnTo>
                  <a:pt x="3188383" y="307874"/>
                </a:lnTo>
                <a:lnTo>
                  <a:pt x="3179188" y="307595"/>
                </a:lnTo>
                <a:cubicBezTo>
                  <a:pt x="3134620" y="304835"/>
                  <a:pt x="3110744" y="282086"/>
                  <a:pt x="3088401" y="260869"/>
                </a:cubicBezTo>
                <a:cubicBezTo>
                  <a:pt x="3068055" y="241065"/>
                  <a:pt x="3049490" y="223484"/>
                  <a:pt x="3015961" y="219397"/>
                </a:cubicBezTo>
                <a:lnTo>
                  <a:pt x="3000626" y="218505"/>
                </a:lnTo>
                <a:lnTo>
                  <a:pt x="2985502" y="219397"/>
                </a:lnTo>
                <a:cubicBezTo>
                  <a:pt x="2952403" y="223484"/>
                  <a:pt x="2933863" y="241065"/>
                  <a:pt x="2913429" y="260869"/>
                </a:cubicBezTo>
                <a:cubicBezTo>
                  <a:pt x="2891112" y="282086"/>
                  <a:pt x="2867269" y="304835"/>
                  <a:pt x="2822285" y="307595"/>
                </a:cubicBezTo>
                <a:lnTo>
                  <a:pt x="2812992" y="307874"/>
                </a:lnTo>
                <a:lnTo>
                  <a:pt x="2803817" y="307595"/>
                </a:lnTo>
                <a:cubicBezTo>
                  <a:pt x="2759309" y="304835"/>
                  <a:pt x="2735489" y="282086"/>
                  <a:pt x="2713719" y="260869"/>
                </a:cubicBezTo>
                <a:cubicBezTo>
                  <a:pt x="2689916" y="238236"/>
                  <a:pt x="2669016" y="218505"/>
                  <a:pt x="2625475" y="218505"/>
                </a:cubicBezTo>
                <a:cubicBezTo>
                  <a:pt x="2582521" y="218505"/>
                  <a:pt x="2561615" y="238236"/>
                  <a:pt x="2538398" y="260869"/>
                </a:cubicBezTo>
                <a:cubicBezTo>
                  <a:pt x="2516079" y="282086"/>
                  <a:pt x="2492239" y="304835"/>
                  <a:pt x="2447253" y="307595"/>
                </a:cubicBezTo>
                <a:lnTo>
                  <a:pt x="2437959" y="307874"/>
                </a:lnTo>
                <a:lnTo>
                  <a:pt x="2428768" y="307595"/>
                </a:lnTo>
                <a:cubicBezTo>
                  <a:pt x="2384205" y="304835"/>
                  <a:pt x="2360364" y="282086"/>
                  <a:pt x="2338559" y="260869"/>
                </a:cubicBezTo>
                <a:cubicBezTo>
                  <a:pt x="2318221" y="241065"/>
                  <a:pt x="2299203" y="223484"/>
                  <a:pt x="2265570" y="219397"/>
                </a:cubicBezTo>
                <a:lnTo>
                  <a:pt x="2250202" y="218505"/>
                </a:lnTo>
                <a:lnTo>
                  <a:pt x="2235078" y="219397"/>
                </a:lnTo>
                <a:cubicBezTo>
                  <a:pt x="2201989" y="223484"/>
                  <a:pt x="2183438" y="241065"/>
                  <a:pt x="2163119" y="260869"/>
                </a:cubicBezTo>
                <a:cubicBezTo>
                  <a:pt x="2140811" y="282086"/>
                  <a:pt x="2116959" y="304835"/>
                  <a:pt x="2071970" y="307595"/>
                </a:cubicBezTo>
                <a:lnTo>
                  <a:pt x="2062687" y="307874"/>
                </a:lnTo>
                <a:lnTo>
                  <a:pt x="2053502" y="307595"/>
                </a:lnTo>
                <a:cubicBezTo>
                  <a:pt x="2008993" y="304835"/>
                  <a:pt x="1985187" y="282086"/>
                  <a:pt x="1963418" y="260869"/>
                </a:cubicBezTo>
                <a:cubicBezTo>
                  <a:pt x="1943099" y="241065"/>
                  <a:pt x="1924106" y="223484"/>
                  <a:pt x="1890508" y="219397"/>
                </a:cubicBezTo>
                <a:lnTo>
                  <a:pt x="1875171" y="218505"/>
                </a:lnTo>
                <a:lnTo>
                  <a:pt x="1860044" y="219397"/>
                </a:lnTo>
                <a:cubicBezTo>
                  <a:pt x="1826946" y="223484"/>
                  <a:pt x="1808405" y="241065"/>
                  <a:pt x="1788085" y="260869"/>
                </a:cubicBezTo>
                <a:cubicBezTo>
                  <a:pt x="1765780" y="282086"/>
                  <a:pt x="1741925" y="304835"/>
                  <a:pt x="1696936" y="307595"/>
                </a:cubicBezTo>
                <a:lnTo>
                  <a:pt x="1687656" y="307874"/>
                </a:lnTo>
                <a:lnTo>
                  <a:pt x="1678456" y="307595"/>
                </a:lnTo>
                <a:cubicBezTo>
                  <a:pt x="1633891" y="304835"/>
                  <a:pt x="1610048" y="282086"/>
                  <a:pt x="1588259" y="260869"/>
                </a:cubicBezTo>
                <a:cubicBezTo>
                  <a:pt x="1567905" y="241065"/>
                  <a:pt x="1548904" y="223484"/>
                  <a:pt x="1515254" y="219397"/>
                </a:cubicBezTo>
                <a:lnTo>
                  <a:pt x="1499902" y="218505"/>
                </a:lnTo>
                <a:lnTo>
                  <a:pt x="1484938" y="219397"/>
                </a:lnTo>
                <a:cubicBezTo>
                  <a:pt x="1452117" y="223484"/>
                  <a:pt x="1433131" y="241065"/>
                  <a:pt x="1412811" y="260869"/>
                </a:cubicBezTo>
                <a:cubicBezTo>
                  <a:pt x="1389009" y="283501"/>
                  <a:pt x="1363465" y="307874"/>
                  <a:pt x="1312377" y="307874"/>
                </a:cubicBezTo>
                <a:cubicBezTo>
                  <a:pt x="1261869" y="307874"/>
                  <a:pt x="1236325" y="283501"/>
                  <a:pt x="1213103" y="260869"/>
                </a:cubicBezTo>
                <a:cubicBezTo>
                  <a:pt x="1192784" y="241065"/>
                  <a:pt x="1173800" y="223484"/>
                  <a:pt x="1140203" y="219397"/>
                </a:cubicBezTo>
                <a:lnTo>
                  <a:pt x="1124860" y="218505"/>
                </a:lnTo>
                <a:lnTo>
                  <a:pt x="1109907" y="219397"/>
                </a:lnTo>
                <a:cubicBezTo>
                  <a:pt x="1077083" y="223484"/>
                  <a:pt x="1058099" y="241065"/>
                  <a:pt x="1037780" y="260869"/>
                </a:cubicBezTo>
                <a:cubicBezTo>
                  <a:pt x="1014563" y="283501"/>
                  <a:pt x="988431" y="307874"/>
                  <a:pt x="937343" y="307874"/>
                </a:cubicBezTo>
                <a:cubicBezTo>
                  <a:pt x="887352" y="307874"/>
                  <a:pt x="861195" y="283501"/>
                  <a:pt x="837942" y="260869"/>
                </a:cubicBezTo>
                <a:cubicBezTo>
                  <a:pt x="817603" y="241065"/>
                  <a:pt x="798587" y="223484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4"/>
                  <a:pt x="682831" y="241065"/>
                  <a:pt x="662511" y="260869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9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9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10" y="307874"/>
                  <a:pt x="111466" y="283501"/>
                  <a:pt x="87664" y="260869"/>
                </a:cubicBezTo>
                <a:cubicBezTo>
                  <a:pt x="64441" y="238236"/>
                  <a:pt x="42962" y="218505"/>
                  <a:pt x="0" y="218505"/>
                </a:cubicBezTo>
                <a:close/>
                <a:moveTo>
                  <a:pt x="0" y="99897"/>
                </a:moveTo>
                <a:cubicBezTo>
                  <a:pt x="50509" y="99897"/>
                  <a:pt x="76634" y="124325"/>
                  <a:pt x="99855" y="147008"/>
                </a:cubicBezTo>
                <a:cubicBezTo>
                  <a:pt x="123077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7"/>
                </a:lnTo>
                <a:cubicBezTo>
                  <a:pt x="803998" y="102943"/>
                  <a:pt x="828351" y="125742"/>
                  <a:pt x="850154" y="147008"/>
                </a:cubicBezTo>
                <a:cubicBezTo>
                  <a:pt x="873408" y="169691"/>
                  <a:pt x="894909" y="189466"/>
                  <a:pt x="937343" y="189466"/>
                </a:cubicBezTo>
                <a:cubicBezTo>
                  <a:pt x="980892" y="189466"/>
                  <a:pt x="1002368" y="169691"/>
                  <a:pt x="1025586" y="147008"/>
                </a:cubicBezTo>
                <a:cubicBezTo>
                  <a:pt x="1047357" y="126288"/>
                  <a:pt x="1071175" y="103012"/>
                  <a:pt x="1115684" y="100183"/>
                </a:cubicBezTo>
                <a:lnTo>
                  <a:pt x="1124860" y="99897"/>
                </a:lnTo>
                <a:lnTo>
                  <a:pt x="1134151" y="100177"/>
                </a:lnTo>
                <a:cubicBezTo>
                  <a:pt x="1179136" y="102943"/>
                  <a:pt x="1202980" y="125742"/>
                  <a:pt x="1225295" y="147008"/>
                </a:cubicBezTo>
                <a:cubicBezTo>
                  <a:pt x="1248517" y="169691"/>
                  <a:pt x="1270006" y="189466"/>
                  <a:pt x="1312377" y="189466"/>
                </a:cubicBezTo>
                <a:cubicBezTo>
                  <a:pt x="1355923" y="189466"/>
                  <a:pt x="1377398" y="169691"/>
                  <a:pt x="1400620" y="147008"/>
                </a:cubicBezTo>
                <a:cubicBezTo>
                  <a:pt x="1422391" y="126288"/>
                  <a:pt x="1446206" y="103012"/>
                  <a:pt x="1490715" y="100183"/>
                </a:cubicBezTo>
                <a:lnTo>
                  <a:pt x="1499902" y="99897"/>
                </a:lnTo>
                <a:lnTo>
                  <a:pt x="1509200" y="100177"/>
                </a:lnTo>
                <a:cubicBezTo>
                  <a:pt x="1554240" y="102943"/>
                  <a:pt x="1578118" y="125742"/>
                  <a:pt x="1600457" y="147008"/>
                </a:cubicBezTo>
                <a:cubicBezTo>
                  <a:pt x="1620811" y="166856"/>
                  <a:pt x="1639813" y="184477"/>
                  <a:pt x="1672675" y="188572"/>
                </a:cubicBezTo>
                <a:lnTo>
                  <a:pt x="1687656" y="189466"/>
                </a:lnTo>
                <a:lnTo>
                  <a:pt x="1702991" y="188572"/>
                </a:lnTo>
                <a:cubicBezTo>
                  <a:pt x="1736589" y="184477"/>
                  <a:pt x="1755583" y="166856"/>
                  <a:pt x="1775902" y="147008"/>
                </a:cubicBezTo>
                <a:cubicBezTo>
                  <a:pt x="1797671" y="126288"/>
                  <a:pt x="1821477" y="103012"/>
                  <a:pt x="1865985" y="100183"/>
                </a:cubicBezTo>
                <a:lnTo>
                  <a:pt x="1875171" y="99897"/>
                </a:lnTo>
                <a:lnTo>
                  <a:pt x="1884453" y="100177"/>
                </a:lnTo>
                <a:cubicBezTo>
                  <a:pt x="1929442" y="102943"/>
                  <a:pt x="1953295" y="125742"/>
                  <a:pt x="1975602" y="147008"/>
                </a:cubicBezTo>
                <a:cubicBezTo>
                  <a:pt x="1995922" y="166856"/>
                  <a:pt x="2014463" y="184477"/>
                  <a:pt x="2047561" y="188572"/>
                </a:cubicBezTo>
                <a:lnTo>
                  <a:pt x="2062687" y="189466"/>
                </a:lnTo>
                <a:lnTo>
                  <a:pt x="2078025" y="188572"/>
                </a:lnTo>
                <a:cubicBezTo>
                  <a:pt x="2111623" y="184477"/>
                  <a:pt x="2130614" y="166856"/>
                  <a:pt x="2150933" y="147008"/>
                </a:cubicBezTo>
                <a:cubicBezTo>
                  <a:pt x="2172701" y="126288"/>
                  <a:pt x="2196510" y="103012"/>
                  <a:pt x="2241019" y="100183"/>
                </a:cubicBezTo>
                <a:lnTo>
                  <a:pt x="2250202" y="99897"/>
                </a:lnTo>
                <a:lnTo>
                  <a:pt x="2259500" y="100177"/>
                </a:lnTo>
                <a:cubicBezTo>
                  <a:pt x="2304545" y="102943"/>
                  <a:pt x="2328421" y="125742"/>
                  <a:pt x="2350772" y="147008"/>
                </a:cubicBezTo>
                <a:cubicBezTo>
                  <a:pt x="2371110" y="166856"/>
                  <a:pt x="2389675" y="184477"/>
                  <a:pt x="2422815" y="188572"/>
                </a:cubicBezTo>
                <a:lnTo>
                  <a:pt x="2437959" y="189466"/>
                </a:lnTo>
                <a:lnTo>
                  <a:pt x="2453275" y="188572"/>
                </a:lnTo>
                <a:cubicBezTo>
                  <a:pt x="2486774" y="184477"/>
                  <a:pt x="2505375" y="166856"/>
                  <a:pt x="2526203" y="147008"/>
                </a:cubicBezTo>
                <a:cubicBezTo>
                  <a:pt x="2549424" y="124906"/>
                  <a:pt x="2574968" y="99897"/>
                  <a:pt x="2625475" y="99897"/>
                </a:cubicBezTo>
                <a:cubicBezTo>
                  <a:pt x="2676563" y="99897"/>
                  <a:pt x="2702109" y="124325"/>
                  <a:pt x="2725913" y="147008"/>
                </a:cubicBezTo>
                <a:cubicBezTo>
                  <a:pt x="2746233" y="166856"/>
                  <a:pt x="2764773" y="184477"/>
                  <a:pt x="2797875" y="188572"/>
                </a:cubicBezTo>
                <a:lnTo>
                  <a:pt x="2812992" y="189466"/>
                </a:lnTo>
                <a:lnTo>
                  <a:pt x="2828318" y="188572"/>
                </a:lnTo>
                <a:cubicBezTo>
                  <a:pt x="2861804" y="184477"/>
                  <a:pt x="2880408" y="166856"/>
                  <a:pt x="2901235" y="147008"/>
                </a:cubicBezTo>
                <a:cubicBezTo>
                  <a:pt x="2923117" y="126288"/>
                  <a:pt x="2946928" y="103012"/>
                  <a:pt x="2991437" y="100183"/>
                </a:cubicBezTo>
                <a:lnTo>
                  <a:pt x="3000620" y="99897"/>
                </a:lnTo>
                <a:lnTo>
                  <a:pt x="3009917" y="100177"/>
                </a:lnTo>
                <a:cubicBezTo>
                  <a:pt x="3054964" y="102943"/>
                  <a:pt x="3078839" y="125742"/>
                  <a:pt x="3101183" y="147008"/>
                </a:cubicBezTo>
                <a:cubicBezTo>
                  <a:pt x="3121528" y="166856"/>
                  <a:pt x="3140093" y="184477"/>
                  <a:pt x="3173234" y="188572"/>
                </a:cubicBezTo>
                <a:lnTo>
                  <a:pt x="3188377" y="189466"/>
                </a:lnTo>
                <a:lnTo>
                  <a:pt x="3203692" y="188572"/>
                </a:lnTo>
                <a:cubicBezTo>
                  <a:pt x="3237179" y="184477"/>
                  <a:pt x="3255721" y="166856"/>
                  <a:pt x="3276039" y="147008"/>
                </a:cubicBezTo>
                <a:cubicBezTo>
                  <a:pt x="3298354" y="126288"/>
                  <a:pt x="3322200" y="103012"/>
                  <a:pt x="3366710" y="100183"/>
                </a:cubicBezTo>
                <a:lnTo>
                  <a:pt x="3375893" y="99897"/>
                </a:lnTo>
                <a:lnTo>
                  <a:pt x="3385179" y="100177"/>
                </a:lnTo>
                <a:cubicBezTo>
                  <a:pt x="3430168" y="102943"/>
                  <a:pt x="3454013" y="125742"/>
                  <a:pt x="3476328" y="147008"/>
                </a:cubicBezTo>
                <a:cubicBezTo>
                  <a:pt x="3496647" y="166856"/>
                  <a:pt x="3515188" y="184477"/>
                  <a:pt x="3548287" y="188572"/>
                </a:cubicBezTo>
                <a:lnTo>
                  <a:pt x="3563410" y="189466"/>
                </a:lnTo>
                <a:lnTo>
                  <a:pt x="3578745" y="188572"/>
                </a:lnTo>
                <a:cubicBezTo>
                  <a:pt x="3612275" y="184477"/>
                  <a:pt x="3630840" y="166856"/>
                  <a:pt x="3651185" y="147008"/>
                </a:cubicBezTo>
                <a:cubicBezTo>
                  <a:pt x="3673528" y="126288"/>
                  <a:pt x="3697405" y="103012"/>
                  <a:pt x="3741972" y="100183"/>
                </a:cubicBezTo>
                <a:lnTo>
                  <a:pt x="3751167" y="99897"/>
                </a:lnTo>
                <a:lnTo>
                  <a:pt x="3760453" y="100177"/>
                </a:lnTo>
                <a:cubicBezTo>
                  <a:pt x="3805441" y="102943"/>
                  <a:pt x="3829287" y="125742"/>
                  <a:pt x="3851602" y="147008"/>
                </a:cubicBezTo>
                <a:cubicBezTo>
                  <a:pt x="3871921" y="166856"/>
                  <a:pt x="3890462" y="184477"/>
                  <a:pt x="3923560" y="188572"/>
                </a:cubicBezTo>
                <a:lnTo>
                  <a:pt x="3938684" y="189466"/>
                </a:lnTo>
                <a:lnTo>
                  <a:pt x="3944937" y="189101"/>
                </a:lnTo>
                <a:lnTo>
                  <a:pt x="3944937" y="207308"/>
                </a:lnTo>
                <a:lnTo>
                  <a:pt x="3938684" y="207496"/>
                </a:lnTo>
                <a:lnTo>
                  <a:pt x="3929501" y="207216"/>
                </a:lnTo>
                <a:cubicBezTo>
                  <a:pt x="3884990" y="204450"/>
                  <a:pt x="3861145" y="181651"/>
                  <a:pt x="3838830" y="160385"/>
                </a:cubicBezTo>
                <a:cubicBezTo>
                  <a:pt x="3818511" y="140537"/>
                  <a:pt x="3799969" y="122916"/>
                  <a:pt x="3766483" y="118821"/>
                </a:cubicBezTo>
                <a:lnTo>
                  <a:pt x="3751167" y="117927"/>
                </a:lnTo>
                <a:lnTo>
                  <a:pt x="3736024" y="118821"/>
                </a:lnTo>
                <a:cubicBezTo>
                  <a:pt x="3702883" y="122916"/>
                  <a:pt x="3684319" y="140537"/>
                  <a:pt x="3663973" y="160385"/>
                </a:cubicBezTo>
                <a:cubicBezTo>
                  <a:pt x="3641630" y="181651"/>
                  <a:pt x="3617754" y="204450"/>
                  <a:pt x="3572708" y="207216"/>
                </a:cubicBezTo>
                <a:lnTo>
                  <a:pt x="3563410" y="207496"/>
                </a:lnTo>
                <a:lnTo>
                  <a:pt x="3554227" y="207216"/>
                </a:lnTo>
                <a:cubicBezTo>
                  <a:pt x="3509716" y="204450"/>
                  <a:pt x="3485871" y="181651"/>
                  <a:pt x="3463556" y="160385"/>
                </a:cubicBezTo>
                <a:cubicBezTo>
                  <a:pt x="3443237" y="140537"/>
                  <a:pt x="3424695" y="122916"/>
                  <a:pt x="3391209" y="118821"/>
                </a:cubicBezTo>
                <a:lnTo>
                  <a:pt x="3375893" y="117927"/>
                </a:lnTo>
                <a:lnTo>
                  <a:pt x="3360770" y="118821"/>
                </a:lnTo>
                <a:cubicBezTo>
                  <a:pt x="3327672" y="122916"/>
                  <a:pt x="3309131" y="140537"/>
                  <a:pt x="3288811" y="160385"/>
                </a:cubicBezTo>
                <a:cubicBezTo>
                  <a:pt x="3266497" y="181651"/>
                  <a:pt x="3242651" y="204450"/>
                  <a:pt x="3197662" y="207216"/>
                </a:cubicBezTo>
                <a:lnTo>
                  <a:pt x="3188377" y="207496"/>
                </a:lnTo>
                <a:lnTo>
                  <a:pt x="3179182" y="207216"/>
                </a:lnTo>
                <a:cubicBezTo>
                  <a:pt x="3134614" y="204450"/>
                  <a:pt x="3110738" y="181651"/>
                  <a:pt x="3088395" y="160385"/>
                </a:cubicBezTo>
                <a:cubicBezTo>
                  <a:pt x="3068049" y="140537"/>
                  <a:pt x="3049485" y="122916"/>
                  <a:pt x="3015955" y="118821"/>
                </a:cubicBezTo>
                <a:lnTo>
                  <a:pt x="3000620" y="117927"/>
                </a:lnTo>
                <a:lnTo>
                  <a:pt x="2985496" y="118821"/>
                </a:lnTo>
                <a:cubicBezTo>
                  <a:pt x="2952398" y="122916"/>
                  <a:pt x="2933857" y="140537"/>
                  <a:pt x="2913429" y="160385"/>
                </a:cubicBezTo>
                <a:cubicBezTo>
                  <a:pt x="2891112" y="181651"/>
                  <a:pt x="2867269" y="204450"/>
                  <a:pt x="2822285" y="207216"/>
                </a:cubicBezTo>
                <a:lnTo>
                  <a:pt x="2812992" y="207496"/>
                </a:lnTo>
                <a:lnTo>
                  <a:pt x="2803817" y="207216"/>
                </a:lnTo>
                <a:cubicBezTo>
                  <a:pt x="2759309" y="204450"/>
                  <a:pt x="2735489" y="181651"/>
                  <a:pt x="2713719" y="160385"/>
                </a:cubicBezTo>
                <a:cubicBezTo>
                  <a:pt x="2689916" y="137702"/>
                  <a:pt x="2669016" y="117927"/>
                  <a:pt x="2625475" y="117927"/>
                </a:cubicBezTo>
                <a:cubicBezTo>
                  <a:pt x="2582521" y="117927"/>
                  <a:pt x="2561615" y="137702"/>
                  <a:pt x="2538398" y="160385"/>
                </a:cubicBezTo>
                <a:cubicBezTo>
                  <a:pt x="2516079" y="181651"/>
                  <a:pt x="2492239" y="204450"/>
                  <a:pt x="2447253" y="207216"/>
                </a:cubicBezTo>
                <a:lnTo>
                  <a:pt x="2437959" y="207496"/>
                </a:lnTo>
                <a:lnTo>
                  <a:pt x="2428768" y="207216"/>
                </a:lnTo>
                <a:cubicBezTo>
                  <a:pt x="2384205" y="204450"/>
                  <a:pt x="2360364" y="181651"/>
                  <a:pt x="2338559" y="160385"/>
                </a:cubicBezTo>
                <a:cubicBezTo>
                  <a:pt x="2318221" y="140537"/>
                  <a:pt x="2299203" y="122916"/>
                  <a:pt x="2265570" y="118821"/>
                </a:cubicBezTo>
                <a:lnTo>
                  <a:pt x="2250202" y="117927"/>
                </a:lnTo>
                <a:lnTo>
                  <a:pt x="2235078" y="118821"/>
                </a:lnTo>
                <a:cubicBezTo>
                  <a:pt x="2201989" y="122916"/>
                  <a:pt x="2183438" y="140537"/>
                  <a:pt x="2163119" y="160385"/>
                </a:cubicBezTo>
                <a:cubicBezTo>
                  <a:pt x="2140811" y="181651"/>
                  <a:pt x="2116959" y="204450"/>
                  <a:pt x="2071970" y="207216"/>
                </a:cubicBezTo>
                <a:lnTo>
                  <a:pt x="2062687" y="207496"/>
                </a:lnTo>
                <a:lnTo>
                  <a:pt x="2053502" y="207216"/>
                </a:lnTo>
                <a:cubicBezTo>
                  <a:pt x="2008993" y="204450"/>
                  <a:pt x="1985187" y="181651"/>
                  <a:pt x="1963418" y="160385"/>
                </a:cubicBezTo>
                <a:cubicBezTo>
                  <a:pt x="1943099" y="140537"/>
                  <a:pt x="1924106" y="122916"/>
                  <a:pt x="1890508" y="118821"/>
                </a:cubicBezTo>
                <a:lnTo>
                  <a:pt x="1875171" y="117927"/>
                </a:lnTo>
                <a:lnTo>
                  <a:pt x="1860044" y="118821"/>
                </a:lnTo>
                <a:cubicBezTo>
                  <a:pt x="1826946" y="122916"/>
                  <a:pt x="1808405" y="140537"/>
                  <a:pt x="1788085" y="160385"/>
                </a:cubicBezTo>
                <a:cubicBezTo>
                  <a:pt x="1765780" y="181651"/>
                  <a:pt x="1741925" y="204450"/>
                  <a:pt x="1696936" y="207216"/>
                </a:cubicBezTo>
                <a:lnTo>
                  <a:pt x="1687656" y="207496"/>
                </a:lnTo>
                <a:lnTo>
                  <a:pt x="1678456" y="207216"/>
                </a:lnTo>
                <a:cubicBezTo>
                  <a:pt x="1633891" y="204450"/>
                  <a:pt x="1610048" y="181651"/>
                  <a:pt x="1588259" y="160385"/>
                </a:cubicBezTo>
                <a:cubicBezTo>
                  <a:pt x="1567905" y="140537"/>
                  <a:pt x="1548904" y="122916"/>
                  <a:pt x="1515254" y="118821"/>
                </a:cubicBezTo>
                <a:lnTo>
                  <a:pt x="1499902" y="117927"/>
                </a:lnTo>
                <a:lnTo>
                  <a:pt x="1484938" y="118821"/>
                </a:lnTo>
                <a:cubicBezTo>
                  <a:pt x="1452117" y="122916"/>
                  <a:pt x="1433131" y="140537"/>
                  <a:pt x="1412811" y="160385"/>
                </a:cubicBezTo>
                <a:cubicBezTo>
                  <a:pt x="1389009" y="183068"/>
                  <a:pt x="1363465" y="207496"/>
                  <a:pt x="1312377" y="207496"/>
                </a:cubicBezTo>
                <a:cubicBezTo>
                  <a:pt x="1261869" y="207496"/>
                  <a:pt x="1236325" y="183068"/>
                  <a:pt x="1213103" y="160385"/>
                </a:cubicBezTo>
                <a:cubicBezTo>
                  <a:pt x="1192784" y="140537"/>
                  <a:pt x="1173800" y="122916"/>
                  <a:pt x="1140203" y="118821"/>
                </a:cubicBezTo>
                <a:lnTo>
                  <a:pt x="1124860" y="117927"/>
                </a:lnTo>
                <a:lnTo>
                  <a:pt x="1109907" y="118821"/>
                </a:lnTo>
                <a:cubicBezTo>
                  <a:pt x="1077083" y="122916"/>
                  <a:pt x="1058099" y="140537"/>
                  <a:pt x="1037780" y="160385"/>
                </a:cubicBezTo>
                <a:cubicBezTo>
                  <a:pt x="1014563" y="183068"/>
                  <a:pt x="988431" y="207496"/>
                  <a:pt x="937343" y="207496"/>
                </a:cubicBezTo>
                <a:cubicBezTo>
                  <a:pt x="887352" y="207496"/>
                  <a:pt x="861195" y="183068"/>
                  <a:pt x="837942" y="160385"/>
                </a:cubicBezTo>
                <a:cubicBezTo>
                  <a:pt x="817603" y="140537"/>
                  <a:pt x="798587" y="122916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10" y="207496"/>
                  <a:pt x="111466" y="183068"/>
                  <a:pt x="87664" y="160385"/>
                </a:cubicBezTo>
                <a:cubicBezTo>
                  <a:pt x="64441" y="137702"/>
                  <a:pt x="42962" y="117927"/>
                  <a:pt x="0" y="117927"/>
                </a:cubicBezTo>
                <a:close/>
                <a:moveTo>
                  <a:pt x="0" y="0"/>
                </a:moveTo>
                <a:cubicBezTo>
                  <a:pt x="50509" y="0"/>
                  <a:pt x="76634" y="24987"/>
                  <a:pt x="99855" y="47649"/>
                </a:cubicBezTo>
                <a:cubicBezTo>
                  <a:pt x="123077" y="69730"/>
                  <a:pt x="144556" y="90068"/>
                  <a:pt x="187517" y="90068"/>
                </a:cubicBezTo>
                <a:cubicBezTo>
                  <a:pt x="230477" y="90068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1" y="47649"/>
                </a:cubicBezTo>
                <a:cubicBezTo>
                  <a:pt x="498175" y="69730"/>
                  <a:pt x="519667" y="90068"/>
                  <a:pt x="562069" y="90068"/>
                </a:cubicBezTo>
                <a:cubicBezTo>
                  <a:pt x="605610" y="90068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800739" y="0"/>
                  <a:pt x="826901" y="24987"/>
                  <a:pt x="850154" y="47649"/>
                </a:cubicBezTo>
                <a:cubicBezTo>
                  <a:pt x="873408" y="69730"/>
                  <a:pt x="894909" y="90068"/>
                  <a:pt x="937343" y="90068"/>
                </a:cubicBezTo>
                <a:cubicBezTo>
                  <a:pt x="980892" y="90068"/>
                  <a:pt x="1002368" y="69730"/>
                  <a:pt x="1025586" y="47649"/>
                </a:cubicBezTo>
                <a:cubicBezTo>
                  <a:pt x="1047357" y="26403"/>
                  <a:pt x="1071175" y="3114"/>
                  <a:pt x="1115684" y="286"/>
                </a:cubicBezTo>
                <a:lnTo>
                  <a:pt x="1124860" y="0"/>
                </a:lnTo>
                <a:cubicBezTo>
                  <a:pt x="1175948" y="0"/>
                  <a:pt x="1201492" y="24987"/>
                  <a:pt x="1225295" y="47649"/>
                </a:cubicBezTo>
                <a:cubicBezTo>
                  <a:pt x="1248517" y="69730"/>
                  <a:pt x="1270006" y="90068"/>
                  <a:pt x="1312377" y="90068"/>
                </a:cubicBezTo>
                <a:cubicBezTo>
                  <a:pt x="1355923" y="90068"/>
                  <a:pt x="1377398" y="69730"/>
                  <a:pt x="1400620" y="47649"/>
                </a:cubicBezTo>
                <a:cubicBezTo>
                  <a:pt x="1422391" y="26403"/>
                  <a:pt x="1446206" y="3114"/>
                  <a:pt x="1490715" y="286"/>
                </a:cubicBezTo>
                <a:lnTo>
                  <a:pt x="1499902" y="0"/>
                </a:lnTo>
                <a:cubicBezTo>
                  <a:pt x="1551049" y="0"/>
                  <a:pt x="1576632" y="24987"/>
                  <a:pt x="1600457" y="47649"/>
                </a:cubicBezTo>
                <a:cubicBezTo>
                  <a:pt x="1620811" y="66970"/>
                  <a:pt x="1639813" y="84956"/>
                  <a:pt x="1672675" y="89151"/>
                </a:cubicBezTo>
                <a:lnTo>
                  <a:pt x="1687656" y="90068"/>
                </a:lnTo>
                <a:lnTo>
                  <a:pt x="1702991" y="89151"/>
                </a:lnTo>
                <a:cubicBezTo>
                  <a:pt x="1736589" y="84956"/>
                  <a:pt x="1755583" y="66970"/>
                  <a:pt x="1775902" y="47649"/>
                </a:cubicBezTo>
                <a:cubicBezTo>
                  <a:pt x="1797671" y="26403"/>
                  <a:pt x="1821477" y="3114"/>
                  <a:pt x="1865985" y="286"/>
                </a:cubicBezTo>
                <a:lnTo>
                  <a:pt x="1875171" y="0"/>
                </a:lnTo>
                <a:cubicBezTo>
                  <a:pt x="1926263" y="0"/>
                  <a:pt x="1951800" y="24987"/>
                  <a:pt x="1975602" y="47649"/>
                </a:cubicBezTo>
                <a:cubicBezTo>
                  <a:pt x="1995922" y="66970"/>
                  <a:pt x="2014463" y="84956"/>
                  <a:pt x="2047561" y="89151"/>
                </a:cubicBezTo>
                <a:lnTo>
                  <a:pt x="2062687" y="90068"/>
                </a:lnTo>
                <a:lnTo>
                  <a:pt x="2078025" y="89151"/>
                </a:lnTo>
                <a:cubicBezTo>
                  <a:pt x="2111623" y="84956"/>
                  <a:pt x="2130614" y="66970"/>
                  <a:pt x="2150933" y="47649"/>
                </a:cubicBezTo>
                <a:cubicBezTo>
                  <a:pt x="2172701" y="26403"/>
                  <a:pt x="2196510" y="3114"/>
                  <a:pt x="2241019" y="286"/>
                </a:cubicBezTo>
                <a:lnTo>
                  <a:pt x="2250202" y="0"/>
                </a:lnTo>
                <a:cubicBezTo>
                  <a:pt x="2301355" y="0"/>
                  <a:pt x="2326932" y="24987"/>
                  <a:pt x="2350772" y="47649"/>
                </a:cubicBezTo>
                <a:cubicBezTo>
                  <a:pt x="2371110" y="66970"/>
                  <a:pt x="2389675" y="84956"/>
                  <a:pt x="2422815" y="89151"/>
                </a:cubicBezTo>
                <a:lnTo>
                  <a:pt x="2437959" y="90068"/>
                </a:lnTo>
                <a:lnTo>
                  <a:pt x="2453275" y="89151"/>
                </a:lnTo>
                <a:cubicBezTo>
                  <a:pt x="2486774" y="84956"/>
                  <a:pt x="2505375" y="66970"/>
                  <a:pt x="2526203" y="47649"/>
                </a:cubicBezTo>
                <a:cubicBezTo>
                  <a:pt x="2549424" y="24987"/>
                  <a:pt x="2574968" y="0"/>
                  <a:pt x="2625475" y="0"/>
                </a:cubicBezTo>
                <a:cubicBezTo>
                  <a:pt x="2676563" y="0"/>
                  <a:pt x="2702109" y="24987"/>
                  <a:pt x="2725913" y="47649"/>
                </a:cubicBezTo>
                <a:cubicBezTo>
                  <a:pt x="2746233" y="66970"/>
                  <a:pt x="2764773" y="84956"/>
                  <a:pt x="2797875" y="89151"/>
                </a:cubicBezTo>
                <a:lnTo>
                  <a:pt x="2812992" y="90068"/>
                </a:lnTo>
                <a:lnTo>
                  <a:pt x="2828318" y="89151"/>
                </a:lnTo>
                <a:cubicBezTo>
                  <a:pt x="2861804" y="84956"/>
                  <a:pt x="2880408" y="66970"/>
                  <a:pt x="2901235" y="47649"/>
                </a:cubicBezTo>
                <a:cubicBezTo>
                  <a:pt x="2923110" y="26403"/>
                  <a:pt x="2946922" y="3114"/>
                  <a:pt x="2991431" y="286"/>
                </a:cubicBezTo>
                <a:lnTo>
                  <a:pt x="3000614" y="0"/>
                </a:lnTo>
                <a:cubicBezTo>
                  <a:pt x="3051767" y="0"/>
                  <a:pt x="3077344" y="24987"/>
                  <a:pt x="3101177" y="47649"/>
                </a:cubicBezTo>
                <a:cubicBezTo>
                  <a:pt x="3121523" y="66970"/>
                  <a:pt x="3140087" y="84956"/>
                  <a:pt x="3173228" y="89151"/>
                </a:cubicBezTo>
                <a:lnTo>
                  <a:pt x="3188371" y="90068"/>
                </a:lnTo>
                <a:lnTo>
                  <a:pt x="3203686" y="89151"/>
                </a:lnTo>
                <a:cubicBezTo>
                  <a:pt x="3237173" y="84956"/>
                  <a:pt x="3255715" y="66970"/>
                  <a:pt x="3276033" y="47649"/>
                </a:cubicBezTo>
                <a:cubicBezTo>
                  <a:pt x="3298348" y="26403"/>
                  <a:pt x="3322193" y="3114"/>
                  <a:pt x="3366704" y="286"/>
                </a:cubicBezTo>
                <a:lnTo>
                  <a:pt x="3375887" y="0"/>
                </a:lnTo>
                <a:cubicBezTo>
                  <a:pt x="3426975" y="0"/>
                  <a:pt x="3452519" y="24987"/>
                  <a:pt x="3476322" y="47649"/>
                </a:cubicBezTo>
                <a:cubicBezTo>
                  <a:pt x="3496641" y="66970"/>
                  <a:pt x="3515182" y="84956"/>
                  <a:pt x="3548281" y="89151"/>
                </a:cubicBezTo>
                <a:lnTo>
                  <a:pt x="3563404" y="90068"/>
                </a:lnTo>
                <a:lnTo>
                  <a:pt x="3578739" y="89151"/>
                </a:lnTo>
                <a:cubicBezTo>
                  <a:pt x="3612269" y="84956"/>
                  <a:pt x="3630834" y="66970"/>
                  <a:pt x="3651179" y="47649"/>
                </a:cubicBezTo>
                <a:cubicBezTo>
                  <a:pt x="3673523" y="26403"/>
                  <a:pt x="3697399" y="3114"/>
                  <a:pt x="3741966" y="286"/>
                </a:cubicBezTo>
                <a:lnTo>
                  <a:pt x="3751161" y="0"/>
                </a:lnTo>
                <a:cubicBezTo>
                  <a:pt x="3802249" y="0"/>
                  <a:pt x="3827793" y="24987"/>
                  <a:pt x="3851596" y="47649"/>
                </a:cubicBezTo>
                <a:cubicBezTo>
                  <a:pt x="3871915" y="66970"/>
                  <a:pt x="3890456" y="84956"/>
                  <a:pt x="3923554" y="89151"/>
                </a:cubicBezTo>
                <a:lnTo>
                  <a:pt x="3938678" y="90068"/>
                </a:lnTo>
                <a:lnTo>
                  <a:pt x="3944937" y="89693"/>
                </a:lnTo>
                <a:lnTo>
                  <a:pt x="3944937" y="107888"/>
                </a:lnTo>
                <a:lnTo>
                  <a:pt x="3938678" y="108081"/>
                </a:lnTo>
                <a:lnTo>
                  <a:pt x="3929495" y="107795"/>
                </a:lnTo>
                <a:cubicBezTo>
                  <a:pt x="3884984" y="104967"/>
                  <a:pt x="3861139" y="81678"/>
                  <a:pt x="3838824" y="60433"/>
                </a:cubicBezTo>
                <a:cubicBezTo>
                  <a:pt x="3818505" y="41112"/>
                  <a:pt x="3799963" y="23125"/>
                  <a:pt x="3766477" y="18931"/>
                </a:cubicBezTo>
                <a:lnTo>
                  <a:pt x="3751161" y="18014"/>
                </a:lnTo>
                <a:lnTo>
                  <a:pt x="3736018" y="18931"/>
                </a:lnTo>
                <a:cubicBezTo>
                  <a:pt x="3702877" y="23125"/>
                  <a:pt x="3684313" y="41112"/>
                  <a:pt x="3663967" y="60433"/>
                </a:cubicBezTo>
                <a:cubicBezTo>
                  <a:pt x="3641624" y="81678"/>
                  <a:pt x="3617748" y="104967"/>
                  <a:pt x="3572701" y="107795"/>
                </a:cubicBezTo>
                <a:lnTo>
                  <a:pt x="3563404" y="108081"/>
                </a:lnTo>
                <a:lnTo>
                  <a:pt x="3554221" y="107795"/>
                </a:lnTo>
                <a:cubicBezTo>
                  <a:pt x="3509710" y="104967"/>
                  <a:pt x="3485865" y="81678"/>
                  <a:pt x="3463550" y="60433"/>
                </a:cubicBezTo>
                <a:cubicBezTo>
                  <a:pt x="3443231" y="41112"/>
                  <a:pt x="3424690" y="23125"/>
                  <a:pt x="3391203" y="18931"/>
                </a:cubicBezTo>
                <a:lnTo>
                  <a:pt x="3375887" y="18014"/>
                </a:lnTo>
                <a:lnTo>
                  <a:pt x="3360764" y="18931"/>
                </a:lnTo>
                <a:cubicBezTo>
                  <a:pt x="3327666" y="23125"/>
                  <a:pt x="3309125" y="41112"/>
                  <a:pt x="3288805" y="60433"/>
                </a:cubicBezTo>
                <a:cubicBezTo>
                  <a:pt x="3266491" y="81678"/>
                  <a:pt x="3242645" y="104967"/>
                  <a:pt x="3197656" y="107795"/>
                </a:cubicBezTo>
                <a:lnTo>
                  <a:pt x="3188371" y="108081"/>
                </a:lnTo>
                <a:lnTo>
                  <a:pt x="3179176" y="107795"/>
                </a:lnTo>
                <a:cubicBezTo>
                  <a:pt x="3134608" y="104967"/>
                  <a:pt x="3110732" y="81678"/>
                  <a:pt x="3088389" y="60433"/>
                </a:cubicBezTo>
                <a:cubicBezTo>
                  <a:pt x="3068043" y="41112"/>
                  <a:pt x="3049479" y="23125"/>
                  <a:pt x="3015949" y="18931"/>
                </a:cubicBezTo>
                <a:lnTo>
                  <a:pt x="3000614" y="18014"/>
                </a:lnTo>
                <a:lnTo>
                  <a:pt x="2985490" y="18931"/>
                </a:lnTo>
                <a:cubicBezTo>
                  <a:pt x="2952392" y="23125"/>
                  <a:pt x="2933851" y="41112"/>
                  <a:pt x="2913429" y="60433"/>
                </a:cubicBezTo>
                <a:cubicBezTo>
                  <a:pt x="2891112" y="81678"/>
                  <a:pt x="2867269" y="104967"/>
                  <a:pt x="2822285" y="107795"/>
                </a:cubicBezTo>
                <a:lnTo>
                  <a:pt x="2812992" y="108081"/>
                </a:lnTo>
                <a:lnTo>
                  <a:pt x="2803817" y="107795"/>
                </a:lnTo>
                <a:cubicBezTo>
                  <a:pt x="2759309" y="104967"/>
                  <a:pt x="2735489" y="81678"/>
                  <a:pt x="2713719" y="60433"/>
                </a:cubicBezTo>
                <a:cubicBezTo>
                  <a:pt x="2689916" y="38351"/>
                  <a:pt x="2669016" y="18014"/>
                  <a:pt x="2625475" y="18014"/>
                </a:cubicBezTo>
                <a:cubicBezTo>
                  <a:pt x="2582521" y="18014"/>
                  <a:pt x="2561615" y="38351"/>
                  <a:pt x="2538398" y="60433"/>
                </a:cubicBezTo>
                <a:cubicBezTo>
                  <a:pt x="2516079" y="81678"/>
                  <a:pt x="2492239" y="104967"/>
                  <a:pt x="2447253" y="107795"/>
                </a:cubicBezTo>
                <a:lnTo>
                  <a:pt x="2437959" y="108081"/>
                </a:lnTo>
                <a:lnTo>
                  <a:pt x="2428768" y="107795"/>
                </a:lnTo>
                <a:cubicBezTo>
                  <a:pt x="2384205" y="104967"/>
                  <a:pt x="2360364" y="81678"/>
                  <a:pt x="2338559" y="60433"/>
                </a:cubicBezTo>
                <a:cubicBezTo>
                  <a:pt x="2318221" y="41112"/>
                  <a:pt x="2299203" y="23125"/>
                  <a:pt x="2265570" y="18931"/>
                </a:cubicBezTo>
                <a:lnTo>
                  <a:pt x="2250202" y="18014"/>
                </a:lnTo>
                <a:lnTo>
                  <a:pt x="2235078" y="18931"/>
                </a:lnTo>
                <a:cubicBezTo>
                  <a:pt x="2201989" y="23125"/>
                  <a:pt x="2183438" y="41112"/>
                  <a:pt x="2163119" y="60433"/>
                </a:cubicBezTo>
                <a:cubicBezTo>
                  <a:pt x="2140811" y="81678"/>
                  <a:pt x="2116959" y="104967"/>
                  <a:pt x="2071970" y="107795"/>
                </a:cubicBezTo>
                <a:lnTo>
                  <a:pt x="2062687" y="108081"/>
                </a:lnTo>
                <a:lnTo>
                  <a:pt x="2053502" y="107795"/>
                </a:lnTo>
                <a:cubicBezTo>
                  <a:pt x="2008993" y="104967"/>
                  <a:pt x="1985187" y="81678"/>
                  <a:pt x="1963418" y="60433"/>
                </a:cubicBezTo>
                <a:cubicBezTo>
                  <a:pt x="1943099" y="41112"/>
                  <a:pt x="1924106" y="23125"/>
                  <a:pt x="1890508" y="18931"/>
                </a:cubicBezTo>
                <a:lnTo>
                  <a:pt x="1875171" y="18014"/>
                </a:lnTo>
                <a:lnTo>
                  <a:pt x="1860044" y="18931"/>
                </a:lnTo>
                <a:cubicBezTo>
                  <a:pt x="1826946" y="23125"/>
                  <a:pt x="1808405" y="41112"/>
                  <a:pt x="1788085" y="60433"/>
                </a:cubicBezTo>
                <a:cubicBezTo>
                  <a:pt x="1765780" y="81678"/>
                  <a:pt x="1741925" y="104967"/>
                  <a:pt x="1696936" y="107795"/>
                </a:cubicBezTo>
                <a:lnTo>
                  <a:pt x="1687656" y="108081"/>
                </a:lnTo>
                <a:lnTo>
                  <a:pt x="1678456" y="107795"/>
                </a:lnTo>
                <a:cubicBezTo>
                  <a:pt x="1633891" y="104967"/>
                  <a:pt x="1610048" y="81678"/>
                  <a:pt x="1588259" y="60433"/>
                </a:cubicBezTo>
                <a:cubicBezTo>
                  <a:pt x="1567905" y="41112"/>
                  <a:pt x="1548904" y="23125"/>
                  <a:pt x="1515254" y="18931"/>
                </a:cubicBezTo>
                <a:lnTo>
                  <a:pt x="1499902" y="18014"/>
                </a:lnTo>
                <a:lnTo>
                  <a:pt x="1484938" y="18931"/>
                </a:lnTo>
                <a:cubicBezTo>
                  <a:pt x="1452117" y="23125"/>
                  <a:pt x="1433131" y="41112"/>
                  <a:pt x="1412811" y="60433"/>
                </a:cubicBezTo>
                <a:cubicBezTo>
                  <a:pt x="1389009" y="83095"/>
                  <a:pt x="1363465" y="108081"/>
                  <a:pt x="1312377" y="108081"/>
                </a:cubicBezTo>
                <a:cubicBezTo>
                  <a:pt x="1261869" y="108081"/>
                  <a:pt x="1236325" y="83095"/>
                  <a:pt x="1213103" y="60433"/>
                </a:cubicBezTo>
                <a:cubicBezTo>
                  <a:pt x="1192784" y="41112"/>
                  <a:pt x="1173800" y="23125"/>
                  <a:pt x="1140203" y="18931"/>
                </a:cubicBezTo>
                <a:lnTo>
                  <a:pt x="1124860" y="18014"/>
                </a:lnTo>
                <a:lnTo>
                  <a:pt x="1109907" y="18931"/>
                </a:lnTo>
                <a:cubicBezTo>
                  <a:pt x="1077083" y="23125"/>
                  <a:pt x="1058099" y="41112"/>
                  <a:pt x="1037780" y="60433"/>
                </a:cubicBezTo>
                <a:cubicBezTo>
                  <a:pt x="1014563" y="83095"/>
                  <a:pt x="988431" y="108081"/>
                  <a:pt x="937343" y="108081"/>
                </a:cubicBezTo>
                <a:cubicBezTo>
                  <a:pt x="887352" y="108081"/>
                  <a:pt x="861195" y="83095"/>
                  <a:pt x="837942" y="60433"/>
                </a:cubicBezTo>
                <a:cubicBezTo>
                  <a:pt x="817603" y="41112"/>
                  <a:pt x="798587" y="23125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2"/>
                  <a:pt x="662511" y="60433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3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3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10" y="108081"/>
                  <a:pt x="111466" y="83095"/>
                  <a:pt x="87664" y="60433"/>
                </a:cubicBezTo>
                <a:cubicBezTo>
                  <a:pt x="64441" y="38351"/>
                  <a:pt x="42962" y="18014"/>
                  <a:pt x="0" y="18014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C1C2D4E1-0094-43E0-8715-E536905E3A8E}"/>
              </a:ext>
            </a:extLst>
          </p:cNvPr>
          <p:cNvSpPr/>
          <p:nvPr userDrawn="1"/>
        </p:nvSpPr>
        <p:spPr>
          <a:xfrm rot="3600000">
            <a:off x="7656442" y="-75064"/>
            <a:ext cx="963265" cy="656226"/>
          </a:xfrm>
          <a:custGeom>
            <a:avLst/>
            <a:gdLst>
              <a:gd name="connsiteX0" fmla="*/ 0 w 963265"/>
              <a:gd name="connsiteY0" fmla="*/ 656226 h 656226"/>
              <a:gd name="connsiteX1" fmla="*/ 378872 w 963265"/>
              <a:gd name="connsiteY1" fmla="*/ 0 h 656226"/>
              <a:gd name="connsiteX2" fmla="*/ 635152 w 963265"/>
              <a:gd name="connsiteY2" fmla="*/ 0 h 656226"/>
              <a:gd name="connsiteX3" fmla="*/ 963265 w 963265"/>
              <a:gd name="connsiteY3" fmla="*/ 328113 h 656226"/>
              <a:gd name="connsiteX4" fmla="*/ 635152 w 963265"/>
              <a:gd name="connsiteY4" fmla="*/ 656226 h 65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3265" h="656226">
                <a:moveTo>
                  <a:pt x="0" y="656226"/>
                </a:moveTo>
                <a:lnTo>
                  <a:pt x="378872" y="0"/>
                </a:lnTo>
                <a:lnTo>
                  <a:pt x="635152" y="0"/>
                </a:lnTo>
                <a:cubicBezTo>
                  <a:pt x="816364" y="0"/>
                  <a:pt x="963265" y="146901"/>
                  <a:pt x="963265" y="328113"/>
                </a:cubicBezTo>
                <a:cubicBezTo>
                  <a:pt x="963265" y="509325"/>
                  <a:pt x="816364" y="656226"/>
                  <a:pt x="635152" y="65622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9D045254-003E-48A5-A974-82552321F9D2}"/>
              </a:ext>
            </a:extLst>
          </p:cNvPr>
          <p:cNvSpPr/>
          <p:nvPr userDrawn="1"/>
        </p:nvSpPr>
        <p:spPr>
          <a:xfrm rot="3600000">
            <a:off x="10380505" y="4200509"/>
            <a:ext cx="2661942" cy="656226"/>
          </a:xfrm>
          <a:custGeom>
            <a:avLst/>
            <a:gdLst>
              <a:gd name="connsiteX0" fmla="*/ 25785 w 2661942"/>
              <a:gd name="connsiteY0" fmla="*/ 200396 h 656226"/>
              <a:gd name="connsiteX1" fmla="*/ 328113 w 2661942"/>
              <a:gd name="connsiteY1" fmla="*/ 0 h 656226"/>
              <a:gd name="connsiteX2" fmla="*/ 1723711 w 2661942"/>
              <a:gd name="connsiteY2" fmla="*/ 0 h 656226"/>
              <a:gd name="connsiteX3" fmla="*/ 2661942 w 2661942"/>
              <a:gd name="connsiteY3" fmla="*/ 541688 h 656226"/>
              <a:gd name="connsiteX4" fmla="*/ 2649512 w 2661942"/>
              <a:gd name="connsiteY4" fmla="*/ 560124 h 656226"/>
              <a:gd name="connsiteX5" fmla="*/ 2417501 w 2661942"/>
              <a:gd name="connsiteY5" fmla="*/ 656226 h 656226"/>
              <a:gd name="connsiteX6" fmla="*/ 328113 w 2661942"/>
              <a:gd name="connsiteY6" fmla="*/ 656226 h 656226"/>
              <a:gd name="connsiteX7" fmla="*/ 0 w 2661942"/>
              <a:gd name="connsiteY7" fmla="*/ 328113 h 656226"/>
              <a:gd name="connsiteX8" fmla="*/ 25785 w 2661942"/>
              <a:gd name="connsiteY8" fmla="*/ 200396 h 65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61942" h="656226">
                <a:moveTo>
                  <a:pt x="25785" y="200396"/>
                </a:moveTo>
                <a:cubicBezTo>
                  <a:pt x="75595" y="82632"/>
                  <a:pt x="192204" y="0"/>
                  <a:pt x="328113" y="0"/>
                </a:cubicBezTo>
                <a:lnTo>
                  <a:pt x="1723711" y="0"/>
                </a:lnTo>
                <a:lnTo>
                  <a:pt x="2661942" y="541688"/>
                </a:lnTo>
                <a:lnTo>
                  <a:pt x="2649512" y="560124"/>
                </a:lnTo>
                <a:cubicBezTo>
                  <a:pt x="2590135" y="619501"/>
                  <a:pt x="2508107" y="656226"/>
                  <a:pt x="2417501" y="656226"/>
                </a:cubicBezTo>
                <a:lnTo>
                  <a:pt x="328113" y="656226"/>
                </a:lnTo>
                <a:cubicBezTo>
                  <a:pt x="146901" y="656226"/>
                  <a:pt x="0" y="509325"/>
                  <a:pt x="0" y="328113"/>
                </a:cubicBezTo>
                <a:cubicBezTo>
                  <a:pt x="0" y="282810"/>
                  <a:pt x="9181" y="239652"/>
                  <a:pt x="25785" y="200396"/>
                </a:cubicBezTo>
                <a:close/>
              </a:path>
            </a:pathLst>
          </a:custGeom>
          <a:solidFill>
            <a:srgbClr val="B3E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76821F59-DB70-465F-81D0-F395AF5B9127}"/>
              </a:ext>
            </a:extLst>
          </p:cNvPr>
          <p:cNvSpPr/>
          <p:nvPr userDrawn="1"/>
        </p:nvSpPr>
        <p:spPr>
          <a:xfrm rot="3600000">
            <a:off x="10097205" y="1734900"/>
            <a:ext cx="2739907" cy="656226"/>
          </a:xfrm>
          <a:custGeom>
            <a:avLst/>
            <a:gdLst>
              <a:gd name="connsiteX0" fmla="*/ 56037 w 2739907"/>
              <a:gd name="connsiteY0" fmla="*/ 144661 h 656226"/>
              <a:gd name="connsiteX1" fmla="*/ 328113 w 2739907"/>
              <a:gd name="connsiteY1" fmla="*/ 0 h 656226"/>
              <a:gd name="connsiteX2" fmla="*/ 2251328 w 2739907"/>
              <a:gd name="connsiteY2" fmla="*/ 0 h 656226"/>
              <a:gd name="connsiteX3" fmla="*/ 2734980 w 2739907"/>
              <a:gd name="connsiteY3" fmla="*/ 279236 h 656226"/>
              <a:gd name="connsiteX4" fmla="*/ 2739907 w 2739907"/>
              <a:gd name="connsiteY4" fmla="*/ 328113 h 656226"/>
              <a:gd name="connsiteX5" fmla="*/ 2411794 w 2739907"/>
              <a:gd name="connsiteY5" fmla="*/ 656226 h 656226"/>
              <a:gd name="connsiteX6" fmla="*/ 328113 w 2739907"/>
              <a:gd name="connsiteY6" fmla="*/ 656226 h 656226"/>
              <a:gd name="connsiteX7" fmla="*/ 0 w 2739907"/>
              <a:gd name="connsiteY7" fmla="*/ 328113 h 656226"/>
              <a:gd name="connsiteX8" fmla="*/ 56037 w 2739907"/>
              <a:gd name="connsiteY8" fmla="*/ 144661 h 65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9907" h="656226">
                <a:moveTo>
                  <a:pt x="56037" y="144661"/>
                </a:moveTo>
                <a:cubicBezTo>
                  <a:pt x="115001" y="57383"/>
                  <a:pt x="214855" y="1"/>
                  <a:pt x="328113" y="0"/>
                </a:cubicBezTo>
                <a:lnTo>
                  <a:pt x="2251328" y="0"/>
                </a:lnTo>
                <a:lnTo>
                  <a:pt x="2734980" y="279236"/>
                </a:lnTo>
                <a:lnTo>
                  <a:pt x="2739907" y="328113"/>
                </a:lnTo>
                <a:cubicBezTo>
                  <a:pt x="2739907" y="509325"/>
                  <a:pt x="2593006" y="656226"/>
                  <a:pt x="2411794" y="656226"/>
                </a:cubicBezTo>
                <a:lnTo>
                  <a:pt x="328113" y="656226"/>
                </a:lnTo>
                <a:cubicBezTo>
                  <a:pt x="146901" y="656226"/>
                  <a:pt x="0" y="509325"/>
                  <a:pt x="0" y="328113"/>
                </a:cubicBezTo>
                <a:cubicBezTo>
                  <a:pt x="0" y="260159"/>
                  <a:pt x="20658" y="197029"/>
                  <a:pt x="56037" y="14466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A14791A4-CB35-48D3-8464-627E84B2CE65}"/>
              </a:ext>
            </a:extLst>
          </p:cNvPr>
          <p:cNvSpPr/>
          <p:nvPr userDrawn="1"/>
        </p:nvSpPr>
        <p:spPr>
          <a:xfrm rot="3600000">
            <a:off x="12040059" y="3718921"/>
            <a:ext cx="303881" cy="175446"/>
          </a:xfrm>
          <a:custGeom>
            <a:avLst/>
            <a:gdLst>
              <a:gd name="connsiteX0" fmla="*/ 0 w 303881"/>
              <a:gd name="connsiteY0" fmla="*/ 0 h 175446"/>
              <a:gd name="connsiteX1" fmla="*/ 303881 w 303881"/>
              <a:gd name="connsiteY1" fmla="*/ 175446 h 175446"/>
              <a:gd name="connsiteX2" fmla="*/ 288785 w 303881"/>
              <a:gd name="connsiteY2" fmla="*/ 175446 h 175446"/>
              <a:gd name="connsiteX3" fmla="*/ 16709 w 303881"/>
              <a:gd name="connsiteY3" fmla="*/ 30784 h 175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881" h="175446">
                <a:moveTo>
                  <a:pt x="0" y="0"/>
                </a:moveTo>
                <a:lnTo>
                  <a:pt x="303881" y="175446"/>
                </a:lnTo>
                <a:lnTo>
                  <a:pt x="288785" y="175446"/>
                </a:lnTo>
                <a:cubicBezTo>
                  <a:pt x="175527" y="175446"/>
                  <a:pt x="75673" y="118063"/>
                  <a:pt x="16709" y="307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A7112C24-1F4C-4748-9311-A5FB75729A92}"/>
              </a:ext>
            </a:extLst>
          </p:cNvPr>
          <p:cNvSpPr/>
          <p:nvPr userDrawn="1"/>
        </p:nvSpPr>
        <p:spPr>
          <a:xfrm rot="3600000">
            <a:off x="8832722" y="1601772"/>
            <a:ext cx="2739907" cy="65622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E3EF95D8-C059-442A-A529-974D14877121}"/>
              </a:ext>
            </a:extLst>
          </p:cNvPr>
          <p:cNvSpPr/>
          <p:nvPr userDrawn="1"/>
        </p:nvSpPr>
        <p:spPr>
          <a:xfrm rot="3600000">
            <a:off x="11948202" y="1543468"/>
            <a:ext cx="487599" cy="281516"/>
          </a:xfrm>
          <a:custGeom>
            <a:avLst/>
            <a:gdLst>
              <a:gd name="connsiteX0" fmla="*/ 0 w 487599"/>
              <a:gd name="connsiteY0" fmla="*/ 0 h 281516"/>
              <a:gd name="connsiteX1" fmla="*/ 487599 w 487599"/>
              <a:gd name="connsiteY1" fmla="*/ 281516 h 281516"/>
              <a:gd name="connsiteX2" fmla="*/ 323415 w 487599"/>
              <a:gd name="connsiteY2" fmla="*/ 281516 h 281516"/>
              <a:gd name="connsiteX3" fmla="*/ 1968 w 487599"/>
              <a:gd name="connsiteY3" fmla="*/ 19529 h 281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599" h="281516">
                <a:moveTo>
                  <a:pt x="0" y="0"/>
                </a:moveTo>
                <a:lnTo>
                  <a:pt x="487599" y="281516"/>
                </a:lnTo>
                <a:lnTo>
                  <a:pt x="323415" y="281516"/>
                </a:lnTo>
                <a:cubicBezTo>
                  <a:pt x="164855" y="281516"/>
                  <a:pt x="32564" y="169045"/>
                  <a:pt x="1968" y="1952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76A00D27-9340-43BF-B52A-A38790C071FA}"/>
              </a:ext>
            </a:extLst>
          </p:cNvPr>
          <p:cNvSpPr/>
          <p:nvPr userDrawn="1"/>
        </p:nvSpPr>
        <p:spPr>
          <a:xfrm rot="3600000">
            <a:off x="9954064" y="-105866"/>
            <a:ext cx="892130" cy="656226"/>
          </a:xfrm>
          <a:custGeom>
            <a:avLst/>
            <a:gdLst>
              <a:gd name="connsiteX0" fmla="*/ 0 w 892130"/>
              <a:gd name="connsiteY0" fmla="*/ 656225 h 656226"/>
              <a:gd name="connsiteX1" fmla="*/ 378872 w 892130"/>
              <a:gd name="connsiteY1" fmla="*/ 0 h 656226"/>
              <a:gd name="connsiteX2" fmla="*/ 564017 w 892130"/>
              <a:gd name="connsiteY2" fmla="*/ 0 h 656226"/>
              <a:gd name="connsiteX3" fmla="*/ 892130 w 892130"/>
              <a:gd name="connsiteY3" fmla="*/ 328113 h 656226"/>
              <a:gd name="connsiteX4" fmla="*/ 564017 w 892130"/>
              <a:gd name="connsiteY4" fmla="*/ 656226 h 65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2130" h="656226">
                <a:moveTo>
                  <a:pt x="0" y="656225"/>
                </a:moveTo>
                <a:lnTo>
                  <a:pt x="378872" y="0"/>
                </a:lnTo>
                <a:lnTo>
                  <a:pt x="564017" y="0"/>
                </a:lnTo>
                <a:cubicBezTo>
                  <a:pt x="745229" y="0"/>
                  <a:pt x="892130" y="146901"/>
                  <a:pt x="892130" y="328113"/>
                </a:cubicBezTo>
                <a:cubicBezTo>
                  <a:pt x="892130" y="509325"/>
                  <a:pt x="745229" y="656226"/>
                  <a:pt x="564017" y="656226"/>
                </a:cubicBezTo>
                <a:close/>
              </a:path>
            </a:pathLst>
          </a:custGeom>
          <a:solidFill>
            <a:srgbClr val="B3E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E7D405ED-04E9-4EE2-81AA-AD59484A1364}"/>
              </a:ext>
            </a:extLst>
          </p:cNvPr>
          <p:cNvSpPr/>
          <p:nvPr userDrawn="1"/>
        </p:nvSpPr>
        <p:spPr>
          <a:xfrm rot="3600000">
            <a:off x="10968040" y="154220"/>
            <a:ext cx="1492773" cy="656226"/>
          </a:xfrm>
          <a:custGeom>
            <a:avLst/>
            <a:gdLst>
              <a:gd name="connsiteX0" fmla="*/ 0 w 1492773"/>
              <a:gd name="connsiteY0" fmla="*/ 656226 h 656226"/>
              <a:gd name="connsiteX1" fmla="*/ 378872 w 1492773"/>
              <a:gd name="connsiteY1" fmla="*/ 0 h 656226"/>
              <a:gd name="connsiteX2" fmla="*/ 1164660 w 1492773"/>
              <a:gd name="connsiteY2" fmla="*/ 0 h 656226"/>
              <a:gd name="connsiteX3" fmla="*/ 1492773 w 1492773"/>
              <a:gd name="connsiteY3" fmla="*/ 328113 h 656226"/>
              <a:gd name="connsiteX4" fmla="*/ 1164660 w 1492773"/>
              <a:gd name="connsiteY4" fmla="*/ 656226 h 65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2773" h="656226">
                <a:moveTo>
                  <a:pt x="0" y="656226"/>
                </a:moveTo>
                <a:lnTo>
                  <a:pt x="378872" y="0"/>
                </a:lnTo>
                <a:lnTo>
                  <a:pt x="1164660" y="0"/>
                </a:lnTo>
                <a:cubicBezTo>
                  <a:pt x="1345872" y="0"/>
                  <a:pt x="1492773" y="146901"/>
                  <a:pt x="1492773" y="328113"/>
                </a:cubicBezTo>
                <a:cubicBezTo>
                  <a:pt x="1492773" y="509325"/>
                  <a:pt x="1345872" y="656226"/>
                  <a:pt x="1164660" y="65622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</p:spTree>
    <p:extLst>
      <p:ext uri="{BB962C8B-B14F-4D97-AF65-F5344CB8AC3E}">
        <p14:creationId xmlns:p14="http://schemas.microsoft.com/office/powerpoint/2010/main" val="3214686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D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4F7FEC08-63F8-407B-84CC-C7D16410CADA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grpSp>
        <p:nvGrpSpPr>
          <p:cNvPr id="40" name="Group 4">
            <a:extLst>
              <a:ext uri="{FF2B5EF4-FFF2-40B4-BE49-F238E27FC236}">
                <a16:creationId xmlns:a16="http://schemas.microsoft.com/office/drawing/2014/main" id="{B1DCACA0-0D0D-47B8-BEFB-40D1F524FAB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2301" y="719138"/>
            <a:ext cx="3192604" cy="452099"/>
            <a:chOff x="441" y="-2489"/>
            <a:chExt cx="5261" cy="745"/>
          </a:xfrm>
          <a:solidFill>
            <a:schemeClr val="accent1"/>
          </a:solidFill>
        </p:grpSpPr>
        <p:sp>
          <p:nvSpPr>
            <p:cNvPr id="42" name="Rectangle 5">
              <a:extLst>
                <a:ext uri="{FF2B5EF4-FFF2-40B4-BE49-F238E27FC236}">
                  <a16:creationId xmlns:a16="http://schemas.microsoft.com/office/drawing/2014/main" id="{8AFCDD2C-D9CE-4D68-901E-2E51174A0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2" y="-2343"/>
              <a:ext cx="41" cy="4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128E8151-4651-45BC-B91A-9E8C70CCB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-2339"/>
              <a:ext cx="185" cy="452"/>
            </a:xfrm>
            <a:custGeom>
              <a:avLst/>
              <a:gdLst>
                <a:gd name="T0" fmla="*/ 376 w 378"/>
                <a:gd name="T1" fmla="*/ 13 h 923"/>
                <a:gd name="T2" fmla="*/ 376 w 378"/>
                <a:gd name="T3" fmla="*/ 94 h 923"/>
                <a:gd name="T4" fmla="*/ 193 w 378"/>
                <a:gd name="T5" fmla="*/ 258 h 923"/>
                <a:gd name="T6" fmla="*/ 193 w 378"/>
                <a:gd name="T7" fmla="*/ 284 h 923"/>
                <a:gd name="T8" fmla="*/ 378 w 378"/>
                <a:gd name="T9" fmla="*/ 284 h 923"/>
                <a:gd name="T10" fmla="*/ 378 w 378"/>
                <a:gd name="T11" fmla="*/ 365 h 923"/>
                <a:gd name="T12" fmla="*/ 193 w 378"/>
                <a:gd name="T13" fmla="*/ 365 h 923"/>
                <a:gd name="T14" fmla="*/ 193 w 378"/>
                <a:gd name="T15" fmla="*/ 923 h 923"/>
                <a:gd name="T16" fmla="*/ 109 w 378"/>
                <a:gd name="T17" fmla="*/ 923 h 923"/>
                <a:gd name="T18" fmla="*/ 109 w 378"/>
                <a:gd name="T19" fmla="*/ 366 h 923"/>
                <a:gd name="T20" fmla="*/ 0 w 378"/>
                <a:gd name="T21" fmla="*/ 366 h 923"/>
                <a:gd name="T22" fmla="*/ 0 w 378"/>
                <a:gd name="T23" fmla="*/ 285 h 923"/>
                <a:gd name="T24" fmla="*/ 109 w 378"/>
                <a:gd name="T25" fmla="*/ 285 h 923"/>
                <a:gd name="T26" fmla="*/ 109 w 378"/>
                <a:gd name="T27" fmla="*/ 259 h 923"/>
                <a:gd name="T28" fmla="*/ 376 w 378"/>
                <a:gd name="T29" fmla="*/ 13 h 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78" h="923">
                  <a:moveTo>
                    <a:pt x="376" y="13"/>
                  </a:moveTo>
                  <a:cubicBezTo>
                    <a:pt x="376" y="94"/>
                    <a:pt x="376" y="94"/>
                    <a:pt x="376" y="94"/>
                  </a:cubicBezTo>
                  <a:cubicBezTo>
                    <a:pt x="251" y="85"/>
                    <a:pt x="191" y="135"/>
                    <a:pt x="193" y="258"/>
                  </a:cubicBezTo>
                  <a:cubicBezTo>
                    <a:pt x="193" y="284"/>
                    <a:pt x="193" y="284"/>
                    <a:pt x="193" y="284"/>
                  </a:cubicBezTo>
                  <a:cubicBezTo>
                    <a:pt x="378" y="284"/>
                    <a:pt x="378" y="284"/>
                    <a:pt x="378" y="284"/>
                  </a:cubicBezTo>
                  <a:cubicBezTo>
                    <a:pt x="378" y="365"/>
                    <a:pt x="378" y="365"/>
                    <a:pt x="378" y="365"/>
                  </a:cubicBezTo>
                  <a:cubicBezTo>
                    <a:pt x="193" y="365"/>
                    <a:pt x="193" y="365"/>
                    <a:pt x="193" y="365"/>
                  </a:cubicBezTo>
                  <a:cubicBezTo>
                    <a:pt x="193" y="923"/>
                    <a:pt x="193" y="923"/>
                    <a:pt x="193" y="923"/>
                  </a:cubicBezTo>
                  <a:cubicBezTo>
                    <a:pt x="109" y="923"/>
                    <a:pt x="109" y="923"/>
                    <a:pt x="109" y="923"/>
                  </a:cubicBezTo>
                  <a:cubicBezTo>
                    <a:pt x="109" y="366"/>
                    <a:pt x="109" y="366"/>
                    <a:pt x="109" y="366"/>
                  </a:cubicBezTo>
                  <a:cubicBezTo>
                    <a:pt x="0" y="366"/>
                    <a:pt x="0" y="366"/>
                    <a:pt x="0" y="366"/>
                  </a:cubicBezTo>
                  <a:cubicBezTo>
                    <a:pt x="0" y="285"/>
                    <a:pt x="0" y="285"/>
                    <a:pt x="0" y="285"/>
                  </a:cubicBezTo>
                  <a:cubicBezTo>
                    <a:pt x="109" y="285"/>
                    <a:pt x="109" y="285"/>
                    <a:pt x="109" y="285"/>
                  </a:cubicBezTo>
                  <a:cubicBezTo>
                    <a:pt x="109" y="259"/>
                    <a:pt x="109" y="259"/>
                    <a:pt x="109" y="259"/>
                  </a:cubicBezTo>
                  <a:cubicBezTo>
                    <a:pt x="107" y="93"/>
                    <a:pt x="203" y="0"/>
                    <a:pt x="376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874344D7-C738-4A7C-A572-B3DB0997C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02" y="-2324"/>
              <a:ext cx="335" cy="446"/>
            </a:xfrm>
            <a:custGeom>
              <a:avLst/>
              <a:gdLst>
                <a:gd name="T0" fmla="*/ 165 w 685"/>
                <a:gd name="T1" fmla="*/ 574 h 911"/>
                <a:gd name="T2" fmla="*/ 342 w 685"/>
                <a:gd name="T3" fmla="*/ 754 h 911"/>
                <a:gd name="T4" fmla="*/ 520 w 685"/>
                <a:gd name="T5" fmla="*/ 574 h 911"/>
                <a:gd name="T6" fmla="*/ 342 w 685"/>
                <a:gd name="T7" fmla="*/ 395 h 911"/>
                <a:gd name="T8" fmla="*/ 165 w 685"/>
                <a:gd name="T9" fmla="*/ 574 h 911"/>
                <a:gd name="T10" fmla="*/ 165 w 685"/>
                <a:gd name="T11" fmla="*/ 330 h 911"/>
                <a:gd name="T12" fmla="*/ 372 w 685"/>
                <a:gd name="T13" fmla="*/ 238 h 911"/>
                <a:gd name="T14" fmla="*/ 685 w 685"/>
                <a:gd name="T15" fmla="*/ 574 h 911"/>
                <a:gd name="T16" fmla="*/ 372 w 685"/>
                <a:gd name="T17" fmla="*/ 911 h 911"/>
                <a:gd name="T18" fmla="*/ 165 w 685"/>
                <a:gd name="T19" fmla="*/ 819 h 911"/>
                <a:gd name="T20" fmla="*/ 165 w 685"/>
                <a:gd name="T21" fmla="*/ 893 h 911"/>
                <a:gd name="T22" fmla="*/ 0 w 685"/>
                <a:gd name="T23" fmla="*/ 893 h 911"/>
                <a:gd name="T24" fmla="*/ 0 w 685"/>
                <a:gd name="T25" fmla="*/ 0 h 911"/>
                <a:gd name="T26" fmla="*/ 165 w 685"/>
                <a:gd name="T27" fmla="*/ 0 h 911"/>
                <a:gd name="T28" fmla="*/ 165 w 685"/>
                <a:gd name="T29" fmla="*/ 33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5" h="911">
                  <a:moveTo>
                    <a:pt x="165" y="574"/>
                  </a:moveTo>
                  <a:cubicBezTo>
                    <a:pt x="165" y="681"/>
                    <a:pt x="241" y="754"/>
                    <a:pt x="342" y="754"/>
                  </a:cubicBezTo>
                  <a:cubicBezTo>
                    <a:pt x="444" y="754"/>
                    <a:pt x="520" y="681"/>
                    <a:pt x="520" y="574"/>
                  </a:cubicBezTo>
                  <a:cubicBezTo>
                    <a:pt x="520" y="467"/>
                    <a:pt x="444" y="395"/>
                    <a:pt x="342" y="395"/>
                  </a:cubicBezTo>
                  <a:cubicBezTo>
                    <a:pt x="241" y="395"/>
                    <a:pt x="165" y="467"/>
                    <a:pt x="165" y="574"/>
                  </a:cubicBezTo>
                  <a:close/>
                  <a:moveTo>
                    <a:pt x="165" y="330"/>
                  </a:moveTo>
                  <a:cubicBezTo>
                    <a:pt x="212" y="272"/>
                    <a:pt x="279" y="238"/>
                    <a:pt x="372" y="238"/>
                  </a:cubicBezTo>
                  <a:cubicBezTo>
                    <a:pt x="544" y="238"/>
                    <a:pt x="685" y="385"/>
                    <a:pt x="685" y="574"/>
                  </a:cubicBezTo>
                  <a:cubicBezTo>
                    <a:pt x="685" y="764"/>
                    <a:pt x="544" y="911"/>
                    <a:pt x="372" y="911"/>
                  </a:cubicBezTo>
                  <a:cubicBezTo>
                    <a:pt x="280" y="911"/>
                    <a:pt x="212" y="877"/>
                    <a:pt x="165" y="819"/>
                  </a:cubicBezTo>
                  <a:cubicBezTo>
                    <a:pt x="165" y="893"/>
                    <a:pt x="165" y="893"/>
                    <a:pt x="165" y="893"/>
                  </a:cubicBezTo>
                  <a:cubicBezTo>
                    <a:pt x="0" y="893"/>
                    <a:pt x="0" y="893"/>
                    <a:pt x="0" y="89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5" y="0"/>
                    <a:pt x="165" y="0"/>
                    <a:pt x="165" y="0"/>
                  </a:cubicBezTo>
                  <a:lnTo>
                    <a:pt x="165" y="3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6" name="Freeform 8">
              <a:extLst>
                <a:ext uri="{FF2B5EF4-FFF2-40B4-BE49-F238E27FC236}">
                  <a16:creationId xmlns:a16="http://schemas.microsoft.com/office/drawing/2014/main" id="{315A1812-219F-48D9-9411-77B040812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" y="-2206"/>
              <a:ext cx="175" cy="319"/>
            </a:xfrm>
            <a:custGeom>
              <a:avLst/>
              <a:gdLst>
                <a:gd name="T0" fmla="*/ 164 w 358"/>
                <a:gd name="T1" fmla="*/ 13 h 652"/>
                <a:gd name="T2" fmla="*/ 164 w 358"/>
                <a:gd name="T3" fmla="*/ 123 h 652"/>
                <a:gd name="T4" fmla="*/ 358 w 358"/>
                <a:gd name="T5" fmla="*/ 0 h 652"/>
                <a:gd name="T6" fmla="*/ 358 w 358"/>
                <a:gd name="T7" fmla="*/ 184 h 652"/>
                <a:gd name="T8" fmla="*/ 164 w 358"/>
                <a:gd name="T9" fmla="*/ 346 h 652"/>
                <a:gd name="T10" fmla="*/ 164 w 358"/>
                <a:gd name="T11" fmla="*/ 652 h 652"/>
                <a:gd name="T12" fmla="*/ 0 w 358"/>
                <a:gd name="T13" fmla="*/ 652 h 652"/>
                <a:gd name="T14" fmla="*/ 0 w 358"/>
                <a:gd name="T15" fmla="*/ 13 h 652"/>
                <a:gd name="T16" fmla="*/ 164 w 358"/>
                <a:gd name="T17" fmla="*/ 13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8" h="652">
                  <a:moveTo>
                    <a:pt x="164" y="13"/>
                  </a:moveTo>
                  <a:cubicBezTo>
                    <a:pt x="164" y="123"/>
                    <a:pt x="164" y="123"/>
                    <a:pt x="164" y="123"/>
                  </a:cubicBezTo>
                  <a:cubicBezTo>
                    <a:pt x="196" y="35"/>
                    <a:pt x="277" y="0"/>
                    <a:pt x="358" y="0"/>
                  </a:cubicBezTo>
                  <a:cubicBezTo>
                    <a:pt x="358" y="184"/>
                    <a:pt x="358" y="184"/>
                    <a:pt x="358" y="184"/>
                  </a:cubicBezTo>
                  <a:cubicBezTo>
                    <a:pt x="272" y="173"/>
                    <a:pt x="164" y="212"/>
                    <a:pt x="164" y="346"/>
                  </a:cubicBezTo>
                  <a:cubicBezTo>
                    <a:pt x="164" y="652"/>
                    <a:pt x="164" y="652"/>
                    <a:pt x="164" y="652"/>
                  </a:cubicBezTo>
                  <a:cubicBezTo>
                    <a:pt x="0" y="652"/>
                    <a:pt x="0" y="652"/>
                    <a:pt x="0" y="652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164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8" name="Freeform 9">
              <a:extLst>
                <a:ext uri="{FF2B5EF4-FFF2-40B4-BE49-F238E27FC236}">
                  <a16:creationId xmlns:a16="http://schemas.microsoft.com/office/drawing/2014/main" id="{B83F5B96-ABB7-447A-8624-88F7E3B56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90" y="-2208"/>
              <a:ext cx="322" cy="329"/>
            </a:xfrm>
            <a:custGeom>
              <a:avLst/>
              <a:gdLst>
                <a:gd name="T0" fmla="*/ 172 w 660"/>
                <a:gd name="T1" fmla="*/ 277 h 673"/>
                <a:gd name="T2" fmla="*/ 338 w 660"/>
                <a:gd name="T3" fmla="*/ 147 h 673"/>
                <a:gd name="T4" fmla="*/ 497 w 660"/>
                <a:gd name="T5" fmla="*/ 277 h 673"/>
                <a:gd name="T6" fmla="*/ 172 w 660"/>
                <a:gd name="T7" fmla="*/ 277 h 673"/>
                <a:gd name="T8" fmla="*/ 173 w 660"/>
                <a:gd name="T9" fmla="*/ 405 h 673"/>
                <a:gd name="T10" fmla="*/ 654 w 660"/>
                <a:gd name="T11" fmla="*/ 405 h 673"/>
                <a:gd name="T12" fmla="*/ 660 w 660"/>
                <a:gd name="T13" fmla="*/ 337 h 673"/>
                <a:gd name="T14" fmla="*/ 337 w 660"/>
                <a:gd name="T15" fmla="*/ 0 h 673"/>
                <a:gd name="T16" fmla="*/ 0 w 660"/>
                <a:gd name="T17" fmla="*/ 337 h 673"/>
                <a:gd name="T18" fmla="*/ 350 w 660"/>
                <a:gd name="T19" fmla="*/ 673 h 673"/>
                <a:gd name="T20" fmla="*/ 628 w 660"/>
                <a:gd name="T21" fmla="*/ 537 h 673"/>
                <a:gd name="T22" fmla="*/ 495 w 660"/>
                <a:gd name="T23" fmla="*/ 461 h 673"/>
                <a:gd name="T24" fmla="*/ 353 w 660"/>
                <a:gd name="T25" fmla="*/ 524 h 673"/>
                <a:gd name="T26" fmla="*/ 173 w 660"/>
                <a:gd name="T27" fmla="*/ 405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60" h="673">
                  <a:moveTo>
                    <a:pt x="172" y="277"/>
                  </a:moveTo>
                  <a:cubicBezTo>
                    <a:pt x="191" y="196"/>
                    <a:pt x="251" y="147"/>
                    <a:pt x="338" y="147"/>
                  </a:cubicBezTo>
                  <a:cubicBezTo>
                    <a:pt x="408" y="147"/>
                    <a:pt x="476" y="185"/>
                    <a:pt x="497" y="277"/>
                  </a:cubicBezTo>
                  <a:lnTo>
                    <a:pt x="172" y="277"/>
                  </a:lnTo>
                  <a:close/>
                  <a:moveTo>
                    <a:pt x="173" y="405"/>
                  </a:moveTo>
                  <a:cubicBezTo>
                    <a:pt x="654" y="405"/>
                    <a:pt x="654" y="405"/>
                    <a:pt x="654" y="405"/>
                  </a:cubicBezTo>
                  <a:cubicBezTo>
                    <a:pt x="657" y="382"/>
                    <a:pt x="660" y="361"/>
                    <a:pt x="660" y="337"/>
                  </a:cubicBezTo>
                  <a:cubicBezTo>
                    <a:pt x="660" y="149"/>
                    <a:pt x="526" y="0"/>
                    <a:pt x="337" y="0"/>
                  </a:cubicBezTo>
                  <a:cubicBezTo>
                    <a:pt x="136" y="0"/>
                    <a:pt x="0" y="147"/>
                    <a:pt x="0" y="337"/>
                  </a:cubicBezTo>
                  <a:cubicBezTo>
                    <a:pt x="0" y="528"/>
                    <a:pt x="136" y="673"/>
                    <a:pt x="350" y="673"/>
                  </a:cubicBezTo>
                  <a:cubicBezTo>
                    <a:pt x="473" y="673"/>
                    <a:pt x="568" y="623"/>
                    <a:pt x="628" y="537"/>
                  </a:cubicBezTo>
                  <a:cubicBezTo>
                    <a:pt x="495" y="461"/>
                    <a:pt x="495" y="461"/>
                    <a:pt x="495" y="461"/>
                  </a:cubicBezTo>
                  <a:cubicBezTo>
                    <a:pt x="466" y="499"/>
                    <a:pt x="416" y="524"/>
                    <a:pt x="353" y="524"/>
                  </a:cubicBezTo>
                  <a:cubicBezTo>
                    <a:pt x="267" y="526"/>
                    <a:pt x="197" y="489"/>
                    <a:pt x="173" y="4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221D7E4B-2060-43F6-AA9F-BB5DDE1E8E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50" y="-2208"/>
              <a:ext cx="334" cy="330"/>
            </a:xfrm>
            <a:custGeom>
              <a:avLst/>
              <a:gdLst>
                <a:gd name="T0" fmla="*/ 166 w 684"/>
                <a:gd name="T1" fmla="*/ 338 h 675"/>
                <a:gd name="T2" fmla="*/ 343 w 684"/>
                <a:gd name="T3" fmla="*/ 518 h 675"/>
                <a:gd name="T4" fmla="*/ 521 w 684"/>
                <a:gd name="T5" fmla="*/ 338 h 675"/>
                <a:gd name="T6" fmla="*/ 343 w 684"/>
                <a:gd name="T7" fmla="*/ 159 h 675"/>
                <a:gd name="T8" fmla="*/ 166 w 684"/>
                <a:gd name="T9" fmla="*/ 338 h 675"/>
                <a:gd name="T10" fmla="*/ 519 w 684"/>
                <a:gd name="T11" fmla="*/ 94 h 675"/>
                <a:gd name="T12" fmla="*/ 519 w 684"/>
                <a:gd name="T13" fmla="*/ 19 h 675"/>
                <a:gd name="T14" fmla="*/ 684 w 684"/>
                <a:gd name="T15" fmla="*/ 19 h 675"/>
                <a:gd name="T16" fmla="*/ 684 w 684"/>
                <a:gd name="T17" fmla="*/ 657 h 675"/>
                <a:gd name="T18" fmla="*/ 519 w 684"/>
                <a:gd name="T19" fmla="*/ 657 h 675"/>
                <a:gd name="T20" fmla="*/ 519 w 684"/>
                <a:gd name="T21" fmla="*/ 583 h 675"/>
                <a:gd name="T22" fmla="*/ 310 w 684"/>
                <a:gd name="T23" fmla="*/ 675 h 675"/>
                <a:gd name="T24" fmla="*/ 0 w 684"/>
                <a:gd name="T25" fmla="*/ 338 h 675"/>
                <a:gd name="T26" fmla="*/ 310 w 684"/>
                <a:gd name="T27" fmla="*/ 2 h 675"/>
                <a:gd name="T28" fmla="*/ 519 w 684"/>
                <a:gd name="T29" fmla="*/ 94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4" h="675">
                  <a:moveTo>
                    <a:pt x="166" y="338"/>
                  </a:moveTo>
                  <a:cubicBezTo>
                    <a:pt x="166" y="445"/>
                    <a:pt x="241" y="518"/>
                    <a:pt x="343" y="518"/>
                  </a:cubicBezTo>
                  <a:cubicBezTo>
                    <a:pt x="445" y="518"/>
                    <a:pt x="521" y="445"/>
                    <a:pt x="521" y="338"/>
                  </a:cubicBezTo>
                  <a:cubicBezTo>
                    <a:pt x="521" y="231"/>
                    <a:pt x="446" y="159"/>
                    <a:pt x="343" y="159"/>
                  </a:cubicBezTo>
                  <a:cubicBezTo>
                    <a:pt x="241" y="159"/>
                    <a:pt x="166" y="231"/>
                    <a:pt x="166" y="338"/>
                  </a:cubicBezTo>
                  <a:close/>
                  <a:moveTo>
                    <a:pt x="519" y="94"/>
                  </a:moveTo>
                  <a:cubicBezTo>
                    <a:pt x="519" y="19"/>
                    <a:pt x="519" y="19"/>
                    <a:pt x="519" y="19"/>
                  </a:cubicBezTo>
                  <a:cubicBezTo>
                    <a:pt x="684" y="19"/>
                    <a:pt x="684" y="19"/>
                    <a:pt x="684" y="19"/>
                  </a:cubicBezTo>
                  <a:cubicBezTo>
                    <a:pt x="684" y="657"/>
                    <a:pt x="684" y="657"/>
                    <a:pt x="684" y="657"/>
                  </a:cubicBezTo>
                  <a:cubicBezTo>
                    <a:pt x="519" y="657"/>
                    <a:pt x="519" y="657"/>
                    <a:pt x="519" y="657"/>
                  </a:cubicBezTo>
                  <a:cubicBezTo>
                    <a:pt x="519" y="583"/>
                    <a:pt x="519" y="583"/>
                    <a:pt x="519" y="583"/>
                  </a:cubicBezTo>
                  <a:cubicBezTo>
                    <a:pt x="472" y="641"/>
                    <a:pt x="404" y="675"/>
                    <a:pt x="310" y="675"/>
                  </a:cubicBezTo>
                  <a:cubicBezTo>
                    <a:pt x="140" y="675"/>
                    <a:pt x="0" y="529"/>
                    <a:pt x="0" y="338"/>
                  </a:cubicBezTo>
                  <a:cubicBezTo>
                    <a:pt x="0" y="149"/>
                    <a:pt x="140" y="2"/>
                    <a:pt x="310" y="2"/>
                  </a:cubicBezTo>
                  <a:cubicBezTo>
                    <a:pt x="404" y="0"/>
                    <a:pt x="472" y="36"/>
                    <a:pt x="519" y="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E9CA355B-4C4E-43D8-ACD0-809E95A1AA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8" y="-2324"/>
              <a:ext cx="334" cy="446"/>
            </a:xfrm>
            <a:custGeom>
              <a:avLst/>
              <a:gdLst>
                <a:gd name="T0" fmla="*/ 344 w 685"/>
                <a:gd name="T1" fmla="*/ 754 h 911"/>
                <a:gd name="T2" fmla="*/ 165 w 685"/>
                <a:gd name="T3" fmla="*/ 574 h 911"/>
                <a:gd name="T4" fmla="*/ 344 w 685"/>
                <a:gd name="T5" fmla="*/ 395 h 911"/>
                <a:gd name="T6" fmla="*/ 520 w 685"/>
                <a:gd name="T7" fmla="*/ 574 h 911"/>
                <a:gd name="T8" fmla="*/ 344 w 685"/>
                <a:gd name="T9" fmla="*/ 754 h 911"/>
                <a:gd name="T10" fmla="*/ 520 w 685"/>
                <a:gd name="T11" fmla="*/ 0 h 911"/>
                <a:gd name="T12" fmla="*/ 520 w 685"/>
                <a:gd name="T13" fmla="*/ 330 h 911"/>
                <a:gd name="T14" fmla="*/ 313 w 685"/>
                <a:gd name="T15" fmla="*/ 238 h 911"/>
                <a:gd name="T16" fmla="*/ 0 w 685"/>
                <a:gd name="T17" fmla="*/ 574 h 911"/>
                <a:gd name="T18" fmla="*/ 313 w 685"/>
                <a:gd name="T19" fmla="*/ 911 h 911"/>
                <a:gd name="T20" fmla="*/ 520 w 685"/>
                <a:gd name="T21" fmla="*/ 819 h 911"/>
                <a:gd name="T22" fmla="*/ 520 w 685"/>
                <a:gd name="T23" fmla="*/ 893 h 911"/>
                <a:gd name="T24" fmla="*/ 685 w 685"/>
                <a:gd name="T25" fmla="*/ 893 h 911"/>
                <a:gd name="T26" fmla="*/ 685 w 685"/>
                <a:gd name="T27" fmla="*/ 0 h 911"/>
                <a:gd name="T28" fmla="*/ 520 w 685"/>
                <a:gd name="T29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5" h="911">
                  <a:moveTo>
                    <a:pt x="344" y="754"/>
                  </a:moveTo>
                  <a:cubicBezTo>
                    <a:pt x="242" y="754"/>
                    <a:pt x="165" y="681"/>
                    <a:pt x="165" y="574"/>
                  </a:cubicBezTo>
                  <a:cubicBezTo>
                    <a:pt x="165" y="467"/>
                    <a:pt x="240" y="395"/>
                    <a:pt x="344" y="395"/>
                  </a:cubicBezTo>
                  <a:cubicBezTo>
                    <a:pt x="444" y="395"/>
                    <a:pt x="520" y="467"/>
                    <a:pt x="520" y="574"/>
                  </a:cubicBezTo>
                  <a:cubicBezTo>
                    <a:pt x="520" y="681"/>
                    <a:pt x="444" y="754"/>
                    <a:pt x="344" y="754"/>
                  </a:cubicBezTo>
                  <a:close/>
                  <a:moveTo>
                    <a:pt x="520" y="0"/>
                  </a:moveTo>
                  <a:cubicBezTo>
                    <a:pt x="520" y="330"/>
                    <a:pt x="520" y="330"/>
                    <a:pt x="520" y="330"/>
                  </a:cubicBezTo>
                  <a:cubicBezTo>
                    <a:pt x="473" y="272"/>
                    <a:pt x="407" y="238"/>
                    <a:pt x="313" y="238"/>
                  </a:cubicBezTo>
                  <a:cubicBezTo>
                    <a:pt x="141" y="238"/>
                    <a:pt x="0" y="385"/>
                    <a:pt x="0" y="574"/>
                  </a:cubicBezTo>
                  <a:cubicBezTo>
                    <a:pt x="0" y="765"/>
                    <a:pt x="141" y="911"/>
                    <a:pt x="313" y="911"/>
                  </a:cubicBezTo>
                  <a:cubicBezTo>
                    <a:pt x="405" y="911"/>
                    <a:pt x="473" y="877"/>
                    <a:pt x="520" y="819"/>
                  </a:cubicBezTo>
                  <a:cubicBezTo>
                    <a:pt x="520" y="893"/>
                    <a:pt x="520" y="893"/>
                    <a:pt x="520" y="893"/>
                  </a:cubicBezTo>
                  <a:cubicBezTo>
                    <a:pt x="685" y="893"/>
                    <a:pt x="685" y="893"/>
                    <a:pt x="685" y="893"/>
                  </a:cubicBezTo>
                  <a:cubicBezTo>
                    <a:pt x="685" y="0"/>
                    <a:pt x="685" y="0"/>
                    <a:pt x="685" y="0"/>
                  </a:cubicBezTo>
                  <a:lnTo>
                    <a:pt x="52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3" name="Freeform 12">
              <a:extLst>
                <a:ext uri="{FF2B5EF4-FFF2-40B4-BE49-F238E27FC236}">
                  <a16:creationId xmlns:a16="http://schemas.microsoft.com/office/drawing/2014/main" id="{EAC88072-E46B-4711-A9F8-AC1FEEC6C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-2326"/>
              <a:ext cx="60" cy="60"/>
            </a:xfrm>
            <a:custGeom>
              <a:avLst/>
              <a:gdLst>
                <a:gd name="T0" fmla="*/ 61 w 123"/>
                <a:gd name="T1" fmla="*/ 123 h 123"/>
                <a:gd name="T2" fmla="*/ 123 w 123"/>
                <a:gd name="T3" fmla="*/ 62 h 123"/>
                <a:gd name="T4" fmla="*/ 61 w 123"/>
                <a:gd name="T5" fmla="*/ 0 h 123"/>
                <a:gd name="T6" fmla="*/ 0 w 123"/>
                <a:gd name="T7" fmla="*/ 62 h 123"/>
                <a:gd name="T8" fmla="*/ 61 w 123"/>
                <a:gd name="T9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23">
                  <a:moveTo>
                    <a:pt x="61" y="123"/>
                  </a:moveTo>
                  <a:cubicBezTo>
                    <a:pt x="95" y="123"/>
                    <a:pt x="123" y="94"/>
                    <a:pt x="123" y="62"/>
                  </a:cubicBezTo>
                  <a:cubicBezTo>
                    <a:pt x="123" y="28"/>
                    <a:pt x="95" y="0"/>
                    <a:pt x="61" y="0"/>
                  </a:cubicBezTo>
                  <a:cubicBezTo>
                    <a:pt x="27" y="0"/>
                    <a:pt x="0" y="29"/>
                    <a:pt x="0" y="62"/>
                  </a:cubicBezTo>
                  <a:cubicBezTo>
                    <a:pt x="0" y="94"/>
                    <a:pt x="26" y="123"/>
                    <a:pt x="61" y="1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4" name="Rectangle 13">
              <a:extLst>
                <a:ext uri="{FF2B5EF4-FFF2-40B4-BE49-F238E27FC236}">
                  <a16:creationId xmlns:a16="http://schemas.microsoft.com/office/drawing/2014/main" id="{A805BA91-2FB5-41A7-8C55-75F23B764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5" y="-2200"/>
              <a:ext cx="41" cy="3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12E395CA-F307-4DEF-99A7-1B182960F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8" y="-2207"/>
              <a:ext cx="268" cy="320"/>
            </a:xfrm>
            <a:custGeom>
              <a:avLst/>
              <a:gdLst>
                <a:gd name="T0" fmla="*/ 86 w 549"/>
                <a:gd name="T1" fmla="*/ 115 h 654"/>
                <a:gd name="T2" fmla="*/ 300 w 549"/>
                <a:gd name="T3" fmla="*/ 0 h 654"/>
                <a:gd name="T4" fmla="*/ 549 w 549"/>
                <a:gd name="T5" fmla="*/ 262 h 654"/>
                <a:gd name="T6" fmla="*/ 549 w 549"/>
                <a:gd name="T7" fmla="*/ 654 h 654"/>
                <a:gd name="T8" fmla="*/ 465 w 549"/>
                <a:gd name="T9" fmla="*/ 654 h 654"/>
                <a:gd name="T10" fmla="*/ 465 w 549"/>
                <a:gd name="T11" fmla="*/ 262 h 654"/>
                <a:gd name="T12" fmla="*/ 291 w 549"/>
                <a:gd name="T13" fmla="*/ 83 h 654"/>
                <a:gd name="T14" fmla="*/ 84 w 549"/>
                <a:gd name="T15" fmla="*/ 321 h 654"/>
                <a:gd name="T16" fmla="*/ 84 w 549"/>
                <a:gd name="T17" fmla="*/ 654 h 654"/>
                <a:gd name="T18" fmla="*/ 0 w 549"/>
                <a:gd name="T19" fmla="*/ 654 h 654"/>
                <a:gd name="T20" fmla="*/ 0 w 549"/>
                <a:gd name="T21" fmla="*/ 15 h 654"/>
                <a:gd name="T22" fmla="*/ 84 w 549"/>
                <a:gd name="T23" fmla="*/ 15 h 654"/>
                <a:gd name="T24" fmla="*/ 84 w 549"/>
                <a:gd name="T25" fmla="*/ 115 h 654"/>
                <a:gd name="T26" fmla="*/ 86 w 549"/>
                <a:gd name="T27" fmla="*/ 11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9" h="654">
                  <a:moveTo>
                    <a:pt x="86" y="115"/>
                  </a:moveTo>
                  <a:cubicBezTo>
                    <a:pt x="136" y="34"/>
                    <a:pt x="209" y="0"/>
                    <a:pt x="300" y="0"/>
                  </a:cubicBezTo>
                  <a:cubicBezTo>
                    <a:pt x="455" y="0"/>
                    <a:pt x="549" y="102"/>
                    <a:pt x="549" y="262"/>
                  </a:cubicBezTo>
                  <a:cubicBezTo>
                    <a:pt x="549" y="654"/>
                    <a:pt x="549" y="654"/>
                    <a:pt x="549" y="654"/>
                  </a:cubicBezTo>
                  <a:cubicBezTo>
                    <a:pt x="465" y="654"/>
                    <a:pt x="465" y="654"/>
                    <a:pt x="465" y="654"/>
                  </a:cubicBezTo>
                  <a:cubicBezTo>
                    <a:pt x="465" y="262"/>
                    <a:pt x="465" y="262"/>
                    <a:pt x="465" y="262"/>
                  </a:cubicBezTo>
                  <a:cubicBezTo>
                    <a:pt x="465" y="149"/>
                    <a:pt x="402" y="83"/>
                    <a:pt x="291" y="83"/>
                  </a:cubicBezTo>
                  <a:cubicBezTo>
                    <a:pt x="180" y="83"/>
                    <a:pt x="84" y="149"/>
                    <a:pt x="84" y="321"/>
                  </a:cubicBezTo>
                  <a:cubicBezTo>
                    <a:pt x="84" y="654"/>
                    <a:pt x="84" y="654"/>
                    <a:pt x="84" y="654"/>
                  </a:cubicBezTo>
                  <a:cubicBezTo>
                    <a:pt x="0" y="654"/>
                    <a:pt x="0" y="654"/>
                    <a:pt x="0" y="65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4" y="115"/>
                    <a:pt x="84" y="115"/>
                    <a:pt x="84" y="115"/>
                  </a:cubicBezTo>
                  <a:lnTo>
                    <a:pt x="86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1FEE52A0-169E-4119-A161-992B6674EE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6" y="-2207"/>
              <a:ext cx="329" cy="328"/>
            </a:xfrm>
            <a:custGeom>
              <a:avLst/>
              <a:gdLst>
                <a:gd name="T0" fmla="*/ 337 w 672"/>
                <a:gd name="T1" fmla="*/ 587 h 670"/>
                <a:gd name="T2" fmla="*/ 86 w 672"/>
                <a:gd name="T3" fmla="*/ 335 h 670"/>
                <a:gd name="T4" fmla="*/ 337 w 672"/>
                <a:gd name="T5" fmla="*/ 82 h 670"/>
                <a:gd name="T6" fmla="*/ 588 w 672"/>
                <a:gd name="T7" fmla="*/ 335 h 670"/>
                <a:gd name="T8" fmla="*/ 337 w 672"/>
                <a:gd name="T9" fmla="*/ 587 h 670"/>
                <a:gd name="T10" fmla="*/ 588 w 672"/>
                <a:gd name="T11" fmla="*/ 16 h 670"/>
                <a:gd name="T12" fmla="*/ 588 w 672"/>
                <a:gd name="T13" fmla="*/ 140 h 670"/>
                <a:gd name="T14" fmla="*/ 331 w 672"/>
                <a:gd name="T15" fmla="*/ 0 h 670"/>
                <a:gd name="T16" fmla="*/ 0 w 672"/>
                <a:gd name="T17" fmla="*/ 335 h 670"/>
                <a:gd name="T18" fmla="*/ 331 w 672"/>
                <a:gd name="T19" fmla="*/ 670 h 670"/>
                <a:gd name="T20" fmla="*/ 588 w 672"/>
                <a:gd name="T21" fmla="*/ 529 h 670"/>
                <a:gd name="T22" fmla="*/ 588 w 672"/>
                <a:gd name="T23" fmla="*/ 654 h 670"/>
                <a:gd name="T24" fmla="*/ 672 w 672"/>
                <a:gd name="T25" fmla="*/ 654 h 670"/>
                <a:gd name="T26" fmla="*/ 672 w 672"/>
                <a:gd name="T27" fmla="*/ 16 h 670"/>
                <a:gd name="T28" fmla="*/ 588 w 672"/>
                <a:gd name="T29" fmla="*/ 16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2" h="670">
                  <a:moveTo>
                    <a:pt x="337" y="587"/>
                  </a:moveTo>
                  <a:cubicBezTo>
                    <a:pt x="196" y="587"/>
                    <a:pt x="86" y="477"/>
                    <a:pt x="86" y="335"/>
                  </a:cubicBezTo>
                  <a:cubicBezTo>
                    <a:pt x="86" y="192"/>
                    <a:pt x="196" y="82"/>
                    <a:pt x="337" y="82"/>
                  </a:cubicBezTo>
                  <a:cubicBezTo>
                    <a:pt x="480" y="82"/>
                    <a:pt x="588" y="192"/>
                    <a:pt x="588" y="335"/>
                  </a:cubicBezTo>
                  <a:cubicBezTo>
                    <a:pt x="588" y="477"/>
                    <a:pt x="478" y="587"/>
                    <a:pt x="337" y="587"/>
                  </a:cubicBezTo>
                  <a:close/>
                  <a:moveTo>
                    <a:pt x="588" y="16"/>
                  </a:moveTo>
                  <a:cubicBezTo>
                    <a:pt x="588" y="140"/>
                    <a:pt x="588" y="140"/>
                    <a:pt x="588" y="140"/>
                  </a:cubicBezTo>
                  <a:cubicBezTo>
                    <a:pt x="535" y="55"/>
                    <a:pt x="444" y="0"/>
                    <a:pt x="331" y="0"/>
                  </a:cubicBezTo>
                  <a:cubicBezTo>
                    <a:pt x="151" y="0"/>
                    <a:pt x="0" y="145"/>
                    <a:pt x="0" y="335"/>
                  </a:cubicBezTo>
                  <a:cubicBezTo>
                    <a:pt x="0" y="524"/>
                    <a:pt x="149" y="670"/>
                    <a:pt x="331" y="670"/>
                  </a:cubicBezTo>
                  <a:cubicBezTo>
                    <a:pt x="444" y="670"/>
                    <a:pt x="535" y="615"/>
                    <a:pt x="588" y="529"/>
                  </a:cubicBezTo>
                  <a:cubicBezTo>
                    <a:pt x="588" y="654"/>
                    <a:pt x="588" y="654"/>
                    <a:pt x="588" y="654"/>
                  </a:cubicBezTo>
                  <a:cubicBezTo>
                    <a:pt x="672" y="654"/>
                    <a:pt x="672" y="654"/>
                    <a:pt x="672" y="654"/>
                  </a:cubicBezTo>
                  <a:cubicBezTo>
                    <a:pt x="672" y="16"/>
                    <a:pt x="672" y="16"/>
                    <a:pt x="672" y="16"/>
                  </a:cubicBezTo>
                  <a:lnTo>
                    <a:pt x="588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C49F7ABD-BC85-4210-B3BC-2496653C7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" y="-2207"/>
              <a:ext cx="269" cy="320"/>
            </a:xfrm>
            <a:custGeom>
              <a:avLst/>
              <a:gdLst>
                <a:gd name="T0" fmla="*/ 86 w 551"/>
                <a:gd name="T1" fmla="*/ 115 h 654"/>
                <a:gd name="T2" fmla="*/ 300 w 551"/>
                <a:gd name="T3" fmla="*/ 0 h 654"/>
                <a:gd name="T4" fmla="*/ 549 w 551"/>
                <a:gd name="T5" fmla="*/ 262 h 654"/>
                <a:gd name="T6" fmla="*/ 549 w 551"/>
                <a:gd name="T7" fmla="*/ 654 h 654"/>
                <a:gd name="T8" fmla="*/ 465 w 551"/>
                <a:gd name="T9" fmla="*/ 654 h 654"/>
                <a:gd name="T10" fmla="*/ 465 w 551"/>
                <a:gd name="T11" fmla="*/ 262 h 654"/>
                <a:gd name="T12" fmla="*/ 292 w 551"/>
                <a:gd name="T13" fmla="*/ 83 h 654"/>
                <a:gd name="T14" fmla="*/ 85 w 551"/>
                <a:gd name="T15" fmla="*/ 321 h 654"/>
                <a:gd name="T16" fmla="*/ 85 w 551"/>
                <a:gd name="T17" fmla="*/ 654 h 654"/>
                <a:gd name="T18" fmla="*/ 0 w 551"/>
                <a:gd name="T19" fmla="*/ 654 h 654"/>
                <a:gd name="T20" fmla="*/ 0 w 551"/>
                <a:gd name="T21" fmla="*/ 15 h 654"/>
                <a:gd name="T22" fmla="*/ 85 w 551"/>
                <a:gd name="T23" fmla="*/ 15 h 654"/>
                <a:gd name="T24" fmla="*/ 85 w 551"/>
                <a:gd name="T25" fmla="*/ 115 h 654"/>
                <a:gd name="T26" fmla="*/ 86 w 551"/>
                <a:gd name="T27" fmla="*/ 11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51" h="654">
                  <a:moveTo>
                    <a:pt x="86" y="115"/>
                  </a:moveTo>
                  <a:cubicBezTo>
                    <a:pt x="136" y="34"/>
                    <a:pt x="209" y="0"/>
                    <a:pt x="300" y="0"/>
                  </a:cubicBezTo>
                  <a:cubicBezTo>
                    <a:pt x="455" y="0"/>
                    <a:pt x="551" y="102"/>
                    <a:pt x="549" y="262"/>
                  </a:cubicBezTo>
                  <a:cubicBezTo>
                    <a:pt x="549" y="654"/>
                    <a:pt x="549" y="654"/>
                    <a:pt x="549" y="654"/>
                  </a:cubicBezTo>
                  <a:cubicBezTo>
                    <a:pt x="465" y="654"/>
                    <a:pt x="465" y="654"/>
                    <a:pt x="465" y="654"/>
                  </a:cubicBezTo>
                  <a:cubicBezTo>
                    <a:pt x="465" y="262"/>
                    <a:pt x="465" y="262"/>
                    <a:pt x="465" y="262"/>
                  </a:cubicBezTo>
                  <a:cubicBezTo>
                    <a:pt x="465" y="149"/>
                    <a:pt x="402" y="83"/>
                    <a:pt x="292" y="83"/>
                  </a:cubicBezTo>
                  <a:cubicBezTo>
                    <a:pt x="180" y="83"/>
                    <a:pt x="85" y="149"/>
                    <a:pt x="85" y="321"/>
                  </a:cubicBezTo>
                  <a:cubicBezTo>
                    <a:pt x="85" y="654"/>
                    <a:pt x="85" y="654"/>
                    <a:pt x="85" y="654"/>
                  </a:cubicBezTo>
                  <a:cubicBezTo>
                    <a:pt x="0" y="654"/>
                    <a:pt x="0" y="654"/>
                    <a:pt x="0" y="65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5" y="115"/>
                    <a:pt x="85" y="115"/>
                    <a:pt x="85" y="115"/>
                  </a:cubicBezTo>
                  <a:lnTo>
                    <a:pt x="86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8" name="Freeform 17">
              <a:extLst>
                <a:ext uri="{FF2B5EF4-FFF2-40B4-BE49-F238E27FC236}">
                  <a16:creationId xmlns:a16="http://schemas.microsoft.com/office/drawing/2014/main" id="{3F8ED4F7-FDEE-4B06-B216-2EA595676A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" y="-2207"/>
              <a:ext cx="303" cy="328"/>
            </a:xfrm>
            <a:custGeom>
              <a:avLst/>
              <a:gdLst>
                <a:gd name="T0" fmla="*/ 335 w 621"/>
                <a:gd name="T1" fmla="*/ 670 h 670"/>
                <a:gd name="T2" fmla="*/ 621 w 621"/>
                <a:gd name="T3" fmla="*/ 503 h 670"/>
                <a:gd name="T4" fmla="*/ 552 w 621"/>
                <a:gd name="T5" fmla="*/ 463 h 670"/>
                <a:gd name="T6" fmla="*/ 336 w 621"/>
                <a:gd name="T7" fmla="*/ 587 h 670"/>
                <a:gd name="T8" fmla="*/ 85 w 621"/>
                <a:gd name="T9" fmla="*/ 335 h 670"/>
                <a:gd name="T10" fmla="*/ 336 w 621"/>
                <a:gd name="T11" fmla="*/ 82 h 670"/>
                <a:gd name="T12" fmla="*/ 547 w 621"/>
                <a:gd name="T13" fmla="*/ 207 h 670"/>
                <a:gd name="T14" fmla="*/ 616 w 621"/>
                <a:gd name="T15" fmla="*/ 166 h 670"/>
                <a:gd name="T16" fmla="*/ 336 w 621"/>
                <a:gd name="T17" fmla="*/ 0 h 670"/>
                <a:gd name="T18" fmla="*/ 1 w 621"/>
                <a:gd name="T19" fmla="*/ 335 h 670"/>
                <a:gd name="T20" fmla="*/ 335 w 621"/>
                <a:gd name="T21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1" h="670">
                  <a:moveTo>
                    <a:pt x="335" y="670"/>
                  </a:moveTo>
                  <a:cubicBezTo>
                    <a:pt x="459" y="670"/>
                    <a:pt x="568" y="605"/>
                    <a:pt x="621" y="503"/>
                  </a:cubicBezTo>
                  <a:cubicBezTo>
                    <a:pt x="552" y="463"/>
                    <a:pt x="552" y="463"/>
                    <a:pt x="552" y="463"/>
                  </a:cubicBezTo>
                  <a:cubicBezTo>
                    <a:pt x="511" y="537"/>
                    <a:pt x="433" y="587"/>
                    <a:pt x="336" y="587"/>
                  </a:cubicBezTo>
                  <a:cubicBezTo>
                    <a:pt x="195" y="587"/>
                    <a:pt x="85" y="477"/>
                    <a:pt x="85" y="335"/>
                  </a:cubicBezTo>
                  <a:cubicBezTo>
                    <a:pt x="85" y="192"/>
                    <a:pt x="195" y="82"/>
                    <a:pt x="336" y="82"/>
                  </a:cubicBezTo>
                  <a:cubicBezTo>
                    <a:pt x="432" y="82"/>
                    <a:pt x="513" y="132"/>
                    <a:pt x="547" y="207"/>
                  </a:cubicBezTo>
                  <a:cubicBezTo>
                    <a:pt x="616" y="166"/>
                    <a:pt x="616" y="166"/>
                    <a:pt x="616" y="166"/>
                  </a:cubicBezTo>
                  <a:cubicBezTo>
                    <a:pt x="569" y="66"/>
                    <a:pt x="463" y="0"/>
                    <a:pt x="336" y="0"/>
                  </a:cubicBezTo>
                  <a:cubicBezTo>
                    <a:pt x="144" y="0"/>
                    <a:pt x="1" y="145"/>
                    <a:pt x="1" y="335"/>
                  </a:cubicBezTo>
                  <a:cubicBezTo>
                    <a:pt x="0" y="524"/>
                    <a:pt x="142" y="670"/>
                    <a:pt x="335" y="6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9" name="Freeform 18">
              <a:extLst>
                <a:ext uri="{FF2B5EF4-FFF2-40B4-BE49-F238E27FC236}">
                  <a16:creationId xmlns:a16="http://schemas.microsoft.com/office/drawing/2014/main" id="{A3E6382B-ACEF-4419-A183-9FBB177807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90" y="-2207"/>
              <a:ext cx="328" cy="328"/>
            </a:xfrm>
            <a:custGeom>
              <a:avLst/>
              <a:gdLst>
                <a:gd name="T0" fmla="*/ 85 w 672"/>
                <a:gd name="T1" fmla="*/ 334 h 670"/>
                <a:gd name="T2" fmla="*/ 335 w 672"/>
                <a:gd name="T3" fmla="*/ 586 h 670"/>
                <a:gd name="T4" fmla="*/ 586 w 672"/>
                <a:gd name="T5" fmla="*/ 334 h 670"/>
                <a:gd name="T6" fmla="*/ 335 w 672"/>
                <a:gd name="T7" fmla="*/ 81 h 670"/>
                <a:gd name="T8" fmla="*/ 85 w 672"/>
                <a:gd name="T9" fmla="*/ 334 h 670"/>
                <a:gd name="T10" fmla="*/ 588 w 672"/>
                <a:gd name="T11" fmla="*/ 141 h 670"/>
                <a:gd name="T12" fmla="*/ 588 w 672"/>
                <a:gd name="T13" fmla="*/ 16 h 670"/>
                <a:gd name="T14" fmla="*/ 672 w 672"/>
                <a:gd name="T15" fmla="*/ 16 h 670"/>
                <a:gd name="T16" fmla="*/ 672 w 672"/>
                <a:gd name="T17" fmla="*/ 654 h 670"/>
                <a:gd name="T18" fmla="*/ 588 w 672"/>
                <a:gd name="T19" fmla="*/ 654 h 670"/>
                <a:gd name="T20" fmla="*/ 588 w 672"/>
                <a:gd name="T21" fmla="*/ 530 h 670"/>
                <a:gd name="T22" fmla="*/ 331 w 672"/>
                <a:gd name="T23" fmla="*/ 670 h 670"/>
                <a:gd name="T24" fmla="*/ 0 w 672"/>
                <a:gd name="T25" fmla="*/ 335 h 670"/>
                <a:gd name="T26" fmla="*/ 331 w 672"/>
                <a:gd name="T27" fmla="*/ 0 h 670"/>
                <a:gd name="T28" fmla="*/ 588 w 672"/>
                <a:gd name="T29" fmla="*/ 141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2" h="670">
                  <a:moveTo>
                    <a:pt x="85" y="334"/>
                  </a:moveTo>
                  <a:cubicBezTo>
                    <a:pt x="85" y="476"/>
                    <a:pt x="195" y="586"/>
                    <a:pt x="335" y="586"/>
                  </a:cubicBezTo>
                  <a:cubicBezTo>
                    <a:pt x="478" y="586"/>
                    <a:pt x="586" y="476"/>
                    <a:pt x="586" y="334"/>
                  </a:cubicBezTo>
                  <a:cubicBezTo>
                    <a:pt x="586" y="191"/>
                    <a:pt x="476" y="81"/>
                    <a:pt x="335" y="81"/>
                  </a:cubicBezTo>
                  <a:cubicBezTo>
                    <a:pt x="195" y="81"/>
                    <a:pt x="85" y="193"/>
                    <a:pt x="85" y="334"/>
                  </a:cubicBezTo>
                  <a:close/>
                  <a:moveTo>
                    <a:pt x="588" y="141"/>
                  </a:moveTo>
                  <a:cubicBezTo>
                    <a:pt x="588" y="16"/>
                    <a:pt x="588" y="16"/>
                    <a:pt x="588" y="16"/>
                  </a:cubicBezTo>
                  <a:cubicBezTo>
                    <a:pt x="672" y="16"/>
                    <a:pt x="672" y="16"/>
                    <a:pt x="672" y="16"/>
                  </a:cubicBezTo>
                  <a:cubicBezTo>
                    <a:pt x="672" y="654"/>
                    <a:pt x="672" y="654"/>
                    <a:pt x="672" y="654"/>
                  </a:cubicBezTo>
                  <a:cubicBezTo>
                    <a:pt x="588" y="654"/>
                    <a:pt x="588" y="654"/>
                    <a:pt x="588" y="654"/>
                  </a:cubicBezTo>
                  <a:cubicBezTo>
                    <a:pt x="588" y="530"/>
                    <a:pt x="588" y="530"/>
                    <a:pt x="588" y="530"/>
                  </a:cubicBezTo>
                  <a:cubicBezTo>
                    <a:pt x="535" y="615"/>
                    <a:pt x="444" y="670"/>
                    <a:pt x="331" y="670"/>
                  </a:cubicBezTo>
                  <a:cubicBezTo>
                    <a:pt x="151" y="670"/>
                    <a:pt x="0" y="525"/>
                    <a:pt x="0" y="335"/>
                  </a:cubicBezTo>
                  <a:cubicBezTo>
                    <a:pt x="0" y="146"/>
                    <a:pt x="151" y="0"/>
                    <a:pt x="331" y="0"/>
                  </a:cubicBezTo>
                  <a:cubicBezTo>
                    <a:pt x="444" y="0"/>
                    <a:pt x="535" y="55"/>
                    <a:pt x="588" y="1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C5DDC9DA-18FF-437E-BC4E-305FF3C7C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7" y="-2326"/>
              <a:ext cx="60" cy="60"/>
            </a:xfrm>
            <a:custGeom>
              <a:avLst/>
              <a:gdLst>
                <a:gd name="T0" fmla="*/ 123 w 123"/>
                <a:gd name="T1" fmla="*/ 62 h 123"/>
                <a:gd name="T2" fmla="*/ 61 w 123"/>
                <a:gd name="T3" fmla="*/ 123 h 123"/>
                <a:gd name="T4" fmla="*/ 0 w 123"/>
                <a:gd name="T5" fmla="*/ 62 h 123"/>
                <a:gd name="T6" fmla="*/ 61 w 123"/>
                <a:gd name="T7" fmla="*/ 0 h 123"/>
                <a:gd name="T8" fmla="*/ 123 w 123"/>
                <a:gd name="T9" fmla="*/ 62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23">
                  <a:moveTo>
                    <a:pt x="123" y="62"/>
                  </a:moveTo>
                  <a:cubicBezTo>
                    <a:pt x="123" y="94"/>
                    <a:pt x="95" y="123"/>
                    <a:pt x="61" y="123"/>
                  </a:cubicBezTo>
                  <a:cubicBezTo>
                    <a:pt x="27" y="123"/>
                    <a:pt x="0" y="96"/>
                    <a:pt x="0" y="62"/>
                  </a:cubicBezTo>
                  <a:cubicBezTo>
                    <a:pt x="0" y="29"/>
                    <a:pt x="27" y="0"/>
                    <a:pt x="61" y="0"/>
                  </a:cubicBezTo>
                  <a:cubicBezTo>
                    <a:pt x="95" y="0"/>
                    <a:pt x="123" y="28"/>
                    <a:pt x="123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1" name="Rectangle 20">
              <a:extLst>
                <a:ext uri="{FF2B5EF4-FFF2-40B4-BE49-F238E27FC236}">
                  <a16:creationId xmlns:a16="http://schemas.microsoft.com/office/drawing/2014/main" id="{CE7DAA47-F123-418B-B914-83531DBF5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" y="-2200"/>
              <a:ext cx="38" cy="3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2" name="Freeform 21">
              <a:extLst>
                <a:ext uri="{FF2B5EF4-FFF2-40B4-BE49-F238E27FC236}">
                  <a16:creationId xmlns:a16="http://schemas.microsoft.com/office/drawing/2014/main" id="{67DBCA8D-E542-4DE5-9136-1DFEEDF658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1" y="-2489"/>
              <a:ext cx="744" cy="745"/>
            </a:xfrm>
            <a:custGeom>
              <a:avLst/>
              <a:gdLst>
                <a:gd name="T0" fmla="*/ 1075 w 1523"/>
                <a:gd name="T1" fmla="*/ 1101 h 1522"/>
                <a:gd name="T2" fmla="*/ 753 w 1523"/>
                <a:gd name="T3" fmla="*/ 505 h 1522"/>
                <a:gd name="T4" fmla="*/ 1213 w 1523"/>
                <a:gd name="T5" fmla="*/ 643 h 1522"/>
                <a:gd name="T6" fmla="*/ 1075 w 1523"/>
                <a:gd name="T7" fmla="*/ 1101 h 1522"/>
                <a:gd name="T8" fmla="*/ 908 w 1523"/>
                <a:gd name="T9" fmla="*/ 1315 h 1522"/>
                <a:gd name="T10" fmla="*/ 898 w 1523"/>
                <a:gd name="T11" fmla="*/ 1320 h 1522"/>
                <a:gd name="T12" fmla="*/ 711 w 1523"/>
                <a:gd name="T13" fmla="*/ 1264 h 1522"/>
                <a:gd name="T14" fmla="*/ 297 w 1523"/>
                <a:gd name="T15" fmla="*/ 496 h 1522"/>
                <a:gd name="T16" fmla="*/ 353 w 1523"/>
                <a:gd name="T17" fmla="*/ 308 h 1522"/>
                <a:gd name="T18" fmla="*/ 363 w 1523"/>
                <a:gd name="T19" fmla="*/ 303 h 1522"/>
                <a:gd name="T20" fmla="*/ 550 w 1523"/>
                <a:gd name="T21" fmla="*/ 359 h 1522"/>
                <a:gd name="T22" fmla="*/ 964 w 1523"/>
                <a:gd name="T23" fmla="*/ 1128 h 1522"/>
                <a:gd name="T24" fmla="*/ 908 w 1523"/>
                <a:gd name="T25" fmla="*/ 1315 h 1522"/>
                <a:gd name="T26" fmla="*/ 761 w 1523"/>
                <a:gd name="T27" fmla="*/ 0 h 1522"/>
                <a:gd name="T28" fmla="*/ 0 w 1523"/>
                <a:gd name="T29" fmla="*/ 761 h 1522"/>
                <a:gd name="T30" fmla="*/ 761 w 1523"/>
                <a:gd name="T31" fmla="*/ 1522 h 1522"/>
                <a:gd name="T32" fmla="*/ 1522 w 1523"/>
                <a:gd name="T33" fmla="*/ 761 h 1522"/>
                <a:gd name="T34" fmla="*/ 761 w 1523"/>
                <a:gd name="T35" fmla="*/ 0 h 1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23" h="1522">
                  <a:moveTo>
                    <a:pt x="1075" y="1101"/>
                  </a:moveTo>
                  <a:cubicBezTo>
                    <a:pt x="753" y="505"/>
                    <a:pt x="753" y="505"/>
                    <a:pt x="753" y="505"/>
                  </a:cubicBezTo>
                  <a:cubicBezTo>
                    <a:pt x="918" y="416"/>
                    <a:pt x="1124" y="478"/>
                    <a:pt x="1213" y="643"/>
                  </a:cubicBezTo>
                  <a:cubicBezTo>
                    <a:pt x="1301" y="807"/>
                    <a:pt x="1240" y="1012"/>
                    <a:pt x="1075" y="1101"/>
                  </a:cubicBezTo>
                  <a:close/>
                  <a:moveTo>
                    <a:pt x="908" y="1315"/>
                  </a:moveTo>
                  <a:cubicBezTo>
                    <a:pt x="898" y="1320"/>
                    <a:pt x="898" y="1320"/>
                    <a:pt x="898" y="1320"/>
                  </a:cubicBezTo>
                  <a:cubicBezTo>
                    <a:pt x="831" y="1357"/>
                    <a:pt x="747" y="1331"/>
                    <a:pt x="711" y="1264"/>
                  </a:cubicBezTo>
                  <a:cubicBezTo>
                    <a:pt x="297" y="496"/>
                    <a:pt x="297" y="496"/>
                    <a:pt x="297" y="496"/>
                  </a:cubicBezTo>
                  <a:cubicBezTo>
                    <a:pt x="260" y="429"/>
                    <a:pt x="286" y="345"/>
                    <a:pt x="353" y="308"/>
                  </a:cubicBezTo>
                  <a:cubicBezTo>
                    <a:pt x="363" y="303"/>
                    <a:pt x="363" y="303"/>
                    <a:pt x="363" y="303"/>
                  </a:cubicBezTo>
                  <a:cubicBezTo>
                    <a:pt x="430" y="267"/>
                    <a:pt x="514" y="291"/>
                    <a:pt x="550" y="359"/>
                  </a:cubicBezTo>
                  <a:cubicBezTo>
                    <a:pt x="964" y="1128"/>
                    <a:pt x="964" y="1128"/>
                    <a:pt x="964" y="1128"/>
                  </a:cubicBezTo>
                  <a:cubicBezTo>
                    <a:pt x="999" y="1195"/>
                    <a:pt x="974" y="1278"/>
                    <a:pt x="908" y="1315"/>
                  </a:cubicBezTo>
                  <a:close/>
                  <a:moveTo>
                    <a:pt x="761" y="0"/>
                  </a:moveTo>
                  <a:cubicBezTo>
                    <a:pt x="341" y="0"/>
                    <a:pt x="0" y="340"/>
                    <a:pt x="0" y="761"/>
                  </a:cubicBezTo>
                  <a:cubicBezTo>
                    <a:pt x="0" y="1181"/>
                    <a:pt x="341" y="1522"/>
                    <a:pt x="761" y="1522"/>
                  </a:cubicBezTo>
                  <a:cubicBezTo>
                    <a:pt x="1181" y="1522"/>
                    <a:pt x="1522" y="1181"/>
                    <a:pt x="1522" y="761"/>
                  </a:cubicBezTo>
                  <a:cubicBezTo>
                    <a:pt x="1523" y="340"/>
                    <a:pt x="1182" y="0"/>
                    <a:pt x="7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3" name="Freeform 22">
              <a:extLst>
                <a:ext uri="{FF2B5EF4-FFF2-40B4-BE49-F238E27FC236}">
                  <a16:creationId xmlns:a16="http://schemas.microsoft.com/office/drawing/2014/main" id="{E2058B9E-6C38-47DA-95C6-4B848B127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" y="-1949"/>
              <a:ext cx="39" cy="56"/>
            </a:xfrm>
            <a:custGeom>
              <a:avLst/>
              <a:gdLst>
                <a:gd name="T0" fmla="*/ 39 w 39"/>
                <a:gd name="T1" fmla="*/ 0 h 56"/>
                <a:gd name="T2" fmla="*/ 0 w 39"/>
                <a:gd name="T3" fmla="*/ 0 h 56"/>
                <a:gd name="T4" fmla="*/ 0 w 39"/>
                <a:gd name="T5" fmla="*/ 7 h 56"/>
                <a:gd name="T6" fmla="*/ 16 w 39"/>
                <a:gd name="T7" fmla="*/ 7 h 56"/>
                <a:gd name="T8" fmla="*/ 16 w 39"/>
                <a:gd name="T9" fmla="*/ 56 h 56"/>
                <a:gd name="T10" fmla="*/ 23 w 39"/>
                <a:gd name="T11" fmla="*/ 56 h 56"/>
                <a:gd name="T12" fmla="*/ 23 w 39"/>
                <a:gd name="T13" fmla="*/ 7 h 56"/>
                <a:gd name="T14" fmla="*/ 39 w 39"/>
                <a:gd name="T15" fmla="*/ 7 h 56"/>
                <a:gd name="T16" fmla="*/ 39 w 39"/>
                <a:gd name="T1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56">
                  <a:moveTo>
                    <a:pt x="39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16" y="7"/>
                  </a:lnTo>
                  <a:lnTo>
                    <a:pt x="16" y="56"/>
                  </a:lnTo>
                  <a:lnTo>
                    <a:pt x="23" y="56"/>
                  </a:lnTo>
                  <a:lnTo>
                    <a:pt x="23" y="7"/>
                  </a:lnTo>
                  <a:lnTo>
                    <a:pt x="39" y="7"/>
                  </a:lnTo>
                  <a:lnTo>
                    <a:pt x="3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4" name="Freeform 23">
              <a:extLst>
                <a:ext uri="{FF2B5EF4-FFF2-40B4-BE49-F238E27FC236}">
                  <a16:creationId xmlns:a16="http://schemas.microsoft.com/office/drawing/2014/main" id="{69952878-1E4A-4B62-9FB9-A940A59A8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1" y="-1949"/>
              <a:ext cx="51" cy="56"/>
            </a:xfrm>
            <a:custGeom>
              <a:avLst/>
              <a:gdLst>
                <a:gd name="T0" fmla="*/ 51 w 51"/>
                <a:gd name="T1" fmla="*/ 0 h 56"/>
                <a:gd name="T2" fmla="*/ 43 w 51"/>
                <a:gd name="T3" fmla="*/ 0 h 56"/>
                <a:gd name="T4" fmla="*/ 26 w 51"/>
                <a:gd name="T5" fmla="*/ 30 h 56"/>
                <a:gd name="T6" fmla="*/ 8 w 51"/>
                <a:gd name="T7" fmla="*/ 0 h 56"/>
                <a:gd name="T8" fmla="*/ 0 w 51"/>
                <a:gd name="T9" fmla="*/ 0 h 56"/>
                <a:gd name="T10" fmla="*/ 0 w 51"/>
                <a:gd name="T11" fmla="*/ 56 h 56"/>
                <a:gd name="T12" fmla="*/ 7 w 51"/>
                <a:gd name="T13" fmla="*/ 56 h 56"/>
                <a:gd name="T14" fmla="*/ 7 w 51"/>
                <a:gd name="T15" fmla="*/ 12 h 56"/>
                <a:gd name="T16" fmla="*/ 25 w 51"/>
                <a:gd name="T17" fmla="*/ 43 h 56"/>
                <a:gd name="T18" fmla="*/ 26 w 51"/>
                <a:gd name="T19" fmla="*/ 43 h 56"/>
                <a:gd name="T20" fmla="*/ 44 w 51"/>
                <a:gd name="T21" fmla="*/ 12 h 56"/>
                <a:gd name="T22" fmla="*/ 44 w 51"/>
                <a:gd name="T23" fmla="*/ 56 h 56"/>
                <a:gd name="T24" fmla="*/ 51 w 51"/>
                <a:gd name="T25" fmla="*/ 56 h 56"/>
                <a:gd name="T26" fmla="*/ 51 w 51"/>
                <a:gd name="T2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" h="56">
                  <a:moveTo>
                    <a:pt x="51" y="0"/>
                  </a:moveTo>
                  <a:lnTo>
                    <a:pt x="43" y="0"/>
                  </a:lnTo>
                  <a:lnTo>
                    <a:pt x="26" y="3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56"/>
                  </a:lnTo>
                  <a:lnTo>
                    <a:pt x="7" y="56"/>
                  </a:lnTo>
                  <a:lnTo>
                    <a:pt x="7" y="1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44" y="12"/>
                  </a:lnTo>
                  <a:lnTo>
                    <a:pt x="44" y="56"/>
                  </a:lnTo>
                  <a:lnTo>
                    <a:pt x="51" y="56"/>
                  </a:lnTo>
                  <a:lnTo>
                    <a:pt x="5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711200" y="1800000"/>
            <a:ext cx="8161338" cy="2966400"/>
          </a:xfrm>
        </p:spPr>
        <p:txBody>
          <a:bodyPr anchor="t"/>
          <a:lstStyle>
            <a:lvl1pPr algn="l"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711200" y="5108400"/>
            <a:ext cx="8161338" cy="669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2800">
                <a:solidFill>
                  <a:schemeClr val="accent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>
          <a:xfrm>
            <a:off x="711200" y="5882400"/>
            <a:ext cx="8161338" cy="248400"/>
          </a:xfrm>
        </p:spPr>
        <p:txBody>
          <a:bodyPr lIns="0" tIns="0" rIns="0" bIns="0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2BAC3C27-4DE0-4ECA-9D29-AA7B815E1C93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9F215FF3-A31E-489A-B082-6AADD796A965}"/>
              </a:ext>
            </a:extLst>
          </p:cNvPr>
          <p:cNvSpPr>
            <a:spLocks/>
          </p:cNvSpPr>
          <p:nvPr/>
        </p:nvSpPr>
        <p:spPr bwMode="auto">
          <a:xfrm>
            <a:off x="8247064" y="6131840"/>
            <a:ext cx="3944937" cy="726160"/>
          </a:xfrm>
          <a:custGeom>
            <a:avLst/>
            <a:gdLst>
              <a:gd name="connsiteX0" fmla="*/ 3751203 w 3944937"/>
              <a:gd name="connsiteY0" fmla="*/ 700961 h 726160"/>
              <a:gd name="connsiteX1" fmla="*/ 3760489 w 3944937"/>
              <a:gd name="connsiteY1" fmla="*/ 701241 h 726160"/>
              <a:gd name="connsiteX2" fmla="*/ 3814566 w 3944937"/>
              <a:gd name="connsiteY2" fmla="*/ 717683 h 726160"/>
              <a:gd name="connsiteX3" fmla="*/ 3824944 w 3944937"/>
              <a:gd name="connsiteY3" fmla="*/ 726160 h 726160"/>
              <a:gd name="connsiteX4" fmla="*/ 3784017 w 3944937"/>
              <a:gd name="connsiteY4" fmla="*/ 726160 h 726160"/>
              <a:gd name="connsiteX5" fmla="*/ 3766518 w 3944937"/>
              <a:gd name="connsiteY5" fmla="*/ 719843 h 726160"/>
              <a:gd name="connsiteX6" fmla="*/ 3751203 w 3944937"/>
              <a:gd name="connsiteY6" fmla="*/ 718951 h 726160"/>
              <a:gd name="connsiteX7" fmla="*/ 3736060 w 3944937"/>
              <a:gd name="connsiteY7" fmla="*/ 719843 h 726160"/>
              <a:gd name="connsiteX8" fmla="*/ 3718685 w 3944937"/>
              <a:gd name="connsiteY8" fmla="*/ 726160 h 726160"/>
              <a:gd name="connsiteX9" fmla="*/ 3677907 w 3944937"/>
              <a:gd name="connsiteY9" fmla="*/ 726160 h 726160"/>
              <a:gd name="connsiteX10" fmla="*/ 3688281 w 3944937"/>
              <a:gd name="connsiteY10" fmla="*/ 717683 h 726160"/>
              <a:gd name="connsiteX11" fmla="*/ 3742008 w 3944937"/>
              <a:gd name="connsiteY11" fmla="*/ 701241 h 726160"/>
              <a:gd name="connsiteX12" fmla="*/ 3375929 w 3944937"/>
              <a:gd name="connsiteY12" fmla="*/ 700961 h 726160"/>
              <a:gd name="connsiteX13" fmla="*/ 3385215 w 3944937"/>
              <a:gd name="connsiteY13" fmla="*/ 701241 h 726160"/>
              <a:gd name="connsiteX14" fmla="*/ 3439293 w 3944937"/>
              <a:gd name="connsiteY14" fmla="*/ 717683 h 726160"/>
              <a:gd name="connsiteX15" fmla="*/ 3449670 w 3944937"/>
              <a:gd name="connsiteY15" fmla="*/ 726160 h 726160"/>
              <a:gd name="connsiteX16" fmla="*/ 3408743 w 3944937"/>
              <a:gd name="connsiteY16" fmla="*/ 726160 h 726160"/>
              <a:gd name="connsiteX17" fmla="*/ 3391245 w 3944937"/>
              <a:gd name="connsiteY17" fmla="*/ 719843 h 726160"/>
              <a:gd name="connsiteX18" fmla="*/ 3375929 w 3944937"/>
              <a:gd name="connsiteY18" fmla="*/ 718951 h 726160"/>
              <a:gd name="connsiteX19" fmla="*/ 3360806 w 3944937"/>
              <a:gd name="connsiteY19" fmla="*/ 719843 h 726160"/>
              <a:gd name="connsiteX20" fmla="*/ 3343453 w 3944937"/>
              <a:gd name="connsiteY20" fmla="*/ 726160 h 726160"/>
              <a:gd name="connsiteX21" fmla="*/ 3302727 w 3944937"/>
              <a:gd name="connsiteY21" fmla="*/ 726160 h 726160"/>
              <a:gd name="connsiteX22" fmla="*/ 3313088 w 3944937"/>
              <a:gd name="connsiteY22" fmla="*/ 717683 h 726160"/>
              <a:gd name="connsiteX23" fmla="*/ 3366746 w 3944937"/>
              <a:gd name="connsiteY23" fmla="*/ 701241 h 726160"/>
              <a:gd name="connsiteX24" fmla="*/ 3000655 w 3944937"/>
              <a:gd name="connsiteY24" fmla="*/ 700961 h 726160"/>
              <a:gd name="connsiteX25" fmla="*/ 3000656 w 3944937"/>
              <a:gd name="connsiteY25" fmla="*/ 700961 h 726160"/>
              <a:gd name="connsiteX26" fmla="*/ 3009953 w 3944937"/>
              <a:gd name="connsiteY26" fmla="*/ 701241 h 726160"/>
              <a:gd name="connsiteX27" fmla="*/ 3064099 w 3944937"/>
              <a:gd name="connsiteY27" fmla="*/ 717683 h 726160"/>
              <a:gd name="connsiteX28" fmla="*/ 3074490 w 3944937"/>
              <a:gd name="connsiteY28" fmla="*/ 726160 h 726160"/>
              <a:gd name="connsiteX29" fmla="*/ 3033512 w 3944937"/>
              <a:gd name="connsiteY29" fmla="*/ 726160 h 726160"/>
              <a:gd name="connsiteX30" fmla="*/ 3015991 w 3944937"/>
              <a:gd name="connsiteY30" fmla="*/ 719843 h 726160"/>
              <a:gd name="connsiteX31" fmla="*/ 3000656 w 3944937"/>
              <a:gd name="connsiteY31" fmla="*/ 718951 h 726160"/>
              <a:gd name="connsiteX32" fmla="*/ 2985532 w 3944937"/>
              <a:gd name="connsiteY32" fmla="*/ 719843 h 726160"/>
              <a:gd name="connsiteX33" fmla="*/ 2968171 w 3944937"/>
              <a:gd name="connsiteY33" fmla="*/ 726160 h 726160"/>
              <a:gd name="connsiteX34" fmla="*/ 2927624 w 3944937"/>
              <a:gd name="connsiteY34" fmla="*/ 726160 h 726160"/>
              <a:gd name="connsiteX35" fmla="*/ 2937883 w 3944937"/>
              <a:gd name="connsiteY35" fmla="*/ 717683 h 726160"/>
              <a:gd name="connsiteX36" fmla="*/ 2991473 w 3944937"/>
              <a:gd name="connsiteY36" fmla="*/ 701241 h 726160"/>
              <a:gd name="connsiteX37" fmla="*/ 2625475 w 3944937"/>
              <a:gd name="connsiteY37" fmla="*/ 700961 h 726160"/>
              <a:gd name="connsiteX38" fmla="*/ 2685926 w 3944937"/>
              <a:gd name="connsiteY38" fmla="*/ 715977 h 726160"/>
              <a:gd name="connsiteX39" fmla="*/ 2698654 w 3944937"/>
              <a:gd name="connsiteY39" fmla="*/ 726160 h 726160"/>
              <a:gd name="connsiteX40" fmla="*/ 2654735 w 3944937"/>
              <a:gd name="connsiteY40" fmla="*/ 726160 h 726160"/>
              <a:gd name="connsiteX41" fmla="*/ 2625475 w 3944937"/>
              <a:gd name="connsiteY41" fmla="*/ 718951 h 726160"/>
              <a:gd name="connsiteX42" fmla="*/ 2596547 w 3944937"/>
              <a:gd name="connsiteY42" fmla="*/ 726160 h 726160"/>
              <a:gd name="connsiteX43" fmla="*/ 2553064 w 3944937"/>
              <a:gd name="connsiteY43" fmla="*/ 726160 h 726160"/>
              <a:gd name="connsiteX44" fmla="*/ 2565607 w 3944937"/>
              <a:gd name="connsiteY44" fmla="*/ 715977 h 726160"/>
              <a:gd name="connsiteX45" fmla="*/ 2625475 w 3944937"/>
              <a:gd name="connsiteY45" fmla="*/ 700961 h 726160"/>
              <a:gd name="connsiteX46" fmla="*/ 2250202 w 3944937"/>
              <a:gd name="connsiteY46" fmla="*/ 700961 h 726160"/>
              <a:gd name="connsiteX47" fmla="*/ 2259500 w 3944937"/>
              <a:gd name="connsiteY47" fmla="*/ 701241 h 726160"/>
              <a:gd name="connsiteX48" fmla="*/ 2313646 w 3944937"/>
              <a:gd name="connsiteY48" fmla="*/ 717683 h 726160"/>
              <a:gd name="connsiteX49" fmla="*/ 2324039 w 3944937"/>
              <a:gd name="connsiteY49" fmla="*/ 726160 h 726160"/>
              <a:gd name="connsiteX50" fmla="*/ 2283225 w 3944937"/>
              <a:gd name="connsiteY50" fmla="*/ 726160 h 726160"/>
              <a:gd name="connsiteX51" fmla="*/ 2265570 w 3944937"/>
              <a:gd name="connsiteY51" fmla="*/ 719843 h 726160"/>
              <a:gd name="connsiteX52" fmla="*/ 2250202 w 3944937"/>
              <a:gd name="connsiteY52" fmla="*/ 718951 h 726160"/>
              <a:gd name="connsiteX53" fmla="*/ 2235078 w 3944937"/>
              <a:gd name="connsiteY53" fmla="*/ 719843 h 726160"/>
              <a:gd name="connsiteX54" fmla="*/ 2217726 w 3944937"/>
              <a:gd name="connsiteY54" fmla="*/ 726160 h 726160"/>
              <a:gd name="connsiteX55" fmla="*/ 2177227 w 3944937"/>
              <a:gd name="connsiteY55" fmla="*/ 726160 h 726160"/>
              <a:gd name="connsiteX56" fmla="*/ 2187448 w 3944937"/>
              <a:gd name="connsiteY56" fmla="*/ 717683 h 726160"/>
              <a:gd name="connsiteX57" fmla="*/ 2241019 w 3944937"/>
              <a:gd name="connsiteY57" fmla="*/ 701241 h 726160"/>
              <a:gd name="connsiteX58" fmla="*/ 1875171 w 3944937"/>
              <a:gd name="connsiteY58" fmla="*/ 700961 h 726160"/>
              <a:gd name="connsiteX59" fmla="*/ 1884453 w 3944937"/>
              <a:gd name="connsiteY59" fmla="*/ 701241 h 726160"/>
              <a:gd name="connsiteX60" fmla="*/ 1938533 w 3944937"/>
              <a:gd name="connsiteY60" fmla="*/ 717683 h 726160"/>
              <a:gd name="connsiteX61" fmla="*/ 1948910 w 3944937"/>
              <a:gd name="connsiteY61" fmla="*/ 726160 h 726160"/>
              <a:gd name="connsiteX62" fmla="*/ 1908144 w 3944937"/>
              <a:gd name="connsiteY62" fmla="*/ 726160 h 726160"/>
              <a:gd name="connsiteX63" fmla="*/ 1890508 w 3944937"/>
              <a:gd name="connsiteY63" fmla="*/ 719843 h 726160"/>
              <a:gd name="connsiteX64" fmla="*/ 1875171 w 3944937"/>
              <a:gd name="connsiteY64" fmla="*/ 718951 h 726160"/>
              <a:gd name="connsiteX65" fmla="*/ 1860044 w 3944937"/>
              <a:gd name="connsiteY65" fmla="*/ 719843 h 726160"/>
              <a:gd name="connsiteX66" fmla="*/ 1842691 w 3944937"/>
              <a:gd name="connsiteY66" fmla="*/ 726160 h 726160"/>
              <a:gd name="connsiteX67" fmla="*/ 1802195 w 3944937"/>
              <a:gd name="connsiteY67" fmla="*/ 726160 h 726160"/>
              <a:gd name="connsiteX68" fmla="*/ 1812417 w 3944937"/>
              <a:gd name="connsiteY68" fmla="*/ 717683 h 726160"/>
              <a:gd name="connsiteX69" fmla="*/ 1865985 w 3944937"/>
              <a:gd name="connsiteY69" fmla="*/ 701241 h 726160"/>
              <a:gd name="connsiteX70" fmla="*/ 1499902 w 3944937"/>
              <a:gd name="connsiteY70" fmla="*/ 700961 h 726160"/>
              <a:gd name="connsiteX71" fmla="*/ 1509200 w 3944937"/>
              <a:gd name="connsiteY71" fmla="*/ 701241 h 726160"/>
              <a:gd name="connsiteX72" fmla="*/ 1563342 w 3944937"/>
              <a:gd name="connsiteY72" fmla="*/ 717683 h 726160"/>
              <a:gd name="connsiteX73" fmla="*/ 1573731 w 3944937"/>
              <a:gd name="connsiteY73" fmla="*/ 726160 h 726160"/>
              <a:gd name="connsiteX74" fmla="*/ 1532913 w 3944937"/>
              <a:gd name="connsiteY74" fmla="*/ 726160 h 726160"/>
              <a:gd name="connsiteX75" fmla="*/ 1515254 w 3944937"/>
              <a:gd name="connsiteY75" fmla="*/ 719843 h 726160"/>
              <a:gd name="connsiteX76" fmla="*/ 1499902 w 3944937"/>
              <a:gd name="connsiteY76" fmla="*/ 718951 h 726160"/>
              <a:gd name="connsiteX77" fmla="*/ 1484938 w 3944937"/>
              <a:gd name="connsiteY77" fmla="*/ 719843 h 726160"/>
              <a:gd name="connsiteX78" fmla="*/ 1467593 w 3944937"/>
              <a:gd name="connsiteY78" fmla="*/ 726160 h 726160"/>
              <a:gd name="connsiteX79" fmla="*/ 1426918 w 3944937"/>
              <a:gd name="connsiteY79" fmla="*/ 726160 h 726160"/>
              <a:gd name="connsiteX80" fmla="*/ 1437141 w 3944937"/>
              <a:gd name="connsiteY80" fmla="*/ 717683 h 726160"/>
              <a:gd name="connsiteX81" fmla="*/ 1490715 w 3944937"/>
              <a:gd name="connsiteY81" fmla="*/ 701241 h 726160"/>
              <a:gd name="connsiteX82" fmla="*/ 1124860 w 3944937"/>
              <a:gd name="connsiteY82" fmla="*/ 700961 h 726160"/>
              <a:gd name="connsiteX83" fmla="*/ 1134151 w 3944937"/>
              <a:gd name="connsiteY83" fmla="*/ 701241 h 726160"/>
              <a:gd name="connsiteX84" fmla="*/ 1188224 w 3944937"/>
              <a:gd name="connsiteY84" fmla="*/ 717683 h 726160"/>
              <a:gd name="connsiteX85" fmla="*/ 1198602 w 3944937"/>
              <a:gd name="connsiteY85" fmla="*/ 726160 h 726160"/>
              <a:gd name="connsiteX86" fmla="*/ 1157837 w 3944937"/>
              <a:gd name="connsiteY86" fmla="*/ 726160 h 726160"/>
              <a:gd name="connsiteX87" fmla="*/ 1140203 w 3944937"/>
              <a:gd name="connsiteY87" fmla="*/ 719843 h 726160"/>
              <a:gd name="connsiteX88" fmla="*/ 1124860 w 3944937"/>
              <a:gd name="connsiteY88" fmla="*/ 718951 h 726160"/>
              <a:gd name="connsiteX89" fmla="*/ 1109907 w 3944937"/>
              <a:gd name="connsiteY89" fmla="*/ 719843 h 726160"/>
              <a:gd name="connsiteX90" fmla="*/ 1092562 w 3944937"/>
              <a:gd name="connsiteY90" fmla="*/ 726160 h 726160"/>
              <a:gd name="connsiteX91" fmla="*/ 1051885 w 3944937"/>
              <a:gd name="connsiteY91" fmla="*/ 726160 h 726160"/>
              <a:gd name="connsiteX92" fmla="*/ 1062108 w 3944937"/>
              <a:gd name="connsiteY92" fmla="*/ 717683 h 726160"/>
              <a:gd name="connsiteX93" fmla="*/ 1115684 w 3944937"/>
              <a:gd name="connsiteY93" fmla="*/ 701241 h 726160"/>
              <a:gd name="connsiteX94" fmla="*/ 749586 w 3944937"/>
              <a:gd name="connsiteY94" fmla="*/ 700961 h 726160"/>
              <a:gd name="connsiteX95" fmla="*/ 758889 w 3944937"/>
              <a:gd name="connsiteY95" fmla="*/ 701241 h 726160"/>
              <a:gd name="connsiteX96" fmla="*/ 813261 w 3944937"/>
              <a:gd name="connsiteY96" fmla="*/ 717683 h 726160"/>
              <a:gd name="connsiteX97" fmla="*/ 823589 w 3944937"/>
              <a:gd name="connsiteY97" fmla="*/ 726160 h 726160"/>
              <a:gd name="connsiteX98" fmla="*/ 782608 w 3944937"/>
              <a:gd name="connsiteY98" fmla="*/ 726160 h 726160"/>
              <a:gd name="connsiteX99" fmla="*/ 764952 w 3944937"/>
              <a:gd name="connsiteY99" fmla="*/ 719843 h 726160"/>
              <a:gd name="connsiteX100" fmla="*/ 749586 w 3944937"/>
              <a:gd name="connsiteY100" fmla="*/ 718951 h 726160"/>
              <a:gd name="connsiteX101" fmla="*/ 734638 w 3944937"/>
              <a:gd name="connsiteY101" fmla="*/ 719843 h 726160"/>
              <a:gd name="connsiteX102" fmla="*/ 717292 w 3944937"/>
              <a:gd name="connsiteY102" fmla="*/ 726160 h 726160"/>
              <a:gd name="connsiteX103" fmla="*/ 676757 w 3944937"/>
              <a:gd name="connsiteY103" fmla="*/ 726160 h 726160"/>
              <a:gd name="connsiteX104" fmla="*/ 687036 w 3944937"/>
              <a:gd name="connsiteY104" fmla="*/ 717683 h 726160"/>
              <a:gd name="connsiteX105" fmla="*/ 740506 w 3944937"/>
              <a:gd name="connsiteY105" fmla="*/ 701241 h 726160"/>
              <a:gd name="connsiteX106" fmla="*/ 375034 w 3944937"/>
              <a:gd name="connsiteY106" fmla="*/ 700961 h 726160"/>
              <a:gd name="connsiteX107" fmla="*/ 435225 w 3944937"/>
              <a:gd name="connsiteY107" fmla="*/ 715977 h 726160"/>
              <a:gd name="connsiteX108" fmla="*/ 447867 w 3944937"/>
              <a:gd name="connsiteY108" fmla="*/ 726160 h 726160"/>
              <a:gd name="connsiteX109" fmla="*/ 404144 w 3944937"/>
              <a:gd name="connsiteY109" fmla="*/ 726160 h 726160"/>
              <a:gd name="connsiteX110" fmla="*/ 375034 w 3944937"/>
              <a:gd name="connsiteY110" fmla="*/ 718951 h 726160"/>
              <a:gd name="connsiteX111" fmla="*/ 345939 w 3944937"/>
              <a:gd name="connsiteY111" fmla="*/ 726160 h 726160"/>
              <a:gd name="connsiteX112" fmla="*/ 302387 w 3944937"/>
              <a:gd name="connsiteY112" fmla="*/ 726160 h 726160"/>
              <a:gd name="connsiteX113" fmla="*/ 315092 w 3944937"/>
              <a:gd name="connsiteY113" fmla="*/ 715977 h 726160"/>
              <a:gd name="connsiteX114" fmla="*/ 375034 w 3944937"/>
              <a:gd name="connsiteY114" fmla="*/ 700961 h 726160"/>
              <a:gd name="connsiteX115" fmla="*/ 0 w 3944937"/>
              <a:gd name="connsiteY115" fmla="*/ 700961 h 726160"/>
              <a:gd name="connsiteX116" fmla="*/ 60160 w 3944937"/>
              <a:gd name="connsiteY116" fmla="*/ 715977 h 726160"/>
              <a:gd name="connsiteX117" fmla="*/ 72796 w 3944937"/>
              <a:gd name="connsiteY117" fmla="*/ 726160 h 726160"/>
              <a:gd name="connsiteX118" fmla="*/ 29095 w 3944937"/>
              <a:gd name="connsiteY118" fmla="*/ 726160 h 726160"/>
              <a:gd name="connsiteX119" fmla="*/ 0 w 3944937"/>
              <a:gd name="connsiteY119" fmla="*/ 718951 h 726160"/>
              <a:gd name="connsiteX120" fmla="*/ 0 w 3944937"/>
              <a:gd name="connsiteY120" fmla="*/ 600343 h 726160"/>
              <a:gd name="connsiteX121" fmla="*/ 99855 w 3944937"/>
              <a:gd name="connsiteY121" fmla="*/ 647348 h 726160"/>
              <a:gd name="connsiteX122" fmla="*/ 187517 w 3944937"/>
              <a:gd name="connsiteY122" fmla="*/ 689712 h 726160"/>
              <a:gd name="connsiteX123" fmla="*/ 275179 w 3944937"/>
              <a:gd name="connsiteY123" fmla="*/ 647348 h 726160"/>
              <a:gd name="connsiteX124" fmla="*/ 375034 w 3944937"/>
              <a:gd name="connsiteY124" fmla="*/ 600343 h 726160"/>
              <a:gd name="connsiteX125" fmla="*/ 474941 w 3944937"/>
              <a:gd name="connsiteY125" fmla="*/ 647348 h 726160"/>
              <a:gd name="connsiteX126" fmla="*/ 562069 w 3944937"/>
              <a:gd name="connsiteY126" fmla="*/ 689712 h 726160"/>
              <a:gd name="connsiteX127" fmla="*/ 650315 w 3944937"/>
              <a:gd name="connsiteY127" fmla="*/ 647348 h 726160"/>
              <a:gd name="connsiteX128" fmla="*/ 740506 w 3944937"/>
              <a:gd name="connsiteY128" fmla="*/ 600622 h 726160"/>
              <a:gd name="connsiteX129" fmla="*/ 749586 w 3944937"/>
              <a:gd name="connsiteY129" fmla="*/ 600343 h 726160"/>
              <a:gd name="connsiteX130" fmla="*/ 758889 w 3944937"/>
              <a:gd name="connsiteY130" fmla="*/ 600622 h 726160"/>
              <a:gd name="connsiteX131" fmla="*/ 850154 w 3944937"/>
              <a:gd name="connsiteY131" fmla="*/ 647348 h 726160"/>
              <a:gd name="connsiteX132" fmla="*/ 937343 w 3944937"/>
              <a:gd name="connsiteY132" fmla="*/ 689712 h 726160"/>
              <a:gd name="connsiteX133" fmla="*/ 1025586 w 3944937"/>
              <a:gd name="connsiteY133" fmla="*/ 647348 h 726160"/>
              <a:gd name="connsiteX134" fmla="*/ 1115684 w 3944937"/>
              <a:gd name="connsiteY134" fmla="*/ 600622 h 726160"/>
              <a:gd name="connsiteX135" fmla="*/ 1124860 w 3944937"/>
              <a:gd name="connsiteY135" fmla="*/ 600343 h 726160"/>
              <a:gd name="connsiteX136" fmla="*/ 1134151 w 3944937"/>
              <a:gd name="connsiteY136" fmla="*/ 600622 h 726160"/>
              <a:gd name="connsiteX137" fmla="*/ 1225295 w 3944937"/>
              <a:gd name="connsiteY137" fmla="*/ 647348 h 726160"/>
              <a:gd name="connsiteX138" fmla="*/ 1312377 w 3944937"/>
              <a:gd name="connsiteY138" fmla="*/ 689712 h 726160"/>
              <a:gd name="connsiteX139" fmla="*/ 1400620 w 3944937"/>
              <a:gd name="connsiteY139" fmla="*/ 647348 h 726160"/>
              <a:gd name="connsiteX140" fmla="*/ 1490715 w 3944937"/>
              <a:gd name="connsiteY140" fmla="*/ 600622 h 726160"/>
              <a:gd name="connsiteX141" fmla="*/ 1499902 w 3944937"/>
              <a:gd name="connsiteY141" fmla="*/ 600343 h 726160"/>
              <a:gd name="connsiteX142" fmla="*/ 1509200 w 3944937"/>
              <a:gd name="connsiteY142" fmla="*/ 600622 h 726160"/>
              <a:gd name="connsiteX143" fmla="*/ 1600457 w 3944937"/>
              <a:gd name="connsiteY143" fmla="*/ 647348 h 726160"/>
              <a:gd name="connsiteX144" fmla="*/ 1672675 w 3944937"/>
              <a:gd name="connsiteY144" fmla="*/ 688820 h 726160"/>
              <a:gd name="connsiteX145" fmla="*/ 1687656 w 3944937"/>
              <a:gd name="connsiteY145" fmla="*/ 689712 h 726160"/>
              <a:gd name="connsiteX146" fmla="*/ 1702991 w 3944937"/>
              <a:gd name="connsiteY146" fmla="*/ 688796 h 726160"/>
              <a:gd name="connsiteX147" fmla="*/ 1775902 w 3944937"/>
              <a:gd name="connsiteY147" fmla="*/ 647348 h 726160"/>
              <a:gd name="connsiteX148" fmla="*/ 1865985 w 3944937"/>
              <a:gd name="connsiteY148" fmla="*/ 600622 h 726160"/>
              <a:gd name="connsiteX149" fmla="*/ 1875171 w 3944937"/>
              <a:gd name="connsiteY149" fmla="*/ 600343 h 726160"/>
              <a:gd name="connsiteX150" fmla="*/ 1884453 w 3944937"/>
              <a:gd name="connsiteY150" fmla="*/ 600622 h 726160"/>
              <a:gd name="connsiteX151" fmla="*/ 1975602 w 3944937"/>
              <a:gd name="connsiteY151" fmla="*/ 647348 h 726160"/>
              <a:gd name="connsiteX152" fmla="*/ 2047561 w 3944937"/>
              <a:gd name="connsiteY152" fmla="*/ 688820 h 726160"/>
              <a:gd name="connsiteX153" fmla="*/ 2062687 w 3944937"/>
              <a:gd name="connsiteY153" fmla="*/ 689712 h 726160"/>
              <a:gd name="connsiteX154" fmla="*/ 2078025 w 3944937"/>
              <a:gd name="connsiteY154" fmla="*/ 688796 h 726160"/>
              <a:gd name="connsiteX155" fmla="*/ 2150933 w 3944937"/>
              <a:gd name="connsiteY155" fmla="*/ 647348 h 726160"/>
              <a:gd name="connsiteX156" fmla="*/ 2241019 w 3944937"/>
              <a:gd name="connsiteY156" fmla="*/ 600622 h 726160"/>
              <a:gd name="connsiteX157" fmla="*/ 2250202 w 3944937"/>
              <a:gd name="connsiteY157" fmla="*/ 600343 h 726160"/>
              <a:gd name="connsiteX158" fmla="*/ 2259500 w 3944937"/>
              <a:gd name="connsiteY158" fmla="*/ 600622 h 726160"/>
              <a:gd name="connsiteX159" fmla="*/ 2350772 w 3944937"/>
              <a:gd name="connsiteY159" fmla="*/ 647348 h 726160"/>
              <a:gd name="connsiteX160" fmla="*/ 2422815 w 3944937"/>
              <a:gd name="connsiteY160" fmla="*/ 688820 h 726160"/>
              <a:gd name="connsiteX161" fmla="*/ 2437959 w 3944937"/>
              <a:gd name="connsiteY161" fmla="*/ 689712 h 726160"/>
              <a:gd name="connsiteX162" fmla="*/ 2453275 w 3944937"/>
              <a:gd name="connsiteY162" fmla="*/ 688796 h 726160"/>
              <a:gd name="connsiteX163" fmla="*/ 2526203 w 3944937"/>
              <a:gd name="connsiteY163" fmla="*/ 647348 h 726160"/>
              <a:gd name="connsiteX164" fmla="*/ 2625475 w 3944937"/>
              <a:gd name="connsiteY164" fmla="*/ 600343 h 726160"/>
              <a:gd name="connsiteX165" fmla="*/ 2725913 w 3944937"/>
              <a:gd name="connsiteY165" fmla="*/ 647348 h 726160"/>
              <a:gd name="connsiteX166" fmla="*/ 2797875 w 3944937"/>
              <a:gd name="connsiteY166" fmla="*/ 688820 h 726160"/>
              <a:gd name="connsiteX167" fmla="*/ 2812992 w 3944937"/>
              <a:gd name="connsiteY167" fmla="*/ 689712 h 726160"/>
              <a:gd name="connsiteX168" fmla="*/ 2828318 w 3944937"/>
              <a:gd name="connsiteY168" fmla="*/ 688796 h 726160"/>
              <a:gd name="connsiteX169" fmla="*/ 2901235 w 3944937"/>
              <a:gd name="connsiteY169" fmla="*/ 647348 h 726160"/>
              <a:gd name="connsiteX170" fmla="*/ 2991467 w 3944937"/>
              <a:gd name="connsiteY170" fmla="*/ 600622 h 726160"/>
              <a:gd name="connsiteX171" fmla="*/ 3000649 w 3944937"/>
              <a:gd name="connsiteY171" fmla="*/ 600343 h 726160"/>
              <a:gd name="connsiteX172" fmla="*/ 3009947 w 3944937"/>
              <a:gd name="connsiteY172" fmla="*/ 600622 h 726160"/>
              <a:gd name="connsiteX173" fmla="*/ 3101213 w 3944937"/>
              <a:gd name="connsiteY173" fmla="*/ 647348 h 726160"/>
              <a:gd name="connsiteX174" fmla="*/ 3173264 w 3944937"/>
              <a:gd name="connsiteY174" fmla="*/ 688820 h 726160"/>
              <a:gd name="connsiteX175" fmla="*/ 3188407 w 3944937"/>
              <a:gd name="connsiteY175" fmla="*/ 689712 h 726160"/>
              <a:gd name="connsiteX176" fmla="*/ 3203722 w 3944937"/>
              <a:gd name="connsiteY176" fmla="*/ 688796 h 726160"/>
              <a:gd name="connsiteX177" fmla="*/ 3276069 w 3944937"/>
              <a:gd name="connsiteY177" fmla="*/ 647348 h 726160"/>
              <a:gd name="connsiteX178" fmla="*/ 3366740 w 3944937"/>
              <a:gd name="connsiteY178" fmla="*/ 600622 h 726160"/>
              <a:gd name="connsiteX179" fmla="*/ 3375923 w 3944937"/>
              <a:gd name="connsiteY179" fmla="*/ 600343 h 726160"/>
              <a:gd name="connsiteX180" fmla="*/ 3385209 w 3944937"/>
              <a:gd name="connsiteY180" fmla="*/ 600622 h 726160"/>
              <a:gd name="connsiteX181" fmla="*/ 3476358 w 3944937"/>
              <a:gd name="connsiteY181" fmla="*/ 647348 h 726160"/>
              <a:gd name="connsiteX182" fmla="*/ 3548317 w 3944937"/>
              <a:gd name="connsiteY182" fmla="*/ 688820 h 726160"/>
              <a:gd name="connsiteX183" fmla="*/ 3563440 w 3944937"/>
              <a:gd name="connsiteY183" fmla="*/ 689712 h 726160"/>
              <a:gd name="connsiteX184" fmla="*/ 3578775 w 3944937"/>
              <a:gd name="connsiteY184" fmla="*/ 688796 h 726160"/>
              <a:gd name="connsiteX185" fmla="*/ 3651215 w 3944937"/>
              <a:gd name="connsiteY185" fmla="*/ 647348 h 726160"/>
              <a:gd name="connsiteX186" fmla="*/ 3742002 w 3944937"/>
              <a:gd name="connsiteY186" fmla="*/ 600622 h 726160"/>
              <a:gd name="connsiteX187" fmla="*/ 3751197 w 3944937"/>
              <a:gd name="connsiteY187" fmla="*/ 600343 h 726160"/>
              <a:gd name="connsiteX188" fmla="*/ 3760483 w 3944937"/>
              <a:gd name="connsiteY188" fmla="*/ 600622 h 726160"/>
              <a:gd name="connsiteX189" fmla="*/ 3851632 w 3944937"/>
              <a:gd name="connsiteY189" fmla="*/ 647348 h 726160"/>
              <a:gd name="connsiteX190" fmla="*/ 3923590 w 3944937"/>
              <a:gd name="connsiteY190" fmla="*/ 688820 h 726160"/>
              <a:gd name="connsiteX191" fmla="*/ 3938713 w 3944937"/>
              <a:gd name="connsiteY191" fmla="*/ 689712 h 726160"/>
              <a:gd name="connsiteX192" fmla="*/ 3944937 w 3944937"/>
              <a:gd name="connsiteY192" fmla="*/ 689339 h 726160"/>
              <a:gd name="connsiteX193" fmla="*/ 3944937 w 3944937"/>
              <a:gd name="connsiteY193" fmla="*/ 707510 h 726160"/>
              <a:gd name="connsiteX194" fmla="*/ 3938714 w 3944937"/>
              <a:gd name="connsiteY194" fmla="*/ 707701 h 726160"/>
              <a:gd name="connsiteX195" fmla="*/ 3938713 w 3944937"/>
              <a:gd name="connsiteY195" fmla="*/ 707701 h 726160"/>
              <a:gd name="connsiteX196" fmla="*/ 3929531 w 3944937"/>
              <a:gd name="connsiteY196" fmla="*/ 707416 h 726160"/>
              <a:gd name="connsiteX197" fmla="*/ 3838860 w 3944937"/>
              <a:gd name="connsiteY197" fmla="*/ 660115 h 726160"/>
              <a:gd name="connsiteX198" fmla="*/ 3766512 w 3944937"/>
              <a:gd name="connsiteY198" fmla="*/ 618668 h 726160"/>
              <a:gd name="connsiteX199" fmla="*/ 3751197 w 3944937"/>
              <a:gd name="connsiteY199" fmla="*/ 617752 h 726160"/>
              <a:gd name="connsiteX200" fmla="*/ 3736054 w 3944937"/>
              <a:gd name="connsiteY200" fmla="*/ 618668 h 726160"/>
              <a:gd name="connsiteX201" fmla="*/ 3664003 w 3944937"/>
              <a:gd name="connsiteY201" fmla="*/ 660115 h 726160"/>
              <a:gd name="connsiteX202" fmla="*/ 3572737 w 3944937"/>
              <a:gd name="connsiteY202" fmla="*/ 707416 h 726160"/>
              <a:gd name="connsiteX203" fmla="*/ 3563440 w 3944937"/>
              <a:gd name="connsiteY203" fmla="*/ 707701 h 726160"/>
              <a:gd name="connsiteX204" fmla="*/ 3554257 w 3944937"/>
              <a:gd name="connsiteY204" fmla="*/ 707416 h 726160"/>
              <a:gd name="connsiteX205" fmla="*/ 3463586 w 3944937"/>
              <a:gd name="connsiteY205" fmla="*/ 660115 h 726160"/>
              <a:gd name="connsiteX206" fmla="*/ 3391239 w 3944937"/>
              <a:gd name="connsiteY206" fmla="*/ 618668 h 726160"/>
              <a:gd name="connsiteX207" fmla="*/ 3375923 w 3944937"/>
              <a:gd name="connsiteY207" fmla="*/ 617752 h 726160"/>
              <a:gd name="connsiteX208" fmla="*/ 3360800 w 3944937"/>
              <a:gd name="connsiteY208" fmla="*/ 618668 h 726160"/>
              <a:gd name="connsiteX209" fmla="*/ 3288841 w 3944937"/>
              <a:gd name="connsiteY209" fmla="*/ 660115 h 726160"/>
              <a:gd name="connsiteX210" fmla="*/ 3197692 w 3944937"/>
              <a:gd name="connsiteY210" fmla="*/ 707416 h 726160"/>
              <a:gd name="connsiteX211" fmla="*/ 3188407 w 3944937"/>
              <a:gd name="connsiteY211" fmla="*/ 707701 h 726160"/>
              <a:gd name="connsiteX212" fmla="*/ 3179212 w 3944937"/>
              <a:gd name="connsiteY212" fmla="*/ 707416 h 726160"/>
              <a:gd name="connsiteX213" fmla="*/ 3088425 w 3944937"/>
              <a:gd name="connsiteY213" fmla="*/ 660115 h 726160"/>
              <a:gd name="connsiteX214" fmla="*/ 3015985 w 3944937"/>
              <a:gd name="connsiteY214" fmla="*/ 618668 h 726160"/>
              <a:gd name="connsiteX215" fmla="*/ 3000649 w 3944937"/>
              <a:gd name="connsiteY215" fmla="*/ 617752 h 726160"/>
              <a:gd name="connsiteX216" fmla="*/ 2985526 w 3944937"/>
              <a:gd name="connsiteY216" fmla="*/ 618668 h 726160"/>
              <a:gd name="connsiteX217" fmla="*/ 2913429 w 3944937"/>
              <a:gd name="connsiteY217" fmla="*/ 660115 h 726160"/>
              <a:gd name="connsiteX218" fmla="*/ 2822285 w 3944937"/>
              <a:gd name="connsiteY218" fmla="*/ 707416 h 726160"/>
              <a:gd name="connsiteX219" fmla="*/ 2812992 w 3944937"/>
              <a:gd name="connsiteY219" fmla="*/ 707701 h 726160"/>
              <a:gd name="connsiteX220" fmla="*/ 2803817 w 3944937"/>
              <a:gd name="connsiteY220" fmla="*/ 707416 h 726160"/>
              <a:gd name="connsiteX221" fmla="*/ 2713719 w 3944937"/>
              <a:gd name="connsiteY221" fmla="*/ 660115 h 726160"/>
              <a:gd name="connsiteX222" fmla="*/ 2625475 w 3944937"/>
              <a:gd name="connsiteY222" fmla="*/ 617752 h 726160"/>
              <a:gd name="connsiteX223" fmla="*/ 2538398 w 3944937"/>
              <a:gd name="connsiteY223" fmla="*/ 660115 h 726160"/>
              <a:gd name="connsiteX224" fmla="*/ 2447253 w 3944937"/>
              <a:gd name="connsiteY224" fmla="*/ 707416 h 726160"/>
              <a:gd name="connsiteX225" fmla="*/ 2437959 w 3944937"/>
              <a:gd name="connsiteY225" fmla="*/ 707701 h 726160"/>
              <a:gd name="connsiteX226" fmla="*/ 2428768 w 3944937"/>
              <a:gd name="connsiteY226" fmla="*/ 707416 h 726160"/>
              <a:gd name="connsiteX227" fmla="*/ 2338559 w 3944937"/>
              <a:gd name="connsiteY227" fmla="*/ 660115 h 726160"/>
              <a:gd name="connsiteX228" fmla="*/ 2265570 w 3944937"/>
              <a:gd name="connsiteY228" fmla="*/ 618668 h 726160"/>
              <a:gd name="connsiteX229" fmla="*/ 2250202 w 3944937"/>
              <a:gd name="connsiteY229" fmla="*/ 617752 h 726160"/>
              <a:gd name="connsiteX230" fmla="*/ 2235078 w 3944937"/>
              <a:gd name="connsiteY230" fmla="*/ 618668 h 726160"/>
              <a:gd name="connsiteX231" fmla="*/ 2163119 w 3944937"/>
              <a:gd name="connsiteY231" fmla="*/ 660115 h 726160"/>
              <a:gd name="connsiteX232" fmla="*/ 2071970 w 3944937"/>
              <a:gd name="connsiteY232" fmla="*/ 707416 h 726160"/>
              <a:gd name="connsiteX233" fmla="*/ 2062687 w 3944937"/>
              <a:gd name="connsiteY233" fmla="*/ 707701 h 726160"/>
              <a:gd name="connsiteX234" fmla="*/ 2053502 w 3944937"/>
              <a:gd name="connsiteY234" fmla="*/ 707416 h 726160"/>
              <a:gd name="connsiteX235" fmla="*/ 1963418 w 3944937"/>
              <a:gd name="connsiteY235" fmla="*/ 660115 h 726160"/>
              <a:gd name="connsiteX236" fmla="*/ 1890508 w 3944937"/>
              <a:gd name="connsiteY236" fmla="*/ 618668 h 726160"/>
              <a:gd name="connsiteX237" fmla="*/ 1875171 w 3944937"/>
              <a:gd name="connsiteY237" fmla="*/ 617752 h 726160"/>
              <a:gd name="connsiteX238" fmla="*/ 1860044 w 3944937"/>
              <a:gd name="connsiteY238" fmla="*/ 618668 h 726160"/>
              <a:gd name="connsiteX239" fmla="*/ 1788085 w 3944937"/>
              <a:gd name="connsiteY239" fmla="*/ 660115 h 726160"/>
              <a:gd name="connsiteX240" fmla="*/ 1696936 w 3944937"/>
              <a:gd name="connsiteY240" fmla="*/ 707416 h 726160"/>
              <a:gd name="connsiteX241" fmla="*/ 1687656 w 3944937"/>
              <a:gd name="connsiteY241" fmla="*/ 707701 h 726160"/>
              <a:gd name="connsiteX242" fmla="*/ 1678456 w 3944937"/>
              <a:gd name="connsiteY242" fmla="*/ 707416 h 726160"/>
              <a:gd name="connsiteX243" fmla="*/ 1588259 w 3944937"/>
              <a:gd name="connsiteY243" fmla="*/ 660115 h 726160"/>
              <a:gd name="connsiteX244" fmla="*/ 1515254 w 3944937"/>
              <a:gd name="connsiteY244" fmla="*/ 618668 h 726160"/>
              <a:gd name="connsiteX245" fmla="*/ 1499902 w 3944937"/>
              <a:gd name="connsiteY245" fmla="*/ 617752 h 726160"/>
              <a:gd name="connsiteX246" fmla="*/ 1484938 w 3944937"/>
              <a:gd name="connsiteY246" fmla="*/ 618668 h 726160"/>
              <a:gd name="connsiteX247" fmla="*/ 1412811 w 3944937"/>
              <a:gd name="connsiteY247" fmla="*/ 660115 h 726160"/>
              <a:gd name="connsiteX248" fmla="*/ 1312377 w 3944937"/>
              <a:gd name="connsiteY248" fmla="*/ 707701 h 726160"/>
              <a:gd name="connsiteX249" fmla="*/ 1213103 w 3944937"/>
              <a:gd name="connsiteY249" fmla="*/ 660115 h 726160"/>
              <a:gd name="connsiteX250" fmla="*/ 1140203 w 3944937"/>
              <a:gd name="connsiteY250" fmla="*/ 618668 h 726160"/>
              <a:gd name="connsiteX251" fmla="*/ 1124860 w 3944937"/>
              <a:gd name="connsiteY251" fmla="*/ 617752 h 726160"/>
              <a:gd name="connsiteX252" fmla="*/ 1109907 w 3944937"/>
              <a:gd name="connsiteY252" fmla="*/ 618668 h 726160"/>
              <a:gd name="connsiteX253" fmla="*/ 1037780 w 3944937"/>
              <a:gd name="connsiteY253" fmla="*/ 660115 h 726160"/>
              <a:gd name="connsiteX254" fmla="*/ 937343 w 3944937"/>
              <a:gd name="connsiteY254" fmla="*/ 707701 h 726160"/>
              <a:gd name="connsiteX255" fmla="*/ 837942 w 3944937"/>
              <a:gd name="connsiteY255" fmla="*/ 660115 h 726160"/>
              <a:gd name="connsiteX256" fmla="*/ 764952 w 3944937"/>
              <a:gd name="connsiteY256" fmla="*/ 618668 h 726160"/>
              <a:gd name="connsiteX257" fmla="*/ 749586 w 3944937"/>
              <a:gd name="connsiteY257" fmla="*/ 617752 h 726160"/>
              <a:gd name="connsiteX258" fmla="*/ 734638 w 3944937"/>
              <a:gd name="connsiteY258" fmla="*/ 618668 h 726160"/>
              <a:gd name="connsiteX259" fmla="*/ 662511 w 3944937"/>
              <a:gd name="connsiteY259" fmla="*/ 660115 h 726160"/>
              <a:gd name="connsiteX260" fmla="*/ 562069 w 3944937"/>
              <a:gd name="connsiteY260" fmla="*/ 707701 h 726160"/>
              <a:gd name="connsiteX261" fmla="*/ 462743 w 3944937"/>
              <a:gd name="connsiteY261" fmla="*/ 660115 h 726160"/>
              <a:gd name="connsiteX262" fmla="*/ 375034 w 3944937"/>
              <a:gd name="connsiteY262" fmla="*/ 617752 h 726160"/>
              <a:gd name="connsiteX263" fmla="*/ 287371 w 3944937"/>
              <a:gd name="connsiteY263" fmla="*/ 660115 h 726160"/>
              <a:gd name="connsiteX264" fmla="*/ 187517 w 3944937"/>
              <a:gd name="connsiteY264" fmla="*/ 707701 h 726160"/>
              <a:gd name="connsiteX265" fmla="*/ 87663 w 3944937"/>
              <a:gd name="connsiteY265" fmla="*/ 660115 h 726160"/>
              <a:gd name="connsiteX266" fmla="*/ 0 w 3944937"/>
              <a:gd name="connsiteY266" fmla="*/ 617752 h 726160"/>
              <a:gd name="connsiteX267" fmla="*/ 0 w 3944937"/>
              <a:gd name="connsiteY267" fmla="*/ 500446 h 726160"/>
              <a:gd name="connsiteX268" fmla="*/ 99855 w 3944937"/>
              <a:gd name="connsiteY268" fmla="*/ 548032 h 726160"/>
              <a:gd name="connsiteX269" fmla="*/ 187517 w 3944937"/>
              <a:gd name="connsiteY269" fmla="*/ 590395 h 726160"/>
              <a:gd name="connsiteX270" fmla="*/ 275179 w 3944937"/>
              <a:gd name="connsiteY270" fmla="*/ 548032 h 726160"/>
              <a:gd name="connsiteX271" fmla="*/ 375034 w 3944937"/>
              <a:gd name="connsiteY271" fmla="*/ 500446 h 726160"/>
              <a:gd name="connsiteX272" fmla="*/ 474941 w 3944937"/>
              <a:gd name="connsiteY272" fmla="*/ 548032 h 726160"/>
              <a:gd name="connsiteX273" fmla="*/ 562069 w 3944937"/>
              <a:gd name="connsiteY273" fmla="*/ 590395 h 726160"/>
              <a:gd name="connsiteX274" fmla="*/ 650315 w 3944937"/>
              <a:gd name="connsiteY274" fmla="*/ 548032 h 726160"/>
              <a:gd name="connsiteX275" fmla="*/ 740506 w 3944937"/>
              <a:gd name="connsiteY275" fmla="*/ 500732 h 726160"/>
              <a:gd name="connsiteX276" fmla="*/ 749586 w 3944937"/>
              <a:gd name="connsiteY276" fmla="*/ 500446 h 726160"/>
              <a:gd name="connsiteX277" fmla="*/ 758889 w 3944937"/>
              <a:gd name="connsiteY277" fmla="*/ 500732 h 726160"/>
              <a:gd name="connsiteX278" fmla="*/ 850154 w 3944937"/>
              <a:gd name="connsiteY278" fmla="*/ 548032 h 726160"/>
              <a:gd name="connsiteX279" fmla="*/ 937343 w 3944937"/>
              <a:gd name="connsiteY279" fmla="*/ 590395 h 726160"/>
              <a:gd name="connsiteX280" fmla="*/ 1025586 w 3944937"/>
              <a:gd name="connsiteY280" fmla="*/ 548032 h 726160"/>
              <a:gd name="connsiteX281" fmla="*/ 1115684 w 3944937"/>
              <a:gd name="connsiteY281" fmla="*/ 500732 h 726160"/>
              <a:gd name="connsiteX282" fmla="*/ 1124860 w 3944937"/>
              <a:gd name="connsiteY282" fmla="*/ 500446 h 726160"/>
              <a:gd name="connsiteX283" fmla="*/ 1134151 w 3944937"/>
              <a:gd name="connsiteY283" fmla="*/ 500732 h 726160"/>
              <a:gd name="connsiteX284" fmla="*/ 1225295 w 3944937"/>
              <a:gd name="connsiteY284" fmla="*/ 548032 h 726160"/>
              <a:gd name="connsiteX285" fmla="*/ 1312377 w 3944937"/>
              <a:gd name="connsiteY285" fmla="*/ 590395 h 726160"/>
              <a:gd name="connsiteX286" fmla="*/ 1400620 w 3944937"/>
              <a:gd name="connsiteY286" fmla="*/ 548032 h 726160"/>
              <a:gd name="connsiteX287" fmla="*/ 1490715 w 3944937"/>
              <a:gd name="connsiteY287" fmla="*/ 500732 h 726160"/>
              <a:gd name="connsiteX288" fmla="*/ 1499902 w 3944937"/>
              <a:gd name="connsiteY288" fmla="*/ 500446 h 726160"/>
              <a:gd name="connsiteX289" fmla="*/ 1509200 w 3944937"/>
              <a:gd name="connsiteY289" fmla="*/ 500732 h 726160"/>
              <a:gd name="connsiteX290" fmla="*/ 1600457 w 3944937"/>
              <a:gd name="connsiteY290" fmla="*/ 548032 h 726160"/>
              <a:gd name="connsiteX291" fmla="*/ 1672675 w 3944937"/>
              <a:gd name="connsiteY291" fmla="*/ 589480 h 726160"/>
              <a:gd name="connsiteX292" fmla="*/ 1687656 w 3944937"/>
              <a:gd name="connsiteY292" fmla="*/ 590395 h 726160"/>
              <a:gd name="connsiteX293" fmla="*/ 1702991 w 3944937"/>
              <a:gd name="connsiteY293" fmla="*/ 589480 h 726160"/>
              <a:gd name="connsiteX294" fmla="*/ 1775902 w 3944937"/>
              <a:gd name="connsiteY294" fmla="*/ 548032 h 726160"/>
              <a:gd name="connsiteX295" fmla="*/ 1865985 w 3944937"/>
              <a:gd name="connsiteY295" fmla="*/ 500732 h 726160"/>
              <a:gd name="connsiteX296" fmla="*/ 1875171 w 3944937"/>
              <a:gd name="connsiteY296" fmla="*/ 500446 h 726160"/>
              <a:gd name="connsiteX297" fmla="*/ 1884453 w 3944937"/>
              <a:gd name="connsiteY297" fmla="*/ 500732 h 726160"/>
              <a:gd name="connsiteX298" fmla="*/ 1975602 w 3944937"/>
              <a:gd name="connsiteY298" fmla="*/ 548032 h 726160"/>
              <a:gd name="connsiteX299" fmla="*/ 2047561 w 3944937"/>
              <a:gd name="connsiteY299" fmla="*/ 589480 h 726160"/>
              <a:gd name="connsiteX300" fmla="*/ 2062687 w 3944937"/>
              <a:gd name="connsiteY300" fmla="*/ 590395 h 726160"/>
              <a:gd name="connsiteX301" fmla="*/ 2078025 w 3944937"/>
              <a:gd name="connsiteY301" fmla="*/ 589480 h 726160"/>
              <a:gd name="connsiteX302" fmla="*/ 2150933 w 3944937"/>
              <a:gd name="connsiteY302" fmla="*/ 548032 h 726160"/>
              <a:gd name="connsiteX303" fmla="*/ 2241019 w 3944937"/>
              <a:gd name="connsiteY303" fmla="*/ 500732 h 726160"/>
              <a:gd name="connsiteX304" fmla="*/ 2250202 w 3944937"/>
              <a:gd name="connsiteY304" fmla="*/ 500446 h 726160"/>
              <a:gd name="connsiteX305" fmla="*/ 2259500 w 3944937"/>
              <a:gd name="connsiteY305" fmla="*/ 500732 h 726160"/>
              <a:gd name="connsiteX306" fmla="*/ 2350772 w 3944937"/>
              <a:gd name="connsiteY306" fmla="*/ 548032 h 726160"/>
              <a:gd name="connsiteX307" fmla="*/ 2422815 w 3944937"/>
              <a:gd name="connsiteY307" fmla="*/ 589480 h 726160"/>
              <a:gd name="connsiteX308" fmla="*/ 2437959 w 3944937"/>
              <a:gd name="connsiteY308" fmla="*/ 590395 h 726160"/>
              <a:gd name="connsiteX309" fmla="*/ 2453275 w 3944937"/>
              <a:gd name="connsiteY309" fmla="*/ 589480 h 726160"/>
              <a:gd name="connsiteX310" fmla="*/ 2526203 w 3944937"/>
              <a:gd name="connsiteY310" fmla="*/ 548032 h 726160"/>
              <a:gd name="connsiteX311" fmla="*/ 2625475 w 3944937"/>
              <a:gd name="connsiteY311" fmla="*/ 500446 h 726160"/>
              <a:gd name="connsiteX312" fmla="*/ 2725913 w 3944937"/>
              <a:gd name="connsiteY312" fmla="*/ 548032 h 726160"/>
              <a:gd name="connsiteX313" fmla="*/ 2797875 w 3944937"/>
              <a:gd name="connsiteY313" fmla="*/ 589480 h 726160"/>
              <a:gd name="connsiteX314" fmla="*/ 2812992 w 3944937"/>
              <a:gd name="connsiteY314" fmla="*/ 590395 h 726160"/>
              <a:gd name="connsiteX315" fmla="*/ 2828318 w 3944937"/>
              <a:gd name="connsiteY315" fmla="*/ 589480 h 726160"/>
              <a:gd name="connsiteX316" fmla="*/ 2901235 w 3944937"/>
              <a:gd name="connsiteY316" fmla="*/ 548032 h 726160"/>
              <a:gd name="connsiteX317" fmla="*/ 2991461 w 3944937"/>
              <a:gd name="connsiteY317" fmla="*/ 500732 h 726160"/>
              <a:gd name="connsiteX318" fmla="*/ 3000643 w 3944937"/>
              <a:gd name="connsiteY318" fmla="*/ 500446 h 726160"/>
              <a:gd name="connsiteX319" fmla="*/ 3009941 w 3944937"/>
              <a:gd name="connsiteY319" fmla="*/ 500732 h 726160"/>
              <a:gd name="connsiteX320" fmla="*/ 3101207 w 3944937"/>
              <a:gd name="connsiteY320" fmla="*/ 548032 h 726160"/>
              <a:gd name="connsiteX321" fmla="*/ 3173258 w 3944937"/>
              <a:gd name="connsiteY321" fmla="*/ 589480 h 726160"/>
              <a:gd name="connsiteX322" fmla="*/ 3188401 w 3944937"/>
              <a:gd name="connsiteY322" fmla="*/ 590395 h 726160"/>
              <a:gd name="connsiteX323" fmla="*/ 3203716 w 3944937"/>
              <a:gd name="connsiteY323" fmla="*/ 589480 h 726160"/>
              <a:gd name="connsiteX324" fmla="*/ 3276063 w 3944937"/>
              <a:gd name="connsiteY324" fmla="*/ 548032 h 726160"/>
              <a:gd name="connsiteX325" fmla="*/ 3366734 w 3944937"/>
              <a:gd name="connsiteY325" fmla="*/ 500732 h 726160"/>
              <a:gd name="connsiteX326" fmla="*/ 3375917 w 3944937"/>
              <a:gd name="connsiteY326" fmla="*/ 500446 h 726160"/>
              <a:gd name="connsiteX327" fmla="*/ 3385203 w 3944937"/>
              <a:gd name="connsiteY327" fmla="*/ 500732 h 726160"/>
              <a:gd name="connsiteX328" fmla="*/ 3476352 w 3944937"/>
              <a:gd name="connsiteY328" fmla="*/ 548032 h 726160"/>
              <a:gd name="connsiteX329" fmla="*/ 3548311 w 3944937"/>
              <a:gd name="connsiteY329" fmla="*/ 589480 h 726160"/>
              <a:gd name="connsiteX330" fmla="*/ 3563434 w 3944937"/>
              <a:gd name="connsiteY330" fmla="*/ 590395 h 726160"/>
              <a:gd name="connsiteX331" fmla="*/ 3578769 w 3944937"/>
              <a:gd name="connsiteY331" fmla="*/ 589480 h 726160"/>
              <a:gd name="connsiteX332" fmla="*/ 3651209 w 3944937"/>
              <a:gd name="connsiteY332" fmla="*/ 548032 h 726160"/>
              <a:gd name="connsiteX333" fmla="*/ 3741996 w 3944937"/>
              <a:gd name="connsiteY333" fmla="*/ 500732 h 726160"/>
              <a:gd name="connsiteX334" fmla="*/ 3751191 w 3944937"/>
              <a:gd name="connsiteY334" fmla="*/ 500446 h 726160"/>
              <a:gd name="connsiteX335" fmla="*/ 3760477 w 3944937"/>
              <a:gd name="connsiteY335" fmla="*/ 500732 h 726160"/>
              <a:gd name="connsiteX336" fmla="*/ 3851626 w 3944937"/>
              <a:gd name="connsiteY336" fmla="*/ 548032 h 726160"/>
              <a:gd name="connsiteX337" fmla="*/ 3923584 w 3944937"/>
              <a:gd name="connsiteY337" fmla="*/ 589480 h 726160"/>
              <a:gd name="connsiteX338" fmla="*/ 3938707 w 3944937"/>
              <a:gd name="connsiteY338" fmla="*/ 590395 h 726160"/>
              <a:gd name="connsiteX339" fmla="*/ 3944937 w 3944937"/>
              <a:gd name="connsiteY339" fmla="*/ 590023 h 726160"/>
              <a:gd name="connsiteX340" fmla="*/ 3944937 w 3944937"/>
              <a:gd name="connsiteY340" fmla="*/ 607618 h 726160"/>
              <a:gd name="connsiteX341" fmla="*/ 3938708 w 3944937"/>
              <a:gd name="connsiteY341" fmla="*/ 607805 h 726160"/>
              <a:gd name="connsiteX342" fmla="*/ 3938707 w 3944937"/>
              <a:gd name="connsiteY342" fmla="*/ 607805 h 726160"/>
              <a:gd name="connsiteX343" fmla="*/ 3929525 w 3944937"/>
              <a:gd name="connsiteY343" fmla="*/ 607526 h 726160"/>
              <a:gd name="connsiteX344" fmla="*/ 3838854 w 3944937"/>
              <a:gd name="connsiteY344" fmla="*/ 560799 h 726160"/>
              <a:gd name="connsiteX345" fmla="*/ 3766506 w 3944937"/>
              <a:gd name="connsiteY345" fmla="*/ 519352 h 726160"/>
              <a:gd name="connsiteX346" fmla="*/ 3751191 w 3944937"/>
              <a:gd name="connsiteY346" fmla="*/ 518436 h 726160"/>
              <a:gd name="connsiteX347" fmla="*/ 3736048 w 3944937"/>
              <a:gd name="connsiteY347" fmla="*/ 519352 h 726160"/>
              <a:gd name="connsiteX348" fmla="*/ 3663997 w 3944937"/>
              <a:gd name="connsiteY348" fmla="*/ 560799 h 726160"/>
              <a:gd name="connsiteX349" fmla="*/ 3572731 w 3944937"/>
              <a:gd name="connsiteY349" fmla="*/ 607526 h 726160"/>
              <a:gd name="connsiteX350" fmla="*/ 3563434 w 3944937"/>
              <a:gd name="connsiteY350" fmla="*/ 607805 h 726160"/>
              <a:gd name="connsiteX351" fmla="*/ 3554251 w 3944937"/>
              <a:gd name="connsiteY351" fmla="*/ 607526 h 726160"/>
              <a:gd name="connsiteX352" fmla="*/ 3463580 w 3944937"/>
              <a:gd name="connsiteY352" fmla="*/ 560799 h 726160"/>
              <a:gd name="connsiteX353" fmla="*/ 3391233 w 3944937"/>
              <a:gd name="connsiteY353" fmla="*/ 519352 h 726160"/>
              <a:gd name="connsiteX354" fmla="*/ 3375917 w 3944937"/>
              <a:gd name="connsiteY354" fmla="*/ 518436 h 726160"/>
              <a:gd name="connsiteX355" fmla="*/ 3360794 w 3944937"/>
              <a:gd name="connsiteY355" fmla="*/ 519352 h 726160"/>
              <a:gd name="connsiteX356" fmla="*/ 3288835 w 3944937"/>
              <a:gd name="connsiteY356" fmla="*/ 560799 h 726160"/>
              <a:gd name="connsiteX357" fmla="*/ 3197686 w 3944937"/>
              <a:gd name="connsiteY357" fmla="*/ 607526 h 726160"/>
              <a:gd name="connsiteX358" fmla="*/ 3188401 w 3944937"/>
              <a:gd name="connsiteY358" fmla="*/ 607805 h 726160"/>
              <a:gd name="connsiteX359" fmla="*/ 3179206 w 3944937"/>
              <a:gd name="connsiteY359" fmla="*/ 607526 h 726160"/>
              <a:gd name="connsiteX360" fmla="*/ 3088419 w 3944937"/>
              <a:gd name="connsiteY360" fmla="*/ 560799 h 726160"/>
              <a:gd name="connsiteX361" fmla="*/ 3015979 w 3944937"/>
              <a:gd name="connsiteY361" fmla="*/ 519352 h 726160"/>
              <a:gd name="connsiteX362" fmla="*/ 3000643 w 3944937"/>
              <a:gd name="connsiteY362" fmla="*/ 518436 h 726160"/>
              <a:gd name="connsiteX363" fmla="*/ 2985520 w 3944937"/>
              <a:gd name="connsiteY363" fmla="*/ 519352 h 726160"/>
              <a:gd name="connsiteX364" fmla="*/ 2913429 w 3944937"/>
              <a:gd name="connsiteY364" fmla="*/ 560799 h 726160"/>
              <a:gd name="connsiteX365" fmla="*/ 2822285 w 3944937"/>
              <a:gd name="connsiteY365" fmla="*/ 607526 h 726160"/>
              <a:gd name="connsiteX366" fmla="*/ 2812992 w 3944937"/>
              <a:gd name="connsiteY366" fmla="*/ 607805 h 726160"/>
              <a:gd name="connsiteX367" fmla="*/ 2803817 w 3944937"/>
              <a:gd name="connsiteY367" fmla="*/ 607526 h 726160"/>
              <a:gd name="connsiteX368" fmla="*/ 2713719 w 3944937"/>
              <a:gd name="connsiteY368" fmla="*/ 560799 h 726160"/>
              <a:gd name="connsiteX369" fmla="*/ 2625475 w 3944937"/>
              <a:gd name="connsiteY369" fmla="*/ 518436 h 726160"/>
              <a:gd name="connsiteX370" fmla="*/ 2538398 w 3944937"/>
              <a:gd name="connsiteY370" fmla="*/ 560799 h 726160"/>
              <a:gd name="connsiteX371" fmla="*/ 2447253 w 3944937"/>
              <a:gd name="connsiteY371" fmla="*/ 607526 h 726160"/>
              <a:gd name="connsiteX372" fmla="*/ 2437959 w 3944937"/>
              <a:gd name="connsiteY372" fmla="*/ 607805 h 726160"/>
              <a:gd name="connsiteX373" fmla="*/ 2428768 w 3944937"/>
              <a:gd name="connsiteY373" fmla="*/ 607526 h 726160"/>
              <a:gd name="connsiteX374" fmla="*/ 2338559 w 3944937"/>
              <a:gd name="connsiteY374" fmla="*/ 560799 h 726160"/>
              <a:gd name="connsiteX375" fmla="*/ 2265570 w 3944937"/>
              <a:gd name="connsiteY375" fmla="*/ 519352 h 726160"/>
              <a:gd name="connsiteX376" fmla="*/ 2250202 w 3944937"/>
              <a:gd name="connsiteY376" fmla="*/ 518436 h 726160"/>
              <a:gd name="connsiteX377" fmla="*/ 2235078 w 3944937"/>
              <a:gd name="connsiteY377" fmla="*/ 519352 h 726160"/>
              <a:gd name="connsiteX378" fmla="*/ 2163119 w 3944937"/>
              <a:gd name="connsiteY378" fmla="*/ 560799 h 726160"/>
              <a:gd name="connsiteX379" fmla="*/ 2071970 w 3944937"/>
              <a:gd name="connsiteY379" fmla="*/ 607526 h 726160"/>
              <a:gd name="connsiteX380" fmla="*/ 2062687 w 3944937"/>
              <a:gd name="connsiteY380" fmla="*/ 607805 h 726160"/>
              <a:gd name="connsiteX381" fmla="*/ 2053502 w 3944937"/>
              <a:gd name="connsiteY381" fmla="*/ 607526 h 726160"/>
              <a:gd name="connsiteX382" fmla="*/ 1963418 w 3944937"/>
              <a:gd name="connsiteY382" fmla="*/ 560799 h 726160"/>
              <a:gd name="connsiteX383" fmla="*/ 1890508 w 3944937"/>
              <a:gd name="connsiteY383" fmla="*/ 519352 h 726160"/>
              <a:gd name="connsiteX384" fmla="*/ 1875171 w 3944937"/>
              <a:gd name="connsiteY384" fmla="*/ 518436 h 726160"/>
              <a:gd name="connsiteX385" fmla="*/ 1860044 w 3944937"/>
              <a:gd name="connsiteY385" fmla="*/ 519352 h 726160"/>
              <a:gd name="connsiteX386" fmla="*/ 1788085 w 3944937"/>
              <a:gd name="connsiteY386" fmla="*/ 560799 h 726160"/>
              <a:gd name="connsiteX387" fmla="*/ 1696936 w 3944937"/>
              <a:gd name="connsiteY387" fmla="*/ 607526 h 726160"/>
              <a:gd name="connsiteX388" fmla="*/ 1687656 w 3944937"/>
              <a:gd name="connsiteY388" fmla="*/ 607805 h 726160"/>
              <a:gd name="connsiteX389" fmla="*/ 1678456 w 3944937"/>
              <a:gd name="connsiteY389" fmla="*/ 607526 h 726160"/>
              <a:gd name="connsiteX390" fmla="*/ 1588259 w 3944937"/>
              <a:gd name="connsiteY390" fmla="*/ 560799 h 726160"/>
              <a:gd name="connsiteX391" fmla="*/ 1515254 w 3944937"/>
              <a:gd name="connsiteY391" fmla="*/ 519352 h 726160"/>
              <a:gd name="connsiteX392" fmla="*/ 1499902 w 3944937"/>
              <a:gd name="connsiteY392" fmla="*/ 518436 h 726160"/>
              <a:gd name="connsiteX393" fmla="*/ 1484938 w 3944937"/>
              <a:gd name="connsiteY393" fmla="*/ 519352 h 726160"/>
              <a:gd name="connsiteX394" fmla="*/ 1412811 w 3944937"/>
              <a:gd name="connsiteY394" fmla="*/ 560799 h 726160"/>
              <a:gd name="connsiteX395" fmla="*/ 1312377 w 3944937"/>
              <a:gd name="connsiteY395" fmla="*/ 607805 h 726160"/>
              <a:gd name="connsiteX396" fmla="*/ 1213103 w 3944937"/>
              <a:gd name="connsiteY396" fmla="*/ 560799 h 726160"/>
              <a:gd name="connsiteX397" fmla="*/ 1140203 w 3944937"/>
              <a:gd name="connsiteY397" fmla="*/ 519352 h 726160"/>
              <a:gd name="connsiteX398" fmla="*/ 1124860 w 3944937"/>
              <a:gd name="connsiteY398" fmla="*/ 518436 h 726160"/>
              <a:gd name="connsiteX399" fmla="*/ 1109907 w 3944937"/>
              <a:gd name="connsiteY399" fmla="*/ 519352 h 726160"/>
              <a:gd name="connsiteX400" fmla="*/ 1037780 w 3944937"/>
              <a:gd name="connsiteY400" fmla="*/ 560799 h 726160"/>
              <a:gd name="connsiteX401" fmla="*/ 937343 w 3944937"/>
              <a:gd name="connsiteY401" fmla="*/ 607805 h 726160"/>
              <a:gd name="connsiteX402" fmla="*/ 837942 w 3944937"/>
              <a:gd name="connsiteY402" fmla="*/ 560799 h 726160"/>
              <a:gd name="connsiteX403" fmla="*/ 764952 w 3944937"/>
              <a:gd name="connsiteY403" fmla="*/ 519352 h 726160"/>
              <a:gd name="connsiteX404" fmla="*/ 749586 w 3944937"/>
              <a:gd name="connsiteY404" fmla="*/ 518436 h 726160"/>
              <a:gd name="connsiteX405" fmla="*/ 734638 w 3944937"/>
              <a:gd name="connsiteY405" fmla="*/ 519352 h 726160"/>
              <a:gd name="connsiteX406" fmla="*/ 662511 w 3944937"/>
              <a:gd name="connsiteY406" fmla="*/ 560799 h 726160"/>
              <a:gd name="connsiteX407" fmla="*/ 562069 w 3944937"/>
              <a:gd name="connsiteY407" fmla="*/ 607805 h 726160"/>
              <a:gd name="connsiteX408" fmla="*/ 462743 w 3944937"/>
              <a:gd name="connsiteY408" fmla="*/ 560799 h 726160"/>
              <a:gd name="connsiteX409" fmla="*/ 375034 w 3944937"/>
              <a:gd name="connsiteY409" fmla="*/ 518436 h 726160"/>
              <a:gd name="connsiteX410" fmla="*/ 287371 w 3944937"/>
              <a:gd name="connsiteY410" fmla="*/ 560799 h 726160"/>
              <a:gd name="connsiteX411" fmla="*/ 187517 w 3944937"/>
              <a:gd name="connsiteY411" fmla="*/ 607805 h 726160"/>
              <a:gd name="connsiteX412" fmla="*/ 87663 w 3944937"/>
              <a:gd name="connsiteY412" fmla="*/ 560799 h 726160"/>
              <a:gd name="connsiteX413" fmla="*/ 0 w 3944937"/>
              <a:gd name="connsiteY413" fmla="*/ 518436 h 726160"/>
              <a:gd name="connsiteX414" fmla="*/ 0 w 3944937"/>
              <a:gd name="connsiteY414" fmla="*/ 399827 h 726160"/>
              <a:gd name="connsiteX415" fmla="*/ 99855 w 3944937"/>
              <a:gd name="connsiteY415" fmla="*/ 447520 h 726160"/>
              <a:gd name="connsiteX416" fmla="*/ 187517 w 3944937"/>
              <a:gd name="connsiteY416" fmla="*/ 489978 h 726160"/>
              <a:gd name="connsiteX417" fmla="*/ 275179 w 3944937"/>
              <a:gd name="connsiteY417" fmla="*/ 447520 h 726160"/>
              <a:gd name="connsiteX418" fmla="*/ 375034 w 3944937"/>
              <a:gd name="connsiteY418" fmla="*/ 399827 h 726160"/>
              <a:gd name="connsiteX419" fmla="*/ 474941 w 3944937"/>
              <a:gd name="connsiteY419" fmla="*/ 447520 h 726160"/>
              <a:gd name="connsiteX420" fmla="*/ 562069 w 3944937"/>
              <a:gd name="connsiteY420" fmla="*/ 489978 h 726160"/>
              <a:gd name="connsiteX421" fmla="*/ 650315 w 3944937"/>
              <a:gd name="connsiteY421" fmla="*/ 447520 h 726160"/>
              <a:gd name="connsiteX422" fmla="*/ 740506 w 3944937"/>
              <a:gd name="connsiteY422" fmla="*/ 400114 h 726160"/>
              <a:gd name="connsiteX423" fmla="*/ 749586 w 3944937"/>
              <a:gd name="connsiteY423" fmla="*/ 399827 h 726160"/>
              <a:gd name="connsiteX424" fmla="*/ 758889 w 3944937"/>
              <a:gd name="connsiteY424" fmla="*/ 400114 h 726160"/>
              <a:gd name="connsiteX425" fmla="*/ 850154 w 3944937"/>
              <a:gd name="connsiteY425" fmla="*/ 447520 h 726160"/>
              <a:gd name="connsiteX426" fmla="*/ 937343 w 3944937"/>
              <a:gd name="connsiteY426" fmla="*/ 489978 h 726160"/>
              <a:gd name="connsiteX427" fmla="*/ 1025586 w 3944937"/>
              <a:gd name="connsiteY427" fmla="*/ 447520 h 726160"/>
              <a:gd name="connsiteX428" fmla="*/ 1115684 w 3944937"/>
              <a:gd name="connsiteY428" fmla="*/ 400114 h 726160"/>
              <a:gd name="connsiteX429" fmla="*/ 1124860 w 3944937"/>
              <a:gd name="connsiteY429" fmla="*/ 399827 h 726160"/>
              <a:gd name="connsiteX430" fmla="*/ 1134151 w 3944937"/>
              <a:gd name="connsiteY430" fmla="*/ 400114 h 726160"/>
              <a:gd name="connsiteX431" fmla="*/ 1225295 w 3944937"/>
              <a:gd name="connsiteY431" fmla="*/ 447520 h 726160"/>
              <a:gd name="connsiteX432" fmla="*/ 1312377 w 3944937"/>
              <a:gd name="connsiteY432" fmla="*/ 489978 h 726160"/>
              <a:gd name="connsiteX433" fmla="*/ 1400620 w 3944937"/>
              <a:gd name="connsiteY433" fmla="*/ 447520 h 726160"/>
              <a:gd name="connsiteX434" fmla="*/ 1490715 w 3944937"/>
              <a:gd name="connsiteY434" fmla="*/ 400114 h 726160"/>
              <a:gd name="connsiteX435" fmla="*/ 1499902 w 3944937"/>
              <a:gd name="connsiteY435" fmla="*/ 399827 h 726160"/>
              <a:gd name="connsiteX436" fmla="*/ 1509200 w 3944937"/>
              <a:gd name="connsiteY436" fmla="*/ 400114 h 726160"/>
              <a:gd name="connsiteX437" fmla="*/ 1600457 w 3944937"/>
              <a:gd name="connsiteY437" fmla="*/ 447520 h 726160"/>
              <a:gd name="connsiteX438" fmla="*/ 1672675 w 3944937"/>
              <a:gd name="connsiteY438" fmla="*/ 489060 h 726160"/>
              <a:gd name="connsiteX439" fmla="*/ 1687656 w 3944937"/>
              <a:gd name="connsiteY439" fmla="*/ 489978 h 726160"/>
              <a:gd name="connsiteX440" fmla="*/ 1702991 w 3944937"/>
              <a:gd name="connsiteY440" fmla="*/ 489060 h 726160"/>
              <a:gd name="connsiteX441" fmla="*/ 1775902 w 3944937"/>
              <a:gd name="connsiteY441" fmla="*/ 447520 h 726160"/>
              <a:gd name="connsiteX442" fmla="*/ 1865985 w 3944937"/>
              <a:gd name="connsiteY442" fmla="*/ 400114 h 726160"/>
              <a:gd name="connsiteX443" fmla="*/ 1875171 w 3944937"/>
              <a:gd name="connsiteY443" fmla="*/ 399827 h 726160"/>
              <a:gd name="connsiteX444" fmla="*/ 1884453 w 3944937"/>
              <a:gd name="connsiteY444" fmla="*/ 400114 h 726160"/>
              <a:gd name="connsiteX445" fmla="*/ 1975602 w 3944937"/>
              <a:gd name="connsiteY445" fmla="*/ 447520 h 726160"/>
              <a:gd name="connsiteX446" fmla="*/ 2047561 w 3944937"/>
              <a:gd name="connsiteY446" fmla="*/ 489060 h 726160"/>
              <a:gd name="connsiteX447" fmla="*/ 2062687 w 3944937"/>
              <a:gd name="connsiteY447" fmla="*/ 489978 h 726160"/>
              <a:gd name="connsiteX448" fmla="*/ 2078025 w 3944937"/>
              <a:gd name="connsiteY448" fmla="*/ 489060 h 726160"/>
              <a:gd name="connsiteX449" fmla="*/ 2150933 w 3944937"/>
              <a:gd name="connsiteY449" fmla="*/ 447520 h 726160"/>
              <a:gd name="connsiteX450" fmla="*/ 2241019 w 3944937"/>
              <a:gd name="connsiteY450" fmla="*/ 400114 h 726160"/>
              <a:gd name="connsiteX451" fmla="*/ 2250202 w 3944937"/>
              <a:gd name="connsiteY451" fmla="*/ 399827 h 726160"/>
              <a:gd name="connsiteX452" fmla="*/ 2259500 w 3944937"/>
              <a:gd name="connsiteY452" fmla="*/ 400114 h 726160"/>
              <a:gd name="connsiteX453" fmla="*/ 2350772 w 3944937"/>
              <a:gd name="connsiteY453" fmla="*/ 447520 h 726160"/>
              <a:gd name="connsiteX454" fmla="*/ 2422815 w 3944937"/>
              <a:gd name="connsiteY454" fmla="*/ 489060 h 726160"/>
              <a:gd name="connsiteX455" fmla="*/ 2437959 w 3944937"/>
              <a:gd name="connsiteY455" fmla="*/ 489978 h 726160"/>
              <a:gd name="connsiteX456" fmla="*/ 2453275 w 3944937"/>
              <a:gd name="connsiteY456" fmla="*/ 489060 h 726160"/>
              <a:gd name="connsiteX457" fmla="*/ 2526203 w 3944937"/>
              <a:gd name="connsiteY457" fmla="*/ 447520 h 726160"/>
              <a:gd name="connsiteX458" fmla="*/ 2625475 w 3944937"/>
              <a:gd name="connsiteY458" fmla="*/ 399827 h 726160"/>
              <a:gd name="connsiteX459" fmla="*/ 2725913 w 3944937"/>
              <a:gd name="connsiteY459" fmla="*/ 447520 h 726160"/>
              <a:gd name="connsiteX460" fmla="*/ 2797875 w 3944937"/>
              <a:gd name="connsiteY460" fmla="*/ 489060 h 726160"/>
              <a:gd name="connsiteX461" fmla="*/ 2812992 w 3944937"/>
              <a:gd name="connsiteY461" fmla="*/ 489978 h 726160"/>
              <a:gd name="connsiteX462" fmla="*/ 2828318 w 3944937"/>
              <a:gd name="connsiteY462" fmla="*/ 489060 h 726160"/>
              <a:gd name="connsiteX463" fmla="*/ 2901235 w 3944937"/>
              <a:gd name="connsiteY463" fmla="*/ 447520 h 726160"/>
              <a:gd name="connsiteX464" fmla="*/ 2991455 w 3944937"/>
              <a:gd name="connsiteY464" fmla="*/ 400114 h 726160"/>
              <a:gd name="connsiteX465" fmla="*/ 3000637 w 3944937"/>
              <a:gd name="connsiteY465" fmla="*/ 399827 h 726160"/>
              <a:gd name="connsiteX466" fmla="*/ 3009935 w 3944937"/>
              <a:gd name="connsiteY466" fmla="*/ 400114 h 726160"/>
              <a:gd name="connsiteX467" fmla="*/ 3101201 w 3944937"/>
              <a:gd name="connsiteY467" fmla="*/ 447520 h 726160"/>
              <a:gd name="connsiteX468" fmla="*/ 3173252 w 3944937"/>
              <a:gd name="connsiteY468" fmla="*/ 489060 h 726160"/>
              <a:gd name="connsiteX469" fmla="*/ 3188395 w 3944937"/>
              <a:gd name="connsiteY469" fmla="*/ 489978 h 726160"/>
              <a:gd name="connsiteX470" fmla="*/ 3203710 w 3944937"/>
              <a:gd name="connsiteY470" fmla="*/ 489060 h 726160"/>
              <a:gd name="connsiteX471" fmla="*/ 3276057 w 3944937"/>
              <a:gd name="connsiteY471" fmla="*/ 447520 h 726160"/>
              <a:gd name="connsiteX472" fmla="*/ 3366728 w 3944937"/>
              <a:gd name="connsiteY472" fmla="*/ 400114 h 726160"/>
              <a:gd name="connsiteX473" fmla="*/ 3375911 w 3944937"/>
              <a:gd name="connsiteY473" fmla="*/ 399827 h 726160"/>
              <a:gd name="connsiteX474" fmla="*/ 3385197 w 3944937"/>
              <a:gd name="connsiteY474" fmla="*/ 400114 h 726160"/>
              <a:gd name="connsiteX475" fmla="*/ 3476346 w 3944937"/>
              <a:gd name="connsiteY475" fmla="*/ 447520 h 726160"/>
              <a:gd name="connsiteX476" fmla="*/ 3548305 w 3944937"/>
              <a:gd name="connsiteY476" fmla="*/ 489060 h 726160"/>
              <a:gd name="connsiteX477" fmla="*/ 3563428 w 3944937"/>
              <a:gd name="connsiteY477" fmla="*/ 489978 h 726160"/>
              <a:gd name="connsiteX478" fmla="*/ 3578763 w 3944937"/>
              <a:gd name="connsiteY478" fmla="*/ 489060 h 726160"/>
              <a:gd name="connsiteX479" fmla="*/ 3651203 w 3944937"/>
              <a:gd name="connsiteY479" fmla="*/ 447520 h 726160"/>
              <a:gd name="connsiteX480" fmla="*/ 3741990 w 3944937"/>
              <a:gd name="connsiteY480" fmla="*/ 400114 h 726160"/>
              <a:gd name="connsiteX481" fmla="*/ 3751185 w 3944937"/>
              <a:gd name="connsiteY481" fmla="*/ 399827 h 726160"/>
              <a:gd name="connsiteX482" fmla="*/ 3760471 w 3944937"/>
              <a:gd name="connsiteY482" fmla="*/ 400114 h 726160"/>
              <a:gd name="connsiteX483" fmla="*/ 3851620 w 3944937"/>
              <a:gd name="connsiteY483" fmla="*/ 447520 h 726160"/>
              <a:gd name="connsiteX484" fmla="*/ 3923578 w 3944937"/>
              <a:gd name="connsiteY484" fmla="*/ 489060 h 726160"/>
              <a:gd name="connsiteX485" fmla="*/ 3938701 w 3944937"/>
              <a:gd name="connsiteY485" fmla="*/ 489978 h 726160"/>
              <a:gd name="connsiteX486" fmla="*/ 3944937 w 3944937"/>
              <a:gd name="connsiteY486" fmla="*/ 489604 h 726160"/>
              <a:gd name="connsiteX487" fmla="*/ 3944937 w 3944937"/>
              <a:gd name="connsiteY487" fmla="*/ 507239 h 726160"/>
              <a:gd name="connsiteX488" fmla="*/ 3938702 w 3944937"/>
              <a:gd name="connsiteY488" fmla="*/ 507427 h 726160"/>
              <a:gd name="connsiteX489" fmla="*/ 3938701 w 3944937"/>
              <a:gd name="connsiteY489" fmla="*/ 507427 h 726160"/>
              <a:gd name="connsiteX490" fmla="*/ 3929519 w 3944937"/>
              <a:gd name="connsiteY490" fmla="*/ 507147 h 726160"/>
              <a:gd name="connsiteX491" fmla="*/ 3838848 w 3944937"/>
              <a:gd name="connsiteY491" fmla="*/ 460316 h 726160"/>
              <a:gd name="connsiteX492" fmla="*/ 3766501 w 3944937"/>
              <a:gd name="connsiteY492" fmla="*/ 418775 h 726160"/>
              <a:gd name="connsiteX493" fmla="*/ 3751185 w 3944937"/>
              <a:gd name="connsiteY493" fmla="*/ 417857 h 726160"/>
              <a:gd name="connsiteX494" fmla="*/ 3736042 w 3944937"/>
              <a:gd name="connsiteY494" fmla="*/ 418752 h 726160"/>
              <a:gd name="connsiteX495" fmla="*/ 3663991 w 3944937"/>
              <a:gd name="connsiteY495" fmla="*/ 460316 h 726160"/>
              <a:gd name="connsiteX496" fmla="*/ 3572725 w 3944937"/>
              <a:gd name="connsiteY496" fmla="*/ 507147 h 726160"/>
              <a:gd name="connsiteX497" fmla="*/ 3563428 w 3944937"/>
              <a:gd name="connsiteY497" fmla="*/ 507427 h 726160"/>
              <a:gd name="connsiteX498" fmla="*/ 3554245 w 3944937"/>
              <a:gd name="connsiteY498" fmla="*/ 507147 h 726160"/>
              <a:gd name="connsiteX499" fmla="*/ 3463574 w 3944937"/>
              <a:gd name="connsiteY499" fmla="*/ 460316 h 726160"/>
              <a:gd name="connsiteX500" fmla="*/ 3391227 w 3944937"/>
              <a:gd name="connsiteY500" fmla="*/ 418775 h 726160"/>
              <a:gd name="connsiteX501" fmla="*/ 3375911 w 3944937"/>
              <a:gd name="connsiteY501" fmla="*/ 417857 h 726160"/>
              <a:gd name="connsiteX502" fmla="*/ 3360788 w 3944937"/>
              <a:gd name="connsiteY502" fmla="*/ 418752 h 726160"/>
              <a:gd name="connsiteX503" fmla="*/ 3288829 w 3944937"/>
              <a:gd name="connsiteY503" fmla="*/ 460316 h 726160"/>
              <a:gd name="connsiteX504" fmla="*/ 3197680 w 3944937"/>
              <a:gd name="connsiteY504" fmla="*/ 507147 h 726160"/>
              <a:gd name="connsiteX505" fmla="*/ 3188395 w 3944937"/>
              <a:gd name="connsiteY505" fmla="*/ 507427 h 726160"/>
              <a:gd name="connsiteX506" fmla="*/ 3179200 w 3944937"/>
              <a:gd name="connsiteY506" fmla="*/ 507147 h 726160"/>
              <a:gd name="connsiteX507" fmla="*/ 3088413 w 3944937"/>
              <a:gd name="connsiteY507" fmla="*/ 460316 h 726160"/>
              <a:gd name="connsiteX508" fmla="*/ 3015973 w 3944937"/>
              <a:gd name="connsiteY508" fmla="*/ 418775 h 726160"/>
              <a:gd name="connsiteX509" fmla="*/ 3000637 w 3944937"/>
              <a:gd name="connsiteY509" fmla="*/ 417857 h 726160"/>
              <a:gd name="connsiteX510" fmla="*/ 2985514 w 3944937"/>
              <a:gd name="connsiteY510" fmla="*/ 418752 h 726160"/>
              <a:gd name="connsiteX511" fmla="*/ 2913429 w 3944937"/>
              <a:gd name="connsiteY511" fmla="*/ 460316 h 726160"/>
              <a:gd name="connsiteX512" fmla="*/ 2822285 w 3944937"/>
              <a:gd name="connsiteY512" fmla="*/ 507147 h 726160"/>
              <a:gd name="connsiteX513" fmla="*/ 2812992 w 3944937"/>
              <a:gd name="connsiteY513" fmla="*/ 507427 h 726160"/>
              <a:gd name="connsiteX514" fmla="*/ 2803817 w 3944937"/>
              <a:gd name="connsiteY514" fmla="*/ 507147 h 726160"/>
              <a:gd name="connsiteX515" fmla="*/ 2713719 w 3944937"/>
              <a:gd name="connsiteY515" fmla="*/ 460316 h 726160"/>
              <a:gd name="connsiteX516" fmla="*/ 2625475 w 3944937"/>
              <a:gd name="connsiteY516" fmla="*/ 417857 h 726160"/>
              <a:gd name="connsiteX517" fmla="*/ 2538398 w 3944937"/>
              <a:gd name="connsiteY517" fmla="*/ 460316 h 726160"/>
              <a:gd name="connsiteX518" fmla="*/ 2447253 w 3944937"/>
              <a:gd name="connsiteY518" fmla="*/ 507147 h 726160"/>
              <a:gd name="connsiteX519" fmla="*/ 2437959 w 3944937"/>
              <a:gd name="connsiteY519" fmla="*/ 507427 h 726160"/>
              <a:gd name="connsiteX520" fmla="*/ 2428768 w 3944937"/>
              <a:gd name="connsiteY520" fmla="*/ 507147 h 726160"/>
              <a:gd name="connsiteX521" fmla="*/ 2338559 w 3944937"/>
              <a:gd name="connsiteY521" fmla="*/ 460316 h 726160"/>
              <a:gd name="connsiteX522" fmla="*/ 2265570 w 3944937"/>
              <a:gd name="connsiteY522" fmla="*/ 418775 h 726160"/>
              <a:gd name="connsiteX523" fmla="*/ 2250202 w 3944937"/>
              <a:gd name="connsiteY523" fmla="*/ 417857 h 726160"/>
              <a:gd name="connsiteX524" fmla="*/ 2235078 w 3944937"/>
              <a:gd name="connsiteY524" fmla="*/ 418752 h 726160"/>
              <a:gd name="connsiteX525" fmla="*/ 2163119 w 3944937"/>
              <a:gd name="connsiteY525" fmla="*/ 460316 h 726160"/>
              <a:gd name="connsiteX526" fmla="*/ 2071970 w 3944937"/>
              <a:gd name="connsiteY526" fmla="*/ 507147 h 726160"/>
              <a:gd name="connsiteX527" fmla="*/ 2062687 w 3944937"/>
              <a:gd name="connsiteY527" fmla="*/ 507427 h 726160"/>
              <a:gd name="connsiteX528" fmla="*/ 2053502 w 3944937"/>
              <a:gd name="connsiteY528" fmla="*/ 507147 h 726160"/>
              <a:gd name="connsiteX529" fmla="*/ 1963418 w 3944937"/>
              <a:gd name="connsiteY529" fmla="*/ 460316 h 726160"/>
              <a:gd name="connsiteX530" fmla="*/ 1890508 w 3944937"/>
              <a:gd name="connsiteY530" fmla="*/ 418775 h 726160"/>
              <a:gd name="connsiteX531" fmla="*/ 1875171 w 3944937"/>
              <a:gd name="connsiteY531" fmla="*/ 417857 h 726160"/>
              <a:gd name="connsiteX532" fmla="*/ 1860044 w 3944937"/>
              <a:gd name="connsiteY532" fmla="*/ 418752 h 726160"/>
              <a:gd name="connsiteX533" fmla="*/ 1788085 w 3944937"/>
              <a:gd name="connsiteY533" fmla="*/ 460316 h 726160"/>
              <a:gd name="connsiteX534" fmla="*/ 1696936 w 3944937"/>
              <a:gd name="connsiteY534" fmla="*/ 507147 h 726160"/>
              <a:gd name="connsiteX535" fmla="*/ 1687656 w 3944937"/>
              <a:gd name="connsiteY535" fmla="*/ 507427 h 726160"/>
              <a:gd name="connsiteX536" fmla="*/ 1678456 w 3944937"/>
              <a:gd name="connsiteY536" fmla="*/ 507147 h 726160"/>
              <a:gd name="connsiteX537" fmla="*/ 1588259 w 3944937"/>
              <a:gd name="connsiteY537" fmla="*/ 460316 h 726160"/>
              <a:gd name="connsiteX538" fmla="*/ 1515254 w 3944937"/>
              <a:gd name="connsiteY538" fmla="*/ 418775 h 726160"/>
              <a:gd name="connsiteX539" fmla="*/ 1499902 w 3944937"/>
              <a:gd name="connsiteY539" fmla="*/ 417857 h 726160"/>
              <a:gd name="connsiteX540" fmla="*/ 1484938 w 3944937"/>
              <a:gd name="connsiteY540" fmla="*/ 418752 h 726160"/>
              <a:gd name="connsiteX541" fmla="*/ 1412811 w 3944937"/>
              <a:gd name="connsiteY541" fmla="*/ 460316 h 726160"/>
              <a:gd name="connsiteX542" fmla="*/ 1312377 w 3944937"/>
              <a:gd name="connsiteY542" fmla="*/ 507427 h 726160"/>
              <a:gd name="connsiteX543" fmla="*/ 1213103 w 3944937"/>
              <a:gd name="connsiteY543" fmla="*/ 460316 h 726160"/>
              <a:gd name="connsiteX544" fmla="*/ 1140203 w 3944937"/>
              <a:gd name="connsiteY544" fmla="*/ 418775 h 726160"/>
              <a:gd name="connsiteX545" fmla="*/ 1124860 w 3944937"/>
              <a:gd name="connsiteY545" fmla="*/ 417857 h 726160"/>
              <a:gd name="connsiteX546" fmla="*/ 1109907 w 3944937"/>
              <a:gd name="connsiteY546" fmla="*/ 418752 h 726160"/>
              <a:gd name="connsiteX547" fmla="*/ 1037780 w 3944937"/>
              <a:gd name="connsiteY547" fmla="*/ 460316 h 726160"/>
              <a:gd name="connsiteX548" fmla="*/ 937343 w 3944937"/>
              <a:gd name="connsiteY548" fmla="*/ 507427 h 726160"/>
              <a:gd name="connsiteX549" fmla="*/ 837942 w 3944937"/>
              <a:gd name="connsiteY549" fmla="*/ 460316 h 726160"/>
              <a:gd name="connsiteX550" fmla="*/ 764952 w 3944937"/>
              <a:gd name="connsiteY550" fmla="*/ 418775 h 726160"/>
              <a:gd name="connsiteX551" fmla="*/ 749586 w 3944937"/>
              <a:gd name="connsiteY551" fmla="*/ 417857 h 726160"/>
              <a:gd name="connsiteX552" fmla="*/ 734638 w 3944937"/>
              <a:gd name="connsiteY552" fmla="*/ 418752 h 726160"/>
              <a:gd name="connsiteX553" fmla="*/ 662511 w 3944937"/>
              <a:gd name="connsiteY553" fmla="*/ 460316 h 726160"/>
              <a:gd name="connsiteX554" fmla="*/ 562069 w 3944937"/>
              <a:gd name="connsiteY554" fmla="*/ 507427 h 726160"/>
              <a:gd name="connsiteX555" fmla="*/ 462743 w 3944937"/>
              <a:gd name="connsiteY555" fmla="*/ 460316 h 726160"/>
              <a:gd name="connsiteX556" fmla="*/ 375034 w 3944937"/>
              <a:gd name="connsiteY556" fmla="*/ 417857 h 726160"/>
              <a:gd name="connsiteX557" fmla="*/ 287371 w 3944937"/>
              <a:gd name="connsiteY557" fmla="*/ 460316 h 726160"/>
              <a:gd name="connsiteX558" fmla="*/ 187517 w 3944937"/>
              <a:gd name="connsiteY558" fmla="*/ 507427 h 726160"/>
              <a:gd name="connsiteX559" fmla="*/ 87663 w 3944937"/>
              <a:gd name="connsiteY559" fmla="*/ 460316 h 726160"/>
              <a:gd name="connsiteX560" fmla="*/ 0 w 3944937"/>
              <a:gd name="connsiteY560" fmla="*/ 417857 h 726160"/>
              <a:gd name="connsiteX561" fmla="*/ 0 w 3944937"/>
              <a:gd name="connsiteY561" fmla="*/ 299931 h 726160"/>
              <a:gd name="connsiteX562" fmla="*/ 99855 w 3944937"/>
              <a:gd name="connsiteY562" fmla="*/ 347579 h 726160"/>
              <a:gd name="connsiteX563" fmla="*/ 187517 w 3944937"/>
              <a:gd name="connsiteY563" fmla="*/ 389998 h 726160"/>
              <a:gd name="connsiteX564" fmla="*/ 275179 w 3944937"/>
              <a:gd name="connsiteY564" fmla="*/ 347579 h 726160"/>
              <a:gd name="connsiteX565" fmla="*/ 375034 w 3944937"/>
              <a:gd name="connsiteY565" fmla="*/ 299931 h 726160"/>
              <a:gd name="connsiteX566" fmla="*/ 474941 w 3944937"/>
              <a:gd name="connsiteY566" fmla="*/ 347579 h 726160"/>
              <a:gd name="connsiteX567" fmla="*/ 562069 w 3944937"/>
              <a:gd name="connsiteY567" fmla="*/ 389998 h 726160"/>
              <a:gd name="connsiteX568" fmla="*/ 650315 w 3944937"/>
              <a:gd name="connsiteY568" fmla="*/ 347579 h 726160"/>
              <a:gd name="connsiteX569" fmla="*/ 740506 w 3944937"/>
              <a:gd name="connsiteY569" fmla="*/ 300217 h 726160"/>
              <a:gd name="connsiteX570" fmla="*/ 749586 w 3944937"/>
              <a:gd name="connsiteY570" fmla="*/ 299931 h 726160"/>
              <a:gd name="connsiteX571" fmla="*/ 758889 w 3944937"/>
              <a:gd name="connsiteY571" fmla="*/ 300217 h 726160"/>
              <a:gd name="connsiteX572" fmla="*/ 850154 w 3944937"/>
              <a:gd name="connsiteY572" fmla="*/ 347579 h 726160"/>
              <a:gd name="connsiteX573" fmla="*/ 937343 w 3944937"/>
              <a:gd name="connsiteY573" fmla="*/ 389998 h 726160"/>
              <a:gd name="connsiteX574" fmla="*/ 1025586 w 3944937"/>
              <a:gd name="connsiteY574" fmla="*/ 347579 h 726160"/>
              <a:gd name="connsiteX575" fmla="*/ 1115684 w 3944937"/>
              <a:gd name="connsiteY575" fmla="*/ 300217 h 726160"/>
              <a:gd name="connsiteX576" fmla="*/ 1124860 w 3944937"/>
              <a:gd name="connsiteY576" fmla="*/ 299931 h 726160"/>
              <a:gd name="connsiteX577" fmla="*/ 1134151 w 3944937"/>
              <a:gd name="connsiteY577" fmla="*/ 300217 h 726160"/>
              <a:gd name="connsiteX578" fmla="*/ 1225295 w 3944937"/>
              <a:gd name="connsiteY578" fmla="*/ 347579 h 726160"/>
              <a:gd name="connsiteX579" fmla="*/ 1312377 w 3944937"/>
              <a:gd name="connsiteY579" fmla="*/ 389998 h 726160"/>
              <a:gd name="connsiteX580" fmla="*/ 1400620 w 3944937"/>
              <a:gd name="connsiteY580" fmla="*/ 347579 h 726160"/>
              <a:gd name="connsiteX581" fmla="*/ 1490715 w 3944937"/>
              <a:gd name="connsiteY581" fmla="*/ 300217 h 726160"/>
              <a:gd name="connsiteX582" fmla="*/ 1499902 w 3944937"/>
              <a:gd name="connsiteY582" fmla="*/ 299931 h 726160"/>
              <a:gd name="connsiteX583" fmla="*/ 1509200 w 3944937"/>
              <a:gd name="connsiteY583" fmla="*/ 300217 h 726160"/>
              <a:gd name="connsiteX584" fmla="*/ 1600457 w 3944937"/>
              <a:gd name="connsiteY584" fmla="*/ 347579 h 726160"/>
              <a:gd name="connsiteX585" fmla="*/ 1672675 w 3944937"/>
              <a:gd name="connsiteY585" fmla="*/ 389081 h 726160"/>
              <a:gd name="connsiteX586" fmla="*/ 1687656 w 3944937"/>
              <a:gd name="connsiteY586" fmla="*/ 389998 h 726160"/>
              <a:gd name="connsiteX587" fmla="*/ 1702991 w 3944937"/>
              <a:gd name="connsiteY587" fmla="*/ 389081 h 726160"/>
              <a:gd name="connsiteX588" fmla="*/ 1775902 w 3944937"/>
              <a:gd name="connsiteY588" fmla="*/ 347579 h 726160"/>
              <a:gd name="connsiteX589" fmla="*/ 1865985 w 3944937"/>
              <a:gd name="connsiteY589" fmla="*/ 300217 h 726160"/>
              <a:gd name="connsiteX590" fmla="*/ 1875171 w 3944937"/>
              <a:gd name="connsiteY590" fmla="*/ 299931 h 726160"/>
              <a:gd name="connsiteX591" fmla="*/ 1884453 w 3944937"/>
              <a:gd name="connsiteY591" fmla="*/ 300217 h 726160"/>
              <a:gd name="connsiteX592" fmla="*/ 1975602 w 3944937"/>
              <a:gd name="connsiteY592" fmla="*/ 347579 h 726160"/>
              <a:gd name="connsiteX593" fmla="*/ 2047561 w 3944937"/>
              <a:gd name="connsiteY593" fmla="*/ 389081 h 726160"/>
              <a:gd name="connsiteX594" fmla="*/ 2062687 w 3944937"/>
              <a:gd name="connsiteY594" fmla="*/ 389998 h 726160"/>
              <a:gd name="connsiteX595" fmla="*/ 2078025 w 3944937"/>
              <a:gd name="connsiteY595" fmla="*/ 389081 h 726160"/>
              <a:gd name="connsiteX596" fmla="*/ 2150933 w 3944937"/>
              <a:gd name="connsiteY596" fmla="*/ 347579 h 726160"/>
              <a:gd name="connsiteX597" fmla="*/ 2241019 w 3944937"/>
              <a:gd name="connsiteY597" fmla="*/ 300217 h 726160"/>
              <a:gd name="connsiteX598" fmla="*/ 2250202 w 3944937"/>
              <a:gd name="connsiteY598" fmla="*/ 299931 h 726160"/>
              <a:gd name="connsiteX599" fmla="*/ 2259500 w 3944937"/>
              <a:gd name="connsiteY599" fmla="*/ 300217 h 726160"/>
              <a:gd name="connsiteX600" fmla="*/ 2350772 w 3944937"/>
              <a:gd name="connsiteY600" fmla="*/ 347579 h 726160"/>
              <a:gd name="connsiteX601" fmla="*/ 2422815 w 3944937"/>
              <a:gd name="connsiteY601" fmla="*/ 389081 h 726160"/>
              <a:gd name="connsiteX602" fmla="*/ 2437959 w 3944937"/>
              <a:gd name="connsiteY602" fmla="*/ 389998 h 726160"/>
              <a:gd name="connsiteX603" fmla="*/ 2453275 w 3944937"/>
              <a:gd name="connsiteY603" fmla="*/ 389081 h 726160"/>
              <a:gd name="connsiteX604" fmla="*/ 2526203 w 3944937"/>
              <a:gd name="connsiteY604" fmla="*/ 347579 h 726160"/>
              <a:gd name="connsiteX605" fmla="*/ 2625475 w 3944937"/>
              <a:gd name="connsiteY605" fmla="*/ 299931 h 726160"/>
              <a:gd name="connsiteX606" fmla="*/ 2725913 w 3944937"/>
              <a:gd name="connsiteY606" fmla="*/ 347579 h 726160"/>
              <a:gd name="connsiteX607" fmla="*/ 2797875 w 3944937"/>
              <a:gd name="connsiteY607" fmla="*/ 389081 h 726160"/>
              <a:gd name="connsiteX608" fmla="*/ 2812992 w 3944937"/>
              <a:gd name="connsiteY608" fmla="*/ 389998 h 726160"/>
              <a:gd name="connsiteX609" fmla="*/ 2828318 w 3944937"/>
              <a:gd name="connsiteY609" fmla="*/ 389081 h 726160"/>
              <a:gd name="connsiteX610" fmla="*/ 2901235 w 3944937"/>
              <a:gd name="connsiteY610" fmla="*/ 347579 h 726160"/>
              <a:gd name="connsiteX611" fmla="*/ 2991449 w 3944937"/>
              <a:gd name="connsiteY611" fmla="*/ 300217 h 726160"/>
              <a:gd name="connsiteX612" fmla="*/ 3000631 w 3944937"/>
              <a:gd name="connsiteY612" fmla="*/ 299931 h 726160"/>
              <a:gd name="connsiteX613" fmla="*/ 3009929 w 3944937"/>
              <a:gd name="connsiteY613" fmla="*/ 300217 h 726160"/>
              <a:gd name="connsiteX614" fmla="*/ 3101195 w 3944937"/>
              <a:gd name="connsiteY614" fmla="*/ 347579 h 726160"/>
              <a:gd name="connsiteX615" fmla="*/ 3173246 w 3944937"/>
              <a:gd name="connsiteY615" fmla="*/ 389081 h 726160"/>
              <a:gd name="connsiteX616" fmla="*/ 3188389 w 3944937"/>
              <a:gd name="connsiteY616" fmla="*/ 389998 h 726160"/>
              <a:gd name="connsiteX617" fmla="*/ 3203704 w 3944937"/>
              <a:gd name="connsiteY617" fmla="*/ 389081 h 726160"/>
              <a:gd name="connsiteX618" fmla="*/ 3276051 w 3944937"/>
              <a:gd name="connsiteY618" fmla="*/ 347579 h 726160"/>
              <a:gd name="connsiteX619" fmla="*/ 3366722 w 3944937"/>
              <a:gd name="connsiteY619" fmla="*/ 300217 h 726160"/>
              <a:gd name="connsiteX620" fmla="*/ 3375905 w 3944937"/>
              <a:gd name="connsiteY620" fmla="*/ 299931 h 726160"/>
              <a:gd name="connsiteX621" fmla="*/ 3385191 w 3944937"/>
              <a:gd name="connsiteY621" fmla="*/ 300217 h 726160"/>
              <a:gd name="connsiteX622" fmla="*/ 3476340 w 3944937"/>
              <a:gd name="connsiteY622" fmla="*/ 347579 h 726160"/>
              <a:gd name="connsiteX623" fmla="*/ 3548299 w 3944937"/>
              <a:gd name="connsiteY623" fmla="*/ 389081 h 726160"/>
              <a:gd name="connsiteX624" fmla="*/ 3563422 w 3944937"/>
              <a:gd name="connsiteY624" fmla="*/ 389998 h 726160"/>
              <a:gd name="connsiteX625" fmla="*/ 3578757 w 3944937"/>
              <a:gd name="connsiteY625" fmla="*/ 389081 h 726160"/>
              <a:gd name="connsiteX626" fmla="*/ 3651197 w 3944937"/>
              <a:gd name="connsiteY626" fmla="*/ 347579 h 726160"/>
              <a:gd name="connsiteX627" fmla="*/ 3741984 w 3944937"/>
              <a:gd name="connsiteY627" fmla="*/ 300217 h 726160"/>
              <a:gd name="connsiteX628" fmla="*/ 3751179 w 3944937"/>
              <a:gd name="connsiteY628" fmla="*/ 299931 h 726160"/>
              <a:gd name="connsiteX629" fmla="*/ 3760465 w 3944937"/>
              <a:gd name="connsiteY629" fmla="*/ 300217 h 726160"/>
              <a:gd name="connsiteX630" fmla="*/ 3851614 w 3944937"/>
              <a:gd name="connsiteY630" fmla="*/ 347579 h 726160"/>
              <a:gd name="connsiteX631" fmla="*/ 3923572 w 3944937"/>
              <a:gd name="connsiteY631" fmla="*/ 389081 h 726160"/>
              <a:gd name="connsiteX632" fmla="*/ 3938695 w 3944937"/>
              <a:gd name="connsiteY632" fmla="*/ 389998 h 726160"/>
              <a:gd name="connsiteX633" fmla="*/ 3944937 w 3944937"/>
              <a:gd name="connsiteY633" fmla="*/ 389625 h 726160"/>
              <a:gd name="connsiteX634" fmla="*/ 3944937 w 3944937"/>
              <a:gd name="connsiteY634" fmla="*/ 407819 h 726160"/>
              <a:gd name="connsiteX635" fmla="*/ 3938696 w 3944937"/>
              <a:gd name="connsiteY635" fmla="*/ 408011 h 726160"/>
              <a:gd name="connsiteX636" fmla="*/ 3938695 w 3944937"/>
              <a:gd name="connsiteY636" fmla="*/ 408011 h 726160"/>
              <a:gd name="connsiteX637" fmla="*/ 3929513 w 3944937"/>
              <a:gd name="connsiteY637" fmla="*/ 407725 h 726160"/>
              <a:gd name="connsiteX638" fmla="*/ 3838842 w 3944937"/>
              <a:gd name="connsiteY638" fmla="*/ 360363 h 726160"/>
              <a:gd name="connsiteX639" fmla="*/ 3766495 w 3944937"/>
              <a:gd name="connsiteY639" fmla="*/ 318861 h 726160"/>
              <a:gd name="connsiteX640" fmla="*/ 3751179 w 3944937"/>
              <a:gd name="connsiteY640" fmla="*/ 317944 h 726160"/>
              <a:gd name="connsiteX641" fmla="*/ 3736036 w 3944937"/>
              <a:gd name="connsiteY641" fmla="*/ 318861 h 726160"/>
              <a:gd name="connsiteX642" fmla="*/ 3663985 w 3944937"/>
              <a:gd name="connsiteY642" fmla="*/ 360363 h 726160"/>
              <a:gd name="connsiteX643" fmla="*/ 3572719 w 3944937"/>
              <a:gd name="connsiteY643" fmla="*/ 407725 h 726160"/>
              <a:gd name="connsiteX644" fmla="*/ 3563422 w 3944937"/>
              <a:gd name="connsiteY644" fmla="*/ 408011 h 726160"/>
              <a:gd name="connsiteX645" fmla="*/ 3554239 w 3944937"/>
              <a:gd name="connsiteY645" fmla="*/ 407725 h 726160"/>
              <a:gd name="connsiteX646" fmla="*/ 3463568 w 3944937"/>
              <a:gd name="connsiteY646" fmla="*/ 360363 h 726160"/>
              <a:gd name="connsiteX647" fmla="*/ 3391221 w 3944937"/>
              <a:gd name="connsiteY647" fmla="*/ 318861 h 726160"/>
              <a:gd name="connsiteX648" fmla="*/ 3375905 w 3944937"/>
              <a:gd name="connsiteY648" fmla="*/ 317944 h 726160"/>
              <a:gd name="connsiteX649" fmla="*/ 3360782 w 3944937"/>
              <a:gd name="connsiteY649" fmla="*/ 318861 h 726160"/>
              <a:gd name="connsiteX650" fmla="*/ 3288823 w 3944937"/>
              <a:gd name="connsiteY650" fmla="*/ 360363 h 726160"/>
              <a:gd name="connsiteX651" fmla="*/ 3197674 w 3944937"/>
              <a:gd name="connsiteY651" fmla="*/ 407725 h 726160"/>
              <a:gd name="connsiteX652" fmla="*/ 3188389 w 3944937"/>
              <a:gd name="connsiteY652" fmla="*/ 408011 h 726160"/>
              <a:gd name="connsiteX653" fmla="*/ 3179194 w 3944937"/>
              <a:gd name="connsiteY653" fmla="*/ 407725 h 726160"/>
              <a:gd name="connsiteX654" fmla="*/ 3088407 w 3944937"/>
              <a:gd name="connsiteY654" fmla="*/ 360363 h 726160"/>
              <a:gd name="connsiteX655" fmla="*/ 3015967 w 3944937"/>
              <a:gd name="connsiteY655" fmla="*/ 318861 h 726160"/>
              <a:gd name="connsiteX656" fmla="*/ 3000631 w 3944937"/>
              <a:gd name="connsiteY656" fmla="*/ 317944 h 726160"/>
              <a:gd name="connsiteX657" fmla="*/ 2985508 w 3944937"/>
              <a:gd name="connsiteY657" fmla="*/ 318861 h 726160"/>
              <a:gd name="connsiteX658" fmla="*/ 2913429 w 3944937"/>
              <a:gd name="connsiteY658" fmla="*/ 360363 h 726160"/>
              <a:gd name="connsiteX659" fmla="*/ 2822285 w 3944937"/>
              <a:gd name="connsiteY659" fmla="*/ 407725 h 726160"/>
              <a:gd name="connsiteX660" fmla="*/ 2812992 w 3944937"/>
              <a:gd name="connsiteY660" fmla="*/ 408011 h 726160"/>
              <a:gd name="connsiteX661" fmla="*/ 2803817 w 3944937"/>
              <a:gd name="connsiteY661" fmla="*/ 407725 h 726160"/>
              <a:gd name="connsiteX662" fmla="*/ 2713719 w 3944937"/>
              <a:gd name="connsiteY662" fmla="*/ 360363 h 726160"/>
              <a:gd name="connsiteX663" fmla="*/ 2625475 w 3944937"/>
              <a:gd name="connsiteY663" fmla="*/ 317944 h 726160"/>
              <a:gd name="connsiteX664" fmla="*/ 2538398 w 3944937"/>
              <a:gd name="connsiteY664" fmla="*/ 360363 h 726160"/>
              <a:gd name="connsiteX665" fmla="*/ 2447253 w 3944937"/>
              <a:gd name="connsiteY665" fmla="*/ 407725 h 726160"/>
              <a:gd name="connsiteX666" fmla="*/ 2437959 w 3944937"/>
              <a:gd name="connsiteY666" fmla="*/ 408011 h 726160"/>
              <a:gd name="connsiteX667" fmla="*/ 2428768 w 3944937"/>
              <a:gd name="connsiteY667" fmla="*/ 407725 h 726160"/>
              <a:gd name="connsiteX668" fmla="*/ 2338559 w 3944937"/>
              <a:gd name="connsiteY668" fmla="*/ 360363 h 726160"/>
              <a:gd name="connsiteX669" fmla="*/ 2265570 w 3944937"/>
              <a:gd name="connsiteY669" fmla="*/ 318861 h 726160"/>
              <a:gd name="connsiteX670" fmla="*/ 2250202 w 3944937"/>
              <a:gd name="connsiteY670" fmla="*/ 317944 h 726160"/>
              <a:gd name="connsiteX671" fmla="*/ 2235078 w 3944937"/>
              <a:gd name="connsiteY671" fmla="*/ 318861 h 726160"/>
              <a:gd name="connsiteX672" fmla="*/ 2163119 w 3944937"/>
              <a:gd name="connsiteY672" fmla="*/ 360363 h 726160"/>
              <a:gd name="connsiteX673" fmla="*/ 2071970 w 3944937"/>
              <a:gd name="connsiteY673" fmla="*/ 407725 h 726160"/>
              <a:gd name="connsiteX674" fmla="*/ 2062687 w 3944937"/>
              <a:gd name="connsiteY674" fmla="*/ 408011 h 726160"/>
              <a:gd name="connsiteX675" fmla="*/ 2053502 w 3944937"/>
              <a:gd name="connsiteY675" fmla="*/ 407725 h 726160"/>
              <a:gd name="connsiteX676" fmla="*/ 1963418 w 3944937"/>
              <a:gd name="connsiteY676" fmla="*/ 360363 h 726160"/>
              <a:gd name="connsiteX677" fmla="*/ 1890508 w 3944937"/>
              <a:gd name="connsiteY677" fmla="*/ 318861 h 726160"/>
              <a:gd name="connsiteX678" fmla="*/ 1875171 w 3944937"/>
              <a:gd name="connsiteY678" fmla="*/ 317944 h 726160"/>
              <a:gd name="connsiteX679" fmla="*/ 1860044 w 3944937"/>
              <a:gd name="connsiteY679" fmla="*/ 318861 h 726160"/>
              <a:gd name="connsiteX680" fmla="*/ 1788085 w 3944937"/>
              <a:gd name="connsiteY680" fmla="*/ 360363 h 726160"/>
              <a:gd name="connsiteX681" fmla="*/ 1696936 w 3944937"/>
              <a:gd name="connsiteY681" fmla="*/ 407725 h 726160"/>
              <a:gd name="connsiteX682" fmla="*/ 1687656 w 3944937"/>
              <a:gd name="connsiteY682" fmla="*/ 408011 h 726160"/>
              <a:gd name="connsiteX683" fmla="*/ 1678456 w 3944937"/>
              <a:gd name="connsiteY683" fmla="*/ 407725 h 726160"/>
              <a:gd name="connsiteX684" fmla="*/ 1588259 w 3944937"/>
              <a:gd name="connsiteY684" fmla="*/ 360363 h 726160"/>
              <a:gd name="connsiteX685" fmla="*/ 1515254 w 3944937"/>
              <a:gd name="connsiteY685" fmla="*/ 318861 h 726160"/>
              <a:gd name="connsiteX686" fmla="*/ 1499902 w 3944937"/>
              <a:gd name="connsiteY686" fmla="*/ 317944 h 726160"/>
              <a:gd name="connsiteX687" fmla="*/ 1484938 w 3944937"/>
              <a:gd name="connsiteY687" fmla="*/ 318861 h 726160"/>
              <a:gd name="connsiteX688" fmla="*/ 1412811 w 3944937"/>
              <a:gd name="connsiteY688" fmla="*/ 360363 h 726160"/>
              <a:gd name="connsiteX689" fmla="*/ 1312377 w 3944937"/>
              <a:gd name="connsiteY689" fmla="*/ 408011 h 726160"/>
              <a:gd name="connsiteX690" fmla="*/ 1213103 w 3944937"/>
              <a:gd name="connsiteY690" fmla="*/ 360363 h 726160"/>
              <a:gd name="connsiteX691" fmla="*/ 1140203 w 3944937"/>
              <a:gd name="connsiteY691" fmla="*/ 318861 h 726160"/>
              <a:gd name="connsiteX692" fmla="*/ 1124860 w 3944937"/>
              <a:gd name="connsiteY692" fmla="*/ 317944 h 726160"/>
              <a:gd name="connsiteX693" fmla="*/ 1109907 w 3944937"/>
              <a:gd name="connsiteY693" fmla="*/ 318861 h 726160"/>
              <a:gd name="connsiteX694" fmla="*/ 1037780 w 3944937"/>
              <a:gd name="connsiteY694" fmla="*/ 360363 h 726160"/>
              <a:gd name="connsiteX695" fmla="*/ 937343 w 3944937"/>
              <a:gd name="connsiteY695" fmla="*/ 408011 h 726160"/>
              <a:gd name="connsiteX696" fmla="*/ 837942 w 3944937"/>
              <a:gd name="connsiteY696" fmla="*/ 360363 h 726160"/>
              <a:gd name="connsiteX697" fmla="*/ 764952 w 3944937"/>
              <a:gd name="connsiteY697" fmla="*/ 318861 h 726160"/>
              <a:gd name="connsiteX698" fmla="*/ 749586 w 3944937"/>
              <a:gd name="connsiteY698" fmla="*/ 317944 h 726160"/>
              <a:gd name="connsiteX699" fmla="*/ 734638 w 3944937"/>
              <a:gd name="connsiteY699" fmla="*/ 318861 h 726160"/>
              <a:gd name="connsiteX700" fmla="*/ 662511 w 3944937"/>
              <a:gd name="connsiteY700" fmla="*/ 360363 h 726160"/>
              <a:gd name="connsiteX701" fmla="*/ 562069 w 3944937"/>
              <a:gd name="connsiteY701" fmla="*/ 408011 h 726160"/>
              <a:gd name="connsiteX702" fmla="*/ 462743 w 3944937"/>
              <a:gd name="connsiteY702" fmla="*/ 360363 h 726160"/>
              <a:gd name="connsiteX703" fmla="*/ 375034 w 3944937"/>
              <a:gd name="connsiteY703" fmla="*/ 317944 h 726160"/>
              <a:gd name="connsiteX704" fmla="*/ 287371 w 3944937"/>
              <a:gd name="connsiteY704" fmla="*/ 360363 h 726160"/>
              <a:gd name="connsiteX705" fmla="*/ 187517 w 3944937"/>
              <a:gd name="connsiteY705" fmla="*/ 408011 h 726160"/>
              <a:gd name="connsiteX706" fmla="*/ 87663 w 3944937"/>
              <a:gd name="connsiteY706" fmla="*/ 360363 h 726160"/>
              <a:gd name="connsiteX707" fmla="*/ 0 w 3944937"/>
              <a:gd name="connsiteY707" fmla="*/ 317944 h 726160"/>
              <a:gd name="connsiteX708" fmla="*/ 0 w 3944937"/>
              <a:gd name="connsiteY708" fmla="*/ 200515 h 726160"/>
              <a:gd name="connsiteX709" fmla="*/ 99855 w 3944937"/>
              <a:gd name="connsiteY709" fmla="*/ 247521 h 726160"/>
              <a:gd name="connsiteX710" fmla="*/ 187517 w 3944937"/>
              <a:gd name="connsiteY710" fmla="*/ 289884 h 726160"/>
              <a:gd name="connsiteX711" fmla="*/ 275179 w 3944937"/>
              <a:gd name="connsiteY711" fmla="*/ 247521 h 726160"/>
              <a:gd name="connsiteX712" fmla="*/ 375034 w 3944937"/>
              <a:gd name="connsiteY712" fmla="*/ 200515 h 726160"/>
              <a:gd name="connsiteX713" fmla="*/ 474941 w 3944937"/>
              <a:gd name="connsiteY713" fmla="*/ 247521 h 726160"/>
              <a:gd name="connsiteX714" fmla="*/ 562069 w 3944937"/>
              <a:gd name="connsiteY714" fmla="*/ 289884 h 726160"/>
              <a:gd name="connsiteX715" fmla="*/ 650315 w 3944937"/>
              <a:gd name="connsiteY715" fmla="*/ 247521 h 726160"/>
              <a:gd name="connsiteX716" fmla="*/ 740506 w 3944937"/>
              <a:gd name="connsiteY716" fmla="*/ 200801 h 726160"/>
              <a:gd name="connsiteX717" fmla="*/ 749586 w 3944937"/>
              <a:gd name="connsiteY717" fmla="*/ 200515 h 726160"/>
              <a:gd name="connsiteX718" fmla="*/ 758889 w 3944937"/>
              <a:gd name="connsiteY718" fmla="*/ 200801 h 726160"/>
              <a:gd name="connsiteX719" fmla="*/ 850154 w 3944937"/>
              <a:gd name="connsiteY719" fmla="*/ 247521 h 726160"/>
              <a:gd name="connsiteX720" fmla="*/ 937343 w 3944937"/>
              <a:gd name="connsiteY720" fmla="*/ 289884 h 726160"/>
              <a:gd name="connsiteX721" fmla="*/ 1025586 w 3944937"/>
              <a:gd name="connsiteY721" fmla="*/ 247521 h 726160"/>
              <a:gd name="connsiteX722" fmla="*/ 1115684 w 3944937"/>
              <a:gd name="connsiteY722" fmla="*/ 200801 h 726160"/>
              <a:gd name="connsiteX723" fmla="*/ 1124860 w 3944937"/>
              <a:gd name="connsiteY723" fmla="*/ 200515 h 726160"/>
              <a:gd name="connsiteX724" fmla="*/ 1134151 w 3944937"/>
              <a:gd name="connsiteY724" fmla="*/ 200801 h 726160"/>
              <a:gd name="connsiteX725" fmla="*/ 1225295 w 3944937"/>
              <a:gd name="connsiteY725" fmla="*/ 247521 h 726160"/>
              <a:gd name="connsiteX726" fmla="*/ 1312377 w 3944937"/>
              <a:gd name="connsiteY726" fmla="*/ 289884 h 726160"/>
              <a:gd name="connsiteX727" fmla="*/ 1400620 w 3944937"/>
              <a:gd name="connsiteY727" fmla="*/ 247521 h 726160"/>
              <a:gd name="connsiteX728" fmla="*/ 1490715 w 3944937"/>
              <a:gd name="connsiteY728" fmla="*/ 200801 h 726160"/>
              <a:gd name="connsiteX729" fmla="*/ 1499902 w 3944937"/>
              <a:gd name="connsiteY729" fmla="*/ 200515 h 726160"/>
              <a:gd name="connsiteX730" fmla="*/ 1509200 w 3944937"/>
              <a:gd name="connsiteY730" fmla="*/ 200801 h 726160"/>
              <a:gd name="connsiteX731" fmla="*/ 1600457 w 3944937"/>
              <a:gd name="connsiteY731" fmla="*/ 247521 h 726160"/>
              <a:gd name="connsiteX732" fmla="*/ 1672675 w 3944937"/>
              <a:gd name="connsiteY732" fmla="*/ 288992 h 726160"/>
              <a:gd name="connsiteX733" fmla="*/ 1687656 w 3944937"/>
              <a:gd name="connsiteY733" fmla="*/ 289884 h 726160"/>
              <a:gd name="connsiteX734" fmla="*/ 1702991 w 3944937"/>
              <a:gd name="connsiteY734" fmla="*/ 288992 h 726160"/>
              <a:gd name="connsiteX735" fmla="*/ 1775902 w 3944937"/>
              <a:gd name="connsiteY735" fmla="*/ 247521 h 726160"/>
              <a:gd name="connsiteX736" fmla="*/ 1865985 w 3944937"/>
              <a:gd name="connsiteY736" fmla="*/ 200801 h 726160"/>
              <a:gd name="connsiteX737" fmla="*/ 1875171 w 3944937"/>
              <a:gd name="connsiteY737" fmla="*/ 200515 h 726160"/>
              <a:gd name="connsiteX738" fmla="*/ 1884453 w 3944937"/>
              <a:gd name="connsiteY738" fmla="*/ 200801 h 726160"/>
              <a:gd name="connsiteX739" fmla="*/ 1975602 w 3944937"/>
              <a:gd name="connsiteY739" fmla="*/ 247521 h 726160"/>
              <a:gd name="connsiteX740" fmla="*/ 2047561 w 3944937"/>
              <a:gd name="connsiteY740" fmla="*/ 288992 h 726160"/>
              <a:gd name="connsiteX741" fmla="*/ 2062687 w 3944937"/>
              <a:gd name="connsiteY741" fmla="*/ 289884 h 726160"/>
              <a:gd name="connsiteX742" fmla="*/ 2078025 w 3944937"/>
              <a:gd name="connsiteY742" fmla="*/ 288992 h 726160"/>
              <a:gd name="connsiteX743" fmla="*/ 2150933 w 3944937"/>
              <a:gd name="connsiteY743" fmla="*/ 247521 h 726160"/>
              <a:gd name="connsiteX744" fmla="*/ 2241019 w 3944937"/>
              <a:gd name="connsiteY744" fmla="*/ 200801 h 726160"/>
              <a:gd name="connsiteX745" fmla="*/ 2250202 w 3944937"/>
              <a:gd name="connsiteY745" fmla="*/ 200515 h 726160"/>
              <a:gd name="connsiteX746" fmla="*/ 2259500 w 3944937"/>
              <a:gd name="connsiteY746" fmla="*/ 200801 h 726160"/>
              <a:gd name="connsiteX747" fmla="*/ 2350772 w 3944937"/>
              <a:gd name="connsiteY747" fmla="*/ 247521 h 726160"/>
              <a:gd name="connsiteX748" fmla="*/ 2422815 w 3944937"/>
              <a:gd name="connsiteY748" fmla="*/ 288992 h 726160"/>
              <a:gd name="connsiteX749" fmla="*/ 2437959 w 3944937"/>
              <a:gd name="connsiteY749" fmla="*/ 289884 h 726160"/>
              <a:gd name="connsiteX750" fmla="*/ 2453275 w 3944937"/>
              <a:gd name="connsiteY750" fmla="*/ 288992 h 726160"/>
              <a:gd name="connsiteX751" fmla="*/ 2526203 w 3944937"/>
              <a:gd name="connsiteY751" fmla="*/ 247521 h 726160"/>
              <a:gd name="connsiteX752" fmla="*/ 2625475 w 3944937"/>
              <a:gd name="connsiteY752" fmla="*/ 200515 h 726160"/>
              <a:gd name="connsiteX753" fmla="*/ 2725913 w 3944937"/>
              <a:gd name="connsiteY753" fmla="*/ 247521 h 726160"/>
              <a:gd name="connsiteX754" fmla="*/ 2797875 w 3944937"/>
              <a:gd name="connsiteY754" fmla="*/ 288992 h 726160"/>
              <a:gd name="connsiteX755" fmla="*/ 2812992 w 3944937"/>
              <a:gd name="connsiteY755" fmla="*/ 289884 h 726160"/>
              <a:gd name="connsiteX756" fmla="*/ 2828318 w 3944937"/>
              <a:gd name="connsiteY756" fmla="*/ 288992 h 726160"/>
              <a:gd name="connsiteX757" fmla="*/ 2901235 w 3944937"/>
              <a:gd name="connsiteY757" fmla="*/ 247521 h 726160"/>
              <a:gd name="connsiteX758" fmla="*/ 2991443 w 3944937"/>
              <a:gd name="connsiteY758" fmla="*/ 200801 h 726160"/>
              <a:gd name="connsiteX759" fmla="*/ 3000626 w 3944937"/>
              <a:gd name="connsiteY759" fmla="*/ 200515 h 726160"/>
              <a:gd name="connsiteX760" fmla="*/ 3009923 w 3944937"/>
              <a:gd name="connsiteY760" fmla="*/ 200801 h 726160"/>
              <a:gd name="connsiteX761" fmla="*/ 3101189 w 3944937"/>
              <a:gd name="connsiteY761" fmla="*/ 247521 h 726160"/>
              <a:gd name="connsiteX762" fmla="*/ 3173240 w 3944937"/>
              <a:gd name="connsiteY762" fmla="*/ 288992 h 726160"/>
              <a:gd name="connsiteX763" fmla="*/ 3188383 w 3944937"/>
              <a:gd name="connsiteY763" fmla="*/ 289884 h 726160"/>
              <a:gd name="connsiteX764" fmla="*/ 3203698 w 3944937"/>
              <a:gd name="connsiteY764" fmla="*/ 288992 h 726160"/>
              <a:gd name="connsiteX765" fmla="*/ 3276045 w 3944937"/>
              <a:gd name="connsiteY765" fmla="*/ 247521 h 726160"/>
              <a:gd name="connsiteX766" fmla="*/ 3366716 w 3944937"/>
              <a:gd name="connsiteY766" fmla="*/ 200801 h 726160"/>
              <a:gd name="connsiteX767" fmla="*/ 3375899 w 3944937"/>
              <a:gd name="connsiteY767" fmla="*/ 200515 h 726160"/>
              <a:gd name="connsiteX768" fmla="*/ 3385185 w 3944937"/>
              <a:gd name="connsiteY768" fmla="*/ 200801 h 726160"/>
              <a:gd name="connsiteX769" fmla="*/ 3476334 w 3944937"/>
              <a:gd name="connsiteY769" fmla="*/ 247521 h 726160"/>
              <a:gd name="connsiteX770" fmla="*/ 3548293 w 3944937"/>
              <a:gd name="connsiteY770" fmla="*/ 288992 h 726160"/>
              <a:gd name="connsiteX771" fmla="*/ 3563416 w 3944937"/>
              <a:gd name="connsiteY771" fmla="*/ 289884 h 726160"/>
              <a:gd name="connsiteX772" fmla="*/ 3578751 w 3944937"/>
              <a:gd name="connsiteY772" fmla="*/ 288992 h 726160"/>
              <a:gd name="connsiteX773" fmla="*/ 3651191 w 3944937"/>
              <a:gd name="connsiteY773" fmla="*/ 247521 h 726160"/>
              <a:gd name="connsiteX774" fmla="*/ 3741978 w 3944937"/>
              <a:gd name="connsiteY774" fmla="*/ 200801 h 726160"/>
              <a:gd name="connsiteX775" fmla="*/ 3751173 w 3944937"/>
              <a:gd name="connsiteY775" fmla="*/ 200515 h 726160"/>
              <a:gd name="connsiteX776" fmla="*/ 3760459 w 3944937"/>
              <a:gd name="connsiteY776" fmla="*/ 200801 h 726160"/>
              <a:gd name="connsiteX777" fmla="*/ 3851608 w 3944937"/>
              <a:gd name="connsiteY777" fmla="*/ 247521 h 726160"/>
              <a:gd name="connsiteX778" fmla="*/ 3923566 w 3944937"/>
              <a:gd name="connsiteY778" fmla="*/ 288992 h 726160"/>
              <a:gd name="connsiteX779" fmla="*/ 3938689 w 3944937"/>
              <a:gd name="connsiteY779" fmla="*/ 289884 h 726160"/>
              <a:gd name="connsiteX780" fmla="*/ 3944937 w 3944937"/>
              <a:gd name="connsiteY780" fmla="*/ 289520 h 726160"/>
              <a:gd name="connsiteX781" fmla="*/ 3944937 w 3944937"/>
              <a:gd name="connsiteY781" fmla="*/ 307687 h 726160"/>
              <a:gd name="connsiteX782" fmla="*/ 3938690 w 3944937"/>
              <a:gd name="connsiteY782" fmla="*/ 307874 h 726160"/>
              <a:gd name="connsiteX783" fmla="*/ 3938689 w 3944937"/>
              <a:gd name="connsiteY783" fmla="*/ 307874 h 726160"/>
              <a:gd name="connsiteX784" fmla="*/ 3929507 w 3944937"/>
              <a:gd name="connsiteY784" fmla="*/ 307595 h 726160"/>
              <a:gd name="connsiteX785" fmla="*/ 3838836 w 3944937"/>
              <a:gd name="connsiteY785" fmla="*/ 260869 h 726160"/>
              <a:gd name="connsiteX786" fmla="*/ 3766489 w 3944937"/>
              <a:gd name="connsiteY786" fmla="*/ 219397 h 726160"/>
              <a:gd name="connsiteX787" fmla="*/ 3751173 w 3944937"/>
              <a:gd name="connsiteY787" fmla="*/ 218505 h 726160"/>
              <a:gd name="connsiteX788" fmla="*/ 3736030 w 3944937"/>
              <a:gd name="connsiteY788" fmla="*/ 219397 h 726160"/>
              <a:gd name="connsiteX789" fmla="*/ 3663979 w 3944937"/>
              <a:gd name="connsiteY789" fmla="*/ 260869 h 726160"/>
              <a:gd name="connsiteX790" fmla="*/ 3572713 w 3944937"/>
              <a:gd name="connsiteY790" fmla="*/ 307595 h 726160"/>
              <a:gd name="connsiteX791" fmla="*/ 3563416 w 3944937"/>
              <a:gd name="connsiteY791" fmla="*/ 307874 h 726160"/>
              <a:gd name="connsiteX792" fmla="*/ 3554233 w 3944937"/>
              <a:gd name="connsiteY792" fmla="*/ 307595 h 726160"/>
              <a:gd name="connsiteX793" fmla="*/ 3463562 w 3944937"/>
              <a:gd name="connsiteY793" fmla="*/ 260869 h 726160"/>
              <a:gd name="connsiteX794" fmla="*/ 3391215 w 3944937"/>
              <a:gd name="connsiteY794" fmla="*/ 219397 h 726160"/>
              <a:gd name="connsiteX795" fmla="*/ 3375899 w 3944937"/>
              <a:gd name="connsiteY795" fmla="*/ 218505 h 726160"/>
              <a:gd name="connsiteX796" fmla="*/ 3360776 w 3944937"/>
              <a:gd name="connsiteY796" fmla="*/ 219397 h 726160"/>
              <a:gd name="connsiteX797" fmla="*/ 3288817 w 3944937"/>
              <a:gd name="connsiteY797" fmla="*/ 260869 h 726160"/>
              <a:gd name="connsiteX798" fmla="*/ 3197668 w 3944937"/>
              <a:gd name="connsiteY798" fmla="*/ 307595 h 726160"/>
              <a:gd name="connsiteX799" fmla="*/ 3188383 w 3944937"/>
              <a:gd name="connsiteY799" fmla="*/ 307874 h 726160"/>
              <a:gd name="connsiteX800" fmla="*/ 3179188 w 3944937"/>
              <a:gd name="connsiteY800" fmla="*/ 307595 h 726160"/>
              <a:gd name="connsiteX801" fmla="*/ 3088401 w 3944937"/>
              <a:gd name="connsiteY801" fmla="*/ 260869 h 726160"/>
              <a:gd name="connsiteX802" fmla="*/ 3015961 w 3944937"/>
              <a:gd name="connsiteY802" fmla="*/ 219397 h 726160"/>
              <a:gd name="connsiteX803" fmla="*/ 3000626 w 3944937"/>
              <a:gd name="connsiteY803" fmla="*/ 218505 h 726160"/>
              <a:gd name="connsiteX804" fmla="*/ 2985502 w 3944937"/>
              <a:gd name="connsiteY804" fmla="*/ 219397 h 726160"/>
              <a:gd name="connsiteX805" fmla="*/ 2913429 w 3944937"/>
              <a:gd name="connsiteY805" fmla="*/ 260869 h 726160"/>
              <a:gd name="connsiteX806" fmla="*/ 2822285 w 3944937"/>
              <a:gd name="connsiteY806" fmla="*/ 307595 h 726160"/>
              <a:gd name="connsiteX807" fmla="*/ 2812992 w 3944937"/>
              <a:gd name="connsiteY807" fmla="*/ 307874 h 726160"/>
              <a:gd name="connsiteX808" fmla="*/ 2803817 w 3944937"/>
              <a:gd name="connsiteY808" fmla="*/ 307595 h 726160"/>
              <a:gd name="connsiteX809" fmla="*/ 2713719 w 3944937"/>
              <a:gd name="connsiteY809" fmla="*/ 260869 h 726160"/>
              <a:gd name="connsiteX810" fmla="*/ 2625475 w 3944937"/>
              <a:gd name="connsiteY810" fmla="*/ 218505 h 726160"/>
              <a:gd name="connsiteX811" fmla="*/ 2538398 w 3944937"/>
              <a:gd name="connsiteY811" fmla="*/ 260869 h 726160"/>
              <a:gd name="connsiteX812" fmla="*/ 2447253 w 3944937"/>
              <a:gd name="connsiteY812" fmla="*/ 307595 h 726160"/>
              <a:gd name="connsiteX813" fmla="*/ 2437959 w 3944937"/>
              <a:gd name="connsiteY813" fmla="*/ 307874 h 726160"/>
              <a:gd name="connsiteX814" fmla="*/ 2428768 w 3944937"/>
              <a:gd name="connsiteY814" fmla="*/ 307595 h 726160"/>
              <a:gd name="connsiteX815" fmla="*/ 2338559 w 3944937"/>
              <a:gd name="connsiteY815" fmla="*/ 260869 h 726160"/>
              <a:gd name="connsiteX816" fmla="*/ 2265570 w 3944937"/>
              <a:gd name="connsiteY816" fmla="*/ 219397 h 726160"/>
              <a:gd name="connsiteX817" fmla="*/ 2250202 w 3944937"/>
              <a:gd name="connsiteY817" fmla="*/ 218505 h 726160"/>
              <a:gd name="connsiteX818" fmla="*/ 2235078 w 3944937"/>
              <a:gd name="connsiteY818" fmla="*/ 219397 h 726160"/>
              <a:gd name="connsiteX819" fmla="*/ 2163119 w 3944937"/>
              <a:gd name="connsiteY819" fmla="*/ 260869 h 726160"/>
              <a:gd name="connsiteX820" fmla="*/ 2071970 w 3944937"/>
              <a:gd name="connsiteY820" fmla="*/ 307595 h 726160"/>
              <a:gd name="connsiteX821" fmla="*/ 2062687 w 3944937"/>
              <a:gd name="connsiteY821" fmla="*/ 307874 h 726160"/>
              <a:gd name="connsiteX822" fmla="*/ 2053502 w 3944937"/>
              <a:gd name="connsiteY822" fmla="*/ 307595 h 726160"/>
              <a:gd name="connsiteX823" fmla="*/ 1963418 w 3944937"/>
              <a:gd name="connsiteY823" fmla="*/ 260869 h 726160"/>
              <a:gd name="connsiteX824" fmla="*/ 1890508 w 3944937"/>
              <a:gd name="connsiteY824" fmla="*/ 219397 h 726160"/>
              <a:gd name="connsiteX825" fmla="*/ 1875171 w 3944937"/>
              <a:gd name="connsiteY825" fmla="*/ 218505 h 726160"/>
              <a:gd name="connsiteX826" fmla="*/ 1860044 w 3944937"/>
              <a:gd name="connsiteY826" fmla="*/ 219397 h 726160"/>
              <a:gd name="connsiteX827" fmla="*/ 1788085 w 3944937"/>
              <a:gd name="connsiteY827" fmla="*/ 260869 h 726160"/>
              <a:gd name="connsiteX828" fmla="*/ 1696936 w 3944937"/>
              <a:gd name="connsiteY828" fmla="*/ 307595 h 726160"/>
              <a:gd name="connsiteX829" fmla="*/ 1687656 w 3944937"/>
              <a:gd name="connsiteY829" fmla="*/ 307874 h 726160"/>
              <a:gd name="connsiteX830" fmla="*/ 1678456 w 3944937"/>
              <a:gd name="connsiteY830" fmla="*/ 307595 h 726160"/>
              <a:gd name="connsiteX831" fmla="*/ 1588259 w 3944937"/>
              <a:gd name="connsiteY831" fmla="*/ 260869 h 726160"/>
              <a:gd name="connsiteX832" fmla="*/ 1515254 w 3944937"/>
              <a:gd name="connsiteY832" fmla="*/ 219397 h 726160"/>
              <a:gd name="connsiteX833" fmla="*/ 1499902 w 3944937"/>
              <a:gd name="connsiteY833" fmla="*/ 218505 h 726160"/>
              <a:gd name="connsiteX834" fmla="*/ 1484938 w 3944937"/>
              <a:gd name="connsiteY834" fmla="*/ 219397 h 726160"/>
              <a:gd name="connsiteX835" fmla="*/ 1412811 w 3944937"/>
              <a:gd name="connsiteY835" fmla="*/ 260869 h 726160"/>
              <a:gd name="connsiteX836" fmla="*/ 1312377 w 3944937"/>
              <a:gd name="connsiteY836" fmla="*/ 307874 h 726160"/>
              <a:gd name="connsiteX837" fmla="*/ 1213103 w 3944937"/>
              <a:gd name="connsiteY837" fmla="*/ 260869 h 726160"/>
              <a:gd name="connsiteX838" fmla="*/ 1140203 w 3944937"/>
              <a:gd name="connsiteY838" fmla="*/ 219397 h 726160"/>
              <a:gd name="connsiteX839" fmla="*/ 1124860 w 3944937"/>
              <a:gd name="connsiteY839" fmla="*/ 218505 h 726160"/>
              <a:gd name="connsiteX840" fmla="*/ 1109907 w 3944937"/>
              <a:gd name="connsiteY840" fmla="*/ 219397 h 726160"/>
              <a:gd name="connsiteX841" fmla="*/ 1037780 w 3944937"/>
              <a:gd name="connsiteY841" fmla="*/ 260869 h 726160"/>
              <a:gd name="connsiteX842" fmla="*/ 937343 w 3944937"/>
              <a:gd name="connsiteY842" fmla="*/ 307874 h 726160"/>
              <a:gd name="connsiteX843" fmla="*/ 837942 w 3944937"/>
              <a:gd name="connsiteY843" fmla="*/ 260869 h 726160"/>
              <a:gd name="connsiteX844" fmla="*/ 764952 w 3944937"/>
              <a:gd name="connsiteY844" fmla="*/ 219397 h 726160"/>
              <a:gd name="connsiteX845" fmla="*/ 749586 w 3944937"/>
              <a:gd name="connsiteY845" fmla="*/ 218505 h 726160"/>
              <a:gd name="connsiteX846" fmla="*/ 734638 w 3944937"/>
              <a:gd name="connsiteY846" fmla="*/ 219397 h 726160"/>
              <a:gd name="connsiteX847" fmla="*/ 662511 w 3944937"/>
              <a:gd name="connsiteY847" fmla="*/ 260869 h 726160"/>
              <a:gd name="connsiteX848" fmla="*/ 562069 w 3944937"/>
              <a:gd name="connsiteY848" fmla="*/ 307874 h 726160"/>
              <a:gd name="connsiteX849" fmla="*/ 462743 w 3944937"/>
              <a:gd name="connsiteY849" fmla="*/ 260869 h 726160"/>
              <a:gd name="connsiteX850" fmla="*/ 375034 w 3944937"/>
              <a:gd name="connsiteY850" fmla="*/ 218505 h 726160"/>
              <a:gd name="connsiteX851" fmla="*/ 287371 w 3944937"/>
              <a:gd name="connsiteY851" fmla="*/ 260869 h 726160"/>
              <a:gd name="connsiteX852" fmla="*/ 187517 w 3944937"/>
              <a:gd name="connsiteY852" fmla="*/ 307874 h 726160"/>
              <a:gd name="connsiteX853" fmla="*/ 87663 w 3944937"/>
              <a:gd name="connsiteY853" fmla="*/ 260869 h 726160"/>
              <a:gd name="connsiteX854" fmla="*/ 0 w 3944937"/>
              <a:gd name="connsiteY854" fmla="*/ 218505 h 726160"/>
              <a:gd name="connsiteX855" fmla="*/ 0 w 3944937"/>
              <a:gd name="connsiteY855" fmla="*/ 99897 h 726160"/>
              <a:gd name="connsiteX856" fmla="*/ 99855 w 3944937"/>
              <a:gd name="connsiteY856" fmla="*/ 147008 h 726160"/>
              <a:gd name="connsiteX857" fmla="*/ 187517 w 3944937"/>
              <a:gd name="connsiteY857" fmla="*/ 189466 h 726160"/>
              <a:gd name="connsiteX858" fmla="*/ 275179 w 3944937"/>
              <a:gd name="connsiteY858" fmla="*/ 147008 h 726160"/>
              <a:gd name="connsiteX859" fmla="*/ 375034 w 3944937"/>
              <a:gd name="connsiteY859" fmla="*/ 99897 h 726160"/>
              <a:gd name="connsiteX860" fmla="*/ 474941 w 3944937"/>
              <a:gd name="connsiteY860" fmla="*/ 147008 h 726160"/>
              <a:gd name="connsiteX861" fmla="*/ 562069 w 3944937"/>
              <a:gd name="connsiteY861" fmla="*/ 189466 h 726160"/>
              <a:gd name="connsiteX862" fmla="*/ 650315 w 3944937"/>
              <a:gd name="connsiteY862" fmla="*/ 147008 h 726160"/>
              <a:gd name="connsiteX863" fmla="*/ 740506 w 3944937"/>
              <a:gd name="connsiteY863" fmla="*/ 100183 h 726160"/>
              <a:gd name="connsiteX864" fmla="*/ 749586 w 3944937"/>
              <a:gd name="connsiteY864" fmla="*/ 99897 h 726160"/>
              <a:gd name="connsiteX865" fmla="*/ 758889 w 3944937"/>
              <a:gd name="connsiteY865" fmla="*/ 100177 h 726160"/>
              <a:gd name="connsiteX866" fmla="*/ 850154 w 3944937"/>
              <a:gd name="connsiteY866" fmla="*/ 147008 h 726160"/>
              <a:gd name="connsiteX867" fmla="*/ 937343 w 3944937"/>
              <a:gd name="connsiteY867" fmla="*/ 189466 h 726160"/>
              <a:gd name="connsiteX868" fmla="*/ 1025586 w 3944937"/>
              <a:gd name="connsiteY868" fmla="*/ 147008 h 726160"/>
              <a:gd name="connsiteX869" fmla="*/ 1115684 w 3944937"/>
              <a:gd name="connsiteY869" fmla="*/ 100183 h 726160"/>
              <a:gd name="connsiteX870" fmla="*/ 1124860 w 3944937"/>
              <a:gd name="connsiteY870" fmla="*/ 99897 h 726160"/>
              <a:gd name="connsiteX871" fmla="*/ 1134151 w 3944937"/>
              <a:gd name="connsiteY871" fmla="*/ 100177 h 726160"/>
              <a:gd name="connsiteX872" fmla="*/ 1225295 w 3944937"/>
              <a:gd name="connsiteY872" fmla="*/ 147008 h 726160"/>
              <a:gd name="connsiteX873" fmla="*/ 1312377 w 3944937"/>
              <a:gd name="connsiteY873" fmla="*/ 189466 h 726160"/>
              <a:gd name="connsiteX874" fmla="*/ 1400620 w 3944937"/>
              <a:gd name="connsiteY874" fmla="*/ 147008 h 726160"/>
              <a:gd name="connsiteX875" fmla="*/ 1490715 w 3944937"/>
              <a:gd name="connsiteY875" fmla="*/ 100183 h 726160"/>
              <a:gd name="connsiteX876" fmla="*/ 1499902 w 3944937"/>
              <a:gd name="connsiteY876" fmla="*/ 99897 h 726160"/>
              <a:gd name="connsiteX877" fmla="*/ 1509200 w 3944937"/>
              <a:gd name="connsiteY877" fmla="*/ 100177 h 726160"/>
              <a:gd name="connsiteX878" fmla="*/ 1600457 w 3944937"/>
              <a:gd name="connsiteY878" fmla="*/ 147008 h 726160"/>
              <a:gd name="connsiteX879" fmla="*/ 1672675 w 3944937"/>
              <a:gd name="connsiteY879" fmla="*/ 188572 h 726160"/>
              <a:gd name="connsiteX880" fmla="*/ 1687656 w 3944937"/>
              <a:gd name="connsiteY880" fmla="*/ 189466 h 726160"/>
              <a:gd name="connsiteX881" fmla="*/ 1702991 w 3944937"/>
              <a:gd name="connsiteY881" fmla="*/ 188572 h 726160"/>
              <a:gd name="connsiteX882" fmla="*/ 1775902 w 3944937"/>
              <a:gd name="connsiteY882" fmla="*/ 147008 h 726160"/>
              <a:gd name="connsiteX883" fmla="*/ 1865985 w 3944937"/>
              <a:gd name="connsiteY883" fmla="*/ 100183 h 726160"/>
              <a:gd name="connsiteX884" fmla="*/ 1875171 w 3944937"/>
              <a:gd name="connsiteY884" fmla="*/ 99897 h 726160"/>
              <a:gd name="connsiteX885" fmla="*/ 1884453 w 3944937"/>
              <a:gd name="connsiteY885" fmla="*/ 100177 h 726160"/>
              <a:gd name="connsiteX886" fmla="*/ 1975602 w 3944937"/>
              <a:gd name="connsiteY886" fmla="*/ 147008 h 726160"/>
              <a:gd name="connsiteX887" fmla="*/ 2047561 w 3944937"/>
              <a:gd name="connsiteY887" fmla="*/ 188572 h 726160"/>
              <a:gd name="connsiteX888" fmla="*/ 2062687 w 3944937"/>
              <a:gd name="connsiteY888" fmla="*/ 189466 h 726160"/>
              <a:gd name="connsiteX889" fmla="*/ 2078025 w 3944937"/>
              <a:gd name="connsiteY889" fmla="*/ 188572 h 726160"/>
              <a:gd name="connsiteX890" fmla="*/ 2150933 w 3944937"/>
              <a:gd name="connsiteY890" fmla="*/ 147008 h 726160"/>
              <a:gd name="connsiteX891" fmla="*/ 2241019 w 3944937"/>
              <a:gd name="connsiteY891" fmla="*/ 100183 h 726160"/>
              <a:gd name="connsiteX892" fmla="*/ 2250202 w 3944937"/>
              <a:gd name="connsiteY892" fmla="*/ 99897 h 726160"/>
              <a:gd name="connsiteX893" fmla="*/ 2259500 w 3944937"/>
              <a:gd name="connsiteY893" fmla="*/ 100177 h 726160"/>
              <a:gd name="connsiteX894" fmla="*/ 2350772 w 3944937"/>
              <a:gd name="connsiteY894" fmla="*/ 147008 h 726160"/>
              <a:gd name="connsiteX895" fmla="*/ 2422815 w 3944937"/>
              <a:gd name="connsiteY895" fmla="*/ 188572 h 726160"/>
              <a:gd name="connsiteX896" fmla="*/ 2437959 w 3944937"/>
              <a:gd name="connsiteY896" fmla="*/ 189466 h 726160"/>
              <a:gd name="connsiteX897" fmla="*/ 2453275 w 3944937"/>
              <a:gd name="connsiteY897" fmla="*/ 188572 h 726160"/>
              <a:gd name="connsiteX898" fmla="*/ 2526203 w 3944937"/>
              <a:gd name="connsiteY898" fmla="*/ 147008 h 726160"/>
              <a:gd name="connsiteX899" fmla="*/ 2625475 w 3944937"/>
              <a:gd name="connsiteY899" fmla="*/ 99897 h 726160"/>
              <a:gd name="connsiteX900" fmla="*/ 2725913 w 3944937"/>
              <a:gd name="connsiteY900" fmla="*/ 147008 h 726160"/>
              <a:gd name="connsiteX901" fmla="*/ 2797875 w 3944937"/>
              <a:gd name="connsiteY901" fmla="*/ 188572 h 726160"/>
              <a:gd name="connsiteX902" fmla="*/ 2812992 w 3944937"/>
              <a:gd name="connsiteY902" fmla="*/ 189466 h 726160"/>
              <a:gd name="connsiteX903" fmla="*/ 2828318 w 3944937"/>
              <a:gd name="connsiteY903" fmla="*/ 188572 h 726160"/>
              <a:gd name="connsiteX904" fmla="*/ 2901235 w 3944937"/>
              <a:gd name="connsiteY904" fmla="*/ 147008 h 726160"/>
              <a:gd name="connsiteX905" fmla="*/ 2991437 w 3944937"/>
              <a:gd name="connsiteY905" fmla="*/ 100183 h 726160"/>
              <a:gd name="connsiteX906" fmla="*/ 3000620 w 3944937"/>
              <a:gd name="connsiteY906" fmla="*/ 99897 h 726160"/>
              <a:gd name="connsiteX907" fmla="*/ 3009917 w 3944937"/>
              <a:gd name="connsiteY907" fmla="*/ 100177 h 726160"/>
              <a:gd name="connsiteX908" fmla="*/ 3101183 w 3944937"/>
              <a:gd name="connsiteY908" fmla="*/ 147008 h 726160"/>
              <a:gd name="connsiteX909" fmla="*/ 3173234 w 3944937"/>
              <a:gd name="connsiteY909" fmla="*/ 188572 h 726160"/>
              <a:gd name="connsiteX910" fmla="*/ 3188377 w 3944937"/>
              <a:gd name="connsiteY910" fmla="*/ 189466 h 726160"/>
              <a:gd name="connsiteX911" fmla="*/ 3203692 w 3944937"/>
              <a:gd name="connsiteY911" fmla="*/ 188572 h 726160"/>
              <a:gd name="connsiteX912" fmla="*/ 3276039 w 3944937"/>
              <a:gd name="connsiteY912" fmla="*/ 147008 h 726160"/>
              <a:gd name="connsiteX913" fmla="*/ 3366710 w 3944937"/>
              <a:gd name="connsiteY913" fmla="*/ 100183 h 726160"/>
              <a:gd name="connsiteX914" fmla="*/ 3375893 w 3944937"/>
              <a:gd name="connsiteY914" fmla="*/ 99897 h 726160"/>
              <a:gd name="connsiteX915" fmla="*/ 3385179 w 3944937"/>
              <a:gd name="connsiteY915" fmla="*/ 100177 h 726160"/>
              <a:gd name="connsiteX916" fmla="*/ 3476328 w 3944937"/>
              <a:gd name="connsiteY916" fmla="*/ 147008 h 726160"/>
              <a:gd name="connsiteX917" fmla="*/ 3548287 w 3944937"/>
              <a:gd name="connsiteY917" fmla="*/ 188572 h 726160"/>
              <a:gd name="connsiteX918" fmla="*/ 3563410 w 3944937"/>
              <a:gd name="connsiteY918" fmla="*/ 189466 h 726160"/>
              <a:gd name="connsiteX919" fmla="*/ 3578745 w 3944937"/>
              <a:gd name="connsiteY919" fmla="*/ 188572 h 726160"/>
              <a:gd name="connsiteX920" fmla="*/ 3651185 w 3944937"/>
              <a:gd name="connsiteY920" fmla="*/ 147008 h 726160"/>
              <a:gd name="connsiteX921" fmla="*/ 3741972 w 3944937"/>
              <a:gd name="connsiteY921" fmla="*/ 100183 h 726160"/>
              <a:gd name="connsiteX922" fmla="*/ 3751167 w 3944937"/>
              <a:gd name="connsiteY922" fmla="*/ 99897 h 726160"/>
              <a:gd name="connsiteX923" fmla="*/ 3760453 w 3944937"/>
              <a:gd name="connsiteY923" fmla="*/ 100177 h 726160"/>
              <a:gd name="connsiteX924" fmla="*/ 3851602 w 3944937"/>
              <a:gd name="connsiteY924" fmla="*/ 147008 h 726160"/>
              <a:gd name="connsiteX925" fmla="*/ 3923560 w 3944937"/>
              <a:gd name="connsiteY925" fmla="*/ 188572 h 726160"/>
              <a:gd name="connsiteX926" fmla="*/ 3938684 w 3944937"/>
              <a:gd name="connsiteY926" fmla="*/ 189466 h 726160"/>
              <a:gd name="connsiteX927" fmla="*/ 3944937 w 3944937"/>
              <a:gd name="connsiteY927" fmla="*/ 189101 h 726160"/>
              <a:gd name="connsiteX928" fmla="*/ 3944937 w 3944937"/>
              <a:gd name="connsiteY928" fmla="*/ 207308 h 726160"/>
              <a:gd name="connsiteX929" fmla="*/ 3938684 w 3944937"/>
              <a:gd name="connsiteY929" fmla="*/ 207496 h 726160"/>
              <a:gd name="connsiteX930" fmla="*/ 3929501 w 3944937"/>
              <a:gd name="connsiteY930" fmla="*/ 207216 h 726160"/>
              <a:gd name="connsiteX931" fmla="*/ 3838830 w 3944937"/>
              <a:gd name="connsiteY931" fmla="*/ 160385 h 726160"/>
              <a:gd name="connsiteX932" fmla="*/ 3766483 w 3944937"/>
              <a:gd name="connsiteY932" fmla="*/ 118821 h 726160"/>
              <a:gd name="connsiteX933" fmla="*/ 3751167 w 3944937"/>
              <a:gd name="connsiteY933" fmla="*/ 117927 h 726160"/>
              <a:gd name="connsiteX934" fmla="*/ 3736024 w 3944937"/>
              <a:gd name="connsiteY934" fmla="*/ 118821 h 726160"/>
              <a:gd name="connsiteX935" fmla="*/ 3663973 w 3944937"/>
              <a:gd name="connsiteY935" fmla="*/ 160385 h 726160"/>
              <a:gd name="connsiteX936" fmla="*/ 3572708 w 3944937"/>
              <a:gd name="connsiteY936" fmla="*/ 207216 h 726160"/>
              <a:gd name="connsiteX937" fmla="*/ 3563410 w 3944937"/>
              <a:gd name="connsiteY937" fmla="*/ 207496 h 726160"/>
              <a:gd name="connsiteX938" fmla="*/ 3554227 w 3944937"/>
              <a:gd name="connsiteY938" fmla="*/ 207216 h 726160"/>
              <a:gd name="connsiteX939" fmla="*/ 3463556 w 3944937"/>
              <a:gd name="connsiteY939" fmla="*/ 160385 h 726160"/>
              <a:gd name="connsiteX940" fmla="*/ 3391209 w 3944937"/>
              <a:gd name="connsiteY940" fmla="*/ 118821 h 726160"/>
              <a:gd name="connsiteX941" fmla="*/ 3375893 w 3944937"/>
              <a:gd name="connsiteY941" fmla="*/ 117927 h 726160"/>
              <a:gd name="connsiteX942" fmla="*/ 3360770 w 3944937"/>
              <a:gd name="connsiteY942" fmla="*/ 118821 h 726160"/>
              <a:gd name="connsiteX943" fmla="*/ 3288811 w 3944937"/>
              <a:gd name="connsiteY943" fmla="*/ 160385 h 726160"/>
              <a:gd name="connsiteX944" fmla="*/ 3197662 w 3944937"/>
              <a:gd name="connsiteY944" fmla="*/ 207216 h 726160"/>
              <a:gd name="connsiteX945" fmla="*/ 3188377 w 3944937"/>
              <a:gd name="connsiteY945" fmla="*/ 207496 h 726160"/>
              <a:gd name="connsiteX946" fmla="*/ 3179182 w 3944937"/>
              <a:gd name="connsiteY946" fmla="*/ 207216 h 726160"/>
              <a:gd name="connsiteX947" fmla="*/ 3088395 w 3944937"/>
              <a:gd name="connsiteY947" fmla="*/ 160385 h 726160"/>
              <a:gd name="connsiteX948" fmla="*/ 3015955 w 3944937"/>
              <a:gd name="connsiteY948" fmla="*/ 118821 h 726160"/>
              <a:gd name="connsiteX949" fmla="*/ 3000620 w 3944937"/>
              <a:gd name="connsiteY949" fmla="*/ 117927 h 726160"/>
              <a:gd name="connsiteX950" fmla="*/ 2985496 w 3944937"/>
              <a:gd name="connsiteY950" fmla="*/ 118821 h 726160"/>
              <a:gd name="connsiteX951" fmla="*/ 2913429 w 3944937"/>
              <a:gd name="connsiteY951" fmla="*/ 160385 h 726160"/>
              <a:gd name="connsiteX952" fmla="*/ 2822285 w 3944937"/>
              <a:gd name="connsiteY952" fmla="*/ 207216 h 726160"/>
              <a:gd name="connsiteX953" fmla="*/ 2812992 w 3944937"/>
              <a:gd name="connsiteY953" fmla="*/ 207496 h 726160"/>
              <a:gd name="connsiteX954" fmla="*/ 2803817 w 3944937"/>
              <a:gd name="connsiteY954" fmla="*/ 207216 h 726160"/>
              <a:gd name="connsiteX955" fmla="*/ 2713719 w 3944937"/>
              <a:gd name="connsiteY955" fmla="*/ 160385 h 726160"/>
              <a:gd name="connsiteX956" fmla="*/ 2625475 w 3944937"/>
              <a:gd name="connsiteY956" fmla="*/ 117927 h 726160"/>
              <a:gd name="connsiteX957" fmla="*/ 2538398 w 3944937"/>
              <a:gd name="connsiteY957" fmla="*/ 160385 h 726160"/>
              <a:gd name="connsiteX958" fmla="*/ 2447253 w 3944937"/>
              <a:gd name="connsiteY958" fmla="*/ 207216 h 726160"/>
              <a:gd name="connsiteX959" fmla="*/ 2437959 w 3944937"/>
              <a:gd name="connsiteY959" fmla="*/ 207496 h 726160"/>
              <a:gd name="connsiteX960" fmla="*/ 2428768 w 3944937"/>
              <a:gd name="connsiteY960" fmla="*/ 207216 h 726160"/>
              <a:gd name="connsiteX961" fmla="*/ 2338559 w 3944937"/>
              <a:gd name="connsiteY961" fmla="*/ 160385 h 726160"/>
              <a:gd name="connsiteX962" fmla="*/ 2265570 w 3944937"/>
              <a:gd name="connsiteY962" fmla="*/ 118821 h 726160"/>
              <a:gd name="connsiteX963" fmla="*/ 2250202 w 3944937"/>
              <a:gd name="connsiteY963" fmla="*/ 117927 h 726160"/>
              <a:gd name="connsiteX964" fmla="*/ 2235078 w 3944937"/>
              <a:gd name="connsiteY964" fmla="*/ 118821 h 726160"/>
              <a:gd name="connsiteX965" fmla="*/ 2163119 w 3944937"/>
              <a:gd name="connsiteY965" fmla="*/ 160385 h 726160"/>
              <a:gd name="connsiteX966" fmla="*/ 2071970 w 3944937"/>
              <a:gd name="connsiteY966" fmla="*/ 207216 h 726160"/>
              <a:gd name="connsiteX967" fmla="*/ 2062687 w 3944937"/>
              <a:gd name="connsiteY967" fmla="*/ 207496 h 726160"/>
              <a:gd name="connsiteX968" fmla="*/ 2053502 w 3944937"/>
              <a:gd name="connsiteY968" fmla="*/ 207216 h 726160"/>
              <a:gd name="connsiteX969" fmla="*/ 1963418 w 3944937"/>
              <a:gd name="connsiteY969" fmla="*/ 160385 h 726160"/>
              <a:gd name="connsiteX970" fmla="*/ 1890508 w 3944937"/>
              <a:gd name="connsiteY970" fmla="*/ 118821 h 726160"/>
              <a:gd name="connsiteX971" fmla="*/ 1875171 w 3944937"/>
              <a:gd name="connsiteY971" fmla="*/ 117927 h 726160"/>
              <a:gd name="connsiteX972" fmla="*/ 1860044 w 3944937"/>
              <a:gd name="connsiteY972" fmla="*/ 118821 h 726160"/>
              <a:gd name="connsiteX973" fmla="*/ 1788085 w 3944937"/>
              <a:gd name="connsiteY973" fmla="*/ 160385 h 726160"/>
              <a:gd name="connsiteX974" fmla="*/ 1696936 w 3944937"/>
              <a:gd name="connsiteY974" fmla="*/ 207216 h 726160"/>
              <a:gd name="connsiteX975" fmla="*/ 1687656 w 3944937"/>
              <a:gd name="connsiteY975" fmla="*/ 207496 h 726160"/>
              <a:gd name="connsiteX976" fmla="*/ 1678456 w 3944937"/>
              <a:gd name="connsiteY976" fmla="*/ 207216 h 726160"/>
              <a:gd name="connsiteX977" fmla="*/ 1588259 w 3944937"/>
              <a:gd name="connsiteY977" fmla="*/ 160385 h 726160"/>
              <a:gd name="connsiteX978" fmla="*/ 1515254 w 3944937"/>
              <a:gd name="connsiteY978" fmla="*/ 118821 h 726160"/>
              <a:gd name="connsiteX979" fmla="*/ 1499902 w 3944937"/>
              <a:gd name="connsiteY979" fmla="*/ 117927 h 726160"/>
              <a:gd name="connsiteX980" fmla="*/ 1484938 w 3944937"/>
              <a:gd name="connsiteY980" fmla="*/ 118821 h 726160"/>
              <a:gd name="connsiteX981" fmla="*/ 1412811 w 3944937"/>
              <a:gd name="connsiteY981" fmla="*/ 160385 h 726160"/>
              <a:gd name="connsiteX982" fmla="*/ 1312377 w 3944937"/>
              <a:gd name="connsiteY982" fmla="*/ 207496 h 726160"/>
              <a:gd name="connsiteX983" fmla="*/ 1213103 w 3944937"/>
              <a:gd name="connsiteY983" fmla="*/ 160385 h 726160"/>
              <a:gd name="connsiteX984" fmla="*/ 1140203 w 3944937"/>
              <a:gd name="connsiteY984" fmla="*/ 118821 h 726160"/>
              <a:gd name="connsiteX985" fmla="*/ 1124860 w 3944937"/>
              <a:gd name="connsiteY985" fmla="*/ 117927 h 726160"/>
              <a:gd name="connsiteX986" fmla="*/ 1109907 w 3944937"/>
              <a:gd name="connsiteY986" fmla="*/ 118821 h 726160"/>
              <a:gd name="connsiteX987" fmla="*/ 1037780 w 3944937"/>
              <a:gd name="connsiteY987" fmla="*/ 160385 h 726160"/>
              <a:gd name="connsiteX988" fmla="*/ 937343 w 3944937"/>
              <a:gd name="connsiteY988" fmla="*/ 207496 h 726160"/>
              <a:gd name="connsiteX989" fmla="*/ 837942 w 3944937"/>
              <a:gd name="connsiteY989" fmla="*/ 160385 h 726160"/>
              <a:gd name="connsiteX990" fmla="*/ 764952 w 3944937"/>
              <a:gd name="connsiteY990" fmla="*/ 118821 h 726160"/>
              <a:gd name="connsiteX991" fmla="*/ 749586 w 3944937"/>
              <a:gd name="connsiteY991" fmla="*/ 117927 h 726160"/>
              <a:gd name="connsiteX992" fmla="*/ 734638 w 3944937"/>
              <a:gd name="connsiteY992" fmla="*/ 118821 h 726160"/>
              <a:gd name="connsiteX993" fmla="*/ 662511 w 3944937"/>
              <a:gd name="connsiteY993" fmla="*/ 160385 h 726160"/>
              <a:gd name="connsiteX994" fmla="*/ 562069 w 3944937"/>
              <a:gd name="connsiteY994" fmla="*/ 207496 h 726160"/>
              <a:gd name="connsiteX995" fmla="*/ 462743 w 3944937"/>
              <a:gd name="connsiteY995" fmla="*/ 160385 h 726160"/>
              <a:gd name="connsiteX996" fmla="*/ 375034 w 3944937"/>
              <a:gd name="connsiteY996" fmla="*/ 117927 h 726160"/>
              <a:gd name="connsiteX997" fmla="*/ 287371 w 3944937"/>
              <a:gd name="connsiteY997" fmla="*/ 160385 h 726160"/>
              <a:gd name="connsiteX998" fmla="*/ 187517 w 3944937"/>
              <a:gd name="connsiteY998" fmla="*/ 207496 h 726160"/>
              <a:gd name="connsiteX999" fmla="*/ 87663 w 3944937"/>
              <a:gd name="connsiteY999" fmla="*/ 160385 h 726160"/>
              <a:gd name="connsiteX1000" fmla="*/ 0 w 3944937"/>
              <a:gd name="connsiteY1000" fmla="*/ 117927 h 726160"/>
              <a:gd name="connsiteX1001" fmla="*/ 0 w 3944937"/>
              <a:gd name="connsiteY1001" fmla="*/ 0 h 726160"/>
              <a:gd name="connsiteX1002" fmla="*/ 99855 w 3944937"/>
              <a:gd name="connsiteY1002" fmla="*/ 47649 h 726160"/>
              <a:gd name="connsiteX1003" fmla="*/ 187517 w 3944937"/>
              <a:gd name="connsiteY1003" fmla="*/ 90068 h 726160"/>
              <a:gd name="connsiteX1004" fmla="*/ 275179 w 3944937"/>
              <a:gd name="connsiteY1004" fmla="*/ 47649 h 726160"/>
              <a:gd name="connsiteX1005" fmla="*/ 375034 w 3944937"/>
              <a:gd name="connsiteY1005" fmla="*/ 0 h 726160"/>
              <a:gd name="connsiteX1006" fmla="*/ 474941 w 3944937"/>
              <a:gd name="connsiteY1006" fmla="*/ 47649 h 726160"/>
              <a:gd name="connsiteX1007" fmla="*/ 562069 w 3944937"/>
              <a:gd name="connsiteY1007" fmla="*/ 90068 h 726160"/>
              <a:gd name="connsiteX1008" fmla="*/ 650315 w 3944937"/>
              <a:gd name="connsiteY1008" fmla="*/ 47649 h 726160"/>
              <a:gd name="connsiteX1009" fmla="*/ 740506 w 3944937"/>
              <a:gd name="connsiteY1009" fmla="*/ 286 h 726160"/>
              <a:gd name="connsiteX1010" fmla="*/ 749586 w 3944937"/>
              <a:gd name="connsiteY1010" fmla="*/ 0 h 726160"/>
              <a:gd name="connsiteX1011" fmla="*/ 850154 w 3944937"/>
              <a:gd name="connsiteY1011" fmla="*/ 47649 h 726160"/>
              <a:gd name="connsiteX1012" fmla="*/ 937343 w 3944937"/>
              <a:gd name="connsiteY1012" fmla="*/ 90068 h 726160"/>
              <a:gd name="connsiteX1013" fmla="*/ 1025586 w 3944937"/>
              <a:gd name="connsiteY1013" fmla="*/ 47649 h 726160"/>
              <a:gd name="connsiteX1014" fmla="*/ 1115684 w 3944937"/>
              <a:gd name="connsiteY1014" fmla="*/ 286 h 726160"/>
              <a:gd name="connsiteX1015" fmla="*/ 1124860 w 3944937"/>
              <a:gd name="connsiteY1015" fmla="*/ 0 h 726160"/>
              <a:gd name="connsiteX1016" fmla="*/ 1225295 w 3944937"/>
              <a:gd name="connsiteY1016" fmla="*/ 47649 h 726160"/>
              <a:gd name="connsiteX1017" fmla="*/ 1312377 w 3944937"/>
              <a:gd name="connsiteY1017" fmla="*/ 90068 h 726160"/>
              <a:gd name="connsiteX1018" fmla="*/ 1400620 w 3944937"/>
              <a:gd name="connsiteY1018" fmla="*/ 47649 h 726160"/>
              <a:gd name="connsiteX1019" fmla="*/ 1490715 w 3944937"/>
              <a:gd name="connsiteY1019" fmla="*/ 286 h 726160"/>
              <a:gd name="connsiteX1020" fmla="*/ 1499902 w 3944937"/>
              <a:gd name="connsiteY1020" fmla="*/ 0 h 726160"/>
              <a:gd name="connsiteX1021" fmla="*/ 1600457 w 3944937"/>
              <a:gd name="connsiteY1021" fmla="*/ 47649 h 726160"/>
              <a:gd name="connsiteX1022" fmla="*/ 1672675 w 3944937"/>
              <a:gd name="connsiteY1022" fmla="*/ 89151 h 726160"/>
              <a:gd name="connsiteX1023" fmla="*/ 1687656 w 3944937"/>
              <a:gd name="connsiteY1023" fmla="*/ 90068 h 726160"/>
              <a:gd name="connsiteX1024" fmla="*/ 1702991 w 3944937"/>
              <a:gd name="connsiteY1024" fmla="*/ 89151 h 726160"/>
              <a:gd name="connsiteX1025" fmla="*/ 1775902 w 3944937"/>
              <a:gd name="connsiteY1025" fmla="*/ 47649 h 726160"/>
              <a:gd name="connsiteX1026" fmla="*/ 1865985 w 3944937"/>
              <a:gd name="connsiteY1026" fmla="*/ 286 h 726160"/>
              <a:gd name="connsiteX1027" fmla="*/ 1875171 w 3944937"/>
              <a:gd name="connsiteY1027" fmla="*/ 0 h 726160"/>
              <a:gd name="connsiteX1028" fmla="*/ 1975602 w 3944937"/>
              <a:gd name="connsiteY1028" fmla="*/ 47649 h 726160"/>
              <a:gd name="connsiteX1029" fmla="*/ 2047561 w 3944937"/>
              <a:gd name="connsiteY1029" fmla="*/ 89151 h 726160"/>
              <a:gd name="connsiteX1030" fmla="*/ 2062687 w 3944937"/>
              <a:gd name="connsiteY1030" fmla="*/ 90068 h 726160"/>
              <a:gd name="connsiteX1031" fmla="*/ 2078025 w 3944937"/>
              <a:gd name="connsiteY1031" fmla="*/ 89151 h 726160"/>
              <a:gd name="connsiteX1032" fmla="*/ 2150933 w 3944937"/>
              <a:gd name="connsiteY1032" fmla="*/ 47649 h 726160"/>
              <a:gd name="connsiteX1033" fmla="*/ 2241019 w 3944937"/>
              <a:gd name="connsiteY1033" fmla="*/ 286 h 726160"/>
              <a:gd name="connsiteX1034" fmla="*/ 2250202 w 3944937"/>
              <a:gd name="connsiteY1034" fmla="*/ 0 h 726160"/>
              <a:gd name="connsiteX1035" fmla="*/ 2350772 w 3944937"/>
              <a:gd name="connsiteY1035" fmla="*/ 47649 h 726160"/>
              <a:gd name="connsiteX1036" fmla="*/ 2422815 w 3944937"/>
              <a:gd name="connsiteY1036" fmla="*/ 89151 h 726160"/>
              <a:gd name="connsiteX1037" fmla="*/ 2437959 w 3944937"/>
              <a:gd name="connsiteY1037" fmla="*/ 90068 h 726160"/>
              <a:gd name="connsiteX1038" fmla="*/ 2453275 w 3944937"/>
              <a:gd name="connsiteY1038" fmla="*/ 89151 h 726160"/>
              <a:gd name="connsiteX1039" fmla="*/ 2526203 w 3944937"/>
              <a:gd name="connsiteY1039" fmla="*/ 47649 h 726160"/>
              <a:gd name="connsiteX1040" fmla="*/ 2625475 w 3944937"/>
              <a:gd name="connsiteY1040" fmla="*/ 0 h 726160"/>
              <a:gd name="connsiteX1041" fmla="*/ 2725913 w 3944937"/>
              <a:gd name="connsiteY1041" fmla="*/ 47649 h 726160"/>
              <a:gd name="connsiteX1042" fmla="*/ 2797875 w 3944937"/>
              <a:gd name="connsiteY1042" fmla="*/ 89151 h 726160"/>
              <a:gd name="connsiteX1043" fmla="*/ 2812992 w 3944937"/>
              <a:gd name="connsiteY1043" fmla="*/ 90068 h 726160"/>
              <a:gd name="connsiteX1044" fmla="*/ 2828318 w 3944937"/>
              <a:gd name="connsiteY1044" fmla="*/ 89151 h 726160"/>
              <a:gd name="connsiteX1045" fmla="*/ 2901235 w 3944937"/>
              <a:gd name="connsiteY1045" fmla="*/ 47649 h 726160"/>
              <a:gd name="connsiteX1046" fmla="*/ 2991431 w 3944937"/>
              <a:gd name="connsiteY1046" fmla="*/ 286 h 726160"/>
              <a:gd name="connsiteX1047" fmla="*/ 3000614 w 3944937"/>
              <a:gd name="connsiteY1047" fmla="*/ 0 h 726160"/>
              <a:gd name="connsiteX1048" fmla="*/ 3101177 w 3944937"/>
              <a:gd name="connsiteY1048" fmla="*/ 47649 h 726160"/>
              <a:gd name="connsiteX1049" fmla="*/ 3173228 w 3944937"/>
              <a:gd name="connsiteY1049" fmla="*/ 89151 h 726160"/>
              <a:gd name="connsiteX1050" fmla="*/ 3188371 w 3944937"/>
              <a:gd name="connsiteY1050" fmla="*/ 90068 h 726160"/>
              <a:gd name="connsiteX1051" fmla="*/ 3203686 w 3944937"/>
              <a:gd name="connsiteY1051" fmla="*/ 89151 h 726160"/>
              <a:gd name="connsiteX1052" fmla="*/ 3276033 w 3944937"/>
              <a:gd name="connsiteY1052" fmla="*/ 47649 h 726160"/>
              <a:gd name="connsiteX1053" fmla="*/ 3366704 w 3944937"/>
              <a:gd name="connsiteY1053" fmla="*/ 286 h 726160"/>
              <a:gd name="connsiteX1054" fmla="*/ 3375887 w 3944937"/>
              <a:gd name="connsiteY1054" fmla="*/ 0 h 726160"/>
              <a:gd name="connsiteX1055" fmla="*/ 3476322 w 3944937"/>
              <a:gd name="connsiteY1055" fmla="*/ 47649 h 726160"/>
              <a:gd name="connsiteX1056" fmla="*/ 3548281 w 3944937"/>
              <a:gd name="connsiteY1056" fmla="*/ 89151 h 726160"/>
              <a:gd name="connsiteX1057" fmla="*/ 3563404 w 3944937"/>
              <a:gd name="connsiteY1057" fmla="*/ 90068 h 726160"/>
              <a:gd name="connsiteX1058" fmla="*/ 3578739 w 3944937"/>
              <a:gd name="connsiteY1058" fmla="*/ 89151 h 726160"/>
              <a:gd name="connsiteX1059" fmla="*/ 3651179 w 3944937"/>
              <a:gd name="connsiteY1059" fmla="*/ 47649 h 726160"/>
              <a:gd name="connsiteX1060" fmla="*/ 3741966 w 3944937"/>
              <a:gd name="connsiteY1060" fmla="*/ 286 h 726160"/>
              <a:gd name="connsiteX1061" fmla="*/ 3751161 w 3944937"/>
              <a:gd name="connsiteY1061" fmla="*/ 0 h 726160"/>
              <a:gd name="connsiteX1062" fmla="*/ 3851596 w 3944937"/>
              <a:gd name="connsiteY1062" fmla="*/ 47649 h 726160"/>
              <a:gd name="connsiteX1063" fmla="*/ 3923554 w 3944937"/>
              <a:gd name="connsiteY1063" fmla="*/ 89151 h 726160"/>
              <a:gd name="connsiteX1064" fmla="*/ 3938678 w 3944937"/>
              <a:gd name="connsiteY1064" fmla="*/ 90068 h 726160"/>
              <a:gd name="connsiteX1065" fmla="*/ 3944937 w 3944937"/>
              <a:gd name="connsiteY1065" fmla="*/ 89693 h 726160"/>
              <a:gd name="connsiteX1066" fmla="*/ 3944937 w 3944937"/>
              <a:gd name="connsiteY1066" fmla="*/ 107888 h 726160"/>
              <a:gd name="connsiteX1067" fmla="*/ 3938678 w 3944937"/>
              <a:gd name="connsiteY1067" fmla="*/ 108081 h 726160"/>
              <a:gd name="connsiteX1068" fmla="*/ 3929495 w 3944937"/>
              <a:gd name="connsiteY1068" fmla="*/ 107795 h 726160"/>
              <a:gd name="connsiteX1069" fmla="*/ 3838824 w 3944937"/>
              <a:gd name="connsiteY1069" fmla="*/ 60433 h 726160"/>
              <a:gd name="connsiteX1070" fmla="*/ 3766477 w 3944937"/>
              <a:gd name="connsiteY1070" fmla="*/ 18931 h 726160"/>
              <a:gd name="connsiteX1071" fmla="*/ 3751161 w 3944937"/>
              <a:gd name="connsiteY1071" fmla="*/ 18014 h 726160"/>
              <a:gd name="connsiteX1072" fmla="*/ 3736018 w 3944937"/>
              <a:gd name="connsiteY1072" fmla="*/ 18931 h 726160"/>
              <a:gd name="connsiteX1073" fmla="*/ 3663967 w 3944937"/>
              <a:gd name="connsiteY1073" fmla="*/ 60433 h 726160"/>
              <a:gd name="connsiteX1074" fmla="*/ 3572701 w 3944937"/>
              <a:gd name="connsiteY1074" fmla="*/ 107795 h 726160"/>
              <a:gd name="connsiteX1075" fmla="*/ 3563404 w 3944937"/>
              <a:gd name="connsiteY1075" fmla="*/ 108081 h 726160"/>
              <a:gd name="connsiteX1076" fmla="*/ 3554221 w 3944937"/>
              <a:gd name="connsiteY1076" fmla="*/ 107795 h 726160"/>
              <a:gd name="connsiteX1077" fmla="*/ 3463550 w 3944937"/>
              <a:gd name="connsiteY1077" fmla="*/ 60433 h 726160"/>
              <a:gd name="connsiteX1078" fmla="*/ 3391203 w 3944937"/>
              <a:gd name="connsiteY1078" fmla="*/ 18931 h 726160"/>
              <a:gd name="connsiteX1079" fmla="*/ 3375887 w 3944937"/>
              <a:gd name="connsiteY1079" fmla="*/ 18014 h 726160"/>
              <a:gd name="connsiteX1080" fmla="*/ 3360764 w 3944937"/>
              <a:gd name="connsiteY1080" fmla="*/ 18931 h 726160"/>
              <a:gd name="connsiteX1081" fmla="*/ 3288805 w 3944937"/>
              <a:gd name="connsiteY1081" fmla="*/ 60433 h 726160"/>
              <a:gd name="connsiteX1082" fmla="*/ 3197656 w 3944937"/>
              <a:gd name="connsiteY1082" fmla="*/ 107795 h 726160"/>
              <a:gd name="connsiteX1083" fmla="*/ 3188371 w 3944937"/>
              <a:gd name="connsiteY1083" fmla="*/ 108081 h 726160"/>
              <a:gd name="connsiteX1084" fmla="*/ 3179176 w 3944937"/>
              <a:gd name="connsiteY1084" fmla="*/ 107795 h 726160"/>
              <a:gd name="connsiteX1085" fmla="*/ 3088389 w 3944937"/>
              <a:gd name="connsiteY1085" fmla="*/ 60433 h 726160"/>
              <a:gd name="connsiteX1086" fmla="*/ 3015949 w 3944937"/>
              <a:gd name="connsiteY1086" fmla="*/ 18931 h 726160"/>
              <a:gd name="connsiteX1087" fmla="*/ 3000614 w 3944937"/>
              <a:gd name="connsiteY1087" fmla="*/ 18014 h 726160"/>
              <a:gd name="connsiteX1088" fmla="*/ 2985490 w 3944937"/>
              <a:gd name="connsiteY1088" fmla="*/ 18931 h 726160"/>
              <a:gd name="connsiteX1089" fmla="*/ 2913429 w 3944937"/>
              <a:gd name="connsiteY1089" fmla="*/ 60433 h 726160"/>
              <a:gd name="connsiteX1090" fmla="*/ 2822285 w 3944937"/>
              <a:gd name="connsiteY1090" fmla="*/ 107795 h 726160"/>
              <a:gd name="connsiteX1091" fmla="*/ 2812992 w 3944937"/>
              <a:gd name="connsiteY1091" fmla="*/ 108081 h 726160"/>
              <a:gd name="connsiteX1092" fmla="*/ 2803817 w 3944937"/>
              <a:gd name="connsiteY1092" fmla="*/ 107795 h 726160"/>
              <a:gd name="connsiteX1093" fmla="*/ 2713719 w 3944937"/>
              <a:gd name="connsiteY1093" fmla="*/ 60433 h 726160"/>
              <a:gd name="connsiteX1094" fmla="*/ 2625475 w 3944937"/>
              <a:gd name="connsiteY1094" fmla="*/ 18014 h 726160"/>
              <a:gd name="connsiteX1095" fmla="*/ 2538398 w 3944937"/>
              <a:gd name="connsiteY1095" fmla="*/ 60433 h 726160"/>
              <a:gd name="connsiteX1096" fmla="*/ 2447253 w 3944937"/>
              <a:gd name="connsiteY1096" fmla="*/ 107795 h 726160"/>
              <a:gd name="connsiteX1097" fmla="*/ 2437959 w 3944937"/>
              <a:gd name="connsiteY1097" fmla="*/ 108081 h 726160"/>
              <a:gd name="connsiteX1098" fmla="*/ 2428768 w 3944937"/>
              <a:gd name="connsiteY1098" fmla="*/ 107795 h 726160"/>
              <a:gd name="connsiteX1099" fmla="*/ 2338559 w 3944937"/>
              <a:gd name="connsiteY1099" fmla="*/ 60433 h 726160"/>
              <a:gd name="connsiteX1100" fmla="*/ 2265570 w 3944937"/>
              <a:gd name="connsiteY1100" fmla="*/ 18931 h 726160"/>
              <a:gd name="connsiteX1101" fmla="*/ 2250202 w 3944937"/>
              <a:gd name="connsiteY1101" fmla="*/ 18014 h 726160"/>
              <a:gd name="connsiteX1102" fmla="*/ 2235078 w 3944937"/>
              <a:gd name="connsiteY1102" fmla="*/ 18931 h 726160"/>
              <a:gd name="connsiteX1103" fmla="*/ 2163119 w 3944937"/>
              <a:gd name="connsiteY1103" fmla="*/ 60433 h 726160"/>
              <a:gd name="connsiteX1104" fmla="*/ 2071970 w 3944937"/>
              <a:gd name="connsiteY1104" fmla="*/ 107795 h 726160"/>
              <a:gd name="connsiteX1105" fmla="*/ 2062687 w 3944937"/>
              <a:gd name="connsiteY1105" fmla="*/ 108081 h 726160"/>
              <a:gd name="connsiteX1106" fmla="*/ 2053502 w 3944937"/>
              <a:gd name="connsiteY1106" fmla="*/ 107795 h 726160"/>
              <a:gd name="connsiteX1107" fmla="*/ 1963418 w 3944937"/>
              <a:gd name="connsiteY1107" fmla="*/ 60433 h 726160"/>
              <a:gd name="connsiteX1108" fmla="*/ 1890508 w 3944937"/>
              <a:gd name="connsiteY1108" fmla="*/ 18931 h 726160"/>
              <a:gd name="connsiteX1109" fmla="*/ 1875171 w 3944937"/>
              <a:gd name="connsiteY1109" fmla="*/ 18014 h 726160"/>
              <a:gd name="connsiteX1110" fmla="*/ 1860044 w 3944937"/>
              <a:gd name="connsiteY1110" fmla="*/ 18931 h 726160"/>
              <a:gd name="connsiteX1111" fmla="*/ 1788085 w 3944937"/>
              <a:gd name="connsiteY1111" fmla="*/ 60433 h 726160"/>
              <a:gd name="connsiteX1112" fmla="*/ 1696936 w 3944937"/>
              <a:gd name="connsiteY1112" fmla="*/ 107795 h 726160"/>
              <a:gd name="connsiteX1113" fmla="*/ 1687656 w 3944937"/>
              <a:gd name="connsiteY1113" fmla="*/ 108081 h 726160"/>
              <a:gd name="connsiteX1114" fmla="*/ 1678456 w 3944937"/>
              <a:gd name="connsiteY1114" fmla="*/ 107795 h 726160"/>
              <a:gd name="connsiteX1115" fmla="*/ 1588259 w 3944937"/>
              <a:gd name="connsiteY1115" fmla="*/ 60433 h 726160"/>
              <a:gd name="connsiteX1116" fmla="*/ 1515254 w 3944937"/>
              <a:gd name="connsiteY1116" fmla="*/ 18931 h 726160"/>
              <a:gd name="connsiteX1117" fmla="*/ 1499902 w 3944937"/>
              <a:gd name="connsiteY1117" fmla="*/ 18014 h 726160"/>
              <a:gd name="connsiteX1118" fmla="*/ 1484938 w 3944937"/>
              <a:gd name="connsiteY1118" fmla="*/ 18931 h 726160"/>
              <a:gd name="connsiteX1119" fmla="*/ 1412811 w 3944937"/>
              <a:gd name="connsiteY1119" fmla="*/ 60433 h 726160"/>
              <a:gd name="connsiteX1120" fmla="*/ 1312377 w 3944937"/>
              <a:gd name="connsiteY1120" fmla="*/ 108081 h 726160"/>
              <a:gd name="connsiteX1121" fmla="*/ 1213103 w 3944937"/>
              <a:gd name="connsiteY1121" fmla="*/ 60433 h 726160"/>
              <a:gd name="connsiteX1122" fmla="*/ 1140203 w 3944937"/>
              <a:gd name="connsiteY1122" fmla="*/ 18931 h 726160"/>
              <a:gd name="connsiteX1123" fmla="*/ 1124860 w 3944937"/>
              <a:gd name="connsiteY1123" fmla="*/ 18014 h 726160"/>
              <a:gd name="connsiteX1124" fmla="*/ 1109907 w 3944937"/>
              <a:gd name="connsiteY1124" fmla="*/ 18931 h 726160"/>
              <a:gd name="connsiteX1125" fmla="*/ 1037780 w 3944937"/>
              <a:gd name="connsiteY1125" fmla="*/ 60433 h 726160"/>
              <a:gd name="connsiteX1126" fmla="*/ 937343 w 3944937"/>
              <a:gd name="connsiteY1126" fmla="*/ 108081 h 726160"/>
              <a:gd name="connsiteX1127" fmla="*/ 837942 w 3944937"/>
              <a:gd name="connsiteY1127" fmla="*/ 60433 h 726160"/>
              <a:gd name="connsiteX1128" fmla="*/ 764952 w 3944937"/>
              <a:gd name="connsiteY1128" fmla="*/ 18931 h 726160"/>
              <a:gd name="connsiteX1129" fmla="*/ 749586 w 3944937"/>
              <a:gd name="connsiteY1129" fmla="*/ 18014 h 726160"/>
              <a:gd name="connsiteX1130" fmla="*/ 734638 w 3944937"/>
              <a:gd name="connsiteY1130" fmla="*/ 18931 h 726160"/>
              <a:gd name="connsiteX1131" fmla="*/ 662511 w 3944937"/>
              <a:gd name="connsiteY1131" fmla="*/ 60433 h 726160"/>
              <a:gd name="connsiteX1132" fmla="*/ 562069 w 3944937"/>
              <a:gd name="connsiteY1132" fmla="*/ 108081 h 726160"/>
              <a:gd name="connsiteX1133" fmla="*/ 462743 w 3944937"/>
              <a:gd name="connsiteY1133" fmla="*/ 60433 h 726160"/>
              <a:gd name="connsiteX1134" fmla="*/ 375034 w 3944937"/>
              <a:gd name="connsiteY1134" fmla="*/ 18014 h 726160"/>
              <a:gd name="connsiteX1135" fmla="*/ 287371 w 3944937"/>
              <a:gd name="connsiteY1135" fmla="*/ 60433 h 726160"/>
              <a:gd name="connsiteX1136" fmla="*/ 187517 w 3944937"/>
              <a:gd name="connsiteY1136" fmla="*/ 108081 h 726160"/>
              <a:gd name="connsiteX1137" fmla="*/ 87663 w 3944937"/>
              <a:gd name="connsiteY1137" fmla="*/ 60433 h 726160"/>
              <a:gd name="connsiteX1138" fmla="*/ 0 w 3944937"/>
              <a:gd name="connsiteY1138" fmla="*/ 18014 h 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</a:cxnLst>
            <a:rect l="l" t="t" r="r" b="b"/>
            <a:pathLst>
              <a:path w="3944937" h="726160">
                <a:moveTo>
                  <a:pt x="3751203" y="700961"/>
                </a:moveTo>
                <a:lnTo>
                  <a:pt x="3760489" y="701241"/>
                </a:lnTo>
                <a:cubicBezTo>
                  <a:pt x="3782983" y="702621"/>
                  <a:pt x="3800192" y="708998"/>
                  <a:pt x="3814566" y="717683"/>
                </a:cubicBezTo>
                <a:lnTo>
                  <a:pt x="3824944" y="726160"/>
                </a:lnTo>
                <a:lnTo>
                  <a:pt x="3784017" y="726160"/>
                </a:lnTo>
                <a:lnTo>
                  <a:pt x="3766518" y="719843"/>
                </a:lnTo>
                <a:lnTo>
                  <a:pt x="3751203" y="718951"/>
                </a:lnTo>
                <a:lnTo>
                  <a:pt x="3736060" y="719843"/>
                </a:lnTo>
                <a:lnTo>
                  <a:pt x="3718685" y="726160"/>
                </a:lnTo>
                <a:lnTo>
                  <a:pt x="3677907" y="726160"/>
                </a:lnTo>
                <a:lnTo>
                  <a:pt x="3688281" y="717683"/>
                </a:lnTo>
                <a:cubicBezTo>
                  <a:pt x="3702614" y="708998"/>
                  <a:pt x="3719725" y="702621"/>
                  <a:pt x="3742008" y="701241"/>
                </a:cubicBezTo>
                <a:close/>
                <a:moveTo>
                  <a:pt x="3375929" y="700961"/>
                </a:moveTo>
                <a:lnTo>
                  <a:pt x="3385215" y="701241"/>
                </a:lnTo>
                <a:cubicBezTo>
                  <a:pt x="3407710" y="702621"/>
                  <a:pt x="3424918" y="708998"/>
                  <a:pt x="3439293" y="717683"/>
                </a:cubicBezTo>
                <a:lnTo>
                  <a:pt x="3449670" y="726160"/>
                </a:lnTo>
                <a:lnTo>
                  <a:pt x="3408743" y="726160"/>
                </a:lnTo>
                <a:lnTo>
                  <a:pt x="3391245" y="719843"/>
                </a:lnTo>
                <a:lnTo>
                  <a:pt x="3375929" y="718951"/>
                </a:lnTo>
                <a:lnTo>
                  <a:pt x="3360806" y="719843"/>
                </a:lnTo>
                <a:lnTo>
                  <a:pt x="3343453" y="726160"/>
                </a:lnTo>
                <a:lnTo>
                  <a:pt x="3302727" y="726160"/>
                </a:lnTo>
                <a:lnTo>
                  <a:pt x="3313088" y="717683"/>
                </a:lnTo>
                <a:cubicBezTo>
                  <a:pt x="3327402" y="708998"/>
                  <a:pt x="3344491" y="702621"/>
                  <a:pt x="3366746" y="701241"/>
                </a:cubicBezTo>
                <a:close/>
                <a:moveTo>
                  <a:pt x="3000655" y="700961"/>
                </a:moveTo>
                <a:lnTo>
                  <a:pt x="3000656" y="700961"/>
                </a:lnTo>
                <a:lnTo>
                  <a:pt x="3009953" y="701241"/>
                </a:lnTo>
                <a:cubicBezTo>
                  <a:pt x="3032476" y="702621"/>
                  <a:pt x="3049707" y="708998"/>
                  <a:pt x="3064099" y="717683"/>
                </a:cubicBezTo>
                <a:lnTo>
                  <a:pt x="3074490" y="726160"/>
                </a:lnTo>
                <a:lnTo>
                  <a:pt x="3033512" y="726160"/>
                </a:lnTo>
                <a:lnTo>
                  <a:pt x="3015991" y="719843"/>
                </a:lnTo>
                <a:lnTo>
                  <a:pt x="3000656" y="718951"/>
                </a:lnTo>
                <a:lnTo>
                  <a:pt x="2985532" y="719843"/>
                </a:lnTo>
                <a:lnTo>
                  <a:pt x="2968171" y="726160"/>
                </a:lnTo>
                <a:lnTo>
                  <a:pt x="2927624" y="726160"/>
                </a:lnTo>
                <a:lnTo>
                  <a:pt x="2937883" y="717683"/>
                </a:lnTo>
                <a:cubicBezTo>
                  <a:pt x="2952139" y="708998"/>
                  <a:pt x="2969219" y="702621"/>
                  <a:pt x="2991473" y="701241"/>
                </a:cubicBezTo>
                <a:close/>
                <a:moveTo>
                  <a:pt x="2625475" y="700961"/>
                </a:moveTo>
                <a:cubicBezTo>
                  <a:pt x="2651019" y="700961"/>
                  <a:pt x="2670178" y="707055"/>
                  <a:pt x="2685926" y="715977"/>
                </a:cubicBezTo>
                <a:lnTo>
                  <a:pt x="2698654" y="726160"/>
                </a:lnTo>
                <a:lnTo>
                  <a:pt x="2654735" y="726160"/>
                </a:lnTo>
                <a:lnTo>
                  <a:pt x="2625475" y="718951"/>
                </a:lnTo>
                <a:lnTo>
                  <a:pt x="2596547" y="726160"/>
                </a:lnTo>
                <a:lnTo>
                  <a:pt x="2553064" y="726160"/>
                </a:lnTo>
                <a:lnTo>
                  <a:pt x="2565607" y="715977"/>
                </a:lnTo>
                <a:cubicBezTo>
                  <a:pt x="2581209" y="707055"/>
                  <a:pt x="2600222" y="700961"/>
                  <a:pt x="2625475" y="700961"/>
                </a:cubicBezTo>
                <a:close/>
                <a:moveTo>
                  <a:pt x="2250202" y="700961"/>
                </a:moveTo>
                <a:lnTo>
                  <a:pt x="2259500" y="701241"/>
                </a:lnTo>
                <a:cubicBezTo>
                  <a:pt x="2282023" y="702621"/>
                  <a:pt x="2299253" y="708998"/>
                  <a:pt x="2313646" y="717683"/>
                </a:cubicBezTo>
                <a:lnTo>
                  <a:pt x="2324039" y="726160"/>
                </a:lnTo>
                <a:lnTo>
                  <a:pt x="2283225" y="726160"/>
                </a:lnTo>
                <a:lnTo>
                  <a:pt x="2265570" y="719843"/>
                </a:lnTo>
                <a:lnTo>
                  <a:pt x="2250202" y="718951"/>
                </a:lnTo>
                <a:lnTo>
                  <a:pt x="2235078" y="719843"/>
                </a:lnTo>
                <a:lnTo>
                  <a:pt x="2217726" y="726160"/>
                </a:lnTo>
                <a:lnTo>
                  <a:pt x="2177227" y="726160"/>
                </a:lnTo>
                <a:lnTo>
                  <a:pt x="2187448" y="717683"/>
                </a:lnTo>
                <a:cubicBezTo>
                  <a:pt x="2201685" y="708998"/>
                  <a:pt x="2218765" y="702621"/>
                  <a:pt x="2241019" y="701241"/>
                </a:cubicBezTo>
                <a:close/>
                <a:moveTo>
                  <a:pt x="1875171" y="700961"/>
                </a:moveTo>
                <a:lnTo>
                  <a:pt x="1884453" y="701241"/>
                </a:lnTo>
                <a:cubicBezTo>
                  <a:pt x="1906948" y="702621"/>
                  <a:pt x="1924158" y="708998"/>
                  <a:pt x="1938533" y="717683"/>
                </a:cubicBezTo>
                <a:lnTo>
                  <a:pt x="1948910" y="726160"/>
                </a:lnTo>
                <a:lnTo>
                  <a:pt x="1908144" y="726160"/>
                </a:lnTo>
                <a:lnTo>
                  <a:pt x="1890508" y="719843"/>
                </a:lnTo>
                <a:lnTo>
                  <a:pt x="1875171" y="718951"/>
                </a:lnTo>
                <a:lnTo>
                  <a:pt x="1860044" y="719843"/>
                </a:lnTo>
                <a:lnTo>
                  <a:pt x="1842691" y="726160"/>
                </a:lnTo>
                <a:lnTo>
                  <a:pt x="1802195" y="726160"/>
                </a:lnTo>
                <a:lnTo>
                  <a:pt x="1812417" y="717683"/>
                </a:lnTo>
                <a:cubicBezTo>
                  <a:pt x="1826653" y="708998"/>
                  <a:pt x="1843731" y="702621"/>
                  <a:pt x="1865985" y="701241"/>
                </a:cubicBezTo>
                <a:close/>
                <a:moveTo>
                  <a:pt x="1499902" y="700961"/>
                </a:moveTo>
                <a:lnTo>
                  <a:pt x="1509200" y="701241"/>
                </a:lnTo>
                <a:cubicBezTo>
                  <a:pt x="1531720" y="702621"/>
                  <a:pt x="1548950" y="708998"/>
                  <a:pt x="1563342" y="717683"/>
                </a:cubicBezTo>
                <a:lnTo>
                  <a:pt x="1573731" y="726160"/>
                </a:lnTo>
                <a:lnTo>
                  <a:pt x="1532913" y="726160"/>
                </a:lnTo>
                <a:lnTo>
                  <a:pt x="1515254" y="719843"/>
                </a:lnTo>
                <a:lnTo>
                  <a:pt x="1499902" y="718951"/>
                </a:lnTo>
                <a:lnTo>
                  <a:pt x="1484938" y="719843"/>
                </a:lnTo>
                <a:lnTo>
                  <a:pt x="1467593" y="726160"/>
                </a:lnTo>
                <a:lnTo>
                  <a:pt x="1426918" y="726160"/>
                </a:lnTo>
                <a:lnTo>
                  <a:pt x="1437141" y="717683"/>
                </a:lnTo>
                <a:cubicBezTo>
                  <a:pt x="1451380" y="708998"/>
                  <a:pt x="1468461" y="702621"/>
                  <a:pt x="1490715" y="701241"/>
                </a:cubicBezTo>
                <a:close/>
                <a:moveTo>
                  <a:pt x="1124860" y="700961"/>
                </a:moveTo>
                <a:lnTo>
                  <a:pt x="1134151" y="701241"/>
                </a:lnTo>
                <a:cubicBezTo>
                  <a:pt x="1156644" y="702621"/>
                  <a:pt x="1173851" y="708998"/>
                  <a:pt x="1188224" y="717683"/>
                </a:cubicBezTo>
                <a:lnTo>
                  <a:pt x="1198602" y="726160"/>
                </a:lnTo>
                <a:lnTo>
                  <a:pt x="1157837" y="726160"/>
                </a:lnTo>
                <a:lnTo>
                  <a:pt x="1140203" y="719843"/>
                </a:lnTo>
                <a:lnTo>
                  <a:pt x="1124860" y="718951"/>
                </a:lnTo>
                <a:lnTo>
                  <a:pt x="1109907" y="719843"/>
                </a:lnTo>
                <a:lnTo>
                  <a:pt x="1092562" y="726160"/>
                </a:lnTo>
                <a:lnTo>
                  <a:pt x="1051885" y="726160"/>
                </a:lnTo>
                <a:lnTo>
                  <a:pt x="1062108" y="717683"/>
                </a:lnTo>
                <a:cubicBezTo>
                  <a:pt x="1076348" y="708998"/>
                  <a:pt x="1093430" y="702621"/>
                  <a:pt x="1115684" y="701241"/>
                </a:cubicBezTo>
                <a:close/>
                <a:moveTo>
                  <a:pt x="749586" y="700961"/>
                </a:moveTo>
                <a:lnTo>
                  <a:pt x="758889" y="701241"/>
                </a:lnTo>
                <a:cubicBezTo>
                  <a:pt x="781444" y="702621"/>
                  <a:pt x="798809" y="708998"/>
                  <a:pt x="813261" y="717683"/>
                </a:cubicBezTo>
                <a:lnTo>
                  <a:pt x="823589" y="726160"/>
                </a:lnTo>
                <a:lnTo>
                  <a:pt x="782608" y="726160"/>
                </a:lnTo>
                <a:lnTo>
                  <a:pt x="764952" y="719843"/>
                </a:lnTo>
                <a:lnTo>
                  <a:pt x="749586" y="718951"/>
                </a:lnTo>
                <a:lnTo>
                  <a:pt x="734638" y="719843"/>
                </a:lnTo>
                <a:lnTo>
                  <a:pt x="717292" y="726160"/>
                </a:lnTo>
                <a:lnTo>
                  <a:pt x="676757" y="726160"/>
                </a:lnTo>
                <a:lnTo>
                  <a:pt x="687036" y="717683"/>
                </a:lnTo>
                <a:cubicBezTo>
                  <a:pt x="701350" y="708998"/>
                  <a:pt x="718456" y="702621"/>
                  <a:pt x="740506" y="701241"/>
                </a:cubicBezTo>
                <a:close/>
                <a:moveTo>
                  <a:pt x="375034" y="700961"/>
                </a:moveTo>
                <a:cubicBezTo>
                  <a:pt x="400301" y="700961"/>
                  <a:pt x="419469" y="707055"/>
                  <a:pt x="435225" y="715977"/>
                </a:cubicBezTo>
                <a:lnTo>
                  <a:pt x="447867" y="726160"/>
                </a:lnTo>
                <a:lnTo>
                  <a:pt x="404144" y="726160"/>
                </a:lnTo>
                <a:lnTo>
                  <a:pt x="375034" y="718951"/>
                </a:lnTo>
                <a:lnTo>
                  <a:pt x="345939" y="726160"/>
                </a:lnTo>
                <a:lnTo>
                  <a:pt x="302387" y="726160"/>
                </a:lnTo>
                <a:lnTo>
                  <a:pt x="315092" y="715977"/>
                </a:lnTo>
                <a:cubicBezTo>
                  <a:pt x="330767" y="707055"/>
                  <a:pt x="349780" y="700961"/>
                  <a:pt x="375034" y="700961"/>
                </a:cubicBezTo>
                <a:close/>
                <a:moveTo>
                  <a:pt x="0" y="700961"/>
                </a:moveTo>
                <a:cubicBezTo>
                  <a:pt x="25254" y="700961"/>
                  <a:pt x="44413" y="707055"/>
                  <a:pt x="60160" y="715977"/>
                </a:cubicBezTo>
                <a:lnTo>
                  <a:pt x="72796" y="726160"/>
                </a:lnTo>
                <a:lnTo>
                  <a:pt x="29095" y="726160"/>
                </a:lnTo>
                <a:lnTo>
                  <a:pt x="0" y="718951"/>
                </a:lnTo>
                <a:close/>
                <a:moveTo>
                  <a:pt x="0" y="600343"/>
                </a:moveTo>
                <a:cubicBezTo>
                  <a:pt x="50508" y="600343"/>
                  <a:pt x="76633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3" y="626131"/>
                  <a:pt x="696405" y="603383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803998" y="603383"/>
                  <a:pt x="828351" y="626131"/>
                  <a:pt x="850154" y="647348"/>
                </a:cubicBezTo>
                <a:cubicBezTo>
                  <a:pt x="873408" y="669981"/>
                  <a:pt x="894909" y="689712"/>
                  <a:pt x="937343" y="689712"/>
                </a:cubicBezTo>
                <a:cubicBezTo>
                  <a:pt x="980892" y="689712"/>
                  <a:pt x="1002368" y="669400"/>
                  <a:pt x="1025586" y="647348"/>
                </a:cubicBezTo>
                <a:cubicBezTo>
                  <a:pt x="1047357" y="626131"/>
                  <a:pt x="1071175" y="603383"/>
                  <a:pt x="1115684" y="600622"/>
                </a:cubicBezTo>
                <a:lnTo>
                  <a:pt x="1124860" y="600343"/>
                </a:lnTo>
                <a:lnTo>
                  <a:pt x="1134151" y="600622"/>
                </a:lnTo>
                <a:cubicBezTo>
                  <a:pt x="1179136" y="603383"/>
                  <a:pt x="1202980" y="626131"/>
                  <a:pt x="1225295" y="647348"/>
                </a:cubicBezTo>
                <a:cubicBezTo>
                  <a:pt x="1248517" y="669981"/>
                  <a:pt x="1270006" y="689712"/>
                  <a:pt x="1312377" y="689712"/>
                </a:cubicBezTo>
                <a:cubicBezTo>
                  <a:pt x="1355923" y="689712"/>
                  <a:pt x="1377398" y="669400"/>
                  <a:pt x="1400620" y="647348"/>
                </a:cubicBezTo>
                <a:cubicBezTo>
                  <a:pt x="1422391" y="626131"/>
                  <a:pt x="1446206" y="603383"/>
                  <a:pt x="1490715" y="600622"/>
                </a:cubicBezTo>
                <a:lnTo>
                  <a:pt x="1499902" y="600343"/>
                </a:lnTo>
                <a:lnTo>
                  <a:pt x="1509200" y="600622"/>
                </a:lnTo>
                <a:cubicBezTo>
                  <a:pt x="1554240" y="603383"/>
                  <a:pt x="1578118" y="626131"/>
                  <a:pt x="1600457" y="647348"/>
                </a:cubicBezTo>
                <a:cubicBezTo>
                  <a:pt x="1620811" y="667152"/>
                  <a:pt x="1639813" y="684734"/>
                  <a:pt x="1672675" y="688820"/>
                </a:cubicBezTo>
                <a:lnTo>
                  <a:pt x="1687656" y="689712"/>
                </a:lnTo>
                <a:lnTo>
                  <a:pt x="1702991" y="688796"/>
                </a:lnTo>
                <a:cubicBezTo>
                  <a:pt x="1736589" y="684607"/>
                  <a:pt x="1755583" y="666644"/>
                  <a:pt x="1775902" y="647348"/>
                </a:cubicBezTo>
                <a:cubicBezTo>
                  <a:pt x="1797671" y="626131"/>
                  <a:pt x="1821477" y="603383"/>
                  <a:pt x="1865985" y="600622"/>
                </a:cubicBezTo>
                <a:lnTo>
                  <a:pt x="1875171" y="600343"/>
                </a:lnTo>
                <a:lnTo>
                  <a:pt x="1884453" y="600622"/>
                </a:lnTo>
                <a:cubicBezTo>
                  <a:pt x="1929442" y="603383"/>
                  <a:pt x="1953295" y="626131"/>
                  <a:pt x="1975602" y="647348"/>
                </a:cubicBezTo>
                <a:cubicBezTo>
                  <a:pt x="1995922" y="667152"/>
                  <a:pt x="2014463" y="684734"/>
                  <a:pt x="2047561" y="688820"/>
                </a:cubicBezTo>
                <a:lnTo>
                  <a:pt x="2062687" y="689712"/>
                </a:lnTo>
                <a:lnTo>
                  <a:pt x="2078025" y="688796"/>
                </a:lnTo>
                <a:cubicBezTo>
                  <a:pt x="2111623" y="684607"/>
                  <a:pt x="2130614" y="666644"/>
                  <a:pt x="2150933" y="647348"/>
                </a:cubicBezTo>
                <a:cubicBezTo>
                  <a:pt x="2172701" y="626131"/>
                  <a:pt x="2196510" y="603383"/>
                  <a:pt x="2241019" y="600622"/>
                </a:cubicBezTo>
                <a:lnTo>
                  <a:pt x="2250202" y="600343"/>
                </a:lnTo>
                <a:lnTo>
                  <a:pt x="2259500" y="600622"/>
                </a:lnTo>
                <a:cubicBezTo>
                  <a:pt x="2304545" y="603383"/>
                  <a:pt x="2328421" y="626131"/>
                  <a:pt x="2350772" y="647348"/>
                </a:cubicBezTo>
                <a:cubicBezTo>
                  <a:pt x="2371110" y="667152"/>
                  <a:pt x="2389675" y="684734"/>
                  <a:pt x="2422815" y="688820"/>
                </a:cubicBezTo>
                <a:lnTo>
                  <a:pt x="2437959" y="689712"/>
                </a:lnTo>
                <a:lnTo>
                  <a:pt x="2453275" y="688796"/>
                </a:lnTo>
                <a:cubicBezTo>
                  <a:pt x="2486774" y="684607"/>
                  <a:pt x="2505375" y="666644"/>
                  <a:pt x="2526203" y="647348"/>
                </a:cubicBezTo>
                <a:cubicBezTo>
                  <a:pt x="2549424" y="624716"/>
                  <a:pt x="2574968" y="600343"/>
                  <a:pt x="2625475" y="600343"/>
                </a:cubicBezTo>
                <a:cubicBezTo>
                  <a:pt x="2676563" y="600343"/>
                  <a:pt x="2702109" y="624716"/>
                  <a:pt x="2725913" y="647348"/>
                </a:cubicBezTo>
                <a:cubicBezTo>
                  <a:pt x="2746233" y="667152"/>
                  <a:pt x="2764773" y="684734"/>
                  <a:pt x="2797875" y="688820"/>
                </a:cubicBezTo>
                <a:lnTo>
                  <a:pt x="2812992" y="689712"/>
                </a:lnTo>
                <a:lnTo>
                  <a:pt x="2828318" y="688796"/>
                </a:lnTo>
                <a:cubicBezTo>
                  <a:pt x="2861804" y="684607"/>
                  <a:pt x="2880408" y="666644"/>
                  <a:pt x="2901235" y="647348"/>
                </a:cubicBezTo>
                <a:cubicBezTo>
                  <a:pt x="2923147" y="626131"/>
                  <a:pt x="2946958" y="603383"/>
                  <a:pt x="2991467" y="600622"/>
                </a:cubicBezTo>
                <a:lnTo>
                  <a:pt x="3000649" y="600343"/>
                </a:lnTo>
                <a:lnTo>
                  <a:pt x="3009947" y="600622"/>
                </a:lnTo>
                <a:cubicBezTo>
                  <a:pt x="3054993" y="603383"/>
                  <a:pt x="3078870" y="626131"/>
                  <a:pt x="3101213" y="647348"/>
                </a:cubicBezTo>
                <a:cubicBezTo>
                  <a:pt x="3121559" y="667152"/>
                  <a:pt x="3140123" y="684734"/>
                  <a:pt x="3173264" y="688820"/>
                </a:cubicBezTo>
                <a:lnTo>
                  <a:pt x="3188407" y="689712"/>
                </a:lnTo>
                <a:lnTo>
                  <a:pt x="3203722" y="688796"/>
                </a:lnTo>
                <a:cubicBezTo>
                  <a:pt x="3237209" y="684607"/>
                  <a:pt x="3255750" y="666644"/>
                  <a:pt x="3276069" y="647348"/>
                </a:cubicBezTo>
                <a:cubicBezTo>
                  <a:pt x="3298384" y="626131"/>
                  <a:pt x="3322230" y="603383"/>
                  <a:pt x="3366740" y="600622"/>
                </a:cubicBezTo>
                <a:lnTo>
                  <a:pt x="3375923" y="600343"/>
                </a:lnTo>
                <a:lnTo>
                  <a:pt x="3385209" y="600622"/>
                </a:lnTo>
                <a:cubicBezTo>
                  <a:pt x="3430198" y="603383"/>
                  <a:pt x="3454043" y="626131"/>
                  <a:pt x="3476358" y="647348"/>
                </a:cubicBezTo>
                <a:cubicBezTo>
                  <a:pt x="3496677" y="667152"/>
                  <a:pt x="3515218" y="684734"/>
                  <a:pt x="3548317" y="688820"/>
                </a:cubicBezTo>
                <a:lnTo>
                  <a:pt x="3563440" y="689712"/>
                </a:lnTo>
                <a:lnTo>
                  <a:pt x="3578775" y="688796"/>
                </a:lnTo>
                <a:cubicBezTo>
                  <a:pt x="3612305" y="684607"/>
                  <a:pt x="3630870" y="666644"/>
                  <a:pt x="3651215" y="647348"/>
                </a:cubicBezTo>
                <a:cubicBezTo>
                  <a:pt x="3673559" y="626131"/>
                  <a:pt x="3697435" y="603383"/>
                  <a:pt x="3742002" y="600622"/>
                </a:cubicBezTo>
                <a:lnTo>
                  <a:pt x="3751197" y="600343"/>
                </a:lnTo>
                <a:lnTo>
                  <a:pt x="3760483" y="600622"/>
                </a:lnTo>
                <a:cubicBezTo>
                  <a:pt x="3805471" y="603383"/>
                  <a:pt x="3829317" y="626131"/>
                  <a:pt x="3851632" y="647348"/>
                </a:cubicBezTo>
                <a:cubicBezTo>
                  <a:pt x="3871951" y="667152"/>
                  <a:pt x="3890492" y="684734"/>
                  <a:pt x="3923590" y="688820"/>
                </a:cubicBezTo>
                <a:lnTo>
                  <a:pt x="3938713" y="689712"/>
                </a:lnTo>
                <a:lnTo>
                  <a:pt x="3944937" y="689339"/>
                </a:lnTo>
                <a:lnTo>
                  <a:pt x="3944937" y="707510"/>
                </a:lnTo>
                <a:lnTo>
                  <a:pt x="3938714" y="707701"/>
                </a:lnTo>
                <a:lnTo>
                  <a:pt x="3938713" y="707701"/>
                </a:lnTo>
                <a:lnTo>
                  <a:pt x="3929531" y="707416"/>
                </a:lnTo>
                <a:cubicBezTo>
                  <a:pt x="3885020" y="704591"/>
                  <a:pt x="3861174" y="681333"/>
                  <a:pt x="3838860" y="660115"/>
                </a:cubicBezTo>
                <a:cubicBezTo>
                  <a:pt x="3818541" y="640820"/>
                  <a:pt x="3799999" y="622857"/>
                  <a:pt x="3766512" y="618668"/>
                </a:cubicBezTo>
                <a:lnTo>
                  <a:pt x="3751197" y="617752"/>
                </a:lnTo>
                <a:lnTo>
                  <a:pt x="3736054" y="618668"/>
                </a:lnTo>
                <a:cubicBezTo>
                  <a:pt x="3702914" y="622857"/>
                  <a:pt x="3684349" y="640820"/>
                  <a:pt x="3664003" y="660115"/>
                </a:cubicBezTo>
                <a:cubicBezTo>
                  <a:pt x="3641660" y="681333"/>
                  <a:pt x="3617784" y="704591"/>
                  <a:pt x="3572737" y="707416"/>
                </a:cubicBezTo>
                <a:lnTo>
                  <a:pt x="3563440" y="707701"/>
                </a:lnTo>
                <a:lnTo>
                  <a:pt x="3554257" y="707416"/>
                </a:lnTo>
                <a:cubicBezTo>
                  <a:pt x="3509746" y="704591"/>
                  <a:pt x="3485901" y="681333"/>
                  <a:pt x="3463586" y="660115"/>
                </a:cubicBezTo>
                <a:cubicBezTo>
                  <a:pt x="3443267" y="640820"/>
                  <a:pt x="3424726" y="622857"/>
                  <a:pt x="3391239" y="618668"/>
                </a:cubicBezTo>
                <a:lnTo>
                  <a:pt x="3375923" y="617752"/>
                </a:lnTo>
                <a:lnTo>
                  <a:pt x="3360800" y="618668"/>
                </a:lnTo>
                <a:cubicBezTo>
                  <a:pt x="3327702" y="622857"/>
                  <a:pt x="3309161" y="640820"/>
                  <a:pt x="3288841" y="660115"/>
                </a:cubicBezTo>
                <a:cubicBezTo>
                  <a:pt x="3266527" y="681333"/>
                  <a:pt x="3242681" y="704591"/>
                  <a:pt x="3197692" y="707416"/>
                </a:cubicBezTo>
                <a:lnTo>
                  <a:pt x="3188407" y="707701"/>
                </a:lnTo>
                <a:lnTo>
                  <a:pt x="3179212" y="707416"/>
                </a:lnTo>
                <a:cubicBezTo>
                  <a:pt x="3134644" y="704591"/>
                  <a:pt x="3110768" y="681333"/>
                  <a:pt x="3088425" y="660115"/>
                </a:cubicBezTo>
                <a:cubicBezTo>
                  <a:pt x="3068079" y="640820"/>
                  <a:pt x="3049515" y="622857"/>
                  <a:pt x="3015985" y="618668"/>
                </a:cubicBezTo>
                <a:lnTo>
                  <a:pt x="3000649" y="617752"/>
                </a:lnTo>
                <a:lnTo>
                  <a:pt x="2985526" y="618668"/>
                </a:lnTo>
                <a:cubicBezTo>
                  <a:pt x="2952428" y="622857"/>
                  <a:pt x="2933887" y="640820"/>
                  <a:pt x="2913429" y="660115"/>
                </a:cubicBezTo>
                <a:cubicBezTo>
                  <a:pt x="2891112" y="681333"/>
                  <a:pt x="2867269" y="704591"/>
                  <a:pt x="2822285" y="707416"/>
                </a:cubicBezTo>
                <a:lnTo>
                  <a:pt x="2812992" y="707701"/>
                </a:lnTo>
                <a:lnTo>
                  <a:pt x="2803817" y="707416"/>
                </a:lnTo>
                <a:cubicBezTo>
                  <a:pt x="2759309" y="704591"/>
                  <a:pt x="2735489" y="681333"/>
                  <a:pt x="2713719" y="660115"/>
                </a:cubicBezTo>
                <a:cubicBezTo>
                  <a:pt x="2689916" y="638063"/>
                  <a:pt x="2669016" y="617752"/>
                  <a:pt x="2625475" y="617752"/>
                </a:cubicBezTo>
                <a:cubicBezTo>
                  <a:pt x="2582521" y="617752"/>
                  <a:pt x="2561615" y="638063"/>
                  <a:pt x="2538398" y="660115"/>
                </a:cubicBezTo>
                <a:cubicBezTo>
                  <a:pt x="2516079" y="681333"/>
                  <a:pt x="2492239" y="704591"/>
                  <a:pt x="2447253" y="707416"/>
                </a:cubicBezTo>
                <a:lnTo>
                  <a:pt x="2437959" y="707701"/>
                </a:lnTo>
                <a:lnTo>
                  <a:pt x="2428768" y="707416"/>
                </a:lnTo>
                <a:cubicBezTo>
                  <a:pt x="2384205" y="704591"/>
                  <a:pt x="2360364" y="681333"/>
                  <a:pt x="2338559" y="660115"/>
                </a:cubicBezTo>
                <a:cubicBezTo>
                  <a:pt x="2318221" y="640820"/>
                  <a:pt x="2299203" y="622857"/>
                  <a:pt x="2265570" y="618668"/>
                </a:cubicBezTo>
                <a:lnTo>
                  <a:pt x="2250202" y="617752"/>
                </a:lnTo>
                <a:lnTo>
                  <a:pt x="2235078" y="618668"/>
                </a:lnTo>
                <a:cubicBezTo>
                  <a:pt x="2201989" y="622857"/>
                  <a:pt x="2183438" y="640820"/>
                  <a:pt x="2163119" y="660115"/>
                </a:cubicBezTo>
                <a:cubicBezTo>
                  <a:pt x="2140811" y="681333"/>
                  <a:pt x="2116959" y="704591"/>
                  <a:pt x="2071970" y="707416"/>
                </a:cubicBezTo>
                <a:lnTo>
                  <a:pt x="2062687" y="707701"/>
                </a:lnTo>
                <a:lnTo>
                  <a:pt x="2053502" y="707416"/>
                </a:lnTo>
                <a:cubicBezTo>
                  <a:pt x="2008993" y="704591"/>
                  <a:pt x="1985187" y="681333"/>
                  <a:pt x="1963418" y="660115"/>
                </a:cubicBezTo>
                <a:cubicBezTo>
                  <a:pt x="1943099" y="640820"/>
                  <a:pt x="1924106" y="622857"/>
                  <a:pt x="1890508" y="618668"/>
                </a:cubicBezTo>
                <a:lnTo>
                  <a:pt x="1875171" y="617752"/>
                </a:lnTo>
                <a:lnTo>
                  <a:pt x="1860044" y="618668"/>
                </a:lnTo>
                <a:cubicBezTo>
                  <a:pt x="1826946" y="622857"/>
                  <a:pt x="1808405" y="640820"/>
                  <a:pt x="1788085" y="660115"/>
                </a:cubicBezTo>
                <a:cubicBezTo>
                  <a:pt x="1765780" y="681333"/>
                  <a:pt x="1741925" y="704591"/>
                  <a:pt x="1696936" y="707416"/>
                </a:cubicBezTo>
                <a:lnTo>
                  <a:pt x="1687656" y="707701"/>
                </a:lnTo>
                <a:lnTo>
                  <a:pt x="1678456" y="707416"/>
                </a:lnTo>
                <a:cubicBezTo>
                  <a:pt x="1633891" y="704591"/>
                  <a:pt x="1610048" y="681333"/>
                  <a:pt x="1588259" y="660115"/>
                </a:cubicBezTo>
                <a:cubicBezTo>
                  <a:pt x="1567905" y="640820"/>
                  <a:pt x="1548904" y="622857"/>
                  <a:pt x="1515254" y="618668"/>
                </a:cubicBezTo>
                <a:lnTo>
                  <a:pt x="1499902" y="617752"/>
                </a:lnTo>
                <a:lnTo>
                  <a:pt x="1484938" y="618668"/>
                </a:lnTo>
                <a:cubicBezTo>
                  <a:pt x="1452117" y="622857"/>
                  <a:pt x="1433131" y="640820"/>
                  <a:pt x="1412811" y="660115"/>
                </a:cubicBezTo>
                <a:cubicBezTo>
                  <a:pt x="1389009" y="682748"/>
                  <a:pt x="1363465" y="707701"/>
                  <a:pt x="1312377" y="707701"/>
                </a:cubicBezTo>
                <a:cubicBezTo>
                  <a:pt x="1261869" y="707701"/>
                  <a:pt x="1236325" y="682748"/>
                  <a:pt x="1213103" y="660115"/>
                </a:cubicBezTo>
                <a:cubicBezTo>
                  <a:pt x="1192784" y="640820"/>
                  <a:pt x="1173800" y="622857"/>
                  <a:pt x="1140203" y="618668"/>
                </a:cubicBezTo>
                <a:lnTo>
                  <a:pt x="1124860" y="617752"/>
                </a:lnTo>
                <a:lnTo>
                  <a:pt x="1109907" y="618668"/>
                </a:lnTo>
                <a:cubicBezTo>
                  <a:pt x="1077083" y="622857"/>
                  <a:pt x="1058099" y="640820"/>
                  <a:pt x="1037780" y="660115"/>
                </a:cubicBezTo>
                <a:cubicBezTo>
                  <a:pt x="1014563" y="682748"/>
                  <a:pt x="988431" y="707701"/>
                  <a:pt x="937343" y="707701"/>
                </a:cubicBezTo>
                <a:cubicBezTo>
                  <a:pt x="887352" y="707701"/>
                  <a:pt x="861195" y="682748"/>
                  <a:pt x="837942" y="660115"/>
                </a:cubicBezTo>
                <a:cubicBezTo>
                  <a:pt x="817603" y="640820"/>
                  <a:pt x="798587" y="622857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11" y="707701"/>
                  <a:pt x="111465" y="682748"/>
                  <a:pt x="87663" y="660115"/>
                </a:cubicBezTo>
                <a:cubicBezTo>
                  <a:pt x="64441" y="638063"/>
                  <a:pt x="42961" y="617752"/>
                  <a:pt x="0" y="617752"/>
                </a:cubicBezTo>
                <a:close/>
                <a:moveTo>
                  <a:pt x="0" y="500446"/>
                </a:moveTo>
                <a:cubicBezTo>
                  <a:pt x="50508" y="500446"/>
                  <a:pt x="76633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803998" y="503556"/>
                  <a:pt x="828351" y="526814"/>
                  <a:pt x="850154" y="548032"/>
                </a:cubicBezTo>
                <a:cubicBezTo>
                  <a:pt x="873408" y="570084"/>
                  <a:pt x="894909" y="590395"/>
                  <a:pt x="937343" y="590395"/>
                </a:cubicBezTo>
                <a:cubicBezTo>
                  <a:pt x="980892" y="590395"/>
                  <a:pt x="1002368" y="570084"/>
                  <a:pt x="1025586" y="548032"/>
                </a:cubicBezTo>
                <a:cubicBezTo>
                  <a:pt x="1047357" y="526814"/>
                  <a:pt x="1071175" y="503556"/>
                  <a:pt x="1115684" y="500732"/>
                </a:cubicBezTo>
                <a:lnTo>
                  <a:pt x="1124860" y="500446"/>
                </a:lnTo>
                <a:lnTo>
                  <a:pt x="1134151" y="500732"/>
                </a:lnTo>
                <a:cubicBezTo>
                  <a:pt x="1179136" y="503556"/>
                  <a:pt x="1202980" y="526814"/>
                  <a:pt x="1225295" y="548032"/>
                </a:cubicBezTo>
                <a:cubicBezTo>
                  <a:pt x="1248517" y="570084"/>
                  <a:pt x="1270006" y="590395"/>
                  <a:pt x="1312377" y="590395"/>
                </a:cubicBezTo>
                <a:cubicBezTo>
                  <a:pt x="1355923" y="590395"/>
                  <a:pt x="1377398" y="570084"/>
                  <a:pt x="1400620" y="548032"/>
                </a:cubicBezTo>
                <a:cubicBezTo>
                  <a:pt x="1422391" y="526814"/>
                  <a:pt x="1446206" y="503556"/>
                  <a:pt x="1490715" y="500732"/>
                </a:cubicBezTo>
                <a:lnTo>
                  <a:pt x="1499902" y="500446"/>
                </a:lnTo>
                <a:lnTo>
                  <a:pt x="1509200" y="500732"/>
                </a:lnTo>
                <a:cubicBezTo>
                  <a:pt x="1554240" y="503556"/>
                  <a:pt x="1578118" y="526814"/>
                  <a:pt x="1600457" y="548032"/>
                </a:cubicBezTo>
                <a:cubicBezTo>
                  <a:pt x="1620811" y="567328"/>
                  <a:pt x="1639813" y="585290"/>
                  <a:pt x="1672675" y="589480"/>
                </a:cubicBezTo>
                <a:lnTo>
                  <a:pt x="1687656" y="590395"/>
                </a:lnTo>
                <a:lnTo>
                  <a:pt x="1702991" y="589480"/>
                </a:lnTo>
                <a:cubicBezTo>
                  <a:pt x="1736589" y="585290"/>
                  <a:pt x="1755583" y="567328"/>
                  <a:pt x="1775902" y="548032"/>
                </a:cubicBezTo>
                <a:cubicBezTo>
                  <a:pt x="1797671" y="526814"/>
                  <a:pt x="1821477" y="503556"/>
                  <a:pt x="1865985" y="500732"/>
                </a:cubicBezTo>
                <a:lnTo>
                  <a:pt x="1875171" y="500446"/>
                </a:lnTo>
                <a:lnTo>
                  <a:pt x="1884453" y="500732"/>
                </a:lnTo>
                <a:cubicBezTo>
                  <a:pt x="1929442" y="503556"/>
                  <a:pt x="1953295" y="526814"/>
                  <a:pt x="1975602" y="548032"/>
                </a:cubicBezTo>
                <a:cubicBezTo>
                  <a:pt x="1995922" y="567328"/>
                  <a:pt x="2014463" y="585290"/>
                  <a:pt x="2047561" y="589480"/>
                </a:cubicBezTo>
                <a:lnTo>
                  <a:pt x="2062687" y="590395"/>
                </a:lnTo>
                <a:lnTo>
                  <a:pt x="2078025" y="589480"/>
                </a:lnTo>
                <a:cubicBezTo>
                  <a:pt x="2111623" y="585290"/>
                  <a:pt x="2130614" y="567328"/>
                  <a:pt x="2150933" y="548032"/>
                </a:cubicBezTo>
                <a:cubicBezTo>
                  <a:pt x="2172701" y="526814"/>
                  <a:pt x="2196510" y="503556"/>
                  <a:pt x="2241019" y="500732"/>
                </a:cubicBezTo>
                <a:lnTo>
                  <a:pt x="2250202" y="500446"/>
                </a:lnTo>
                <a:lnTo>
                  <a:pt x="2259500" y="500732"/>
                </a:lnTo>
                <a:cubicBezTo>
                  <a:pt x="2304545" y="503556"/>
                  <a:pt x="2328421" y="526814"/>
                  <a:pt x="2350772" y="548032"/>
                </a:cubicBezTo>
                <a:cubicBezTo>
                  <a:pt x="2371110" y="567328"/>
                  <a:pt x="2389675" y="585290"/>
                  <a:pt x="2422815" y="589480"/>
                </a:cubicBezTo>
                <a:lnTo>
                  <a:pt x="2437959" y="590395"/>
                </a:lnTo>
                <a:lnTo>
                  <a:pt x="2453275" y="589480"/>
                </a:lnTo>
                <a:cubicBezTo>
                  <a:pt x="2486774" y="585290"/>
                  <a:pt x="2505375" y="567328"/>
                  <a:pt x="2526203" y="548032"/>
                </a:cubicBezTo>
                <a:cubicBezTo>
                  <a:pt x="2549424" y="525400"/>
                  <a:pt x="2574968" y="500446"/>
                  <a:pt x="2625475" y="500446"/>
                </a:cubicBezTo>
                <a:cubicBezTo>
                  <a:pt x="2676563" y="500446"/>
                  <a:pt x="2702109" y="525400"/>
                  <a:pt x="2725913" y="548032"/>
                </a:cubicBezTo>
                <a:cubicBezTo>
                  <a:pt x="2746233" y="567328"/>
                  <a:pt x="2764773" y="585290"/>
                  <a:pt x="2797875" y="589480"/>
                </a:cubicBezTo>
                <a:lnTo>
                  <a:pt x="2812992" y="590395"/>
                </a:lnTo>
                <a:lnTo>
                  <a:pt x="2828318" y="589480"/>
                </a:lnTo>
                <a:cubicBezTo>
                  <a:pt x="2861804" y="585290"/>
                  <a:pt x="2880408" y="567328"/>
                  <a:pt x="2901235" y="548032"/>
                </a:cubicBezTo>
                <a:cubicBezTo>
                  <a:pt x="2923141" y="526814"/>
                  <a:pt x="2946952" y="503556"/>
                  <a:pt x="2991461" y="500732"/>
                </a:cubicBezTo>
                <a:lnTo>
                  <a:pt x="3000643" y="500446"/>
                </a:lnTo>
                <a:lnTo>
                  <a:pt x="3009941" y="500732"/>
                </a:lnTo>
                <a:cubicBezTo>
                  <a:pt x="3054987" y="503556"/>
                  <a:pt x="3078864" y="526814"/>
                  <a:pt x="3101207" y="548032"/>
                </a:cubicBezTo>
                <a:cubicBezTo>
                  <a:pt x="3121553" y="567328"/>
                  <a:pt x="3140117" y="585290"/>
                  <a:pt x="3173258" y="589480"/>
                </a:cubicBezTo>
                <a:lnTo>
                  <a:pt x="3188401" y="590395"/>
                </a:lnTo>
                <a:lnTo>
                  <a:pt x="3203716" y="589480"/>
                </a:lnTo>
                <a:cubicBezTo>
                  <a:pt x="3237203" y="585290"/>
                  <a:pt x="3255745" y="567328"/>
                  <a:pt x="3276063" y="548032"/>
                </a:cubicBezTo>
                <a:cubicBezTo>
                  <a:pt x="3298378" y="526814"/>
                  <a:pt x="3322224" y="503556"/>
                  <a:pt x="3366734" y="500732"/>
                </a:cubicBezTo>
                <a:lnTo>
                  <a:pt x="3375917" y="500446"/>
                </a:lnTo>
                <a:lnTo>
                  <a:pt x="3385203" y="500732"/>
                </a:lnTo>
                <a:cubicBezTo>
                  <a:pt x="3430192" y="503556"/>
                  <a:pt x="3454037" y="526814"/>
                  <a:pt x="3476352" y="548032"/>
                </a:cubicBezTo>
                <a:cubicBezTo>
                  <a:pt x="3496671" y="567328"/>
                  <a:pt x="3515212" y="585290"/>
                  <a:pt x="3548311" y="589480"/>
                </a:cubicBezTo>
                <a:lnTo>
                  <a:pt x="3563434" y="590395"/>
                </a:lnTo>
                <a:lnTo>
                  <a:pt x="3578769" y="589480"/>
                </a:lnTo>
                <a:cubicBezTo>
                  <a:pt x="3612299" y="585290"/>
                  <a:pt x="3630864" y="567328"/>
                  <a:pt x="3651209" y="548032"/>
                </a:cubicBezTo>
                <a:cubicBezTo>
                  <a:pt x="3673553" y="526814"/>
                  <a:pt x="3697429" y="503556"/>
                  <a:pt x="3741996" y="500732"/>
                </a:cubicBezTo>
                <a:lnTo>
                  <a:pt x="3751191" y="500446"/>
                </a:lnTo>
                <a:lnTo>
                  <a:pt x="3760477" y="500732"/>
                </a:lnTo>
                <a:cubicBezTo>
                  <a:pt x="3805465" y="503556"/>
                  <a:pt x="3829311" y="526814"/>
                  <a:pt x="3851626" y="548032"/>
                </a:cubicBezTo>
                <a:cubicBezTo>
                  <a:pt x="3871945" y="567328"/>
                  <a:pt x="3890486" y="585290"/>
                  <a:pt x="3923584" y="589480"/>
                </a:cubicBezTo>
                <a:lnTo>
                  <a:pt x="3938707" y="590395"/>
                </a:lnTo>
                <a:lnTo>
                  <a:pt x="3944937" y="590023"/>
                </a:lnTo>
                <a:lnTo>
                  <a:pt x="3944937" y="607618"/>
                </a:lnTo>
                <a:lnTo>
                  <a:pt x="3938708" y="607805"/>
                </a:lnTo>
                <a:lnTo>
                  <a:pt x="3938707" y="607805"/>
                </a:lnTo>
                <a:lnTo>
                  <a:pt x="3929525" y="607526"/>
                </a:lnTo>
                <a:cubicBezTo>
                  <a:pt x="3885014" y="604765"/>
                  <a:pt x="3861168" y="582017"/>
                  <a:pt x="3838854" y="560799"/>
                </a:cubicBezTo>
                <a:cubicBezTo>
                  <a:pt x="3818535" y="541504"/>
                  <a:pt x="3799993" y="523541"/>
                  <a:pt x="3766506" y="519352"/>
                </a:cubicBezTo>
                <a:lnTo>
                  <a:pt x="3751191" y="518436"/>
                </a:lnTo>
                <a:lnTo>
                  <a:pt x="3736048" y="519352"/>
                </a:lnTo>
                <a:cubicBezTo>
                  <a:pt x="3702908" y="523541"/>
                  <a:pt x="3684343" y="541504"/>
                  <a:pt x="3663997" y="560799"/>
                </a:cubicBezTo>
                <a:cubicBezTo>
                  <a:pt x="3641654" y="582017"/>
                  <a:pt x="3617778" y="604765"/>
                  <a:pt x="3572731" y="607526"/>
                </a:cubicBezTo>
                <a:lnTo>
                  <a:pt x="3563434" y="607805"/>
                </a:lnTo>
                <a:lnTo>
                  <a:pt x="3554251" y="607526"/>
                </a:lnTo>
                <a:cubicBezTo>
                  <a:pt x="3509740" y="604765"/>
                  <a:pt x="3485895" y="582017"/>
                  <a:pt x="3463580" y="560799"/>
                </a:cubicBezTo>
                <a:cubicBezTo>
                  <a:pt x="3443261" y="541504"/>
                  <a:pt x="3424720" y="523541"/>
                  <a:pt x="3391233" y="519352"/>
                </a:cubicBezTo>
                <a:lnTo>
                  <a:pt x="3375917" y="518436"/>
                </a:lnTo>
                <a:lnTo>
                  <a:pt x="3360794" y="519352"/>
                </a:lnTo>
                <a:cubicBezTo>
                  <a:pt x="3327696" y="523541"/>
                  <a:pt x="3309155" y="541504"/>
                  <a:pt x="3288835" y="560799"/>
                </a:cubicBezTo>
                <a:cubicBezTo>
                  <a:pt x="3266521" y="582017"/>
                  <a:pt x="3242675" y="604765"/>
                  <a:pt x="3197686" y="607526"/>
                </a:cubicBezTo>
                <a:lnTo>
                  <a:pt x="3188401" y="607805"/>
                </a:lnTo>
                <a:lnTo>
                  <a:pt x="3179206" y="607526"/>
                </a:lnTo>
                <a:cubicBezTo>
                  <a:pt x="3134638" y="604765"/>
                  <a:pt x="3110762" y="582017"/>
                  <a:pt x="3088419" y="560799"/>
                </a:cubicBezTo>
                <a:cubicBezTo>
                  <a:pt x="3068073" y="541504"/>
                  <a:pt x="3049509" y="523541"/>
                  <a:pt x="3015979" y="519352"/>
                </a:cubicBezTo>
                <a:lnTo>
                  <a:pt x="3000643" y="518436"/>
                </a:lnTo>
                <a:lnTo>
                  <a:pt x="2985520" y="519352"/>
                </a:lnTo>
                <a:cubicBezTo>
                  <a:pt x="2952422" y="523541"/>
                  <a:pt x="2933881" y="541504"/>
                  <a:pt x="2913429" y="560799"/>
                </a:cubicBezTo>
                <a:cubicBezTo>
                  <a:pt x="2891112" y="582017"/>
                  <a:pt x="2867269" y="604765"/>
                  <a:pt x="2822285" y="607526"/>
                </a:cubicBezTo>
                <a:lnTo>
                  <a:pt x="2812992" y="607805"/>
                </a:lnTo>
                <a:lnTo>
                  <a:pt x="2803817" y="607526"/>
                </a:lnTo>
                <a:cubicBezTo>
                  <a:pt x="2759309" y="604765"/>
                  <a:pt x="2735489" y="582017"/>
                  <a:pt x="2713719" y="560799"/>
                </a:cubicBezTo>
                <a:cubicBezTo>
                  <a:pt x="2689916" y="538747"/>
                  <a:pt x="2669016" y="518436"/>
                  <a:pt x="2625475" y="518436"/>
                </a:cubicBezTo>
                <a:cubicBezTo>
                  <a:pt x="2582521" y="518436"/>
                  <a:pt x="2561615" y="538747"/>
                  <a:pt x="2538398" y="560799"/>
                </a:cubicBezTo>
                <a:cubicBezTo>
                  <a:pt x="2516079" y="582017"/>
                  <a:pt x="2492239" y="604765"/>
                  <a:pt x="2447253" y="607526"/>
                </a:cubicBezTo>
                <a:lnTo>
                  <a:pt x="2437959" y="607805"/>
                </a:lnTo>
                <a:lnTo>
                  <a:pt x="2428768" y="607526"/>
                </a:lnTo>
                <a:cubicBezTo>
                  <a:pt x="2384205" y="604765"/>
                  <a:pt x="2360364" y="582017"/>
                  <a:pt x="2338559" y="560799"/>
                </a:cubicBezTo>
                <a:cubicBezTo>
                  <a:pt x="2318221" y="541504"/>
                  <a:pt x="2299203" y="523541"/>
                  <a:pt x="2265570" y="519352"/>
                </a:cubicBezTo>
                <a:lnTo>
                  <a:pt x="2250202" y="518436"/>
                </a:lnTo>
                <a:lnTo>
                  <a:pt x="2235078" y="519352"/>
                </a:lnTo>
                <a:cubicBezTo>
                  <a:pt x="2201989" y="523541"/>
                  <a:pt x="2183438" y="541504"/>
                  <a:pt x="2163119" y="560799"/>
                </a:cubicBezTo>
                <a:cubicBezTo>
                  <a:pt x="2140811" y="582017"/>
                  <a:pt x="2116959" y="604765"/>
                  <a:pt x="2071970" y="607526"/>
                </a:cubicBezTo>
                <a:lnTo>
                  <a:pt x="2062687" y="607805"/>
                </a:lnTo>
                <a:lnTo>
                  <a:pt x="2053502" y="607526"/>
                </a:lnTo>
                <a:cubicBezTo>
                  <a:pt x="2008993" y="604765"/>
                  <a:pt x="1985187" y="582017"/>
                  <a:pt x="1963418" y="560799"/>
                </a:cubicBezTo>
                <a:cubicBezTo>
                  <a:pt x="1943099" y="541504"/>
                  <a:pt x="1924106" y="523541"/>
                  <a:pt x="1890508" y="519352"/>
                </a:cubicBezTo>
                <a:lnTo>
                  <a:pt x="1875171" y="518436"/>
                </a:lnTo>
                <a:lnTo>
                  <a:pt x="1860044" y="519352"/>
                </a:lnTo>
                <a:cubicBezTo>
                  <a:pt x="1826946" y="523541"/>
                  <a:pt x="1808405" y="541504"/>
                  <a:pt x="1788085" y="560799"/>
                </a:cubicBezTo>
                <a:cubicBezTo>
                  <a:pt x="1765780" y="582017"/>
                  <a:pt x="1741925" y="604765"/>
                  <a:pt x="1696936" y="607526"/>
                </a:cubicBezTo>
                <a:lnTo>
                  <a:pt x="1687656" y="607805"/>
                </a:lnTo>
                <a:lnTo>
                  <a:pt x="1678456" y="607526"/>
                </a:lnTo>
                <a:cubicBezTo>
                  <a:pt x="1633891" y="604765"/>
                  <a:pt x="1610048" y="582017"/>
                  <a:pt x="1588259" y="560799"/>
                </a:cubicBezTo>
                <a:cubicBezTo>
                  <a:pt x="1567905" y="541504"/>
                  <a:pt x="1548904" y="523541"/>
                  <a:pt x="1515254" y="519352"/>
                </a:cubicBezTo>
                <a:lnTo>
                  <a:pt x="1499902" y="518436"/>
                </a:lnTo>
                <a:lnTo>
                  <a:pt x="1484938" y="519352"/>
                </a:lnTo>
                <a:cubicBezTo>
                  <a:pt x="1452117" y="523541"/>
                  <a:pt x="1433131" y="541504"/>
                  <a:pt x="1412811" y="560799"/>
                </a:cubicBezTo>
                <a:cubicBezTo>
                  <a:pt x="1389009" y="583432"/>
                  <a:pt x="1363465" y="607805"/>
                  <a:pt x="1312377" y="607805"/>
                </a:cubicBezTo>
                <a:cubicBezTo>
                  <a:pt x="1261869" y="607805"/>
                  <a:pt x="1236325" y="583432"/>
                  <a:pt x="1213103" y="560799"/>
                </a:cubicBezTo>
                <a:cubicBezTo>
                  <a:pt x="1192784" y="541504"/>
                  <a:pt x="1173800" y="523541"/>
                  <a:pt x="1140203" y="519352"/>
                </a:cubicBezTo>
                <a:lnTo>
                  <a:pt x="1124860" y="518436"/>
                </a:lnTo>
                <a:lnTo>
                  <a:pt x="1109907" y="519352"/>
                </a:lnTo>
                <a:cubicBezTo>
                  <a:pt x="1077083" y="523541"/>
                  <a:pt x="1058099" y="541504"/>
                  <a:pt x="1037780" y="560799"/>
                </a:cubicBezTo>
                <a:cubicBezTo>
                  <a:pt x="1014563" y="583432"/>
                  <a:pt x="988431" y="607805"/>
                  <a:pt x="937343" y="607805"/>
                </a:cubicBezTo>
                <a:cubicBezTo>
                  <a:pt x="887352" y="607805"/>
                  <a:pt x="861195" y="583432"/>
                  <a:pt x="837942" y="560799"/>
                </a:cubicBezTo>
                <a:cubicBezTo>
                  <a:pt x="817603" y="541504"/>
                  <a:pt x="798587" y="523541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2"/>
                  <a:pt x="613157" y="607805"/>
                  <a:pt x="562069" y="607805"/>
                </a:cubicBezTo>
                <a:cubicBezTo>
                  <a:pt x="512115" y="607805"/>
                  <a:pt x="485977" y="583432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2"/>
                  <a:pt x="238024" y="607805"/>
                  <a:pt x="187517" y="607805"/>
                </a:cubicBezTo>
                <a:cubicBezTo>
                  <a:pt x="137011" y="607805"/>
                  <a:pt x="111465" y="583432"/>
                  <a:pt x="87663" y="560799"/>
                </a:cubicBezTo>
                <a:cubicBezTo>
                  <a:pt x="64441" y="538747"/>
                  <a:pt x="42961" y="518436"/>
                  <a:pt x="0" y="518436"/>
                </a:cubicBezTo>
                <a:close/>
                <a:moveTo>
                  <a:pt x="0" y="399827"/>
                </a:moveTo>
                <a:cubicBezTo>
                  <a:pt x="50508" y="399827"/>
                  <a:pt x="76633" y="424837"/>
                  <a:pt x="99855" y="447520"/>
                </a:cubicBezTo>
                <a:cubicBezTo>
                  <a:pt x="123076" y="469622"/>
                  <a:pt x="144556" y="489978"/>
                  <a:pt x="187517" y="489978"/>
                </a:cubicBezTo>
                <a:cubicBezTo>
                  <a:pt x="230477" y="489978"/>
                  <a:pt x="251957" y="469622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2"/>
                  <a:pt x="519667" y="489978"/>
                  <a:pt x="562069" y="489978"/>
                </a:cubicBezTo>
                <a:cubicBezTo>
                  <a:pt x="605610" y="489978"/>
                  <a:pt x="627090" y="469622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803998" y="402944"/>
                  <a:pt x="828351" y="426255"/>
                  <a:pt x="850154" y="447520"/>
                </a:cubicBezTo>
                <a:cubicBezTo>
                  <a:pt x="873408" y="469622"/>
                  <a:pt x="894909" y="489978"/>
                  <a:pt x="937343" y="489978"/>
                </a:cubicBezTo>
                <a:cubicBezTo>
                  <a:pt x="980892" y="489978"/>
                  <a:pt x="1002368" y="469622"/>
                  <a:pt x="1025586" y="447520"/>
                </a:cubicBezTo>
                <a:cubicBezTo>
                  <a:pt x="1047357" y="426255"/>
                  <a:pt x="1071175" y="402944"/>
                  <a:pt x="1115684" y="400114"/>
                </a:cubicBezTo>
                <a:lnTo>
                  <a:pt x="1124860" y="399827"/>
                </a:lnTo>
                <a:lnTo>
                  <a:pt x="1134151" y="400114"/>
                </a:lnTo>
                <a:cubicBezTo>
                  <a:pt x="1179136" y="402944"/>
                  <a:pt x="1202980" y="426255"/>
                  <a:pt x="1225295" y="447520"/>
                </a:cubicBezTo>
                <a:cubicBezTo>
                  <a:pt x="1248517" y="469622"/>
                  <a:pt x="1270006" y="489978"/>
                  <a:pt x="1312377" y="489978"/>
                </a:cubicBezTo>
                <a:cubicBezTo>
                  <a:pt x="1355923" y="489978"/>
                  <a:pt x="1377398" y="469622"/>
                  <a:pt x="1400620" y="447520"/>
                </a:cubicBezTo>
                <a:cubicBezTo>
                  <a:pt x="1422391" y="426255"/>
                  <a:pt x="1446206" y="402944"/>
                  <a:pt x="1490715" y="400114"/>
                </a:cubicBezTo>
                <a:lnTo>
                  <a:pt x="1499902" y="399827"/>
                </a:lnTo>
                <a:lnTo>
                  <a:pt x="1509200" y="400114"/>
                </a:lnTo>
                <a:cubicBezTo>
                  <a:pt x="1554240" y="402944"/>
                  <a:pt x="1578118" y="426255"/>
                  <a:pt x="1600457" y="447520"/>
                </a:cubicBezTo>
                <a:cubicBezTo>
                  <a:pt x="1620811" y="466859"/>
                  <a:pt x="1639813" y="484862"/>
                  <a:pt x="1672675" y="489060"/>
                </a:cubicBezTo>
                <a:lnTo>
                  <a:pt x="1687656" y="489978"/>
                </a:lnTo>
                <a:lnTo>
                  <a:pt x="1702991" y="489060"/>
                </a:lnTo>
                <a:cubicBezTo>
                  <a:pt x="1736589" y="484862"/>
                  <a:pt x="1755583" y="466859"/>
                  <a:pt x="1775902" y="447520"/>
                </a:cubicBezTo>
                <a:cubicBezTo>
                  <a:pt x="1797671" y="426255"/>
                  <a:pt x="1821477" y="402944"/>
                  <a:pt x="1865985" y="400114"/>
                </a:cubicBezTo>
                <a:lnTo>
                  <a:pt x="1875171" y="399827"/>
                </a:lnTo>
                <a:lnTo>
                  <a:pt x="1884453" y="400114"/>
                </a:lnTo>
                <a:cubicBezTo>
                  <a:pt x="1929442" y="402944"/>
                  <a:pt x="1953295" y="426255"/>
                  <a:pt x="1975602" y="447520"/>
                </a:cubicBezTo>
                <a:cubicBezTo>
                  <a:pt x="1995922" y="466859"/>
                  <a:pt x="2014463" y="484862"/>
                  <a:pt x="2047561" y="489060"/>
                </a:cubicBezTo>
                <a:lnTo>
                  <a:pt x="2062687" y="489978"/>
                </a:lnTo>
                <a:lnTo>
                  <a:pt x="2078025" y="489060"/>
                </a:lnTo>
                <a:cubicBezTo>
                  <a:pt x="2111623" y="484862"/>
                  <a:pt x="2130614" y="466859"/>
                  <a:pt x="2150933" y="447520"/>
                </a:cubicBezTo>
                <a:cubicBezTo>
                  <a:pt x="2172701" y="426255"/>
                  <a:pt x="2196510" y="402944"/>
                  <a:pt x="2241019" y="400114"/>
                </a:cubicBezTo>
                <a:lnTo>
                  <a:pt x="2250202" y="399827"/>
                </a:lnTo>
                <a:lnTo>
                  <a:pt x="2259500" y="400114"/>
                </a:lnTo>
                <a:cubicBezTo>
                  <a:pt x="2304545" y="402944"/>
                  <a:pt x="2328421" y="426255"/>
                  <a:pt x="2350772" y="447520"/>
                </a:cubicBezTo>
                <a:cubicBezTo>
                  <a:pt x="2371110" y="466859"/>
                  <a:pt x="2389675" y="484862"/>
                  <a:pt x="2422815" y="489060"/>
                </a:cubicBezTo>
                <a:lnTo>
                  <a:pt x="2437959" y="489978"/>
                </a:lnTo>
                <a:lnTo>
                  <a:pt x="2453275" y="489060"/>
                </a:lnTo>
                <a:cubicBezTo>
                  <a:pt x="2486774" y="484862"/>
                  <a:pt x="2505375" y="466859"/>
                  <a:pt x="2526203" y="447520"/>
                </a:cubicBezTo>
                <a:cubicBezTo>
                  <a:pt x="2549424" y="424837"/>
                  <a:pt x="2574968" y="399827"/>
                  <a:pt x="2625475" y="399827"/>
                </a:cubicBezTo>
                <a:cubicBezTo>
                  <a:pt x="2676563" y="399827"/>
                  <a:pt x="2702109" y="424837"/>
                  <a:pt x="2725913" y="447520"/>
                </a:cubicBezTo>
                <a:cubicBezTo>
                  <a:pt x="2746233" y="466859"/>
                  <a:pt x="2764773" y="484862"/>
                  <a:pt x="2797875" y="489060"/>
                </a:cubicBezTo>
                <a:lnTo>
                  <a:pt x="2812992" y="489978"/>
                </a:lnTo>
                <a:lnTo>
                  <a:pt x="2828318" y="489060"/>
                </a:lnTo>
                <a:cubicBezTo>
                  <a:pt x="2861804" y="484862"/>
                  <a:pt x="2880408" y="466859"/>
                  <a:pt x="2901235" y="447520"/>
                </a:cubicBezTo>
                <a:cubicBezTo>
                  <a:pt x="2923135" y="426255"/>
                  <a:pt x="2946946" y="402944"/>
                  <a:pt x="2991455" y="400114"/>
                </a:cubicBezTo>
                <a:lnTo>
                  <a:pt x="3000637" y="399827"/>
                </a:lnTo>
                <a:lnTo>
                  <a:pt x="3009935" y="400114"/>
                </a:lnTo>
                <a:cubicBezTo>
                  <a:pt x="3054981" y="402944"/>
                  <a:pt x="3078858" y="426255"/>
                  <a:pt x="3101201" y="447520"/>
                </a:cubicBezTo>
                <a:cubicBezTo>
                  <a:pt x="3121547" y="466859"/>
                  <a:pt x="3140111" y="484862"/>
                  <a:pt x="3173252" y="489060"/>
                </a:cubicBezTo>
                <a:lnTo>
                  <a:pt x="3188395" y="489978"/>
                </a:lnTo>
                <a:lnTo>
                  <a:pt x="3203710" y="489060"/>
                </a:lnTo>
                <a:cubicBezTo>
                  <a:pt x="3237197" y="484862"/>
                  <a:pt x="3255739" y="466859"/>
                  <a:pt x="3276057" y="447520"/>
                </a:cubicBezTo>
                <a:cubicBezTo>
                  <a:pt x="3298372" y="426255"/>
                  <a:pt x="3322218" y="402944"/>
                  <a:pt x="3366728" y="400114"/>
                </a:cubicBezTo>
                <a:lnTo>
                  <a:pt x="3375911" y="399827"/>
                </a:lnTo>
                <a:lnTo>
                  <a:pt x="3385197" y="400114"/>
                </a:lnTo>
                <a:cubicBezTo>
                  <a:pt x="3430186" y="402944"/>
                  <a:pt x="3454031" y="426255"/>
                  <a:pt x="3476346" y="447520"/>
                </a:cubicBezTo>
                <a:cubicBezTo>
                  <a:pt x="3496665" y="466859"/>
                  <a:pt x="3515206" y="484862"/>
                  <a:pt x="3548305" y="489060"/>
                </a:cubicBezTo>
                <a:lnTo>
                  <a:pt x="3563428" y="489978"/>
                </a:lnTo>
                <a:lnTo>
                  <a:pt x="3578763" y="489060"/>
                </a:lnTo>
                <a:cubicBezTo>
                  <a:pt x="3612293" y="484862"/>
                  <a:pt x="3630858" y="466859"/>
                  <a:pt x="3651203" y="447520"/>
                </a:cubicBezTo>
                <a:cubicBezTo>
                  <a:pt x="3673547" y="426255"/>
                  <a:pt x="3697423" y="402944"/>
                  <a:pt x="3741990" y="400114"/>
                </a:cubicBezTo>
                <a:lnTo>
                  <a:pt x="3751185" y="399827"/>
                </a:lnTo>
                <a:lnTo>
                  <a:pt x="3760471" y="400114"/>
                </a:lnTo>
                <a:cubicBezTo>
                  <a:pt x="3805459" y="402944"/>
                  <a:pt x="3829305" y="426255"/>
                  <a:pt x="3851620" y="447520"/>
                </a:cubicBezTo>
                <a:cubicBezTo>
                  <a:pt x="3871939" y="466859"/>
                  <a:pt x="3890480" y="484862"/>
                  <a:pt x="3923578" y="489060"/>
                </a:cubicBezTo>
                <a:lnTo>
                  <a:pt x="3938701" y="489978"/>
                </a:lnTo>
                <a:lnTo>
                  <a:pt x="3944937" y="489604"/>
                </a:lnTo>
                <a:lnTo>
                  <a:pt x="3944937" y="507239"/>
                </a:lnTo>
                <a:lnTo>
                  <a:pt x="3938702" y="507427"/>
                </a:lnTo>
                <a:lnTo>
                  <a:pt x="3938701" y="507427"/>
                </a:lnTo>
                <a:lnTo>
                  <a:pt x="3929519" y="507147"/>
                </a:lnTo>
                <a:cubicBezTo>
                  <a:pt x="3885008" y="504380"/>
                  <a:pt x="3861162" y="481581"/>
                  <a:pt x="3838848" y="460316"/>
                </a:cubicBezTo>
                <a:cubicBezTo>
                  <a:pt x="3818529" y="440977"/>
                  <a:pt x="3799987" y="422974"/>
                  <a:pt x="3766501" y="418775"/>
                </a:cubicBezTo>
                <a:lnTo>
                  <a:pt x="3751185" y="417857"/>
                </a:lnTo>
                <a:lnTo>
                  <a:pt x="3736042" y="418752"/>
                </a:lnTo>
                <a:cubicBezTo>
                  <a:pt x="3702902" y="422847"/>
                  <a:pt x="3684337" y="440468"/>
                  <a:pt x="3663991" y="460316"/>
                </a:cubicBezTo>
                <a:cubicBezTo>
                  <a:pt x="3641648" y="481581"/>
                  <a:pt x="3617772" y="504380"/>
                  <a:pt x="3572725" y="507147"/>
                </a:cubicBezTo>
                <a:lnTo>
                  <a:pt x="3563428" y="507427"/>
                </a:lnTo>
                <a:lnTo>
                  <a:pt x="3554245" y="507147"/>
                </a:lnTo>
                <a:cubicBezTo>
                  <a:pt x="3509734" y="504380"/>
                  <a:pt x="3485889" y="481581"/>
                  <a:pt x="3463574" y="460316"/>
                </a:cubicBezTo>
                <a:cubicBezTo>
                  <a:pt x="3443255" y="440977"/>
                  <a:pt x="3424714" y="422974"/>
                  <a:pt x="3391227" y="418775"/>
                </a:cubicBezTo>
                <a:lnTo>
                  <a:pt x="3375911" y="417857"/>
                </a:lnTo>
                <a:lnTo>
                  <a:pt x="3360788" y="418752"/>
                </a:lnTo>
                <a:cubicBezTo>
                  <a:pt x="3327690" y="422847"/>
                  <a:pt x="3309149" y="440468"/>
                  <a:pt x="3288829" y="460316"/>
                </a:cubicBezTo>
                <a:cubicBezTo>
                  <a:pt x="3266515" y="481581"/>
                  <a:pt x="3242669" y="504380"/>
                  <a:pt x="3197680" y="507147"/>
                </a:cubicBezTo>
                <a:lnTo>
                  <a:pt x="3188395" y="507427"/>
                </a:lnTo>
                <a:lnTo>
                  <a:pt x="3179200" y="507147"/>
                </a:lnTo>
                <a:cubicBezTo>
                  <a:pt x="3134632" y="504380"/>
                  <a:pt x="3110756" y="481581"/>
                  <a:pt x="3088413" y="460316"/>
                </a:cubicBezTo>
                <a:cubicBezTo>
                  <a:pt x="3068067" y="440977"/>
                  <a:pt x="3049502" y="422974"/>
                  <a:pt x="3015973" y="418775"/>
                </a:cubicBezTo>
                <a:lnTo>
                  <a:pt x="3000637" y="417857"/>
                </a:lnTo>
                <a:lnTo>
                  <a:pt x="2985514" y="418752"/>
                </a:lnTo>
                <a:cubicBezTo>
                  <a:pt x="2952415" y="422847"/>
                  <a:pt x="2933875" y="440468"/>
                  <a:pt x="2913429" y="460316"/>
                </a:cubicBezTo>
                <a:cubicBezTo>
                  <a:pt x="2891112" y="481581"/>
                  <a:pt x="2867269" y="504380"/>
                  <a:pt x="2822285" y="507147"/>
                </a:cubicBezTo>
                <a:lnTo>
                  <a:pt x="2812992" y="507427"/>
                </a:lnTo>
                <a:lnTo>
                  <a:pt x="2803817" y="507147"/>
                </a:lnTo>
                <a:cubicBezTo>
                  <a:pt x="2759309" y="504380"/>
                  <a:pt x="2735489" y="481581"/>
                  <a:pt x="2713719" y="460316"/>
                </a:cubicBezTo>
                <a:cubicBezTo>
                  <a:pt x="2689916" y="438214"/>
                  <a:pt x="2669016" y="417857"/>
                  <a:pt x="2625475" y="417857"/>
                </a:cubicBezTo>
                <a:cubicBezTo>
                  <a:pt x="2582521" y="417857"/>
                  <a:pt x="2561615" y="437633"/>
                  <a:pt x="2538398" y="460316"/>
                </a:cubicBezTo>
                <a:cubicBezTo>
                  <a:pt x="2516079" y="481581"/>
                  <a:pt x="2492239" y="504380"/>
                  <a:pt x="2447253" y="507147"/>
                </a:cubicBezTo>
                <a:lnTo>
                  <a:pt x="2437959" y="507427"/>
                </a:lnTo>
                <a:lnTo>
                  <a:pt x="2428768" y="507147"/>
                </a:lnTo>
                <a:cubicBezTo>
                  <a:pt x="2384205" y="504380"/>
                  <a:pt x="2360364" y="481581"/>
                  <a:pt x="2338559" y="460316"/>
                </a:cubicBezTo>
                <a:cubicBezTo>
                  <a:pt x="2318221" y="440977"/>
                  <a:pt x="2299203" y="422974"/>
                  <a:pt x="2265570" y="418775"/>
                </a:cubicBezTo>
                <a:lnTo>
                  <a:pt x="2250202" y="417857"/>
                </a:lnTo>
                <a:lnTo>
                  <a:pt x="2235078" y="418752"/>
                </a:lnTo>
                <a:cubicBezTo>
                  <a:pt x="2201989" y="422847"/>
                  <a:pt x="2183438" y="440468"/>
                  <a:pt x="2163119" y="460316"/>
                </a:cubicBezTo>
                <a:cubicBezTo>
                  <a:pt x="2140811" y="481581"/>
                  <a:pt x="2116959" y="504380"/>
                  <a:pt x="2071970" y="507147"/>
                </a:cubicBezTo>
                <a:lnTo>
                  <a:pt x="2062687" y="507427"/>
                </a:lnTo>
                <a:lnTo>
                  <a:pt x="2053502" y="507147"/>
                </a:lnTo>
                <a:cubicBezTo>
                  <a:pt x="2008993" y="504380"/>
                  <a:pt x="1985187" y="481581"/>
                  <a:pt x="1963418" y="460316"/>
                </a:cubicBezTo>
                <a:cubicBezTo>
                  <a:pt x="1943099" y="440977"/>
                  <a:pt x="1924106" y="422974"/>
                  <a:pt x="1890508" y="418775"/>
                </a:cubicBezTo>
                <a:lnTo>
                  <a:pt x="1875171" y="417857"/>
                </a:lnTo>
                <a:lnTo>
                  <a:pt x="1860044" y="418752"/>
                </a:lnTo>
                <a:cubicBezTo>
                  <a:pt x="1826946" y="422847"/>
                  <a:pt x="1808405" y="440468"/>
                  <a:pt x="1788085" y="460316"/>
                </a:cubicBezTo>
                <a:cubicBezTo>
                  <a:pt x="1765780" y="481581"/>
                  <a:pt x="1741925" y="504380"/>
                  <a:pt x="1696936" y="507147"/>
                </a:cubicBezTo>
                <a:lnTo>
                  <a:pt x="1687656" y="507427"/>
                </a:lnTo>
                <a:lnTo>
                  <a:pt x="1678456" y="507147"/>
                </a:lnTo>
                <a:cubicBezTo>
                  <a:pt x="1633891" y="504380"/>
                  <a:pt x="1610048" y="481581"/>
                  <a:pt x="1588259" y="460316"/>
                </a:cubicBezTo>
                <a:cubicBezTo>
                  <a:pt x="1567905" y="440977"/>
                  <a:pt x="1548904" y="422974"/>
                  <a:pt x="1515254" y="418775"/>
                </a:cubicBezTo>
                <a:lnTo>
                  <a:pt x="1499902" y="417857"/>
                </a:lnTo>
                <a:lnTo>
                  <a:pt x="1484938" y="418752"/>
                </a:lnTo>
                <a:cubicBezTo>
                  <a:pt x="1452117" y="422847"/>
                  <a:pt x="1433131" y="440468"/>
                  <a:pt x="1412811" y="460316"/>
                </a:cubicBezTo>
                <a:cubicBezTo>
                  <a:pt x="1389009" y="482999"/>
                  <a:pt x="1363465" y="507427"/>
                  <a:pt x="1312377" y="507427"/>
                </a:cubicBezTo>
                <a:cubicBezTo>
                  <a:pt x="1261869" y="507427"/>
                  <a:pt x="1236325" y="482999"/>
                  <a:pt x="1213103" y="460316"/>
                </a:cubicBezTo>
                <a:cubicBezTo>
                  <a:pt x="1192784" y="440977"/>
                  <a:pt x="1173800" y="422974"/>
                  <a:pt x="1140203" y="418775"/>
                </a:cubicBezTo>
                <a:lnTo>
                  <a:pt x="1124860" y="417857"/>
                </a:lnTo>
                <a:lnTo>
                  <a:pt x="1109907" y="418752"/>
                </a:lnTo>
                <a:cubicBezTo>
                  <a:pt x="1077083" y="422847"/>
                  <a:pt x="1058099" y="440468"/>
                  <a:pt x="1037780" y="460316"/>
                </a:cubicBezTo>
                <a:cubicBezTo>
                  <a:pt x="1014563" y="482999"/>
                  <a:pt x="988431" y="507427"/>
                  <a:pt x="937343" y="507427"/>
                </a:cubicBezTo>
                <a:cubicBezTo>
                  <a:pt x="887352" y="507427"/>
                  <a:pt x="861195" y="482999"/>
                  <a:pt x="837942" y="460316"/>
                </a:cubicBezTo>
                <a:cubicBezTo>
                  <a:pt x="817603" y="440977"/>
                  <a:pt x="798587" y="422974"/>
                  <a:pt x="764952" y="418775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3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11" y="507427"/>
                  <a:pt x="111465" y="482999"/>
                  <a:pt x="87663" y="460316"/>
                </a:cubicBezTo>
                <a:cubicBezTo>
                  <a:pt x="64441" y="438214"/>
                  <a:pt x="42961" y="417857"/>
                  <a:pt x="0" y="417857"/>
                </a:cubicBezTo>
                <a:close/>
                <a:moveTo>
                  <a:pt x="0" y="299931"/>
                </a:moveTo>
                <a:cubicBezTo>
                  <a:pt x="50508" y="299931"/>
                  <a:pt x="76633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4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803998" y="303045"/>
                  <a:pt x="828351" y="326334"/>
                  <a:pt x="850154" y="347579"/>
                </a:cubicBezTo>
                <a:cubicBezTo>
                  <a:pt x="873408" y="369660"/>
                  <a:pt x="894909" y="389998"/>
                  <a:pt x="937343" y="389998"/>
                </a:cubicBezTo>
                <a:cubicBezTo>
                  <a:pt x="980892" y="389998"/>
                  <a:pt x="1002368" y="369660"/>
                  <a:pt x="1025586" y="347579"/>
                </a:cubicBezTo>
                <a:cubicBezTo>
                  <a:pt x="1047357" y="326334"/>
                  <a:pt x="1071175" y="303045"/>
                  <a:pt x="1115684" y="300217"/>
                </a:cubicBezTo>
                <a:lnTo>
                  <a:pt x="1124860" y="299931"/>
                </a:lnTo>
                <a:lnTo>
                  <a:pt x="1134151" y="300217"/>
                </a:lnTo>
                <a:cubicBezTo>
                  <a:pt x="1179136" y="303045"/>
                  <a:pt x="1202980" y="326334"/>
                  <a:pt x="1225295" y="347579"/>
                </a:cubicBezTo>
                <a:cubicBezTo>
                  <a:pt x="1248517" y="369660"/>
                  <a:pt x="1270006" y="389998"/>
                  <a:pt x="1312377" y="389998"/>
                </a:cubicBezTo>
                <a:cubicBezTo>
                  <a:pt x="1355923" y="389998"/>
                  <a:pt x="1377398" y="369660"/>
                  <a:pt x="1400620" y="347579"/>
                </a:cubicBezTo>
                <a:cubicBezTo>
                  <a:pt x="1422391" y="326334"/>
                  <a:pt x="1446206" y="303045"/>
                  <a:pt x="1490715" y="300217"/>
                </a:cubicBezTo>
                <a:lnTo>
                  <a:pt x="1499902" y="299931"/>
                </a:lnTo>
                <a:lnTo>
                  <a:pt x="1509200" y="300217"/>
                </a:lnTo>
                <a:cubicBezTo>
                  <a:pt x="1554240" y="303045"/>
                  <a:pt x="1578118" y="326334"/>
                  <a:pt x="1600457" y="347579"/>
                </a:cubicBezTo>
                <a:cubicBezTo>
                  <a:pt x="1620811" y="366900"/>
                  <a:pt x="1639813" y="384886"/>
                  <a:pt x="1672675" y="389081"/>
                </a:cubicBezTo>
                <a:lnTo>
                  <a:pt x="1687656" y="389998"/>
                </a:lnTo>
                <a:lnTo>
                  <a:pt x="1702991" y="389081"/>
                </a:lnTo>
                <a:cubicBezTo>
                  <a:pt x="1736589" y="384886"/>
                  <a:pt x="1755583" y="366900"/>
                  <a:pt x="1775902" y="347579"/>
                </a:cubicBezTo>
                <a:cubicBezTo>
                  <a:pt x="1797671" y="326334"/>
                  <a:pt x="1821477" y="303045"/>
                  <a:pt x="1865985" y="300217"/>
                </a:cubicBezTo>
                <a:lnTo>
                  <a:pt x="1875171" y="299931"/>
                </a:lnTo>
                <a:lnTo>
                  <a:pt x="1884453" y="300217"/>
                </a:lnTo>
                <a:cubicBezTo>
                  <a:pt x="1929442" y="303045"/>
                  <a:pt x="1953295" y="326334"/>
                  <a:pt x="1975602" y="347579"/>
                </a:cubicBezTo>
                <a:cubicBezTo>
                  <a:pt x="1995922" y="366900"/>
                  <a:pt x="2014463" y="384886"/>
                  <a:pt x="2047561" y="389081"/>
                </a:cubicBezTo>
                <a:lnTo>
                  <a:pt x="2062687" y="389998"/>
                </a:lnTo>
                <a:lnTo>
                  <a:pt x="2078025" y="389081"/>
                </a:lnTo>
                <a:cubicBezTo>
                  <a:pt x="2111623" y="384886"/>
                  <a:pt x="2130614" y="366900"/>
                  <a:pt x="2150933" y="347579"/>
                </a:cubicBezTo>
                <a:cubicBezTo>
                  <a:pt x="2172701" y="326334"/>
                  <a:pt x="2196510" y="303045"/>
                  <a:pt x="2241019" y="300217"/>
                </a:cubicBezTo>
                <a:lnTo>
                  <a:pt x="2250202" y="299931"/>
                </a:lnTo>
                <a:lnTo>
                  <a:pt x="2259500" y="300217"/>
                </a:lnTo>
                <a:cubicBezTo>
                  <a:pt x="2304545" y="303045"/>
                  <a:pt x="2328421" y="326334"/>
                  <a:pt x="2350772" y="347579"/>
                </a:cubicBezTo>
                <a:cubicBezTo>
                  <a:pt x="2371110" y="366900"/>
                  <a:pt x="2389675" y="384886"/>
                  <a:pt x="2422815" y="389081"/>
                </a:cubicBezTo>
                <a:lnTo>
                  <a:pt x="2437959" y="389998"/>
                </a:lnTo>
                <a:lnTo>
                  <a:pt x="2453275" y="389081"/>
                </a:lnTo>
                <a:cubicBezTo>
                  <a:pt x="2486774" y="384886"/>
                  <a:pt x="2505375" y="366900"/>
                  <a:pt x="2526203" y="347579"/>
                </a:cubicBezTo>
                <a:cubicBezTo>
                  <a:pt x="2549424" y="324917"/>
                  <a:pt x="2574968" y="299931"/>
                  <a:pt x="2625475" y="299931"/>
                </a:cubicBezTo>
                <a:cubicBezTo>
                  <a:pt x="2676563" y="299931"/>
                  <a:pt x="2702109" y="324917"/>
                  <a:pt x="2725913" y="347579"/>
                </a:cubicBezTo>
                <a:cubicBezTo>
                  <a:pt x="2746233" y="366900"/>
                  <a:pt x="2764773" y="384886"/>
                  <a:pt x="2797875" y="389081"/>
                </a:cubicBezTo>
                <a:lnTo>
                  <a:pt x="2812992" y="389998"/>
                </a:lnTo>
                <a:lnTo>
                  <a:pt x="2828318" y="389081"/>
                </a:lnTo>
                <a:cubicBezTo>
                  <a:pt x="2861804" y="384886"/>
                  <a:pt x="2880408" y="366900"/>
                  <a:pt x="2901235" y="347579"/>
                </a:cubicBezTo>
                <a:cubicBezTo>
                  <a:pt x="2923129" y="326334"/>
                  <a:pt x="2946940" y="303045"/>
                  <a:pt x="2991449" y="300217"/>
                </a:cubicBezTo>
                <a:lnTo>
                  <a:pt x="3000631" y="299931"/>
                </a:lnTo>
                <a:lnTo>
                  <a:pt x="3009929" y="300217"/>
                </a:lnTo>
                <a:cubicBezTo>
                  <a:pt x="3054975" y="303045"/>
                  <a:pt x="3078852" y="326334"/>
                  <a:pt x="3101195" y="347579"/>
                </a:cubicBezTo>
                <a:cubicBezTo>
                  <a:pt x="3121541" y="366900"/>
                  <a:pt x="3140105" y="384886"/>
                  <a:pt x="3173246" y="389081"/>
                </a:cubicBezTo>
                <a:lnTo>
                  <a:pt x="3188389" y="389998"/>
                </a:lnTo>
                <a:lnTo>
                  <a:pt x="3203704" y="389081"/>
                </a:lnTo>
                <a:cubicBezTo>
                  <a:pt x="3237191" y="384886"/>
                  <a:pt x="3255733" y="366900"/>
                  <a:pt x="3276051" y="347579"/>
                </a:cubicBezTo>
                <a:cubicBezTo>
                  <a:pt x="3298366" y="326334"/>
                  <a:pt x="3322212" y="303045"/>
                  <a:pt x="3366722" y="300217"/>
                </a:cubicBezTo>
                <a:lnTo>
                  <a:pt x="3375905" y="299931"/>
                </a:lnTo>
                <a:lnTo>
                  <a:pt x="3385191" y="300217"/>
                </a:lnTo>
                <a:cubicBezTo>
                  <a:pt x="3430180" y="303045"/>
                  <a:pt x="3454025" y="326334"/>
                  <a:pt x="3476340" y="347579"/>
                </a:cubicBezTo>
                <a:cubicBezTo>
                  <a:pt x="3496659" y="366900"/>
                  <a:pt x="3515200" y="384886"/>
                  <a:pt x="3548299" y="389081"/>
                </a:cubicBezTo>
                <a:lnTo>
                  <a:pt x="3563422" y="389998"/>
                </a:lnTo>
                <a:lnTo>
                  <a:pt x="3578757" y="389081"/>
                </a:lnTo>
                <a:cubicBezTo>
                  <a:pt x="3612287" y="384886"/>
                  <a:pt x="3630852" y="366900"/>
                  <a:pt x="3651197" y="347579"/>
                </a:cubicBezTo>
                <a:cubicBezTo>
                  <a:pt x="3673540" y="326334"/>
                  <a:pt x="3697417" y="303045"/>
                  <a:pt x="3741984" y="300217"/>
                </a:cubicBezTo>
                <a:lnTo>
                  <a:pt x="3751179" y="299931"/>
                </a:lnTo>
                <a:lnTo>
                  <a:pt x="3760465" y="300217"/>
                </a:lnTo>
                <a:cubicBezTo>
                  <a:pt x="3805453" y="303045"/>
                  <a:pt x="3829299" y="326334"/>
                  <a:pt x="3851614" y="347579"/>
                </a:cubicBezTo>
                <a:cubicBezTo>
                  <a:pt x="3871933" y="366900"/>
                  <a:pt x="3890474" y="384886"/>
                  <a:pt x="3923572" y="389081"/>
                </a:cubicBezTo>
                <a:lnTo>
                  <a:pt x="3938695" y="389998"/>
                </a:lnTo>
                <a:lnTo>
                  <a:pt x="3944937" y="389625"/>
                </a:lnTo>
                <a:lnTo>
                  <a:pt x="3944937" y="407819"/>
                </a:lnTo>
                <a:lnTo>
                  <a:pt x="3938696" y="408011"/>
                </a:lnTo>
                <a:lnTo>
                  <a:pt x="3938695" y="408011"/>
                </a:lnTo>
                <a:lnTo>
                  <a:pt x="3929513" y="407725"/>
                </a:lnTo>
                <a:cubicBezTo>
                  <a:pt x="3885002" y="404897"/>
                  <a:pt x="3861156" y="381609"/>
                  <a:pt x="3838842" y="360363"/>
                </a:cubicBezTo>
                <a:cubicBezTo>
                  <a:pt x="3818523" y="341042"/>
                  <a:pt x="3799981" y="323056"/>
                  <a:pt x="3766495" y="318861"/>
                </a:cubicBezTo>
                <a:lnTo>
                  <a:pt x="3751179" y="317944"/>
                </a:lnTo>
                <a:lnTo>
                  <a:pt x="3736036" y="318861"/>
                </a:lnTo>
                <a:cubicBezTo>
                  <a:pt x="3702896" y="323056"/>
                  <a:pt x="3684331" y="341042"/>
                  <a:pt x="3663985" y="360363"/>
                </a:cubicBezTo>
                <a:cubicBezTo>
                  <a:pt x="3641642" y="381609"/>
                  <a:pt x="3617766" y="404897"/>
                  <a:pt x="3572719" y="407725"/>
                </a:cubicBezTo>
                <a:lnTo>
                  <a:pt x="3563422" y="408011"/>
                </a:lnTo>
                <a:lnTo>
                  <a:pt x="3554239" y="407725"/>
                </a:lnTo>
                <a:cubicBezTo>
                  <a:pt x="3509728" y="404897"/>
                  <a:pt x="3485883" y="381609"/>
                  <a:pt x="3463568" y="360363"/>
                </a:cubicBezTo>
                <a:cubicBezTo>
                  <a:pt x="3443249" y="341042"/>
                  <a:pt x="3424707" y="323056"/>
                  <a:pt x="3391221" y="318861"/>
                </a:cubicBezTo>
                <a:lnTo>
                  <a:pt x="3375905" y="317944"/>
                </a:lnTo>
                <a:lnTo>
                  <a:pt x="3360782" y="318861"/>
                </a:lnTo>
                <a:cubicBezTo>
                  <a:pt x="3327684" y="323056"/>
                  <a:pt x="3309143" y="341042"/>
                  <a:pt x="3288823" y="360363"/>
                </a:cubicBezTo>
                <a:cubicBezTo>
                  <a:pt x="3266509" y="381609"/>
                  <a:pt x="3242663" y="404897"/>
                  <a:pt x="3197674" y="407725"/>
                </a:cubicBezTo>
                <a:lnTo>
                  <a:pt x="3188389" y="408011"/>
                </a:lnTo>
                <a:lnTo>
                  <a:pt x="3179194" y="407725"/>
                </a:lnTo>
                <a:cubicBezTo>
                  <a:pt x="3134626" y="404897"/>
                  <a:pt x="3110750" y="381609"/>
                  <a:pt x="3088407" y="360363"/>
                </a:cubicBezTo>
                <a:cubicBezTo>
                  <a:pt x="3068062" y="341042"/>
                  <a:pt x="3049496" y="323056"/>
                  <a:pt x="3015967" y="318861"/>
                </a:cubicBezTo>
                <a:lnTo>
                  <a:pt x="3000631" y="317944"/>
                </a:lnTo>
                <a:lnTo>
                  <a:pt x="2985508" y="318861"/>
                </a:lnTo>
                <a:cubicBezTo>
                  <a:pt x="2952409" y="323056"/>
                  <a:pt x="2933869" y="341042"/>
                  <a:pt x="2913429" y="360363"/>
                </a:cubicBezTo>
                <a:cubicBezTo>
                  <a:pt x="2891112" y="381609"/>
                  <a:pt x="2867269" y="404897"/>
                  <a:pt x="2822285" y="407725"/>
                </a:cubicBezTo>
                <a:lnTo>
                  <a:pt x="2812992" y="408011"/>
                </a:lnTo>
                <a:lnTo>
                  <a:pt x="2803817" y="407725"/>
                </a:lnTo>
                <a:cubicBezTo>
                  <a:pt x="2759309" y="404897"/>
                  <a:pt x="2735489" y="381609"/>
                  <a:pt x="2713719" y="360363"/>
                </a:cubicBezTo>
                <a:cubicBezTo>
                  <a:pt x="2689916" y="338282"/>
                  <a:pt x="2669016" y="317944"/>
                  <a:pt x="2625475" y="317944"/>
                </a:cubicBezTo>
                <a:cubicBezTo>
                  <a:pt x="2582521" y="317944"/>
                  <a:pt x="2561615" y="338282"/>
                  <a:pt x="2538398" y="360363"/>
                </a:cubicBezTo>
                <a:cubicBezTo>
                  <a:pt x="2516079" y="381609"/>
                  <a:pt x="2492239" y="404897"/>
                  <a:pt x="2447253" y="407725"/>
                </a:cubicBezTo>
                <a:lnTo>
                  <a:pt x="2437959" y="408011"/>
                </a:lnTo>
                <a:lnTo>
                  <a:pt x="2428768" y="407725"/>
                </a:lnTo>
                <a:cubicBezTo>
                  <a:pt x="2384205" y="404897"/>
                  <a:pt x="2360364" y="381609"/>
                  <a:pt x="2338559" y="360363"/>
                </a:cubicBezTo>
                <a:cubicBezTo>
                  <a:pt x="2318221" y="341042"/>
                  <a:pt x="2299203" y="323056"/>
                  <a:pt x="2265570" y="318861"/>
                </a:cubicBezTo>
                <a:lnTo>
                  <a:pt x="2250202" y="317944"/>
                </a:lnTo>
                <a:lnTo>
                  <a:pt x="2235078" y="318861"/>
                </a:lnTo>
                <a:cubicBezTo>
                  <a:pt x="2201989" y="323056"/>
                  <a:pt x="2183438" y="341042"/>
                  <a:pt x="2163119" y="360363"/>
                </a:cubicBezTo>
                <a:cubicBezTo>
                  <a:pt x="2140811" y="381609"/>
                  <a:pt x="2116959" y="404897"/>
                  <a:pt x="2071970" y="407725"/>
                </a:cubicBezTo>
                <a:lnTo>
                  <a:pt x="2062687" y="408011"/>
                </a:lnTo>
                <a:lnTo>
                  <a:pt x="2053502" y="407725"/>
                </a:lnTo>
                <a:cubicBezTo>
                  <a:pt x="2008993" y="404897"/>
                  <a:pt x="1985187" y="381609"/>
                  <a:pt x="1963418" y="360363"/>
                </a:cubicBezTo>
                <a:cubicBezTo>
                  <a:pt x="1943099" y="341042"/>
                  <a:pt x="1924106" y="323056"/>
                  <a:pt x="1890508" y="318861"/>
                </a:cubicBezTo>
                <a:lnTo>
                  <a:pt x="1875171" y="317944"/>
                </a:lnTo>
                <a:lnTo>
                  <a:pt x="1860044" y="318861"/>
                </a:lnTo>
                <a:cubicBezTo>
                  <a:pt x="1826946" y="323056"/>
                  <a:pt x="1808405" y="341042"/>
                  <a:pt x="1788085" y="360363"/>
                </a:cubicBezTo>
                <a:cubicBezTo>
                  <a:pt x="1765780" y="381609"/>
                  <a:pt x="1741925" y="404897"/>
                  <a:pt x="1696936" y="407725"/>
                </a:cubicBezTo>
                <a:lnTo>
                  <a:pt x="1687656" y="408011"/>
                </a:lnTo>
                <a:lnTo>
                  <a:pt x="1678456" y="407725"/>
                </a:lnTo>
                <a:cubicBezTo>
                  <a:pt x="1633891" y="404897"/>
                  <a:pt x="1610048" y="381609"/>
                  <a:pt x="1588259" y="360363"/>
                </a:cubicBezTo>
                <a:cubicBezTo>
                  <a:pt x="1567905" y="341042"/>
                  <a:pt x="1548904" y="323056"/>
                  <a:pt x="1515254" y="318861"/>
                </a:cubicBezTo>
                <a:lnTo>
                  <a:pt x="1499902" y="317944"/>
                </a:lnTo>
                <a:lnTo>
                  <a:pt x="1484938" y="318861"/>
                </a:lnTo>
                <a:cubicBezTo>
                  <a:pt x="1452117" y="323056"/>
                  <a:pt x="1433131" y="341042"/>
                  <a:pt x="1412811" y="360363"/>
                </a:cubicBezTo>
                <a:cubicBezTo>
                  <a:pt x="1389009" y="383025"/>
                  <a:pt x="1363465" y="408011"/>
                  <a:pt x="1312377" y="408011"/>
                </a:cubicBezTo>
                <a:cubicBezTo>
                  <a:pt x="1261869" y="408011"/>
                  <a:pt x="1236325" y="383025"/>
                  <a:pt x="1213103" y="360363"/>
                </a:cubicBezTo>
                <a:cubicBezTo>
                  <a:pt x="1192784" y="341042"/>
                  <a:pt x="1173800" y="323056"/>
                  <a:pt x="1140203" y="318861"/>
                </a:cubicBezTo>
                <a:lnTo>
                  <a:pt x="1124860" y="317944"/>
                </a:lnTo>
                <a:lnTo>
                  <a:pt x="1109907" y="318861"/>
                </a:lnTo>
                <a:cubicBezTo>
                  <a:pt x="1077083" y="323056"/>
                  <a:pt x="1058099" y="341042"/>
                  <a:pt x="1037780" y="360363"/>
                </a:cubicBezTo>
                <a:cubicBezTo>
                  <a:pt x="1014563" y="383025"/>
                  <a:pt x="988431" y="408011"/>
                  <a:pt x="937343" y="408011"/>
                </a:cubicBezTo>
                <a:cubicBezTo>
                  <a:pt x="887352" y="408011"/>
                  <a:pt x="861195" y="383025"/>
                  <a:pt x="837942" y="360363"/>
                </a:cubicBezTo>
                <a:cubicBezTo>
                  <a:pt x="817603" y="341042"/>
                  <a:pt x="798587" y="323056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11" y="408011"/>
                  <a:pt x="111465" y="383025"/>
                  <a:pt x="87663" y="360363"/>
                </a:cubicBezTo>
                <a:cubicBezTo>
                  <a:pt x="64441" y="338282"/>
                  <a:pt x="42961" y="317944"/>
                  <a:pt x="0" y="317944"/>
                </a:cubicBezTo>
                <a:close/>
                <a:moveTo>
                  <a:pt x="0" y="200515"/>
                </a:moveTo>
                <a:cubicBezTo>
                  <a:pt x="50508" y="200515"/>
                  <a:pt x="76633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803998" y="203623"/>
                  <a:pt x="828351" y="226847"/>
                  <a:pt x="850154" y="247521"/>
                </a:cubicBezTo>
                <a:cubicBezTo>
                  <a:pt x="873408" y="270154"/>
                  <a:pt x="894909" y="289884"/>
                  <a:pt x="937343" y="289884"/>
                </a:cubicBezTo>
                <a:cubicBezTo>
                  <a:pt x="980892" y="289884"/>
                  <a:pt x="1002368" y="270154"/>
                  <a:pt x="1025586" y="247521"/>
                </a:cubicBezTo>
                <a:cubicBezTo>
                  <a:pt x="1047357" y="226847"/>
                  <a:pt x="1071175" y="203623"/>
                  <a:pt x="1115684" y="200801"/>
                </a:cubicBezTo>
                <a:lnTo>
                  <a:pt x="1124860" y="200515"/>
                </a:lnTo>
                <a:lnTo>
                  <a:pt x="1134151" y="200801"/>
                </a:lnTo>
                <a:cubicBezTo>
                  <a:pt x="1179136" y="203623"/>
                  <a:pt x="1202980" y="226847"/>
                  <a:pt x="1225295" y="247521"/>
                </a:cubicBezTo>
                <a:cubicBezTo>
                  <a:pt x="1248517" y="270154"/>
                  <a:pt x="1270006" y="289884"/>
                  <a:pt x="1312377" y="289884"/>
                </a:cubicBezTo>
                <a:cubicBezTo>
                  <a:pt x="1355923" y="289884"/>
                  <a:pt x="1377398" y="270154"/>
                  <a:pt x="1400620" y="247521"/>
                </a:cubicBezTo>
                <a:cubicBezTo>
                  <a:pt x="1422391" y="226847"/>
                  <a:pt x="1446206" y="203623"/>
                  <a:pt x="1490715" y="200801"/>
                </a:cubicBezTo>
                <a:lnTo>
                  <a:pt x="1499902" y="200515"/>
                </a:lnTo>
                <a:lnTo>
                  <a:pt x="1509200" y="200801"/>
                </a:lnTo>
                <a:cubicBezTo>
                  <a:pt x="1554240" y="203623"/>
                  <a:pt x="1578118" y="226847"/>
                  <a:pt x="1600457" y="247521"/>
                </a:cubicBezTo>
                <a:cubicBezTo>
                  <a:pt x="1620811" y="267325"/>
                  <a:pt x="1639813" y="284906"/>
                  <a:pt x="1672675" y="288992"/>
                </a:cubicBezTo>
                <a:lnTo>
                  <a:pt x="1687656" y="289884"/>
                </a:lnTo>
                <a:lnTo>
                  <a:pt x="1702991" y="288992"/>
                </a:lnTo>
                <a:cubicBezTo>
                  <a:pt x="1736589" y="284906"/>
                  <a:pt x="1755583" y="267325"/>
                  <a:pt x="1775902" y="247521"/>
                </a:cubicBezTo>
                <a:cubicBezTo>
                  <a:pt x="1797671" y="226847"/>
                  <a:pt x="1821477" y="203623"/>
                  <a:pt x="1865985" y="200801"/>
                </a:cubicBezTo>
                <a:lnTo>
                  <a:pt x="1875171" y="200515"/>
                </a:lnTo>
                <a:lnTo>
                  <a:pt x="1884453" y="200801"/>
                </a:lnTo>
                <a:cubicBezTo>
                  <a:pt x="1929442" y="203623"/>
                  <a:pt x="1953295" y="226847"/>
                  <a:pt x="1975602" y="247521"/>
                </a:cubicBezTo>
                <a:cubicBezTo>
                  <a:pt x="1995922" y="267325"/>
                  <a:pt x="2014463" y="284906"/>
                  <a:pt x="2047561" y="288992"/>
                </a:cubicBezTo>
                <a:lnTo>
                  <a:pt x="2062687" y="289884"/>
                </a:lnTo>
                <a:lnTo>
                  <a:pt x="2078025" y="288992"/>
                </a:lnTo>
                <a:cubicBezTo>
                  <a:pt x="2111623" y="284906"/>
                  <a:pt x="2130614" y="267325"/>
                  <a:pt x="2150933" y="247521"/>
                </a:cubicBezTo>
                <a:cubicBezTo>
                  <a:pt x="2172701" y="226847"/>
                  <a:pt x="2196510" y="203623"/>
                  <a:pt x="2241019" y="200801"/>
                </a:cubicBezTo>
                <a:lnTo>
                  <a:pt x="2250202" y="200515"/>
                </a:lnTo>
                <a:lnTo>
                  <a:pt x="2259500" y="200801"/>
                </a:lnTo>
                <a:cubicBezTo>
                  <a:pt x="2304545" y="203623"/>
                  <a:pt x="2328421" y="226847"/>
                  <a:pt x="2350772" y="247521"/>
                </a:cubicBezTo>
                <a:cubicBezTo>
                  <a:pt x="2371110" y="267325"/>
                  <a:pt x="2389675" y="284906"/>
                  <a:pt x="2422815" y="288992"/>
                </a:cubicBezTo>
                <a:lnTo>
                  <a:pt x="2437959" y="289884"/>
                </a:lnTo>
                <a:lnTo>
                  <a:pt x="2453275" y="288992"/>
                </a:lnTo>
                <a:cubicBezTo>
                  <a:pt x="2486774" y="284906"/>
                  <a:pt x="2505375" y="267325"/>
                  <a:pt x="2526203" y="247521"/>
                </a:cubicBezTo>
                <a:cubicBezTo>
                  <a:pt x="2549424" y="225469"/>
                  <a:pt x="2574968" y="200515"/>
                  <a:pt x="2625475" y="200515"/>
                </a:cubicBezTo>
                <a:cubicBezTo>
                  <a:pt x="2676563" y="200515"/>
                  <a:pt x="2702109" y="225469"/>
                  <a:pt x="2725913" y="247521"/>
                </a:cubicBezTo>
                <a:cubicBezTo>
                  <a:pt x="2746233" y="267325"/>
                  <a:pt x="2764773" y="284906"/>
                  <a:pt x="2797875" y="288992"/>
                </a:cubicBezTo>
                <a:lnTo>
                  <a:pt x="2812992" y="289884"/>
                </a:lnTo>
                <a:lnTo>
                  <a:pt x="2828318" y="288992"/>
                </a:lnTo>
                <a:cubicBezTo>
                  <a:pt x="2861804" y="284906"/>
                  <a:pt x="2880408" y="267325"/>
                  <a:pt x="2901235" y="247521"/>
                </a:cubicBezTo>
                <a:cubicBezTo>
                  <a:pt x="2923123" y="226847"/>
                  <a:pt x="2946934" y="203623"/>
                  <a:pt x="2991443" y="200801"/>
                </a:cubicBezTo>
                <a:lnTo>
                  <a:pt x="3000626" y="200515"/>
                </a:lnTo>
                <a:lnTo>
                  <a:pt x="3009923" y="200801"/>
                </a:lnTo>
                <a:cubicBezTo>
                  <a:pt x="3054969" y="203623"/>
                  <a:pt x="3078845" y="226847"/>
                  <a:pt x="3101189" y="247521"/>
                </a:cubicBezTo>
                <a:cubicBezTo>
                  <a:pt x="3121535" y="267325"/>
                  <a:pt x="3140099" y="284906"/>
                  <a:pt x="3173240" y="288992"/>
                </a:cubicBezTo>
                <a:lnTo>
                  <a:pt x="3188383" y="289884"/>
                </a:lnTo>
                <a:lnTo>
                  <a:pt x="3203698" y="288992"/>
                </a:lnTo>
                <a:cubicBezTo>
                  <a:pt x="3237185" y="284906"/>
                  <a:pt x="3255727" y="267325"/>
                  <a:pt x="3276045" y="247521"/>
                </a:cubicBezTo>
                <a:cubicBezTo>
                  <a:pt x="3298360" y="226847"/>
                  <a:pt x="3322206" y="203623"/>
                  <a:pt x="3366716" y="200801"/>
                </a:cubicBezTo>
                <a:lnTo>
                  <a:pt x="3375899" y="200515"/>
                </a:lnTo>
                <a:lnTo>
                  <a:pt x="3385185" y="200801"/>
                </a:lnTo>
                <a:cubicBezTo>
                  <a:pt x="3430174" y="203623"/>
                  <a:pt x="3454019" y="226847"/>
                  <a:pt x="3476334" y="247521"/>
                </a:cubicBezTo>
                <a:cubicBezTo>
                  <a:pt x="3496653" y="267325"/>
                  <a:pt x="3515194" y="284906"/>
                  <a:pt x="3548293" y="288992"/>
                </a:cubicBezTo>
                <a:lnTo>
                  <a:pt x="3563416" y="289884"/>
                </a:lnTo>
                <a:lnTo>
                  <a:pt x="3578751" y="288992"/>
                </a:lnTo>
                <a:cubicBezTo>
                  <a:pt x="3612281" y="284906"/>
                  <a:pt x="3630846" y="267325"/>
                  <a:pt x="3651191" y="247521"/>
                </a:cubicBezTo>
                <a:cubicBezTo>
                  <a:pt x="3673534" y="226847"/>
                  <a:pt x="3697411" y="203623"/>
                  <a:pt x="3741978" y="200801"/>
                </a:cubicBezTo>
                <a:lnTo>
                  <a:pt x="3751173" y="200515"/>
                </a:lnTo>
                <a:lnTo>
                  <a:pt x="3760459" y="200801"/>
                </a:lnTo>
                <a:cubicBezTo>
                  <a:pt x="3805447" y="203623"/>
                  <a:pt x="3829293" y="226847"/>
                  <a:pt x="3851608" y="247521"/>
                </a:cubicBezTo>
                <a:cubicBezTo>
                  <a:pt x="3871927" y="267325"/>
                  <a:pt x="3890468" y="284906"/>
                  <a:pt x="3923566" y="288992"/>
                </a:cubicBezTo>
                <a:lnTo>
                  <a:pt x="3938689" y="289884"/>
                </a:lnTo>
                <a:lnTo>
                  <a:pt x="3944937" y="289520"/>
                </a:lnTo>
                <a:lnTo>
                  <a:pt x="3944937" y="307687"/>
                </a:lnTo>
                <a:lnTo>
                  <a:pt x="3938690" y="307874"/>
                </a:lnTo>
                <a:lnTo>
                  <a:pt x="3938689" y="307874"/>
                </a:lnTo>
                <a:lnTo>
                  <a:pt x="3929507" y="307595"/>
                </a:lnTo>
                <a:cubicBezTo>
                  <a:pt x="3884996" y="304835"/>
                  <a:pt x="3861151" y="282086"/>
                  <a:pt x="3838836" y="260869"/>
                </a:cubicBezTo>
                <a:cubicBezTo>
                  <a:pt x="3818517" y="241065"/>
                  <a:pt x="3799975" y="223484"/>
                  <a:pt x="3766489" y="219397"/>
                </a:cubicBezTo>
                <a:lnTo>
                  <a:pt x="3751173" y="218505"/>
                </a:lnTo>
                <a:lnTo>
                  <a:pt x="3736030" y="219397"/>
                </a:lnTo>
                <a:cubicBezTo>
                  <a:pt x="3702890" y="223484"/>
                  <a:pt x="3684325" y="241065"/>
                  <a:pt x="3663979" y="260869"/>
                </a:cubicBezTo>
                <a:cubicBezTo>
                  <a:pt x="3641636" y="282086"/>
                  <a:pt x="3617760" y="304835"/>
                  <a:pt x="3572713" y="307595"/>
                </a:cubicBezTo>
                <a:lnTo>
                  <a:pt x="3563416" y="307874"/>
                </a:lnTo>
                <a:lnTo>
                  <a:pt x="3554233" y="307595"/>
                </a:lnTo>
                <a:cubicBezTo>
                  <a:pt x="3509722" y="304835"/>
                  <a:pt x="3485877" y="282086"/>
                  <a:pt x="3463562" y="260869"/>
                </a:cubicBezTo>
                <a:cubicBezTo>
                  <a:pt x="3443243" y="241065"/>
                  <a:pt x="3424701" y="223484"/>
                  <a:pt x="3391215" y="219397"/>
                </a:cubicBezTo>
                <a:lnTo>
                  <a:pt x="3375899" y="218505"/>
                </a:lnTo>
                <a:lnTo>
                  <a:pt x="3360776" y="219397"/>
                </a:lnTo>
                <a:cubicBezTo>
                  <a:pt x="3327678" y="223484"/>
                  <a:pt x="3309137" y="241065"/>
                  <a:pt x="3288817" y="260869"/>
                </a:cubicBezTo>
                <a:cubicBezTo>
                  <a:pt x="3266503" y="282086"/>
                  <a:pt x="3242657" y="304835"/>
                  <a:pt x="3197668" y="307595"/>
                </a:cubicBezTo>
                <a:lnTo>
                  <a:pt x="3188383" y="307874"/>
                </a:lnTo>
                <a:lnTo>
                  <a:pt x="3179188" y="307595"/>
                </a:lnTo>
                <a:cubicBezTo>
                  <a:pt x="3134620" y="304835"/>
                  <a:pt x="3110744" y="282086"/>
                  <a:pt x="3088401" y="260869"/>
                </a:cubicBezTo>
                <a:cubicBezTo>
                  <a:pt x="3068055" y="241065"/>
                  <a:pt x="3049490" y="223484"/>
                  <a:pt x="3015961" y="219397"/>
                </a:cubicBezTo>
                <a:lnTo>
                  <a:pt x="3000626" y="218505"/>
                </a:lnTo>
                <a:lnTo>
                  <a:pt x="2985502" y="219397"/>
                </a:lnTo>
                <a:cubicBezTo>
                  <a:pt x="2952403" y="223484"/>
                  <a:pt x="2933863" y="241065"/>
                  <a:pt x="2913429" y="260869"/>
                </a:cubicBezTo>
                <a:cubicBezTo>
                  <a:pt x="2891112" y="282086"/>
                  <a:pt x="2867269" y="304835"/>
                  <a:pt x="2822285" y="307595"/>
                </a:cubicBezTo>
                <a:lnTo>
                  <a:pt x="2812992" y="307874"/>
                </a:lnTo>
                <a:lnTo>
                  <a:pt x="2803817" y="307595"/>
                </a:lnTo>
                <a:cubicBezTo>
                  <a:pt x="2759309" y="304835"/>
                  <a:pt x="2735489" y="282086"/>
                  <a:pt x="2713719" y="260869"/>
                </a:cubicBezTo>
                <a:cubicBezTo>
                  <a:pt x="2689916" y="238236"/>
                  <a:pt x="2669016" y="218505"/>
                  <a:pt x="2625475" y="218505"/>
                </a:cubicBezTo>
                <a:cubicBezTo>
                  <a:pt x="2582521" y="218505"/>
                  <a:pt x="2561615" y="238236"/>
                  <a:pt x="2538398" y="260869"/>
                </a:cubicBezTo>
                <a:cubicBezTo>
                  <a:pt x="2516079" y="282086"/>
                  <a:pt x="2492239" y="304835"/>
                  <a:pt x="2447253" y="307595"/>
                </a:cubicBezTo>
                <a:lnTo>
                  <a:pt x="2437959" y="307874"/>
                </a:lnTo>
                <a:lnTo>
                  <a:pt x="2428768" y="307595"/>
                </a:lnTo>
                <a:cubicBezTo>
                  <a:pt x="2384205" y="304835"/>
                  <a:pt x="2360364" y="282086"/>
                  <a:pt x="2338559" y="260869"/>
                </a:cubicBezTo>
                <a:cubicBezTo>
                  <a:pt x="2318221" y="241065"/>
                  <a:pt x="2299203" y="223484"/>
                  <a:pt x="2265570" y="219397"/>
                </a:cubicBezTo>
                <a:lnTo>
                  <a:pt x="2250202" y="218505"/>
                </a:lnTo>
                <a:lnTo>
                  <a:pt x="2235078" y="219397"/>
                </a:lnTo>
                <a:cubicBezTo>
                  <a:pt x="2201989" y="223484"/>
                  <a:pt x="2183438" y="241065"/>
                  <a:pt x="2163119" y="260869"/>
                </a:cubicBezTo>
                <a:cubicBezTo>
                  <a:pt x="2140811" y="282086"/>
                  <a:pt x="2116959" y="304835"/>
                  <a:pt x="2071970" y="307595"/>
                </a:cubicBezTo>
                <a:lnTo>
                  <a:pt x="2062687" y="307874"/>
                </a:lnTo>
                <a:lnTo>
                  <a:pt x="2053502" y="307595"/>
                </a:lnTo>
                <a:cubicBezTo>
                  <a:pt x="2008993" y="304835"/>
                  <a:pt x="1985187" y="282086"/>
                  <a:pt x="1963418" y="260869"/>
                </a:cubicBezTo>
                <a:cubicBezTo>
                  <a:pt x="1943099" y="241065"/>
                  <a:pt x="1924106" y="223484"/>
                  <a:pt x="1890508" y="219397"/>
                </a:cubicBezTo>
                <a:lnTo>
                  <a:pt x="1875171" y="218505"/>
                </a:lnTo>
                <a:lnTo>
                  <a:pt x="1860044" y="219397"/>
                </a:lnTo>
                <a:cubicBezTo>
                  <a:pt x="1826946" y="223484"/>
                  <a:pt x="1808405" y="241065"/>
                  <a:pt x="1788085" y="260869"/>
                </a:cubicBezTo>
                <a:cubicBezTo>
                  <a:pt x="1765780" y="282086"/>
                  <a:pt x="1741925" y="304835"/>
                  <a:pt x="1696936" y="307595"/>
                </a:cubicBezTo>
                <a:lnTo>
                  <a:pt x="1687656" y="307874"/>
                </a:lnTo>
                <a:lnTo>
                  <a:pt x="1678456" y="307595"/>
                </a:lnTo>
                <a:cubicBezTo>
                  <a:pt x="1633891" y="304835"/>
                  <a:pt x="1610048" y="282086"/>
                  <a:pt x="1588259" y="260869"/>
                </a:cubicBezTo>
                <a:cubicBezTo>
                  <a:pt x="1567905" y="241065"/>
                  <a:pt x="1548904" y="223484"/>
                  <a:pt x="1515254" y="219397"/>
                </a:cubicBezTo>
                <a:lnTo>
                  <a:pt x="1499902" y="218505"/>
                </a:lnTo>
                <a:lnTo>
                  <a:pt x="1484938" y="219397"/>
                </a:lnTo>
                <a:cubicBezTo>
                  <a:pt x="1452117" y="223484"/>
                  <a:pt x="1433131" y="241065"/>
                  <a:pt x="1412811" y="260869"/>
                </a:cubicBezTo>
                <a:cubicBezTo>
                  <a:pt x="1389009" y="283501"/>
                  <a:pt x="1363465" y="307874"/>
                  <a:pt x="1312377" y="307874"/>
                </a:cubicBezTo>
                <a:cubicBezTo>
                  <a:pt x="1261869" y="307874"/>
                  <a:pt x="1236325" y="283501"/>
                  <a:pt x="1213103" y="260869"/>
                </a:cubicBezTo>
                <a:cubicBezTo>
                  <a:pt x="1192784" y="241065"/>
                  <a:pt x="1173800" y="223484"/>
                  <a:pt x="1140203" y="219397"/>
                </a:cubicBezTo>
                <a:lnTo>
                  <a:pt x="1124860" y="218505"/>
                </a:lnTo>
                <a:lnTo>
                  <a:pt x="1109907" y="219397"/>
                </a:lnTo>
                <a:cubicBezTo>
                  <a:pt x="1077083" y="223484"/>
                  <a:pt x="1058099" y="241065"/>
                  <a:pt x="1037780" y="260869"/>
                </a:cubicBezTo>
                <a:cubicBezTo>
                  <a:pt x="1014563" y="283501"/>
                  <a:pt x="988431" y="307874"/>
                  <a:pt x="937343" y="307874"/>
                </a:cubicBezTo>
                <a:cubicBezTo>
                  <a:pt x="887352" y="307874"/>
                  <a:pt x="861195" y="283501"/>
                  <a:pt x="837942" y="260869"/>
                </a:cubicBezTo>
                <a:cubicBezTo>
                  <a:pt x="817603" y="241065"/>
                  <a:pt x="798587" y="223484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4"/>
                  <a:pt x="682831" y="241065"/>
                  <a:pt x="662511" y="260869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9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9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11" y="307874"/>
                  <a:pt x="111465" y="283501"/>
                  <a:pt x="87663" y="260869"/>
                </a:cubicBezTo>
                <a:cubicBezTo>
                  <a:pt x="64441" y="238236"/>
                  <a:pt x="42961" y="218505"/>
                  <a:pt x="0" y="218505"/>
                </a:cubicBezTo>
                <a:close/>
                <a:moveTo>
                  <a:pt x="0" y="99897"/>
                </a:moveTo>
                <a:cubicBezTo>
                  <a:pt x="50508" y="99897"/>
                  <a:pt x="76633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7"/>
                </a:lnTo>
                <a:cubicBezTo>
                  <a:pt x="803998" y="102943"/>
                  <a:pt x="828351" y="125742"/>
                  <a:pt x="850154" y="147008"/>
                </a:cubicBezTo>
                <a:cubicBezTo>
                  <a:pt x="873408" y="169691"/>
                  <a:pt x="894909" y="189466"/>
                  <a:pt x="937343" y="189466"/>
                </a:cubicBezTo>
                <a:cubicBezTo>
                  <a:pt x="980892" y="189466"/>
                  <a:pt x="1002368" y="169691"/>
                  <a:pt x="1025586" y="147008"/>
                </a:cubicBezTo>
                <a:cubicBezTo>
                  <a:pt x="1047357" y="126288"/>
                  <a:pt x="1071175" y="103012"/>
                  <a:pt x="1115684" y="100183"/>
                </a:cubicBezTo>
                <a:lnTo>
                  <a:pt x="1124860" y="99897"/>
                </a:lnTo>
                <a:lnTo>
                  <a:pt x="1134151" y="100177"/>
                </a:lnTo>
                <a:cubicBezTo>
                  <a:pt x="1179136" y="102943"/>
                  <a:pt x="1202980" y="125742"/>
                  <a:pt x="1225295" y="147008"/>
                </a:cubicBezTo>
                <a:cubicBezTo>
                  <a:pt x="1248517" y="169691"/>
                  <a:pt x="1270006" y="189466"/>
                  <a:pt x="1312377" y="189466"/>
                </a:cubicBezTo>
                <a:cubicBezTo>
                  <a:pt x="1355923" y="189466"/>
                  <a:pt x="1377398" y="169691"/>
                  <a:pt x="1400620" y="147008"/>
                </a:cubicBezTo>
                <a:cubicBezTo>
                  <a:pt x="1422391" y="126288"/>
                  <a:pt x="1446206" y="103012"/>
                  <a:pt x="1490715" y="100183"/>
                </a:cubicBezTo>
                <a:lnTo>
                  <a:pt x="1499902" y="99897"/>
                </a:lnTo>
                <a:lnTo>
                  <a:pt x="1509200" y="100177"/>
                </a:lnTo>
                <a:cubicBezTo>
                  <a:pt x="1554240" y="102943"/>
                  <a:pt x="1578118" y="125742"/>
                  <a:pt x="1600457" y="147008"/>
                </a:cubicBezTo>
                <a:cubicBezTo>
                  <a:pt x="1620811" y="166856"/>
                  <a:pt x="1639813" y="184477"/>
                  <a:pt x="1672675" y="188572"/>
                </a:cubicBezTo>
                <a:lnTo>
                  <a:pt x="1687656" y="189466"/>
                </a:lnTo>
                <a:lnTo>
                  <a:pt x="1702991" y="188572"/>
                </a:lnTo>
                <a:cubicBezTo>
                  <a:pt x="1736589" y="184477"/>
                  <a:pt x="1755583" y="166856"/>
                  <a:pt x="1775902" y="147008"/>
                </a:cubicBezTo>
                <a:cubicBezTo>
                  <a:pt x="1797671" y="126288"/>
                  <a:pt x="1821477" y="103012"/>
                  <a:pt x="1865985" y="100183"/>
                </a:cubicBezTo>
                <a:lnTo>
                  <a:pt x="1875171" y="99897"/>
                </a:lnTo>
                <a:lnTo>
                  <a:pt x="1884453" y="100177"/>
                </a:lnTo>
                <a:cubicBezTo>
                  <a:pt x="1929442" y="102943"/>
                  <a:pt x="1953295" y="125742"/>
                  <a:pt x="1975602" y="147008"/>
                </a:cubicBezTo>
                <a:cubicBezTo>
                  <a:pt x="1995922" y="166856"/>
                  <a:pt x="2014463" y="184477"/>
                  <a:pt x="2047561" y="188572"/>
                </a:cubicBezTo>
                <a:lnTo>
                  <a:pt x="2062687" y="189466"/>
                </a:lnTo>
                <a:lnTo>
                  <a:pt x="2078025" y="188572"/>
                </a:lnTo>
                <a:cubicBezTo>
                  <a:pt x="2111623" y="184477"/>
                  <a:pt x="2130614" y="166856"/>
                  <a:pt x="2150933" y="147008"/>
                </a:cubicBezTo>
                <a:cubicBezTo>
                  <a:pt x="2172701" y="126288"/>
                  <a:pt x="2196510" y="103012"/>
                  <a:pt x="2241019" y="100183"/>
                </a:cubicBezTo>
                <a:lnTo>
                  <a:pt x="2250202" y="99897"/>
                </a:lnTo>
                <a:lnTo>
                  <a:pt x="2259500" y="100177"/>
                </a:lnTo>
                <a:cubicBezTo>
                  <a:pt x="2304545" y="102943"/>
                  <a:pt x="2328421" y="125742"/>
                  <a:pt x="2350772" y="147008"/>
                </a:cubicBezTo>
                <a:cubicBezTo>
                  <a:pt x="2371110" y="166856"/>
                  <a:pt x="2389675" y="184477"/>
                  <a:pt x="2422815" y="188572"/>
                </a:cubicBezTo>
                <a:lnTo>
                  <a:pt x="2437959" y="189466"/>
                </a:lnTo>
                <a:lnTo>
                  <a:pt x="2453275" y="188572"/>
                </a:lnTo>
                <a:cubicBezTo>
                  <a:pt x="2486774" y="184477"/>
                  <a:pt x="2505375" y="166856"/>
                  <a:pt x="2526203" y="147008"/>
                </a:cubicBezTo>
                <a:cubicBezTo>
                  <a:pt x="2549424" y="124906"/>
                  <a:pt x="2574968" y="99897"/>
                  <a:pt x="2625475" y="99897"/>
                </a:cubicBezTo>
                <a:cubicBezTo>
                  <a:pt x="2676563" y="99897"/>
                  <a:pt x="2702109" y="124325"/>
                  <a:pt x="2725913" y="147008"/>
                </a:cubicBezTo>
                <a:cubicBezTo>
                  <a:pt x="2746233" y="166856"/>
                  <a:pt x="2764773" y="184477"/>
                  <a:pt x="2797875" y="188572"/>
                </a:cubicBezTo>
                <a:lnTo>
                  <a:pt x="2812992" y="189466"/>
                </a:lnTo>
                <a:lnTo>
                  <a:pt x="2828318" y="188572"/>
                </a:lnTo>
                <a:cubicBezTo>
                  <a:pt x="2861804" y="184477"/>
                  <a:pt x="2880408" y="166856"/>
                  <a:pt x="2901235" y="147008"/>
                </a:cubicBezTo>
                <a:cubicBezTo>
                  <a:pt x="2923117" y="126288"/>
                  <a:pt x="2946928" y="103012"/>
                  <a:pt x="2991437" y="100183"/>
                </a:cubicBezTo>
                <a:lnTo>
                  <a:pt x="3000620" y="99897"/>
                </a:lnTo>
                <a:lnTo>
                  <a:pt x="3009917" y="100177"/>
                </a:lnTo>
                <a:cubicBezTo>
                  <a:pt x="3054964" y="102943"/>
                  <a:pt x="3078839" y="125742"/>
                  <a:pt x="3101183" y="147008"/>
                </a:cubicBezTo>
                <a:cubicBezTo>
                  <a:pt x="3121528" y="166856"/>
                  <a:pt x="3140093" y="184477"/>
                  <a:pt x="3173234" y="188572"/>
                </a:cubicBezTo>
                <a:lnTo>
                  <a:pt x="3188377" y="189466"/>
                </a:lnTo>
                <a:lnTo>
                  <a:pt x="3203692" y="188572"/>
                </a:lnTo>
                <a:cubicBezTo>
                  <a:pt x="3237179" y="184477"/>
                  <a:pt x="3255721" y="166856"/>
                  <a:pt x="3276039" y="147008"/>
                </a:cubicBezTo>
                <a:cubicBezTo>
                  <a:pt x="3298354" y="126288"/>
                  <a:pt x="3322200" y="103012"/>
                  <a:pt x="3366710" y="100183"/>
                </a:cubicBezTo>
                <a:lnTo>
                  <a:pt x="3375893" y="99897"/>
                </a:lnTo>
                <a:lnTo>
                  <a:pt x="3385179" y="100177"/>
                </a:lnTo>
                <a:cubicBezTo>
                  <a:pt x="3430168" y="102943"/>
                  <a:pt x="3454013" y="125742"/>
                  <a:pt x="3476328" y="147008"/>
                </a:cubicBezTo>
                <a:cubicBezTo>
                  <a:pt x="3496647" y="166856"/>
                  <a:pt x="3515188" y="184477"/>
                  <a:pt x="3548287" y="188572"/>
                </a:cubicBezTo>
                <a:lnTo>
                  <a:pt x="3563410" y="189466"/>
                </a:lnTo>
                <a:lnTo>
                  <a:pt x="3578745" y="188572"/>
                </a:lnTo>
                <a:cubicBezTo>
                  <a:pt x="3612275" y="184477"/>
                  <a:pt x="3630840" y="166856"/>
                  <a:pt x="3651185" y="147008"/>
                </a:cubicBezTo>
                <a:cubicBezTo>
                  <a:pt x="3673528" y="126288"/>
                  <a:pt x="3697405" y="103012"/>
                  <a:pt x="3741972" y="100183"/>
                </a:cubicBezTo>
                <a:lnTo>
                  <a:pt x="3751167" y="99897"/>
                </a:lnTo>
                <a:lnTo>
                  <a:pt x="3760453" y="100177"/>
                </a:lnTo>
                <a:cubicBezTo>
                  <a:pt x="3805441" y="102943"/>
                  <a:pt x="3829287" y="125742"/>
                  <a:pt x="3851602" y="147008"/>
                </a:cubicBezTo>
                <a:cubicBezTo>
                  <a:pt x="3871921" y="166856"/>
                  <a:pt x="3890462" y="184477"/>
                  <a:pt x="3923560" y="188572"/>
                </a:cubicBezTo>
                <a:lnTo>
                  <a:pt x="3938684" y="189466"/>
                </a:lnTo>
                <a:lnTo>
                  <a:pt x="3944937" y="189101"/>
                </a:lnTo>
                <a:lnTo>
                  <a:pt x="3944937" y="207308"/>
                </a:lnTo>
                <a:lnTo>
                  <a:pt x="3938684" y="207496"/>
                </a:lnTo>
                <a:lnTo>
                  <a:pt x="3929501" y="207216"/>
                </a:lnTo>
                <a:cubicBezTo>
                  <a:pt x="3884990" y="204450"/>
                  <a:pt x="3861145" y="181651"/>
                  <a:pt x="3838830" y="160385"/>
                </a:cubicBezTo>
                <a:cubicBezTo>
                  <a:pt x="3818511" y="140537"/>
                  <a:pt x="3799969" y="122916"/>
                  <a:pt x="3766483" y="118821"/>
                </a:cubicBezTo>
                <a:lnTo>
                  <a:pt x="3751167" y="117927"/>
                </a:lnTo>
                <a:lnTo>
                  <a:pt x="3736024" y="118821"/>
                </a:lnTo>
                <a:cubicBezTo>
                  <a:pt x="3702883" y="122916"/>
                  <a:pt x="3684319" y="140537"/>
                  <a:pt x="3663973" y="160385"/>
                </a:cubicBezTo>
                <a:cubicBezTo>
                  <a:pt x="3641630" y="181651"/>
                  <a:pt x="3617754" y="204450"/>
                  <a:pt x="3572708" y="207216"/>
                </a:cubicBezTo>
                <a:lnTo>
                  <a:pt x="3563410" y="207496"/>
                </a:lnTo>
                <a:lnTo>
                  <a:pt x="3554227" y="207216"/>
                </a:lnTo>
                <a:cubicBezTo>
                  <a:pt x="3509716" y="204450"/>
                  <a:pt x="3485871" y="181651"/>
                  <a:pt x="3463556" y="160385"/>
                </a:cubicBezTo>
                <a:cubicBezTo>
                  <a:pt x="3443237" y="140537"/>
                  <a:pt x="3424695" y="122916"/>
                  <a:pt x="3391209" y="118821"/>
                </a:cubicBezTo>
                <a:lnTo>
                  <a:pt x="3375893" y="117927"/>
                </a:lnTo>
                <a:lnTo>
                  <a:pt x="3360770" y="118821"/>
                </a:lnTo>
                <a:cubicBezTo>
                  <a:pt x="3327672" y="122916"/>
                  <a:pt x="3309131" y="140537"/>
                  <a:pt x="3288811" y="160385"/>
                </a:cubicBezTo>
                <a:cubicBezTo>
                  <a:pt x="3266497" y="181651"/>
                  <a:pt x="3242651" y="204450"/>
                  <a:pt x="3197662" y="207216"/>
                </a:cubicBezTo>
                <a:lnTo>
                  <a:pt x="3188377" y="207496"/>
                </a:lnTo>
                <a:lnTo>
                  <a:pt x="3179182" y="207216"/>
                </a:lnTo>
                <a:cubicBezTo>
                  <a:pt x="3134614" y="204450"/>
                  <a:pt x="3110738" y="181651"/>
                  <a:pt x="3088395" y="160385"/>
                </a:cubicBezTo>
                <a:cubicBezTo>
                  <a:pt x="3068049" y="140537"/>
                  <a:pt x="3049485" y="122916"/>
                  <a:pt x="3015955" y="118821"/>
                </a:cubicBezTo>
                <a:lnTo>
                  <a:pt x="3000620" y="117927"/>
                </a:lnTo>
                <a:lnTo>
                  <a:pt x="2985496" y="118821"/>
                </a:lnTo>
                <a:cubicBezTo>
                  <a:pt x="2952398" y="122916"/>
                  <a:pt x="2933857" y="140537"/>
                  <a:pt x="2913429" y="160385"/>
                </a:cubicBezTo>
                <a:cubicBezTo>
                  <a:pt x="2891112" y="181651"/>
                  <a:pt x="2867269" y="204450"/>
                  <a:pt x="2822285" y="207216"/>
                </a:cubicBezTo>
                <a:lnTo>
                  <a:pt x="2812992" y="207496"/>
                </a:lnTo>
                <a:lnTo>
                  <a:pt x="2803817" y="207216"/>
                </a:lnTo>
                <a:cubicBezTo>
                  <a:pt x="2759309" y="204450"/>
                  <a:pt x="2735489" y="181651"/>
                  <a:pt x="2713719" y="160385"/>
                </a:cubicBezTo>
                <a:cubicBezTo>
                  <a:pt x="2689916" y="137702"/>
                  <a:pt x="2669016" y="117927"/>
                  <a:pt x="2625475" y="117927"/>
                </a:cubicBezTo>
                <a:cubicBezTo>
                  <a:pt x="2582521" y="117927"/>
                  <a:pt x="2561615" y="137702"/>
                  <a:pt x="2538398" y="160385"/>
                </a:cubicBezTo>
                <a:cubicBezTo>
                  <a:pt x="2516079" y="181651"/>
                  <a:pt x="2492239" y="204450"/>
                  <a:pt x="2447253" y="207216"/>
                </a:cubicBezTo>
                <a:lnTo>
                  <a:pt x="2437959" y="207496"/>
                </a:lnTo>
                <a:lnTo>
                  <a:pt x="2428768" y="207216"/>
                </a:lnTo>
                <a:cubicBezTo>
                  <a:pt x="2384205" y="204450"/>
                  <a:pt x="2360364" y="181651"/>
                  <a:pt x="2338559" y="160385"/>
                </a:cubicBezTo>
                <a:cubicBezTo>
                  <a:pt x="2318221" y="140537"/>
                  <a:pt x="2299203" y="122916"/>
                  <a:pt x="2265570" y="118821"/>
                </a:cubicBezTo>
                <a:lnTo>
                  <a:pt x="2250202" y="117927"/>
                </a:lnTo>
                <a:lnTo>
                  <a:pt x="2235078" y="118821"/>
                </a:lnTo>
                <a:cubicBezTo>
                  <a:pt x="2201989" y="122916"/>
                  <a:pt x="2183438" y="140537"/>
                  <a:pt x="2163119" y="160385"/>
                </a:cubicBezTo>
                <a:cubicBezTo>
                  <a:pt x="2140811" y="181651"/>
                  <a:pt x="2116959" y="204450"/>
                  <a:pt x="2071970" y="207216"/>
                </a:cubicBezTo>
                <a:lnTo>
                  <a:pt x="2062687" y="207496"/>
                </a:lnTo>
                <a:lnTo>
                  <a:pt x="2053502" y="207216"/>
                </a:lnTo>
                <a:cubicBezTo>
                  <a:pt x="2008993" y="204450"/>
                  <a:pt x="1985187" y="181651"/>
                  <a:pt x="1963418" y="160385"/>
                </a:cubicBezTo>
                <a:cubicBezTo>
                  <a:pt x="1943099" y="140537"/>
                  <a:pt x="1924106" y="122916"/>
                  <a:pt x="1890508" y="118821"/>
                </a:cubicBezTo>
                <a:lnTo>
                  <a:pt x="1875171" y="117927"/>
                </a:lnTo>
                <a:lnTo>
                  <a:pt x="1860044" y="118821"/>
                </a:lnTo>
                <a:cubicBezTo>
                  <a:pt x="1826946" y="122916"/>
                  <a:pt x="1808405" y="140537"/>
                  <a:pt x="1788085" y="160385"/>
                </a:cubicBezTo>
                <a:cubicBezTo>
                  <a:pt x="1765780" y="181651"/>
                  <a:pt x="1741925" y="204450"/>
                  <a:pt x="1696936" y="207216"/>
                </a:cubicBezTo>
                <a:lnTo>
                  <a:pt x="1687656" y="207496"/>
                </a:lnTo>
                <a:lnTo>
                  <a:pt x="1678456" y="207216"/>
                </a:lnTo>
                <a:cubicBezTo>
                  <a:pt x="1633891" y="204450"/>
                  <a:pt x="1610048" y="181651"/>
                  <a:pt x="1588259" y="160385"/>
                </a:cubicBezTo>
                <a:cubicBezTo>
                  <a:pt x="1567905" y="140537"/>
                  <a:pt x="1548904" y="122916"/>
                  <a:pt x="1515254" y="118821"/>
                </a:cubicBezTo>
                <a:lnTo>
                  <a:pt x="1499902" y="117927"/>
                </a:lnTo>
                <a:lnTo>
                  <a:pt x="1484938" y="118821"/>
                </a:lnTo>
                <a:cubicBezTo>
                  <a:pt x="1452117" y="122916"/>
                  <a:pt x="1433131" y="140537"/>
                  <a:pt x="1412811" y="160385"/>
                </a:cubicBezTo>
                <a:cubicBezTo>
                  <a:pt x="1389009" y="183068"/>
                  <a:pt x="1363465" y="207496"/>
                  <a:pt x="1312377" y="207496"/>
                </a:cubicBezTo>
                <a:cubicBezTo>
                  <a:pt x="1261869" y="207496"/>
                  <a:pt x="1236325" y="183068"/>
                  <a:pt x="1213103" y="160385"/>
                </a:cubicBezTo>
                <a:cubicBezTo>
                  <a:pt x="1192784" y="140537"/>
                  <a:pt x="1173800" y="122916"/>
                  <a:pt x="1140203" y="118821"/>
                </a:cubicBezTo>
                <a:lnTo>
                  <a:pt x="1124860" y="117927"/>
                </a:lnTo>
                <a:lnTo>
                  <a:pt x="1109907" y="118821"/>
                </a:lnTo>
                <a:cubicBezTo>
                  <a:pt x="1077083" y="122916"/>
                  <a:pt x="1058099" y="140537"/>
                  <a:pt x="1037780" y="160385"/>
                </a:cubicBezTo>
                <a:cubicBezTo>
                  <a:pt x="1014563" y="183068"/>
                  <a:pt x="988431" y="207496"/>
                  <a:pt x="937343" y="207496"/>
                </a:cubicBezTo>
                <a:cubicBezTo>
                  <a:pt x="887352" y="207496"/>
                  <a:pt x="861195" y="183068"/>
                  <a:pt x="837942" y="160385"/>
                </a:cubicBezTo>
                <a:cubicBezTo>
                  <a:pt x="817603" y="140537"/>
                  <a:pt x="798587" y="122916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11" y="207496"/>
                  <a:pt x="111465" y="183068"/>
                  <a:pt x="87663" y="160385"/>
                </a:cubicBezTo>
                <a:cubicBezTo>
                  <a:pt x="64441" y="137702"/>
                  <a:pt x="42961" y="117927"/>
                  <a:pt x="0" y="117927"/>
                </a:cubicBezTo>
                <a:close/>
                <a:moveTo>
                  <a:pt x="0" y="0"/>
                </a:moveTo>
                <a:cubicBezTo>
                  <a:pt x="50508" y="0"/>
                  <a:pt x="76633" y="24987"/>
                  <a:pt x="99855" y="47649"/>
                </a:cubicBezTo>
                <a:cubicBezTo>
                  <a:pt x="123076" y="69730"/>
                  <a:pt x="144556" y="90068"/>
                  <a:pt x="187517" y="90068"/>
                </a:cubicBezTo>
                <a:cubicBezTo>
                  <a:pt x="230477" y="90068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1" y="47649"/>
                </a:cubicBezTo>
                <a:cubicBezTo>
                  <a:pt x="498175" y="69730"/>
                  <a:pt x="519667" y="90068"/>
                  <a:pt x="562069" y="90068"/>
                </a:cubicBezTo>
                <a:cubicBezTo>
                  <a:pt x="605610" y="90068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800739" y="0"/>
                  <a:pt x="826901" y="24987"/>
                  <a:pt x="850154" y="47649"/>
                </a:cubicBezTo>
                <a:cubicBezTo>
                  <a:pt x="873408" y="69730"/>
                  <a:pt x="894909" y="90068"/>
                  <a:pt x="937343" y="90068"/>
                </a:cubicBezTo>
                <a:cubicBezTo>
                  <a:pt x="980892" y="90068"/>
                  <a:pt x="1002368" y="69730"/>
                  <a:pt x="1025586" y="47649"/>
                </a:cubicBezTo>
                <a:cubicBezTo>
                  <a:pt x="1047357" y="26403"/>
                  <a:pt x="1071175" y="3114"/>
                  <a:pt x="1115684" y="286"/>
                </a:cubicBezTo>
                <a:lnTo>
                  <a:pt x="1124860" y="0"/>
                </a:lnTo>
                <a:cubicBezTo>
                  <a:pt x="1175948" y="0"/>
                  <a:pt x="1201492" y="24987"/>
                  <a:pt x="1225295" y="47649"/>
                </a:cubicBezTo>
                <a:cubicBezTo>
                  <a:pt x="1248517" y="69730"/>
                  <a:pt x="1270006" y="90068"/>
                  <a:pt x="1312377" y="90068"/>
                </a:cubicBezTo>
                <a:cubicBezTo>
                  <a:pt x="1355923" y="90068"/>
                  <a:pt x="1377398" y="69730"/>
                  <a:pt x="1400620" y="47649"/>
                </a:cubicBezTo>
                <a:cubicBezTo>
                  <a:pt x="1422391" y="26403"/>
                  <a:pt x="1446206" y="3114"/>
                  <a:pt x="1490715" y="286"/>
                </a:cubicBezTo>
                <a:lnTo>
                  <a:pt x="1499902" y="0"/>
                </a:lnTo>
                <a:cubicBezTo>
                  <a:pt x="1551049" y="0"/>
                  <a:pt x="1576632" y="24987"/>
                  <a:pt x="1600457" y="47649"/>
                </a:cubicBezTo>
                <a:cubicBezTo>
                  <a:pt x="1620811" y="66970"/>
                  <a:pt x="1639813" y="84956"/>
                  <a:pt x="1672675" y="89151"/>
                </a:cubicBezTo>
                <a:lnTo>
                  <a:pt x="1687656" y="90068"/>
                </a:lnTo>
                <a:lnTo>
                  <a:pt x="1702991" y="89151"/>
                </a:lnTo>
                <a:cubicBezTo>
                  <a:pt x="1736589" y="84956"/>
                  <a:pt x="1755583" y="66970"/>
                  <a:pt x="1775902" y="47649"/>
                </a:cubicBezTo>
                <a:cubicBezTo>
                  <a:pt x="1797671" y="26403"/>
                  <a:pt x="1821477" y="3114"/>
                  <a:pt x="1865985" y="286"/>
                </a:cubicBezTo>
                <a:lnTo>
                  <a:pt x="1875171" y="0"/>
                </a:lnTo>
                <a:cubicBezTo>
                  <a:pt x="1926263" y="0"/>
                  <a:pt x="1951800" y="24987"/>
                  <a:pt x="1975602" y="47649"/>
                </a:cubicBezTo>
                <a:cubicBezTo>
                  <a:pt x="1995922" y="66970"/>
                  <a:pt x="2014463" y="84956"/>
                  <a:pt x="2047561" y="89151"/>
                </a:cubicBezTo>
                <a:lnTo>
                  <a:pt x="2062687" y="90068"/>
                </a:lnTo>
                <a:lnTo>
                  <a:pt x="2078025" y="89151"/>
                </a:lnTo>
                <a:cubicBezTo>
                  <a:pt x="2111623" y="84956"/>
                  <a:pt x="2130614" y="66970"/>
                  <a:pt x="2150933" y="47649"/>
                </a:cubicBezTo>
                <a:cubicBezTo>
                  <a:pt x="2172701" y="26403"/>
                  <a:pt x="2196510" y="3114"/>
                  <a:pt x="2241019" y="286"/>
                </a:cubicBezTo>
                <a:lnTo>
                  <a:pt x="2250202" y="0"/>
                </a:lnTo>
                <a:cubicBezTo>
                  <a:pt x="2301355" y="0"/>
                  <a:pt x="2326932" y="24987"/>
                  <a:pt x="2350772" y="47649"/>
                </a:cubicBezTo>
                <a:cubicBezTo>
                  <a:pt x="2371110" y="66970"/>
                  <a:pt x="2389675" y="84956"/>
                  <a:pt x="2422815" y="89151"/>
                </a:cubicBezTo>
                <a:lnTo>
                  <a:pt x="2437959" y="90068"/>
                </a:lnTo>
                <a:lnTo>
                  <a:pt x="2453275" y="89151"/>
                </a:lnTo>
                <a:cubicBezTo>
                  <a:pt x="2486774" y="84956"/>
                  <a:pt x="2505375" y="66970"/>
                  <a:pt x="2526203" y="47649"/>
                </a:cubicBezTo>
                <a:cubicBezTo>
                  <a:pt x="2549424" y="24987"/>
                  <a:pt x="2574968" y="0"/>
                  <a:pt x="2625475" y="0"/>
                </a:cubicBezTo>
                <a:cubicBezTo>
                  <a:pt x="2676563" y="0"/>
                  <a:pt x="2702109" y="24987"/>
                  <a:pt x="2725913" y="47649"/>
                </a:cubicBezTo>
                <a:cubicBezTo>
                  <a:pt x="2746233" y="66970"/>
                  <a:pt x="2764773" y="84956"/>
                  <a:pt x="2797875" y="89151"/>
                </a:cubicBezTo>
                <a:lnTo>
                  <a:pt x="2812992" y="90068"/>
                </a:lnTo>
                <a:lnTo>
                  <a:pt x="2828318" y="89151"/>
                </a:lnTo>
                <a:cubicBezTo>
                  <a:pt x="2861804" y="84956"/>
                  <a:pt x="2880408" y="66970"/>
                  <a:pt x="2901235" y="47649"/>
                </a:cubicBezTo>
                <a:cubicBezTo>
                  <a:pt x="2923110" y="26403"/>
                  <a:pt x="2946922" y="3114"/>
                  <a:pt x="2991431" y="286"/>
                </a:cubicBezTo>
                <a:lnTo>
                  <a:pt x="3000614" y="0"/>
                </a:lnTo>
                <a:cubicBezTo>
                  <a:pt x="3051767" y="0"/>
                  <a:pt x="3077344" y="24987"/>
                  <a:pt x="3101177" y="47649"/>
                </a:cubicBezTo>
                <a:cubicBezTo>
                  <a:pt x="3121523" y="66970"/>
                  <a:pt x="3140087" y="84956"/>
                  <a:pt x="3173228" y="89151"/>
                </a:cubicBezTo>
                <a:lnTo>
                  <a:pt x="3188371" y="90068"/>
                </a:lnTo>
                <a:lnTo>
                  <a:pt x="3203686" y="89151"/>
                </a:lnTo>
                <a:cubicBezTo>
                  <a:pt x="3237173" y="84956"/>
                  <a:pt x="3255715" y="66970"/>
                  <a:pt x="3276033" y="47649"/>
                </a:cubicBezTo>
                <a:cubicBezTo>
                  <a:pt x="3298348" y="26403"/>
                  <a:pt x="3322193" y="3114"/>
                  <a:pt x="3366704" y="286"/>
                </a:cubicBezTo>
                <a:lnTo>
                  <a:pt x="3375887" y="0"/>
                </a:lnTo>
                <a:cubicBezTo>
                  <a:pt x="3426975" y="0"/>
                  <a:pt x="3452519" y="24987"/>
                  <a:pt x="3476322" y="47649"/>
                </a:cubicBezTo>
                <a:cubicBezTo>
                  <a:pt x="3496641" y="66970"/>
                  <a:pt x="3515182" y="84956"/>
                  <a:pt x="3548281" y="89151"/>
                </a:cubicBezTo>
                <a:lnTo>
                  <a:pt x="3563404" y="90068"/>
                </a:lnTo>
                <a:lnTo>
                  <a:pt x="3578739" y="89151"/>
                </a:lnTo>
                <a:cubicBezTo>
                  <a:pt x="3612269" y="84956"/>
                  <a:pt x="3630834" y="66970"/>
                  <a:pt x="3651179" y="47649"/>
                </a:cubicBezTo>
                <a:cubicBezTo>
                  <a:pt x="3673523" y="26403"/>
                  <a:pt x="3697399" y="3114"/>
                  <a:pt x="3741966" y="286"/>
                </a:cubicBezTo>
                <a:lnTo>
                  <a:pt x="3751161" y="0"/>
                </a:lnTo>
                <a:cubicBezTo>
                  <a:pt x="3802249" y="0"/>
                  <a:pt x="3827793" y="24987"/>
                  <a:pt x="3851596" y="47649"/>
                </a:cubicBezTo>
                <a:cubicBezTo>
                  <a:pt x="3871915" y="66970"/>
                  <a:pt x="3890456" y="84956"/>
                  <a:pt x="3923554" y="89151"/>
                </a:cubicBezTo>
                <a:lnTo>
                  <a:pt x="3938678" y="90068"/>
                </a:lnTo>
                <a:lnTo>
                  <a:pt x="3944937" y="89693"/>
                </a:lnTo>
                <a:lnTo>
                  <a:pt x="3944937" y="107888"/>
                </a:lnTo>
                <a:lnTo>
                  <a:pt x="3938678" y="108081"/>
                </a:lnTo>
                <a:lnTo>
                  <a:pt x="3929495" y="107795"/>
                </a:lnTo>
                <a:cubicBezTo>
                  <a:pt x="3884984" y="104967"/>
                  <a:pt x="3861139" y="81678"/>
                  <a:pt x="3838824" y="60433"/>
                </a:cubicBezTo>
                <a:cubicBezTo>
                  <a:pt x="3818505" y="41112"/>
                  <a:pt x="3799963" y="23125"/>
                  <a:pt x="3766477" y="18931"/>
                </a:cubicBezTo>
                <a:lnTo>
                  <a:pt x="3751161" y="18014"/>
                </a:lnTo>
                <a:lnTo>
                  <a:pt x="3736018" y="18931"/>
                </a:lnTo>
                <a:cubicBezTo>
                  <a:pt x="3702877" y="23125"/>
                  <a:pt x="3684313" y="41112"/>
                  <a:pt x="3663967" y="60433"/>
                </a:cubicBezTo>
                <a:cubicBezTo>
                  <a:pt x="3641624" y="81678"/>
                  <a:pt x="3617748" y="104967"/>
                  <a:pt x="3572701" y="107795"/>
                </a:cubicBezTo>
                <a:lnTo>
                  <a:pt x="3563404" y="108081"/>
                </a:lnTo>
                <a:lnTo>
                  <a:pt x="3554221" y="107795"/>
                </a:lnTo>
                <a:cubicBezTo>
                  <a:pt x="3509710" y="104967"/>
                  <a:pt x="3485865" y="81678"/>
                  <a:pt x="3463550" y="60433"/>
                </a:cubicBezTo>
                <a:cubicBezTo>
                  <a:pt x="3443231" y="41112"/>
                  <a:pt x="3424690" y="23125"/>
                  <a:pt x="3391203" y="18931"/>
                </a:cubicBezTo>
                <a:lnTo>
                  <a:pt x="3375887" y="18014"/>
                </a:lnTo>
                <a:lnTo>
                  <a:pt x="3360764" y="18931"/>
                </a:lnTo>
                <a:cubicBezTo>
                  <a:pt x="3327666" y="23125"/>
                  <a:pt x="3309125" y="41112"/>
                  <a:pt x="3288805" y="60433"/>
                </a:cubicBezTo>
                <a:cubicBezTo>
                  <a:pt x="3266491" y="81678"/>
                  <a:pt x="3242645" y="104967"/>
                  <a:pt x="3197656" y="107795"/>
                </a:cubicBezTo>
                <a:lnTo>
                  <a:pt x="3188371" y="108081"/>
                </a:lnTo>
                <a:lnTo>
                  <a:pt x="3179176" y="107795"/>
                </a:lnTo>
                <a:cubicBezTo>
                  <a:pt x="3134608" y="104967"/>
                  <a:pt x="3110732" y="81678"/>
                  <a:pt x="3088389" y="60433"/>
                </a:cubicBezTo>
                <a:cubicBezTo>
                  <a:pt x="3068043" y="41112"/>
                  <a:pt x="3049479" y="23125"/>
                  <a:pt x="3015949" y="18931"/>
                </a:cubicBezTo>
                <a:lnTo>
                  <a:pt x="3000614" y="18014"/>
                </a:lnTo>
                <a:lnTo>
                  <a:pt x="2985490" y="18931"/>
                </a:lnTo>
                <a:cubicBezTo>
                  <a:pt x="2952392" y="23125"/>
                  <a:pt x="2933851" y="41112"/>
                  <a:pt x="2913429" y="60433"/>
                </a:cubicBezTo>
                <a:cubicBezTo>
                  <a:pt x="2891112" y="81678"/>
                  <a:pt x="2867269" y="104967"/>
                  <a:pt x="2822285" y="107795"/>
                </a:cubicBezTo>
                <a:lnTo>
                  <a:pt x="2812992" y="108081"/>
                </a:lnTo>
                <a:lnTo>
                  <a:pt x="2803817" y="107795"/>
                </a:lnTo>
                <a:cubicBezTo>
                  <a:pt x="2759309" y="104967"/>
                  <a:pt x="2735489" y="81678"/>
                  <a:pt x="2713719" y="60433"/>
                </a:cubicBezTo>
                <a:cubicBezTo>
                  <a:pt x="2689916" y="38351"/>
                  <a:pt x="2669016" y="18014"/>
                  <a:pt x="2625475" y="18014"/>
                </a:cubicBezTo>
                <a:cubicBezTo>
                  <a:pt x="2582521" y="18014"/>
                  <a:pt x="2561615" y="38351"/>
                  <a:pt x="2538398" y="60433"/>
                </a:cubicBezTo>
                <a:cubicBezTo>
                  <a:pt x="2516079" y="81678"/>
                  <a:pt x="2492239" y="104967"/>
                  <a:pt x="2447253" y="107795"/>
                </a:cubicBezTo>
                <a:lnTo>
                  <a:pt x="2437959" y="108081"/>
                </a:lnTo>
                <a:lnTo>
                  <a:pt x="2428768" y="107795"/>
                </a:lnTo>
                <a:cubicBezTo>
                  <a:pt x="2384205" y="104967"/>
                  <a:pt x="2360364" y="81678"/>
                  <a:pt x="2338559" y="60433"/>
                </a:cubicBezTo>
                <a:cubicBezTo>
                  <a:pt x="2318221" y="41112"/>
                  <a:pt x="2299203" y="23125"/>
                  <a:pt x="2265570" y="18931"/>
                </a:cubicBezTo>
                <a:lnTo>
                  <a:pt x="2250202" y="18014"/>
                </a:lnTo>
                <a:lnTo>
                  <a:pt x="2235078" y="18931"/>
                </a:lnTo>
                <a:cubicBezTo>
                  <a:pt x="2201989" y="23125"/>
                  <a:pt x="2183438" y="41112"/>
                  <a:pt x="2163119" y="60433"/>
                </a:cubicBezTo>
                <a:cubicBezTo>
                  <a:pt x="2140811" y="81678"/>
                  <a:pt x="2116959" y="104967"/>
                  <a:pt x="2071970" y="107795"/>
                </a:cubicBezTo>
                <a:lnTo>
                  <a:pt x="2062687" y="108081"/>
                </a:lnTo>
                <a:lnTo>
                  <a:pt x="2053502" y="107795"/>
                </a:lnTo>
                <a:cubicBezTo>
                  <a:pt x="2008993" y="104967"/>
                  <a:pt x="1985187" y="81678"/>
                  <a:pt x="1963418" y="60433"/>
                </a:cubicBezTo>
                <a:cubicBezTo>
                  <a:pt x="1943099" y="41112"/>
                  <a:pt x="1924106" y="23125"/>
                  <a:pt x="1890508" y="18931"/>
                </a:cubicBezTo>
                <a:lnTo>
                  <a:pt x="1875171" y="18014"/>
                </a:lnTo>
                <a:lnTo>
                  <a:pt x="1860044" y="18931"/>
                </a:lnTo>
                <a:cubicBezTo>
                  <a:pt x="1826946" y="23125"/>
                  <a:pt x="1808405" y="41112"/>
                  <a:pt x="1788085" y="60433"/>
                </a:cubicBezTo>
                <a:cubicBezTo>
                  <a:pt x="1765780" y="81678"/>
                  <a:pt x="1741925" y="104967"/>
                  <a:pt x="1696936" y="107795"/>
                </a:cubicBezTo>
                <a:lnTo>
                  <a:pt x="1687656" y="108081"/>
                </a:lnTo>
                <a:lnTo>
                  <a:pt x="1678456" y="107795"/>
                </a:lnTo>
                <a:cubicBezTo>
                  <a:pt x="1633891" y="104967"/>
                  <a:pt x="1610048" y="81678"/>
                  <a:pt x="1588259" y="60433"/>
                </a:cubicBezTo>
                <a:cubicBezTo>
                  <a:pt x="1567905" y="41112"/>
                  <a:pt x="1548904" y="23125"/>
                  <a:pt x="1515254" y="18931"/>
                </a:cubicBezTo>
                <a:lnTo>
                  <a:pt x="1499902" y="18014"/>
                </a:lnTo>
                <a:lnTo>
                  <a:pt x="1484938" y="18931"/>
                </a:lnTo>
                <a:cubicBezTo>
                  <a:pt x="1452117" y="23125"/>
                  <a:pt x="1433131" y="41112"/>
                  <a:pt x="1412811" y="60433"/>
                </a:cubicBezTo>
                <a:cubicBezTo>
                  <a:pt x="1389009" y="83095"/>
                  <a:pt x="1363465" y="108081"/>
                  <a:pt x="1312377" y="108081"/>
                </a:cubicBezTo>
                <a:cubicBezTo>
                  <a:pt x="1261869" y="108081"/>
                  <a:pt x="1236325" y="83095"/>
                  <a:pt x="1213103" y="60433"/>
                </a:cubicBezTo>
                <a:cubicBezTo>
                  <a:pt x="1192784" y="41112"/>
                  <a:pt x="1173800" y="23125"/>
                  <a:pt x="1140203" y="18931"/>
                </a:cubicBezTo>
                <a:lnTo>
                  <a:pt x="1124860" y="18014"/>
                </a:lnTo>
                <a:lnTo>
                  <a:pt x="1109907" y="18931"/>
                </a:lnTo>
                <a:cubicBezTo>
                  <a:pt x="1077083" y="23125"/>
                  <a:pt x="1058099" y="41112"/>
                  <a:pt x="1037780" y="60433"/>
                </a:cubicBezTo>
                <a:cubicBezTo>
                  <a:pt x="1014563" y="83095"/>
                  <a:pt x="988431" y="108081"/>
                  <a:pt x="937343" y="108081"/>
                </a:cubicBezTo>
                <a:cubicBezTo>
                  <a:pt x="887352" y="108081"/>
                  <a:pt x="861195" y="83095"/>
                  <a:pt x="837942" y="60433"/>
                </a:cubicBezTo>
                <a:cubicBezTo>
                  <a:pt x="817603" y="41112"/>
                  <a:pt x="798587" y="23125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2"/>
                  <a:pt x="662511" y="60433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3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3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11" y="108081"/>
                  <a:pt x="111465" y="83095"/>
                  <a:pt x="87663" y="60433"/>
                </a:cubicBezTo>
                <a:cubicBezTo>
                  <a:pt x="64441" y="38351"/>
                  <a:pt x="42961" y="18014"/>
                  <a:pt x="0" y="1801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F22CB3A1-DCB2-4A30-BE60-9CA6C5B4ACBC}"/>
              </a:ext>
            </a:extLst>
          </p:cNvPr>
          <p:cNvSpPr/>
          <p:nvPr userDrawn="1"/>
        </p:nvSpPr>
        <p:spPr>
          <a:xfrm rot="3600000">
            <a:off x="7656443" y="-75063"/>
            <a:ext cx="963264" cy="656226"/>
          </a:xfrm>
          <a:custGeom>
            <a:avLst/>
            <a:gdLst>
              <a:gd name="connsiteX0" fmla="*/ 0 w 963264"/>
              <a:gd name="connsiteY0" fmla="*/ 656226 h 656226"/>
              <a:gd name="connsiteX1" fmla="*/ 378873 w 963264"/>
              <a:gd name="connsiteY1" fmla="*/ 0 h 656226"/>
              <a:gd name="connsiteX2" fmla="*/ 635151 w 963264"/>
              <a:gd name="connsiteY2" fmla="*/ 0 h 656226"/>
              <a:gd name="connsiteX3" fmla="*/ 963264 w 963264"/>
              <a:gd name="connsiteY3" fmla="*/ 328113 h 656226"/>
              <a:gd name="connsiteX4" fmla="*/ 635151 w 963264"/>
              <a:gd name="connsiteY4" fmla="*/ 656226 h 65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3264" h="656226">
                <a:moveTo>
                  <a:pt x="0" y="656226"/>
                </a:moveTo>
                <a:lnTo>
                  <a:pt x="378873" y="0"/>
                </a:lnTo>
                <a:lnTo>
                  <a:pt x="635151" y="0"/>
                </a:lnTo>
                <a:cubicBezTo>
                  <a:pt x="816363" y="0"/>
                  <a:pt x="963264" y="146901"/>
                  <a:pt x="963264" y="328113"/>
                </a:cubicBezTo>
                <a:cubicBezTo>
                  <a:pt x="963264" y="509325"/>
                  <a:pt x="816363" y="656226"/>
                  <a:pt x="635151" y="65622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6829BE0E-239F-4BCD-AE8F-2019DBC5A2F0}"/>
              </a:ext>
            </a:extLst>
          </p:cNvPr>
          <p:cNvSpPr/>
          <p:nvPr userDrawn="1"/>
        </p:nvSpPr>
        <p:spPr>
          <a:xfrm rot="3600000">
            <a:off x="10380035" y="4201325"/>
            <a:ext cx="2663825" cy="656226"/>
          </a:xfrm>
          <a:custGeom>
            <a:avLst/>
            <a:gdLst>
              <a:gd name="connsiteX0" fmla="*/ 56036 w 2663825"/>
              <a:gd name="connsiteY0" fmla="*/ 144662 h 656226"/>
              <a:gd name="connsiteX1" fmla="*/ 328113 w 2663825"/>
              <a:gd name="connsiteY1" fmla="*/ 0 h 656226"/>
              <a:gd name="connsiteX2" fmla="*/ 1723711 w 2663825"/>
              <a:gd name="connsiteY2" fmla="*/ 0 h 656226"/>
              <a:gd name="connsiteX3" fmla="*/ 2663825 w 2663825"/>
              <a:gd name="connsiteY3" fmla="*/ 542776 h 656226"/>
              <a:gd name="connsiteX4" fmla="*/ 2649512 w 2663825"/>
              <a:gd name="connsiteY4" fmla="*/ 560124 h 656226"/>
              <a:gd name="connsiteX5" fmla="*/ 2417501 w 2663825"/>
              <a:gd name="connsiteY5" fmla="*/ 656226 h 656226"/>
              <a:gd name="connsiteX6" fmla="*/ 328113 w 2663825"/>
              <a:gd name="connsiteY6" fmla="*/ 656226 h 656226"/>
              <a:gd name="connsiteX7" fmla="*/ 0 w 2663825"/>
              <a:gd name="connsiteY7" fmla="*/ 328113 h 656226"/>
              <a:gd name="connsiteX8" fmla="*/ 56036 w 2663825"/>
              <a:gd name="connsiteY8" fmla="*/ 144662 h 65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63825" h="656226">
                <a:moveTo>
                  <a:pt x="56036" y="144662"/>
                </a:moveTo>
                <a:cubicBezTo>
                  <a:pt x="115001" y="57383"/>
                  <a:pt x="214855" y="0"/>
                  <a:pt x="328113" y="0"/>
                </a:cubicBezTo>
                <a:lnTo>
                  <a:pt x="1723711" y="0"/>
                </a:lnTo>
                <a:lnTo>
                  <a:pt x="2663825" y="542776"/>
                </a:lnTo>
                <a:lnTo>
                  <a:pt x="2649512" y="560124"/>
                </a:lnTo>
                <a:cubicBezTo>
                  <a:pt x="2590135" y="619501"/>
                  <a:pt x="2508107" y="656226"/>
                  <a:pt x="2417501" y="656226"/>
                </a:cubicBezTo>
                <a:lnTo>
                  <a:pt x="328113" y="656226"/>
                </a:lnTo>
                <a:cubicBezTo>
                  <a:pt x="146901" y="656226"/>
                  <a:pt x="0" y="509325"/>
                  <a:pt x="0" y="328113"/>
                </a:cubicBezTo>
                <a:cubicBezTo>
                  <a:pt x="0" y="260158"/>
                  <a:pt x="20658" y="197029"/>
                  <a:pt x="56036" y="1446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55FA98E5-0F92-4BF6-9AD9-069196EBC72B}"/>
              </a:ext>
            </a:extLst>
          </p:cNvPr>
          <p:cNvSpPr/>
          <p:nvPr userDrawn="1"/>
        </p:nvSpPr>
        <p:spPr>
          <a:xfrm rot="3600000">
            <a:off x="10097205" y="1734900"/>
            <a:ext cx="2739907" cy="656226"/>
          </a:xfrm>
          <a:custGeom>
            <a:avLst/>
            <a:gdLst>
              <a:gd name="connsiteX0" fmla="*/ 56037 w 2739907"/>
              <a:gd name="connsiteY0" fmla="*/ 144661 h 656226"/>
              <a:gd name="connsiteX1" fmla="*/ 328113 w 2739907"/>
              <a:gd name="connsiteY1" fmla="*/ 0 h 656226"/>
              <a:gd name="connsiteX2" fmla="*/ 2251328 w 2739907"/>
              <a:gd name="connsiteY2" fmla="*/ 0 h 656226"/>
              <a:gd name="connsiteX3" fmla="*/ 2734980 w 2739907"/>
              <a:gd name="connsiteY3" fmla="*/ 279236 h 656226"/>
              <a:gd name="connsiteX4" fmla="*/ 2739907 w 2739907"/>
              <a:gd name="connsiteY4" fmla="*/ 328113 h 656226"/>
              <a:gd name="connsiteX5" fmla="*/ 2411794 w 2739907"/>
              <a:gd name="connsiteY5" fmla="*/ 656226 h 656226"/>
              <a:gd name="connsiteX6" fmla="*/ 328113 w 2739907"/>
              <a:gd name="connsiteY6" fmla="*/ 656226 h 656226"/>
              <a:gd name="connsiteX7" fmla="*/ 0 w 2739907"/>
              <a:gd name="connsiteY7" fmla="*/ 328113 h 656226"/>
              <a:gd name="connsiteX8" fmla="*/ 56037 w 2739907"/>
              <a:gd name="connsiteY8" fmla="*/ 144661 h 65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9907" h="656226">
                <a:moveTo>
                  <a:pt x="56037" y="144661"/>
                </a:moveTo>
                <a:cubicBezTo>
                  <a:pt x="115001" y="57383"/>
                  <a:pt x="214855" y="1"/>
                  <a:pt x="328113" y="0"/>
                </a:cubicBezTo>
                <a:lnTo>
                  <a:pt x="2251328" y="0"/>
                </a:lnTo>
                <a:lnTo>
                  <a:pt x="2734980" y="279236"/>
                </a:lnTo>
                <a:lnTo>
                  <a:pt x="2739907" y="328113"/>
                </a:lnTo>
                <a:cubicBezTo>
                  <a:pt x="2739907" y="509325"/>
                  <a:pt x="2593006" y="656226"/>
                  <a:pt x="2411794" y="656226"/>
                </a:cubicBezTo>
                <a:lnTo>
                  <a:pt x="328113" y="656226"/>
                </a:lnTo>
                <a:cubicBezTo>
                  <a:pt x="146901" y="656226"/>
                  <a:pt x="0" y="509325"/>
                  <a:pt x="0" y="328113"/>
                </a:cubicBezTo>
                <a:cubicBezTo>
                  <a:pt x="0" y="260159"/>
                  <a:pt x="20658" y="197029"/>
                  <a:pt x="56037" y="14466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64B47CE7-15FE-4426-B281-EF77DE67F6B1}"/>
              </a:ext>
            </a:extLst>
          </p:cNvPr>
          <p:cNvSpPr/>
          <p:nvPr userDrawn="1"/>
        </p:nvSpPr>
        <p:spPr>
          <a:xfrm rot="3600000">
            <a:off x="12040059" y="3718921"/>
            <a:ext cx="303881" cy="175446"/>
          </a:xfrm>
          <a:custGeom>
            <a:avLst/>
            <a:gdLst>
              <a:gd name="connsiteX0" fmla="*/ 0 w 303881"/>
              <a:gd name="connsiteY0" fmla="*/ 0 h 175446"/>
              <a:gd name="connsiteX1" fmla="*/ 303881 w 303881"/>
              <a:gd name="connsiteY1" fmla="*/ 175446 h 175446"/>
              <a:gd name="connsiteX2" fmla="*/ 288785 w 303881"/>
              <a:gd name="connsiteY2" fmla="*/ 175446 h 175446"/>
              <a:gd name="connsiteX3" fmla="*/ 16709 w 303881"/>
              <a:gd name="connsiteY3" fmla="*/ 30784 h 175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881" h="175446">
                <a:moveTo>
                  <a:pt x="0" y="0"/>
                </a:moveTo>
                <a:lnTo>
                  <a:pt x="303881" y="175446"/>
                </a:lnTo>
                <a:lnTo>
                  <a:pt x="288785" y="175446"/>
                </a:lnTo>
                <a:cubicBezTo>
                  <a:pt x="175527" y="175446"/>
                  <a:pt x="75673" y="118062"/>
                  <a:pt x="16709" y="307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C9E70994-6B07-4DAC-A08D-03837401687A}"/>
              </a:ext>
            </a:extLst>
          </p:cNvPr>
          <p:cNvSpPr/>
          <p:nvPr userDrawn="1"/>
        </p:nvSpPr>
        <p:spPr>
          <a:xfrm rot="3600000">
            <a:off x="8832722" y="1601772"/>
            <a:ext cx="2739907" cy="65622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6724F0CD-D4FD-4FA6-8431-4A3C32B712B6}"/>
              </a:ext>
            </a:extLst>
          </p:cNvPr>
          <p:cNvSpPr/>
          <p:nvPr userDrawn="1"/>
        </p:nvSpPr>
        <p:spPr>
          <a:xfrm rot="3600000">
            <a:off x="11948202" y="1543468"/>
            <a:ext cx="487599" cy="281516"/>
          </a:xfrm>
          <a:custGeom>
            <a:avLst/>
            <a:gdLst>
              <a:gd name="connsiteX0" fmla="*/ 0 w 487599"/>
              <a:gd name="connsiteY0" fmla="*/ 0 h 281516"/>
              <a:gd name="connsiteX1" fmla="*/ 487599 w 487599"/>
              <a:gd name="connsiteY1" fmla="*/ 281516 h 281516"/>
              <a:gd name="connsiteX2" fmla="*/ 323415 w 487599"/>
              <a:gd name="connsiteY2" fmla="*/ 281516 h 281516"/>
              <a:gd name="connsiteX3" fmla="*/ 1969 w 487599"/>
              <a:gd name="connsiteY3" fmla="*/ 19529 h 281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599" h="281516">
                <a:moveTo>
                  <a:pt x="0" y="0"/>
                </a:moveTo>
                <a:lnTo>
                  <a:pt x="487599" y="281516"/>
                </a:lnTo>
                <a:lnTo>
                  <a:pt x="323415" y="281516"/>
                </a:lnTo>
                <a:cubicBezTo>
                  <a:pt x="164855" y="281516"/>
                  <a:pt x="32564" y="169045"/>
                  <a:pt x="1969" y="1952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8F2D3179-A12F-454A-83D2-B73B6117C19A}"/>
              </a:ext>
            </a:extLst>
          </p:cNvPr>
          <p:cNvSpPr/>
          <p:nvPr userDrawn="1"/>
        </p:nvSpPr>
        <p:spPr>
          <a:xfrm rot="3600000">
            <a:off x="9954066" y="-105865"/>
            <a:ext cx="892129" cy="656226"/>
          </a:xfrm>
          <a:custGeom>
            <a:avLst/>
            <a:gdLst>
              <a:gd name="connsiteX0" fmla="*/ 0 w 892129"/>
              <a:gd name="connsiteY0" fmla="*/ 656226 h 656226"/>
              <a:gd name="connsiteX1" fmla="*/ 378872 w 892129"/>
              <a:gd name="connsiteY1" fmla="*/ 0 h 656226"/>
              <a:gd name="connsiteX2" fmla="*/ 564016 w 892129"/>
              <a:gd name="connsiteY2" fmla="*/ 0 h 656226"/>
              <a:gd name="connsiteX3" fmla="*/ 892129 w 892129"/>
              <a:gd name="connsiteY3" fmla="*/ 328113 h 656226"/>
              <a:gd name="connsiteX4" fmla="*/ 564016 w 892129"/>
              <a:gd name="connsiteY4" fmla="*/ 656226 h 65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2129" h="656226">
                <a:moveTo>
                  <a:pt x="0" y="656226"/>
                </a:moveTo>
                <a:lnTo>
                  <a:pt x="378872" y="0"/>
                </a:lnTo>
                <a:lnTo>
                  <a:pt x="564016" y="0"/>
                </a:lnTo>
                <a:cubicBezTo>
                  <a:pt x="745228" y="0"/>
                  <a:pt x="892129" y="146901"/>
                  <a:pt x="892129" y="328113"/>
                </a:cubicBezTo>
                <a:cubicBezTo>
                  <a:pt x="892129" y="509325"/>
                  <a:pt x="745228" y="656226"/>
                  <a:pt x="564016" y="656226"/>
                </a:cubicBezTo>
                <a:close/>
              </a:path>
            </a:pathLst>
          </a:custGeom>
          <a:solidFill>
            <a:srgbClr val="B3E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E0BFE8A8-2D8A-49BA-AA54-9F065D472874}"/>
              </a:ext>
            </a:extLst>
          </p:cNvPr>
          <p:cNvSpPr/>
          <p:nvPr userDrawn="1"/>
        </p:nvSpPr>
        <p:spPr>
          <a:xfrm rot="3600000">
            <a:off x="10968042" y="154221"/>
            <a:ext cx="1492771" cy="656226"/>
          </a:xfrm>
          <a:custGeom>
            <a:avLst/>
            <a:gdLst>
              <a:gd name="connsiteX0" fmla="*/ 0 w 1492771"/>
              <a:gd name="connsiteY0" fmla="*/ 656225 h 656226"/>
              <a:gd name="connsiteX1" fmla="*/ 378872 w 1492771"/>
              <a:gd name="connsiteY1" fmla="*/ 0 h 656226"/>
              <a:gd name="connsiteX2" fmla="*/ 1164658 w 1492771"/>
              <a:gd name="connsiteY2" fmla="*/ 0 h 656226"/>
              <a:gd name="connsiteX3" fmla="*/ 1170440 w 1492771"/>
              <a:gd name="connsiteY3" fmla="*/ 1167 h 656226"/>
              <a:gd name="connsiteX4" fmla="*/ 1436056 w 1492771"/>
              <a:gd name="connsiteY4" fmla="*/ 154521 h 656226"/>
              <a:gd name="connsiteX5" fmla="*/ 1466986 w 1492771"/>
              <a:gd name="connsiteY5" fmla="*/ 200396 h 656226"/>
              <a:gd name="connsiteX6" fmla="*/ 1492771 w 1492771"/>
              <a:gd name="connsiteY6" fmla="*/ 328113 h 656226"/>
              <a:gd name="connsiteX7" fmla="*/ 1164658 w 1492771"/>
              <a:gd name="connsiteY7" fmla="*/ 656226 h 65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92771" h="656226">
                <a:moveTo>
                  <a:pt x="0" y="656225"/>
                </a:moveTo>
                <a:lnTo>
                  <a:pt x="378872" y="0"/>
                </a:lnTo>
                <a:lnTo>
                  <a:pt x="1164658" y="0"/>
                </a:lnTo>
                <a:lnTo>
                  <a:pt x="1170440" y="1167"/>
                </a:lnTo>
                <a:lnTo>
                  <a:pt x="1436056" y="154521"/>
                </a:lnTo>
                <a:lnTo>
                  <a:pt x="1466986" y="200396"/>
                </a:lnTo>
                <a:cubicBezTo>
                  <a:pt x="1483589" y="239652"/>
                  <a:pt x="1492771" y="282810"/>
                  <a:pt x="1492771" y="328113"/>
                </a:cubicBezTo>
                <a:cubicBezTo>
                  <a:pt x="1492771" y="509325"/>
                  <a:pt x="1345870" y="656226"/>
                  <a:pt x="1164658" y="65622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</p:spTree>
    <p:extLst>
      <p:ext uri="{BB962C8B-B14F-4D97-AF65-F5344CB8AC3E}">
        <p14:creationId xmlns:p14="http://schemas.microsoft.com/office/powerpoint/2010/main" val="808649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7EB1241-BF7A-4E19-8CD5-B35D7DD6E90D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9" name="AutoShape 3">
            <a:extLst>
              <a:ext uri="{FF2B5EF4-FFF2-40B4-BE49-F238E27FC236}">
                <a16:creationId xmlns:a16="http://schemas.microsoft.com/office/drawing/2014/main" id="{7DC0E4CD-440E-4322-B6B6-C448855F2870}"/>
              </a:ext>
            </a:extLst>
          </p:cNvPr>
          <p:cNvSpPr>
            <a:spLocks noChangeAspect="1" noChangeArrowheads="1" noTextEdit="1"/>
          </p:cNvSpPr>
          <p:nvPr/>
        </p:nvSpPr>
        <p:spPr bwMode="black">
          <a:xfrm>
            <a:off x="712301" y="719138"/>
            <a:ext cx="3192604" cy="452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31DB21ED-C330-4682-B6F7-3B3FF9D4CBE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783536" y="807737"/>
            <a:ext cx="24881" cy="276721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" name="Freeform 6">
            <a:extLst>
              <a:ext uri="{FF2B5EF4-FFF2-40B4-BE49-F238E27FC236}">
                <a16:creationId xmlns:a16="http://schemas.microsoft.com/office/drawing/2014/main" id="{1A15BD3B-54EC-4474-8A13-A6CCE0CA73D2}"/>
              </a:ext>
            </a:extLst>
          </p:cNvPr>
          <p:cNvSpPr>
            <a:spLocks/>
          </p:cNvSpPr>
          <p:nvPr/>
        </p:nvSpPr>
        <p:spPr bwMode="black">
          <a:xfrm>
            <a:off x="2404788" y="810165"/>
            <a:ext cx="112266" cy="274294"/>
          </a:xfrm>
          <a:custGeom>
            <a:avLst/>
            <a:gdLst>
              <a:gd name="T0" fmla="*/ 376 w 378"/>
              <a:gd name="T1" fmla="*/ 13 h 923"/>
              <a:gd name="T2" fmla="*/ 376 w 378"/>
              <a:gd name="T3" fmla="*/ 94 h 923"/>
              <a:gd name="T4" fmla="*/ 193 w 378"/>
              <a:gd name="T5" fmla="*/ 258 h 923"/>
              <a:gd name="T6" fmla="*/ 193 w 378"/>
              <a:gd name="T7" fmla="*/ 284 h 923"/>
              <a:gd name="T8" fmla="*/ 378 w 378"/>
              <a:gd name="T9" fmla="*/ 284 h 923"/>
              <a:gd name="T10" fmla="*/ 378 w 378"/>
              <a:gd name="T11" fmla="*/ 365 h 923"/>
              <a:gd name="T12" fmla="*/ 193 w 378"/>
              <a:gd name="T13" fmla="*/ 365 h 923"/>
              <a:gd name="T14" fmla="*/ 193 w 378"/>
              <a:gd name="T15" fmla="*/ 923 h 923"/>
              <a:gd name="T16" fmla="*/ 109 w 378"/>
              <a:gd name="T17" fmla="*/ 923 h 923"/>
              <a:gd name="T18" fmla="*/ 109 w 378"/>
              <a:gd name="T19" fmla="*/ 366 h 923"/>
              <a:gd name="T20" fmla="*/ 0 w 378"/>
              <a:gd name="T21" fmla="*/ 366 h 923"/>
              <a:gd name="T22" fmla="*/ 0 w 378"/>
              <a:gd name="T23" fmla="*/ 285 h 923"/>
              <a:gd name="T24" fmla="*/ 109 w 378"/>
              <a:gd name="T25" fmla="*/ 285 h 923"/>
              <a:gd name="T26" fmla="*/ 109 w 378"/>
              <a:gd name="T27" fmla="*/ 259 h 923"/>
              <a:gd name="T28" fmla="*/ 376 w 378"/>
              <a:gd name="T29" fmla="*/ 1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8" h="923">
                <a:moveTo>
                  <a:pt x="376" y="13"/>
                </a:moveTo>
                <a:cubicBezTo>
                  <a:pt x="376" y="94"/>
                  <a:pt x="376" y="94"/>
                  <a:pt x="376" y="94"/>
                </a:cubicBezTo>
                <a:cubicBezTo>
                  <a:pt x="251" y="85"/>
                  <a:pt x="191" y="135"/>
                  <a:pt x="193" y="258"/>
                </a:cubicBezTo>
                <a:cubicBezTo>
                  <a:pt x="193" y="284"/>
                  <a:pt x="193" y="284"/>
                  <a:pt x="193" y="284"/>
                </a:cubicBezTo>
                <a:cubicBezTo>
                  <a:pt x="378" y="284"/>
                  <a:pt x="378" y="284"/>
                  <a:pt x="378" y="284"/>
                </a:cubicBezTo>
                <a:cubicBezTo>
                  <a:pt x="378" y="365"/>
                  <a:pt x="378" y="365"/>
                  <a:pt x="378" y="365"/>
                </a:cubicBezTo>
                <a:cubicBezTo>
                  <a:pt x="193" y="365"/>
                  <a:pt x="193" y="365"/>
                  <a:pt x="193" y="365"/>
                </a:cubicBezTo>
                <a:cubicBezTo>
                  <a:pt x="193" y="923"/>
                  <a:pt x="193" y="923"/>
                  <a:pt x="193" y="923"/>
                </a:cubicBezTo>
                <a:cubicBezTo>
                  <a:pt x="109" y="923"/>
                  <a:pt x="109" y="923"/>
                  <a:pt x="109" y="923"/>
                </a:cubicBezTo>
                <a:cubicBezTo>
                  <a:pt x="109" y="366"/>
                  <a:pt x="109" y="366"/>
                  <a:pt x="109" y="366"/>
                </a:cubicBezTo>
                <a:cubicBezTo>
                  <a:pt x="0" y="366"/>
                  <a:pt x="0" y="366"/>
                  <a:pt x="0" y="366"/>
                </a:cubicBezTo>
                <a:cubicBezTo>
                  <a:pt x="0" y="285"/>
                  <a:pt x="0" y="285"/>
                  <a:pt x="0" y="285"/>
                </a:cubicBezTo>
                <a:cubicBezTo>
                  <a:pt x="109" y="285"/>
                  <a:pt x="109" y="285"/>
                  <a:pt x="109" y="285"/>
                </a:cubicBezTo>
                <a:cubicBezTo>
                  <a:pt x="109" y="259"/>
                  <a:pt x="109" y="259"/>
                  <a:pt x="109" y="259"/>
                </a:cubicBezTo>
                <a:cubicBezTo>
                  <a:pt x="107" y="93"/>
                  <a:pt x="203" y="0"/>
                  <a:pt x="376" y="1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093EBB2C-F01D-42EB-9105-BABB594F6202}"/>
              </a:ext>
            </a:extLst>
          </p:cNvPr>
          <p:cNvSpPr>
            <a:spLocks noEditPoints="1"/>
          </p:cNvSpPr>
          <p:nvPr/>
        </p:nvSpPr>
        <p:spPr bwMode="black">
          <a:xfrm>
            <a:off x="1295478" y="819267"/>
            <a:ext cx="203293" cy="270653"/>
          </a:xfrm>
          <a:custGeom>
            <a:avLst/>
            <a:gdLst>
              <a:gd name="T0" fmla="*/ 165 w 685"/>
              <a:gd name="T1" fmla="*/ 574 h 911"/>
              <a:gd name="T2" fmla="*/ 342 w 685"/>
              <a:gd name="T3" fmla="*/ 754 h 911"/>
              <a:gd name="T4" fmla="*/ 520 w 685"/>
              <a:gd name="T5" fmla="*/ 574 h 911"/>
              <a:gd name="T6" fmla="*/ 342 w 685"/>
              <a:gd name="T7" fmla="*/ 395 h 911"/>
              <a:gd name="T8" fmla="*/ 165 w 685"/>
              <a:gd name="T9" fmla="*/ 574 h 911"/>
              <a:gd name="T10" fmla="*/ 165 w 685"/>
              <a:gd name="T11" fmla="*/ 330 h 911"/>
              <a:gd name="T12" fmla="*/ 372 w 685"/>
              <a:gd name="T13" fmla="*/ 238 h 911"/>
              <a:gd name="T14" fmla="*/ 685 w 685"/>
              <a:gd name="T15" fmla="*/ 574 h 911"/>
              <a:gd name="T16" fmla="*/ 372 w 685"/>
              <a:gd name="T17" fmla="*/ 911 h 911"/>
              <a:gd name="T18" fmla="*/ 165 w 685"/>
              <a:gd name="T19" fmla="*/ 819 h 911"/>
              <a:gd name="T20" fmla="*/ 165 w 685"/>
              <a:gd name="T21" fmla="*/ 893 h 911"/>
              <a:gd name="T22" fmla="*/ 0 w 685"/>
              <a:gd name="T23" fmla="*/ 893 h 911"/>
              <a:gd name="T24" fmla="*/ 0 w 685"/>
              <a:gd name="T25" fmla="*/ 0 h 911"/>
              <a:gd name="T26" fmla="*/ 165 w 685"/>
              <a:gd name="T27" fmla="*/ 0 h 911"/>
              <a:gd name="T28" fmla="*/ 165 w 685"/>
              <a:gd name="T29" fmla="*/ 33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165" y="574"/>
                </a:moveTo>
                <a:cubicBezTo>
                  <a:pt x="165" y="681"/>
                  <a:pt x="241" y="754"/>
                  <a:pt x="342" y="754"/>
                </a:cubicBezTo>
                <a:cubicBezTo>
                  <a:pt x="444" y="754"/>
                  <a:pt x="520" y="681"/>
                  <a:pt x="520" y="574"/>
                </a:cubicBezTo>
                <a:cubicBezTo>
                  <a:pt x="520" y="467"/>
                  <a:pt x="444" y="395"/>
                  <a:pt x="342" y="395"/>
                </a:cubicBezTo>
                <a:cubicBezTo>
                  <a:pt x="241" y="395"/>
                  <a:pt x="165" y="467"/>
                  <a:pt x="165" y="574"/>
                </a:cubicBezTo>
                <a:close/>
                <a:moveTo>
                  <a:pt x="165" y="330"/>
                </a:moveTo>
                <a:cubicBezTo>
                  <a:pt x="212" y="272"/>
                  <a:pt x="279" y="238"/>
                  <a:pt x="372" y="238"/>
                </a:cubicBezTo>
                <a:cubicBezTo>
                  <a:pt x="544" y="238"/>
                  <a:pt x="685" y="385"/>
                  <a:pt x="685" y="574"/>
                </a:cubicBezTo>
                <a:cubicBezTo>
                  <a:pt x="685" y="764"/>
                  <a:pt x="544" y="911"/>
                  <a:pt x="372" y="911"/>
                </a:cubicBezTo>
                <a:cubicBezTo>
                  <a:pt x="280" y="911"/>
                  <a:pt x="212" y="877"/>
                  <a:pt x="165" y="819"/>
                </a:cubicBezTo>
                <a:cubicBezTo>
                  <a:pt x="165" y="893"/>
                  <a:pt x="165" y="893"/>
                  <a:pt x="165" y="893"/>
                </a:cubicBezTo>
                <a:cubicBezTo>
                  <a:pt x="0" y="893"/>
                  <a:pt x="0" y="893"/>
                  <a:pt x="0" y="893"/>
                </a:cubicBezTo>
                <a:cubicBezTo>
                  <a:pt x="0" y="0"/>
                  <a:pt x="0" y="0"/>
                  <a:pt x="0" y="0"/>
                </a:cubicBezTo>
                <a:cubicBezTo>
                  <a:pt x="165" y="0"/>
                  <a:pt x="165" y="0"/>
                  <a:pt x="165" y="0"/>
                </a:cubicBezTo>
                <a:lnTo>
                  <a:pt x="165" y="33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D1B81B56-A400-4FC6-B5D0-4AA245EFB910}"/>
              </a:ext>
            </a:extLst>
          </p:cNvPr>
          <p:cNvSpPr>
            <a:spLocks/>
          </p:cNvSpPr>
          <p:nvPr/>
        </p:nvSpPr>
        <p:spPr bwMode="black">
          <a:xfrm>
            <a:off x="1528506" y="890875"/>
            <a:ext cx="106198" cy="193583"/>
          </a:xfrm>
          <a:custGeom>
            <a:avLst/>
            <a:gdLst>
              <a:gd name="T0" fmla="*/ 164 w 358"/>
              <a:gd name="T1" fmla="*/ 13 h 652"/>
              <a:gd name="T2" fmla="*/ 164 w 358"/>
              <a:gd name="T3" fmla="*/ 123 h 652"/>
              <a:gd name="T4" fmla="*/ 358 w 358"/>
              <a:gd name="T5" fmla="*/ 0 h 652"/>
              <a:gd name="T6" fmla="*/ 358 w 358"/>
              <a:gd name="T7" fmla="*/ 184 h 652"/>
              <a:gd name="T8" fmla="*/ 164 w 358"/>
              <a:gd name="T9" fmla="*/ 346 h 652"/>
              <a:gd name="T10" fmla="*/ 164 w 358"/>
              <a:gd name="T11" fmla="*/ 652 h 652"/>
              <a:gd name="T12" fmla="*/ 0 w 358"/>
              <a:gd name="T13" fmla="*/ 652 h 652"/>
              <a:gd name="T14" fmla="*/ 0 w 358"/>
              <a:gd name="T15" fmla="*/ 13 h 652"/>
              <a:gd name="T16" fmla="*/ 164 w 358"/>
              <a:gd name="T17" fmla="*/ 13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8" h="652">
                <a:moveTo>
                  <a:pt x="164" y="13"/>
                </a:moveTo>
                <a:cubicBezTo>
                  <a:pt x="164" y="123"/>
                  <a:pt x="164" y="123"/>
                  <a:pt x="164" y="123"/>
                </a:cubicBezTo>
                <a:cubicBezTo>
                  <a:pt x="196" y="35"/>
                  <a:pt x="277" y="0"/>
                  <a:pt x="358" y="0"/>
                </a:cubicBezTo>
                <a:cubicBezTo>
                  <a:pt x="358" y="184"/>
                  <a:pt x="358" y="184"/>
                  <a:pt x="358" y="184"/>
                </a:cubicBezTo>
                <a:cubicBezTo>
                  <a:pt x="272" y="173"/>
                  <a:pt x="164" y="212"/>
                  <a:pt x="164" y="346"/>
                </a:cubicBezTo>
                <a:cubicBezTo>
                  <a:pt x="164" y="652"/>
                  <a:pt x="164" y="652"/>
                  <a:pt x="164" y="652"/>
                </a:cubicBezTo>
                <a:cubicBezTo>
                  <a:pt x="0" y="652"/>
                  <a:pt x="0" y="652"/>
                  <a:pt x="0" y="652"/>
                </a:cubicBezTo>
                <a:cubicBezTo>
                  <a:pt x="0" y="13"/>
                  <a:pt x="0" y="13"/>
                  <a:pt x="0" y="13"/>
                </a:cubicBezTo>
                <a:lnTo>
                  <a:pt x="164" y="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4" name="Freeform 9">
            <a:extLst>
              <a:ext uri="{FF2B5EF4-FFF2-40B4-BE49-F238E27FC236}">
                <a16:creationId xmlns:a16="http://schemas.microsoft.com/office/drawing/2014/main" id="{0D389DA5-B7D3-4BC1-859E-DE18230A4D1F}"/>
              </a:ext>
            </a:extLst>
          </p:cNvPr>
          <p:cNvSpPr>
            <a:spLocks noEditPoints="1"/>
          </p:cNvSpPr>
          <p:nvPr/>
        </p:nvSpPr>
        <p:spPr bwMode="black">
          <a:xfrm>
            <a:off x="1652302" y="889661"/>
            <a:ext cx="195404" cy="199652"/>
          </a:xfrm>
          <a:custGeom>
            <a:avLst/>
            <a:gdLst>
              <a:gd name="T0" fmla="*/ 172 w 660"/>
              <a:gd name="T1" fmla="*/ 277 h 673"/>
              <a:gd name="T2" fmla="*/ 338 w 660"/>
              <a:gd name="T3" fmla="*/ 147 h 673"/>
              <a:gd name="T4" fmla="*/ 497 w 660"/>
              <a:gd name="T5" fmla="*/ 277 h 673"/>
              <a:gd name="T6" fmla="*/ 172 w 660"/>
              <a:gd name="T7" fmla="*/ 277 h 673"/>
              <a:gd name="T8" fmla="*/ 173 w 660"/>
              <a:gd name="T9" fmla="*/ 405 h 673"/>
              <a:gd name="T10" fmla="*/ 654 w 660"/>
              <a:gd name="T11" fmla="*/ 405 h 673"/>
              <a:gd name="T12" fmla="*/ 660 w 660"/>
              <a:gd name="T13" fmla="*/ 337 h 673"/>
              <a:gd name="T14" fmla="*/ 337 w 660"/>
              <a:gd name="T15" fmla="*/ 0 h 673"/>
              <a:gd name="T16" fmla="*/ 0 w 660"/>
              <a:gd name="T17" fmla="*/ 337 h 673"/>
              <a:gd name="T18" fmla="*/ 350 w 660"/>
              <a:gd name="T19" fmla="*/ 673 h 673"/>
              <a:gd name="T20" fmla="*/ 628 w 660"/>
              <a:gd name="T21" fmla="*/ 537 h 673"/>
              <a:gd name="T22" fmla="*/ 495 w 660"/>
              <a:gd name="T23" fmla="*/ 461 h 673"/>
              <a:gd name="T24" fmla="*/ 353 w 660"/>
              <a:gd name="T25" fmla="*/ 524 h 673"/>
              <a:gd name="T26" fmla="*/ 173 w 660"/>
              <a:gd name="T27" fmla="*/ 405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60" h="673">
                <a:moveTo>
                  <a:pt x="172" y="277"/>
                </a:moveTo>
                <a:cubicBezTo>
                  <a:pt x="191" y="196"/>
                  <a:pt x="251" y="147"/>
                  <a:pt x="338" y="147"/>
                </a:cubicBezTo>
                <a:cubicBezTo>
                  <a:pt x="408" y="147"/>
                  <a:pt x="476" y="185"/>
                  <a:pt x="497" y="277"/>
                </a:cubicBezTo>
                <a:lnTo>
                  <a:pt x="172" y="277"/>
                </a:lnTo>
                <a:close/>
                <a:moveTo>
                  <a:pt x="173" y="405"/>
                </a:moveTo>
                <a:cubicBezTo>
                  <a:pt x="654" y="405"/>
                  <a:pt x="654" y="405"/>
                  <a:pt x="654" y="405"/>
                </a:cubicBezTo>
                <a:cubicBezTo>
                  <a:pt x="657" y="382"/>
                  <a:pt x="660" y="361"/>
                  <a:pt x="660" y="337"/>
                </a:cubicBezTo>
                <a:cubicBezTo>
                  <a:pt x="660" y="149"/>
                  <a:pt x="526" y="0"/>
                  <a:pt x="337" y="0"/>
                </a:cubicBezTo>
                <a:cubicBezTo>
                  <a:pt x="136" y="0"/>
                  <a:pt x="0" y="147"/>
                  <a:pt x="0" y="337"/>
                </a:cubicBezTo>
                <a:cubicBezTo>
                  <a:pt x="0" y="528"/>
                  <a:pt x="136" y="673"/>
                  <a:pt x="350" y="673"/>
                </a:cubicBezTo>
                <a:cubicBezTo>
                  <a:pt x="473" y="673"/>
                  <a:pt x="568" y="623"/>
                  <a:pt x="628" y="537"/>
                </a:cubicBezTo>
                <a:cubicBezTo>
                  <a:pt x="495" y="461"/>
                  <a:pt x="495" y="461"/>
                  <a:pt x="495" y="461"/>
                </a:cubicBezTo>
                <a:cubicBezTo>
                  <a:pt x="466" y="499"/>
                  <a:pt x="416" y="524"/>
                  <a:pt x="353" y="524"/>
                </a:cubicBezTo>
                <a:cubicBezTo>
                  <a:pt x="267" y="526"/>
                  <a:pt x="197" y="489"/>
                  <a:pt x="173" y="40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A827EC39-2885-4B2C-AB68-C1D0E8DBC865}"/>
              </a:ext>
            </a:extLst>
          </p:cNvPr>
          <p:cNvSpPr>
            <a:spLocks noEditPoints="1"/>
          </p:cNvSpPr>
          <p:nvPr/>
        </p:nvSpPr>
        <p:spPr bwMode="black">
          <a:xfrm>
            <a:off x="1870765" y="889661"/>
            <a:ext cx="202686" cy="200259"/>
          </a:xfrm>
          <a:custGeom>
            <a:avLst/>
            <a:gdLst>
              <a:gd name="T0" fmla="*/ 166 w 684"/>
              <a:gd name="T1" fmla="*/ 338 h 675"/>
              <a:gd name="T2" fmla="*/ 343 w 684"/>
              <a:gd name="T3" fmla="*/ 518 h 675"/>
              <a:gd name="T4" fmla="*/ 521 w 684"/>
              <a:gd name="T5" fmla="*/ 338 h 675"/>
              <a:gd name="T6" fmla="*/ 343 w 684"/>
              <a:gd name="T7" fmla="*/ 159 h 675"/>
              <a:gd name="T8" fmla="*/ 166 w 684"/>
              <a:gd name="T9" fmla="*/ 338 h 675"/>
              <a:gd name="T10" fmla="*/ 519 w 684"/>
              <a:gd name="T11" fmla="*/ 94 h 675"/>
              <a:gd name="T12" fmla="*/ 519 w 684"/>
              <a:gd name="T13" fmla="*/ 19 h 675"/>
              <a:gd name="T14" fmla="*/ 684 w 684"/>
              <a:gd name="T15" fmla="*/ 19 h 675"/>
              <a:gd name="T16" fmla="*/ 684 w 684"/>
              <a:gd name="T17" fmla="*/ 657 h 675"/>
              <a:gd name="T18" fmla="*/ 519 w 684"/>
              <a:gd name="T19" fmla="*/ 657 h 675"/>
              <a:gd name="T20" fmla="*/ 519 w 684"/>
              <a:gd name="T21" fmla="*/ 583 h 675"/>
              <a:gd name="T22" fmla="*/ 310 w 684"/>
              <a:gd name="T23" fmla="*/ 675 h 675"/>
              <a:gd name="T24" fmla="*/ 0 w 684"/>
              <a:gd name="T25" fmla="*/ 338 h 675"/>
              <a:gd name="T26" fmla="*/ 310 w 684"/>
              <a:gd name="T27" fmla="*/ 2 h 675"/>
              <a:gd name="T28" fmla="*/ 519 w 684"/>
              <a:gd name="T29" fmla="*/ 94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4" h="675">
                <a:moveTo>
                  <a:pt x="166" y="338"/>
                </a:moveTo>
                <a:cubicBezTo>
                  <a:pt x="166" y="445"/>
                  <a:pt x="241" y="518"/>
                  <a:pt x="343" y="518"/>
                </a:cubicBezTo>
                <a:cubicBezTo>
                  <a:pt x="445" y="518"/>
                  <a:pt x="521" y="445"/>
                  <a:pt x="521" y="338"/>
                </a:cubicBezTo>
                <a:cubicBezTo>
                  <a:pt x="521" y="231"/>
                  <a:pt x="446" y="159"/>
                  <a:pt x="343" y="159"/>
                </a:cubicBezTo>
                <a:cubicBezTo>
                  <a:pt x="241" y="159"/>
                  <a:pt x="166" y="231"/>
                  <a:pt x="166" y="338"/>
                </a:cubicBezTo>
                <a:close/>
                <a:moveTo>
                  <a:pt x="519" y="94"/>
                </a:moveTo>
                <a:cubicBezTo>
                  <a:pt x="519" y="19"/>
                  <a:pt x="519" y="19"/>
                  <a:pt x="519" y="19"/>
                </a:cubicBezTo>
                <a:cubicBezTo>
                  <a:pt x="684" y="19"/>
                  <a:pt x="684" y="19"/>
                  <a:pt x="684" y="19"/>
                </a:cubicBezTo>
                <a:cubicBezTo>
                  <a:pt x="684" y="657"/>
                  <a:pt x="684" y="657"/>
                  <a:pt x="684" y="657"/>
                </a:cubicBezTo>
                <a:cubicBezTo>
                  <a:pt x="519" y="657"/>
                  <a:pt x="519" y="657"/>
                  <a:pt x="519" y="657"/>
                </a:cubicBezTo>
                <a:cubicBezTo>
                  <a:pt x="519" y="583"/>
                  <a:pt x="519" y="583"/>
                  <a:pt x="519" y="583"/>
                </a:cubicBezTo>
                <a:cubicBezTo>
                  <a:pt x="472" y="641"/>
                  <a:pt x="404" y="675"/>
                  <a:pt x="310" y="675"/>
                </a:cubicBezTo>
                <a:cubicBezTo>
                  <a:pt x="140" y="675"/>
                  <a:pt x="0" y="529"/>
                  <a:pt x="0" y="338"/>
                </a:cubicBezTo>
                <a:cubicBezTo>
                  <a:pt x="0" y="149"/>
                  <a:pt x="140" y="2"/>
                  <a:pt x="310" y="2"/>
                </a:cubicBezTo>
                <a:cubicBezTo>
                  <a:pt x="404" y="0"/>
                  <a:pt x="472" y="36"/>
                  <a:pt x="519" y="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93792EB4-BAE6-415E-83A4-BA463AEEFC0A}"/>
              </a:ext>
            </a:extLst>
          </p:cNvPr>
          <p:cNvSpPr>
            <a:spLocks noEditPoints="1"/>
          </p:cNvSpPr>
          <p:nvPr/>
        </p:nvSpPr>
        <p:spPr bwMode="black">
          <a:xfrm>
            <a:off x="2100152" y="819267"/>
            <a:ext cx="202686" cy="270653"/>
          </a:xfrm>
          <a:custGeom>
            <a:avLst/>
            <a:gdLst>
              <a:gd name="T0" fmla="*/ 344 w 685"/>
              <a:gd name="T1" fmla="*/ 754 h 911"/>
              <a:gd name="T2" fmla="*/ 165 w 685"/>
              <a:gd name="T3" fmla="*/ 574 h 911"/>
              <a:gd name="T4" fmla="*/ 344 w 685"/>
              <a:gd name="T5" fmla="*/ 395 h 911"/>
              <a:gd name="T6" fmla="*/ 520 w 685"/>
              <a:gd name="T7" fmla="*/ 574 h 911"/>
              <a:gd name="T8" fmla="*/ 344 w 685"/>
              <a:gd name="T9" fmla="*/ 754 h 911"/>
              <a:gd name="T10" fmla="*/ 520 w 685"/>
              <a:gd name="T11" fmla="*/ 0 h 911"/>
              <a:gd name="T12" fmla="*/ 520 w 685"/>
              <a:gd name="T13" fmla="*/ 330 h 911"/>
              <a:gd name="T14" fmla="*/ 313 w 685"/>
              <a:gd name="T15" fmla="*/ 238 h 911"/>
              <a:gd name="T16" fmla="*/ 0 w 685"/>
              <a:gd name="T17" fmla="*/ 574 h 911"/>
              <a:gd name="T18" fmla="*/ 313 w 685"/>
              <a:gd name="T19" fmla="*/ 911 h 911"/>
              <a:gd name="T20" fmla="*/ 520 w 685"/>
              <a:gd name="T21" fmla="*/ 819 h 911"/>
              <a:gd name="T22" fmla="*/ 520 w 685"/>
              <a:gd name="T23" fmla="*/ 893 h 911"/>
              <a:gd name="T24" fmla="*/ 685 w 685"/>
              <a:gd name="T25" fmla="*/ 893 h 911"/>
              <a:gd name="T26" fmla="*/ 685 w 685"/>
              <a:gd name="T27" fmla="*/ 0 h 911"/>
              <a:gd name="T28" fmla="*/ 520 w 685"/>
              <a:gd name="T29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344" y="754"/>
                </a:moveTo>
                <a:cubicBezTo>
                  <a:pt x="242" y="754"/>
                  <a:pt x="165" y="681"/>
                  <a:pt x="165" y="574"/>
                </a:cubicBezTo>
                <a:cubicBezTo>
                  <a:pt x="165" y="467"/>
                  <a:pt x="240" y="395"/>
                  <a:pt x="344" y="395"/>
                </a:cubicBezTo>
                <a:cubicBezTo>
                  <a:pt x="444" y="395"/>
                  <a:pt x="520" y="467"/>
                  <a:pt x="520" y="574"/>
                </a:cubicBezTo>
                <a:cubicBezTo>
                  <a:pt x="520" y="681"/>
                  <a:pt x="444" y="754"/>
                  <a:pt x="344" y="754"/>
                </a:cubicBezTo>
                <a:close/>
                <a:moveTo>
                  <a:pt x="520" y="0"/>
                </a:moveTo>
                <a:cubicBezTo>
                  <a:pt x="520" y="330"/>
                  <a:pt x="520" y="330"/>
                  <a:pt x="520" y="330"/>
                </a:cubicBezTo>
                <a:cubicBezTo>
                  <a:pt x="473" y="272"/>
                  <a:pt x="407" y="238"/>
                  <a:pt x="313" y="238"/>
                </a:cubicBezTo>
                <a:cubicBezTo>
                  <a:pt x="141" y="238"/>
                  <a:pt x="0" y="385"/>
                  <a:pt x="0" y="574"/>
                </a:cubicBezTo>
                <a:cubicBezTo>
                  <a:pt x="0" y="765"/>
                  <a:pt x="141" y="911"/>
                  <a:pt x="313" y="911"/>
                </a:cubicBezTo>
                <a:cubicBezTo>
                  <a:pt x="405" y="911"/>
                  <a:pt x="473" y="877"/>
                  <a:pt x="520" y="819"/>
                </a:cubicBezTo>
                <a:cubicBezTo>
                  <a:pt x="520" y="893"/>
                  <a:pt x="520" y="893"/>
                  <a:pt x="520" y="893"/>
                </a:cubicBezTo>
                <a:cubicBezTo>
                  <a:pt x="685" y="893"/>
                  <a:pt x="685" y="893"/>
                  <a:pt x="685" y="893"/>
                </a:cubicBezTo>
                <a:cubicBezTo>
                  <a:pt x="685" y="0"/>
                  <a:pt x="685" y="0"/>
                  <a:pt x="685" y="0"/>
                </a:cubicBezTo>
                <a:lnTo>
                  <a:pt x="5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7" name="Freeform 12">
            <a:extLst>
              <a:ext uri="{FF2B5EF4-FFF2-40B4-BE49-F238E27FC236}">
                <a16:creationId xmlns:a16="http://schemas.microsoft.com/office/drawing/2014/main" id="{E5EF11FE-EDD0-4FF6-91FC-967B1DCEEBF4}"/>
              </a:ext>
            </a:extLst>
          </p:cNvPr>
          <p:cNvSpPr>
            <a:spLocks/>
          </p:cNvSpPr>
          <p:nvPr/>
        </p:nvSpPr>
        <p:spPr bwMode="black">
          <a:xfrm>
            <a:off x="2541934" y="818054"/>
            <a:ext cx="36411" cy="36411"/>
          </a:xfrm>
          <a:custGeom>
            <a:avLst/>
            <a:gdLst>
              <a:gd name="T0" fmla="*/ 61 w 123"/>
              <a:gd name="T1" fmla="*/ 123 h 123"/>
              <a:gd name="T2" fmla="*/ 123 w 123"/>
              <a:gd name="T3" fmla="*/ 62 h 123"/>
              <a:gd name="T4" fmla="*/ 61 w 123"/>
              <a:gd name="T5" fmla="*/ 0 h 123"/>
              <a:gd name="T6" fmla="*/ 0 w 123"/>
              <a:gd name="T7" fmla="*/ 62 h 123"/>
              <a:gd name="T8" fmla="*/ 61 w 123"/>
              <a:gd name="T9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61" y="123"/>
                </a:moveTo>
                <a:cubicBezTo>
                  <a:pt x="95" y="123"/>
                  <a:pt x="123" y="94"/>
                  <a:pt x="123" y="62"/>
                </a:cubicBezTo>
                <a:cubicBezTo>
                  <a:pt x="123" y="28"/>
                  <a:pt x="95" y="0"/>
                  <a:pt x="61" y="0"/>
                </a:cubicBezTo>
                <a:cubicBezTo>
                  <a:pt x="27" y="0"/>
                  <a:pt x="0" y="29"/>
                  <a:pt x="0" y="62"/>
                </a:cubicBezTo>
                <a:cubicBezTo>
                  <a:pt x="0" y="94"/>
                  <a:pt x="26" y="123"/>
                  <a:pt x="61" y="12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027A7BD0-7A2F-4C9E-BA77-C445F6E44BE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547396" y="894516"/>
            <a:ext cx="24881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9" name="Freeform 14">
            <a:extLst>
              <a:ext uri="{FF2B5EF4-FFF2-40B4-BE49-F238E27FC236}">
                <a16:creationId xmlns:a16="http://schemas.microsoft.com/office/drawing/2014/main" id="{AF766CE7-9CA9-4ACE-92D6-B35FFE7D4B3E}"/>
              </a:ext>
            </a:extLst>
          </p:cNvPr>
          <p:cNvSpPr>
            <a:spLocks/>
          </p:cNvSpPr>
          <p:nvPr/>
        </p:nvSpPr>
        <p:spPr bwMode="black">
          <a:xfrm>
            <a:off x="2622038" y="890268"/>
            <a:ext cx="162634" cy="194190"/>
          </a:xfrm>
          <a:custGeom>
            <a:avLst/>
            <a:gdLst>
              <a:gd name="T0" fmla="*/ 86 w 549"/>
              <a:gd name="T1" fmla="*/ 115 h 654"/>
              <a:gd name="T2" fmla="*/ 300 w 549"/>
              <a:gd name="T3" fmla="*/ 0 h 654"/>
              <a:gd name="T4" fmla="*/ 549 w 549"/>
              <a:gd name="T5" fmla="*/ 262 h 654"/>
              <a:gd name="T6" fmla="*/ 549 w 549"/>
              <a:gd name="T7" fmla="*/ 654 h 654"/>
              <a:gd name="T8" fmla="*/ 465 w 549"/>
              <a:gd name="T9" fmla="*/ 654 h 654"/>
              <a:gd name="T10" fmla="*/ 465 w 549"/>
              <a:gd name="T11" fmla="*/ 262 h 654"/>
              <a:gd name="T12" fmla="*/ 291 w 549"/>
              <a:gd name="T13" fmla="*/ 83 h 654"/>
              <a:gd name="T14" fmla="*/ 84 w 549"/>
              <a:gd name="T15" fmla="*/ 321 h 654"/>
              <a:gd name="T16" fmla="*/ 84 w 549"/>
              <a:gd name="T17" fmla="*/ 654 h 654"/>
              <a:gd name="T18" fmla="*/ 0 w 549"/>
              <a:gd name="T19" fmla="*/ 654 h 654"/>
              <a:gd name="T20" fmla="*/ 0 w 549"/>
              <a:gd name="T21" fmla="*/ 15 h 654"/>
              <a:gd name="T22" fmla="*/ 84 w 549"/>
              <a:gd name="T23" fmla="*/ 15 h 654"/>
              <a:gd name="T24" fmla="*/ 84 w 549"/>
              <a:gd name="T25" fmla="*/ 115 h 654"/>
              <a:gd name="T26" fmla="*/ 86 w 549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9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49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1" y="83"/>
                </a:cubicBezTo>
                <a:cubicBezTo>
                  <a:pt x="180" y="83"/>
                  <a:pt x="84" y="149"/>
                  <a:pt x="84" y="321"/>
                </a:cubicBezTo>
                <a:cubicBezTo>
                  <a:pt x="84" y="654"/>
                  <a:pt x="84" y="654"/>
                  <a:pt x="84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4" y="15"/>
                  <a:pt x="84" y="15"/>
                  <a:pt x="84" y="15"/>
                </a:cubicBezTo>
                <a:cubicBezTo>
                  <a:pt x="84" y="115"/>
                  <a:pt x="84" y="115"/>
                  <a:pt x="84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0" name="Freeform 15">
            <a:extLst>
              <a:ext uri="{FF2B5EF4-FFF2-40B4-BE49-F238E27FC236}">
                <a16:creationId xmlns:a16="http://schemas.microsoft.com/office/drawing/2014/main" id="{F69BEB82-C01A-4EE2-A626-6A562819AD7A}"/>
              </a:ext>
            </a:extLst>
          </p:cNvPr>
          <p:cNvSpPr>
            <a:spLocks noEditPoints="1"/>
          </p:cNvSpPr>
          <p:nvPr/>
        </p:nvSpPr>
        <p:spPr bwMode="black">
          <a:xfrm>
            <a:off x="2815014" y="890268"/>
            <a:ext cx="199652" cy="199045"/>
          </a:xfrm>
          <a:custGeom>
            <a:avLst/>
            <a:gdLst>
              <a:gd name="T0" fmla="*/ 337 w 672"/>
              <a:gd name="T1" fmla="*/ 587 h 670"/>
              <a:gd name="T2" fmla="*/ 86 w 672"/>
              <a:gd name="T3" fmla="*/ 335 h 670"/>
              <a:gd name="T4" fmla="*/ 337 w 672"/>
              <a:gd name="T5" fmla="*/ 82 h 670"/>
              <a:gd name="T6" fmla="*/ 588 w 672"/>
              <a:gd name="T7" fmla="*/ 335 h 670"/>
              <a:gd name="T8" fmla="*/ 337 w 672"/>
              <a:gd name="T9" fmla="*/ 587 h 670"/>
              <a:gd name="T10" fmla="*/ 588 w 672"/>
              <a:gd name="T11" fmla="*/ 16 h 670"/>
              <a:gd name="T12" fmla="*/ 588 w 672"/>
              <a:gd name="T13" fmla="*/ 140 h 670"/>
              <a:gd name="T14" fmla="*/ 331 w 672"/>
              <a:gd name="T15" fmla="*/ 0 h 670"/>
              <a:gd name="T16" fmla="*/ 0 w 672"/>
              <a:gd name="T17" fmla="*/ 335 h 670"/>
              <a:gd name="T18" fmla="*/ 331 w 672"/>
              <a:gd name="T19" fmla="*/ 670 h 670"/>
              <a:gd name="T20" fmla="*/ 588 w 672"/>
              <a:gd name="T21" fmla="*/ 529 h 670"/>
              <a:gd name="T22" fmla="*/ 588 w 672"/>
              <a:gd name="T23" fmla="*/ 654 h 670"/>
              <a:gd name="T24" fmla="*/ 672 w 672"/>
              <a:gd name="T25" fmla="*/ 654 h 670"/>
              <a:gd name="T26" fmla="*/ 672 w 672"/>
              <a:gd name="T27" fmla="*/ 16 h 670"/>
              <a:gd name="T28" fmla="*/ 588 w 672"/>
              <a:gd name="T29" fmla="*/ 16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337" y="587"/>
                </a:moveTo>
                <a:cubicBezTo>
                  <a:pt x="196" y="587"/>
                  <a:pt x="86" y="477"/>
                  <a:pt x="86" y="335"/>
                </a:cubicBezTo>
                <a:cubicBezTo>
                  <a:pt x="86" y="192"/>
                  <a:pt x="196" y="82"/>
                  <a:pt x="337" y="82"/>
                </a:cubicBezTo>
                <a:cubicBezTo>
                  <a:pt x="480" y="82"/>
                  <a:pt x="588" y="192"/>
                  <a:pt x="588" y="335"/>
                </a:cubicBezTo>
                <a:cubicBezTo>
                  <a:pt x="588" y="477"/>
                  <a:pt x="478" y="587"/>
                  <a:pt x="337" y="587"/>
                </a:cubicBezTo>
                <a:close/>
                <a:moveTo>
                  <a:pt x="588" y="16"/>
                </a:moveTo>
                <a:cubicBezTo>
                  <a:pt x="588" y="140"/>
                  <a:pt x="588" y="140"/>
                  <a:pt x="588" y="140"/>
                </a:cubicBezTo>
                <a:cubicBezTo>
                  <a:pt x="535" y="55"/>
                  <a:pt x="444" y="0"/>
                  <a:pt x="331" y="0"/>
                </a:cubicBezTo>
                <a:cubicBezTo>
                  <a:pt x="151" y="0"/>
                  <a:pt x="0" y="145"/>
                  <a:pt x="0" y="335"/>
                </a:cubicBezTo>
                <a:cubicBezTo>
                  <a:pt x="0" y="524"/>
                  <a:pt x="149" y="670"/>
                  <a:pt x="331" y="670"/>
                </a:cubicBezTo>
                <a:cubicBezTo>
                  <a:pt x="444" y="670"/>
                  <a:pt x="535" y="615"/>
                  <a:pt x="588" y="529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672" y="16"/>
                  <a:pt x="672" y="16"/>
                  <a:pt x="672" y="16"/>
                </a:cubicBezTo>
                <a:lnTo>
                  <a:pt x="588" y="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1" name="Freeform 16">
            <a:extLst>
              <a:ext uri="{FF2B5EF4-FFF2-40B4-BE49-F238E27FC236}">
                <a16:creationId xmlns:a16="http://schemas.microsoft.com/office/drawing/2014/main" id="{A475E9E4-D6B4-483B-9F37-A37665CB078D}"/>
              </a:ext>
            </a:extLst>
          </p:cNvPr>
          <p:cNvSpPr>
            <a:spLocks/>
          </p:cNvSpPr>
          <p:nvPr/>
        </p:nvSpPr>
        <p:spPr bwMode="black">
          <a:xfrm>
            <a:off x="3059572" y="890268"/>
            <a:ext cx="163241" cy="194190"/>
          </a:xfrm>
          <a:custGeom>
            <a:avLst/>
            <a:gdLst>
              <a:gd name="T0" fmla="*/ 86 w 551"/>
              <a:gd name="T1" fmla="*/ 115 h 654"/>
              <a:gd name="T2" fmla="*/ 300 w 551"/>
              <a:gd name="T3" fmla="*/ 0 h 654"/>
              <a:gd name="T4" fmla="*/ 549 w 551"/>
              <a:gd name="T5" fmla="*/ 262 h 654"/>
              <a:gd name="T6" fmla="*/ 549 w 551"/>
              <a:gd name="T7" fmla="*/ 654 h 654"/>
              <a:gd name="T8" fmla="*/ 465 w 551"/>
              <a:gd name="T9" fmla="*/ 654 h 654"/>
              <a:gd name="T10" fmla="*/ 465 w 551"/>
              <a:gd name="T11" fmla="*/ 262 h 654"/>
              <a:gd name="T12" fmla="*/ 292 w 551"/>
              <a:gd name="T13" fmla="*/ 83 h 654"/>
              <a:gd name="T14" fmla="*/ 85 w 551"/>
              <a:gd name="T15" fmla="*/ 321 h 654"/>
              <a:gd name="T16" fmla="*/ 85 w 551"/>
              <a:gd name="T17" fmla="*/ 654 h 654"/>
              <a:gd name="T18" fmla="*/ 0 w 551"/>
              <a:gd name="T19" fmla="*/ 654 h 654"/>
              <a:gd name="T20" fmla="*/ 0 w 551"/>
              <a:gd name="T21" fmla="*/ 15 h 654"/>
              <a:gd name="T22" fmla="*/ 85 w 551"/>
              <a:gd name="T23" fmla="*/ 15 h 654"/>
              <a:gd name="T24" fmla="*/ 85 w 551"/>
              <a:gd name="T25" fmla="*/ 115 h 654"/>
              <a:gd name="T26" fmla="*/ 86 w 551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51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51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2" y="83"/>
                </a:cubicBezTo>
                <a:cubicBezTo>
                  <a:pt x="180" y="83"/>
                  <a:pt x="85" y="149"/>
                  <a:pt x="85" y="321"/>
                </a:cubicBezTo>
                <a:cubicBezTo>
                  <a:pt x="85" y="654"/>
                  <a:pt x="85" y="654"/>
                  <a:pt x="85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5" y="15"/>
                  <a:pt x="85" y="15"/>
                  <a:pt x="85" y="15"/>
                </a:cubicBezTo>
                <a:cubicBezTo>
                  <a:pt x="85" y="115"/>
                  <a:pt x="85" y="115"/>
                  <a:pt x="85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2" name="Freeform 17">
            <a:extLst>
              <a:ext uri="{FF2B5EF4-FFF2-40B4-BE49-F238E27FC236}">
                <a16:creationId xmlns:a16="http://schemas.microsoft.com/office/drawing/2014/main" id="{960FA320-5099-4883-9F49-2D8E0E2CE999}"/>
              </a:ext>
            </a:extLst>
          </p:cNvPr>
          <p:cNvSpPr>
            <a:spLocks/>
          </p:cNvSpPr>
          <p:nvPr/>
        </p:nvSpPr>
        <p:spPr bwMode="black">
          <a:xfrm>
            <a:off x="3256189" y="890268"/>
            <a:ext cx="183874" cy="199045"/>
          </a:xfrm>
          <a:custGeom>
            <a:avLst/>
            <a:gdLst>
              <a:gd name="T0" fmla="*/ 335 w 621"/>
              <a:gd name="T1" fmla="*/ 670 h 670"/>
              <a:gd name="T2" fmla="*/ 621 w 621"/>
              <a:gd name="T3" fmla="*/ 503 h 670"/>
              <a:gd name="T4" fmla="*/ 552 w 621"/>
              <a:gd name="T5" fmla="*/ 463 h 670"/>
              <a:gd name="T6" fmla="*/ 336 w 621"/>
              <a:gd name="T7" fmla="*/ 587 h 670"/>
              <a:gd name="T8" fmla="*/ 85 w 621"/>
              <a:gd name="T9" fmla="*/ 335 h 670"/>
              <a:gd name="T10" fmla="*/ 336 w 621"/>
              <a:gd name="T11" fmla="*/ 82 h 670"/>
              <a:gd name="T12" fmla="*/ 547 w 621"/>
              <a:gd name="T13" fmla="*/ 207 h 670"/>
              <a:gd name="T14" fmla="*/ 616 w 621"/>
              <a:gd name="T15" fmla="*/ 166 h 670"/>
              <a:gd name="T16" fmla="*/ 336 w 621"/>
              <a:gd name="T17" fmla="*/ 0 h 670"/>
              <a:gd name="T18" fmla="*/ 1 w 621"/>
              <a:gd name="T19" fmla="*/ 335 h 670"/>
              <a:gd name="T20" fmla="*/ 335 w 621"/>
              <a:gd name="T21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21" h="670">
                <a:moveTo>
                  <a:pt x="335" y="670"/>
                </a:moveTo>
                <a:cubicBezTo>
                  <a:pt x="459" y="670"/>
                  <a:pt x="568" y="605"/>
                  <a:pt x="621" y="503"/>
                </a:cubicBezTo>
                <a:cubicBezTo>
                  <a:pt x="552" y="463"/>
                  <a:pt x="552" y="463"/>
                  <a:pt x="552" y="463"/>
                </a:cubicBezTo>
                <a:cubicBezTo>
                  <a:pt x="511" y="537"/>
                  <a:pt x="433" y="587"/>
                  <a:pt x="336" y="587"/>
                </a:cubicBezTo>
                <a:cubicBezTo>
                  <a:pt x="195" y="587"/>
                  <a:pt x="85" y="477"/>
                  <a:pt x="85" y="335"/>
                </a:cubicBezTo>
                <a:cubicBezTo>
                  <a:pt x="85" y="192"/>
                  <a:pt x="195" y="82"/>
                  <a:pt x="336" y="82"/>
                </a:cubicBezTo>
                <a:cubicBezTo>
                  <a:pt x="432" y="82"/>
                  <a:pt x="513" y="132"/>
                  <a:pt x="547" y="207"/>
                </a:cubicBezTo>
                <a:cubicBezTo>
                  <a:pt x="616" y="166"/>
                  <a:pt x="616" y="166"/>
                  <a:pt x="616" y="166"/>
                </a:cubicBezTo>
                <a:cubicBezTo>
                  <a:pt x="569" y="66"/>
                  <a:pt x="463" y="0"/>
                  <a:pt x="336" y="0"/>
                </a:cubicBezTo>
                <a:cubicBezTo>
                  <a:pt x="144" y="0"/>
                  <a:pt x="1" y="145"/>
                  <a:pt x="1" y="335"/>
                </a:cubicBezTo>
                <a:cubicBezTo>
                  <a:pt x="0" y="524"/>
                  <a:pt x="142" y="670"/>
                  <a:pt x="335" y="6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3" name="Freeform 18">
            <a:extLst>
              <a:ext uri="{FF2B5EF4-FFF2-40B4-BE49-F238E27FC236}">
                <a16:creationId xmlns:a16="http://schemas.microsoft.com/office/drawing/2014/main" id="{0CFB2EE5-A3E8-4877-9B58-81D57DB73C7D}"/>
              </a:ext>
            </a:extLst>
          </p:cNvPr>
          <p:cNvSpPr>
            <a:spLocks noEditPoints="1"/>
          </p:cNvSpPr>
          <p:nvPr/>
        </p:nvSpPr>
        <p:spPr bwMode="black">
          <a:xfrm>
            <a:off x="3533517" y="890268"/>
            <a:ext cx="199045" cy="199045"/>
          </a:xfrm>
          <a:custGeom>
            <a:avLst/>
            <a:gdLst>
              <a:gd name="T0" fmla="*/ 85 w 672"/>
              <a:gd name="T1" fmla="*/ 334 h 670"/>
              <a:gd name="T2" fmla="*/ 335 w 672"/>
              <a:gd name="T3" fmla="*/ 586 h 670"/>
              <a:gd name="T4" fmla="*/ 586 w 672"/>
              <a:gd name="T5" fmla="*/ 334 h 670"/>
              <a:gd name="T6" fmla="*/ 335 w 672"/>
              <a:gd name="T7" fmla="*/ 81 h 670"/>
              <a:gd name="T8" fmla="*/ 85 w 672"/>
              <a:gd name="T9" fmla="*/ 334 h 670"/>
              <a:gd name="T10" fmla="*/ 588 w 672"/>
              <a:gd name="T11" fmla="*/ 141 h 670"/>
              <a:gd name="T12" fmla="*/ 588 w 672"/>
              <a:gd name="T13" fmla="*/ 16 h 670"/>
              <a:gd name="T14" fmla="*/ 672 w 672"/>
              <a:gd name="T15" fmla="*/ 16 h 670"/>
              <a:gd name="T16" fmla="*/ 672 w 672"/>
              <a:gd name="T17" fmla="*/ 654 h 670"/>
              <a:gd name="T18" fmla="*/ 588 w 672"/>
              <a:gd name="T19" fmla="*/ 654 h 670"/>
              <a:gd name="T20" fmla="*/ 588 w 672"/>
              <a:gd name="T21" fmla="*/ 530 h 670"/>
              <a:gd name="T22" fmla="*/ 331 w 672"/>
              <a:gd name="T23" fmla="*/ 670 h 670"/>
              <a:gd name="T24" fmla="*/ 0 w 672"/>
              <a:gd name="T25" fmla="*/ 335 h 670"/>
              <a:gd name="T26" fmla="*/ 331 w 672"/>
              <a:gd name="T27" fmla="*/ 0 h 670"/>
              <a:gd name="T28" fmla="*/ 588 w 672"/>
              <a:gd name="T29" fmla="*/ 141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85" y="334"/>
                </a:moveTo>
                <a:cubicBezTo>
                  <a:pt x="85" y="476"/>
                  <a:pt x="195" y="586"/>
                  <a:pt x="335" y="586"/>
                </a:cubicBezTo>
                <a:cubicBezTo>
                  <a:pt x="478" y="586"/>
                  <a:pt x="586" y="476"/>
                  <a:pt x="586" y="334"/>
                </a:cubicBezTo>
                <a:cubicBezTo>
                  <a:pt x="586" y="191"/>
                  <a:pt x="476" y="81"/>
                  <a:pt x="335" y="81"/>
                </a:cubicBezTo>
                <a:cubicBezTo>
                  <a:pt x="195" y="81"/>
                  <a:pt x="85" y="193"/>
                  <a:pt x="85" y="334"/>
                </a:cubicBezTo>
                <a:close/>
                <a:moveTo>
                  <a:pt x="588" y="141"/>
                </a:moveTo>
                <a:cubicBezTo>
                  <a:pt x="588" y="16"/>
                  <a:pt x="588" y="16"/>
                  <a:pt x="588" y="16"/>
                </a:cubicBezTo>
                <a:cubicBezTo>
                  <a:pt x="672" y="16"/>
                  <a:pt x="672" y="16"/>
                  <a:pt x="672" y="16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588" y="530"/>
                  <a:pt x="588" y="530"/>
                  <a:pt x="588" y="530"/>
                </a:cubicBezTo>
                <a:cubicBezTo>
                  <a:pt x="535" y="615"/>
                  <a:pt x="444" y="670"/>
                  <a:pt x="331" y="670"/>
                </a:cubicBezTo>
                <a:cubicBezTo>
                  <a:pt x="151" y="670"/>
                  <a:pt x="0" y="525"/>
                  <a:pt x="0" y="335"/>
                </a:cubicBezTo>
                <a:cubicBezTo>
                  <a:pt x="0" y="146"/>
                  <a:pt x="151" y="0"/>
                  <a:pt x="331" y="0"/>
                </a:cubicBezTo>
                <a:cubicBezTo>
                  <a:pt x="444" y="0"/>
                  <a:pt x="535" y="55"/>
                  <a:pt x="588" y="1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4" name="Freeform 19">
            <a:extLst>
              <a:ext uri="{FF2B5EF4-FFF2-40B4-BE49-F238E27FC236}">
                <a16:creationId xmlns:a16="http://schemas.microsoft.com/office/drawing/2014/main" id="{25473671-09CA-4585-9F0D-83561003072C}"/>
              </a:ext>
            </a:extLst>
          </p:cNvPr>
          <p:cNvSpPr>
            <a:spLocks/>
          </p:cNvSpPr>
          <p:nvPr/>
        </p:nvSpPr>
        <p:spPr bwMode="black">
          <a:xfrm>
            <a:off x="3471012" y="818054"/>
            <a:ext cx="36411" cy="36411"/>
          </a:xfrm>
          <a:custGeom>
            <a:avLst/>
            <a:gdLst>
              <a:gd name="T0" fmla="*/ 123 w 123"/>
              <a:gd name="T1" fmla="*/ 62 h 123"/>
              <a:gd name="T2" fmla="*/ 61 w 123"/>
              <a:gd name="T3" fmla="*/ 123 h 123"/>
              <a:gd name="T4" fmla="*/ 0 w 123"/>
              <a:gd name="T5" fmla="*/ 62 h 123"/>
              <a:gd name="T6" fmla="*/ 61 w 123"/>
              <a:gd name="T7" fmla="*/ 0 h 123"/>
              <a:gd name="T8" fmla="*/ 123 w 123"/>
              <a:gd name="T9" fmla="*/ 62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123" y="62"/>
                </a:moveTo>
                <a:cubicBezTo>
                  <a:pt x="123" y="94"/>
                  <a:pt x="95" y="123"/>
                  <a:pt x="61" y="123"/>
                </a:cubicBezTo>
                <a:cubicBezTo>
                  <a:pt x="27" y="123"/>
                  <a:pt x="0" y="96"/>
                  <a:pt x="0" y="62"/>
                </a:cubicBezTo>
                <a:cubicBezTo>
                  <a:pt x="0" y="29"/>
                  <a:pt x="27" y="0"/>
                  <a:pt x="61" y="0"/>
                </a:cubicBezTo>
                <a:cubicBezTo>
                  <a:pt x="95" y="0"/>
                  <a:pt x="123" y="28"/>
                  <a:pt x="123" y="6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5" name="Rectangle 20">
            <a:extLst>
              <a:ext uri="{FF2B5EF4-FFF2-40B4-BE49-F238E27FC236}">
                <a16:creationId xmlns:a16="http://schemas.microsoft.com/office/drawing/2014/main" id="{0D67B9A9-0BDF-44BB-827E-F52FC248F69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477687" y="894516"/>
            <a:ext cx="23060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6" name="Freeform 21">
            <a:extLst>
              <a:ext uri="{FF2B5EF4-FFF2-40B4-BE49-F238E27FC236}">
                <a16:creationId xmlns:a16="http://schemas.microsoft.com/office/drawing/2014/main" id="{3B901056-D624-4937-AF5C-A0D6D25D8D5A}"/>
              </a:ext>
            </a:extLst>
          </p:cNvPr>
          <p:cNvSpPr>
            <a:spLocks noEditPoints="1"/>
          </p:cNvSpPr>
          <p:nvPr/>
        </p:nvSpPr>
        <p:spPr bwMode="auto">
          <a:xfrm>
            <a:off x="712301" y="719138"/>
            <a:ext cx="451492" cy="452099"/>
          </a:xfrm>
          <a:custGeom>
            <a:avLst/>
            <a:gdLst>
              <a:gd name="T0" fmla="*/ 1075 w 1523"/>
              <a:gd name="T1" fmla="*/ 1101 h 1522"/>
              <a:gd name="T2" fmla="*/ 753 w 1523"/>
              <a:gd name="T3" fmla="*/ 505 h 1522"/>
              <a:gd name="T4" fmla="*/ 1213 w 1523"/>
              <a:gd name="T5" fmla="*/ 643 h 1522"/>
              <a:gd name="T6" fmla="*/ 1075 w 1523"/>
              <a:gd name="T7" fmla="*/ 1101 h 1522"/>
              <a:gd name="T8" fmla="*/ 908 w 1523"/>
              <a:gd name="T9" fmla="*/ 1315 h 1522"/>
              <a:gd name="T10" fmla="*/ 898 w 1523"/>
              <a:gd name="T11" fmla="*/ 1320 h 1522"/>
              <a:gd name="T12" fmla="*/ 711 w 1523"/>
              <a:gd name="T13" fmla="*/ 1264 h 1522"/>
              <a:gd name="T14" fmla="*/ 297 w 1523"/>
              <a:gd name="T15" fmla="*/ 496 h 1522"/>
              <a:gd name="T16" fmla="*/ 353 w 1523"/>
              <a:gd name="T17" fmla="*/ 308 h 1522"/>
              <a:gd name="T18" fmla="*/ 363 w 1523"/>
              <a:gd name="T19" fmla="*/ 303 h 1522"/>
              <a:gd name="T20" fmla="*/ 550 w 1523"/>
              <a:gd name="T21" fmla="*/ 359 h 1522"/>
              <a:gd name="T22" fmla="*/ 964 w 1523"/>
              <a:gd name="T23" fmla="*/ 1128 h 1522"/>
              <a:gd name="T24" fmla="*/ 908 w 1523"/>
              <a:gd name="T25" fmla="*/ 1315 h 1522"/>
              <a:gd name="T26" fmla="*/ 761 w 1523"/>
              <a:gd name="T27" fmla="*/ 0 h 1522"/>
              <a:gd name="T28" fmla="*/ 0 w 1523"/>
              <a:gd name="T29" fmla="*/ 761 h 1522"/>
              <a:gd name="T30" fmla="*/ 761 w 1523"/>
              <a:gd name="T31" fmla="*/ 1522 h 1522"/>
              <a:gd name="T32" fmla="*/ 1522 w 1523"/>
              <a:gd name="T33" fmla="*/ 761 h 1522"/>
              <a:gd name="T34" fmla="*/ 761 w 1523"/>
              <a:gd name="T35" fmla="*/ 0 h 1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23" h="1522">
                <a:moveTo>
                  <a:pt x="1075" y="1101"/>
                </a:moveTo>
                <a:cubicBezTo>
                  <a:pt x="753" y="505"/>
                  <a:pt x="753" y="505"/>
                  <a:pt x="753" y="505"/>
                </a:cubicBezTo>
                <a:cubicBezTo>
                  <a:pt x="918" y="416"/>
                  <a:pt x="1124" y="478"/>
                  <a:pt x="1213" y="643"/>
                </a:cubicBezTo>
                <a:cubicBezTo>
                  <a:pt x="1301" y="807"/>
                  <a:pt x="1240" y="1012"/>
                  <a:pt x="1075" y="1101"/>
                </a:cubicBezTo>
                <a:close/>
                <a:moveTo>
                  <a:pt x="908" y="1315"/>
                </a:moveTo>
                <a:cubicBezTo>
                  <a:pt x="898" y="1320"/>
                  <a:pt x="898" y="1320"/>
                  <a:pt x="898" y="1320"/>
                </a:cubicBezTo>
                <a:cubicBezTo>
                  <a:pt x="831" y="1357"/>
                  <a:pt x="747" y="1331"/>
                  <a:pt x="711" y="1264"/>
                </a:cubicBezTo>
                <a:cubicBezTo>
                  <a:pt x="297" y="496"/>
                  <a:pt x="297" y="496"/>
                  <a:pt x="297" y="496"/>
                </a:cubicBezTo>
                <a:cubicBezTo>
                  <a:pt x="260" y="429"/>
                  <a:pt x="286" y="345"/>
                  <a:pt x="353" y="308"/>
                </a:cubicBezTo>
                <a:cubicBezTo>
                  <a:pt x="363" y="303"/>
                  <a:pt x="363" y="303"/>
                  <a:pt x="363" y="303"/>
                </a:cubicBezTo>
                <a:cubicBezTo>
                  <a:pt x="430" y="267"/>
                  <a:pt x="514" y="291"/>
                  <a:pt x="550" y="359"/>
                </a:cubicBezTo>
                <a:cubicBezTo>
                  <a:pt x="964" y="1128"/>
                  <a:pt x="964" y="1128"/>
                  <a:pt x="964" y="1128"/>
                </a:cubicBezTo>
                <a:cubicBezTo>
                  <a:pt x="999" y="1195"/>
                  <a:pt x="974" y="1278"/>
                  <a:pt x="908" y="1315"/>
                </a:cubicBezTo>
                <a:close/>
                <a:moveTo>
                  <a:pt x="761" y="0"/>
                </a:moveTo>
                <a:cubicBezTo>
                  <a:pt x="341" y="0"/>
                  <a:pt x="0" y="340"/>
                  <a:pt x="0" y="761"/>
                </a:cubicBezTo>
                <a:cubicBezTo>
                  <a:pt x="0" y="1181"/>
                  <a:pt x="341" y="1522"/>
                  <a:pt x="761" y="1522"/>
                </a:cubicBezTo>
                <a:cubicBezTo>
                  <a:pt x="1181" y="1522"/>
                  <a:pt x="1522" y="1181"/>
                  <a:pt x="1522" y="761"/>
                </a:cubicBezTo>
                <a:cubicBezTo>
                  <a:pt x="1523" y="340"/>
                  <a:pt x="1182" y="0"/>
                  <a:pt x="761" y="0"/>
                </a:cubicBezTo>
                <a:close/>
              </a:path>
            </a:pathLst>
          </a:custGeom>
          <a:solidFill>
            <a:srgbClr val="59BE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7" name="Freeform 22">
            <a:extLst>
              <a:ext uri="{FF2B5EF4-FFF2-40B4-BE49-F238E27FC236}">
                <a16:creationId xmlns:a16="http://schemas.microsoft.com/office/drawing/2014/main" id="{E0E2BA8D-17D4-44DD-894D-DCE92CADB514}"/>
              </a:ext>
            </a:extLst>
          </p:cNvPr>
          <p:cNvSpPr>
            <a:spLocks/>
          </p:cNvSpPr>
          <p:nvPr/>
        </p:nvSpPr>
        <p:spPr bwMode="black">
          <a:xfrm>
            <a:off x="3845434" y="1046834"/>
            <a:ext cx="23667" cy="33983"/>
          </a:xfrm>
          <a:custGeom>
            <a:avLst/>
            <a:gdLst>
              <a:gd name="T0" fmla="*/ 39 w 39"/>
              <a:gd name="T1" fmla="*/ 0 h 56"/>
              <a:gd name="T2" fmla="*/ 0 w 39"/>
              <a:gd name="T3" fmla="*/ 0 h 56"/>
              <a:gd name="T4" fmla="*/ 0 w 39"/>
              <a:gd name="T5" fmla="*/ 7 h 56"/>
              <a:gd name="T6" fmla="*/ 16 w 39"/>
              <a:gd name="T7" fmla="*/ 7 h 56"/>
              <a:gd name="T8" fmla="*/ 16 w 39"/>
              <a:gd name="T9" fmla="*/ 56 h 56"/>
              <a:gd name="T10" fmla="*/ 23 w 39"/>
              <a:gd name="T11" fmla="*/ 56 h 56"/>
              <a:gd name="T12" fmla="*/ 23 w 39"/>
              <a:gd name="T13" fmla="*/ 7 h 56"/>
              <a:gd name="T14" fmla="*/ 39 w 39"/>
              <a:gd name="T15" fmla="*/ 7 h 56"/>
              <a:gd name="T16" fmla="*/ 39 w 39"/>
              <a:gd name="T1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" h="56">
                <a:moveTo>
                  <a:pt x="39" y="0"/>
                </a:moveTo>
                <a:lnTo>
                  <a:pt x="0" y="0"/>
                </a:lnTo>
                <a:lnTo>
                  <a:pt x="0" y="7"/>
                </a:lnTo>
                <a:lnTo>
                  <a:pt x="16" y="7"/>
                </a:lnTo>
                <a:lnTo>
                  <a:pt x="16" y="56"/>
                </a:lnTo>
                <a:lnTo>
                  <a:pt x="23" y="56"/>
                </a:lnTo>
                <a:lnTo>
                  <a:pt x="23" y="7"/>
                </a:lnTo>
                <a:lnTo>
                  <a:pt x="39" y="7"/>
                </a:lnTo>
                <a:lnTo>
                  <a:pt x="3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8" name="Freeform 23">
            <a:extLst>
              <a:ext uri="{FF2B5EF4-FFF2-40B4-BE49-F238E27FC236}">
                <a16:creationId xmlns:a16="http://schemas.microsoft.com/office/drawing/2014/main" id="{B90358E5-E2D8-4520-9BEF-D4717269B9F1}"/>
              </a:ext>
            </a:extLst>
          </p:cNvPr>
          <p:cNvSpPr>
            <a:spLocks/>
          </p:cNvSpPr>
          <p:nvPr/>
        </p:nvSpPr>
        <p:spPr bwMode="black">
          <a:xfrm>
            <a:off x="3873956" y="1046834"/>
            <a:ext cx="30949" cy="33983"/>
          </a:xfrm>
          <a:custGeom>
            <a:avLst/>
            <a:gdLst>
              <a:gd name="T0" fmla="*/ 51 w 51"/>
              <a:gd name="T1" fmla="*/ 0 h 56"/>
              <a:gd name="T2" fmla="*/ 43 w 51"/>
              <a:gd name="T3" fmla="*/ 0 h 56"/>
              <a:gd name="T4" fmla="*/ 26 w 51"/>
              <a:gd name="T5" fmla="*/ 30 h 56"/>
              <a:gd name="T6" fmla="*/ 8 w 51"/>
              <a:gd name="T7" fmla="*/ 0 h 56"/>
              <a:gd name="T8" fmla="*/ 0 w 51"/>
              <a:gd name="T9" fmla="*/ 0 h 56"/>
              <a:gd name="T10" fmla="*/ 0 w 51"/>
              <a:gd name="T11" fmla="*/ 56 h 56"/>
              <a:gd name="T12" fmla="*/ 7 w 51"/>
              <a:gd name="T13" fmla="*/ 56 h 56"/>
              <a:gd name="T14" fmla="*/ 7 w 51"/>
              <a:gd name="T15" fmla="*/ 12 h 56"/>
              <a:gd name="T16" fmla="*/ 25 w 51"/>
              <a:gd name="T17" fmla="*/ 43 h 56"/>
              <a:gd name="T18" fmla="*/ 26 w 51"/>
              <a:gd name="T19" fmla="*/ 43 h 56"/>
              <a:gd name="T20" fmla="*/ 44 w 51"/>
              <a:gd name="T21" fmla="*/ 12 h 56"/>
              <a:gd name="T22" fmla="*/ 44 w 51"/>
              <a:gd name="T23" fmla="*/ 56 h 56"/>
              <a:gd name="T24" fmla="*/ 51 w 51"/>
              <a:gd name="T25" fmla="*/ 56 h 56"/>
              <a:gd name="T26" fmla="*/ 51 w 51"/>
              <a:gd name="T2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1" h="56">
                <a:moveTo>
                  <a:pt x="51" y="0"/>
                </a:moveTo>
                <a:lnTo>
                  <a:pt x="43" y="0"/>
                </a:lnTo>
                <a:lnTo>
                  <a:pt x="26" y="30"/>
                </a:lnTo>
                <a:lnTo>
                  <a:pt x="8" y="0"/>
                </a:lnTo>
                <a:lnTo>
                  <a:pt x="0" y="0"/>
                </a:lnTo>
                <a:lnTo>
                  <a:pt x="0" y="56"/>
                </a:lnTo>
                <a:lnTo>
                  <a:pt x="7" y="56"/>
                </a:lnTo>
                <a:lnTo>
                  <a:pt x="7" y="12"/>
                </a:lnTo>
                <a:lnTo>
                  <a:pt x="25" y="43"/>
                </a:lnTo>
                <a:lnTo>
                  <a:pt x="26" y="43"/>
                </a:lnTo>
                <a:lnTo>
                  <a:pt x="44" y="12"/>
                </a:lnTo>
                <a:lnTo>
                  <a:pt x="44" y="56"/>
                </a:lnTo>
                <a:lnTo>
                  <a:pt x="51" y="56"/>
                </a:lnTo>
                <a:lnTo>
                  <a:pt x="5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black">
          <a:xfrm>
            <a:off x="712301" y="1800000"/>
            <a:ext cx="8160237" cy="2966400"/>
          </a:xfrm>
        </p:spPr>
        <p:txBody>
          <a:bodyPr anchor="t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712301" y="5108400"/>
            <a:ext cx="8160237" cy="669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 bwMode="black">
          <a:xfrm>
            <a:off x="712301" y="5882400"/>
            <a:ext cx="8160237" cy="248400"/>
          </a:xfrm>
        </p:spPr>
        <p:txBody>
          <a:bodyPr lIns="0" tIns="0" rIns="0" bIns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D58CA7A1-0F55-4A8B-B45C-E93E3507F623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D95A18CB-BDB5-4348-8D26-BD3744F3FDD8}"/>
              </a:ext>
            </a:extLst>
          </p:cNvPr>
          <p:cNvSpPr>
            <a:spLocks/>
          </p:cNvSpPr>
          <p:nvPr userDrawn="1"/>
        </p:nvSpPr>
        <p:spPr bwMode="auto">
          <a:xfrm>
            <a:off x="11363401" y="5159841"/>
            <a:ext cx="817144" cy="1708593"/>
          </a:xfrm>
          <a:custGeom>
            <a:avLst/>
            <a:gdLst>
              <a:gd name="connsiteX0" fmla="*/ 0 w 817144"/>
              <a:gd name="connsiteY0" fmla="*/ 1600512 h 1708593"/>
              <a:gd name="connsiteX1" fmla="*/ 99855 w 817144"/>
              <a:gd name="connsiteY1" fmla="*/ 1648161 h 1708593"/>
              <a:gd name="connsiteX2" fmla="*/ 187517 w 817144"/>
              <a:gd name="connsiteY2" fmla="*/ 1690580 h 1708593"/>
              <a:gd name="connsiteX3" fmla="*/ 275179 w 817144"/>
              <a:gd name="connsiteY3" fmla="*/ 1648161 h 1708593"/>
              <a:gd name="connsiteX4" fmla="*/ 375034 w 817144"/>
              <a:gd name="connsiteY4" fmla="*/ 1600512 h 1708593"/>
              <a:gd name="connsiteX5" fmla="*/ 474941 w 817144"/>
              <a:gd name="connsiteY5" fmla="*/ 1648161 h 1708593"/>
              <a:gd name="connsiteX6" fmla="*/ 562069 w 817144"/>
              <a:gd name="connsiteY6" fmla="*/ 1690580 h 1708593"/>
              <a:gd name="connsiteX7" fmla="*/ 650315 w 817144"/>
              <a:gd name="connsiteY7" fmla="*/ 1648161 h 1708593"/>
              <a:gd name="connsiteX8" fmla="*/ 740506 w 817144"/>
              <a:gd name="connsiteY8" fmla="*/ 1600798 h 1708593"/>
              <a:gd name="connsiteX9" fmla="*/ 749586 w 817144"/>
              <a:gd name="connsiteY9" fmla="*/ 1600512 h 1708593"/>
              <a:gd name="connsiteX10" fmla="*/ 758889 w 817144"/>
              <a:gd name="connsiteY10" fmla="*/ 1600798 h 1708593"/>
              <a:gd name="connsiteX11" fmla="*/ 813262 w 817144"/>
              <a:gd name="connsiteY11" fmla="*/ 1617573 h 1708593"/>
              <a:gd name="connsiteX12" fmla="*/ 817144 w 817144"/>
              <a:gd name="connsiteY12" fmla="*/ 1620792 h 1708593"/>
              <a:gd name="connsiteX13" fmla="*/ 817144 w 817144"/>
              <a:gd name="connsiteY13" fmla="*/ 1643504 h 1708593"/>
              <a:gd name="connsiteX14" fmla="*/ 806433 w 817144"/>
              <a:gd name="connsiteY14" fmla="*/ 1634522 h 1708593"/>
              <a:gd name="connsiteX15" fmla="*/ 764952 w 817144"/>
              <a:gd name="connsiteY15" fmla="*/ 1619443 h 1708593"/>
              <a:gd name="connsiteX16" fmla="*/ 749586 w 817144"/>
              <a:gd name="connsiteY16" fmla="*/ 1618526 h 1708593"/>
              <a:gd name="connsiteX17" fmla="*/ 734638 w 817144"/>
              <a:gd name="connsiteY17" fmla="*/ 1619443 h 1708593"/>
              <a:gd name="connsiteX18" fmla="*/ 662511 w 817144"/>
              <a:gd name="connsiteY18" fmla="*/ 1660945 h 1708593"/>
              <a:gd name="connsiteX19" fmla="*/ 562069 w 817144"/>
              <a:gd name="connsiteY19" fmla="*/ 1708593 h 1708593"/>
              <a:gd name="connsiteX20" fmla="*/ 462743 w 817144"/>
              <a:gd name="connsiteY20" fmla="*/ 1660945 h 1708593"/>
              <a:gd name="connsiteX21" fmla="*/ 375034 w 817144"/>
              <a:gd name="connsiteY21" fmla="*/ 1618526 h 1708593"/>
              <a:gd name="connsiteX22" fmla="*/ 287371 w 817144"/>
              <a:gd name="connsiteY22" fmla="*/ 1660945 h 1708593"/>
              <a:gd name="connsiteX23" fmla="*/ 187517 w 817144"/>
              <a:gd name="connsiteY23" fmla="*/ 1708593 h 1708593"/>
              <a:gd name="connsiteX24" fmla="*/ 87663 w 817144"/>
              <a:gd name="connsiteY24" fmla="*/ 1660945 h 1708593"/>
              <a:gd name="connsiteX25" fmla="*/ 0 w 817144"/>
              <a:gd name="connsiteY25" fmla="*/ 1618526 h 1708593"/>
              <a:gd name="connsiteX26" fmla="*/ 0 w 817144"/>
              <a:gd name="connsiteY26" fmla="*/ 1501097 h 1708593"/>
              <a:gd name="connsiteX27" fmla="*/ 99855 w 817144"/>
              <a:gd name="connsiteY27" fmla="*/ 1548208 h 1708593"/>
              <a:gd name="connsiteX28" fmla="*/ 187517 w 817144"/>
              <a:gd name="connsiteY28" fmla="*/ 1590666 h 1708593"/>
              <a:gd name="connsiteX29" fmla="*/ 275179 w 817144"/>
              <a:gd name="connsiteY29" fmla="*/ 1548208 h 1708593"/>
              <a:gd name="connsiteX30" fmla="*/ 375034 w 817144"/>
              <a:gd name="connsiteY30" fmla="*/ 1501097 h 1708593"/>
              <a:gd name="connsiteX31" fmla="*/ 474941 w 817144"/>
              <a:gd name="connsiteY31" fmla="*/ 1548208 h 1708593"/>
              <a:gd name="connsiteX32" fmla="*/ 562069 w 817144"/>
              <a:gd name="connsiteY32" fmla="*/ 1590666 h 1708593"/>
              <a:gd name="connsiteX33" fmla="*/ 650315 w 817144"/>
              <a:gd name="connsiteY33" fmla="*/ 1548208 h 1708593"/>
              <a:gd name="connsiteX34" fmla="*/ 740506 w 817144"/>
              <a:gd name="connsiteY34" fmla="*/ 1501377 h 1708593"/>
              <a:gd name="connsiteX35" fmla="*/ 749586 w 817144"/>
              <a:gd name="connsiteY35" fmla="*/ 1501097 h 1708593"/>
              <a:gd name="connsiteX36" fmla="*/ 758889 w 817144"/>
              <a:gd name="connsiteY36" fmla="*/ 1501377 h 1708593"/>
              <a:gd name="connsiteX37" fmla="*/ 813262 w 817144"/>
              <a:gd name="connsiteY37" fmla="*/ 1517856 h 1708593"/>
              <a:gd name="connsiteX38" fmla="*/ 817144 w 817144"/>
              <a:gd name="connsiteY38" fmla="*/ 1521050 h 1708593"/>
              <a:gd name="connsiteX39" fmla="*/ 817144 w 817144"/>
              <a:gd name="connsiteY39" fmla="*/ 1543547 h 1708593"/>
              <a:gd name="connsiteX40" fmla="*/ 806433 w 817144"/>
              <a:gd name="connsiteY40" fmla="*/ 1534556 h 1708593"/>
              <a:gd name="connsiteX41" fmla="*/ 764952 w 817144"/>
              <a:gd name="connsiteY41" fmla="*/ 1519464 h 1708593"/>
              <a:gd name="connsiteX42" fmla="*/ 749586 w 817144"/>
              <a:gd name="connsiteY42" fmla="*/ 1518546 h 1708593"/>
              <a:gd name="connsiteX43" fmla="*/ 734638 w 817144"/>
              <a:gd name="connsiteY43" fmla="*/ 1519464 h 1708593"/>
              <a:gd name="connsiteX44" fmla="*/ 662511 w 817144"/>
              <a:gd name="connsiteY44" fmla="*/ 1561004 h 1708593"/>
              <a:gd name="connsiteX45" fmla="*/ 562069 w 817144"/>
              <a:gd name="connsiteY45" fmla="*/ 1608697 h 1708593"/>
              <a:gd name="connsiteX46" fmla="*/ 462743 w 817144"/>
              <a:gd name="connsiteY46" fmla="*/ 1561004 h 1708593"/>
              <a:gd name="connsiteX47" fmla="*/ 375034 w 817144"/>
              <a:gd name="connsiteY47" fmla="*/ 1518546 h 1708593"/>
              <a:gd name="connsiteX48" fmla="*/ 287371 w 817144"/>
              <a:gd name="connsiteY48" fmla="*/ 1561004 h 1708593"/>
              <a:gd name="connsiteX49" fmla="*/ 187517 w 817144"/>
              <a:gd name="connsiteY49" fmla="*/ 1608697 h 1708593"/>
              <a:gd name="connsiteX50" fmla="*/ 87663 w 817144"/>
              <a:gd name="connsiteY50" fmla="*/ 1561004 h 1708593"/>
              <a:gd name="connsiteX51" fmla="*/ 0 w 817144"/>
              <a:gd name="connsiteY51" fmla="*/ 1518546 h 1708593"/>
              <a:gd name="connsiteX52" fmla="*/ 0 w 817144"/>
              <a:gd name="connsiteY52" fmla="*/ 1399997 h 1708593"/>
              <a:gd name="connsiteX53" fmla="*/ 99855 w 817144"/>
              <a:gd name="connsiteY53" fmla="*/ 1447645 h 1708593"/>
              <a:gd name="connsiteX54" fmla="*/ 187517 w 817144"/>
              <a:gd name="connsiteY54" fmla="*/ 1490064 h 1708593"/>
              <a:gd name="connsiteX55" fmla="*/ 275179 w 817144"/>
              <a:gd name="connsiteY55" fmla="*/ 1447645 h 1708593"/>
              <a:gd name="connsiteX56" fmla="*/ 375034 w 817144"/>
              <a:gd name="connsiteY56" fmla="*/ 1399997 h 1708593"/>
              <a:gd name="connsiteX57" fmla="*/ 474941 w 817144"/>
              <a:gd name="connsiteY57" fmla="*/ 1447645 h 1708593"/>
              <a:gd name="connsiteX58" fmla="*/ 562069 w 817144"/>
              <a:gd name="connsiteY58" fmla="*/ 1490064 h 1708593"/>
              <a:gd name="connsiteX59" fmla="*/ 650315 w 817144"/>
              <a:gd name="connsiteY59" fmla="*/ 1447645 h 1708593"/>
              <a:gd name="connsiteX60" fmla="*/ 740506 w 817144"/>
              <a:gd name="connsiteY60" fmla="*/ 1400283 h 1708593"/>
              <a:gd name="connsiteX61" fmla="*/ 749586 w 817144"/>
              <a:gd name="connsiteY61" fmla="*/ 1399997 h 1708593"/>
              <a:gd name="connsiteX62" fmla="*/ 758889 w 817144"/>
              <a:gd name="connsiteY62" fmla="*/ 1400283 h 1708593"/>
              <a:gd name="connsiteX63" fmla="*/ 813262 w 817144"/>
              <a:gd name="connsiteY63" fmla="*/ 1417058 h 1708593"/>
              <a:gd name="connsiteX64" fmla="*/ 817144 w 817144"/>
              <a:gd name="connsiteY64" fmla="*/ 1420277 h 1708593"/>
              <a:gd name="connsiteX65" fmla="*/ 817144 w 817144"/>
              <a:gd name="connsiteY65" fmla="*/ 1442988 h 1708593"/>
              <a:gd name="connsiteX66" fmla="*/ 806433 w 817144"/>
              <a:gd name="connsiteY66" fmla="*/ 1434006 h 1708593"/>
              <a:gd name="connsiteX67" fmla="*/ 764952 w 817144"/>
              <a:gd name="connsiteY67" fmla="*/ 1418928 h 1708593"/>
              <a:gd name="connsiteX68" fmla="*/ 749586 w 817144"/>
              <a:gd name="connsiteY68" fmla="*/ 1418010 h 1708593"/>
              <a:gd name="connsiteX69" fmla="*/ 734638 w 817144"/>
              <a:gd name="connsiteY69" fmla="*/ 1418928 h 1708593"/>
              <a:gd name="connsiteX70" fmla="*/ 662511 w 817144"/>
              <a:gd name="connsiteY70" fmla="*/ 1460429 h 1708593"/>
              <a:gd name="connsiteX71" fmla="*/ 562069 w 817144"/>
              <a:gd name="connsiteY71" fmla="*/ 1508078 h 1708593"/>
              <a:gd name="connsiteX72" fmla="*/ 462743 w 817144"/>
              <a:gd name="connsiteY72" fmla="*/ 1460429 h 1708593"/>
              <a:gd name="connsiteX73" fmla="*/ 375034 w 817144"/>
              <a:gd name="connsiteY73" fmla="*/ 1418010 h 1708593"/>
              <a:gd name="connsiteX74" fmla="*/ 287371 w 817144"/>
              <a:gd name="connsiteY74" fmla="*/ 1460429 h 1708593"/>
              <a:gd name="connsiteX75" fmla="*/ 187517 w 817144"/>
              <a:gd name="connsiteY75" fmla="*/ 1508078 h 1708593"/>
              <a:gd name="connsiteX76" fmla="*/ 87663 w 817144"/>
              <a:gd name="connsiteY76" fmla="*/ 1460429 h 1708593"/>
              <a:gd name="connsiteX77" fmla="*/ 0 w 817144"/>
              <a:gd name="connsiteY77" fmla="*/ 1418010 h 1708593"/>
              <a:gd name="connsiteX78" fmla="*/ 0 w 817144"/>
              <a:gd name="connsiteY78" fmla="*/ 1300582 h 1708593"/>
              <a:gd name="connsiteX79" fmla="*/ 99855 w 817144"/>
              <a:gd name="connsiteY79" fmla="*/ 1347693 h 1708593"/>
              <a:gd name="connsiteX80" fmla="*/ 187517 w 817144"/>
              <a:gd name="connsiteY80" fmla="*/ 1390151 h 1708593"/>
              <a:gd name="connsiteX81" fmla="*/ 275179 w 817144"/>
              <a:gd name="connsiteY81" fmla="*/ 1347693 h 1708593"/>
              <a:gd name="connsiteX82" fmla="*/ 375034 w 817144"/>
              <a:gd name="connsiteY82" fmla="*/ 1300582 h 1708593"/>
              <a:gd name="connsiteX83" fmla="*/ 474941 w 817144"/>
              <a:gd name="connsiteY83" fmla="*/ 1347693 h 1708593"/>
              <a:gd name="connsiteX84" fmla="*/ 562069 w 817144"/>
              <a:gd name="connsiteY84" fmla="*/ 1390151 h 1708593"/>
              <a:gd name="connsiteX85" fmla="*/ 650315 w 817144"/>
              <a:gd name="connsiteY85" fmla="*/ 1347693 h 1708593"/>
              <a:gd name="connsiteX86" fmla="*/ 740506 w 817144"/>
              <a:gd name="connsiteY86" fmla="*/ 1300868 h 1708593"/>
              <a:gd name="connsiteX87" fmla="*/ 749586 w 817144"/>
              <a:gd name="connsiteY87" fmla="*/ 1300582 h 1708593"/>
              <a:gd name="connsiteX88" fmla="*/ 758889 w 817144"/>
              <a:gd name="connsiteY88" fmla="*/ 1300868 h 1708593"/>
              <a:gd name="connsiteX89" fmla="*/ 813262 w 817144"/>
              <a:gd name="connsiteY89" fmla="*/ 1317571 h 1708593"/>
              <a:gd name="connsiteX90" fmla="*/ 817144 w 817144"/>
              <a:gd name="connsiteY90" fmla="*/ 1320741 h 1708593"/>
              <a:gd name="connsiteX91" fmla="*/ 817144 w 817144"/>
              <a:gd name="connsiteY91" fmla="*/ 1343454 h 1708593"/>
              <a:gd name="connsiteX92" fmla="*/ 806433 w 817144"/>
              <a:gd name="connsiteY92" fmla="*/ 1334381 h 1708593"/>
              <a:gd name="connsiteX93" fmla="*/ 764952 w 817144"/>
              <a:gd name="connsiteY93" fmla="*/ 1319506 h 1708593"/>
              <a:gd name="connsiteX94" fmla="*/ 749586 w 817144"/>
              <a:gd name="connsiteY94" fmla="*/ 1318612 h 1708593"/>
              <a:gd name="connsiteX95" fmla="*/ 734638 w 817144"/>
              <a:gd name="connsiteY95" fmla="*/ 1319506 h 1708593"/>
              <a:gd name="connsiteX96" fmla="*/ 662511 w 817144"/>
              <a:gd name="connsiteY96" fmla="*/ 1361070 h 1708593"/>
              <a:gd name="connsiteX97" fmla="*/ 562069 w 817144"/>
              <a:gd name="connsiteY97" fmla="*/ 1408181 h 1708593"/>
              <a:gd name="connsiteX98" fmla="*/ 462743 w 817144"/>
              <a:gd name="connsiteY98" fmla="*/ 1361070 h 1708593"/>
              <a:gd name="connsiteX99" fmla="*/ 375034 w 817144"/>
              <a:gd name="connsiteY99" fmla="*/ 1318612 h 1708593"/>
              <a:gd name="connsiteX100" fmla="*/ 287371 w 817144"/>
              <a:gd name="connsiteY100" fmla="*/ 1361070 h 1708593"/>
              <a:gd name="connsiteX101" fmla="*/ 187517 w 817144"/>
              <a:gd name="connsiteY101" fmla="*/ 1408181 h 1708593"/>
              <a:gd name="connsiteX102" fmla="*/ 87663 w 817144"/>
              <a:gd name="connsiteY102" fmla="*/ 1361070 h 1708593"/>
              <a:gd name="connsiteX103" fmla="*/ 0 w 817144"/>
              <a:gd name="connsiteY103" fmla="*/ 1318612 h 1708593"/>
              <a:gd name="connsiteX104" fmla="*/ 0 w 817144"/>
              <a:gd name="connsiteY104" fmla="*/ 1200685 h 1708593"/>
              <a:gd name="connsiteX105" fmla="*/ 99855 w 817144"/>
              <a:gd name="connsiteY105" fmla="*/ 1248334 h 1708593"/>
              <a:gd name="connsiteX106" fmla="*/ 187517 w 817144"/>
              <a:gd name="connsiteY106" fmla="*/ 1290753 h 1708593"/>
              <a:gd name="connsiteX107" fmla="*/ 275179 w 817144"/>
              <a:gd name="connsiteY107" fmla="*/ 1248334 h 1708593"/>
              <a:gd name="connsiteX108" fmla="*/ 375034 w 817144"/>
              <a:gd name="connsiteY108" fmla="*/ 1200685 h 1708593"/>
              <a:gd name="connsiteX109" fmla="*/ 474941 w 817144"/>
              <a:gd name="connsiteY109" fmla="*/ 1248334 h 1708593"/>
              <a:gd name="connsiteX110" fmla="*/ 562069 w 817144"/>
              <a:gd name="connsiteY110" fmla="*/ 1290753 h 1708593"/>
              <a:gd name="connsiteX111" fmla="*/ 650315 w 817144"/>
              <a:gd name="connsiteY111" fmla="*/ 1248334 h 1708593"/>
              <a:gd name="connsiteX112" fmla="*/ 740506 w 817144"/>
              <a:gd name="connsiteY112" fmla="*/ 1200971 h 1708593"/>
              <a:gd name="connsiteX113" fmla="*/ 749586 w 817144"/>
              <a:gd name="connsiteY113" fmla="*/ 1200685 h 1708593"/>
              <a:gd name="connsiteX114" fmla="*/ 758889 w 817144"/>
              <a:gd name="connsiteY114" fmla="*/ 1200971 h 1708593"/>
              <a:gd name="connsiteX115" fmla="*/ 813262 w 817144"/>
              <a:gd name="connsiteY115" fmla="*/ 1217746 h 1708593"/>
              <a:gd name="connsiteX116" fmla="*/ 817144 w 817144"/>
              <a:gd name="connsiteY116" fmla="*/ 1220965 h 1708593"/>
              <a:gd name="connsiteX117" fmla="*/ 817144 w 817144"/>
              <a:gd name="connsiteY117" fmla="*/ 1243677 h 1708593"/>
              <a:gd name="connsiteX118" fmla="*/ 806433 w 817144"/>
              <a:gd name="connsiteY118" fmla="*/ 1234694 h 1708593"/>
              <a:gd name="connsiteX119" fmla="*/ 764952 w 817144"/>
              <a:gd name="connsiteY119" fmla="*/ 1219616 h 1708593"/>
              <a:gd name="connsiteX120" fmla="*/ 749586 w 817144"/>
              <a:gd name="connsiteY120" fmla="*/ 1218699 h 1708593"/>
              <a:gd name="connsiteX121" fmla="*/ 734638 w 817144"/>
              <a:gd name="connsiteY121" fmla="*/ 1219616 h 1708593"/>
              <a:gd name="connsiteX122" fmla="*/ 662511 w 817144"/>
              <a:gd name="connsiteY122" fmla="*/ 1261118 h 1708593"/>
              <a:gd name="connsiteX123" fmla="*/ 562069 w 817144"/>
              <a:gd name="connsiteY123" fmla="*/ 1308766 h 1708593"/>
              <a:gd name="connsiteX124" fmla="*/ 462743 w 817144"/>
              <a:gd name="connsiteY124" fmla="*/ 1261118 h 1708593"/>
              <a:gd name="connsiteX125" fmla="*/ 375034 w 817144"/>
              <a:gd name="connsiteY125" fmla="*/ 1218699 h 1708593"/>
              <a:gd name="connsiteX126" fmla="*/ 287371 w 817144"/>
              <a:gd name="connsiteY126" fmla="*/ 1261118 h 1708593"/>
              <a:gd name="connsiteX127" fmla="*/ 187517 w 817144"/>
              <a:gd name="connsiteY127" fmla="*/ 1308766 h 1708593"/>
              <a:gd name="connsiteX128" fmla="*/ 87663 w 817144"/>
              <a:gd name="connsiteY128" fmla="*/ 1261118 h 1708593"/>
              <a:gd name="connsiteX129" fmla="*/ 0 w 817144"/>
              <a:gd name="connsiteY129" fmla="*/ 1218699 h 1708593"/>
              <a:gd name="connsiteX130" fmla="*/ 0 w 817144"/>
              <a:gd name="connsiteY130" fmla="*/ 1100066 h 1708593"/>
              <a:gd name="connsiteX131" fmla="*/ 99855 w 817144"/>
              <a:gd name="connsiteY131" fmla="*/ 1147715 h 1708593"/>
              <a:gd name="connsiteX132" fmla="*/ 187517 w 817144"/>
              <a:gd name="connsiteY132" fmla="*/ 1190134 h 1708593"/>
              <a:gd name="connsiteX133" fmla="*/ 275179 w 817144"/>
              <a:gd name="connsiteY133" fmla="*/ 1147715 h 1708593"/>
              <a:gd name="connsiteX134" fmla="*/ 375034 w 817144"/>
              <a:gd name="connsiteY134" fmla="*/ 1100066 h 1708593"/>
              <a:gd name="connsiteX135" fmla="*/ 474941 w 817144"/>
              <a:gd name="connsiteY135" fmla="*/ 1147715 h 1708593"/>
              <a:gd name="connsiteX136" fmla="*/ 562069 w 817144"/>
              <a:gd name="connsiteY136" fmla="*/ 1190134 h 1708593"/>
              <a:gd name="connsiteX137" fmla="*/ 650315 w 817144"/>
              <a:gd name="connsiteY137" fmla="*/ 1147715 h 1708593"/>
              <a:gd name="connsiteX138" fmla="*/ 740506 w 817144"/>
              <a:gd name="connsiteY138" fmla="*/ 1100352 h 1708593"/>
              <a:gd name="connsiteX139" fmla="*/ 749586 w 817144"/>
              <a:gd name="connsiteY139" fmla="*/ 1100066 h 1708593"/>
              <a:gd name="connsiteX140" fmla="*/ 758889 w 817144"/>
              <a:gd name="connsiteY140" fmla="*/ 1100352 h 1708593"/>
              <a:gd name="connsiteX141" fmla="*/ 813262 w 817144"/>
              <a:gd name="connsiteY141" fmla="*/ 1117127 h 1708593"/>
              <a:gd name="connsiteX142" fmla="*/ 817144 w 817144"/>
              <a:gd name="connsiteY142" fmla="*/ 1120346 h 1708593"/>
              <a:gd name="connsiteX143" fmla="*/ 817144 w 817144"/>
              <a:gd name="connsiteY143" fmla="*/ 1143058 h 1708593"/>
              <a:gd name="connsiteX144" fmla="*/ 806433 w 817144"/>
              <a:gd name="connsiteY144" fmla="*/ 1134075 h 1708593"/>
              <a:gd name="connsiteX145" fmla="*/ 764952 w 817144"/>
              <a:gd name="connsiteY145" fmla="*/ 1118997 h 1708593"/>
              <a:gd name="connsiteX146" fmla="*/ 749586 w 817144"/>
              <a:gd name="connsiteY146" fmla="*/ 1118080 h 1708593"/>
              <a:gd name="connsiteX147" fmla="*/ 734638 w 817144"/>
              <a:gd name="connsiteY147" fmla="*/ 1118997 h 1708593"/>
              <a:gd name="connsiteX148" fmla="*/ 662511 w 817144"/>
              <a:gd name="connsiteY148" fmla="*/ 1160499 h 1708593"/>
              <a:gd name="connsiteX149" fmla="*/ 562069 w 817144"/>
              <a:gd name="connsiteY149" fmla="*/ 1208147 h 1708593"/>
              <a:gd name="connsiteX150" fmla="*/ 462743 w 817144"/>
              <a:gd name="connsiteY150" fmla="*/ 1160499 h 1708593"/>
              <a:gd name="connsiteX151" fmla="*/ 375034 w 817144"/>
              <a:gd name="connsiteY151" fmla="*/ 1118080 h 1708593"/>
              <a:gd name="connsiteX152" fmla="*/ 287371 w 817144"/>
              <a:gd name="connsiteY152" fmla="*/ 1160499 h 1708593"/>
              <a:gd name="connsiteX153" fmla="*/ 187517 w 817144"/>
              <a:gd name="connsiteY153" fmla="*/ 1208147 h 1708593"/>
              <a:gd name="connsiteX154" fmla="*/ 87663 w 817144"/>
              <a:gd name="connsiteY154" fmla="*/ 1160499 h 1708593"/>
              <a:gd name="connsiteX155" fmla="*/ 0 w 817144"/>
              <a:gd name="connsiteY155" fmla="*/ 1118080 h 1708593"/>
              <a:gd name="connsiteX156" fmla="*/ 0 w 817144"/>
              <a:gd name="connsiteY156" fmla="*/ 1000651 h 1708593"/>
              <a:gd name="connsiteX157" fmla="*/ 99855 w 817144"/>
              <a:gd name="connsiteY157" fmla="*/ 1047762 h 1708593"/>
              <a:gd name="connsiteX158" fmla="*/ 187517 w 817144"/>
              <a:gd name="connsiteY158" fmla="*/ 1090220 h 1708593"/>
              <a:gd name="connsiteX159" fmla="*/ 275179 w 817144"/>
              <a:gd name="connsiteY159" fmla="*/ 1047762 h 1708593"/>
              <a:gd name="connsiteX160" fmla="*/ 375034 w 817144"/>
              <a:gd name="connsiteY160" fmla="*/ 1000651 h 1708593"/>
              <a:gd name="connsiteX161" fmla="*/ 474941 w 817144"/>
              <a:gd name="connsiteY161" fmla="*/ 1047762 h 1708593"/>
              <a:gd name="connsiteX162" fmla="*/ 562069 w 817144"/>
              <a:gd name="connsiteY162" fmla="*/ 1090220 h 1708593"/>
              <a:gd name="connsiteX163" fmla="*/ 650315 w 817144"/>
              <a:gd name="connsiteY163" fmla="*/ 1047762 h 1708593"/>
              <a:gd name="connsiteX164" fmla="*/ 740506 w 817144"/>
              <a:gd name="connsiteY164" fmla="*/ 1000937 h 1708593"/>
              <a:gd name="connsiteX165" fmla="*/ 749586 w 817144"/>
              <a:gd name="connsiteY165" fmla="*/ 1000651 h 1708593"/>
              <a:gd name="connsiteX166" fmla="*/ 758889 w 817144"/>
              <a:gd name="connsiteY166" fmla="*/ 1000931 h 1708593"/>
              <a:gd name="connsiteX167" fmla="*/ 813262 w 817144"/>
              <a:gd name="connsiteY167" fmla="*/ 1017410 h 1708593"/>
              <a:gd name="connsiteX168" fmla="*/ 817144 w 817144"/>
              <a:gd name="connsiteY168" fmla="*/ 1020604 h 1708593"/>
              <a:gd name="connsiteX169" fmla="*/ 817144 w 817144"/>
              <a:gd name="connsiteY169" fmla="*/ 1043523 h 1708593"/>
              <a:gd name="connsiteX170" fmla="*/ 806433 w 817144"/>
              <a:gd name="connsiteY170" fmla="*/ 1034450 h 1708593"/>
              <a:gd name="connsiteX171" fmla="*/ 764952 w 817144"/>
              <a:gd name="connsiteY171" fmla="*/ 1019575 h 1708593"/>
              <a:gd name="connsiteX172" fmla="*/ 749586 w 817144"/>
              <a:gd name="connsiteY172" fmla="*/ 1018681 h 1708593"/>
              <a:gd name="connsiteX173" fmla="*/ 734638 w 817144"/>
              <a:gd name="connsiteY173" fmla="*/ 1019575 h 1708593"/>
              <a:gd name="connsiteX174" fmla="*/ 662511 w 817144"/>
              <a:gd name="connsiteY174" fmla="*/ 1061140 h 1708593"/>
              <a:gd name="connsiteX175" fmla="*/ 562069 w 817144"/>
              <a:gd name="connsiteY175" fmla="*/ 1108251 h 1708593"/>
              <a:gd name="connsiteX176" fmla="*/ 462743 w 817144"/>
              <a:gd name="connsiteY176" fmla="*/ 1061140 h 1708593"/>
              <a:gd name="connsiteX177" fmla="*/ 375034 w 817144"/>
              <a:gd name="connsiteY177" fmla="*/ 1018681 h 1708593"/>
              <a:gd name="connsiteX178" fmla="*/ 287371 w 817144"/>
              <a:gd name="connsiteY178" fmla="*/ 1061140 h 1708593"/>
              <a:gd name="connsiteX179" fmla="*/ 187517 w 817144"/>
              <a:gd name="connsiteY179" fmla="*/ 1108251 h 1708593"/>
              <a:gd name="connsiteX180" fmla="*/ 87663 w 817144"/>
              <a:gd name="connsiteY180" fmla="*/ 1061140 h 1708593"/>
              <a:gd name="connsiteX181" fmla="*/ 0 w 817144"/>
              <a:gd name="connsiteY181" fmla="*/ 1018681 h 1708593"/>
              <a:gd name="connsiteX182" fmla="*/ 0 w 817144"/>
              <a:gd name="connsiteY182" fmla="*/ 900273 h 1708593"/>
              <a:gd name="connsiteX183" fmla="*/ 99855 w 817144"/>
              <a:gd name="connsiteY183" fmla="*/ 947279 h 1708593"/>
              <a:gd name="connsiteX184" fmla="*/ 187517 w 817144"/>
              <a:gd name="connsiteY184" fmla="*/ 989642 h 1708593"/>
              <a:gd name="connsiteX185" fmla="*/ 275179 w 817144"/>
              <a:gd name="connsiteY185" fmla="*/ 947279 h 1708593"/>
              <a:gd name="connsiteX186" fmla="*/ 375034 w 817144"/>
              <a:gd name="connsiteY186" fmla="*/ 900273 h 1708593"/>
              <a:gd name="connsiteX187" fmla="*/ 474941 w 817144"/>
              <a:gd name="connsiteY187" fmla="*/ 947279 h 1708593"/>
              <a:gd name="connsiteX188" fmla="*/ 562069 w 817144"/>
              <a:gd name="connsiteY188" fmla="*/ 989642 h 1708593"/>
              <a:gd name="connsiteX189" fmla="*/ 650315 w 817144"/>
              <a:gd name="connsiteY189" fmla="*/ 947279 h 1708593"/>
              <a:gd name="connsiteX190" fmla="*/ 740506 w 817144"/>
              <a:gd name="connsiteY190" fmla="*/ 900552 h 1708593"/>
              <a:gd name="connsiteX191" fmla="*/ 749586 w 817144"/>
              <a:gd name="connsiteY191" fmla="*/ 900273 h 1708593"/>
              <a:gd name="connsiteX192" fmla="*/ 758889 w 817144"/>
              <a:gd name="connsiteY192" fmla="*/ 900552 h 1708593"/>
              <a:gd name="connsiteX193" fmla="*/ 813262 w 817144"/>
              <a:gd name="connsiteY193" fmla="*/ 916994 h 1708593"/>
              <a:gd name="connsiteX194" fmla="*/ 817144 w 817144"/>
              <a:gd name="connsiteY194" fmla="*/ 920182 h 1708593"/>
              <a:gd name="connsiteX195" fmla="*/ 817144 w 817144"/>
              <a:gd name="connsiteY195" fmla="*/ 943049 h 1708593"/>
              <a:gd name="connsiteX196" fmla="*/ 806433 w 817144"/>
              <a:gd name="connsiteY196" fmla="*/ 933997 h 1708593"/>
              <a:gd name="connsiteX197" fmla="*/ 764952 w 817144"/>
              <a:gd name="connsiteY197" fmla="*/ 919155 h 1708593"/>
              <a:gd name="connsiteX198" fmla="*/ 749586 w 817144"/>
              <a:gd name="connsiteY198" fmla="*/ 918263 h 1708593"/>
              <a:gd name="connsiteX199" fmla="*/ 734638 w 817144"/>
              <a:gd name="connsiteY199" fmla="*/ 919155 h 1708593"/>
              <a:gd name="connsiteX200" fmla="*/ 662511 w 817144"/>
              <a:gd name="connsiteY200" fmla="*/ 960626 h 1708593"/>
              <a:gd name="connsiteX201" fmla="*/ 562069 w 817144"/>
              <a:gd name="connsiteY201" fmla="*/ 1007632 h 1708593"/>
              <a:gd name="connsiteX202" fmla="*/ 462743 w 817144"/>
              <a:gd name="connsiteY202" fmla="*/ 960626 h 1708593"/>
              <a:gd name="connsiteX203" fmla="*/ 375034 w 817144"/>
              <a:gd name="connsiteY203" fmla="*/ 918263 h 1708593"/>
              <a:gd name="connsiteX204" fmla="*/ 287371 w 817144"/>
              <a:gd name="connsiteY204" fmla="*/ 960626 h 1708593"/>
              <a:gd name="connsiteX205" fmla="*/ 187517 w 817144"/>
              <a:gd name="connsiteY205" fmla="*/ 1007632 h 1708593"/>
              <a:gd name="connsiteX206" fmla="*/ 87663 w 817144"/>
              <a:gd name="connsiteY206" fmla="*/ 960626 h 1708593"/>
              <a:gd name="connsiteX207" fmla="*/ 0 w 817144"/>
              <a:gd name="connsiteY207" fmla="*/ 918263 h 1708593"/>
              <a:gd name="connsiteX208" fmla="*/ 0 w 817144"/>
              <a:gd name="connsiteY208" fmla="*/ 800136 h 1708593"/>
              <a:gd name="connsiteX209" fmla="*/ 99855 w 817144"/>
              <a:gd name="connsiteY209" fmla="*/ 847784 h 1708593"/>
              <a:gd name="connsiteX210" fmla="*/ 187517 w 817144"/>
              <a:gd name="connsiteY210" fmla="*/ 890203 h 1708593"/>
              <a:gd name="connsiteX211" fmla="*/ 275179 w 817144"/>
              <a:gd name="connsiteY211" fmla="*/ 847784 h 1708593"/>
              <a:gd name="connsiteX212" fmla="*/ 375034 w 817144"/>
              <a:gd name="connsiteY212" fmla="*/ 800136 h 1708593"/>
              <a:gd name="connsiteX213" fmla="*/ 474941 w 817144"/>
              <a:gd name="connsiteY213" fmla="*/ 847784 h 1708593"/>
              <a:gd name="connsiteX214" fmla="*/ 562069 w 817144"/>
              <a:gd name="connsiteY214" fmla="*/ 890203 h 1708593"/>
              <a:gd name="connsiteX215" fmla="*/ 650315 w 817144"/>
              <a:gd name="connsiteY215" fmla="*/ 847784 h 1708593"/>
              <a:gd name="connsiteX216" fmla="*/ 740506 w 817144"/>
              <a:gd name="connsiteY216" fmla="*/ 800422 h 1708593"/>
              <a:gd name="connsiteX217" fmla="*/ 749586 w 817144"/>
              <a:gd name="connsiteY217" fmla="*/ 800136 h 1708593"/>
              <a:gd name="connsiteX218" fmla="*/ 758889 w 817144"/>
              <a:gd name="connsiteY218" fmla="*/ 800422 h 1708593"/>
              <a:gd name="connsiteX219" fmla="*/ 813262 w 817144"/>
              <a:gd name="connsiteY219" fmla="*/ 817197 h 1708593"/>
              <a:gd name="connsiteX220" fmla="*/ 817144 w 817144"/>
              <a:gd name="connsiteY220" fmla="*/ 820416 h 1708593"/>
              <a:gd name="connsiteX221" fmla="*/ 817144 w 817144"/>
              <a:gd name="connsiteY221" fmla="*/ 843127 h 1708593"/>
              <a:gd name="connsiteX222" fmla="*/ 806433 w 817144"/>
              <a:gd name="connsiteY222" fmla="*/ 834145 h 1708593"/>
              <a:gd name="connsiteX223" fmla="*/ 764952 w 817144"/>
              <a:gd name="connsiteY223" fmla="*/ 819066 h 1708593"/>
              <a:gd name="connsiteX224" fmla="*/ 749586 w 817144"/>
              <a:gd name="connsiteY224" fmla="*/ 818149 h 1708593"/>
              <a:gd name="connsiteX225" fmla="*/ 734638 w 817144"/>
              <a:gd name="connsiteY225" fmla="*/ 819066 h 1708593"/>
              <a:gd name="connsiteX226" fmla="*/ 662511 w 817144"/>
              <a:gd name="connsiteY226" fmla="*/ 860568 h 1708593"/>
              <a:gd name="connsiteX227" fmla="*/ 562069 w 817144"/>
              <a:gd name="connsiteY227" fmla="*/ 908217 h 1708593"/>
              <a:gd name="connsiteX228" fmla="*/ 462743 w 817144"/>
              <a:gd name="connsiteY228" fmla="*/ 860568 h 1708593"/>
              <a:gd name="connsiteX229" fmla="*/ 375034 w 817144"/>
              <a:gd name="connsiteY229" fmla="*/ 818149 h 1708593"/>
              <a:gd name="connsiteX230" fmla="*/ 287371 w 817144"/>
              <a:gd name="connsiteY230" fmla="*/ 860568 h 1708593"/>
              <a:gd name="connsiteX231" fmla="*/ 187517 w 817144"/>
              <a:gd name="connsiteY231" fmla="*/ 908217 h 1708593"/>
              <a:gd name="connsiteX232" fmla="*/ 87663 w 817144"/>
              <a:gd name="connsiteY232" fmla="*/ 860568 h 1708593"/>
              <a:gd name="connsiteX233" fmla="*/ 0 w 817144"/>
              <a:gd name="connsiteY233" fmla="*/ 818149 h 1708593"/>
              <a:gd name="connsiteX234" fmla="*/ 0 w 817144"/>
              <a:gd name="connsiteY234" fmla="*/ 700961 h 1708593"/>
              <a:gd name="connsiteX235" fmla="*/ 99855 w 817144"/>
              <a:gd name="connsiteY235" fmla="*/ 747967 h 1708593"/>
              <a:gd name="connsiteX236" fmla="*/ 187517 w 817144"/>
              <a:gd name="connsiteY236" fmla="*/ 790330 h 1708593"/>
              <a:gd name="connsiteX237" fmla="*/ 275179 w 817144"/>
              <a:gd name="connsiteY237" fmla="*/ 747967 h 1708593"/>
              <a:gd name="connsiteX238" fmla="*/ 375034 w 817144"/>
              <a:gd name="connsiteY238" fmla="*/ 700961 h 1708593"/>
              <a:gd name="connsiteX239" fmla="*/ 474941 w 817144"/>
              <a:gd name="connsiteY239" fmla="*/ 747967 h 1708593"/>
              <a:gd name="connsiteX240" fmla="*/ 562069 w 817144"/>
              <a:gd name="connsiteY240" fmla="*/ 790330 h 1708593"/>
              <a:gd name="connsiteX241" fmla="*/ 650315 w 817144"/>
              <a:gd name="connsiteY241" fmla="*/ 747967 h 1708593"/>
              <a:gd name="connsiteX242" fmla="*/ 740506 w 817144"/>
              <a:gd name="connsiteY242" fmla="*/ 701241 h 1708593"/>
              <a:gd name="connsiteX243" fmla="*/ 749586 w 817144"/>
              <a:gd name="connsiteY243" fmla="*/ 700961 h 1708593"/>
              <a:gd name="connsiteX244" fmla="*/ 758889 w 817144"/>
              <a:gd name="connsiteY244" fmla="*/ 701241 h 1708593"/>
              <a:gd name="connsiteX245" fmla="*/ 813262 w 817144"/>
              <a:gd name="connsiteY245" fmla="*/ 717682 h 1708593"/>
              <a:gd name="connsiteX246" fmla="*/ 817144 w 817144"/>
              <a:gd name="connsiteY246" fmla="*/ 720870 h 1708593"/>
              <a:gd name="connsiteX247" fmla="*/ 817144 w 817144"/>
              <a:gd name="connsiteY247" fmla="*/ 743737 h 1708593"/>
              <a:gd name="connsiteX248" fmla="*/ 806433 w 817144"/>
              <a:gd name="connsiteY248" fmla="*/ 734685 h 1708593"/>
              <a:gd name="connsiteX249" fmla="*/ 764952 w 817144"/>
              <a:gd name="connsiteY249" fmla="*/ 719843 h 1708593"/>
              <a:gd name="connsiteX250" fmla="*/ 749586 w 817144"/>
              <a:gd name="connsiteY250" fmla="*/ 718951 h 1708593"/>
              <a:gd name="connsiteX251" fmla="*/ 734638 w 817144"/>
              <a:gd name="connsiteY251" fmla="*/ 719843 h 1708593"/>
              <a:gd name="connsiteX252" fmla="*/ 662511 w 817144"/>
              <a:gd name="connsiteY252" fmla="*/ 761314 h 1708593"/>
              <a:gd name="connsiteX253" fmla="*/ 562069 w 817144"/>
              <a:gd name="connsiteY253" fmla="*/ 808320 h 1708593"/>
              <a:gd name="connsiteX254" fmla="*/ 462743 w 817144"/>
              <a:gd name="connsiteY254" fmla="*/ 761314 h 1708593"/>
              <a:gd name="connsiteX255" fmla="*/ 375034 w 817144"/>
              <a:gd name="connsiteY255" fmla="*/ 718951 h 1708593"/>
              <a:gd name="connsiteX256" fmla="*/ 287371 w 817144"/>
              <a:gd name="connsiteY256" fmla="*/ 761314 h 1708593"/>
              <a:gd name="connsiteX257" fmla="*/ 187517 w 817144"/>
              <a:gd name="connsiteY257" fmla="*/ 808320 h 1708593"/>
              <a:gd name="connsiteX258" fmla="*/ 87663 w 817144"/>
              <a:gd name="connsiteY258" fmla="*/ 761314 h 1708593"/>
              <a:gd name="connsiteX259" fmla="*/ 0 w 817144"/>
              <a:gd name="connsiteY259" fmla="*/ 718951 h 1708593"/>
              <a:gd name="connsiteX260" fmla="*/ 0 w 817144"/>
              <a:gd name="connsiteY260" fmla="*/ 600343 h 1708593"/>
              <a:gd name="connsiteX261" fmla="*/ 99855 w 817144"/>
              <a:gd name="connsiteY261" fmla="*/ 647348 h 1708593"/>
              <a:gd name="connsiteX262" fmla="*/ 187517 w 817144"/>
              <a:gd name="connsiteY262" fmla="*/ 689712 h 1708593"/>
              <a:gd name="connsiteX263" fmla="*/ 275179 w 817144"/>
              <a:gd name="connsiteY263" fmla="*/ 647348 h 1708593"/>
              <a:gd name="connsiteX264" fmla="*/ 375034 w 817144"/>
              <a:gd name="connsiteY264" fmla="*/ 600343 h 1708593"/>
              <a:gd name="connsiteX265" fmla="*/ 474941 w 817144"/>
              <a:gd name="connsiteY265" fmla="*/ 647348 h 1708593"/>
              <a:gd name="connsiteX266" fmla="*/ 562069 w 817144"/>
              <a:gd name="connsiteY266" fmla="*/ 689712 h 1708593"/>
              <a:gd name="connsiteX267" fmla="*/ 650315 w 817144"/>
              <a:gd name="connsiteY267" fmla="*/ 647348 h 1708593"/>
              <a:gd name="connsiteX268" fmla="*/ 740506 w 817144"/>
              <a:gd name="connsiteY268" fmla="*/ 600622 h 1708593"/>
              <a:gd name="connsiteX269" fmla="*/ 749586 w 817144"/>
              <a:gd name="connsiteY269" fmla="*/ 600343 h 1708593"/>
              <a:gd name="connsiteX270" fmla="*/ 758889 w 817144"/>
              <a:gd name="connsiteY270" fmla="*/ 600622 h 1708593"/>
              <a:gd name="connsiteX271" fmla="*/ 813262 w 817144"/>
              <a:gd name="connsiteY271" fmla="*/ 617064 h 1708593"/>
              <a:gd name="connsiteX272" fmla="*/ 817144 w 817144"/>
              <a:gd name="connsiteY272" fmla="*/ 620251 h 1708593"/>
              <a:gd name="connsiteX273" fmla="*/ 817144 w 817144"/>
              <a:gd name="connsiteY273" fmla="*/ 642697 h 1708593"/>
              <a:gd name="connsiteX274" fmla="*/ 806433 w 817144"/>
              <a:gd name="connsiteY274" fmla="*/ 633727 h 1708593"/>
              <a:gd name="connsiteX275" fmla="*/ 764952 w 817144"/>
              <a:gd name="connsiteY275" fmla="*/ 618668 h 1708593"/>
              <a:gd name="connsiteX276" fmla="*/ 749586 w 817144"/>
              <a:gd name="connsiteY276" fmla="*/ 617752 h 1708593"/>
              <a:gd name="connsiteX277" fmla="*/ 734638 w 817144"/>
              <a:gd name="connsiteY277" fmla="*/ 618668 h 1708593"/>
              <a:gd name="connsiteX278" fmla="*/ 662511 w 817144"/>
              <a:gd name="connsiteY278" fmla="*/ 660115 h 1708593"/>
              <a:gd name="connsiteX279" fmla="*/ 562069 w 817144"/>
              <a:gd name="connsiteY279" fmla="*/ 707701 h 1708593"/>
              <a:gd name="connsiteX280" fmla="*/ 462743 w 817144"/>
              <a:gd name="connsiteY280" fmla="*/ 660115 h 1708593"/>
              <a:gd name="connsiteX281" fmla="*/ 375034 w 817144"/>
              <a:gd name="connsiteY281" fmla="*/ 617752 h 1708593"/>
              <a:gd name="connsiteX282" fmla="*/ 287371 w 817144"/>
              <a:gd name="connsiteY282" fmla="*/ 660115 h 1708593"/>
              <a:gd name="connsiteX283" fmla="*/ 187517 w 817144"/>
              <a:gd name="connsiteY283" fmla="*/ 707701 h 1708593"/>
              <a:gd name="connsiteX284" fmla="*/ 87663 w 817144"/>
              <a:gd name="connsiteY284" fmla="*/ 660115 h 1708593"/>
              <a:gd name="connsiteX285" fmla="*/ 0 w 817144"/>
              <a:gd name="connsiteY285" fmla="*/ 617752 h 1708593"/>
              <a:gd name="connsiteX286" fmla="*/ 0 w 817144"/>
              <a:gd name="connsiteY286" fmla="*/ 500446 h 1708593"/>
              <a:gd name="connsiteX287" fmla="*/ 99855 w 817144"/>
              <a:gd name="connsiteY287" fmla="*/ 548032 h 1708593"/>
              <a:gd name="connsiteX288" fmla="*/ 187517 w 817144"/>
              <a:gd name="connsiteY288" fmla="*/ 590395 h 1708593"/>
              <a:gd name="connsiteX289" fmla="*/ 275179 w 817144"/>
              <a:gd name="connsiteY289" fmla="*/ 548032 h 1708593"/>
              <a:gd name="connsiteX290" fmla="*/ 375034 w 817144"/>
              <a:gd name="connsiteY290" fmla="*/ 500446 h 1708593"/>
              <a:gd name="connsiteX291" fmla="*/ 474941 w 817144"/>
              <a:gd name="connsiteY291" fmla="*/ 548032 h 1708593"/>
              <a:gd name="connsiteX292" fmla="*/ 562069 w 817144"/>
              <a:gd name="connsiteY292" fmla="*/ 590395 h 1708593"/>
              <a:gd name="connsiteX293" fmla="*/ 650315 w 817144"/>
              <a:gd name="connsiteY293" fmla="*/ 548032 h 1708593"/>
              <a:gd name="connsiteX294" fmla="*/ 740506 w 817144"/>
              <a:gd name="connsiteY294" fmla="*/ 500732 h 1708593"/>
              <a:gd name="connsiteX295" fmla="*/ 749586 w 817144"/>
              <a:gd name="connsiteY295" fmla="*/ 500446 h 1708593"/>
              <a:gd name="connsiteX296" fmla="*/ 758889 w 817144"/>
              <a:gd name="connsiteY296" fmla="*/ 500732 h 1708593"/>
              <a:gd name="connsiteX297" fmla="*/ 813262 w 817144"/>
              <a:gd name="connsiteY297" fmla="*/ 517484 h 1708593"/>
              <a:gd name="connsiteX298" fmla="*/ 817144 w 817144"/>
              <a:gd name="connsiteY298" fmla="*/ 520699 h 1708593"/>
              <a:gd name="connsiteX299" fmla="*/ 817144 w 817144"/>
              <a:gd name="connsiteY299" fmla="*/ 543381 h 1708593"/>
              <a:gd name="connsiteX300" fmla="*/ 806433 w 817144"/>
              <a:gd name="connsiteY300" fmla="*/ 534411 h 1708593"/>
              <a:gd name="connsiteX301" fmla="*/ 764952 w 817144"/>
              <a:gd name="connsiteY301" fmla="*/ 519352 h 1708593"/>
              <a:gd name="connsiteX302" fmla="*/ 749586 w 817144"/>
              <a:gd name="connsiteY302" fmla="*/ 518436 h 1708593"/>
              <a:gd name="connsiteX303" fmla="*/ 734638 w 817144"/>
              <a:gd name="connsiteY303" fmla="*/ 519352 h 1708593"/>
              <a:gd name="connsiteX304" fmla="*/ 662511 w 817144"/>
              <a:gd name="connsiteY304" fmla="*/ 560799 h 1708593"/>
              <a:gd name="connsiteX305" fmla="*/ 562069 w 817144"/>
              <a:gd name="connsiteY305" fmla="*/ 607805 h 1708593"/>
              <a:gd name="connsiteX306" fmla="*/ 462743 w 817144"/>
              <a:gd name="connsiteY306" fmla="*/ 560799 h 1708593"/>
              <a:gd name="connsiteX307" fmla="*/ 375034 w 817144"/>
              <a:gd name="connsiteY307" fmla="*/ 518436 h 1708593"/>
              <a:gd name="connsiteX308" fmla="*/ 287371 w 817144"/>
              <a:gd name="connsiteY308" fmla="*/ 560799 h 1708593"/>
              <a:gd name="connsiteX309" fmla="*/ 187517 w 817144"/>
              <a:gd name="connsiteY309" fmla="*/ 607805 h 1708593"/>
              <a:gd name="connsiteX310" fmla="*/ 87663 w 817144"/>
              <a:gd name="connsiteY310" fmla="*/ 560799 h 1708593"/>
              <a:gd name="connsiteX311" fmla="*/ 0 w 817144"/>
              <a:gd name="connsiteY311" fmla="*/ 518436 h 1708593"/>
              <a:gd name="connsiteX312" fmla="*/ 0 w 817144"/>
              <a:gd name="connsiteY312" fmla="*/ 399827 h 1708593"/>
              <a:gd name="connsiteX313" fmla="*/ 99855 w 817144"/>
              <a:gd name="connsiteY313" fmla="*/ 447520 h 1708593"/>
              <a:gd name="connsiteX314" fmla="*/ 187517 w 817144"/>
              <a:gd name="connsiteY314" fmla="*/ 489978 h 1708593"/>
              <a:gd name="connsiteX315" fmla="*/ 275179 w 817144"/>
              <a:gd name="connsiteY315" fmla="*/ 447520 h 1708593"/>
              <a:gd name="connsiteX316" fmla="*/ 375034 w 817144"/>
              <a:gd name="connsiteY316" fmla="*/ 399827 h 1708593"/>
              <a:gd name="connsiteX317" fmla="*/ 474941 w 817144"/>
              <a:gd name="connsiteY317" fmla="*/ 447520 h 1708593"/>
              <a:gd name="connsiteX318" fmla="*/ 562069 w 817144"/>
              <a:gd name="connsiteY318" fmla="*/ 489978 h 1708593"/>
              <a:gd name="connsiteX319" fmla="*/ 650315 w 817144"/>
              <a:gd name="connsiteY319" fmla="*/ 447520 h 1708593"/>
              <a:gd name="connsiteX320" fmla="*/ 740506 w 817144"/>
              <a:gd name="connsiteY320" fmla="*/ 400114 h 1708593"/>
              <a:gd name="connsiteX321" fmla="*/ 749586 w 817144"/>
              <a:gd name="connsiteY321" fmla="*/ 399827 h 1708593"/>
              <a:gd name="connsiteX322" fmla="*/ 758889 w 817144"/>
              <a:gd name="connsiteY322" fmla="*/ 400114 h 1708593"/>
              <a:gd name="connsiteX323" fmla="*/ 813262 w 817144"/>
              <a:gd name="connsiteY323" fmla="*/ 416904 h 1708593"/>
              <a:gd name="connsiteX324" fmla="*/ 817144 w 817144"/>
              <a:gd name="connsiteY324" fmla="*/ 420126 h 1708593"/>
              <a:gd name="connsiteX325" fmla="*/ 817144 w 817144"/>
              <a:gd name="connsiteY325" fmla="*/ 442858 h 1708593"/>
              <a:gd name="connsiteX326" fmla="*/ 806433 w 817144"/>
              <a:gd name="connsiteY326" fmla="*/ 433868 h 1708593"/>
              <a:gd name="connsiteX327" fmla="*/ 764952 w 817144"/>
              <a:gd name="connsiteY327" fmla="*/ 418775 h 1708593"/>
              <a:gd name="connsiteX328" fmla="*/ 749586 w 817144"/>
              <a:gd name="connsiteY328" fmla="*/ 417857 h 1708593"/>
              <a:gd name="connsiteX329" fmla="*/ 734638 w 817144"/>
              <a:gd name="connsiteY329" fmla="*/ 418752 h 1708593"/>
              <a:gd name="connsiteX330" fmla="*/ 662511 w 817144"/>
              <a:gd name="connsiteY330" fmla="*/ 460316 h 1708593"/>
              <a:gd name="connsiteX331" fmla="*/ 562069 w 817144"/>
              <a:gd name="connsiteY331" fmla="*/ 507427 h 1708593"/>
              <a:gd name="connsiteX332" fmla="*/ 462743 w 817144"/>
              <a:gd name="connsiteY332" fmla="*/ 460316 h 1708593"/>
              <a:gd name="connsiteX333" fmla="*/ 375034 w 817144"/>
              <a:gd name="connsiteY333" fmla="*/ 417857 h 1708593"/>
              <a:gd name="connsiteX334" fmla="*/ 287371 w 817144"/>
              <a:gd name="connsiteY334" fmla="*/ 460316 h 1708593"/>
              <a:gd name="connsiteX335" fmla="*/ 187517 w 817144"/>
              <a:gd name="connsiteY335" fmla="*/ 507427 h 1708593"/>
              <a:gd name="connsiteX336" fmla="*/ 87663 w 817144"/>
              <a:gd name="connsiteY336" fmla="*/ 460316 h 1708593"/>
              <a:gd name="connsiteX337" fmla="*/ 0 w 817144"/>
              <a:gd name="connsiteY337" fmla="*/ 417857 h 1708593"/>
              <a:gd name="connsiteX338" fmla="*/ 0 w 817144"/>
              <a:gd name="connsiteY338" fmla="*/ 299931 h 1708593"/>
              <a:gd name="connsiteX339" fmla="*/ 99855 w 817144"/>
              <a:gd name="connsiteY339" fmla="*/ 347579 h 1708593"/>
              <a:gd name="connsiteX340" fmla="*/ 187517 w 817144"/>
              <a:gd name="connsiteY340" fmla="*/ 389998 h 1708593"/>
              <a:gd name="connsiteX341" fmla="*/ 275179 w 817144"/>
              <a:gd name="connsiteY341" fmla="*/ 347579 h 1708593"/>
              <a:gd name="connsiteX342" fmla="*/ 375034 w 817144"/>
              <a:gd name="connsiteY342" fmla="*/ 299931 h 1708593"/>
              <a:gd name="connsiteX343" fmla="*/ 474941 w 817144"/>
              <a:gd name="connsiteY343" fmla="*/ 347579 h 1708593"/>
              <a:gd name="connsiteX344" fmla="*/ 562069 w 817144"/>
              <a:gd name="connsiteY344" fmla="*/ 389998 h 1708593"/>
              <a:gd name="connsiteX345" fmla="*/ 650315 w 817144"/>
              <a:gd name="connsiteY345" fmla="*/ 347579 h 1708593"/>
              <a:gd name="connsiteX346" fmla="*/ 740506 w 817144"/>
              <a:gd name="connsiteY346" fmla="*/ 300217 h 1708593"/>
              <a:gd name="connsiteX347" fmla="*/ 749586 w 817144"/>
              <a:gd name="connsiteY347" fmla="*/ 299931 h 1708593"/>
              <a:gd name="connsiteX348" fmla="*/ 758889 w 817144"/>
              <a:gd name="connsiteY348" fmla="*/ 300217 h 1708593"/>
              <a:gd name="connsiteX349" fmla="*/ 813262 w 817144"/>
              <a:gd name="connsiteY349" fmla="*/ 316992 h 1708593"/>
              <a:gd name="connsiteX350" fmla="*/ 817144 w 817144"/>
              <a:gd name="connsiteY350" fmla="*/ 320211 h 1708593"/>
              <a:gd name="connsiteX351" fmla="*/ 817144 w 817144"/>
              <a:gd name="connsiteY351" fmla="*/ 342922 h 1708593"/>
              <a:gd name="connsiteX352" fmla="*/ 806433 w 817144"/>
              <a:gd name="connsiteY352" fmla="*/ 333940 h 1708593"/>
              <a:gd name="connsiteX353" fmla="*/ 764952 w 817144"/>
              <a:gd name="connsiteY353" fmla="*/ 318861 h 1708593"/>
              <a:gd name="connsiteX354" fmla="*/ 749586 w 817144"/>
              <a:gd name="connsiteY354" fmla="*/ 317944 h 1708593"/>
              <a:gd name="connsiteX355" fmla="*/ 734638 w 817144"/>
              <a:gd name="connsiteY355" fmla="*/ 318861 h 1708593"/>
              <a:gd name="connsiteX356" fmla="*/ 662511 w 817144"/>
              <a:gd name="connsiteY356" fmla="*/ 360363 h 1708593"/>
              <a:gd name="connsiteX357" fmla="*/ 562069 w 817144"/>
              <a:gd name="connsiteY357" fmla="*/ 408011 h 1708593"/>
              <a:gd name="connsiteX358" fmla="*/ 462743 w 817144"/>
              <a:gd name="connsiteY358" fmla="*/ 360363 h 1708593"/>
              <a:gd name="connsiteX359" fmla="*/ 375034 w 817144"/>
              <a:gd name="connsiteY359" fmla="*/ 317944 h 1708593"/>
              <a:gd name="connsiteX360" fmla="*/ 287371 w 817144"/>
              <a:gd name="connsiteY360" fmla="*/ 360363 h 1708593"/>
              <a:gd name="connsiteX361" fmla="*/ 187517 w 817144"/>
              <a:gd name="connsiteY361" fmla="*/ 408011 h 1708593"/>
              <a:gd name="connsiteX362" fmla="*/ 87663 w 817144"/>
              <a:gd name="connsiteY362" fmla="*/ 360363 h 1708593"/>
              <a:gd name="connsiteX363" fmla="*/ 0 w 817144"/>
              <a:gd name="connsiteY363" fmla="*/ 317944 h 1708593"/>
              <a:gd name="connsiteX364" fmla="*/ 0 w 817144"/>
              <a:gd name="connsiteY364" fmla="*/ 200515 h 1708593"/>
              <a:gd name="connsiteX365" fmla="*/ 99855 w 817144"/>
              <a:gd name="connsiteY365" fmla="*/ 247521 h 1708593"/>
              <a:gd name="connsiteX366" fmla="*/ 187517 w 817144"/>
              <a:gd name="connsiteY366" fmla="*/ 289884 h 1708593"/>
              <a:gd name="connsiteX367" fmla="*/ 275179 w 817144"/>
              <a:gd name="connsiteY367" fmla="*/ 247521 h 1708593"/>
              <a:gd name="connsiteX368" fmla="*/ 375034 w 817144"/>
              <a:gd name="connsiteY368" fmla="*/ 200515 h 1708593"/>
              <a:gd name="connsiteX369" fmla="*/ 474941 w 817144"/>
              <a:gd name="connsiteY369" fmla="*/ 247521 h 1708593"/>
              <a:gd name="connsiteX370" fmla="*/ 562069 w 817144"/>
              <a:gd name="connsiteY370" fmla="*/ 289884 h 1708593"/>
              <a:gd name="connsiteX371" fmla="*/ 650315 w 817144"/>
              <a:gd name="connsiteY371" fmla="*/ 247521 h 1708593"/>
              <a:gd name="connsiteX372" fmla="*/ 740506 w 817144"/>
              <a:gd name="connsiteY372" fmla="*/ 200801 h 1708593"/>
              <a:gd name="connsiteX373" fmla="*/ 749586 w 817144"/>
              <a:gd name="connsiteY373" fmla="*/ 200515 h 1708593"/>
              <a:gd name="connsiteX374" fmla="*/ 758889 w 817144"/>
              <a:gd name="connsiteY374" fmla="*/ 200801 h 1708593"/>
              <a:gd name="connsiteX375" fmla="*/ 813262 w 817144"/>
              <a:gd name="connsiteY375" fmla="*/ 217467 h 1708593"/>
              <a:gd name="connsiteX376" fmla="*/ 817144 w 817144"/>
              <a:gd name="connsiteY376" fmla="*/ 220630 h 1708593"/>
              <a:gd name="connsiteX377" fmla="*/ 817144 w 817144"/>
              <a:gd name="connsiteY377" fmla="*/ 243291 h 1708593"/>
              <a:gd name="connsiteX378" fmla="*/ 806433 w 817144"/>
              <a:gd name="connsiteY378" fmla="*/ 234239 h 1708593"/>
              <a:gd name="connsiteX379" fmla="*/ 764952 w 817144"/>
              <a:gd name="connsiteY379" fmla="*/ 219397 h 1708593"/>
              <a:gd name="connsiteX380" fmla="*/ 749586 w 817144"/>
              <a:gd name="connsiteY380" fmla="*/ 218505 h 1708593"/>
              <a:gd name="connsiteX381" fmla="*/ 734638 w 817144"/>
              <a:gd name="connsiteY381" fmla="*/ 219397 h 1708593"/>
              <a:gd name="connsiteX382" fmla="*/ 662511 w 817144"/>
              <a:gd name="connsiteY382" fmla="*/ 260869 h 1708593"/>
              <a:gd name="connsiteX383" fmla="*/ 562069 w 817144"/>
              <a:gd name="connsiteY383" fmla="*/ 307874 h 1708593"/>
              <a:gd name="connsiteX384" fmla="*/ 462743 w 817144"/>
              <a:gd name="connsiteY384" fmla="*/ 260869 h 1708593"/>
              <a:gd name="connsiteX385" fmla="*/ 375034 w 817144"/>
              <a:gd name="connsiteY385" fmla="*/ 218505 h 1708593"/>
              <a:gd name="connsiteX386" fmla="*/ 287371 w 817144"/>
              <a:gd name="connsiteY386" fmla="*/ 260869 h 1708593"/>
              <a:gd name="connsiteX387" fmla="*/ 187517 w 817144"/>
              <a:gd name="connsiteY387" fmla="*/ 307874 h 1708593"/>
              <a:gd name="connsiteX388" fmla="*/ 87663 w 817144"/>
              <a:gd name="connsiteY388" fmla="*/ 260869 h 1708593"/>
              <a:gd name="connsiteX389" fmla="*/ 0 w 817144"/>
              <a:gd name="connsiteY389" fmla="*/ 218505 h 1708593"/>
              <a:gd name="connsiteX390" fmla="*/ 0 w 817144"/>
              <a:gd name="connsiteY390" fmla="*/ 99897 h 1708593"/>
              <a:gd name="connsiteX391" fmla="*/ 99855 w 817144"/>
              <a:gd name="connsiteY391" fmla="*/ 147008 h 1708593"/>
              <a:gd name="connsiteX392" fmla="*/ 187517 w 817144"/>
              <a:gd name="connsiteY392" fmla="*/ 189466 h 1708593"/>
              <a:gd name="connsiteX393" fmla="*/ 275179 w 817144"/>
              <a:gd name="connsiteY393" fmla="*/ 147008 h 1708593"/>
              <a:gd name="connsiteX394" fmla="*/ 375034 w 817144"/>
              <a:gd name="connsiteY394" fmla="*/ 99897 h 1708593"/>
              <a:gd name="connsiteX395" fmla="*/ 474941 w 817144"/>
              <a:gd name="connsiteY395" fmla="*/ 147008 h 1708593"/>
              <a:gd name="connsiteX396" fmla="*/ 562069 w 817144"/>
              <a:gd name="connsiteY396" fmla="*/ 189466 h 1708593"/>
              <a:gd name="connsiteX397" fmla="*/ 650315 w 817144"/>
              <a:gd name="connsiteY397" fmla="*/ 147008 h 1708593"/>
              <a:gd name="connsiteX398" fmla="*/ 740506 w 817144"/>
              <a:gd name="connsiteY398" fmla="*/ 100183 h 1708593"/>
              <a:gd name="connsiteX399" fmla="*/ 749586 w 817144"/>
              <a:gd name="connsiteY399" fmla="*/ 99897 h 1708593"/>
              <a:gd name="connsiteX400" fmla="*/ 758889 w 817144"/>
              <a:gd name="connsiteY400" fmla="*/ 100177 h 1708593"/>
              <a:gd name="connsiteX401" fmla="*/ 813262 w 817144"/>
              <a:gd name="connsiteY401" fmla="*/ 116655 h 1708593"/>
              <a:gd name="connsiteX402" fmla="*/ 817144 w 817144"/>
              <a:gd name="connsiteY402" fmla="*/ 119849 h 1708593"/>
              <a:gd name="connsiteX403" fmla="*/ 817144 w 817144"/>
              <a:gd name="connsiteY403" fmla="*/ 142768 h 1708593"/>
              <a:gd name="connsiteX404" fmla="*/ 806433 w 817144"/>
              <a:gd name="connsiteY404" fmla="*/ 133696 h 1708593"/>
              <a:gd name="connsiteX405" fmla="*/ 764952 w 817144"/>
              <a:gd name="connsiteY405" fmla="*/ 118821 h 1708593"/>
              <a:gd name="connsiteX406" fmla="*/ 749586 w 817144"/>
              <a:gd name="connsiteY406" fmla="*/ 117927 h 1708593"/>
              <a:gd name="connsiteX407" fmla="*/ 734638 w 817144"/>
              <a:gd name="connsiteY407" fmla="*/ 118821 h 1708593"/>
              <a:gd name="connsiteX408" fmla="*/ 662511 w 817144"/>
              <a:gd name="connsiteY408" fmla="*/ 160385 h 1708593"/>
              <a:gd name="connsiteX409" fmla="*/ 562069 w 817144"/>
              <a:gd name="connsiteY409" fmla="*/ 207496 h 1708593"/>
              <a:gd name="connsiteX410" fmla="*/ 462743 w 817144"/>
              <a:gd name="connsiteY410" fmla="*/ 160385 h 1708593"/>
              <a:gd name="connsiteX411" fmla="*/ 375034 w 817144"/>
              <a:gd name="connsiteY411" fmla="*/ 117927 h 1708593"/>
              <a:gd name="connsiteX412" fmla="*/ 287371 w 817144"/>
              <a:gd name="connsiteY412" fmla="*/ 160385 h 1708593"/>
              <a:gd name="connsiteX413" fmla="*/ 187517 w 817144"/>
              <a:gd name="connsiteY413" fmla="*/ 207496 h 1708593"/>
              <a:gd name="connsiteX414" fmla="*/ 87663 w 817144"/>
              <a:gd name="connsiteY414" fmla="*/ 160385 h 1708593"/>
              <a:gd name="connsiteX415" fmla="*/ 0 w 817144"/>
              <a:gd name="connsiteY415" fmla="*/ 117927 h 1708593"/>
              <a:gd name="connsiteX416" fmla="*/ 0 w 817144"/>
              <a:gd name="connsiteY416" fmla="*/ 0 h 1708593"/>
              <a:gd name="connsiteX417" fmla="*/ 99855 w 817144"/>
              <a:gd name="connsiteY417" fmla="*/ 47649 h 1708593"/>
              <a:gd name="connsiteX418" fmla="*/ 187517 w 817144"/>
              <a:gd name="connsiteY418" fmla="*/ 90068 h 1708593"/>
              <a:gd name="connsiteX419" fmla="*/ 275179 w 817144"/>
              <a:gd name="connsiteY419" fmla="*/ 47649 h 1708593"/>
              <a:gd name="connsiteX420" fmla="*/ 375034 w 817144"/>
              <a:gd name="connsiteY420" fmla="*/ 0 h 1708593"/>
              <a:gd name="connsiteX421" fmla="*/ 474941 w 817144"/>
              <a:gd name="connsiteY421" fmla="*/ 47649 h 1708593"/>
              <a:gd name="connsiteX422" fmla="*/ 562069 w 817144"/>
              <a:gd name="connsiteY422" fmla="*/ 90068 h 1708593"/>
              <a:gd name="connsiteX423" fmla="*/ 650315 w 817144"/>
              <a:gd name="connsiteY423" fmla="*/ 47649 h 1708593"/>
              <a:gd name="connsiteX424" fmla="*/ 740506 w 817144"/>
              <a:gd name="connsiteY424" fmla="*/ 286 h 1708593"/>
              <a:gd name="connsiteX425" fmla="*/ 749586 w 817144"/>
              <a:gd name="connsiteY425" fmla="*/ 0 h 1708593"/>
              <a:gd name="connsiteX426" fmla="*/ 810333 w 817144"/>
              <a:gd name="connsiteY426" fmla="*/ 15326 h 1708593"/>
              <a:gd name="connsiteX427" fmla="*/ 817144 w 817144"/>
              <a:gd name="connsiteY427" fmla="*/ 20855 h 1708593"/>
              <a:gd name="connsiteX428" fmla="*/ 817144 w 817144"/>
              <a:gd name="connsiteY428" fmla="*/ 42992 h 1708593"/>
              <a:gd name="connsiteX429" fmla="*/ 806433 w 817144"/>
              <a:gd name="connsiteY429" fmla="*/ 34009 h 1708593"/>
              <a:gd name="connsiteX430" fmla="*/ 764952 w 817144"/>
              <a:gd name="connsiteY430" fmla="*/ 18931 h 1708593"/>
              <a:gd name="connsiteX431" fmla="*/ 749586 w 817144"/>
              <a:gd name="connsiteY431" fmla="*/ 18014 h 1708593"/>
              <a:gd name="connsiteX432" fmla="*/ 734638 w 817144"/>
              <a:gd name="connsiteY432" fmla="*/ 18931 h 1708593"/>
              <a:gd name="connsiteX433" fmla="*/ 662511 w 817144"/>
              <a:gd name="connsiteY433" fmla="*/ 60433 h 1708593"/>
              <a:gd name="connsiteX434" fmla="*/ 562069 w 817144"/>
              <a:gd name="connsiteY434" fmla="*/ 108081 h 1708593"/>
              <a:gd name="connsiteX435" fmla="*/ 462743 w 817144"/>
              <a:gd name="connsiteY435" fmla="*/ 60433 h 1708593"/>
              <a:gd name="connsiteX436" fmla="*/ 375034 w 817144"/>
              <a:gd name="connsiteY436" fmla="*/ 18014 h 1708593"/>
              <a:gd name="connsiteX437" fmla="*/ 287371 w 817144"/>
              <a:gd name="connsiteY437" fmla="*/ 60433 h 1708593"/>
              <a:gd name="connsiteX438" fmla="*/ 187517 w 817144"/>
              <a:gd name="connsiteY438" fmla="*/ 108081 h 1708593"/>
              <a:gd name="connsiteX439" fmla="*/ 87663 w 817144"/>
              <a:gd name="connsiteY439" fmla="*/ 60433 h 1708593"/>
              <a:gd name="connsiteX440" fmla="*/ 0 w 817144"/>
              <a:gd name="connsiteY440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</a:cxnLst>
            <a:rect l="l" t="t" r="r" b="b"/>
            <a:pathLst>
              <a:path w="817144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781444" y="1602212"/>
                  <a:pt x="798809" y="1608742"/>
                  <a:pt x="813262" y="1617573"/>
                </a:cubicBezTo>
                <a:lnTo>
                  <a:pt x="817144" y="1620792"/>
                </a:lnTo>
                <a:lnTo>
                  <a:pt x="817144" y="1643504"/>
                </a:lnTo>
                <a:lnTo>
                  <a:pt x="806433" y="1634522"/>
                </a:lnTo>
                <a:cubicBezTo>
                  <a:pt x="794932" y="1627086"/>
                  <a:pt x="781770" y="1621540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781444" y="1502761"/>
                  <a:pt x="798809" y="1509152"/>
                  <a:pt x="813262" y="1517856"/>
                </a:cubicBezTo>
                <a:lnTo>
                  <a:pt x="817144" y="1521050"/>
                </a:lnTo>
                <a:lnTo>
                  <a:pt x="817144" y="1543547"/>
                </a:lnTo>
                <a:lnTo>
                  <a:pt x="806433" y="1534556"/>
                </a:lnTo>
                <a:cubicBezTo>
                  <a:pt x="794932" y="1527113"/>
                  <a:pt x="781770" y="1521563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781444" y="1401697"/>
                  <a:pt x="798809" y="1408226"/>
                  <a:pt x="813262" y="1417058"/>
                </a:cubicBezTo>
                <a:lnTo>
                  <a:pt x="817144" y="1420277"/>
                </a:lnTo>
                <a:lnTo>
                  <a:pt x="817144" y="1442988"/>
                </a:lnTo>
                <a:lnTo>
                  <a:pt x="806433" y="1434006"/>
                </a:lnTo>
                <a:cubicBezTo>
                  <a:pt x="794932" y="1426570"/>
                  <a:pt x="781770" y="1421025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781444" y="1302283"/>
                  <a:pt x="798809" y="1308809"/>
                  <a:pt x="813262" y="1317571"/>
                </a:cubicBezTo>
                <a:lnTo>
                  <a:pt x="817144" y="1320741"/>
                </a:lnTo>
                <a:lnTo>
                  <a:pt x="817144" y="1343454"/>
                </a:lnTo>
                <a:lnTo>
                  <a:pt x="806433" y="1334381"/>
                </a:lnTo>
                <a:cubicBezTo>
                  <a:pt x="794932" y="1326983"/>
                  <a:pt x="781770" y="1321554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781444" y="1202385"/>
                  <a:pt x="798809" y="1208915"/>
                  <a:pt x="813262" y="1217746"/>
                </a:cubicBezTo>
                <a:lnTo>
                  <a:pt x="817144" y="1220965"/>
                </a:lnTo>
                <a:lnTo>
                  <a:pt x="817144" y="1243677"/>
                </a:lnTo>
                <a:lnTo>
                  <a:pt x="806433" y="1234694"/>
                </a:lnTo>
                <a:cubicBezTo>
                  <a:pt x="794932" y="1227258"/>
                  <a:pt x="781770" y="1221713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1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781444" y="1101767"/>
                  <a:pt x="798809" y="1108296"/>
                  <a:pt x="813262" y="1117127"/>
                </a:cubicBezTo>
                <a:lnTo>
                  <a:pt x="817144" y="1120346"/>
                </a:lnTo>
                <a:lnTo>
                  <a:pt x="817144" y="1143058"/>
                </a:lnTo>
                <a:lnTo>
                  <a:pt x="806433" y="1134075"/>
                </a:lnTo>
                <a:cubicBezTo>
                  <a:pt x="794932" y="1126639"/>
                  <a:pt x="781770" y="1121094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781444" y="1002314"/>
                  <a:pt x="798809" y="1008706"/>
                  <a:pt x="813262" y="1017410"/>
                </a:cubicBezTo>
                <a:lnTo>
                  <a:pt x="817144" y="1020604"/>
                </a:lnTo>
                <a:lnTo>
                  <a:pt x="817144" y="1043523"/>
                </a:lnTo>
                <a:lnTo>
                  <a:pt x="806433" y="1034450"/>
                </a:lnTo>
                <a:cubicBezTo>
                  <a:pt x="794932" y="1027052"/>
                  <a:pt x="781770" y="1021623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781444" y="901933"/>
                  <a:pt x="798809" y="908310"/>
                  <a:pt x="813262" y="916994"/>
                </a:cubicBezTo>
                <a:lnTo>
                  <a:pt x="817144" y="920182"/>
                </a:lnTo>
                <a:lnTo>
                  <a:pt x="817144" y="943049"/>
                </a:lnTo>
                <a:lnTo>
                  <a:pt x="806433" y="933997"/>
                </a:lnTo>
                <a:cubicBezTo>
                  <a:pt x="794932" y="926615"/>
                  <a:pt x="781770" y="921198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9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9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781444" y="801836"/>
                  <a:pt x="798809" y="808365"/>
                  <a:pt x="813262" y="817197"/>
                </a:cubicBezTo>
                <a:lnTo>
                  <a:pt x="817144" y="820416"/>
                </a:lnTo>
                <a:lnTo>
                  <a:pt x="817144" y="843127"/>
                </a:lnTo>
                <a:lnTo>
                  <a:pt x="806433" y="834145"/>
                </a:lnTo>
                <a:cubicBezTo>
                  <a:pt x="794932" y="826709"/>
                  <a:pt x="781770" y="821164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3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781444" y="702621"/>
                  <a:pt x="798809" y="708998"/>
                  <a:pt x="813262" y="717682"/>
                </a:cubicBezTo>
                <a:lnTo>
                  <a:pt x="817144" y="720870"/>
                </a:lnTo>
                <a:lnTo>
                  <a:pt x="817144" y="743737"/>
                </a:lnTo>
                <a:lnTo>
                  <a:pt x="806433" y="734685"/>
                </a:lnTo>
                <a:cubicBezTo>
                  <a:pt x="794932" y="727303"/>
                  <a:pt x="781770" y="721886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3" y="626131"/>
                  <a:pt x="696405" y="603383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781444" y="602002"/>
                  <a:pt x="798809" y="608379"/>
                  <a:pt x="813262" y="617064"/>
                </a:cubicBezTo>
                <a:lnTo>
                  <a:pt x="817144" y="620251"/>
                </a:lnTo>
                <a:lnTo>
                  <a:pt x="817144" y="642697"/>
                </a:lnTo>
                <a:lnTo>
                  <a:pt x="806433" y="633727"/>
                </a:lnTo>
                <a:cubicBezTo>
                  <a:pt x="794932" y="626301"/>
                  <a:pt x="781770" y="620763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781444" y="502144"/>
                  <a:pt x="798809" y="508665"/>
                  <a:pt x="813262" y="517484"/>
                </a:cubicBezTo>
                <a:lnTo>
                  <a:pt x="817144" y="520699"/>
                </a:lnTo>
                <a:lnTo>
                  <a:pt x="817144" y="543381"/>
                </a:lnTo>
                <a:lnTo>
                  <a:pt x="806433" y="534411"/>
                </a:lnTo>
                <a:cubicBezTo>
                  <a:pt x="794932" y="526984"/>
                  <a:pt x="781770" y="521446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2"/>
                  <a:pt x="613157" y="607805"/>
                  <a:pt x="562069" y="607805"/>
                </a:cubicBezTo>
                <a:cubicBezTo>
                  <a:pt x="512115" y="607805"/>
                  <a:pt x="485977" y="583432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2"/>
                  <a:pt x="238024" y="607805"/>
                  <a:pt x="187517" y="607805"/>
                </a:cubicBezTo>
                <a:cubicBezTo>
                  <a:pt x="137009" y="607805"/>
                  <a:pt x="111465" y="583432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2"/>
                  <a:pt x="144556" y="489978"/>
                  <a:pt x="187517" y="489978"/>
                </a:cubicBezTo>
                <a:cubicBezTo>
                  <a:pt x="230477" y="489978"/>
                  <a:pt x="251957" y="469622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2"/>
                  <a:pt x="519667" y="489978"/>
                  <a:pt x="562069" y="489978"/>
                </a:cubicBezTo>
                <a:cubicBezTo>
                  <a:pt x="605610" y="489978"/>
                  <a:pt x="627090" y="469622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781444" y="401529"/>
                  <a:pt x="798809" y="408064"/>
                  <a:pt x="813262" y="416904"/>
                </a:cubicBezTo>
                <a:lnTo>
                  <a:pt x="817144" y="420126"/>
                </a:lnTo>
                <a:lnTo>
                  <a:pt x="817144" y="442858"/>
                </a:lnTo>
                <a:lnTo>
                  <a:pt x="806433" y="433868"/>
                </a:lnTo>
                <a:cubicBezTo>
                  <a:pt x="794932" y="426425"/>
                  <a:pt x="781770" y="420875"/>
                  <a:pt x="764952" y="418775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3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4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781444" y="301631"/>
                  <a:pt x="798809" y="308160"/>
                  <a:pt x="813262" y="316992"/>
                </a:cubicBezTo>
                <a:lnTo>
                  <a:pt x="817144" y="320211"/>
                </a:lnTo>
                <a:lnTo>
                  <a:pt x="817144" y="342922"/>
                </a:lnTo>
                <a:lnTo>
                  <a:pt x="806433" y="333940"/>
                </a:lnTo>
                <a:cubicBezTo>
                  <a:pt x="794932" y="326504"/>
                  <a:pt x="781770" y="320959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781444" y="202212"/>
                  <a:pt x="798809" y="208724"/>
                  <a:pt x="813262" y="217467"/>
                </a:cubicBezTo>
                <a:lnTo>
                  <a:pt x="817144" y="220630"/>
                </a:lnTo>
                <a:lnTo>
                  <a:pt x="817144" y="243291"/>
                </a:lnTo>
                <a:lnTo>
                  <a:pt x="806433" y="234239"/>
                </a:lnTo>
                <a:cubicBezTo>
                  <a:pt x="794932" y="226857"/>
                  <a:pt x="781770" y="221440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4"/>
                  <a:pt x="682831" y="241065"/>
                  <a:pt x="662511" y="260869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9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9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9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7"/>
                </a:lnTo>
                <a:cubicBezTo>
                  <a:pt x="781444" y="101560"/>
                  <a:pt x="798809" y="107951"/>
                  <a:pt x="813262" y="116655"/>
                </a:cubicBezTo>
                <a:lnTo>
                  <a:pt x="817144" y="119849"/>
                </a:lnTo>
                <a:lnTo>
                  <a:pt x="817144" y="142768"/>
                </a:lnTo>
                <a:lnTo>
                  <a:pt x="806433" y="133696"/>
                </a:lnTo>
                <a:cubicBezTo>
                  <a:pt x="794932" y="126298"/>
                  <a:pt x="781770" y="120868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7"/>
                  <a:pt x="99855" y="47649"/>
                </a:cubicBezTo>
                <a:cubicBezTo>
                  <a:pt x="123076" y="69730"/>
                  <a:pt x="144556" y="90068"/>
                  <a:pt x="187517" y="90068"/>
                </a:cubicBezTo>
                <a:cubicBezTo>
                  <a:pt x="230477" y="90068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1" y="47649"/>
                </a:cubicBezTo>
                <a:cubicBezTo>
                  <a:pt x="498175" y="69730"/>
                  <a:pt x="519667" y="90068"/>
                  <a:pt x="562069" y="90068"/>
                </a:cubicBezTo>
                <a:cubicBezTo>
                  <a:pt x="605610" y="90068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775163" y="0"/>
                  <a:pt x="794491" y="6247"/>
                  <a:pt x="810333" y="15326"/>
                </a:cubicBezTo>
                <a:lnTo>
                  <a:pt x="817144" y="20855"/>
                </a:lnTo>
                <a:lnTo>
                  <a:pt x="817144" y="42992"/>
                </a:lnTo>
                <a:lnTo>
                  <a:pt x="806433" y="34009"/>
                </a:lnTo>
                <a:cubicBezTo>
                  <a:pt x="794932" y="26573"/>
                  <a:pt x="781770" y="21028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2"/>
                  <a:pt x="662511" y="60433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3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3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09" y="108081"/>
                  <a:pt x="111465" y="83095"/>
                  <a:pt x="87663" y="60433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8C15F20A-BBA4-43AC-B152-EA8ECE6406CA}"/>
              </a:ext>
            </a:extLst>
          </p:cNvPr>
          <p:cNvSpPr>
            <a:spLocks/>
          </p:cNvSpPr>
          <p:nvPr userDrawn="1"/>
        </p:nvSpPr>
        <p:spPr bwMode="auto">
          <a:xfrm>
            <a:off x="11363401" y="3443372"/>
            <a:ext cx="828598" cy="1708593"/>
          </a:xfrm>
          <a:custGeom>
            <a:avLst/>
            <a:gdLst>
              <a:gd name="connsiteX0" fmla="*/ 0 w 828598"/>
              <a:gd name="connsiteY0" fmla="*/ 1600512 h 1708593"/>
              <a:gd name="connsiteX1" fmla="*/ 99855 w 828598"/>
              <a:gd name="connsiteY1" fmla="*/ 1648161 h 1708593"/>
              <a:gd name="connsiteX2" fmla="*/ 187517 w 828598"/>
              <a:gd name="connsiteY2" fmla="*/ 1690580 h 1708593"/>
              <a:gd name="connsiteX3" fmla="*/ 275179 w 828598"/>
              <a:gd name="connsiteY3" fmla="*/ 1648161 h 1708593"/>
              <a:gd name="connsiteX4" fmla="*/ 375034 w 828598"/>
              <a:gd name="connsiteY4" fmla="*/ 1600512 h 1708593"/>
              <a:gd name="connsiteX5" fmla="*/ 474941 w 828598"/>
              <a:gd name="connsiteY5" fmla="*/ 1648161 h 1708593"/>
              <a:gd name="connsiteX6" fmla="*/ 562069 w 828598"/>
              <a:gd name="connsiteY6" fmla="*/ 1690580 h 1708593"/>
              <a:gd name="connsiteX7" fmla="*/ 650315 w 828598"/>
              <a:gd name="connsiteY7" fmla="*/ 1648161 h 1708593"/>
              <a:gd name="connsiteX8" fmla="*/ 740506 w 828598"/>
              <a:gd name="connsiteY8" fmla="*/ 1600798 h 1708593"/>
              <a:gd name="connsiteX9" fmla="*/ 749586 w 828598"/>
              <a:gd name="connsiteY9" fmla="*/ 1600512 h 1708593"/>
              <a:gd name="connsiteX10" fmla="*/ 758889 w 828598"/>
              <a:gd name="connsiteY10" fmla="*/ 1600798 h 1708593"/>
              <a:gd name="connsiteX11" fmla="*/ 813261 w 828598"/>
              <a:gd name="connsiteY11" fmla="*/ 1617573 h 1708593"/>
              <a:gd name="connsiteX12" fmla="*/ 828598 w 828598"/>
              <a:gd name="connsiteY12" fmla="*/ 1630289 h 1708593"/>
              <a:gd name="connsiteX13" fmla="*/ 828598 w 828598"/>
              <a:gd name="connsiteY13" fmla="*/ 1653109 h 1708593"/>
              <a:gd name="connsiteX14" fmla="*/ 806433 w 828598"/>
              <a:gd name="connsiteY14" fmla="*/ 1634522 h 1708593"/>
              <a:gd name="connsiteX15" fmla="*/ 764952 w 828598"/>
              <a:gd name="connsiteY15" fmla="*/ 1619443 h 1708593"/>
              <a:gd name="connsiteX16" fmla="*/ 749586 w 828598"/>
              <a:gd name="connsiteY16" fmla="*/ 1618526 h 1708593"/>
              <a:gd name="connsiteX17" fmla="*/ 734638 w 828598"/>
              <a:gd name="connsiteY17" fmla="*/ 1619443 h 1708593"/>
              <a:gd name="connsiteX18" fmla="*/ 662511 w 828598"/>
              <a:gd name="connsiteY18" fmla="*/ 1660945 h 1708593"/>
              <a:gd name="connsiteX19" fmla="*/ 562069 w 828598"/>
              <a:gd name="connsiteY19" fmla="*/ 1708593 h 1708593"/>
              <a:gd name="connsiteX20" fmla="*/ 462743 w 828598"/>
              <a:gd name="connsiteY20" fmla="*/ 1660945 h 1708593"/>
              <a:gd name="connsiteX21" fmla="*/ 375034 w 828598"/>
              <a:gd name="connsiteY21" fmla="*/ 1618526 h 1708593"/>
              <a:gd name="connsiteX22" fmla="*/ 287371 w 828598"/>
              <a:gd name="connsiteY22" fmla="*/ 1660945 h 1708593"/>
              <a:gd name="connsiteX23" fmla="*/ 187517 w 828598"/>
              <a:gd name="connsiteY23" fmla="*/ 1708593 h 1708593"/>
              <a:gd name="connsiteX24" fmla="*/ 87663 w 828598"/>
              <a:gd name="connsiteY24" fmla="*/ 1660945 h 1708593"/>
              <a:gd name="connsiteX25" fmla="*/ 0 w 828598"/>
              <a:gd name="connsiteY25" fmla="*/ 1618526 h 1708593"/>
              <a:gd name="connsiteX26" fmla="*/ 0 w 828598"/>
              <a:gd name="connsiteY26" fmla="*/ 1501097 h 1708593"/>
              <a:gd name="connsiteX27" fmla="*/ 99855 w 828598"/>
              <a:gd name="connsiteY27" fmla="*/ 1548208 h 1708593"/>
              <a:gd name="connsiteX28" fmla="*/ 187517 w 828598"/>
              <a:gd name="connsiteY28" fmla="*/ 1590666 h 1708593"/>
              <a:gd name="connsiteX29" fmla="*/ 275179 w 828598"/>
              <a:gd name="connsiteY29" fmla="*/ 1548208 h 1708593"/>
              <a:gd name="connsiteX30" fmla="*/ 375034 w 828598"/>
              <a:gd name="connsiteY30" fmla="*/ 1501097 h 1708593"/>
              <a:gd name="connsiteX31" fmla="*/ 474941 w 828598"/>
              <a:gd name="connsiteY31" fmla="*/ 1548208 h 1708593"/>
              <a:gd name="connsiteX32" fmla="*/ 562069 w 828598"/>
              <a:gd name="connsiteY32" fmla="*/ 1590666 h 1708593"/>
              <a:gd name="connsiteX33" fmla="*/ 650315 w 828598"/>
              <a:gd name="connsiteY33" fmla="*/ 1548208 h 1708593"/>
              <a:gd name="connsiteX34" fmla="*/ 740506 w 828598"/>
              <a:gd name="connsiteY34" fmla="*/ 1501377 h 1708593"/>
              <a:gd name="connsiteX35" fmla="*/ 749586 w 828598"/>
              <a:gd name="connsiteY35" fmla="*/ 1501097 h 1708593"/>
              <a:gd name="connsiteX36" fmla="*/ 758889 w 828598"/>
              <a:gd name="connsiteY36" fmla="*/ 1501377 h 1708593"/>
              <a:gd name="connsiteX37" fmla="*/ 813261 w 828598"/>
              <a:gd name="connsiteY37" fmla="*/ 1517856 h 1708593"/>
              <a:gd name="connsiteX38" fmla="*/ 828598 w 828598"/>
              <a:gd name="connsiteY38" fmla="*/ 1530474 h 1708593"/>
              <a:gd name="connsiteX39" fmla="*/ 828598 w 828598"/>
              <a:gd name="connsiteY39" fmla="*/ 1553161 h 1708593"/>
              <a:gd name="connsiteX40" fmla="*/ 806433 w 828598"/>
              <a:gd name="connsiteY40" fmla="*/ 1534556 h 1708593"/>
              <a:gd name="connsiteX41" fmla="*/ 764952 w 828598"/>
              <a:gd name="connsiteY41" fmla="*/ 1519464 h 1708593"/>
              <a:gd name="connsiteX42" fmla="*/ 749586 w 828598"/>
              <a:gd name="connsiteY42" fmla="*/ 1518546 h 1708593"/>
              <a:gd name="connsiteX43" fmla="*/ 734638 w 828598"/>
              <a:gd name="connsiteY43" fmla="*/ 1519464 h 1708593"/>
              <a:gd name="connsiteX44" fmla="*/ 662511 w 828598"/>
              <a:gd name="connsiteY44" fmla="*/ 1561004 h 1708593"/>
              <a:gd name="connsiteX45" fmla="*/ 562069 w 828598"/>
              <a:gd name="connsiteY45" fmla="*/ 1608697 h 1708593"/>
              <a:gd name="connsiteX46" fmla="*/ 462743 w 828598"/>
              <a:gd name="connsiteY46" fmla="*/ 1561004 h 1708593"/>
              <a:gd name="connsiteX47" fmla="*/ 375034 w 828598"/>
              <a:gd name="connsiteY47" fmla="*/ 1518546 h 1708593"/>
              <a:gd name="connsiteX48" fmla="*/ 287371 w 828598"/>
              <a:gd name="connsiteY48" fmla="*/ 1561004 h 1708593"/>
              <a:gd name="connsiteX49" fmla="*/ 187517 w 828598"/>
              <a:gd name="connsiteY49" fmla="*/ 1608697 h 1708593"/>
              <a:gd name="connsiteX50" fmla="*/ 87663 w 828598"/>
              <a:gd name="connsiteY50" fmla="*/ 1561004 h 1708593"/>
              <a:gd name="connsiteX51" fmla="*/ 0 w 828598"/>
              <a:gd name="connsiteY51" fmla="*/ 1518546 h 1708593"/>
              <a:gd name="connsiteX52" fmla="*/ 0 w 828598"/>
              <a:gd name="connsiteY52" fmla="*/ 1399997 h 1708593"/>
              <a:gd name="connsiteX53" fmla="*/ 99855 w 828598"/>
              <a:gd name="connsiteY53" fmla="*/ 1447645 h 1708593"/>
              <a:gd name="connsiteX54" fmla="*/ 187517 w 828598"/>
              <a:gd name="connsiteY54" fmla="*/ 1490064 h 1708593"/>
              <a:gd name="connsiteX55" fmla="*/ 275179 w 828598"/>
              <a:gd name="connsiteY55" fmla="*/ 1447645 h 1708593"/>
              <a:gd name="connsiteX56" fmla="*/ 375034 w 828598"/>
              <a:gd name="connsiteY56" fmla="*/ 1399997 h 1708593"/>
              <a:gd name="connsiteX57" fmla="*/ 474941 w 828598"/>
              <a:gd name="connsiteY57" fmla="*/ 1447645 h 1708593"/>
              <a:gd name="connsiteX58" fmla="*/ 562069 w 828598"/>
              <a:gd name="connsiteY58" fmla="*/ 1490064 h 1708593"/>
              <a:gd name="connsiteX59" fmla="*/ 650315 w 828598"/>
              <a:gd name="connsiteY59" fmla="*/ 1447645 h 1708593"/>
              <a:gd name="connsiteX60" fmla="*/ 740506 w 828598"/>
              <a:gd name="connsiteY60" fmla="*/ 1400283 h 1708593"/>
              <a:gd name="connsiteX61" fmla="*/ 749586 w 828598"/>
              <a:gd name="connsiteY61" fmla="*/ 1399997 h 1708593"/>
              <a:gd name="connsiteX62" fmla="*/ 758889 w 828598"/>
              <a:gd name="connsiteY62" fmla="*/ 1400283 h 1708593"/>
              <a:gd name="connsiteX63" fmla="*/ 813261 w 828598"/>
              <a:gd name="connsiteY63" fmla="*/ 1417058 h 1708593"/>
              <a:gd name="connsiteX64" fmla="*/ 828598 w 828598"/>
              <a:gd name="connsiteY64" fmla="*/ 1429773 h 1708593"/>
              <a:gd name="connsiteX65" fmla="*/ 828598 w 828598"/>
              <a:gd name="connsiteY65" fmla="*/ 1452593 h 1708593"/>
              <a:gd name="connsiteX66" fmla="*/ 806433 w 828598"/>
              <a:gd name="connsiteY66" fmla="*/ 1434006 h 1708593"/>
              <a:gd name="connsiteX67" fmla="*/ 764952 w 828598"/>
              <a:gd name="connsiteY67" fmla="*/ 1418928 h 1708593"/>
              <a:gd name="connsiteX68" fmla="*/ 749586 w 828598"/>
              <a:gd name="connsiteY68" fmla="*/ 1418010 h 1708593"/>
              <a:gd name="connsiteX69" fmla="*/ 734638 w 828598"/>
              <a:gd name="connsiteY69" fmla="*/ 1418928 h 1708593"/>
              <a:gd name="connsiteX70" fmla="*/ 662511 w 828598"/>
              <a:gd name="connsiteY70" fmla="*/ 1460429 h 1708593"/>
              <a:gd name="connsiteX71" fmla="*/ 562069 w 828598"/>
              <a:gd name="connsiteY71" fmla="*/ 1508078 h 1708593"/>
              <a:gd name="connsiteX72" fmla="*/ 462743 w 828598"/>
              <a:gd name="connsiteY72" fmla="*/ 1460429 h 1708593"/>
              <a:gd name="connsiteX73" fmla="*/ 375034 w 828598"/>
              <a:gd name="connsiteY73" fmla="*/ 1418010 h 1708593"/>
              <a:gd name="connsiteX74" fmla="*/ 287371 w 828598"/>
              <a:gd name="connsiteY74" fmla="*/ 1460429 h 1708593"/>
              <a:gd name="connsiteX75" fmla="*/ 187517 w 828598"/>
              <a:gd name="connsiteY75" fmla="*/ 1508078 h 1708593"/>
              <a:gd name="connsiteX76" fmla="*/ 87663 w 828598"/>
              <a:gd name="connsiteY76" fmla="*/ 1460429 h 1708593"/>
              <a:gd name="connsiteX77" fmla="*/ 0 w 828598"/>
              <a:gd name="connsiteY77" fmla="*/ 1418010 h 1708593"/>
              <a:gd name="connsiteX78" fmla="*/ 0 w 828598"/>
              <a:gd name="connsiteY78" fmla="*/ 1300582 h 1708593"/>
              <a:gd name="connsiteX79" fmla="*/ 99855 w 828598"/>
              <a:gd name="connsiteY79" fmla="*/ 1347693 h 1708593"/>
              <a:gd name="connsiteX80" fmla="*/ 187517 w 828598"/>
              <a:gd name="connsiteY80" fmla="*/ 1390151 h 1708593"/>
              <a:gd name="connsiteX81" fmla="*/ 275179 w 828598"/>
              <a:gd name="connsiteY81" fmla="*/ 1347693 h 1708593"/>
              <a:gd name="connsiteX82" fmla="*/ 375034 w 828598"/>
              <a:gd name="connsiteY82" fmla="*/ 1300582 h 1708593"/>
              <a:gd name="connsiteX83" fmla="*/ 474941 w 828598"/>
              <a:gd name="connsiteY83" fmla="*/ 1347693 h 1708593"/>
              <a:gd name="connsiteX84" fmla="*/ 562069 w 828598"/>
              <a:gd name="connsiteY84" fmla="*/ 1390151 h 1708593"/>
              <a:gd name="connsiteX85" fmla="*/ 650315 w 828598"/>
              <a:gd name="connsiteY85" fmla="*/ 1347693 h 1708593"/>
              <a:gd name="connsiteX86" fmla="*/ 740506 w 828598"/>
              <a:gd name="connsiteY86" fmla="*/ 1300868 h 1708593"/>
              <a:gd name="connsiteX87" fmla="*/ 749586 w 828598"/>
              <a:gd name="connsiteY87" fmla="*/ 1300582 h 1708593"/>
              <a:gd name="connsiteX88" fmla="*/ 758889 w 828598"/>
              <a:gd name="connsiteY88" fmla="*/ 1300868 h 1708593"/>
              <a:gd name="connsiteX89" fmla="*/ 813261 w 828598"/>
              <a:gd name="connsiteY89" fmla="*/ 1317571 h 1708593"/>
              <a:gd name="connsiteX90" fmla="*/ 828598 w 828598"/>
              <a:gd name="connsiteY90" fmla="*/ 1330093 h 1708593"/>
              <a:gd name="connsiteX91" fmla="*/ 828598 w 828598"/>
              <a:gd name="connsiteY91" fmla="*/ 1353155 h 1708593"/>
              <a:gd name="connsiteX92" fmla="*/ 806433 w 828598"/>
              <a:gd name="connsiteY92" fmla="*/ 1334381 h 1708593"/>
              <a:gd name="connsiteX93" fmla="*/ 764952 w 828598"/>
              <a:gd name="connsiteY93" fmla="*/ 1319506 h 1708593"/>
              <a:gd name="connsiteX94" fmla="*/ 749586 w 828598"/>
              <a:gd name="connsiteY94" fmla="*/ 1318612 h 1708593"/>
              <a:gd name="connsiteX95" fmla="*/ 734638 w 828598"/>
              <a:gd name="connsiteY95" fmla="*/ 1319506 h 1708593"/>
              <a:gd name="connsiteX96" fmla="*/ 662511 w 828598"/>
              <a:gd name="connsiteY96" fmla="*/ 1361070 h 1708593"/>
              <a:gd name="connsiteX97" fmla="*/ 562069 w 828598"/>
              <a:gd name="connsiteY97" fmla="*/ 1408181 h 1708593"/>
              <a:gd name="connsiteX98" fmla="*/ 462743 w 828598"/>
              <a:gd name="connsiteY98" fmla="*/ 1361070 h 1708593"/>
              <a:gd name="connsiteX99" fmla="*/ 375034 w 828598"/>
              <a:gd name="connsiteY99" fmla="*/ 1318612 h 1708593"/>
              <a:gd name="connsiteX100" fmla="*/ 287371 w 828598"/>
              <a:gd name="connsiteY100" fmla="*/ 1361070 h 1708593"/>
              <a:gd name="connsiteX101" fmla="*/ 187517 w 828598"/>
              <a:gd name="connsiteY101" fmla="*/ 1408181 h 1708593"/>
              <a:gd name="connsiteX102" fmla="*/ 87663 w 828598"/>
              <a:gd name="connsiteY102" fmla="*/ 1361070 h 1708593"/>
              <a:gd name="connsiteX103" fmla="*/ 0 w 828598"/>
              <a:gd name="connsiteY103" fmla="*/ 1318612 h 1708593"/>
              <a:gd name="connsiteX104" fmla="*/ 0 w 828598"/>
              <a:gd name="connsiteY104" fmla="*/ 1200685 h 1708593"/>
              <a:gd name="connsiteX105" fmla="*/ 99855 w 828598"/>
              <a:gd name="connsiteY105" fmla="*/ 1248334 h 1708593"/>
              <a:gd name="connsiteX106" fmla="*/ 187517 w 828598"/>
              <a:gd name="connsiteY106" fmla="*/ 1290753 h 1708593"/>
              <a:gd name="connsiteX107" fmla="*/ 275179 w 828598"/>
              <a:gd name="connsiteY107" fmla="*/ 1248334 h 1708593"/>
              <a:gd name="connsiteX108" fmla="*/ 375034 w 828598"/>
              <a:gd name="connsiteY108" fmla="*/ 1200685 h 1708593"/>
              <a:gd name="connsiteX109" fmla="*/ 474941 w 828598"/>
              <a:gd name="connsiteY109" fmla="*/ 1248334 h 1708593"/>
              <a:gd name="connsiteX110" fmla="*/ 562069 w 828598"/>
              <a:gd name="connsiteY110" fmla="*/ 1290753 h 1708593"/>
              <a:gd name="connsiteX111" fmla="*/ 650315 w 828598"/>
              <a:gd name="connsiteY111" fmla="*/ 1248334 h 1708593"/>
              <a:gd name="connsiteX112" fmla="*/ 740506 w 828598"/>
              <a:gd name="connsiteY112" fmla="*/ 1200971 h 1708593"/>
              <a:gd name="connsiteX113" fmla="*/ 749586 w 828598"/>
              <a:gd name="connsiteY113" fmla="*/ 1200685 h 1708593"/>
              <a:gd name="connsiteX114" fmla="*/ 758889 w 828598"/>
              <a:gd name="connsiteY114" fmla="*/ 1200971 h 1708593"/>
              <a:gd name="connsiteX115" fmla="*/ 813261 w 828598"/>
              <a:gd name="connsiteY115" fmla="*/ 1217746 h 1708593"/>
              <a:gd name="connsiteX116" fmla="*/ 828598 w 828598"/>
              <a:gd name="connsiteY116" fmla="*/ 1230462 h 1708593"/>
              <a:gd name="connsiteX117" fmla="*/ 828598 w 828598"/>
              <a:gd name="connsiteY117" fmla="*/ 1253282 h 1708593"/>
              <a:gd name="connsiteX118" fmla="*/ 806433 w 828598"/>
              <a:gd name="connsiteY118" fmla="*/ 1234694 h 1708593"/>
              <a:gd name="connsiteX119" fmla="*/ 764952 w 828598"/>
              <a:gd name="connsiteY119" fmla="*/ 1219616 h 1708593"/>
              <a:gd name="connsiteX120" fmla="*/ 749586 w 828598"/>
              <a:gd name="connsiteY120" fmla="*/ 1218699 h 1708593"/>
              <a:gd name="connsiteX121" fmla="*/ 734638 w 828598"/>
              <a:gd name="connsiteY121" fmla="*/ 1219616 h 1708593"/>
              <a:gd name="connsiteX122" fmla="*/ 662511 w 828598"/>
              <a:gd name="connsiteY122" fmla="*/ 1261118 h 1708593"/>
              <a:gd name="connsiteX123" fmla="*/ 562069 w 828598"/>
              <a:gd name="connsiteY123" fmla="*/ 1308766 h 1708593"/>
              <a:gd name="connsiteX124" fmla="*/ 462743 w 828598"/>
              <a:gd name="connsiteY124" fmla="*/ 1261118 h 1708593"/>
              <a:gd name="connsiteX125" fmla="*/ 375034 w 828598"/>
              <a:gd name="connsiteY125" fmla="*/ 1218699 h 1708593"/>
              <a:gd name="connsiteX126" fmla="*/ 287371 w 828598"/>
              <a:gd name="connsiteY126" fmla="*/ 1261118 h 1708593"/>
              <a:gd name="connsiteX127" fmla="*/ 187517 w 828598"/>
              <a:gd name="connsiteY127" fmla="*/ 1308766 h 1708593"/>
              <a:gd name="connsiteX128" fmla="*/ 87663 w 828598"/>
              <a:gd name="connsiteY128" fmla="*/ 1261118 h 1708593"/>
              <a:gd name="connsiteX129" fmla="*/ 0 w 828598"/>
              <a:gd name="connsiteY129" fmla="*/ 1218699 h 1708593"/>
              <a:gd name="connsiteX130" fmla="*/ 0 w 828598"/>
              <a:gd name="connsiteY130" fmla="*/ 1100066 h 1708593"/>
              <a:gd name="connsiteX131" fmla="*/ 99855 w 828598"/>
              <a:gd name="connsiteY131" fmla="*/ 1147715 h 1708593"/>
              <a:gd name="connsiteX132" fmla="*/ 187517 w 828598"/>
              <a:gd name="connsiteY132" fmla="*/ 1190134 h 1708593"/>
              <a:gd name="connsiteX133" fmla="*/ 275179 w 828598"/>
              <a:gd name="connsiteY133" fmla="*/ 1147715 h 1708593"/>
              <a:gd name="connsiteX134" fmla="*/ 375034 w 828598"/>
              <a:gd name="connsiteY134" fmla="*/ 1100066 h 1708593"/>
              <a:gd name="connsiteX135" fmla="*/ 474941 w 828598"/>
              <a:gd name="connsiteY135" fmla="*/ 1147715 h 1708593"/>
              <a:gd name="connsiteX136" fmla="*/ 562069 w 828598"/>
              <a:gd name="connsiteY136" fmla="*/ 1190134 h 1708593"/>
              <a:gd name="connsiteX137" fmla="*/ 650315 w 828598"/>
              <a:gd name="connsiteY137" fmla="*/ 1147715 h 1708593"/>
              <a:gd name="connsiteX138" fmla="*/ 740506 w 828598"/>
              <a:gd name="connsiteY138" fmla="*/ 1100352 h 1708593"/>
              <a:gd name="connsiteX139" fmla="*/ 749586 w 828598"/>
              <a:gd name="connsiteY139" fmla="*/ 1100066 h 1708593"/>
              <a:gd name="connsiteX140" fmla="*/ 758889 w 828598"/>
              <a:gd name="connsiteY140" fmla="*/ 1100352 h 1708593"/>
              <a:gd name="connsiteX141" fmla="*/ 813261 w 828598"/>
              <a:gd name="connsiteY141" fmla="*/ 1117127 h 1708593"/>
              <a:gd name="connsiteX142" fmla="*/ 828598 w 828598"/>
              <a:gd name="connsiteY142" fmla="*/ 1129843 h 1708593"/>
              <a:gd name="connsiteX143" fmla="*/ 828598 w 828598"/>
              <a:gd name="connsiteY143" fmla="*/ 1152663 h 1708593"/>
              <a:gd name="connsiteX144" fmla="*/ 806433 w 828598"/>
              <a:gd name="connsiteY144" fmla="*/ 1134075 h 1708593"/>
              <a:gd name="connsiteX145" fmla="*/ 764952 w 828598"/>
              <a:gd name="connsiteY145" fmla="*/ 1118997 h 1708593"/>
              <a:gd name="connsiteX146" fmla="*/ 749586 w 828598"/>
              <a:gd name="connsiteY146" fmla="*/ 1118080 h 1708593"/>
              <a:gd name="connsiteX147" fmla="*/ 734638 w 828598"/>
              <a:gd name="connsiteY147" fmla="*/ 1118997 h 1708593"/>
              <a:gd name="connsiteX148" fmla="*/ 662511 w 828598"/>
              <a:gd name="connsiteY148" fmla="*/ 1160499 h 1708593"/>
              <a:gd name="connsiteX149" fmla="*/ 562069 w 828598"/>
              <a:gd name="connsiteY149" fmla="*/ 1208147 h 1708593"/>
              <a:gd name="connsiteX150" fmla="*/ 462743 w 828598"/>
              <a:gd name="connsiteY150" fmla="*/ 1160499 h 1708593"/>
              <a:gd name="connsiteX151" fmla="*/ 375034 w 828598"/>
              <a:gd name="connsiteY151" fmla="*/ 1118080 h 1708593"/>
              <a:gd name="connsiteX152" fmla="*/ 287371 w 828598"/>
              <a:gd name="connsiteY152" fmla="*/ 1160499 h 1708593"/>
              <a:gd name="connsiteX153" fmla="*/ 187517 w 828598"/>
              <a:gd name="connsiteY153" fmla="*/ 1208147 h 1708593"/>
              <a:gd name="connsiteX154" fmla="*/ 87663 w 828598"/>
              <a:gd name="connsiteY154" fmla="*/ 1160499 h 1708593"/>
              <a:gd name="connsiteX155" fmla="*/ 0 w 828598"/>
              <a:gd name="connsiteY155" fmla="*/ 1118080 h 1708593"/>
              <a:gd name="connsiteX156" fmla="*/ 0 w 828598"/>
              <a:gd name="connsiteY156" fmla="*/ 1000651 h 1708593"/>
              <a:gd name="connsiteX157" fmla="*/ 99855 w 828598"/>
              <a:gd name="connsiteY157" fmla="*/ 1047762 h 1708593"/>
              <a:gd name="connsiteX158" fmla="*/ 187517 w 828598"/>
              <a:gd name="connsiteY158" fmla="*/ 1090220 h 1708593"/>
              <a:gd name="connsiteX159" fmla="*/ 275179 w 828598"/>
              <a:gd name="connsiteY159" fmla="*/ 1047762 h 1708593"/>
              <a:gd name="connsiteX160" fmla="*/ 375034 w 828598"/>
              <a:gd name="connsiteY160" fmla="*/ 1000651 h 1708593"/>
              <a:gd name="connsiteX161" fmla="*/ 474941 w 828598"/>
              <a:gd name="connsiteY161" fmla="*/ 1047762 h 1708593"/>
              <a:gd name="connsiteX162" fmla="*/ 562069 w 828598"/>
              <a:gd name="connsiteY162" fmla="*/ 1090220 h 1708593"/>
              <a:gd name="connsiteX163" fmla="*/ 650315 w 828598"/>
              <a:gd name="connsiteY163" fmla="*/ 1047762 h 1708593"/>
              <a:gd name="connsiteX164" fmla="*/ 740506 w 828598"/>
              <a:gd name="connsiteY164" fmla="*/ 1000937 h 1708593"/>
              <a:gd name="connsiteX165" fmla="*/ 749586 w 828598"/>
              <a:gd name="connsiteY165" fmla="*/ 1000651 h 1708593"/>
              <a:gd name="connsiteX166" fmla="*/ 758889 w 828598"/>
              <a:gd name="connsiteY166" fmla="*/ 1000931 h 1708593"/>
              <a:gd name="connsiteX167" fmla="*/ 813261 w 828598"/>
              <a:gd name="connsiteY167" fmla="*/ 1017410 h 1708593"/>
              <a:gd name="connsiteX168" fmla="*/ 828598 w 828598"/>
              <a:gd name="connsiteY168" fmla="*/ 1030028 h 1708593"/>
              <a:gd name="connsiteX169" fmla="*/ 828598 w 828598"/>
              <a:gd name="connsiteY169" fmla="*/ 1053225 h 1708593"/>
              <a:gd name="connsiteX170" fmla="*/ 806433 w 828598"/>
              <a:gd name="connsiteY170" fmla="*/ 1034450 h 1708593"/>
              <a:gd name="connsiteX171" fmla="*/ 764952 w 828598"/>
              <a:gd name="connsiteY171" fmla="*/ 1019575 h 1708593"/>
              <a:gd name="connsiteX172" fmla="*/ 749586 w 828598"/>
              <a:gd name="connsiteY172" fmla="*/ 1018681 h 1708593"/>
              <a:gd name="connsiteX173" fmla="*/ 734638 w 828598"/>
              <a:gd name="connsiteY173" fmla="*/ 1019575 h 1708593"/>
              <a:gd name="connsiteX174" fmla="*/ 662511 w 828598"/>
              <a:gd name="connsiteY174" fmla="*/ 1061140 h 1708593"/>
              <a:gd name="connsiteX175" fmla="*/ 562069 w 828598"/>
              <a:gd name="connsiteY175" fmla="*/ 1108251 h 1708593"/>
              <a:gd name="connsiteX176" fmla="*/ 462743 w 828598"/>
              <a:gd name="connsiteY176" fmla="*/ 1061140 h 1708593"/>
              <a:gd name="connsiteX177" fmla="*/ 375034 w 828598"/>
              <a:gd name="connsiteY177" fmla="*/ 1018681 h 1708593"/>
              <a:gd name="connsiteX178" fmla="*/ 287371 w 828598"/>
              <a:gd name="connsiteY178" fmla="*/ 1061140 h 1708593"/>
              <a:gd name="connsiteX179" fmla="*/ 187517 w 828598"/>
              <a:gd name="connsiteY179" fmla="*/ 1108251 h 1708593"/>
              <a:gd name="connsiteX180" fmla="*/ 87663 w 828598"/>
              <a:gd name="connsiteY180" fmla="*/ 1061140 h 1708593"/>
              <a:gd name="connsiteX181" fmla="*/ 0 w 828598"/>
              <a:gd name="connsiteY181" fmla="*/ 1018681 h 1708593"/>
              <a:gd name="connsiteX182" fmla="*/ 0 w 828598"/>
              <a:gd name="connsiteY182" fmla="*/ 900273 h 1708593"/>
              <a:gd name="connsiteX183" fmla="*/ 99855 w 828598"/>
              <a:gd name="connsiteY183" fmla="*/ 947279 h 1708593"/>
              <a:gd name="connsiteX184" fmla="*/ 187517 w 828598"/>
              <a:gd name="connsiteY184" fmla="*/ 989642 h 1708593"/>
              <a:gd name="connsiteX185" fmla="*/ 275179 w 828598"/>
              <a:gd name="connsiteY185" fmla="*/ 947279 h 1708593"/>
              <a:gd name="connsiteX186" fmla="*/ 375034 w 828598"/>
              <a:gd name="connsiteY186" fmla="*/ 900273 h 1708593"/>
              <a:gd name="connsiteX187" fmla="*/ 474941 w 828598"/>
              <a:gd name="connsiteY187" fmla="*/ 947279 h 1708593"/>
              <a:gd name="connsiteX188" fmla="*/ 562069 w 828598"/>
              <a:gd name="connsiteY188" fmla="*/ 989642 h 1708593"/>
              <a:gd name="connsiteX189" fmla="*/ 650315 w 828598"/>
              <a:gd name="connsiteY189" fmla="*/ 947279 h 1708593"/>
              <a:gd name="connsiteX190" fmla="*/ 740506 w 828598"/>
              <a:gd name="connsiteY190" fmla="*/ 900552 h 1708593"/>
              <a:gd name="connsiteX191" fmla="*/ 749586 w 828598"/>
              <a:gd name="connsiteY191" fmla="*/ 900273 h 1708593"/>
              <a:gd name="connsiteX192" fmla="*/ 758889 w 828598"/>
              <a:gd name="connsiteY192" fmla="*/ 900552 h 1708593"/>
              <a:gd name="connsiteX193" fmla="*/ 813261 w 828598"/>
              <a:gd name="connsiteY193" fmla="*/ 916994 h 1708593"/>
              <a:gd name="connsiteX194" fmla="*/ 828598 w 828598"/>
              <a:gd name="connsiteY194" fmla="*/ 929584 h 1708593"/>
              <a:gd name="connsiteX195" fmla="*/ 828598 w 828598"/>
              <a:gd name="connsiteY195" fmla="*/ 952729 h 1708593"/>
              <a:gd name="connsiteX196" fmla="*/ 806433 w 828598"/>
              <a:gd name="connsiteY196" fmla="*/ 933997 h 1708593"/>
              <a:gd name="connsiteX197" fmla="*/ 764952 w 828598"/>
              <a:gd name="connsiteY197" fmla="*/ 919155 h 1708593"/>
              <a:gd name="connsiteX198" fmla="*/ 749586 w 828598"/>
              <a:gd name="connsiteY198" fmla="*/ 918263 h 1708593"/>
              <a:gd name="connsiteX199" fmla="*/ 734638 w 828598"/>
              <a:gd name="connsiteY199" fmla="*/ 919155 h 1708593"/>
              <a:gd name="connsiteX200" fmla="*/ 662511 w 828598"/>
              <a:gd name="connsiteY200" fmla="*/ 960626 h 1708593"/>
              <a:gd name="connsiteX201" fmla="*/ 562069 w 828598"/>
              <a:gd name="connsiteY201" fmla="*/ 1007632 h 1708593"/>
              <a:gd name="connsiteX202" fmla="*/ 462743 w 828598"/>
              <a:gd name="connsiteY202" fmla="*/ 960626 h 1708593"/>
              <a:gd name="connsiteX203" fmla="*/ 375034 w 828598"/>
              <a:gd name="connsiteY203" fmla="*/ 918263 h 1708593"/>
              <a:gd name="connsiteX204" fmla="*/ 287371 w 828598"/>
              <a:gd name="connsiteY204" fmla="*/ 960626 h 1708593"/>
              <a:gd name="connsiteX205" fmla="*/ 187517 w 828598"/>
              <a:gd name="connsiteY205" fmla="*/ 1007632 h 1708593"/>
              <a:gd name="connsiteX206" fmla="*/ 87663 w 828598"/>
              <a:gd name="connsiteY206" fmla="*/ 960626 h 1708593"/>
              <a:gd name="connsiteX207" fmla="*/ 0 w 828598"/>
              <a:gd name="connsiteY207" fmla="*/ 918263 h 1708593"/>
              <a:gd name="connsiteX208" fmla="*/ 0 w 828598"/>
              <a:gd name="connsiteY208" fmla="*/ 800136 h 1708593"/>
              <a:gd name="connsiteX209" fmla="*/ 99855 w 828598"/>
              <a:gd name="connsiteY209" fmla="*/ 847784 h 1708593"/>
              <a:gd name="connsiteX210" fmla="*/ 187517 w 828598"/>
              <a:gd name="connsiteY210" fmla="*/ 890203 h 1708593"/>
              <a:gd name="connsiteX211" fmla="*/ 275179 w 828598"/>
              <a:gd name="connsiteY211" fmla="*/ 847784 h 1708593"/>
              <a:gd name="connsiteX212" fmla="*/ 375034 w 828598"/>
              <a:gd name="connsiteY212" fmla="*/ 800136 h 1708593"/>
              <a:gd name="connsiteX213" fmla="*/ 474941 w 828598"/>
              <a:gd name="connsiteY213" fmla="*/ 847784 h 1708593"/>
              <a:gd name="connsiteX214" fmla="*/ 562069 w 828598"/>
              <a:gd name="connsiteY214" fmla="*/ 890203 h 1708593"/>
              <a:gd name="connsiteX215" fmla="*/ 650315 w 828598"/>
              <a:gd name="connsiteY215" fmla="*/ 847784 h 1708593"/>
              <a:gd name="connsiteX216" fmla="*/ 740506 w 828598"/>
              <a:gd name="connsiteY216" fmla="*/ 800422 h 1708593"/>
              <a:gd name="connsiteX217" fmla="*/ 749586 w 828598"/>
              <a:gd name="connsiteY217" fmla="*/ 800136 h 1708593"/>
              <a:gd name="connsiteX218" fmla="*/ 758889 w 828598"/>
              <a:gd name="connsiteY218" fmla="*/ 800422 h 1708593"/>
              <a:gd name="connsiteX219" fmla="*/ 813261 w 828598"/>
              <a:gd name="connsiteY219" fmla="*/ 817197 h 1708593"/>
              <a:gd name="connsiteX220" fmla="*/ 828598 w 828598"/>
              <a:gd name="connsiteY220" fmla="*/ 829912 h 1708593"/>
              <a:gd name="connsiteX221" fmla="*/ 828598 w 828598"/>
              <a:gd name="connsiteY221" fmla="*/ 852732 h 1708593"/>
              <a:gd name="connsiteX222" fmla="*/ 806433 w 828598"/>
              <a:gd name="connsiteY222" fmla="*/ 834145 h 1708593"/>
              <a:gd name="connsiteX223" fmla="*/ 764952 w 828598"/>
              <a:gd name="connsiteY223" fmla="*/ 819066 h 1708593"/>
              <a:gd name="connsiteX224" fmla="*/ 749586 w 828598"/>
              <a:gd name="connsiteY224" fmla="*/ 818149 h 1708593"/>
              <a:gd name="connsiteX225" fmla="*/ 734638 w 828598"/>
              <a:gd name="connsiteY225" fmla="*/ 819066 h 1708593"/>
              <a:gd name="connsiteX226" fmla="*/ 662511 w 828598"/>
              <a:gd name="connsiteY226" fmla="*/ 860568 h 1708593"/>
              <a:gd name="connsiteX227" fmla="*/ 562069 w 828598"/>
              <a:gd name="connsiteY227" fmla="*/ 908217 h 1708593"/>
              <a:gd name="connsiteX228" fmla="*/ 462743 w 828598"/>
              <a:gd name="connsiteY228" fmla="*/ 860568 h 1708593"/>
              <a:gd name="connsiteX229" fmla="*/ 375034 w 828598"/>
              <a:gd name="connsiteY229" fmla="*/ 818149 h 1708593"/>
              <a:gd name="connsiteX230" fmla="*/ 287371 w 828598"/>
              <a:gd name="connsiteY230" fmla="*/ 860568 h 1708593"/>
              <a:gd name="connsiteX231" fmla="*/ 187517 w 828598"/>
              <a:gd name="connsiteY231" fmla="*/ 908217 h 1708593"/>
              <a:gd name="connsiteX232" fmla="*/ 87663 w 828598"/>
              <a:gd name="connsiteY232" fmla="*/ 860568 h 1708593"/>
              <a:gd name="connsiteX233" fmla="*/ 0 w 828598"/>
              <a:gd name="connsiteY233" fmla="*/ 818149 h 1708593"/>
              <a:gd name="connsiteX234" fmla="*/ 0 w 828598"/>
              <a:gd name="connsiteY234" fmla="*/ 700961 h 1708593"/>
              <a:gd name="connsiteX235" fmla="*/ 99855 w 828598"/>
              <a:gd name="connsiteY235" fmla="*/ 747967 h 1708593"/>
              <a:gd name="connsiteX236" fmla="*/ 187517 w 828598"/>
              <a:gd name="connsiteY236" fmla="*/ 790330 h 1708593"/>
              <a:gd name="connsiteX237" fmla="*/ 275179 w 828598"/>
              <a:gd name="connsiteY237" fmla="*/ 747967 h 1708593"/>
              <a:gd name="connsiteX238" fmla="*/ 375034 w 828598"/>
              <a:gd name="connsiteY238" fmla="*/ 700961 h 1708593"/>
              <a:gd name="connsiteX239" fmla="*/ 474941 w 828598"/>
              <a:gd name="connsiteY239" fmla="*/ 747967 h 1708593"/>
              <a:gd name="connsiteX240" fmla="*/ 562069 w 828598"/>
              <a:gd name="connsiteY240" fmla="*/ 790330 h 1708593"/>
              <a:gd name="connsiteX241" fmla="*/ 650315 w 828598"/>
              <a:gd name="connsiteY241" fmla="*/ 747967 h 1708593"/>
              <a:gd name="connsiteX242" fmla="*/ 740506 w 828598"/>
              <a:gd name="connsiteY242" fmla="*/ 701241 h 1708593"/>
              <a:gd name="connsiteX243" fmla="*/ 749586 w 828598"/>
              <a:gd name="connsiteY243" fmla="*/ 700961 h 1708593"/>
              <a:gd name="connsiteX244" fmla="*/ 758889 w 828598"/>
              <a:gd name="connsiteY244" fmla="*/ 701241 h 1708593"/>
              <a:gd name="connsiteX245" fmla="*/ 813261 w 828598"/>
              <a:gd name="connsiteY245" fmla="*/ 717682 h 1708593"/>
              <a:gd name="connsiteX246" fmla="*/ 828598 w 828598"/>
              <a:gd name="connsiteY246" fmla="*/ 730272 h 1708593"/>
              <a:gd name="connsiteX247" fmla="*/ 828598 w 828598"/>
              <a:gd name="connsiteY247" fmla="*/ 753417 h 1708593"/>
              <a:gd name="connsiteX248" fmla="*/ 806433 w 828598"/>
              <a:gd name="connsiteY248" fmla="*/ 734685 h 1708593"/>
              <a:gd name="connsiteX249" fmla="*/ 764952 w 828598"/>
              <a:gd name="connsiteY249" fmla="*/ 719843 h 1708593"/>
              <a:gd name="connsiteX250" fmla="*/ 749586 w 828598"/>
              <a:gd name="connsiteY250" fmla="*/ 718951 h 1708593"/>
              <a:gd name="connsiteX251" fmla="*/ 734638 w 828598"/>
              <a:gd name="connsiteY251" fmla="*/ 719843 h 1708593"/>
              <a:gd name="connsiteX252" fmla="*/ 662511 w 828598"/>
              <a:gd name="connsiteY252" fmla="*/ 761314 h 1708593"/>
              <a:gd name="connsiteX253" fmla="*/ 562069 w 828598"/>
              <a:gd name="connsiteY253" fmla="*/ 808320 h 1708593"/>
              <a:gd name="connsiteX254" fmla="*/ 462743 w 828598"/>
              <a:gd name="connsiteY254" fmla="*/ 761314 h 1708593"/>
              <a:gd name="connsiteX255" fmla="*/ 375034 w 828598"/>
              <a:gd name="connsiteY255" fmla="*/ 718951 h 1708593"/>
              <a:gd name="connsiteX256" fmla="*/ 287371 w 828598"/>
              <a:gd name="connsiteY256" fmla="*/ 761314 h 1708593"/>
              <a:gd name="connsiteX257" fmla="*/ 187517 w 828598"/>
              <a:gd name="connsiteY257" fmla="*/ 808320 h 1708593"/>
              <a:gd name="connsiteX258" fmla="*/ 87663 w 828598"/>
              <a:gd name="connsiteY258" fmla="*/ 761314 h 1708593"/>
              <a:gd name="connsiteX259" fmla="*/ 0 w 828598"/>
              <a:gd name="connsiteY259" fmla="*/ 718951 h 1708593"/>
              <a:gd name="connsiteX260" fmla="*/ 0 w 828598"/>
              <a:gd name="connsiteY260" fmla="*/ 600343 h 1708593"/>
              <a:gd name="connsiteX261" fmla="*/ 99855 w 828598"/>
              <a:gd name="connsiteY261" fmla="*/ 647348 h 1708593"/>
              <a:gd name="connsiteX262" fmla="*/ 187517 w 828598"/>
              <a:gd name="connsiteY262" fmla="*/ 689712 h 1708593"/>
              <a:gd name="connsiteX263" fmla="*/ 275179 w 828598"/>
              <a:gd name="connsiteY263" fmla="*/ 647348 h 1708593"/>
              <a:gd name="connsiteX264" fmla="*/ 375034 w 828598"/>
              <a:gd name="connsiteY264" fmla="*/ 600343 h 1708593"/>
              <a:gd name="connsiteX265" fmla="*/ 474941 w 828598"/>
              <a:gd name="connsiteY265" fmla="*/ 647348 h 1708593"/>
              <a:gd name="connsiteX266" fmla="*/ 562069 w 828598"/>
              <a:gd name="connsiteY266" fmla="*/ 689712 h 1708593"/>
              <a:gd name="connsiteX267" fmla="*/ 650315 w 828598"/>
              <a:gd name="connsiteY267" fmla="*/ 647348 h 1708593"/>
              <a:gd name="connsiteX268" fmla="*/ 740506 w 828598"/>
              <a:gd name="connsiteY268" fmla="*/ 600622 h 1708593"/>
              <a:gd name="connsiteX269" fmla="*/ 749586 w 828598"/>
              <a:gd name="connsiteY269" fmla="*/ 600343 h 1708593"/>
              <a:gd name="connsiteX270" fmla="*/ 758889 w 828598"/>
              <a:gd name="connsiteY270" fmla="*/ 600622 h 1708593"/>
              <a:gd name="connsiteX271" fmla="*/ 813261 w 828598"/>
              <a:gd name="connsiteY271" fmla="*/ 617064 h 1708593"/>
              <a:gd name="connsiteX272" fmla="*/ 828598 w 828598"/>
              <a:gd name="connsiteY272" fmla="*/ 629653 h 1708593"/>
              <a:gd name="connsiteX273" fmla="*/ 828598 w 828598"/>
              <a:gd name="connsiteY273" fmla="*/ 652290 h 1708593"/>
              <a:gd name="connsiteX274" fmla="*/ 806433 w 828598"/>
              <a:gd name="connsiteY274" fmla="*/ 633727 h 1708593"/>
              <a:gd name="connsiteX275" fmla="*/ 764952 w 828598"/>
              <a:gd name="connsiteY275" fmla="*/ 618668 h 1708593"/>
              <a:gd name="connsiteX276" fmla="*/ 749586 w 828598"/>
              <a:gd name="connsiteY276" fmla="*/ 617752 h 1708593"/>
              <a:gd name="connsiteX277" fmla="*/ 734638 w 828598"/>
              <a:gd name="connsiteY277" fmla="*/ 618668 h 1708593"/>
              <a:gd name="connsiteX278" fmla="*/ 662511 w 828598"/>
              <a:gd name="connsiteY278" fmla="*/ 660115 h 1708593"/>
              <a:gd name="connsiteX279" fmla="*/ 562069 w 828598"/>
              <a:gd name="connsiteY279" fmla="*/ 707701 h 1708593"/>
              <a:gd name="connsiteX280" fmla="*/ 462743 w 828598"/>
              <a:gd name="connsiteY280" fmla="*/ 660115 h 1708593"/>
              <a:gd name="connsiteX281" fmla="*/ 375034 w 828598"/>
              <a:gd name="connsiteY281" fmla="*/ 617752 h 1708593"/>
              <a:gd name="connsiteX282" fmla="*/ 287371 w 828598"/>
              <a:gd name="connsiteY282" fmla="*/ 660115 h 1708593"/>
              <a:gd name="connsiteX283" fmla="*/ 187517 w 828598"/>
              <a:gd name="connsiteY283" fmla="*/ 707701 h 1708593"/>
              <a:gd name="connsiteX284" fmla="*/ 87663 w 828598"/>
              <a:gd name="connsiteY284" fmla="*/ 660115 h 1708593"/>
              <a:gd name="connsiteX285" fmla="*/ 0 w 828598"/>
              <a:gd name="connsiteY285" fmla="*/ 617752 h 1708593"/>
              <a:gd name="connsiteX286" fmla="*/ 0 w 828598"/>
              <a:gd name="connsiteY286" fmla="*/ 500446 h 1708593"/>
              <a:gd name="connsiteX287" fmla="*/ 99855 w 828598"/>
              <a:gd name="connsiteY287" fmla="*/ 548032 h 1708593"/>
              <a:gd name="connsiteX288" fmla="*/ 187517 w 828598"/>
              <a:gd name="connsiteY288" fmla="*/ 590395 h 1708593"/>
              <a:gd name="connsiteX289" fmla="*/ 275179 w 828598"/>
              <a:gd name="connsiteY289" fmla="*/ 548032 h 1708593"/>
              <a:gd name="connsiteX290" fmla="*/ 375034 w 828598"/>
              <a:gd name="connsiteY290" fmla="*/ 500446 h 1708593"/>
              <a:gd name="connsiteX291" fmla="*/ 474941 w 828598"/>
              <a:gd name="connsiteY291" fmla="*/ 548032 h 1708593"/>
              <a:gd name="connsiteX292" fmla="*/ 562069 w 828598"/>
              <a:gd name="connsiteY292" fmla="*/ 590395 h 1708593"/>
              <a:gd name="connsiteX293" fmla="*/ 650315 w 828598"/>
              <a:gd name="connsiteY293" fmla="*/ 548032 h 1708593"/>
              <a:gd name="connsiteX294" fmla="*/ 740506 w 828598"/>
              <a:gd name="connsiteY294" fmla="*/ 500732 h 1708593"/>
              <a:gd name="connsiteX295" fmla="*/ 749586 w 828598"/>
              <a:gd name="connsiteY295" fmla="*/ 500446 h 1708593"/>
              <a:gd name="connsiteX296" fmla="*/ 758889 w 828598"/>
              <a:gd name="connsiteY296" fmla="*/ 500732 h 1708593"/>
              <a:gd name="connsiteX297" fmla="*/ 813261 w 828598"/>
              <a:gd name="connsiteY297" fmla="*/ 517484 h 1708593"/>
              <a:gd name="connsiteX298" fmla="*/ 828598 w 828598"/>
              <a:gd name="connsiteY298" fmla="*/ 530183 h 1708593"/>
              <a:gd name="connsiteX299" fmla="*/ 828598 w 828598"/>
              <a:gd name="connsiteY299" fmla="*/ 552973 h 1708593"/>
              <a:gd name="connsiteX300" fmla="*/ 806433 w 828598"/>
              <a:gd name="connsiteY300" fmla="*/ 534411 h 1708593"/>
              <a:gd name="connsiteX301" fmla="*/ 764952 w 828598"/>
              <a:gd name="connsiteY301" fmla="*/ 519352 h 1708593"/>
              <a:gd name="connsiteX302" fmla="*/ 749586 w 828598"/>
              <a:gd name="connsiteY302" fmla="*/ 518436 h 1708593"/>
              <a:gd name="connsiteX303" fmla="*/ 734638 w 828598"/>
              <a:gd name="connsiteY303" fmla="*/ 519352 h 1708593"/>
              <a:gd name="connsiteX304" fmla="*/ 662511 w 828598"/>
              <a:gd name="connsiteY304" fmla="*/ 560799 h 1708593"/>
              <a:gd name="connsiteX305" fmla="*/ 562069 w 828598"/>
              <a:gd name="connsiteY305" fmla="*/ 607805 h 1708593"/>
              <a:gd name="connsiteX306" fmla="*/ 462743 w 828598"/>
              <a:gd name="connsiteY306" fmla="*/ 560799 h 1708593"/>
              <a:gd name="connsiteX307" fmla="*/ 375034 w 828598"/>
              <a:gd name="connsiteY307" fmla="*/ 518436 h 1708593"/>
              <a:gd name="connsiteX308" fmla="*/ 287371 w 828598"/>
              <a:gd name="connsiteY308" fmla="*/ 560799 h 1708593"/>
              <a:gd name="connsiteX309" fmla="*/ 187517 w 828598"/>
              <a:gd name="connsiteY309" fmla="*/ 607805 h 1708593"/>
              <a:gd name="connsiteX310" fmla="*/ 87663 w 828598"/>
              <a:gd name="connsiteY310" fmla="*/ 560799 h 1708593"/>
              <a:gd name="connsiteX311" fmla="*/ 0 w 828598"/>
              <a:gd name="connsiteY311" fmla="*/ 518436 h 1708593"/>
              <a:gd name="connsiteX312" fmla="*/ 0 w 828598"/>
              <a:gd name="connsiteY312" fmla="*/ 399827 h 1708593"/>
              <a:gd name="connsiteX313" fmla="*/ 99855 w 828598"/>
              <a:gd name="connsiteY313" fmla="*/ 447520 h 1708593"/>
              <a:gd name="connsiteX314" fmla="*/ 187517 w 828598"/>
              <a:gd name="connsiteY314" fmla="*/ 489978 h 1708593"/>
              <a:gd name="connsiteX315" fmla="*/ 275179 w 828598"/>
              <a:gd name="connsiteY315" fmla="*/ 447520 h 1708593"/>
              <a:gd name="connsiteX316" fmla="*/ 375034 w 828598"/>
              <a:gd name="connsiteY316" fmla="*/ 399827 h 1708593"/>
              <a:gd name="connsiteX317" fmla="*/ 474941 w 828598"/>
              <a:gd name="connsiteY317" fmla="*/ 447520 h 1708593"/>
              <a:gd name="connsiteX318" fmla="*/ 562069 w 828598"/>
              <a:gd name="connsiteY318" fmla="*/ 489978 h 1708593"/>
              <a:gd name="connsiteX319" fmla="*/ 650315 w 828598"/>
              <a:gd name="connsiteY319" fmla="*/ 447520 h 1708593"/>
              <a:gd name="connsiteX320" fmla="*/ 740506 w 828598"/>
              <a:gd name="connsiteY320" fmla="*/ 400114 h 1708593"/>
              <a:gd name="connsiteX321" fmla="*/ 749586 w 828598"/>
              <a:gd name="connsiteY321" fmla="*/ 399827 h 1708593"/>
              <a:gd name="connsiteX322" fmla="*/ 758889 w 828598"/>
              <a:gd name="connsiteY322" fmla="*/ 400114 h 1708593"/>
              <a:gd name="connsiteX323" fmla="*/ 813261 w 828598"/>
              <a:gd name="connsiteY323" fmla="*/ 416904 h 1708593"/>
              <a:gd name="connsiteX324" fmla="*/ 828598 w 828598"/>
              <a:gd name="connsiteY324" fmla="*/ 429631 h 1708593"/>
              <a:gd name="connsiteX325" fmla="*/ 828598 w 828598"/>
              <a:gd name="connsiteY325" fmla="*/ 452472 h 1708593"/>
              <a:gd name="connsiteX326" fmla="*/ 806433 w 828598"/>
              <a:gd name="connsiteY326" fmla="*/ 433868 h 1708593"/>
              <a:gd name="connsiteX327" fmla="*/ 764952 w 828598"/>
              <a:gd name="connsiteY327" fmla="*/ 418775 h 1708593"/>
              <a:gd name="connsiteX328" fmla="*/ 749586 w 828598"/>
              <a:gd name="connsiteY328" fmla="*/ 417857 h 1708593"/>
              <a:gd name="connsiteX329" fmla="*/ 734638 w 828598"/>
              <a:gd name="connsiteY329" fmla="*/ 418751 h 1708593"/>
              <a:gd name="connsiteX330" fmla="*/ 662511 w 828598"/>
              <a:gd name="connsiteY330" fmla="*/ 460316 h 1708593"/>
              <a:gd name="connsiteX331" fmla="*/ 562069 w 828598"/>
              <a:gd name="connsiteY331" fmla="*/ 507427 h 1708593"/>
              <a:gd name="connsiteX332" fmla="*/ 462743 w 828598"/>
              <a:gd name="connsiteY332" fmla="*/ 460316 h 1708593"/>
              <a:gd name="connsiteX333" fmla="*/ 375034 w 828598"/>
              <a:gd name="connsiteY333" fmla="*/ 417857 h 1708593"/>
              <a:gd name="connsiteX334" fmla="*/ 287371 w 828598"/>
              <a:gd name="connsiteY334" fmla="*/ 460316 h 1708593"/>
              <a:gd name="connsiteX335" fmla="*/ 187517 w 828598"/>
              <a:gd name="connsiteY335" fmla="*/ 507427 h 1708593"/>
              <a:gd name="connsiteX336" fmla="*/ 87663 w 828598"/>
              <a:gd name="connsiteY336" fmla="*/ 460316 h 1708593"/>
              <a:gd name="connsiteX337" fmla="*/ 0 w 828598"/>
              <a:gd name="connsiteY337" fmla="*/ 417857 h 1708593"/>
              <a:gd name="connsiteX338" fmla="*/ 0 w 828598"/>
              <a:gd name="connsiteY338" fmla="*/ 299931 h 1708593"/>
              <a:gd name="connsiteX339" fmla="*/ 99855 w 828598"/>
              <a:gd name="connsiteY339" fmla="*/ 347579 h 1708593"/>
              <a:gd name="connsiteX340" fmla="*/ 187517 w 828598"/>
              <a:gd name="connsiteY340" fmla="*/ 389998 h 1708593"/>
              <a:gd name="connsiteX341" fmla="*/ 275179 w 828598"/>
              <a:gd name="connsiteY341" fmla="*/ 347579 h 1708593"/>
              <a:gd name="connsiteX342" fmla="*/ 375034 w 828598"/>
              <a:gd name="connsiteY342" fmla="*/ 299931 h 1708593"/>
              <a:gd name="connsiteX343" fmla="*/ 474941 w 828598"/>
              <a:gd name="connsiteY343" fmla="*/ 347579 h 1708593"/>
              <a:gd name="connsiteX344" fmla="*/ 562069 w 828598"/>
              <a:gd name="connsiteY344" fmla="*/ 389998 h 1708593"/>
              <a:gd name="connsiteX345" fmla="*/ 650315 w 828598"/>
              <a:gd name="connsiteY345" fmla="*/ 347579 h 1708593"/>
              <a:gd name="connsiteX346" fmla="*/ 740506 w 828598"/>
              <a:gd name="connsiteY346" fmla="*/ 300217 h 1708593"/>
              <a:gd name="connsiteX347" fmla="*/ 749586 w 828598"/>
              <a:gd name="connsiteY347" fmla="*/ 299931 h 1708593"/>
              <a:gd name="connsiteX348" fmla="*/ 758889 w 828598"/>
              <a:gd name="connsiteY348" fmla="*/ 300217 h 1708593"/>
              <a:gd name="connsiteX349" fmla="*/ 813261 w 828598"/>
              <a:gd name="connsiteY349" fmla="*/ 316991 h 1708593"/>
              <a:gd name="connsiteX350" fmla="*/ 828598 w 828598"/>
              <a:gd name="connsiteY350" fmla="*/ 329707 h 1708593"/>
              <a:gd name="connsiteX351" fmla="*/ 828598 w 828598"/>
              <a:gd name="connsiteY351" fmla="*/ 352527 h 1708593"/>
              <a:gd name="connsiteX352" fmla="*/ 806433 w 828598"/>
              <a:gd name="connsiteY352" fmla="*/ 333940 h 1708593"/>
              <a:gd name="connsiteX353" fmla="*/ 764952 w 828598"/>
              <a:gd name="connsiteY353" fmla="*/ 318861 h 1708593"/>
              <a:gd name="connsiteX354" fmla="*/ 749586 w 828598"/>
              <a:gd name="connsiteY354" fmla="*/ 317944 h 1708593"/>
              <a:gd name="connsiteX355" fmla="*/ 734638 w 828598"/>
              <a:gd name="connsiteY355" fmla="*/ 318861 h 1708593"/>
              <a:gd name="connsiteX356" fmla="*/ 662511 w 828598"/>
              <a:gd name="connsiteY356" fmla="*/ 360363 h 1708593"/>
              <a:gd name="connsiteX357" fmla="*/ 562069 w 828598"/>
              <a:gd name="connsiteY357" fmla="*/ 408011 h 1708593"/>
              <a:gd name="connsiteX358" fmla="*/ 462743 w 828598"/>
              <a:gd name="connsiteY358" fmla="*/ 360363 h 1708593"/>
              <a:gd name="connsiteX359" fmla="*/ 375034 w 828598"/>
              <a:gd name="connsiteY359" fmla="*/ 317944 h 1708593"/>
              <a:gd name="connsiteX360" fmla="*/ 287371 w 828598"/>
              <a:gd name="connsiteY360" fmla="*/ 360363 h 1708593"/>
              <a:gd name="connsiteX361" fmla="*/ 187517 w 828598"/>
              <a:gd name="connsiteY361" fmla="*/ 408011 h 1708593"/>
              <a:gd name="connsiteX362" fmla="*/ 87663 w 828598"/>
              <a:gd name="connsiteY362" fmla="*/ 360363 h 1708593"/>
              <a:gd name="connsiteX363" fmla="*/ 0 w 828598"/>
              <a:gd name="connsiteY363" fmla="*/ 317944 h 1708593"/>
              <a:gd name="connsiteX364" fmla="*/ 0 w 828598"/>
              <a:gd name="connsiteY364" fmla="*/ 200515 h 1708593"/>
              <a:gd name="connsiteX365" fmla="*/ 99855 w 828598"/>
              <a:gd name="connsiteY365" fmla="*/ 247521 h 1708593"/>
              <a:gd name="connsiteX366" fmla="*/ 187517 w 828598"/>
              <a:gd name="connsiteY366" fmla="*/ 289884 h 1708593"/>
              <a:gd name="connsiteX367" fmla="*/ 275179 w 828598"/>
              <a:gd name="connsiteY367" fmla="*/ 247521 h 1708593"/>
              <a:gd name="connsiteX368" fmla="*/ 375034 w 828598"/>
              <a:gd name="connsiteY368" fmla="*/ 200515 h 1708593"/>
              <a:gd name="connsiteX369" fmla="*/ 474941 w 828598"/>
              <a:gd name="connsiteY369" fmla="*/ 247521 h 1708593"/>
              <a:gd name="connsiteX370" fmla="*/ 562069 w 828598"/>
              <a:gd name="connsiteY370" fmla="*/ 289884 h 1708593"/>
              <a:gd name="connsiteX371" fmla="*/ 650315 w 828598"/>
              <a:gd name="connsiteY371" fmla="*/ 247521 h 1708593"/>
              <a:gd name="connsiteX372" fmla="*/ 740506 w 828598"/>
              <a:gd name="connsiteY372" fmla="*/ 200801 h 1708593"/>
              <a:gd name="connsiteX373" fmla="*/ 749586 w 828598"/>
              <a:gd name="connsiteY373" fmla="*/ 200515 h 1708593"/>
              <a:gd name="connsiteX374" fmla="*/ 758889 w 828598"/>
              <a:gd name="connsiteY374" fmla="*/ 200801 h 1708593"/>
              <a:gd name="connsiteX375" fmla="*/ 813261 w 828598"/>
              <a:gd name="connsiteY375" fmla="*/ 217467 h 1708593"/>
              <a:gd name="connsiteX376" fmla="*/ 828598 w 828598"/>
              <a:gd name="connsiteY376" fmla="*/ 229961 h 1708593"/>
              <a:gd name="connsiteX377" fmla="*/ 828598 w 828598"/>
              <a:gd name="connsiteY377" fmla="*/ 252971 h 1708593"/>
              <a:gd name="connsiteX378" fmla="*/ 806433 w 828598"/>
              <a:gd name="connsiteY378" fmla="*/ 234239 h 1708593"/>
              <a:gd name="connsiteX379" fmla="*/ 764952 w 828598"/>
              <a:gd name="connsiteY379" fmla="*/ 219397 h 1708593"/>
              <a:gd name="connsiteX380" fmla="*/ 749586 w 828598"/>
              <a:gd name="connsiteY380" fmla="*/ 218505 h 1708593"/>
              <a:gd name="connsiteX381" fmla="*/ 734638 w 828598"/>
              <a:gd name="connsiteY381" fmla="*/ 219397 h 1708593"/>
              <a:gd name="connsiteX382" fmla="*/ 662511 w 828598"/>
              <a:gd name="connsiteY382" fmla="*/ 260868 h 1708593"/>
              <a:gd name="connsiteX383" fmla="*/ 562069 w 828598"/>
              <a:gd name="connsiteY383" fmla="*/ 307874 h 1708593"/>
              <a:gd name="connsiteX384" fmla="*/ 462743 w 828598"/>
              <a:gd name="connsiteY384" fmla="*/ 260868 h 1708593"/>
              <a:gd name="connsiteX385" fmla="*/ 375034 w 828598"/>
              <a:gd name="connsiteY385" fmla="*/ 218505 h 1708593"/>
              <a:gd name="connsiteX386" fmla="*/ 287371 w 828598"/>
              <a:gd name="connsiteY386" fmla="*/ 260868 h 1708593"/>
              <a:gd name="connsiteX387" fmla="*/ 187517 w 828598"/>
              <a:gd name="connsiteY387" fmla="*/ 307874 h 1708593"/>
              <a:gd name="connsiteX388" fmla="*/ 87663 w 828598"/>
              <a:gd name="connsiteY388" fmla="*/ 260868 h 1708593"/>
              <a:gd name="connsiteX389" fmla="*/ 0 w 828598"/>
              <a:gd name="connsiteY389" fmla="*/ 218505 h 1708593"/>
              <a:gd name="connsiteX390" fmla="*/ 0 w 828598"/>
              <a:gd name="connsiteY390" fmla="*/ 99897 h 1708593"/>
              <a:gd name="connsiteX391" fmla="*/ 99855 w 828598"/>
              <a:gd name="connsiteY391" fmla="*/ 147008 h 1708593"/>
              <a:gd name="connsiteX392" fmla="*/ 187517 w 828598"/>
              <a:gd name="connsiteY392" fmla="*/ 189466 h 1708593"/>
              <a:gd name="connsiteX393" fmla="*/ 275179 w 828598"/>
              <a:gd name="connsiteY393" fmla="*/ 147008 h 1708593"/>
              <a:gd name="connsiteX394" fmla="*/ 375034 w 828598"/>
              <a:gd name="connsiteY394" fmla="*/ 99897 h 1708593"/>
              <a:gd name="connsiteX395" fmla="*/ 474941 w 828598"/>
              <a:gd name="connsiteY395" fmla="*/ 147008 h 1708593"/>
              <a:gd name="connsiteX396" fmla="*/ 562069 w 828598"/>
              <a:gd name="connsiteY396" fmla="*/ 189466 h 1708593"/>
              <a:gd name="connsiteX397" fmla="*/ 650315 w 828598"/>
              <a:gd name="connsiteY397" fmla="*/ 147008 h 1708593"/>
              <a:gd name="connsiteX398" fmla="*/ 740506 w 828598"/>
              <a:gd name="connsiteY398" fmla="*/ 100183 h 1708593"/>
              <a:gd name="connsiteX399" fmla="*/ 749586 w 828598"/>
              <a:gd name="connsiteY399" fmla="*/ 99897 h 1708593"/>
              <a:gd name="connsiteX400" fmla="*/ 758889 w 828598"/>
              <a:gd name="connsiteY400" fmla="*/ 100176 h 1708593"/>
              <a:gd name="connsiteX401" fmla="*/ 813261 w 828598"/>
              <a:gd name="connsiteY401" fmla="*/ 116655 h 1708593"/>
              <a:gd name="connsiteX402" fmla="*/ 828598 w 828598"/>
              <a:gd name="connsiteY402" fmla="*/ 129273 h 1708593"/>
              <a:gd name="connsiteX403" fmla="*/ 828598 w 828598"/>
              <a:gd name="connsiteY403" fmla="*/ 152470 h 1708593"/>
              <a:gd name="connsiteX404" fmla="*/ 806433 w 828598"/>
              <a:gd name="connsiteY404" fmla="*/ 133696 h 1708593"/>
              <a:gd name="connsiteX405" fmla="*/ 764952 w 828598"/>
              <a:gd name="connsiteY405" fmla="*/ 118821 h 1708593"/>
              <a:gd name="connsiteX406" fmla="*/ 749586 w 828598"/>
              <a:gd name="connsiteY406" fmla="*/ 117927 h 1708593"/>
              <a:gd name="connsiteX407" fmla="*/ 734638 w 828598"/>
              <a:gd name="connsiteY407" fmla="*/ 118821 h 1708593"/>
              <a:gd name="connsiteX408" fmla="*/ 662511 w 828598"/>
              <a:gd name="connsiteY408" fmla="*/ 160385 h 1708593"/>
              <a:gd name="connsiteX409" fmla="*/ 562069 w 828598"/>
              <a:gd name="connsiteY409" fmla="*/ 207496 h 1708593"/>
              <a:gd name="connsiteX410" fmla="*/ 462743 w 828598"/>
              <a:gd name="connsiteY410" fmla="*/ 160385 h 1708593"/>
              <a:gd name="connsiteX411" fmla="*/ 375034 w 828598"/>
              <a:gd name="connsiteY411" fmla="*/ 117927 h 1708593"/>
              <a:gd name="connsiteX412" fmla="*/ 287371 w 828598"/>
              <a:gd name="connsiteY412" fmla="*/ 160385 h 1708593"/>
              <a:gd name="connsiteX413" fmla="*/ 187517 w 828598"/>
              <a:gd name="connsiteY413" fmla="*/ 207496 h 1708593"/>
              <a:gd name="connsiteX414" fmla="*/ 87663 w 828598"/>
              <a:gd name="connsiteY414" fmla="*/ 160385 h 1708593"/>
              <a:gd name="connsiteX415" fmla="*/ 0 w 828598"/>
              <a:gd name="connsiteY415" fmla="*/ 117927 h 1708593"/>
              <a:gd name="connsiteX416" fmla="*/ 0 w 828598"/>
              <a:gd name="connsiteY416" fmla="*/ 0 h 1708593"/>
              <a:gd name="connsiteX417" fmla="*/ 99855 w 828598"/>
              <a:gd name="connsiteY417" fmla="*/ 47649 h 1708593"/>
              <a:gd name="connsiteX418" fmla="*/ 187517 w 828598"/>
              <a:gd name="connsiteY418" fmla="*/ 90067 h 1708593"/>
              <a:gd name="connsiteX419" fmla="*/ 275179 w 828598"/>
              <a:gd name="connsiteY419" fmla="*/ 47649 h 1708593"/>
              <a:gd name="connsiteX420" fmla="*/ 375034 w 828598"/>
              <a:gd name="connsiteY420" fmla="*/ 0 h 1708593"/>
              <a:gd name="connsiteX421" fmla="*/ 474941 w 828598"/>
              <a:gd name="connsiteY421" fmla="*/ 47649 h 1708593"/>
              <a:gd name="connsiteX422" fmla="*/ 562069 w 828598"/>
              <a:gd name="connsiteY422" fmla="*/ 90067 h 1708593"/>
              <a:gd name="connsiteX423" fmla="*/ 650315 w 828598"/>
              <a:gd name="connsiteY423" fmla="*/ 47649 h 1708593"/>
              <a:gd name="connsiteX424" fmla="*/ 740506 w 828598"/>
              <a:gd name="connsiteY424" fmla="*/ 286 h 1708593"/>
              <a:gd name="connsiteX425" fmla="*/ 749586 w 828598"/>
              <a:gd name="connsiteY425" fmla="*/ 0 h 1708593"/>
              <a:gd name="connsiteX426" fmla="*/ 810333 w 828598"/>
              <a:gd name="connsiteY426" fmla="*/ 15326 h 1708593"/>
              <a:gd name="connsiteX427" fmla="*/ 828598 w 828598"/>
              <a:gd name="connsiteY427" fmla="*/ 30152 h 1708593"/>
              <a:gd name="connsiteX428" fmla="*/ 828598 w 828598"/>
              <a:gd name="connsiteY428" fmla="*/ 52596 h 1708593"/>
              <a:gd name="connsiteX429" fmla="*/ 806433 w 828598"/>
              <a:gd name="connsiteY429" fmla="*/ 34009 h 1708593"/>
              <a:gd name="connsiteX430" fmla="*/ 764952 w 828598"/>
              <a:gd name="connsiteY430" fmla="*/ 18931 h 1708593"/>
              <a:gd name="connsiteX431" fmla="*/ 749586 w 828598"/>
              <a:gd name="connsiteY431" fmla="*/ 18014 h 1708593"/>
              <a:gd name="connsiteX432" fmla="*/ 734638 w 828598"/>
              <a:gd name="connsiteY432" fmla="*/ 18931 h 1708593"/>
              <a:gd name="connsiteX433" fmla="*/ 662511 w 828598"/>
              <a:gd name="connsiteY433" fmla="*/ 60432 h 1708593"/>
              <a:gd name="connsiteX434" fmla="*/ 562069 w 828598"/>
              <a:gd name="connsiteY434" fmla="*/ 108081 h 1708593"/>
              <a:gd name="connsiteX435" fmla="*/ 462743 w 828598"/>
              <a:gd name="connsiteY435" fmla="*/ 60432 h 1708593"/>
              <a:gd name="connsiteX436" fmla="*/ 375034 w 828598"/>
              <a:gd name="connsiteY436" fmla="*/ 18014 h 1708593"/>
              <a:gd name="connsiteX437" fmla="*/ 287371 w 828598"/>
              <a:gd name="connsiteY437" fmla="*/ 60432 h 1708593"/>
              <a:gd name="connsiteX438" fmla="*/ 187517 w 828598"/>
              <a:gd name="connsiteY438" fmla="*/ 108081 h 1708593"/>
              <a:gd name="connsiteX439" fmla="*/ 87663 w 828598"/>
              <a:gd name="connsiteY439" fmla="*/ 60432 h 1708593"/>
              <a:gd name="connsiteX440" fmla="*/ 0 w 828598"/>
              <a:gd name="connsiteY440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</a:cxnLst>
            <a:rect l="l" t="t" r="r" b="b"/>
            <a:pathLst>
              <a:path w="828598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781444" y="1602213"/>
                  <a:pt x="798809" y="1608742"/>
                  <a:pt x="813261" y="1617573"/>
                </a:cubicBezTo>
                <a:lnTo>
                  <a:pt x="828598" y="1630289"/>
                </a:lnTo>
                <a:lnTo>
                  <a:pt x="828598" y="1653109"/>
                </a:lnTo>
                <a:lnTo>
                  <a:pt x="806433" y="1634522"/>
                </a:lnTo>
                <a:cubicBezTo>
                  <a:pt x="794932" y="1627086"/>
                  <a:pt x="781770" y="1621540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781444" y="1502760"/>
                  <a:pt x="798809" y="1509152"/>
                  <a:pt x="813261" y="1517856"/>
                </a:cubicBezTo>
                <a:lnTo>
                  <a:pt x="828598" y="1530474"/>
                </a:lnTo>
                <a:lnTo>
                  <a:pt x="828598" y="1553161"/>
                </a:lnTo>
                <a:lnTo>
                  <a:pt x="806433" y="1534556"/>
                </a:lnTo>
                <a:cubicBezTo>
                  <a:pt x="794932" y="1527113"/>
                  <a:pt x="781770" y="1521563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781444" y="1401697"/>
                  <a:pt x="798809" y="1408226"/>
                  <a:pt x="813261" y="1417058"/>
                </a:cubicBezTo>
                <a:lnTo>
                  <a:pt x="828598" y="1429773"/>
                </a:lnTo>
                <a:lnTo>
                  <a:pt x="828598" y="1452593"/>
                </a:lnTo>
                <a:lnTo>
                  <a:pt x="806433" y="1434006"/>
                </a:lnTo>
                <a:cubicBezTo>
                  <a:pt x="794932" y="1426570"/>
                  <a:pt x="781770" y="1421025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781444" y="1302282"/>
                  <a:pt x="798809" y="1308809"/>
                  <a:pt x="813261" y="1317571"/>
                </a:cubicBezTo>
                <a:lnTo>
                  <a:pt x="828598" y="1330093"/>
                </a:lnTo>
                <a:lnTo>
                  <a:pt x="828598" y="1353155"/>
                </a:lnTo>
                <a:lnTo>
                  <a:pt x="806433" y="1334381"/>
                </a:lnTo>
                <a:cubicBezTo>
                  <a:pt x="794932" y="1326983"/>
                  <a:pt x="781770" y="1321554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781444" y="1202385"/>
                  <a:pt x="798809" y="1208914"/>
                  <a:pt x="813261" y="1217746"/>
                </a:cubicBezTo>
                <a:lnTo>
                  <a:pt x="828598" y="1230462"/>
                </a:lnTo>
                <a:lnTo>
                  <a:pt x="828598" y="1253282"/>
                </a:lnTo>
                <a:lnTo>
                  <a:pt x="806433" y="1234694"/>
                </a:lnTo>
                <a:cubicBezTo>
                  <a:pt x="794932" y="1227258"/>
                  <a:pt x="781770" y="1221713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1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781444" y="1101766"/>
                  <a:pt x="798809" y="1108296"/>
                  <a:pt x="813261" y="1117127"/>
                </a:cubicBezTo>
                <a:lnTo>
                  <a:pt x="828598" y="1129843"/>
                </a:lnTo>
                <a:lnTo>
                  <a:pt x="828598" y="1152663"/>
                </a:lnTo>
                <a:lnTo>
                  <a:pt x="806433" y="1134075"/>
                </a:lnTo>
                <a:cubicBezTo>
                  <a:pt x="794932" y="1126639"/>
                  <a:pt x="781770" y="1121094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781444" y="1002314"/>
                  <a:pt x="798809" y="1008706"/>
                  <a:pt x="813261" y="1017410"/>
                </a:cubicBezTo>
                <a:lnTo>
                  <a:pt x="828598" y="1030028"/>
                </a:lnTo>
                <a:lnTo>
                  <a:pt x="828598" y="1053225"/>
                </a:lnTo>
                <a:lnTo>
                  <a:pt x="806433" y="1034450"/>
                </a:lnTo>
                <a:cubicBezTo>
                  <a:pt x="794932" y="1027052"/>
                  <a:pt x="781770" y="1021623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781444" y="901933"/>
                  <a:pt x="798809" y="908310"/>
                  <a:pt x="813261" y="916994"/>
                </a:cubicBezTo>
                <a:lnTo>
                  <a:pt x="828598" y="929584"/>
                </a:lnTo>
                <a:lnTo>
                  <a:pt x="828598" y="952729"/>
                </a:lnTo>
                <a:lnTo>
                  <a:pt x="806433" y="933997"/>
                </a:lnTo>
                <a:cubicBezTo>
                  <a:pt x="794932" y="926615"/>
                  <a:pt x="781770" y="921198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9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9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781444" y="801836"/>
                  <a:pt x="798809" y="808365"/>
                  <a:pt x="813261" y="817197"/>
                </a:cubicBezTo>
                <a:lnTo>
                  <a:pt x="828598" y="829912"/>
                </a:lnTo>
                <a:lnTo>
                  <a:pt x="828598" y="852732"/>
                </a:lnTo>
                <a:lnTo>
                  <a:pt x="806433" y="834145"/>
                </a:lnTo>
                <a:cubicBezTo>
                  <a:pt x="794932" y="826709"/>
                  <a:pt x="781770" y="821164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3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781444" y="702621"/>
                  <a:pt x="798809" y="708998"/>
                  <a:pt x="813261" y="717682"/>
                </a:cubicBezTo>
                <a:lnTo>
                  <a:pt x="828598" y="730272"/>
                </a:lnTo>
                <a:lnTo>
                  <a:pt x="828598" y="753417"/>
                </a:lnTo>
                <a:lnTo>
                  <a:pt x="806433" y="734685"/>
                </a:lnTo>
                <a:cubicBezTo>
                  <a:pt x="794932" y="727303"/>
                  <a:pt x="781770" y="721886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3" y="626130"/>
                  <a:pt x="696405" y="603382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781444" y="602002"/>
                  <a:pt x="798809" y="608379"/>
                  <a:pt x="813261" y="617064"/>
                </a:cubicBezTo>
                <a:lnTo>
                  <a:pt x="828598" y="629653"/>
                </a:lnTo>
                <a:lnTo>
                  <a:pt x="828598" y="652290"/>
                </a:lnTo>
                <a:lnTo>
                  <a:pt x="806433" y="633727"/>
                </a:lnTo>
                <a:cubicBezTo>
                  <a:pt x="794932" y="626301"/>
                  <a:pt x="781770" y="620763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781444" y="502144"/>
                  <a:pt x="798809" y="508664"/>
                  <a:pt x="813261" y="517484"/>
                </a:cubicBezTo>
                <a:lnTo>
                  <a:pt x="828598" y="530183"/>
                </a:lnTo>
                <a:lnTo>
                  <a:pt x="828598" y="552973"/>
                </a:lnTo>
                <a:lnTo>
                  <a:pt x="806433" y="534411"/>
                </a:lnTo>
                <a:cubicBezTo>
                  <a:pt x="794932" y="526984"/>
                  <a:pt x="781770" y="521446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1"/>
                  <a:pt x="613157" y="607805"/>
                  <a:pt x="562069" y="607805"/>
                </a:cubicBezTo>
                <a:cubicBezTo>
                  <a:pt x="512115" y="607805"/>
                  <a:pt x="485977" y="583431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1"/>
                  <a:pt x="238024" y="607805"/>
                  <a:pt x="187517" y="607805"/>
                </a:cubicBezTo>
                <a:cubicBezTo>
                  <a:pt x="137009" y="607805"/>
                  <a:pt x="111465" y="583431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1"/>
                  <a:pt x="144556" y="489978"/>
                  <a:pt x="187517" y="489978"/>
                </a:cubicBezTo>
                <a:cubicBezTo>
                  <a:pt x="230477" y="489978"/>
                  <a:pt x="251957" y="469621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1"/>
                  <a:pt x="519667" y="489978"/>
                  <a:pt x="562069" y="489978"/>
                </a:cubicBezTo>
                <a:cubicBezTo>
                  <a:pt x="605610" y="489978"/>
                  <a:pt x="627090" y="469621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781444" y="401529"/>
                  <a:pt x="798809" y="408064"/>
                  <a:pt x="813261" y="416904"/>
                </a:cubicBezTo>
                <a:lnTo>
                  <a:pt x="828598" y="429631"/>
                </a:lnTo>
                <a:lnTo>
                  <a:pt x="828598" y="452472"/>
                </a:lnTo>
                <a:lnTo>
                  <a:pt x="806433" y="433868"/>
                </a:lnTo>
                <a:cubicBezTo>
                  <a:pt x="794932" y="426425"/>
                  <a:pt x="781770" y="420875"/>
                  <a:pt x="764952" y="418775"/>
                </a:cubicBezTo>
                <a:lnTo>
                  <a:pt x="749586" y="417857"/>
                </a:lnTo>
                <a:lnTo>
                  <a:pt x="734638" y="418751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2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3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781444" y="301631"/>
                  <a:pt x="798809" y="308160"/>
                  <a:pt x="813261" y="316991"/>
                </a:cubicBezTo>
                <a:lnTo>
                  <a:pt x="828598" y="329707"/>
                </a:lnTo>
                <a:lnTo>
                  <a:pt x="828598" y="352527"/>
                </a:lnTo>
                <a:lnTo>
                  <a:pt x="806433" y="333940"/>
                </a:lnTo>
                <a:cubicBezTo>
                  <a:pt x="794932" y="326504"/>
                  <a:pt x="781770" y="320958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781444" y="202212"/>
                  <a:pt x="798809" y="208724"/>
                  <a:pt x="813261" y="217467"/>
                </a:cubicBezTo>
                <a:lnTo>
                  <a:pt x="828598" y="229961"/>
                </a:lnTo>
                <a:lnTo>
                  <a:pt x="828598" y="252971"/>
                </a:lnTo>
                <a:lnTo>
                  <a:pt x="806433" y="234239"/>
                </a:lnTo>
                <a:cubicBezTo>
                  <a:pt x="794932" y="226857"/>
                  <a:pt x="781770" y="221440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3"/>
                  <a:pt x="682831" y="241065"/>
                  <a:pt x="662511" y="260868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8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8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8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6"/>
                </a:lnTo>
                <a:cubicBezTo>
                  <a:pt x="781444" y="101560"/>
                  <a:pt x="798809" y="107951"/>
                  <a:pt x="813261" y="116655"/>
                </a:cubicBezTo>
                <a:lnTo>
                  <a:pt x="828598" y="129273"/>
                </a:lnTo>
                <a:lnTo>
                  <a:pt x="828598" y="152470"/>
                </a:lnTo>
                <a:lnTo>
                  <a:pt x="806433" y="133696"/>
                </a:lnTo>
                <a:cubicBezTo>
                  <a:pt x="794932" y="126298"/>
                  <a:pt x="781770" y="120869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6"/>
                  <a:pt x="99855" y="47649"/>
                </a:cubicBezTo>
                <a:cubicBezTo>
                  <a:pt x="123076" y="69730"/>
                  <a:pt x="144556" y="90067"/>
                  <a:pt x="187517" y="90067"/>
                </a:cubicBezTo>
                <a:cubicBezTo>
                  <a:pt x="230477" y="90067"/>
                  <a:pt x="251957" y="69730"/>
                  <a:pt x="275179" y="47649"/>
                </a:cubicBezTo>
                <a:cubicBezTo>
                  <a:pt x="298982" y="24986"/>
                  <a:pt x="324526" y="0"/>
                  <a:pt x="375034" y="0"/>
                </a:cubicBezTo>
                <a:cubicBezTo>
                  <a:pt x="425568" y="0"/>
                  <a:pt x="451706" y="24986"/>
                  <a:pt x="474941" y="47649"/>
                </a:cubicBezTo>
                <a:cubicBezTo>
                  <a:pt x="498175" y="69730"/>
                  <a:pt x="519667" y="90067"/>
                  <a:pt x="562069" y="90067"/>
                </a:cubicBezTo>
                <a:cubicBezTo>
                  <a:pt x="605610" y="90067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775163" y="0"/>
                  <a:pt x="794491" y="6247"/>
                  <a:pt x="810333" y="15326"/>
                </a:cubicBezTo>
                <a:lnTo>
                  <a:pt x="828598" y="30152"/>
                </a:lnTo>
                <a:lnTo>
                  <a:pt x="828598" y="52596"/>
                </a:lnTo>
                <a:lnTo>
                  <a:pt x="806433" y="34009"/>
                </a:lnTo>
                <a:cubicBezTo>
                  <a:pt x="794932" y="26573"/>
                  <a:pt x="781770" y="21028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1"/>
                  <a:pt x="662511" y="60432"/>
                </a:cubicBezTo>
                <a:cubicBezTo>
                  <a:pt x="639282" y="83094"/>
                  <a:pt x="613157" y="108081"/>
                  <a:pt x="562069" y="108081"/>
                </a:cubicBezTo>
                <a:cubicBezTo>
                  <a:pt x="512115" y="108081"/>
                  <a:pt x="485977" y="83094"/>
                  <a:pt x="462743" y="60432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2"/>
                </a:cubicBezTo>
                <a:cubicBezTo>
                  <a:pt x="264149" y="83094"/>
                  <a:pt x="238024" y="108081"/>
                  <a:pt x="187517" y="108081"/>
                </a:cubicBezTo>
                <a:cubicBezTo>
                  <a:pt x="137009" y="108081"/>
                  <a:pt x="111465" y="83094"/>
                  <a:pt x="87663" y="60432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1CA08DC9-0C27-4ED9-A261-BFA40FF5B76F}"/>
              </a:ext>
            </a:extLst>
          </p:cNvPr>
          <p:cNvSpPr>
            <a:spLocks/>
          </p:cNvSpPr>
          <p:nvPr userDrawn="1"/>
        </p:nvSpPr>
        <p:spPr bwMode="auto">
          <a:xfrm>
            <a:off x="11363401" y="1726903"/>
            <a:ext cx="828598" cy="1708593"/>
          </a:xfrm>
          <a:custGeom>
            <a:avLst/>
            <a:gdLst>
              <a:gd name="connsiteX0" fmla="*/ 0 w 828598"/>
              <a:gd name="connsiteY0" fmla="*/ 1600512 h 1708593"/>
              <a:gd name="connsiteX1" fmla="*/ 99855 w 828598"/>
              <a:gd name="connsiteY1" fmla="*/ 1648161 h 1708593"/>
              <a:gd name="connsiteX2" fmla="*/ 187517 w 828598"/>
              <a:gd name="connsiteY2" fmla="*/ 1690580 h 1708593"/>
              <a:gd name="connsiteX3" fmla="*/ 275179 w 828598"/>
              <a:gd name="connsiteY3" fmla="*/ 1648161 h 1708593"/>
              <a:gd name="connsiteX4" fmla="*/ 375034 w 828598"/>
              <a:gd name="connsiteY4" fmla="*/ 1600512 h 1708593"/>
              <a:gd name="connsiteX5" fmla="*/ 474941 w 828598"/>
              <a:gd name="connsiteY5" fmla="*/ 1648161 h 1708593"/>
              <a:gd name="connsiteX6" fmla="*/ 562069 w 828598"/>
              <a:gd name="connsiteY6" fmla="*/ 1690580 h 1708593"/>
              <a:gd name="connsiteX7" fmla="*/ 650315 w 828598"/>
              <a:gd name="connsiteY7" fmla="*/ 1648161 h 1708593"/>
              <a:gd name="connsiteX8" fmla="*/ 740506 w 828598"/>
              <a:gd name="connsiteY8" fmla="*/ 1600798 h 1708593"/>
              <a:gd name="connsiteX9" fmla="*/ 749586 w 828598"/>
              <a:gd name="connsiteY9" fmla="*/ 1600512 h 1708593"/>
              <a:gd name="connsiteX10" fmla="*/ 758889 w 828598"/>
              <a:gd name="connsiteY10" fmla="*/ 1600798 h 1708593"/>
              <a:gd name="connsiteX11" fmla="*/ 813261 w 828598"/>
              <a:gd name="connsiteY11" fmla="*/ 1617573 h 1708593"/>
              <a:gd name="connsiteX12" fmla="*/ 828598 w 828598"/>
              <a:gd name="connsiteY12" fmla="*/ 1630289 h 1708593"/>
              <a:gd name="connsiteX13" fmla="*/ 828598 w 828598"/>
              <a:gd name="connsiteY13" fmla="*/ 1653109 h 1708593"/>
              <a:gd name="connsiteX14" fmla="*/ 806433 w 828598"/>
              <a:gd name="connsiteY14" fmla="*/ 1634521 h 1708593"/>
              <a:gd name="connsiteX15" fmla="*/ 764952 w 828598"/>
              <a:gd name="connsiteY15" fmla="*/ 1619443 h 1708593"/>
              <a:gd name="connsiteX16" fmla="*/ 749586 w 828598"/>
              <a:gd name="connsiteY16" fmla="*/ 1618526 h 1708593"/>
              <a:gd name="connsiteX17" fmla="*/ 734638 w 828598"/>
              <a:gd name="connsiteY17" fmla="*/ 1619443 h 1708593"/>
              <a:gd name="connsiteX18" fmla="*/ 662511 w 828598"/>
              <a:gd name="connsiteY18" fmla="*/ 1660945 h 1708593"/>
              <a:gd name="connsiteX19" fmla="*/ 562069 w 828598"/>
              <a:gd name="connsiteY19" fmla="*/ 1708593 h 1708593"/>
              <a:gd name="connsiteX20" fmla="*/ 462743 w 828598"/>
              <a:gd name="connsiteY20" fmla="*/ 1660945 h 1708593"/>
              <a:gd name="connsiteX21" fmla="*/ 375034 w 828598"/>
              <a:gd name="connsiteY21" fmla="*/ 1618526 h 1708593"/>
              <a:gd name="connsiteX22" fmla="*/ 287371 w 828598"/>
              <a:gd name="connsiteY22" fmla="*/ 1660945 h 1708593"/>
              <a:gd name="connsiteX23" fmla="*/ 187517 w 828598"/>
              <a:gd name="connsiteY23" fmla="*/ 1708593 h 1708593"/>
              <a:gd name="connsiteX24" fmla="*/ 87663 w 828598"/>
              <a:gd name="connsiteY24" fmla="*/ 1660945 h 1708593"/>
              <a:gd name="connsiteX25" fmla="*/ 0 w 828598"/>
              <a:gd name="connsiteY25" fmla="*/ 1618526 h 1708593"/>
              <a:gd name="connsiteX26" fmla="*/ 0 w 828598"/>
              <a:gd name="connsiteY26" fmla="*/ 1501097 h 1708593"/>
              <a:gd name="connsiteX27" fmla="*/ 99855 w 828598"/>
              <a:gd name="connsiteY27" fmla="*/ 1548208 h 1708593"/>
              <a:gd name="connsiteX28" fmla="*/ 187517 w 828598"/>
              <a:gd name="connsiteY28" fmla="*/ 1590666 h 1708593"/>
              <a:gd name="connsiteX29" fmla="*/ 275179 w 828598"/>
              <a:gd name="connsiteY29" fmla="*/ 1548208 h 1708593"/>
              <a:gd name="connsiteX30" fmla="*/ 375034 w 828598"/>
              <a:gd name="connsiteY30" fmla="*/ 1501097 h 1708593"/>
              <a:gd name="connsiteX31" fmla="*/ 474941 w 828598"/>
              <a:gd name="connsiteY31" fmla="*/ 1548208 h 1708593"/>
              <a:gd name="connsiteX32" fmla="*/ 562069 w 828598"/>
              <a:gd name="connsiteY32" fmla="*/ 1590666 h 1708593"/>
              <a:gd name="connsiteX33" fmla="*/ 650315 w 828598"/>
              <a:gd name="connsiteY33" fmla="*/ 1548208 h 1708593"/>
              <a:gd name="connsiteX34" fmla="*/ 740506 w 828598"/>
              <a:gd name="connsiteY34" fmla="*/ 1501377 h 1708593"/>
              <a:gd name="connsiteX35" fmla="*/ 749586 w 828598"/>
              <a:gd name="connsiteY35" fmla="*/ 1501097 h 1708593"/>
              <a:gd name="connsiteX36" fmla="*/ 758889 w 828598"/>
              <a:gd name="connsiteY36" fmla="*/ 1501377 h 1708593"/>
              <a:gd name="connsiteX37" fmla="*/ 813261 w 828598"/>
              <a:gd name="connsiteY37" fmla="*/ 1517855 h 1708593"/>
              <a:gd name="connsiteX38" fmla="*/ 828598 w 828598"/>
              <a:gd name="connsiteY38" fmla="*/ 1530473 h 1708593"/>
              <a:gd name="connsiteX39" fmla="*/ 828598 w 828598"/>
              <a:gd name="connsiteY39" fmla="*/ 1553161 h 1708593"/>
              <a:gd name="connsiteX40" fmla="*/ 806433 w 828598"/>
              <a:gd name="connsiteY40" fmla="*/ 1534556 h 1708593"/>
              <a:gd name="connsiteX41" fmla="*/ 764952 w 828598"/>
              <a:gd name="connsiteY41" fmla="*/ 1519464 h 1708593"/>
              <a:gd name="connsiteX42" fmla="*/ 749586 w 828598"/>
              <a:gd name="connsiteY42" fmla="*/ 1518546 h 1708593"/>
              <a:gd name="connsiteX43" fmla="*/ 734638 w 828598"/>
              <a:gd name="connsiteY43" fmla="*/ 1519464 h 1708593"/>
              <a:gd name="connsiteX44" fmla="*/ 662511 w 828598"/>
              <a:gd name="connsiteY44" fmla="*/ 1561004 h 1708593"/>
              <a:gd name="connsiteX45" fmla="*/ 562069 w 828598"/>
              <a:gd name="connsiteY45" fmla="*/ 1608697 h 1708593"/>
              <a:gd name="connsiteX46" fmla="*/ 462743 w 828598"/>
              <a:gd name="connsiteY46" fmla="*/ 1561004 h 1708593"/>
              <a:gd name="connsiteX47" fmla="*/ 375034 w 828598"/>
              <a:gd name="connsiteY47" fmla="*/ 1518546 h 1708593"/>
              <a:gd name="connsiteX48" fmla="*/ 287371 w 828598"/>
              <a:gd name="connsiteY48" fmla="*/ 1561004 h 1708593"/>
              <a:gd name="connsiteX49" fmla="*/ 187517 w 828598"/>
              <a:gd name="connsiteY49" fmla="*/ 1608697 h 1708593"/>
              <a:gd name="connsiteX50" fmla="*/ 87663 w 828598"/>
              <a:gd name="connsiteY50" fmla="*/ 1561004 h 1708593"/>
              <a:gd name="connsiteX51" fmla="*/ 0 w 828598"/>
              <a:gd name="connsiteY51" fmla="*/ 1518546 h 1708593"/>
              <a:gd name="connsiteX52" fmla="*/ 0 w 828598"/>
              <a:gd name="connsiteY52" fmla="*/ 1399997 h 1708593"/>
              <a:gd name="connsiteX53" fmla="*/ 99855 w 828598"/>
              <a:gd name="connsiteY53" fmla="*/ 1447645 h 1708593"/>
              <a:gd name="connsiteX54" fmla="*/ 187517 w 828598"/>
              <a:gd name="connsiteY54" fmla="*/ 1490064 h 1708593"/>
              <a:gd name="connsiteX55" fmla="*/ 275179 w 828598"/>
              <a:gd name="connsiteY55" fmla="*/ 1447645 h 1708593"/>
              <a:gd name="connsiteX56" fmla="*/ 375034 w 828598"/>
              <a:gd name="connsiteY56" fmla="*/ 1399997 h 1708593"/>
              <a:gd name="connsiteX57" fmla="*/ 474941 w 828598"/>
              <a:gd name="connsiteY57" fmla="*/ 1447645 h 1708593"/>
              <a:gd name="connsiteX58" fmla="*/ 562069 w 828598"/>
              <a:gd name="connsiteY58" fmla="*/ 1490064 h 1708593"/>
              <a:gd name="connsiteX59" fmla="*/ 650315 w 828598"/>
              <a:gd name="connsiteY59" fmla="*/ 1447645 h 1708593"/>
              <a:gd name="connsiteX60" fmla="*/ 740506 w 828598"/>
              <a:gd name="connsiteY60" fmla="*/ 1400283 h 1708593"/>
              <a:gd name="connsiteX61" fmla="*/ 749586 w 828598"/>
              <a:gd name="connsiteY61" fmla="*/ 1399997 h 1708593"/>
              <a:gd name="connsiteX62" fmla="*/ 758889 w 828598"/>
              <a:gd name="connsiteY62" fmla="*/ 1400283 h 1708593"/>
              <a:gd name="connsiteX63" fmla="*/ 813261 w 828598"/>
              <a:gd name="connsiteY63" fmla="*/ 1417058 h 1708593"/>
              <a:gd name="connsiteX64" fmla="*/ 828598 w 828598"/>
              <a:gd name="connsiteY64" fmla="*/ 1429773 h 1708593"/>
              <a:gd name="connsiteX65" fmla="*/ 828598 w 828598"/>
              <a:gd name="connsiteY65" fmla="*/ 1452593 h 1708593"/>
              <a:gd name="connsiteX66" fmla="*/ 806433 w 828598"/>
              <a:gd name="connsiteY66" fmla="*/ 1434006 h 1708593"/>
              <a:gd name="connsiteX67" fmla="*/ 764952 w 828598"/>
              <a:gd name="connsiteY67" fmla="*/ 1418928 h 1708593"/>
              <a:gd name="connsiteX68" fmla="*/ 749586 w 828598"/>
              <a:gd name="connsiteY68" fmla="*/ 1418010 h 1708593"/>
              <a:gd name="connsiteX69" fmla="*/ 734638 w 828598"/>
              <a:gd name="connsiteY69" fmla="*/ 1418928 h 1708593"/>
              <a:gd name="connsiteX70" fmla="*/ 662511 w 828598"/>
              <a:gd name="connsiteY70" fmla="*/ 1460429 h 1708593"/>
              <a:gd name="connsiteX71" fmla="*/ 562069 w 828598"/>
              <a:gd name="connsiteY71" fmla="*/ 1508078 h 1708593"/>
              <a:gd name="connsiteX72" fmla="*/ 462743 w 828598"/>
              <a:gd name="connsiteY72" fmla="*/ 1460429 h 1708593"/>
              <a:gd name="connsiteX73" fmla="*/ 375034 w 828598"/>
              <a:gd name="connsiteY73" fmla="*/ 1418010 h 1708593"/>
              <a:gd name="connsiteX74" fmla="*/ 287371 w 828598"/>
              <a:gd name="connsiteY74" fmla="*/ 1460429 h 1708593"/>
              <a:gd name="connsiteX75" fmla="*/ 187517 w 828598"/>
              <a:gd name="connsiteY75" fmla="*/ 1508078 h 1708593"/>
              <a:gd name="connsiteX76" fmla="*/ 87663 w 828598"/>
              <a:gd name="connsiteY76" fmla="*/ 1460429 h 1708593"/>
              <a:gd name="connsiteX77" fmla="*/ 0 w 828598"/>
              <a:gd name="connsiteY77" fmla="*/ 1418010 h 1708593"/>
              <a:gd name="connsiteX78" fmla="*/ 0 w 828598"/>
              <a:gd name="connsiteY78" fmla="*/ 1300582 h 1708593"/>
              <a:gd name="connsiteX79" fmla="*/ 99855 w 828598"/>
              <a:gd name="connsiteY79" fmla="*/ 1347693 h 1708593"/>
              <a:gd name="connsiteX80" fmla="*/ 187517 w 828598"/>
              <a:gd name="connsiteY80" fmla="*/ 1390151 h 1708593"/>
              <a:gd name="connsiteX81" fmla="*/ 275179 w 828598"/>
              <a:gd name="connsiteY81" fmla="*/ 1347693 h 1708593"/>
              <a:gd name="connsiteX82" fmla="*/ 375034 w 828598"/>
              <a:gd name="connsiteY82" fmla="*/ 1300582 h 1708593"/>
              <a:gd name="connsiteX83" fmla="*/ 474941 w 828598"/>
              <a:gd name="connsiteY83" fmla="*/ 1347693 h 1708593"/>
              <a:gd name="connsiteX84" fmla="*/ 562069 w 828598"/>
              <a:gd name="connsiteY84" fmla="*/ 1390151 h 1708593"/>
              <a:gd name="connsiteX85" fmla="*/ 650315 w 828598"/>
              <a:gd name="connsiteY85" fmla="*/ 1347693 h 1708593"/>
              <a:gd name="connsiteX86" fmla="*/ 740506 w 828598"/>
              <a:gd name="connsiteY86" fmla="*/ 1300868 h 1708593"/>
              <a:gd name="connsiteX87" fmla="*/ 749586 w 828598"/>
              <a:gd name="connsiteY87" fmla="*/ 1300582 h 1708593"/>
              <a:gd name="connsiteX88" fmla="*/ 758889 w 828598"/>
              <a:gd name="connsiteY88" fmla="*/ 1300868 h 1708593"/>
              <a:gd name="connsiteX89" fmla="*/ 813261 w 828598"/>
              <a:gd name="connsiteY89" fmla="*/ 1317571 h 1708593"/>
              <a:gd name="connsiteX90" fmla="*/ 828598 w 828598"/>
              <a:gd name="connsiteY90" fmla="*/ 1330093 h 1708593"/>
              <a:gd name="connsiteX91" fmla="*/ 828598 w 828598"/>
              <a:gd name="connsiteY91" fmla="*/ 1353155 h 1708593"/>
              <a:gd name="connsiteX92" fmla="*/ 806433 w 828598"/>
              <a:gd name="connsiteY92" fmla="*/ 1334381 h 1708593"/>
              <a:gd name="connsiteX93" fmla="*/ 764952 w 828598"/>
              <a:gd name="connsiteY93" fmla="*/ 1319506 h 1708593"/>
              <a:gd name="connsiteX94" fmla="*/ 749586 w 828598"/>
              <a:gd name="connsiteY94" fmla="*/ 1318612 h 1708593"/>
              <a:gd name="connsiteX95" fmla="*/ 734638 w 828598"/>
              <a:gd name="connsiteY95" fmla="*/ 1319506 h 1708593"/>
              <a:gd name="connsiteX96" fmla="*/ 662511 w 828598"/>
              <a:gd name="connsiteY96" fmla="*/ 1361070 h 1708593"/>
              <a:gd name="connsiteX97" fmla="*/ 562069 w 828598"/>
              <a:gd name="connsiteY97" fmla="*/ 1408181 h 1708593"/>
              <a:gd name="connsiteX98" fmla="*/ 462743 w 828598"/>
              <a:gd name="connsiteY98" fmla="*/ 1361070 h 1708593"/>
              <a:gd name="connsiteX99" fmla="*/ 375034 w 828598"/>
              <a:gd name="connsiteY99" fmla="*/ 1318612 h 1708593"/>
              <a:gd name="connsiteX100" fmla="*/ 287371 w 828598"/>
              <a:gd name="connsiteY100" fmla="*/ 1361070 h 1708593"/>
              <a:gd name="connsiteX101" fmla="*/ 187517 w 828598"/>
              <a:gd name="connsiteY101" fmla="*/ 1408181 h 1708593"/>
              <a:gd name="connsiteX102" fmla="*/ 87663 w 828598"/>
              <a:gd name="connsiteY102" fmla="*/ 1361070 h 1708593"/>
              <a:gd name="connsiteX103" fmla="*/ 0 w 828598"/>
              <a:gd name="connsiteY103" fmla="*/ 1318612 h 1708593"/>
              <a:gd name="connsiteX104" fmla="*/ 0 w 828598"/>
              <a:gd name="connsiteY104" fmla="*/ 1200685 h 1708593"/>
              <a:gd name="connsiteX105" fmla="*/ 99855 w 828598"/>
              <a:gd name="connsiteY105" fmla="*/ 1248334 h 1708593"/>
              <a:gd name="connsiteX106" fmla="*/ 187517 w 828598"/>
              <a:gd name="connsiteY106" fmla="*/ 1290753 h 1708593"/>
              <a:gd name="connsiteX107" fmla="*/ 275179 w 828598"/>
              <a:gd name="connsiteY107" fmla="*/ 1248334 h 1708593"/>
              <a:gd name="connsiteX108" fmla="*/ 375034 w 828598"/>
              <a:gd name="connsiteY108" fmla="*/ 1200685 h 1708593"/>
              <a:gd name="connsiteX109" fmla="*/ 474941 w 828598"/>
              <a:gd name="connsiteY109" fmla="*/ 1248334 h 1708593"/>
              <a:gd name="connsiteX110" fmla="*/ 562069 w 828598"/>
              <a:gd name="connsiteY110" fmla="*/ 1290753 h 1708593"/>
              <a:gd name="connsiteX111" fmla="*/ 650315 w 828598"/>
              <a:gd name="connsiteY111" fmla="*/ 1248334 h 1708593"/>
              <a:gd name="connsiteX112" fmla="*/ 740506 w 828598"/>
              <a:gd name="connsiteY112" fmla="*/ 1200971 h 1708593"/>
              <a:gd name="connsiteX113" fmla="*/ 749586 w 828598"/>
              <a:gd name="connsiteY113" fmla="*/ 1200685 h 1708593"/>
              <a:gd name="connsiteX114" fmla="*/ 758889 w 828598"/>
              <a:gd name="connsiteY114" fmla="*/ 1200971 h 1708593"/>
              <a:gd name="connsiteX115" fmla="*/ 813261 w 828598"/>
              <a:gd name="connsiteY115" fmla="*/ 1217746 h 1708593"/>
              <a:gd name="connsiteX116" fmla="*/ 828598 w 828598"/>
              <a:gd name="connsiteY116" fmla="*/ 1230462 h 1708593"/>
              <a:gd name="connsiteX117" fmla="*/ 828598 w 828598"/>
              <a:gd name="connsiteY117" fmla="*/ 1253282 h 1708593"/>
              <a:gd name="connsiteX118" fmla="*/ 806433 w 828598"/>
              <a:gd name="connsiteY118" fmla="*/ 1234694 h 1708593"/>
              <a:gd name="connsiteX119" fmla="*/ 764952 w 828598"/>
              <a:gd name="connsiteY119" fmla="*/ 1219616 h 1708593"/>
              <a:gd name="connsiteX120" fmla="*/ 749586 w 828598"/>
              <a:gd name="connsiteY120" fmla="*/ 1218699 h 1708593"/>
              <a:gd name="connsiteX121" fmla="*/ 734638 w 828598"/>
              <a:gd name="connsiteY121" fmla="*/ 1219616 h 1708593"/>
              <a:gd name="connsiteX122" fmla="*/ 662511 w 828598"/>
              <a:gd name="connsiteY122" fmla="*/ 1261118 h 1708593"/>
              <a:gd name="connsiteX123" fmla="*/ 562069 w 828598"/>
              <a:gd name="connsiteY123" fmla="*/ 1308766 h 1708593"/>
              <a:gd name="connsiteX124" fmla="*/ 462743 w 828598"/>
              <a:gd name="connsiteY124" fmla="*/ 1261118 h 1708593"/>
              <a:gd name="connsiteX125" fmla="*/ 375034 w 828598"/>
              <a:gd name="connsiteY125" fmla="*/ 1218699 h 1708593"/>
              <a:gd name="connsiteX126" fmla="*/ 287371 w 828598"/>
              <a:gd name="connsiteY126" fmla="*/ 1261118 h 1708593"/>
              <a:gd name="connsiteX127" fmla="*/ 187517 w 828598"/>
              <a:gd name="connsiteY127" fmla="*/ 1308766 h 1708593"/>
              <a:gd name="connsiteX128" fmla="*/ 87663 w 828598"/>
              <a:gd name="connsiteY128" fmla="*/ 1261118 h 1708593"/>
              <a:gd name="connsiteX129" fmla="*/ 0 w 828598"/>
              <a:gd name="connsiteY129" fmla="*/ 1218699 h 1708593"/>
              <a:gd name="connsiteX130" fmla="*/ 0 w 828598"/>
              <a:gd name="connsiteY130" fmla="*/ 1100066 h 1708593"/>
              <a:gd name="connsiteX131" fmla="*/ 99855 w 828598"/>
              <a:gd name="connsiteY131" fmla="*/ 1147715 h 1708593"/>
              <a:gd name="connsiteX132" fmla="*/ 187517 w 828598"/>
              <a:gd name="connsiteY132" fmla="*/ 1190134 h 1708593"/>
              <a:gd name="connsiteX133" fmla="*/ 275179 w 828598"/>
              <a:gd name="connsiteY133" fmla="*/ 1147715 h 1708593"/>
              <a:gd name="connsiteX134" fmla="*/ 375034 w 828598"/>
              <a:gd name="connsiteY134" fmla="*/ 1100066 h 1708593"/>
              <a:gd name="connsiteX135" fmla="*/ 474941 w 828598"/>
              <a:gd name="connsiteY135" fmla="*/ 1147715 h 1708593"/>
              <a:gd name="connsiteX136" fmla="*/ 562069 w 828598"/>
              <a:gd name="connsiteY136" fmla="*/ 1190134 h 1708593"/>
              <a:gd name="connsiteX137" fmla="*/ 650315 w 828598"/>
              <a:gd name="connsiteY137" fmla="*/ 1147715 h 1708593"/>
              <a:gd name="connsiteX138" fmla="*/ 740506 w 828598"/>
              <a:gd name="connsiteY138" fmla="*/ 1100352 h 1708593"/>
              <a:gd name="connsiteX139" fmla="*/ 749586 w 828598"/>
              <a:gd name="connsiteY139" fmla="*/ 1100066 h 1708593"/>
              <a:gd name="connsiteX140" fmla="*/ 758889 w 828598"/>
              <a:gd name="connsiteY140" fmla="*/ 1100352 h 1708593"/>
              <a:gd name="connsiteX141" fmla="*/ 813261 w 828598"/>
              <a:gd name="connsiteY141" fmla="*/ 1117127 h 1708593"/>
              <a:gd name="connsiteX142" fmla="*/ 828598 w 828598"/>
              <a:gd name="connsiteY142" fmla="*/ 1129843 h 1708593"/>
              <a:gd name="connsiteX143" fmla="*/ 828598 w 828598"/>
              <a:gd name="connsiteY143" fmla="*/ 1152663 h 1708593"/>
              <a:gd name="connsiteX144" fmla="*/ 806433 w 828598"/>
              <a:gd name="connsiteY144" fmla="*/ 1134075 h 1708593"/>
              <a:gd name="connsiteX145" fmla="*/ 764952 w 828598"/>
              <a:gd name="connsiteY145" fmla="*/ 1118997 h 1708593"/>
              <a:gd name="connsiteX146" fmla="*/ 749586 w 828598"/>
              <a:gd name="connsiteY146" fmla="*/ 1118080 h 1708593"/>
              <a:gd name="connsiteX147" fmla="*/ 734638 w 828598"/>
              <a:gd name="connsiteY147" fmla="*/ 1118997 h 1708593"/>
              <a:gd name="connsiteX148" fmla="*/ 662511 w 828598"/>
              <a:gd name="connsiteY148" fmla="*/ 1160499 h 1708593"/>
              <a:gd name="connsiteX149" fmla="*/ 562069 w 828598"/>
              <a:gd name="connsiteY149" fmla="*/ 1208147 h 1708593"/>
              <a:gd name="connsiteX150" fmla="*/ 462743 w 828598"/>
              <a:gd name="connsiteY150" fmla="*/ 1160499 h 1708593"/>
              <a:gd name="connsiteX151" fmla="*/ 375034 w 828598"/>
              <a:gd name="connsiteY151" fmla="*/ 1118080 h 1708593"/>
              <a:gd name="connsiteX152" fmla="*/ 287371 w 828598"/>
              <a:gd name="connsiteY152" fmla="*/ 1160499 h 1708593"/>
              <a:gd name="connsiteX153" fmla="*/ 187517 w 828598"/>
              <a:gd name="connsiteY153" fmla="*/ 1208147 h 1708593"/>
              <a:gd name="connsiteX154" fmla="*/ 87663 w 828598"/>
              <a:gd name="connsiteY154" fmla="*/ 1160499 h 1708593"/>
              <a:gd name="connsiteX155" fmla="*/ 0 w 828598"/>
              <a:gd name="connsiteY155" fmla="*/ 1118080 h 1708593"/>
              <a:gd name="connsiteX156" fmla="*/ 0 w 828598"/>
              <a:gd name="connsiteY156" fmla="*/ 1000651 h 1708593"/>
              <a:gd name="connsiteX157" fmla="*/ 99855 w 828598"/>
              <a:gd name="connsiteY157" fmla="*/ 1047762 h 1708593"/>
              <a:gd name="connsiteX158" fmla="*/ 187517 w 828598"/>
              <a:gd name="connsiteY158" fmla="*/ 1090220 h 1708593"/>
              <a:gd name="connsiteX159" fmla="*/ 275179 w 828598"/>
              <a:gd name="connsiteY159" fmla="*/ 1047762 h 1708593"/>
              <a:gd name="connsiteX160" fmla="*/ 375034 w 828598"/>
              <a:gd name="connsiteY160" fmla="*/ 1000651 h 1708593"/>
              <a:gd name="connsiteX161" fmla="*/ 474941 w 828598"/>
              <a:gd name="connsiteY161" fmla="*/ 1047762 h 1708593"/>
              <a:gd name="connsiteX162" fmla="*/ 562069 w 828598"/>
              <a:gd name="connsiteY162" fmla="*/ 1090220 h 1708593"/>
              <a:gd name="connsiteX163" fmla="*/ 650315 w 828598"/>
              <a:gd name="connsiteY163" fmla="*/ 1047762 h 1708593"/>
              <a:gd name="connsiteX164" fmla="*/ 740506 w 828598"/>
              <a:gd name="connsiteY164" fmla="*/ 1000937 h 1708593"/>
              <a:gd name="connsiteX165" fmla="*/ 749586 w 828598"/>
              <a:gd name="connsiteY165" fmla="*/ 1000651 h 1708593"/>
              <a:gd name="connsiteX166" fmla="*/ 758889 w 828598"/>
              <a:gd name="connsiteY166" fmla="*/ 1000931 h 1708593"/>
              <a:gd name="connsiteX167" fmla="*/ 813261 w 828598"/>
              <a:gd name="connsiteY167" fmla="*/ 1017410 h 1708593"/>
              <a:gd name="connsiteX168" fmla="*/ 828598 w 828598"/>
              <a:gd name="connsiteY168" fmla="*/ 1030028 h 1708593"/>
              <a:gd name="connsiteX169" fmla="*/ 828598 w 828598"/>
              <a:gd name="connsiteY169" fmla="*/ 1053225 h 1708593"/>
              <a:gd name="connsiteX170" fmla="*/ 806433 w 828598"/>
              <a:gd name="connsiteY170" fmla="*/ 1034450 h 1708593"/>
              <a:gd name="connsiteX171" fmla="*/ 764952 w 828598"/>
              <a:gd name="connsiteY171" fmla="*/ 1019575 h 1708593"/>
              <a:gd name="connsiteX172" fmla="*/ 749586 w 828598"/>
              <a:gd name="connsiteY172" fmla="*/ 1018681 h 1708593"/>
              <a:gd name="connsiteX173" fmla="*/ 734638 w 828598"/>
              <a:gd name="connsiteY173" fmla="*/ 1019575 h 1708593"/>
              <a:gd name="connsiteX174" fmla="*/ 662511 w 828598"/>
              <a:gd name="connsiteY174" fmla="*/ 1061140 h 1708593"/>
              <a:gd name="connsiteX175" fmla="*/ 562069 w 828598"/>
              <a:gd name="connsiteY175" fmla="*/ 1108251 h 1708593"/>
              <a:gd name="connsiteX176" fmla="*/ 462743 w 828598"/>
              <a:gd name="connsiteY176" fmla="*/ 1061140 h 1708593"/>
              <a:gd name="connsiteX177" fmla="*/ 375034 w 828598"/>
              <a:gd name="connsiteY177" fmla="*/ 1018681 h 1708593"/>
              <a:gd name="connsiteX178" fmla="*/ 287371 w 828598"/>
              <a:gd name="connsiteY178" fmla="*/ 1061140 h 1708593"/>
              <a:gd name="connsiteX179" fmla="*/ 187517 w 828598"/>
              <a:gd name="connsiteY179" fmla="*/ 1108251 h 1708593"/>
              <a:gd name="connsiteX180" fmla="*/ 87663 w 828598"/>
              <a:gd name="connsiteY180" fmla="*/ 1061140 h 1708593"/>
              <a:gd name="connsiteX181" fmla="*/ 0 w 828598"/>
              <a:gd name="connsiteY181" fmla="*/ 1018681 h 1708593"/>
              <a:gd name="connsiteX182" fmla="*/ 0 w 828598"/>
              <a:gd name="connsiteY182" fmla="*/ 900273 h 1708593"/>
              <a:gd name="connsiteX183" fmla="*/ 99855 w 828598"/>
              <a:gd name="connsiteY183" fmla="*/ 947279 h 1708593"/>
              <a:gd name="connsiteX184" fmla="*/ 187517 w 828598"/>
              <a:gd name="connsiteY184" fmla="*/ 989642 h 1708593"/>
              <a:gd name="connsiteX185" fmla="*/ 275179 w 828598"/>
              <a:gd name="connsiteY185" fmla="*/ 947279 h 1708593"/>
              <a:gd name="connsiteX186" fmla="*/ 375034 w 828598"/>
              <a:gd name="connsiteY186" fmla="*/ 900273 h 1708593"/>
              <a:gd name="connsiteX187" fmla="*/ 474941 w 828598"/>
              <a:gd name="connsiteY187" fmla="*/ 947279 h 1708593"/>
              <a:gd name="connsiteX188" fmla="*/ 562069 w 828598"/>
              <a:gd name="connsiteY188" fmla="*/ 989642 h 1708593"/>
              <a:gd name="connsiteX189" fmla="*/ 650315 w 828598"/>
              <a:gd name="connsiteY189" fmla="*/ 947279 h 1708593"/>
              <a:gd name="connsiteX190" fmla="*/ 740506 w 828598"/>
              <a:gd name="connsiteY190" fmla="*/ 900552 h 1708593"/>
              <a:gd name="connsiteX191" fmla="*/ 749586 w 828598"/>
              <a:gd name="connsiteY191" fmla="*/ 900273 h 1708593"/>
              <a:gd name="connsiteX192" fmla="*/ 758889 w 828598"/>
              <a:gd name="connsiteY192" fmla="*/ 900552 h 1708593"/>
              <a:gd name="connsiteX193" fmla="*/ 813261 w 828598"/>
              <a:gd name="connsiteY193" fmla="*/ 916994 h 1708593"/>
              <a:gd name="connsiteX194" fmla="*/ 828598 w 828598"/>
              <a:gd name="connsiteY194" fmla="*/ 929584 h 1708593"/>
              <a:gd name="connsiteX195" fmla="*/ 828598 w 828598"/>
              <a:gd name="connsiteY195" fmla="*/ 952729 h 1708593"/>
              <a:gd name="connsiteX196" fmla="*/ 806433 w 828598"/>
              <a:gd name="connsiteY196" fmla="*/ 933997 h 1708593"/>
              <a:gd name="connsiteX197" fmla="*/ 764952 w 828598"/>
              <a:gd name="connsiteY197" fmla="*/ 919155 h 1708593"/>
              <a:gd name="connsiteX198" fmla="*/ 749586 w 828598"/>
              <a:gd name="connsiteY198" fmla="*/ 918263 h 1708593"/>
              <a:gd name="connsiteX199" fmla="*/ 734638 w 828598"/>
              <a:gd name="connsiteY199" fmla="*/ 919155 h 1708593"/>
              <a:gd name="connsiteX200" fmla="*/ 662511 w 828598"/>
              <a:gd name="connsiteY200" fmla="*/ 960626 h 1708593"/>
              <a:gd name="connsiteX201" fmla="*/ 562069 w 828598"/>
              <a:gd name="connsiteY201" fmla="*/ 1007632 h 1708593"/>
              <a:gd name="connsiteX202" fmla="*/ 462743 w 828598"/>
              <a:gd name="connsiteY202" fmla="*/ 960626 h 1708593"/>
              <a:gd name="connsiteX203" fmla="*/ 375034 w 828598"/>
              <a:gd name="connsiteY203" fmla="*/ 918263 h 1708593"/>
              <a:gd name="connsiteX204" fmla="*/ 287371 w 828598"/>
              <a:gd name="connsiteY204" fmla="*/ 960626 h 1708593"/>
              <a:gd name="connsiteX205" fmla="*/ 187517 w 828598"/>
              <a:gd name="connsiteY205" fmla="*/ 1007632 h 1708593"/>
              <a:gd name="connsiteX206" fmla="*/ 87663 w 828598"/>
              <a:gd name="connsiteY206" fmla="*/ 960626 h 1708593"/>
              <a:gd name="connsiteX207" fmla="*/ 0 w 828598"/>
              <a:gd name="connsiteY207" fmla="*/ 918263 h 1708593"/>
              <a:gd name="connsiteX208" fmla="*/ 0 w 828598"/>
              <a:gd name="connsiteY208" fmla="*/ 800136 h 1708593"/>
              <a:gd name="connsiteX209" fmla="*/ 99855 w 828598"/>
              <a:gd name="connsiteY209" fmla="*/ 847785 h 1708593"/>
              <a:gd name="connsiteX210" fmla="*/ 187517 w 828598"/>
              <a:gd name="connsiteY210" fmla="*/ 890203 h 1708593"/>
              <a:gd name="connsiteX211" fmla="*/ 275179 w 828598"/>
              <a:gd name="connsiteY211" fmla="*/ 847785 h 1708593"/>
              <a:gd name="connsiteX212" fmla="*/ 375034 w 828598"/>
              <a:gd name="connsiteY212" fmla="*/ 800136 h 1708593"/>
              <a:gd name="connsiteX213" fmla="*/ 474941 w 828598"/>
              <a:gd name="connsiteY213" fmla="*/ 847785 h 1708593"/>
              <a:gd name="connsiteX214" fmla="*/ 562069 w 828598"/>
              <a:gd name="connsiteY214" fmla="*/ 890203 h 1708593"/>
              <a:gd name="connsiteX215" fmla="*/ 650315 w 828598"/>
              <a:gd name="connsiteY215" fmla="*/ 847785 h 1708593"/>
              <a:gd name="connsiteX216" fmla="*/ 740506 w 828598"/>
              <a:gd name="connsiteY216" fmla="*/ 800422 h 1708593"/>
              <a:gd name="connsiteX217" fmla="*/ 749586 w 828598"/>
              <a:gd name="connsiteY217" fmla="*/ 800136 h 1708593"/>
              <a:gd name="connsiteX218" fmla="*/ 758889 w 828598"/>
              <a:gd name="connsiteY218" fmla="*/ 800422 h 1708593"/>
              <a:gd name="connsiteX219" fmla="*/ 813261 w 828598"/>
              <a:gd name="connsiteY219" fmla="*/ 817197 h 1708593"/>
              <a:gd name="connsiteX220" fmla="*/ 828598 w 828598"/>
              <a:gd name="connsiteY220" fmla="*/ 829912 h 1708593"/>
              <a:gd name="connsiteX221" fmla="*/ 828598 w 828598"/>
              <a:gd name="connsiteY221" fmla="*/ 852732 h 1708593"/>
              <a:gd name="connsiteX222" fmla="*/ 806433 w 828598"/>
              <a:gd name="connsiteY222" fmla="*/ 834145 h 1708593"/>
              <a:gd name="connsiteX223" fmla="*/ 764952 w 828598"/>
              <a:gd name="connsiteY223" fmla="*/ 819066 h 1708593"/>
              <a:gd name="connsiteX224" fmla="*/ 749586 w 828598"/>
              <a:gd name="connsiteY224" fmla="*/ 818149 h 1708593"/>
              <a:gd name="connsiteX225" fmla="*/ 734638 w 828598"/>
              <a:gd name="connsiteY225" fmla="*/ 819066 h 1708593"/>
              <a:gd name="connsiteX226" fmla="*/ 662511 w 828598"/>
              <a:gd name="connsiteY226" fmla="*/ 860568 h 1708593"/>
              <a:gd name="connsiteX227" fmla="*/ 562069 w 828598"/>
              <a:gd name="connsiteY227" fmla="*/ 908217 h 1708593"/>
              <a:gd name="connsiteX228" fmla="*/ 462743 w 828598"/>
              <a:gd name="connsiteY228" fmla="*/ 860568 h 1708593"/>
              <a:gd name="connsiteX229" fmla="*/ 375034 w 828598"/>
              <a:gd name="connsiteY229" fmla="*/ 818149 h 1708593"/>
              <a:gd name="connsiteX230" fmla="*/ 287371 w 828598"/>
              <a:gd name="connsiteY230" fmla="*/ 860568 h 1708593"/>
              <a:gd name="connsiteX231" fmla="*/ 187517 w 828598"/>
              <a:gd name="connsiteY231" fmla="*/ 908217 h 1708593"/>
              <a:gd name="connsiteX232" fmla="*/ 87663 w 828598"/>
              <a:gd name="connsiteY232" fmla="*/ 860568 h 1708593"/>
              <a:gd name="connsiteX233" fmla="*/ 0 w 828598"/>
              <a:gd name="connsiteY233" fmla="*/ 818149 h 1708593"/>
              <a:gd name="connsiteX234" fmla="*/ 0 w 828598"/>
              <a:gd name="connsiteY234" fmla="*/ 700961 h 1708593"/>
              <a:gd name="connsiteX235" fmla="*/ 99855 w 828598"/>
              <a:gd name="connsiteY235" fmla="*/ 747967 h 1708593"/>
              <a:gd name="connsiteX236" fmla="*/ 187517 w 828598"/>
              <a:gd name="connsiteY236" fmla="*/ 790330 h 1708593"/>
              <a:gd name="connsiteX237" fmla="*/ 275179 w 828598"/>
              <a:gd name="connsiteY237" fmla="*/ 747967 h 1708593"/>
              <a:gd name="connsiteX238" fmla="*/ 375034 w 828598"/>
              <a:gd name="connsiteY238" fmla="*/ 700961 h 1708593"/>
              <a:gd name="connsiteX239" fmla="*/ 474941 w 828598"/>
              <a:gd name="connsiteY239" fmla="*/ 747967 h 1708593"/>
              <a:gd name="connsiteX240" fmla="*/ 562069 w 828598"/>
              <a:gd name="connsiteY240" fmla="*/ 790330 h 1708593"/>
              <a:gd name="connsiteX241" fmla="*/ 650315 w 828598"/>
              <a:gd name="connsiteY241" fmla="*/ 747967 h 1708593"/>
              <a:gd name="connsiteX242" fmla="*/ 740506 w 828598"/>
              <a:gd name="connsiteY242" fmla="*/ 701241 h 1708593"/>
              <a:gd name="connsiteX243" fmla="*/ 749586 w 828598"/>
              <a:gd name="connsiteY243" fmla="*/ 700961 h 1708593"/>
              <a:gd name="connsiteX244" fmla="*/ 758889 w 828598"/>
              <a:gd name="connsiteY244" fmla="*/ 701241 h 1708593"/>
              <a:gd name="connsiteX245" fmla="*/ 813261 w 828598"/>
              <a:gd name="connsiteY245" fmla="*/ 717682 h 1708593"/>
              <a:gd name="connsiteX246" fmla="*/ 828598 w 828598"/>
              <a:gd name="connsiteY246" fmla="*/ 730272 h 1708593"/>
              <a:gd name="connsiteX247" fmla="*/ 828598 w 828598"/>
              <a:gd name="connsiteY247" fmla="*/ 753417 h 1708593"/>
              <a:gd name="connsiteX248" fmla="*/ 806433 w 828598"/>
              <a:gd name="connsiteY248" fmla="*/ 734685 h 1708593"/>
              <a:gd name="connsiteX249" fmla="*/ 764952 w 828598"/>
              <a:gd name="connsiteY249" fmla="*/ 719843 h 1708593"/>
              <a:gd name="connsiteX250" fmla="*/ 749586 w 828598"/>
              <a:gd name="connsiteY250" fmla="*/ 718951 h 1708593"/>
              <a:gd name="connsiteX251" fmla="*/ 734638 w 828598"/>
              <a:gd name="connsiteY251" fmla="*/ 719843 h 1708593"/>
              <a:gd name="connsiteX252" fmla="*/ 662511 w 828598"/>
              <a:gd name="connsiteY252" fmla="*/ 761314 h 1708593"/>
              <a:gd name="connsiteX253" fmla="*/ 562069 w 828598"/>
              <a:gd name="connsiteY253" fmla="*/ 808320 h 1708593"/>
              <a:gd name="connsiteX254" fmla="*/ 462743 w 828598"/>
              <a:gd name="connsiteY254" fmla="*/ 761314 h 1708593"/>
              <a:gd name="connsiteX255" fmla="*/ 375034 w 828598"/>
              <a:gd name="connsiteY255" fmla="*/ 718951 h 1708593"/>
              <a:gd name="connsiteX256" fmla="*/ 287371 w 828598"/>
              <a:gd name="connsiteY256" fmla="*/ 761314 h 1708593"/>
              <a:gd name="connsiteX257" fmla="*/ 187517 w 828598"/>
              <a:gd name="connsiteY257" fmla="*/ 808320 h 1708593"/>
              <a:gd name="connsiteX258" fmla="*/ 87663 w 828598"/>
              <a:gd name="connsiteY258" fmla="*/ 761314 h 1708593"/>
              <a:gd name="connsiteX259" fmla="*/ 0 w 828598"/>
              <a:gd name="connsiteY259" fmla="*/ 718951 h 1708593"/>
              <a:gd name="connsiteX260" fmla="*/ 0 w 828598"/>
              <a:gd name="connsiteY260" fmla="*/ 600343 h 1708593"/>
              <a:gd name="connsiteX261" fmla="*/ 99855 w 828598"/>
              <a:gd name="connsiteY261" fmla="*/ 647348 h 1708593"/>
              <a:gd name="connsiteX262" fmla="*/ 187517 w 828598"/>
              <a:gd name="connsiteY262" fmla="*/ 689712 h 1708593"/>
              <a:gd name="connsiteX263" fmla="*/ 275179 w 828598"/>
              <a:gd name="connsiteY263" fmla="*/ 647348 h 1708593"/>
              <a:gd name="connsiteX264" fmla="*/ 375034 w 828598"/>
              <a:gd name="connsiteY264" fmla="*/ 600343 h 1708593"/>
              <a:gd name="connsiteX265" fmla="*/ 474941 w 828598"/>
              <a:gd name="connsiteY265" fmla="*/ 647348 h 1708593"/>
              <a:gd name="connsiteX266" fmla="*/ 562069 w 828598"/>
              <a:gd name="connsiteY266" fmla="*/ 689712 h 1708593"/>
              <a:gd name="connsiteX267" fmla="*/ 650315 w 828598"/>
              <a:gd name="connsiteY267" fmla="*/ 647348 h 1708593"/>
              <a:gd name="connsiteX268" fmla="*/ 740506 w 828598"/>
              <a:gd name="connsiteY268" fmla="*/ 600622 h 1708593"/>
              <a:gd name="connsiteX269" fmla="*/ 749586 w 828598"/>
              <a:gd name="connsiteY269" fmla="*/ 600343 h 1708593"/>
              <a:gd name="connsiteX270" fmla="*/ 758889 w 828598"/>
              <a:gd name="connsiteY270" fmla="*/ 600622 h 1708593"/>
              <a:gd name="connsiteX271" fmla="*/ 813261 w 828598"/>
              <a:gd name="connsiteY271" fmla="*/ 617064 h 1708593"/>
              <a:gd name="connsiteX272" fmla="*/ 828598 w 828598"/>
              <a:gd name="connsiteY272" fmla="*/ 629653 h 1708593"/>
              <a:gd name="connsiteX273" fmla="*/ 828598 w 828598"/>
              <a:gd name="connsiteY273" fmla="*/ 652290 h 1708593"/>
              <a:gd name="connsiteX274" fmla="*/ 806433 w 828598"/>
              <a:gd name="connsiteY274" fmla="*/ 633727 h 1708593"/>
              <a:gd name="connsiteX275" fmla="*/ 764952 w 828598"/>
              <a:gd name="connsiteY275" fmla="*/ 618668 h 1708593"/>
              <a:gd name="connsiteX276" fmla="*/ 749586 w 828598"/>
              <a:gd name="connsiteY276" fmla="*/ 617752 h 1708593"/>
              <a:gd name="connsiteX277" fmla="*/ 734638 w 828598"/>
              <a:gd name="connsiteY277" fmla="*/ 618668 h 1708593"/>
              <a:gd name="connsiteX278" fmla="*/ 662511 w 828598"/>
              <a:gd name="connsiteY278" fmla="*/ 660115 h 1708593"/>
              <a:gd name="connsiteX279" fmla="*/ 562069 w 828598"/>
              <a:gd name="connsiteY279" fmla="*/ 707702 h 1708593"/>
              <a:gd name="connsiteX280" fmla="*/ 462743 w 828598"/>
              <a:gd name="connsiteY280" fmla="*/ 660115 h 1708593"/>
              <a:gd name="connsiteX281" fmla="*/ 375034 w 828598"/>
              <a:gd name="connsiteY281" fmla="*/ 617752 h 1708593"/>
              <a:gd name="connsiteX282" fmla="*/ 287371 w 828598"/>
              <a:gd name="connsiteY282" fmla="*/ 660115 h 1708593"/>
              <a:gd name="connsiteX283" fmla="*/ 187517 w 828598"/>
              <a:gd name="connsiteY283" fmla="*/ 707702 h 1708593"/>
              <a:gd name="connsiteX284" fmla="*/ 87663 w 828598"/>
              <a:gd name="connsiteY284" fmla="*/ 660115 h 1708593"/>
              <a:gd name="connsiteX285" fmla="*/ 0 w 828598"/>
              <a:gd name="connsiteY285" fmla="*/ 617752 h 1708593"/>
              <a:gd name="connsiteX286" fmla="*/ 0 w 828598"/>
              <a:gd name="connsiteY286" fmla="*/ 500446 h 1708593"/>
              <a:gd name="connsiteX287" fmla="*/ 99855 w 828598"/>
              <a:gd name="connsiteY287" fmla="*/ 548032 h 1708593"/>
              <a:gd name="connsiteX288" fmla="*/ 187517 w 828598"/>
              <a:gd name="connsiteY288" fmla="*/ 590395 h 1708593"/>
              <a:gd name="connsiteX289" fmla="*/ 275179 w 828598"/>
              <a:gd name="connsiteY289" fmla="*/ 548032 h 1708593"/>
              <a:gd name="connsiteX290" fmla="*/ 375034 w 828598"/>
              <a:gd name="connsiteY290" fmla="*/ 500446 h 1708593"/>
              <a:gd name="connsiteX291" fmla="*/ 474941 w 828598"/>
              <a:gd name="connsiteY291" fmla="*/ 548032 h 1708593"/>
              <a:gd name="connsiteX292" fmla="*/ 562069 w 828598"/>
              <a:gd name="connsiteY292" fmla="*/ 590395 h 1708593"/>
              <a:gd name="connsiteX293" fmla="*/ 650315 w 828598"/>
              <a:gd name="connsiteY293" fmla="*/ 548032 h 1708593"/>
              <a:gd name="connsiteX294" fmla="*/ 740506 w 828598"/>
              <a:gd name="connsiteY294" fmla="*/ 500732 h 1708593"/>
              <a:gd name="connsiteX295" fmla="*/ 749586 w 828598"/>
              <a:gd name="connsiteY295" fmla="*/ 500446 h 1708593"/>
              <a:gd name="connsiteX296" fmla="*/ 758889 w 828598"/>
              <a:gd name="connsiteY296" fmla="*/ 500732 h 1708593"/>
              <a:gd name="connsiteX297" fmla="*/ 813261 w 828598"/>
              <a:gd name="connsiteY297" fmla="*/ 517484 h 1708593"/>
              <a:gd name="connsiteX298" fmla="*/ 828598 w 828598"/>
              <a:gd name="connsiteY298" fmla="*/ 530184 h 1708593"/>
              <a:gd name="connsiteX299" fmla="*/ 828598 w 828598"/>
              <a:gd name="connsiteY299" fmla="*/ 552974 h 1708593"/>
              <a:gd name="connsiteX300" fmla="*/ 806433 w 828598"/>
              <a:gd name="connsiteY300" fmla="*/ 534411 h 1708593"/>
              <a:gd name="connsiteX301" fmla="*/ 764952 w 828598"/>
              <a:gd name="connsiteY301" fmla="*/ 519352 h 1708593"/>
              <a:gd name="connsiteX302" fmla="*/ 749586 w 828598"/>
              <a:gd name="connsiteY302" fmla="*/ 518436 h 1708593"/>
              <a:gd name="connsiteX303" fmla="*/ 734638 w 828598"/>
              <a:gd name="connsiteY303" fmla="*/ 519352 h 1708593"/>
              <a:gd name="connsiteX304" fmla="*/ 662511 w 828598"/>
              <a:gd name="connsiteY304" fmla="*/ 560799 h 1708593"/>
              <a:gd name="connsiteX305" fmla="*/ 562069 w 828598"/>
              <a:gd name="connsiteY305" fmla="*/ 607805 h 1708593"/>
              <a:gd name="connsiteX306" fmla="*/ 462743 w 828598"/>
              <a:gd name="connsiteY306" fmla="*/ 560799 h 1708593"/>
              <a:gd name="connsiteX307" fmla="*/ 375034 w 828598"/>
              <a:gd name="connsiteY307" fmla="*/ 518436 h 1708593"/>
              <a:gd name="connsiteX308" fmla="*/ 287371 w 828598"/>
              <a:gd name="connsiteY308" fmla="*/ 560799 h 1708593"/>
              <a:gd name="connsiteX309" fmla="*/ 187517 w 828598"/>
              <a:gd name="connsiteY309" fmla="*/ 607805 h 1708593"/>
              <a:gd name="connsiteX310" fmla="*/ 87663 w 828598"/>
              <a:gd name="connsiteY310" fmla="*/ 560799 h 1708593"/>
              <a:gd name="connsiteX311" fmla="*/ 0 w 828598"/>
              <a:gd name="connsiteY311" fmla="*/ 518436 h 1708593"/>
              <a:gd name="connsiteX312" fmla="*/ 0 w 828598"/>
              <a:gd name="connsiteY312" fmla="*/ 399827 h 1708593"/>
              <a:gd name="connsiteX313" fmla="*/ 99855 w 828598"/>
              <a:gd name="connsiteY313" fmla="*/ 447520 h 1708593"/>
              <a:gd name="connsiteX314" fmla="*/ 187517 w 828598"/>
              <a:gd name="connsiteY314" fmla="*/ 489978 h 1708593"/>
              <a:gd name="connsiteX315" fmla="*/ 275179 w 828598"/>
              <a:gd name="connsiteY315" fmla="*/ 447520 h 1708593"/>
              <a:gd name="connsiteX316" fmla="*/ 375034 w 828598"/>
              <a:gd name="connsiteY316" fmla="*/ 399827 h 1708593"/>
              <a:gd name="connsiteX317" fmla="*/ 474941 w 828598"/>
              <a:gd name="connsiteY317" fmla="*/ 447520 h 1708593"/>
              <a:gd name="connsiteX318" fmla="*/ 562069 w 828598"/>
              <a:gd name="connsiteY318" fmla="*/ 489978 h 1708593"/>
              <a:gd name="connsiteX319" fmla="*/ 650315 w 828598"/>
              <a:gd name="connsiteY319" fmla="*/ 447520 h 1708593"/>
              <a:gd name="connsiteX320" fmla="*/ 740506 w 828598"/>
              <a:gd name="connsiteY320" fmla="*/ 400114 h 1708593"/>
              <a:gd name="connsiteX321" fmla="*/ 749586 w 828598"/>
              <a:gd name="connsiteY321" fmla="*/ 399827 h 1708593"/>
              <a:gd name="connsiteX322" fmla="*/ 758889 w 828598"/>
              <a:gd name="connsiteY322" fmla="*/ 400114 h 1708593"/>
              <a:gd name="connsiteX323" fmla="*/ 813261 w 828598"/>
              <a:gd name="connsiteY323" fmla="*/ 416904 h 1708593"/>
              <a:gd name="connsiteX324" fmla="*/ 828598 w 828598"/>
              <a:gd name="connsiteY324" fmla="*/ 429631 h 1708593"/>
              <a:gd name="connsiteX325" fmla="*/ 828598 w 828598"/>
              <a:gd name="connsiteY325" fmla="*/ 452473 h 1708593"/>
              <a:gd name="connsiteX326" fmla="*/ 806433 w 828598"/>
              <a:gd name="connsiteY326" fmla="*/ 433868 h 1708593"/>
              <a:gd name="connsiteX327" fmla="*/ 764952 w 828598"/>
              <a:gd name="connsiteY327" fmla="*/ 418776 h 1708593"/>
              <a:gd name="connsiteX328" fmla="*/ 749586 w 828598"/>
              <a:gd name="connsiteY328" fmla="*/ 417857 h 1708593"/>
              <a:gd name="connsiteX329" fmla="*/ 734638 w 828598"/>
              <a:gd name="connsiteY329" fmla="*/ 418752 h 1708593"/>
              <a:gd name="connsiteX330" fmla="*/ 662511 w 828598"/>
              <a:gd name="connsiteY330" fmla="*/ 460316 h 1708593"/>
              <a:gd name="connsiteX331" fmla="*/ 562069 w 828598"/>
              <a:gd name="connsiteY331" fmla="*/ 507427 h 1708593"/>
              <a:gd name="connsiteX332" fmla="*/ 462743 w 828598"/>
              <a:gd name="connsiteY332" fmla="*/ 460316 h 1708593"/>
              <a:gd name="connsiteX333" fmla="*/ 375034 w 828598"/>
              <a:gd name="connsiteY333" fmla="*/ 417857 h 1708593"/>
              <a:gd name="connsiteX334" fmla="*/ 287371 w 828598"/>
              <a:gd name="connsiteY334" fmla="*/ 460316 h 1708593"/>
              <a:gd name="connsiteX335" fmla="*/ 187517 w 828598"/>
              <a:gd name="connsiteY335" fmla="*/ 507427 h 1708593"/>
              <a:gd name="connsiteX336" fmla="*/ 87663 w 828598"/>
              <a:gd name="connsiteY336" fmla="*/ 460316 h 1708593"/>
              <a:gd name="connsiteX337" fmla="*/ 0 w 828598"/>
              <a:gd name="connsiteY337" fmla="*/ 417857 h 1708593"/>
              <a:gd name="connsiteX338" fmla="*/ 0 w 828598"/>
              <a:gd name="connsiteY338" fmla="*/ 299931 h 1708593"/>
              <a:gd name="connsiteX339" fmla="*/ 99855 w 828598"/>
              <a:gd name="connsiteY339" fmla="*/ 347579 h 1708593"/>
              <a:gd name="connsiteX340" fmla="*/ 187517 w 828598"/>
              <a:gd name="connsiteY340" fmla="*/ 389998 h 1708593"/>
              <a:gd name="connsiteX341" fmla="*/ 275179 w 828598"/>
              <a:gd name="connsiteY341" fmla="*/ 347579 h 1708593"/>
              <a:gd name="connsiteX342" fmla="*/ 375034 w 828598"/>
              <a:gd name="connsiteY342" fmla="*/ 299931 h 1708593"/>
              <a:gd name="connsiteX343" fmla="*/ 474941 w 828598"/>
              <a:gd name="connsiteY343" fmla="*/ 347579 h 1708593"/>
              <a:gd name="connsiteX344" fmla="*/ 562069 w 828598"/>
              <a:gd name="connsiteY344" fmla="*/ 389998 h 1708593"/>
              <a:gd name="connsiteX345" fmla="*/ 650315 w 828598"/>
              <a:gd name="connsiteY345" fmla="*/ 347579 h 1708593"/>
              <a:gd name="connsiteX346" fmla="*/ 740506 w 828598"/>
              <a:gd name="connsiteY346" fmla="*/ 300217 h 1708593"/>
              <a:gd name="connsiteX347" fmla="*/ 749586 w 828598"/>
              <a:gd name="connsiteY347" fmla="*/ 299931 h 1708593"/>
              <a:gd name="connsiteX348" fmla="*/ 758889 w 828598"/>
              <a:gd name="connsiteY348" fmla="*/ 300217 h 1708593"/>
              <a:gd name="connsiteX349" fmla="*/ 813261 w 828598"/>
              <a:gd name="connsiteY349" fmla="*/ 316991 h 1708593"/>
              <a:gd name="connsiteX350" fmla="*/ 828598 w 828598"/>
              <a:gd name="connsiteY350" fmla="*/ 329707 h 1708593"/>
              <a:gd name="connsiteX351" fmla="*/ 828598 w 828598"/>
              <a:gd name="connsiteY351" fmla="*/ 352527 h 1708593"/>
              <a:gd name="connsiteX352" fmla="*/ 806433 w 828598"/>
              <a:gd name="connsiteY352" fmla="*/ 333940 h 1708593"/>
              <a:gd name="connsiteX353" fmla="*/ 764952 w 828598"/>
              <a:gd name="connsiteY353" fmla="*/ 318861 h 1708593"/>
              <a:gd name="connsiteX354" fmla="*/ 749586 w 828598"/>
              <a:gd name="connsiteY354" fmla="*/ 317944 h 1708593"/>
              <a:gd name="connsiteX355" fmla="*/ 734638 w 828598"/>
              <a:gd name="connsiteY355" fmla="*/ 318861 h 1708593"/>
              <a:gd name="connsiteX356" fmla="*/ 662511 w 828598"/>
              <a:gd name="connsiteY356" fmla="*/ 360363 h 1708593"/>
              <a:gd name="connsiteX357" fmla="*/ 562069 w 828598"/>
              <a:gd name="connsiteY357" fmla="*/ 408012 h 1708593"/>
              <a:gd name="connsiteX358" fmla="*/ 462743 w 828598"/>
              <a:gd name="connsiteY358" fmla="*/ 360363 h 1708593"/>
              <a:gd name="connsiteX359" fmla="*/ 375034 w 828598"/>
              <a:gd name="connsiteY359" fmla="*/ 317944 h 1708593"/>
              <a:gd name="connsiteX360" fmla="*/ 287371 w 828598"/>
              <a:gd name="connsiteY360" fmla="*/ 360363 h 1708593"/>
              <a:gd name="connsiteX361" fmla="*/ 187517 w 828598"/>
              <a:gd name="connsiteY361" fmla="*/ 408012 h 1708593"/>
              <a:gd name="connsiteX362" fmla="*/ 87663 w 828598"/>
              <a:gd name="connsiteY362" fmla="*/ 360363 h 1708593"/>
              <a:gd name="connsiteX363" fmla="*/ 0 w 828598"/>
              <a:gd name="connsiteY363" fmla="*/ 317944 h 1708593"/>
              <a:gd name="connsiteX364" fmla="*/ 0 w 828598"/>
              <a:gd name="connsiteY364" fmla="*/ 200515 h 1708593"/>
              <a:gd name="connsiteX365" fmla="*/ 99855 w 828598"/>
              <a:gd name="connsiteY365" fmla="*/ 247521 h 1708593"/>
              <a:gd name="connsiteX366" fmla="*/ 187517 w 828598"/>
              <a:gd name="connsiteY366" fmla="*/ 289885 h 1708593"/>
              <a:gd name="connsiteX367" fmla="*/ 275179 w 828598"/>
              <a:gd name="connsiteY367" fmla="*/ 247521 h 1708593"/>
              <a:gd name="connsiteX368" fmla="*/ 375034 w 828598"/>
              <a:gd name="connsiteY368" fmla="*/ 200515 h 1708593"/>
              <a:gd name="connsiteX369" fmla="*/ 474941 w 828598"/>
              <a:gd name="connsiteY369" fmla="*/ 247521 h 1708593"/>
              <a:gd name="connsiteX370" fmla="*/ 562069 w 828598"/>
              <a:gd name="connsiteY370" fmla="*/ 289885 h 1708593"/>
              <a:gd name="connsiteX371" fmla="*/ 650315 w 828598"/>
              <a:gd name="connsiteY371" fmla="*/ 247521 h 1708593"/>
              <a:gd name="connsiteX372" fmla="*/ 740506 w 828598"/>
              <a:gd name="connsiteY372" fmla="*/ 200801 h 1708593"/>
              <a:gd name="connsiteX373" fmla="*/ 749586 w 828598"/>
              <a:gd name="connsiteY373" fmla="*/ 200515 h 1708593"/>
              <a:gd name="connsiteX374" fmla="*/ 758889 w 828598"/>
              <a:gd name="connsiteY374" fmla="*/ 200801 h 1708593"/>
              <a:gd name="connsiteX375" fmla="*/ 813261 w 828598"/>
              <a:gd name="connsiteY375" fmla="*/ 217467 h 1708593"/>
              <a:gd name="connsiteX376" fmla="*/ 828598 w 828598"/>
              <a:gd name="connsiteY376" fmla="*/ 229961 h 1708593"/>
              <a:gd name="connsiteX377" fmla="*/ 828598 w 828598"/>
              <a:gd name="connsiteY377" fmla="*/ 252971 h 1708593"/>
              <a:gd name="connsiteX378" fmla="*/ 806433 w 828598"/>
              <a:gd name="connsiteY378" fmla="*/ 234239 h 1708593"/>
              <a:gd name="connsiteX379" fmla="*/ 764952 w 828598"/>
              <a:gd name="connsiteY379" fmla="*/ 219397 h 1708593"/>
              <a:gd name="connsiteX380" fmla="*/ 749586 w 828598"/>
              <a:gd name="connsiteY380" fmla="*/ 218505 h 1708593"/>
              <a:gd name="connsiteX381" fmla="*/ 734638 w 828598"/>
              <a:gd name="connsiteY381" fmla="*/ 219397 h 1708593"/>
              <a:gd name="connsiteX382" fmla="*/ 662511 w 828598"/>
              <a:gd name="connsiteY382" fmla="*/ 260868 h 1708593"/>
              <a:gd name="connsiteX383" fmla="*/ 562069 w 828598"/>
              <a:gd name="connsiteY383" fmla="*/ 307874 h 1708593"/>
              <a:gd name="connsiteX384" fmla="*/ 462743 w 828598"/>
              <a:gd name="connsiteY384" fmla="*/ 260868 h 1708593"/>
              <a:gd name="connsiteX385" fmla="*/ 375034 w 828598"/>
              <a:gd name="connsiteY385" fmla="*/ 218505 h 1708593"/>
              <a:gd name="connsiteX386" fmla="*/ 287371 w 828598"/>
              <a:gd name="connsiteY386" fmla="*/ 260868 h 1708593"/>
              <a:gd name="connsiteX387" fmla="*/ 187517 w 828598"/>
              <a:gd name="connsiteY387" fmla="*/ 307874 h 1708593"/>
              <a:gd name="connsiteX388" fmla="*/ 87663 w 828598"/>
              <a:gd name="connsiteY388" fmla="*/ 260868 h 1708593"/>
              <a:gd name="connsiteX389" fmla="*/ 0 w 828598"/>
              <a:gd name="connsiteY389" fmla="*/ 218505 h 1708593"/>
              <a:gd name="connsiteX390" fmla="*/ 0 w 828598"/>
              <a:gd name="connsiteY390" fmla="*/ 99897 h 1708593"/>
              <a:gd name="connsiteX391" fmla="*/ 99855 w 828598"/>
              <a:gd name="connsiteY391" fmla="*/ 147008 h 1708593"/>
              <a:gd name="connsiteX392" fmla="*/ 187517 w 828598"/>
              <a:gd name="connsiteY392" fmla="*/ 189466 h 1708593"/>
              <a:gd name="connsiteX393" fmla="*/ 275179 w 828598"/>
              <a:gd name="connsiteY393" fmla="*/ 147008 h 1708593"/>
              <a:gd name="connsiteX394" fmla="*/ 375034 w 828598"/>
              <a:gd name="connsiteY394" fmla="*/ 99897 h 1708593"/>
              <a:gd name="connsiteX395" fmla="*/ 474941 w 828598"/>
              <a:gd name="connsiteY395" fmla="*/ 147008 h 1708593"/>
              <a:gd name="connsiteX396" fmla="*/ 562069 w 828598"/>
              <a:gd name="connsiteY396" fmla="*/ 189466 h 1708593"/>
              <a:gd name="connsiteX397" fmla="*/ 650315 w 828598"/>
              <a:gd name="connsiteY397" fmla="*/ 147008 h 1708593"/>
              <a:gd name="connsiteX398" fmla="*/ 740506 w 828598"/>
              <a:gd name="connsiteY398" fmla="*/ 100183 h 1708593"/>
              <a:gd name="connsiteX399" fmla="*/ 749586 w 828598"/>
              <a:gd name="connsiteY399" fmla="*/ 99897 h 1708593"/>
              <a:gd name="connsiteX400" fmla="*/ 758889 w 828598"/>
              <a:gd name="connsiteY400" fmla="*/ 100177 h 1708593"/>
              <a:gd name="connsiteX401" fmla="*/ 813261 w 828598"/>
              <a:gd name="connsiteY401" fmla="*/ 116655 h 1708593"/>
              <a:gd name="connsiteX402" fmla="*/ 828598 w 828598"/>
              <a:gd name="connsiteY402" fmla="*/ 129273 h 1708593"/>
              <a:gd name="connsiteX403" fmla="*/ 828598 w 828598"/>
              <a:gd name="connsiteY403" fmla="*/ 152470 h 1708593"/>
              <a:gd name="connsiteX404" fmla="*/ 806433 w 828598"/>
              <a:gd name="connsiteY404" fmla="*/ 133696 h 1708593"/>
              <a:gd name="connsiteX405" fmla="*/ 764952 w 828598"/>
              <a:gd name="connsiteY405" fmla="*/ 118821 h 1708593"/>
              <a:gd name="connsiteX406" fmla="*/ 749586 w 828598"/>
              <a:gd name="connsiteY406" fmla="*/ 117927 h 1708593"/>
              <a:gd name="connsiteX407" fmla="*/ 734638 w 828598"/>
              <a:gd name="connsiteY407" fmla="*/ 118821 h 1708593"/>
              <a:gd name="connsiteX408" fmla="*/ 662511 w 828598"/>
              <a:gd name="connsiteY408" fmla="*/ 160385 h 1708593"/>
              <a:gd name="connsiteX409" fmla="*/ 562069 w 828598"/>
              <a:gd name="connsiteY409" fmla="*/ 207496 h 1708593"/>
              <a:gd name="connsiteX410" fmla="*/ 462743 w 828598"/>
              <a:gd name="connsiteY410" fmla="*/ 160385 h 1708593"/>
              <a:gd name="connsiteX411" fmla="*/ 375034 w 828598"/>
              <a:gd name="connsiteY411" fmla="*/ 117927 h 1708593"/>
              <a:gd name="connsiteX412" fmla="*/ 287371 w 828598"/>
              <a:gd name="connsiteY412" fmla="*/ 160385 h 1708593"/>
              <a:gd name="connsiteX413" fmla="*/ 187517 w 828598"/>
              <a:gd name="connsiteY413" fmla="*/ 207496 h 1708593"/>
              <a:gd name="connsiteX414" fmla="*/ 87663 w 828598"/>
              <a:gd name="connsiteY414" fmla="*/ 160385 h 1708593"/>
              <a:gd name="connsiteX415" fmla="*/ 0 w 828598"/>
              <a:gd name="connsiteY415" fmla="*/ 117927 h 1708593"/>
              <a:gd name="connsiteX416" fmla="*/ 0 w 828598"/>
              <a:gd name="connsiteY416" fmla="*/ 0 h 1708593"/>
              <a:gd name="connsiteX417" fmla="*/ 99855 w 828598"/>
              <a:gd name="connsiteY417" fmla="*/ 47649 h 1708593"/>
              <a:gd name="connsiteX418" fmla="*/ 187517 w 828598"/>
              <a:gd name="connsiteY418" fmla="*/ 90067 h 1708593"/>
              <a:gd name="connsiteX419" fmla="*/ 275179 w 828598"/>
              <a:gd name="connsiteY419" fmla="*/ 47649 h 1708593"/>
              <a:gd name="connsiteX420" fmla="*/ 375034 w 828598"/>
              <a:gd name="connsiteY420" fmla="*/ 0 h 1708593"/>
              <a:gd name="connsiteX421" fmla="*/ 474941 w 828598"/>
              <a:gd name="connsiteY421" fmla="*/ 47649 h 1708593"/>
              <a:gd name="connsiteX422" fmla="*/ 562069 w 828598"/>
              <a:gd name="connsiteY422" fmla="*/ 90067 h 1708593"/>
              <a:gd name="connsiteX423" fmla="*/ 650315 w 828598"/>
              <a:gd name="connsiteY423" fmla="*/ 47649 h 1708593"/>
              <a:gd name="connsiteX424" fmla="*/ 740506 w 828598"/>
              <a:gd name="connsiteY424" fmla="*/ 286 h 1708593"/>
              <a:gd name="connsiteX425" fmla="*/ 749586 w 828598"/>
              <a:gd name="connsiteY425" fmla="*/ 0 h 1708593"/>
              <a:gd name="connsiteX426" fmla="*/ 810333 w 828598"/>
              <a:gd name="connsiteY426" fmla="*/ 15326 h 1708593"/>
              <a:gd name="connsiteX427" fmla="*/ 828598 w 828598"/>
              <a:gd name="connsiteY427" fmla="*/ 30152 h 1708593"/>
              <a:gd name="connsiteX428" fmla="*/ 828598 w 828598"/>
              <a:gd name="connsiteY428" fmla="*/ 52597 h 1708593"/>
              <a:gd name="connsiteX429" fmla="*/ 806433 w 828598"/>
              <a:gd name="connsiteY429" fmla="*/ 34009 h 1708593"/>
              <a:gd name="connsiteX430" fmla="*/ 764952 w 828598"/>
              <a:gd name="connsiteY430" fmla="*/ 18931 h 1708593"/>
              <a:gd name="connsiteX431" fmla="*/ 749586 w 828598"/>
              <a:gd name="connsiteY431" fmla="*/ 18014 h 1708593"/>
              <a:gd name="connsiteX432" fmla="*/ 734638 w 828598"/>
              <a:gd name="connsiteY432" fmla="*/ 18931 h 1708593"/>
              <a:gd name="connsiteX433" fmla="*/ 662511 w 828598"/>
              <a:gd name="connsiteY433" fmla="*/ 60433 h 1708593"/>
              <a:gd name="connsiteX434" fmla="*/ 562069 w 828598"/>
              <a:gd name="connsiteY434" fmla="*/ 108081 h 1708593"/>
              <a:gd name="connsiteX435" fmla="*/ 462743 w 828598"/>
              <a:gd name="connsiteY435" fmla="*/ 60433 h 1708593"/>
              <a:gd name="connsiteX436" fmla="*/ 375034 w 828598"/>
              <a:gd name="connsiteY436" fmla="*/ 18014 h 1708593"/>
              <a:gd name="connsiteX437" fmla="*/ 287371 w 828598"/>
              <a:gd name="connsiteY437" fmla="*/ 60433 h 1708593"/>
              <a:gd name="connsiteX438" fmla="*/ 187517 w 828598"/>
              <a:gd name="connsiteY438" fmla="*/ 108081 h 1708593"/>
              <a:gd name="connsiteX439" fmla="*/ 87663 w 828598"/>
              <a:gd name="connsiteY439" fmla="*/ 60433 h 1708593"/>
              <a:gd name="connsiteX440" fmla="*/ 0 w 828598"/>
              <a:gd name="connsiteY440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</a:cxnLst>
            <a:rect l="l" t="t" r="r" b="b"/>
            <a:pathLst>
              <a:path w="828598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781444" y="1602212"/>
                  <a:pt x="798809" y="1608742"/>
                  <a:pt x="813261" y="1617573"/>
                </a:cubicBezTo>
                <a:lnTo>
                  <a:pt x="828598" y="1630289"/>
                </a:lnTo>
                <a:lnTo>
                  <a:pt x="828598" y="1653109"/>
                </a:lnTo>
                <a:lnTo>
                  <a:pt x="806433" y="1634521"/>
                </a:lnTo>
                <a:cubicBezTo>
                  <a:pt x="794932" y="1627085"/>
                  <a:pt x="781770" y="1621540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781444" y="1502760"/>
                  <a:pt x="798809" y="1509152"/>
                  <a:pt x="813261" y="1517855"/>
                </a:cubicBezTo>
                <a:lnTo>
                  <a:pt x="828598" y="1530473"/>
                </a:lnTo>
                <a:lnTo>
                  <a:pt x="828598" y="1553161"/>
                </a:lnTo>
                <a:lnTo>
                  <a:pt x="806433" y="1534556"/>
                </a:lnTo>
                <a:cubicBezTo>
                  <a:pt x="794932" y="1527113"/>
                  <a:pt x="781770" y="1521563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781444" y="1401697"/>
                  <a:pt x="798809" y="1408226"/>
                  <a:pt x="813261" y="1417058"/>
                </a:cubicBezTo>
                <a:lnTo>
                  <a:pt x="828598" y="1429773"/>
                </a:lnTo>
                <a:lnTo>
                  <a:pt x="828598" y="1452593"/>
                </a:lnTo>
                <a:lnTo>
                  <a:pt x="806433" y="1434006"/>
                </a:lnTo>
                <a:cubicBezTo>
                  <a:pt x="794932" y="1426570"/>
                  <a:pt x="781770" y="1421025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781444" y="1302282"/>
                  <a:pt x="798809" y="1308809"/>
                  <a:pt x="813261" y="1317571"/>
                </a:cubicBezTo>
                <a:lnTo>
                  <a:pt x="828598" y="1330093"/>
                </a:lnTo>
                <a:lnTo>
                  <a:pt x="828598" y="1353155"/>
                </a:lnTo>
                <a:lnTo>
                  <a:pt x="806433" y="1334381"/>
                </a:lnTo>
                <a:cubicBezTo>
                  <a:pt x="794932" y="1326983"/>
                  <a:pt x="781770" y="1321554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781444" y="1202385"/>
                  <a:pt x="798809" y="1208914"/>
                  <a:pt x="813261" y="1217746"/>
                </a:cubicBezTo>
                <a:lnTo>
                  <a:pt x="828598" y="1230462"/>
                </a:lnTo>
                <a:lnTo>
                  <a:pt x="828598" y="1253282"/>
                </a:lnTo>
                <a:lnTo>
                  <a:pt x="806433" y="1234694"/>
                </a:lnTo>
                <a:cubicBezTo>
                  <a:pt x="794932" y="1227258"/>
                  <a:pt x="781770" y="1221713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1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781444" y="1101767"/>
                  <a:pt x="798809" y="1108296"/>
                  <a:pt x="813261" y="1117127"/>
                </a:cubicBezTo>
                <a:lnTo>
                  <a:pt x="828598" y="1129843"/>
                </a:lnTo>
                <a:lnTo>
                  <a:pt x="828598" y="1152663"/>
                </a:lnTo>
                <a:lnTo>
                  <a:pt x="806433" y="1134075"/>
                </a:lnTo>
                <a:cubicBezTo>
                  <a:pt x="794932" y="1126639"/>
                  <a:pt x="781770" y="1121094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781444" y="1002314"/>
                  <a:pt x="798809" y="1008706"/>
                  <a:pt x="813261" y="1017410"/>
                </a:cubicBezTo>
                <a:lnTo>
                  <a:pt x="828598" y="1030028"/>
                </a:lnTo>
                <a:lnTo>
                  <a:pt x="828598" y="1053225"/>
                </a:lnTo>
                <a:lnTo>
                  <a:pt x="806433" y="1034450"/>
                </a:lnTo>
                <a:cubicBezTo>
                  <a:pt x="794932" y="1027052"/>
                  <a:pt x="781770" y="1021623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781444" y="901933"/>
                  <a:pt x="798809" y="908310"/>
                  <a:pt x="813261" y="916994"/>
                </a:cubicBezTo>
                <a:lnTo>
                  <a:pt x="828598" y="929584"/>
                </a:lnTo>
                <a:lnTo>
                  <a:pt x="828598" y="952729"/>
                </a:lnTo>
                <a:lnTo>
                  <a:pt x="806433" y="933997"/>
                </a:lnTo>
                <a:cubicBezTo>
                  <a:pt x="794932" y="926615"/>
                  <a:pt x="781770" y="921198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8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8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5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5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5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5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781444" y="801836"/>
                  <a:pt x="798809" y="808365"/>
                  <a:pt x="813261" y="817197"/>
                </a:cubicBezTo>
                <a:lnTo>
                  <a:pt x="828598" y="829912"/>
                </a:lnTo>
                <a:lnTo>
                  <a:pt x="828598" y="852732"/>
                </a:lnTo>
                <a:lnTo>
                  <a:pt x="806433" y="834145"/>
                </a:lnTo>
                <a:cubicBezTo>
                  <a:pt x="794932" y="826709"/>
                  <a:pt x="781770" y="821164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600"/>
                  <a:pt x="144556" y="790330"/>
                  <a:pt x="187517" y="790330"/>
                </a:cubicBezTo>
                <a:cubicBezTo>
                  <a:pt x="230477" y="790330"/>
                  <a:pt x="251957" y="770600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600"/>
                  <a:pt x="519667" y="790330"/>
                  <a:pt x="562069" y="790330"/>
                </a:cubicBezTo>
                <a:cubicBezTo>
                  <a:pt x="605610" y="790330"/>
                  <a:pt x="627090" y="770600"/>
                  <a:pt x="650315" y="747967"/>
                </a:cubicBezTo>
                <a:cubicBezTo>
                  <a:pt x="672083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781444" y="702621"/>
                  <a:pt x="798809" y="708998"/>
                  <a:pt x="813261" y="717682"/>
                </a:cubicBezTo>
                <a:lnTo>
                  <a:pt x="828598" y="730272"/>
                </a:lnTo>
                <a:lnTo>
                  <a:pt x="828598" y="753417"/>
                </a:lnTo>
                <a:lnTo>
                  <a:pt x="806433" y="734685"/>
                </a:lnTo>
                <a:cubicBezTo>
                  <a:pt x="794932" y="727303"/>
                  <a:pt x="781770" y="721886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6"/>
                  <a:pt x="613157" y="808320"/>
                  <a:pt x="562069" y="808320"/>
                </a:cubicBezTo>
                <a:cubicBezTo>
                  <a:pt x="512115" y="808320"/>
                  <a:pt x="485977" y="783366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6"/>
                  <a:pt x="238024" y="808320"/>
                  <a:pt x="187517" y="808320"/>
                </a:cubicBezTo>
                <a:cubicBezTo>
                  <a:pt x="137009" y="808320"/>
                  <a:pt x="111465" y="783366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1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1"/>
                  <a:pt x="650315" y="647348"/>
                </a:cubicBezTo>
                <a:cubicBezTo>
                  <a:pt x="672083" y="626131"/>
                  <a:pt x="696405" y="603383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781444" y="602002"/>
                  <a:pt x="798809" y="608379"/>
                  <a:pt x="813261" y="617064"/>
                </a:cubicBezTo>
                <a:lnTo>
                  <a:pt x="828598" y="629653"/>
                </a:lnTo>
                <a:lnTo>
                  <a:pt x="828598" y="652290"/>
                </a:lnTo>
                <a:lnTo>
                  <a:pt x="806433" y="633727"/>
                </a:lnTo>
                <a:cubicBezTo>
                  <a:pt x="794932" y="626301"/>
                  <a:pt x="781770" y="620763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2"/>
                  <a:pt x="562069" y="707702"/>
                </a:cubicBezTo>
                <a:cubicBezTo>
                  <a:pt x="512115" y="707702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2"/>
                  <a:pt x="187517" y="707702"/>
                </a:cubicBezTo>
                <a:cubicBezTo>
                  <a:pt x="137009" y="707702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781444" y="502144"/>
                  <a:pt x="798809" y="508665"/>
                  <a:pt x="813261" y="517484"/>
                </a:cubicBezTo>
                <a:lnTo>
                  <a:pt x="828598" y="530184"/>
                </a:lnTo>
                <a:lnTo>
                  <a:pt x="828598" y="552974"/>
                </a:lnTo>
                <a:lnTo>
                  <a:pt x="806433" y="534411"/>
                </a:lnTo>
                <a:cubicBezTo>
                  <a:pt x="794932" y="526984"/>
                  <a:pt x="781770" y="521446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1"/>
                  <a:pt x="613157" y="607805"/>
                  <a:pt x="562069" y="607805"/>
                </a:cubicBezTo>
                <a:cubicBezTo>
                  <a:pt x="512115" y="607805"/>
                  <a:pt x="485977" y="583431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1"/>
                  <a:pt x="238024" y="607805"/>
                  <a:pt x="187517" y="607805"/>
                </a:cubicBezTo>
                <a:cubicBezTo>
                  <a:pt x="137009" y="607805"/>
                  <a:pt x="111465" y="583431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1"/>
                  <a:pt x="144556" y="489978"/>
                  <a:pt x="187517" y="489978"/>
                </a:cubicBezTo>
                <a:cubicBezTo>
                  <a:pt x="230477" y="489978"/>
                  <a:pt x="251957" y="469621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1"/>
                  <a:pt x="519667" y="489978"/>
                  <a:pt x="562069" y="489978"/>
                </a:cubicBezTo>
                <a:cubicBezTo>
                  <a:pt x="605610" y="489978"/>
                  <a:pt x="627090" y="469621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781444" y="401529"/>
                  <a:pt x="798809" y="408064"/>
                  <a:pt x="813261" y="416904"/>
                </a:cubicBezTo>
                <a:lnTo>
                  <a:pt x="828598" y="429631"/>
                </a:lnTo>
                <a:lnTo>
                  <a:pt x="828598" y="452473"/>
                </a:lnTo>
                <a:lnTo>
                  <a:pt x="806433" y="433868"/>
                </a:lnTo>
                <a:cubicBezTo>
                  <a:pt x="794932" y="426425"/>
                  <a:pt x="781770" y="420875"/>
                  <a:pt x="764952" y="418776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2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4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781444" y="301631"/>
                  <a:pt x="798809" y="308160"/>
                  <a:pt x="813261" y="316991"/>
                </a:cubicBezTo>
                <a:lnTo>
                  <a:pt x="828598" y="329707"/>
                </a:lnTo>
                <a:lnTo>
                  <a:pt x="828598" y="352527"/>
                </a:lnTo>
                <a:lnTo>
                  <a:pt x="806433" y="333940"/>
                </a:lnTo>
                <a:cubicBezTo>
                  <a:pt x="794932" y="326504"/>
                  <a:pt x="781770" y="320958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2"/>
                  <a:pt x="562069" y="408012"/>
                </a:cubicBezTo>
                <a:cubicBezTo>
                  <a:pt x="512115" y="408012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2"/>
                  <a:pt x="187517" y="408012"/>
                </a:cubicBezTo>
                <a:cubicBezTo>
                  <a:pt x="137009" y="408012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5"/>
                  <a:pt x="187517" y="289885"/>
                </a:cubicBezTo>
                <a:cubicBezTo>
                  <a:pt x="230477" y="289885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5"/>
                  <a:pt x="562069" y="289885"/>
                </a:cubicBezTo>
                <a:cubicBezTo>
                  <a:pt x="605610" y="289885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781444" y="202212"/>
                  <a:pt x="798809" y="208724"/>
                  <a:pt x="813261" y="217467"/>
                </a:cubicBezTo>
                <a:lnTo>
                  <a:pt x="828598" y="229961"/>
                </a:lnTo>
                <a:lnTo>
                  <a:pt x="828598" y="252971"/>
                </a:lnTo>
                <a:lnTo>
                  <a:pt x="806433" y="234239"/>
                </a:lnTo>
                <a:cubicBezTo>
                  <a:pt x="794932" y="226857"/>
                  <a:pt x="781770" y="221440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3"/>
                  <a:pt x="682831" y="241065"/>
                  <a:pt x="662511" y="260868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8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8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8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7"/>
                </a:lnTo>
                <a:cubicBezTo>
                  <a:pt x="781444" y="101560"/>
                  <a:pt x="798809" y="107951"/>
                  <a:pt x="813261" y="116655"/>
                </a:cubicBezTo>
                <a:lnTo>
                  <a:pt x="828598" y="129273"/>
                </a:lnTo>
                <a:lnTo>
                  <a:pt x="828598" y="152470"/>
                </a:lnTo>
                <a:lnTo>
                  <a:pt x="806433" y="133696"/>
                </a:lnTo>
                <a:cubicBezTo>
                  <a:pt x="794932" y="126298"/>
                  <a:pt x="781770" y="120869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7"/>
                  <a:pt x="99855" y="47649"/>
                </a:cubicBezTo>
                <a:cubicBezTo>
                  <a:pt x="123076" y="69730"/>
                  <a:pt x="144556" y="90067"/>
                  <a:pt x="187517" y="90067"/>
                </a:cubicBezTo>
                <a:cubicBezTo>
                  <a:pt x="230477" y="90067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1" y="47649"/>
                </a:cubicBezTo>
                <a:cubicBezTo>
                  <a:pt x="498175" y="69730"/>
                  <a:pt x="519667" y="90067"/>
                  <a:pt x="562069" y="90067"/>
                </a:cubicBezTo>
                <a:cubicBezTo>
                  <a:pt x="605610" y="90067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775163" y="0"/>
                  <a:pt x="794491" y="6247"/>
                  <a:pt x="810333" y="15326"/>
                </a:cubicBezTo>
                <a:lnTo>
                  <a:pt x="828598" y="30152"/>
                </a:lnTo>
                <a:lnTo>
                  <a:pt x="828598" y="52597"/>
                </a:lnTo>
                <a:lnTo>
                  <a:pt x="806433" y="34009"/>
                </a:lnTo>
                <a:cubicBezTo>
                  <a:pt x="794932" y="26573"/>
                  <a:pt x="781770" y="21028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2"/>
                  <a:pt x="662511" y="60433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3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3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09" y="108081"/>
                  <a:pt x="111465" y="83095"/>
                  <a:pt x="87663" y="60433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3E13CAC2-E274-4155-AC08-8BC3842B0A4C}"/>
              </a:ext>
            </a:extLst>
          </p:cNvPr>
          <p:cNvSpPr>
            <a:spLocks/>
          </p:cNvSpPr>
          <p:nvPr userDrawn="1"/>
        </p:nvSpPr>
        <p:spPr bwMode="auto">
          <a:xfrm>
            <a:off x="11363401" y="10434"/>
            <a:ext cx="828598" cy="1708593"/>
          </a:xfrm>
          <a:custGeom>
            <a:avLst/>
            <a:gdLst>
              <a:gd name="connsiteX0" fmla="*/ 0 w 828598"/>
              <a:gd name="connsiteY0" fmla="*/ 1600512 h 1708593"/>
              <a:gd name="connsiteX1" fmla="*/ 99855 w 828598"/>
              <a:gd name="connsiteY1" fmla="*/ 1648161 h 1708593"/>
              <a:gd name="connsiteX2" fmla="*/ 187517 w 828598"/>
              <a:gd name="connsiteY2" fmla="*/ 1690580 h 1708593"/>
              <a:gd name="connsiteX3" fmla="*/ 275179 w 828598"/>
              <a:gd name="connsiteY3" fmla="*/ 1648161 h 1708593"/>
              <a:gd name="connsiteX4" fmla="*/ 375034 w 828598"/>
              <a:gd name="connsiteY4" fmla="*/ 1600512 h 1708593"/>
              <a:gd name="connsiteX5" fmla="*/ 474941 w 828598"/>
              <a:gd name="connsiteY5" fmla="*/ 1648161 h 1708593"/>
              <a:gd name="connsiteX6" fmla="*/ 562069 w 828598"/>
              <a:gd name="connsiteY6" fmla="*/ 1690580 h 1708593"/>
              <a:gd name="connsiteX7" fmla="*/ 650315 w 828598"/>
              <a:gd name="connsiteY7" fmla="*/ 1648161 h 1708593"/>
              <a:gd name="connsiteX8" fmla="*/ 740506 w 828598"/>
              <a:gd name="connsiteY8" fmla="*/ 1600798 h 1708593"/>
              <a:gd name="connsiteX9" fmla="*/ 749586 w 828598"/>
              <a:gd name="connsiteY9" fmla="*/ 1600512 h 1708593"/>
              <a:gd name="connsiteX10" fmla="*/ 758889 w 828598"/>
              <a:gd name="connsiteY10" fmla="*/ 1600798 h 1708593"/>
              <a:gd name="connsiteX11" fmla="*/ 813261 w 828598"/>
              <a:gd name="connsiteY11" fmla="*/ 1617573 h 1708593"/>
              <a:gd name="connsiteX12" fmla="*/ 828598 w 828598"/>
              <a:gd name="connsiteY12" fmla="*/ 1630289 h 1708593"/>
              <a:gd name="connsiteX13" fmla="*/ 828598 w 828598"/>
              <a:gd name="connsiteY13" fmla="*/ 1653109 h 1708593"/>
              <a:gd name="connsiteX14" fmla="*/ 806433 w 828598"/>
              <a:gd name="connsiteY14" fmla="*/ 1634521 h 1708593"/>
              <a:gd name="connsiteX15" fmla="*/ 764952 w 828598"/>
              <a:gd name="connsiteY15" fmla="*/ 1619443 h 1708593"/>
              <a:gd name="connsiteX16" fmla="*/ 749586 w 828598"/>
              <a:gd name="connsiteY16" fmla="*/ 1618526 h 1708593"/>
              <a:gd name="connsiteX17" fmla="*/ 734638 w 828598"/>
              <a:gd name="connsiteY17" fmla="*/ 1619443 h 1708593"/>
              <a:gd name="connsiteX18" fmla="*/ 662511 w 828598"/>
              <a:gd name="connsiteY18" fmla="*/ 1660945 h 1708593"/>
              <a:gd name="connsiteX19" fmla="*/ 562069 w 828598"/>
              <a:gd name="connsiteY19" fmla="*/ 1708593 h 1708593"/>
              <a:gd name="connsiteX20" fmla="*/ 462743 w 828598"/>
              <a:gd name="connsiteY20" fmla="*/ 1660945 h 1708593"/>
              <a:gd name="connsiteX21" fmla="*/ 375034 w 828598"/>
              <a:gd name="connsiteY21" fmla="*/ 1618526 h 1708593"/>
              <a:gd name="connsiteX22" fmla="*/ 287371 w 828598"/>
              <a:gd name="connsiteY22" fmla="*/ 1660945 h 1708593"/>
              <a:gd name="connsiteX23" fmla="*/ 187517 w 828598"/>
              <a:gd name="connsiteY23" fmla="*/ 1708593 h 1708593"/>
              <a:gd name="connsiteX24" fmla="*/ 87663 w 828598"/>
              <a:gd name="connsiteY24" fmla="*/ 1660945 h 1708593"/>
              <a:gd name="connsiteX25" fmla="*/ 0 w 828598"/>
              <a:gd name="connsiteY25" fmla="*/ 1618526 h 1708593"/>
              <a:gd name="connsiteX26" fmla="*/ 0 w 828598"/>
              <a:gd name="connsiteY26" fmla="*/ 1501097 h 1708593"/>
              <a:gd name="connsiteX27" fmla="*/ 99855 w 828598"/>
              <a:gd name="connsiteY27" fmla="*/ 1548208 h 1708593"/>
              <a:gd name="connsiteX28" fmla="*/ 187517 w 828598"/>
              <a:gd name="connsiteY28" fmla="*/ 1590666 h 1708593"/>
              <a:gd name="connsiteX29" fmla="*/ 275179 w 828598"/>
              <a:gd name="connsiteY29" fmla="*/ 1548208 h 1708593"/>
              <a:gd name="connsiteX30" fmla="*/ 375034 w 828598"/>
              <a:gd name="connsiteY30" fmla="*/ 1501097 h 1708593"/>
              <a:gd name="connsiteX31" fmla="*/ 474941 w 828598"/>
              <a:gd name="connsiteY31" fmla="*/ 1548208 h 1708593"/>
              <a:gd name="connsiteX32" fmla="*/ 562069 w 828598"/>
              <a:gd name="connsiteY32" fmla="*/ 1590666 h 1708593"/>
              <a:gd name="connsiteX33" fmla="*/ 650315 w 828598"/>
              <a:gd name="connsiteY33" fmla="*/ 1548208 h 1708593"/>
              <a:gd name="connsiteX34" fmla="*/ 740506 w 828598"/>
              <a:gd name="connsiteY34" fmla="*/ 1501377 h 1708593"/>
              <a:gd name="connsiteX35" fmla="*/ 749586 w 828598"/>
              <a:gd name="connsiteY35" fmla="*/ 1501097 h 1708593"/>
              <a:gd name="connsiteX36" fmla="*/ 758889 w 828598"/>
              <a:gd name="connsiteY36" fmla="*/ 1501377 h 1708593"/>
              <a:gd name="connsiteX37" fmla="*/ 813261 w 828598"/>
              <a:gd name="connsiteY37" fmla="*/ 1517856 h 1708593"/>
              <a:gd name="connsiteX38" fmla="*/ 828598 w 828598"/>
              <a:gd name="connsiteY38" fmla="*/ 1530474 h 1708593"/>
              <a:gd name="connsiteX39" fmla="*/ 828598 w 828598"/>
              <a:gd name="connsiteY39" fmla="*/ 1553161 h 1708593"/>
              <a:gd name="connsiteX40" fmla="*/ 806433 w 828598"/>
              <a:gd name="connsiteY40" fmla="*/ 1534556 h 1708593"/>
              <a:gd name="connsiteX41" fmla="*/ 764952 w 828598"/>
              <a:gd name="connsiteY41" fmla="*/ 1519464 h 1708593"/>
              <a:gd name="connsiteX42" fmla="*/ 749586 w 828598"/>
              <a:gd name="connsiteY42" fmla="*/ 1518546 h 1708593"/>
              <a:gd name="connsiteX43" fmla="*/ 734638 w 828598"/>
              <a:gd name="connsiteY43" fmla="*/ 1519464 h 1708593"/>
              <a:gd name="connsiteX44" fmla="*/ 662511 w 828598"/>
              <a:gd name="connsiteY44" fmla="*/ 1561004 h 1708593"/>
              <a:gd name="connsiteX45" fmla="*/ 562069 w 828598"/>
              <a:gd name="connsiteY45" fmla="*/ 1608697 h 1708593"/>
              <a:gd name="connsiteX46" fmla="*/ 462743 w 828598"/>
              <a:gd name="connsiteY46" fmla="*/ 1561004 h 1708593"/>
              <a:gd name="connsiteX47" fmla="*/ 375034 w 828598"/>
              <a:gd name="connsiteY47" fmla="*/ 1518546 h 1708593"/>
              <a:gd name="connsiteX48" fmla="*/ 287371 w 828598"/>
              <a:gd name="connsiteY48" fmla="*/ 1561004 h 1708593"/>
              <a:gd name="connsiteX49" fmla="*/ 187517 w 828598"/>
              <a:gd name="connsiteY49" fmla="*/ 1608697 h 1708593"/>
              <a:gd name="connsiteX50" fmla="*/ 87663 w 828598"/>
              <a:gd name="connsiteY50" fmla="*/ 1561004 h 1708593"/>
              <a:gd name="connsiteX51" fmla="*/ 0 w 828598"/>
              <a:gd name="connsiteY51" fmla="*/ 1518546 h 1708593"/>
              <a:gd name="connsiteX52" fmla="*/ 0 w 828598"/>
              <a:gd name="connsiteY52" fmla="*/ 1399997 h 1708593"/>
              <a:gd name="connsiteX53" fmla="*/ 99855 w 828598"/>
              <a:gd name="connsiteY53" fmla="*/ 1447645 h 1708593"/>
              <a:gd name="connsiteX54" fmla="*/ 187517 w 828598"/>
              <a:gd name="connsiteY54" fmla="*/ 1490065 h 1708593"/>
              <a:gd name="connsiteX55" fmla="*/ 275179 w 828598"/>
              <a:gd name="connsiteY55" fmla="*/ 1447645 h 1708593"/>
              <a:gd name="connsiteX56" fmla="*/ 375034 w 828598"/>
              <a:gd name="connsiteY56" fmla="*/ 1399997 h 1708593"/>
              <a:gd name="connsiteX57" fmla="*/ 474941 w 828598"/>
              <a:gd name="connsiteY57" fmla="*/ 1447645 h 1708593"/>
              <a:gd name="connsiteX58" fmla="*/ 562069 w 828598"/>
              <a:gd name="connsiteY58" fmla="*/ 1490065 h 1708593"/>
              <a:gd name="connsiteX59" fmla="*/ 650315 w 828598"/>
              <a:gd name="connsiteY59" fmla="*/ 1447645 h 1708593"/>
              <a:gd name="connsiteX60" fmla="*/ 740506 w 828598"/>
              <a:gd name="connsiteY60" fmla="*/ 1400283 h 1708593"/>
              <a:gd name="connsiteX61" fmla="*/ 749586 w 828598"/>
              <a:gd name="connsiteY61" fmla="*/ 1399997 h 1708593"/>
              <a:gd name="connsiteX62" fmla="*/ 758889 w 828598"/>
              <a:gd name="connsiteY62" fmla="*/ 1400283 h 1708593"/>
              <a:gd name="connsiteX63" fmla="*/ 813261 w 828598"/>
              <a:gd name="connsiteY63" fmla="*/ 1417058 h 1708593"/>
              <a:gd name="connsiteX64" fmla="*/ 828598 w 828598"/>
              <a:gd name="connsiteY64" fmla="*/ 1429773 h 1708593"/>
              <a:gd name="connsiteX65" fmla="*/ 828598 w 828598"/>
              <a:gd name="connsiteY65" fmla="*/ 1452593 h 1708593"/>
              <a:gd name="connsiteX66" fmla="*/ 806433 w 828598"/>
              <a:gd name="connsiteY66" fmla="*/ 1434006 h 1708593"/>
              <a:gd name="connsiteX67" fmla="*/ 764952 w 828598"/>
              <a:gd name="connsiteY67" fmla="*/ 1418928 h 1708593"/>
              <a:gd name="connsiteX68" fmla="*/ 749586 w 828598"/>
              <a:gd name="connsiteY68" fmla="*/ 1418010 h 1708593"/>
              <a:gd name="connsiteX69" fmla="*/ 734638 w 828598"/>
              <a:gd name="connsiteY69" fmla="*/ 1418928 h 1708593"/>
              <a:gd name="connsiteX70" fmla="*/ 662511 w 828598"/>
              <a:gd name="connsiteY70" fmla="*/ 1460429 h 1708593"/>
              <a:gd name="connsiteX71" fmla="*/ 562069 w 828598"/>
              <a:gd name="connsiteY71" fmla="*/ 1508078 h 1708593"/>
              <a:gd name="connsiteX72" fmla="*/ 462743 w 828598"/>
              <a:gd name="connsiteY72" fmla="*/ 1460429 h 1708593"/>
              <a:gd name="connsiteX73" fmla="*/ 375034 w 828598"/>
              <a:gd name="connsiteY73" fmla="*/ 1418010 h 1708593"/>
              <a:gd name="connsiteX74" fmla="*/ 287371 w 828598"/>
              <a:gd name="connsiteY74" fmla="*/ 1460429 h 1708593"/>
              <a:gd name="connsiteX75" fmla="*/ 187517 w 828598"/>
              <a:gd name="connsiteY75" fmla="*/ 1508078 h 1708593"/>
              <a:gd name="connsiteX76" fmla="*/ 87663 w 828598"/>
              <a:gd name="connsiteY76" fmla="*/ 1460429 h 1708593"/>
              <a:gd name="connsiteX77" fmla="*/ 0 w 828598"/>
              <a:gd name="connsiteY77" fmla="*/ 1418010 h 1708593"/>
              <a:gd name="connsiteX78" fmla="*/ 0 w 828598"/>
              <a:gd name="connsiteY78" fmla="*/ 1300582 h 1708593"/>
              <a:gd name="connsiteX79" fmla="*/ 99855 w 828598"/>
              <a:gd name="connsiteY79" fmla="*/ 1347693 h 1708593"/>
              <a:gd name="connsiteX80" fmla="*/ 187517 w 828598"/>
              <a:gd name="connsiteY80" fmla="*/ 1390151 h 1708593"/>
              <a:gd name="connsiteX81" fmla="*/ 275179 w 828598"/>
              <a:gd name="connsiteY81" fmla="*/ 1347693 h 1708593"/>
              <a:gd name="connsiteX82" fmla="*/ 375034 w 828598"/>
              <a:gd name="connsiteY82" fmla="*/ 1300582 h 1708593"/>
              <a:gd name="connsiteX83" fmla="*/ 474941 w 828598"/>
              <a:gd name="connsiteY83" fmla="*/ 1347693 h 1708593"/>
              <a:gd name="connsiteX84" fmla="*/ 562069 w 828598"/>
              <a:gd name="connsiteY84" fmla="*/ 1390151 h 1708593"/>
              <a:gd name="connsiteX85" fmla="*/ 650315 w 828598"/>
              <a:gd name="connsiteY85" fmla="*/ 1347693 h 1708593"/>
              <a:gd name="connsiteX86" fmla="*/ 740506 w 828598"/>
              <a:gd name="connsiteY86" fmla="*/ 1300868 h 1708593"/>
              <a:gd name="connsiteX87" fmla="*/ 749586 w 828598"/>
              <a:gd name="connsiteY87" fmla="*/ 1300582 h 1708593"/>
              <a:gd name="connsiteX88" fmla="*/ 758889 w 828598"/>
              <a:gd name="connsiteY88" fmla="*/ 1300868 h 1708593"/>
              <a:gd name="connsiteX89" fmla="*/ 813261 w 828598"/>
              <a:gd name="connsiteY89" fmla="*/ 1317571 h 1708593"/>
              <a:gd name="connsiteX90" fmla="*/ 828598 w 828598"/>
              <a:gd name="connsiteY90" fmla="*/ 1330093 h 1708593"/>
              <a:gd name="connsiteX91" fmla="*/ 828598 w 828598"/>
              <a:gd name="connsiteY91" fmla="*/ 1353155 h 1708593"/>
              <a:gd name="connsiteX92" fmla="*/ 806433 w 828598"/>
              <a:gd name="connsiteY92" fmla="*/ 1334381 h 1708593"/>
              <a:gd name="connsiteX93" fmla="*/ 764952 w 828598"/>
              <a:gd name="connsiteY93" fmla="*/ 1319506 h 1708593"/>
              <a:gd name="connsiteX94" fmla="*/ 749586 w 828598"/>
              <a:gd name="connsiteY94" fmla="*/ 1318612 h 1708593"/>
              <a:gd name="connsiteX95" fmla="*/ 734638 w 828598"/>
              <a:gd name="connsiteY95" fmla="*/ 1319506 h 1708593"/>
              <a:gd name="connsiteX96" fmla="*/ 662511 w 828598"/>
              <a:gd name="connsiteY96" fmla="*/ 1361070 h 1708593"/>
              <a:gd name="connsiteX97" fmla="*/ 562069 w 828598"/>
              <a:gd name="connsiteY97" fmla="*/ 1408181 h 1708593"/>
              <a:gd name="connsiteX98" fmla="*/ 462743 w 828598"/>
              <a:gd name="connsiteY98" fmla="*/ 1361070 h 1708593"/>
              <a:gd name="connsiteX99" fmla="*/ 375034 w 828598"/>
              <a:gd name="connsiteY99" fmla="*/ 1318612 h 1708593"/>
              <a:gd name="connsiteX100" fmla="*/ 287371 w 828598"/>
              <a:gd name="connsiteY100" fmla="*/ 1361070 h 1708593"/>
              <a:gd name="connsiteX101" fmla="*/ 187517 w 828598"/>
              <a:gd name="connsiteY101" fmla="*/ 1408181 h 1708593"/>
              <a:gd name="connsiteX102" fmla="*/ 87663 w 828598"/>
              <a:gd name="connsiteY102" fmla="*/ 1361070 h 1708593"/>
              <a:gd name="connsiteX103" fmla="*/ 0 w 828598"/>
              <a:gd name="connsiteY103" fmla="*/ 1318612 h 1708593"/>
              <a:gd name="connsiteX104" fmla="*/ 0 w 828598"/>
              <a:gd name="connsiteY104" fmla="*/ 1200685 h 1708593"/>
              <a:gd name="connsiteX105" fmla="*/ 99855 w 828598"/>
              <a:gd name="connsiteY105" fmla="*/ 1248334 h 1708593"/>
              <a:gd name="connsiteX106" fmla="*/ 187517 w 828598"/>
              <a:gd name="connsiteY106" fmla="*/ 1290753 h 1708593"/>
              <a:gd name="connsiteX107" fmla="*/ 275179 w 828598"/>
              <a:gd name="connsiteY107" fmla="*/ 1248334 h 1708593"/>
              <a:gd name="connsiteX108" fmla="*/ 375034 w 828598"/>
              <a:gd name="connsiteY108" fmla="*/ 1200685 h 1708593"/>
              <a:gd name="connsiteX109" fmla="*/ 474941 w 828598"/>
              <a:gd name="connsiteY109" fmla="*/ 1248334 h 1708593"/>
              <a:gd name="connsiteX110" fmla="*/ 562069 w 828598"/>
              <a:gd name="connsiteY110" fmla="*/ 1290753 h 1708593"/>
              <a:gd name="connsiteX111" fmla="*/ 650315 w 828598"/>
              <a:gd name="connsiteY111" fmla="*/ 1248334 h 1708593"/>
              <a:gd name="connsiteX112" fmla="*/ 740506 w 828598"/>
              <a:gd name="connsiteY112" fmla="*/ 1200971 h 1708593"/>
              <a:gd name="connsiteX113" fmla="*/ 749586 w 828598"/>
              <a:gd name="connsiteY113" fmla="*/ 1200685 h 1708593"/>
              <a:gd name="connsiteX114" fmla="*/ 758889 w 828598"/>
              <a:gd name="connsiteY114" fmla="*/ 1200971 h 1708593"/>
              <a:gd name="connsiteX115" fmla="*/ 813261 w 828598"/>
              <a:gd name="connsiteY115" fmla="*/ 1217746 h 1708593"/>
              <a:gd name="connsiteX116" fmla="*/ 828598 w 828598"/>
              <a:gd name="connsiteY116" fmla="*/ 1230462 h 1708593"/>
              <a:gd name="connsiteX117" fmla="*/ 828598 w 828598"/>
              <a:gd name="connsiteY117" fmla="*/ 1253282 h 1708593"/>
              <a:gd name="connsiteX118" fmla="*/ 806433 w 828598"/>
              <a:gd name="connsiteY118" fmla="*/ 1234694 h 1708593"/>
              <a:gd name="connsiteX119" fmla="*/ 764952 w 828598"/>
              <a:gd name="connsiteY119" fmla="*/ 1219616 h 1708593"/>
              <a:gd name="connsiteX120" fmla="*/ 749586 w 828598"/>
              <a:gd name="connsiteY120" fmla="*/ 1218699 h 1708593"/>
              <a:gd name="connsiteX121" fmla="*/ 734638 w 828598"/>
              <a:gd name="connsiteY121" fmla="*/ 1219616 h 1708593"/>
              <a:gd name="connsiteX122" fmla="*/ 662511 w 828598"/>
              <a:gd name="connsiteY122" fmla="*/ 1261118 h 1708593"/>
              <a:gd name="connsiteX123" fmla="*/ 562069 w 828598"/>
              <a:gd name="connsiteY123" fmla="*/ 1308766 h 1708593"/>
              <a:gd name="connsiteX124" fmla="*/ 462743 w 828598"/>
              <a:gd name="connsiteY124" fmla="*/ 1261118 h 1708593"/>
              <a:gd name="connsiteX125" fmla="*/ 375034 w 828598"/>
              <a:gd name="connsiteY125" fmla="*/ 1218699 h 1708593"/>
              <a:gd name="connsiteX126" fmla="*/ 287371 w 828598"/>
              <a:gd name="connsiteY126" fmla="*/ 1261118 h 1708593"/>
              <a:gd name="connsiteX127" fmla="*/ 187517 w 828598"/>
              <a:gd name="connsiteY127" fmla="*/ 1308766 h 1708593"/>
              <a:gd name="connsiteX128" fmla="*/ 87663 w 828598"/>
              <a:gd name="connsiteY128" fmla="*/ 1261118 h 1708593"/>
              <a:gd name="connsiteX129" fmla="*/ 0 w 828598"/>
              <a:gd name="connsiteY129" fmla="*/ 1218699 h 1708593"/>
              <a:gd name="connsiteX130" fmla="*/ 0 w 828598"/>
              <a:gd name="connsiteY130" fmla="*/ 1100066 h 1708593"/>
              <a:gd name="connsiteX131" fmla="*/ 99855 w 828598"/>
              <a:gd name="connsiteY131" fmla="*/ 1147715 h 1708593"/>
              <a:gd name="connsiteX132" fmla="*/ 187517 w 828598"/>
              <a:gd name="connsiteY132" fmla="*/ 1190134 h 1708593"/>
              <a:gd name="connsiteX133" fmla="*/ 275179 w 828598"/>
              <a:gd name="connsiteY133" fmla="*/ 1147715 h 1708593"/>
              <a:gd name="connsiteX134" fmla="*/ 375034 w 828598"/>
              <a:gd name="connsiteY134" fmla="*/ 1100066 h 1708593"/>
              <a:gd name="connsiteX135" fmla="*/ 474941 w 828598"/>
              <a:gd name="connsiteY135" fmla="*/ 1147715 h 1708593"/>
              <a:gd name="connsiteX136" fmla="*/ 562069 w 828598"/>
              <a:gd name="connsiteY136" fmla="*/ 1190134 h 1708593"/>
              <a:gd name="connsiteX137" fmla="*/ 650315 w 828598"/>
              <a:gd name="connsiteY137" fmla="*/ 1147715 h 1708593"/>
              <a:gd name="connsiteX138" fmla="*/ 740506 w 828598"/>
              <a:gd name="connsiteY138" fmla="*/ 1100352 h 1708593"/>
              <a:gd name="connsiteX139" fmla="*/ 749586 w 828598"/>
              <a:gd name="connsiteY139" fmla="*/ 1100066 h 1708593"/>
              <a:gd name="connsiteX140" fmla="*/ 758889 w 828598"/>
              <a:gd name="connsiteY140" fmla="*/ 1100352 h 1708593"/>
              <a:gd name="connsiteX141" fmla="*/ 813261 w 828598"/>
              <a:gd name="connsiteY141" fmla="*/ 1117127 h 1708593"/>
              <a:gd name="connsiteX142" fmla="*/ 828598 w 828598"/>
              <a:gd name="connsiteY142" fmla="*/ 1129843 h 1708593"/>
              <a:gd name="connsiteX143" fmla="*/ 828598 w 828598"/>
              <a:gd name="connsiteY143" fmla="*/ 1152663 h 1708593"/>
              <a:gd name="connsiteX144" fmla="*/ 806433 w 828598"/>
              <a:gd name="connsiteY144" fmla="*/ 1134075 h 1708593"/>
              <a:gd name="connsiteX145" fmla="*/ 764952 w 828598"/>
              <a:gd name="connsiteY145" fmla="*/ 1118997 h 1708593"/>
              <a:gd name="connsiteX146" fmla="*/ 749586 w 828598"/>
              <a:gd name="connsiteY146" fmla="*/ 1118080 h 1708593"/>
              <a:gd name="connsiteX147" fmla="*/ 734638 w 828598"/>
              <a:gd name="connsiteY147" fmla="*/ 1118997 h 1708593"/>
              <a:gd name="connsiteX148" fmla="*/ 662511 w 828598"/>
              <a:gd name="connsiteY148" fmla="*/ 1160499 h 1708593"/>
              <a:gd name="connsiteX149" fmla="*/ 562069 w 828598"/>
              <a:gd name="connsiteY149" fmla="*/ 1208147 h 1708593"/>
              <a:gd name="connsiteX150" fmla="*/ 462743 w 828598"/>
              <a:gd name="connsiteY150" fmla="*/ 1160499 h 1708593"/>
              <a:gd name="connsiteX151" fmla="*/ 375034 w 828598"/>
              <a:gd name="connsiteY151" fmla="*/ 1118080 h 1708593"/>
              <a:gd name="connsiteX152" fmla="*/ 287371 w 828598"/>
              <a:gd name="connsiteY152" fmla="*/ 1160499 h 1708593"/>
              <a:gd name="connsiteX153" fmla="*/ 187517 w 828598"/>
              <a:gd name="connsiteY153" fmla="*/ 1208147 h 1708593"/>
              <a:gd name="connsiteX154" fmla="*/ 87663 w 828598"/>
              <a:gd name="connsiteY154" fmla="*/ 1160499 h 1708593"/>
              <a:gd name="connsiteX155" fmla="*/ 0 w 828598"/>
              <a:gd name="connsiteY155" fmla="*/ 1118080 h 1708593"/>
              <a:gd name="connsiteX156" fmla="*/ 0 w 828598"/>
              <a:gd name="connsiteY156" fmla="*/ 1000651 h 1708593"/>
              <a:gd name="connsiteX157" fmla="*/ 99855 w 828598"/>
              <a:gd name="connsiteY157" fmla="*/ 1047762 h 1708593"/>
              <a:gd name="connsiteX158" fmla="*/ 187517 w 828598"/>
              <a:gd name="connsiteY158" fmla="*/ 1090220 h 1708593"/>
              <a:gd name="connsiteX159" fmla="*/ 275179 w 828598"/>
              <a:gd name="connsiteY159" fmla="*/ 1047762 h 1708593"/>
              <a:gd name="connsiteX160" fmla="*/ 375034 w 828598"/>
              <a:gd name="connsiteY160" fmla="*/ 1000651 h 1708593"/>
              <a:gd name="connsiteX161" fmla="*/ 474941 w 828598"/>
              <a:gd name="connsiteY161" fmla="*/ 1047762 h 1708593"/>
              <a:gd name="connsiteX162" fmla="*/ 562069 w 828598"/>
              <a:gd name="connsiteY162" fmla="*/ 1090220 h 1708593"/>
              <a:gd name="connsiteX163" fmla="*/ 650315 w 828598"/>
              <a:gd name="connsiteY163" fmla="*/ 1047762 h 1708593"/>
              <a:gd name="connsiteX164" fmla="*/ 740506 w 828598"/>
              <a:gd name="connsiteY164" fmla="*/ 1000937 h 1708593"/>
              <a:gd name="connsiteX165" fmla="*/ 749586 w 828598"/>
              <a:gd name="connsiteY165" fmla="*/ 1000651 h 1708593"/>
              <a:gd name="connsiteX166" fmla="*/ 758889 w 828598"/>
              <a:gd name="connsiteY166" fmla="*/ 1000931 h 1708593"/>
              <a:gd name="connsiteX167" fmla="*/ 813261 w 828598"/>
              <a:gd name="connsiteY167" fmla="*/ 1017410 h 1708593"/>
              <a:gd name="connsiteX168" fmla="*/ 828598 w 828598"/>
              <a:gd name="connsiteY168" fmla="*/ 1030028 h 1708593"/>
              <a:gd name="connsiteX169" fmla="*/ 828598 w 828598"/>
              <a:gd name="connsiteY169" fmla="*/ 1053225 h 1708593"/>
              <a:gd name="connsiteX170" fmla="*/ 806433 w 828598"/>
              <a:gd name="connsiteY170" fmla="*/ 1034450 h 1708593"/>
              <a:gd name="connsiteX171" fmla="*/ 764952 w 828598"/>
              <a:gd name="connsiteY171" fmla="*/ 1019575 h 1708593"/>
              <a:gd name="connsiteX172" fmla="*/ 749586 w 828598"/>
              <a:gd name="connsiteY172" fmla="*/ 1018681 h 1708593"/>
              <a:gd name="connsiteX173" fmla="*/ 734638 w 828598"/>
              <a:gd name="connsiteY173" fmla="*/ 1019575 h 1708593"/>
              <a:gd name="connsiteX174" fmla="*/ 662511 w 828598"/>
              <a:gd name="connsiteY174" fmla="*/ 1061140 h 1708593"/>
              <a:gd name="connsiteX175" fmla="*/ 562069 w 828598"/>
              <a:gd name="connsiteY175" fmla="*/ 1108251 h 1708593"/>
              <a:gd name="connsiteX176" fmla="*/ 462743 w 828598"/>
              <a:gd name="connsiteY176" fmla="*/ 1061140 h 1708593"/>
              <a:gd name="connsiteX177" fmla="*/ 375034 w 828598"/>
              <a:gd name="connsiteY177" fmla="*/ 1018681 h 1708593"/>
              <a:gd name="connsiteX178" fmla="*/ 287371 w 828598"/>
              <a:gd name="connsiteY178" fmla="*/ 1061140 h 1708593"/>
              <a:gd name="connsiteX179" fmla="*/ 187517 w 828598"/>
              <a:gd name="connsiteY179" fmla="*/ 1108251 h 1708593"/>
              <a:gd name="connsiteX180" fmla="*/ 87663 w 828598"/>
              <a:gd name="connsiteY180" fmla="*/ 1061140 h 1708593"/>
              <a:gd name="connsiteX181" fmla="*/ 0 w 828598"/>
              <a:gd name="connsiteY181" fmla="*/ 1018681 h 1708593"/>
              <a:gd name="connsiteX182" fmla="*/ 0 w 828598"/>
              <a:gd name="connsiteY182" fmla="*/ 900273 h 1708593"/>
              <a:gd name="connsiteX183" fmla="*/ 99855 w 828598"/>
              <a:gd name="connsiteY183" fmla="*/ 947279 h 1708593"/>
              <a:gd name="connsiteX184" fmla="*/ 187517 w 828598"/>
              <a:gd name="connsiteY184" fmla="*/ 989642 h 1708593"/>
              <a:gd name="connsiteX185" fmla="*/ 275179 w 828598"/>
              <a:gd name="connsiteY185" fmla="*/ 947279 h 1708593"/>
              <a:gd name="connsiteX186" fmla="*/ 375034 w 828598"/>
              <a:gd name="connsiteY186" fmla="*/ 900273 h 1708593"/>
              <a:gd name="connsiteX187" fmla="*/ 474941 w 828598"/>
              <a:gd name="connsiteY187" fmla="*/ 947279 h 1708593"/>
              <a:gd name="connsiteX188" fmla="*/ 562069 w 828598"/>
              <a:gd name="connsiteY188" fmla="*/ 989642 h 1708593"/>
              <a:gd name="connsiteX189" fmla="*/ 650315 w 828598"/>
              <a:gd name="connsiteY189" fmla="*/ 947279 h 1708593"/>
              <a:gd name="connsiteX190" fmla="*/ 740506 w 828598"/>
              <a:gd name="connsiteY190" fmla="*/ 900552 h 1708593"/>
              <a:gd name="connsiteX191" fmla="*/ 749586 w 828598"/>
              <a:gd name="connsiteY191" fmla="*/ 900273 h 1708593"/>
              <a:gd name="connsiteX192" fmla="*/ 758889 w 828598"/>
              <a:gd name="connsiteY192" fmla="*/ 900552 h 1708593"/>
              <a:gd name="connsiteX193" fmla="*/ 813261 w 828598"/>
              <a:gd name="connsiteY193" fmla="*/ 916994 h 1708593"/>
              <a:gd name="connsiteX194" fmla="*/ 828598 w 828598"/>
              <a:gd name="connsiteY194" fmla="*/ 929584 h 1708593"/>
              <a:gd name="connsiteX195" fmla="*/ 828598 w 828598"/>
              <a:gd name="connsiteY195" fmla="*/ 952729 h 1708593"/>
              <a:gd name="connsiteX196" fmla="*/ 806433 w 828598"/>
              <a:gd name="connsiteY196" fmla="*/ 933997 h 1708593"/>
              <a:gd name="connsiteX197" fmla="*/ 764952 w 828598"/>
              <a:gd name="connsiteY197" fmla="*/ 919155 h 1708593"/>
              <a:gd name="connsiteX198" fmla="*/ 749586 w 828598"/>
              <a:gd name="connsiteY198" fmla="*/ 918263 h 1708593"/>
              <a:gd name="connsiteX199" fmla="*/ 734638 w 828598"/>
              <a:gd name="connsiteY199" fmla="*/ 919155 h 1708593"/>
              <a:gd name="connsiteX200" fmla="*/ 662511 w 828598"/>
              <a:gd name="connsiteY200" fmla="*/ 960626 h 1708593"/>
              <a:gd name="connsiteX201" fmla="*/ 562069 w 828598"/>
              <a:gd name="connsiteY201" fmla="*/ 1007632 h 1708593"/>
              <a:gd name="connsiteX202" fmla="*/ 462743 w 828598"/>
              <a:gd name="connsiteY202" fmla="*/ 960626 h 1708593"/>
              <a:gd name="connsiteX203" fmla="*/ 375034 w 828598"/>
              <a:gd name="connsiteY203" fmla="*/ 918263 h 1708593"/>
              <a:gd name="connsiteX204" fmla="*/ 287371 w 828598"/>
              <a:gd name="connsiteY204" fmla="*/ 960626 h 1708593"/>
              <a:gd name="connsiteX205" fmla="*/ 187517 w 828598"/>
              <a:gd name="connsiteY205" fmla="*/ 1007632 h 1708593"/>
              <a:gd name="connsiteX206" fmla="*/ 87663 w 828598"/>
              <a:gd name="connsiteY206" fmla="*/ 960626 h 1708593"/>
              <a:gd name="connsiteX207" fmla="*/ 0 w 828598"/>
              <a:gd name="connsiteY207" fmla="*/ 918263 h 1708593"/>
              <a:gd name="connsiteX208" fmla="*/ 0 w 828598"/>
              <a:gd name="connsiteY208" fmla="*/ 800136 h 1708593"/>
              <a:gd name="connsiteX209" fmla="*/ 99855 w 828598"/>
              <a:gd name="connsiteY209" fmla="*/ 847784 h 1708593"/>
              <a:gd name="connsiteX210" fmla="*/ 187517 w 828598"/>
              <a:gd name="connsiteY210" fmla="*/ 890203 h 1708593"/>
              <a:gd name="connsiteX211" fmla="*/ 275179 w 828598"/>
              <a:gd name="connsiteY211" fmla="*/ 847784 h 1708593"/>
              <a:gd name="connsiteX212" fmla="*/ 375034 w 828598"/>
              <a:gd name="connsiteY212" fmla="*/ 800136 h 1708593"/>
              <a:gd name="connsiteX213" fmla="*/ 474941 w 828598"/>
              <a:gd name="connsiteY213" fmla="*/ 847784 h 1708593"/>
              <a:gd name="connsiteX214" fmla="*/ 562069 w 828598"/>
              <a:gd name="connsiteY214" fmla="*/ 890203 h 1708593"/>
              <a:gd name="connsiteX215" fmla="*/ 650315 w 828598"/>
              <a:gd name="connsiteY215" fmla="*/ 847784 h 1708593"/>
              <a:gd name="connsiteX216" fmla="*/ 740506 w 828598"/>
              <a:gd name="connsiteY216" fmla="*/ 800422 h 1708593"/>
              <a:gd name="connsiteX217" fmla="*/ 749586 w 828598"/>
              <a:gd name="connsiteY217" fmla="*/ 800136 h 1708593"/>
              <a:gd name="connsiteX218" fmla="*/ 758889 w 828598"/>
              <a:gd name="connsiteY218" fmla="*/ 800422 h 1708593"/>
              <a:gd name="connsiteX219" fmla="*/ 813261 w 828598"/>
              <a:gd name="connsiteY219" fmla="*/ 817196 h 1708593"/>
              <a:gd name="connsiteX220" fmla="*/ 828598 w 828598"/>
              <a:gd name="connsiteY220" fmla="*/ 829912 h 1708593"/>
              <a:gd name="connsiteX221" fmla="*/ 828598 w 828598"/>
              <a:gd name="connsiteY221" fmla="*/ 852732 h 1708593"/>
              <a:gd name="connsiteX222" fmla="*/ 806433 w 828598"/>
              <a:gd name="connsiteY222" fmla="*/ 834145 h 1708593"/>
              <a:gd name="connsiteX223" fmla="*/ 764952 w 828598"/>
              <a:gd name="connsiteY223" fmla="*/ 819066 h 1708593"/>
              <a:gd name="connsiteX224" fmla="*/ 749586 w 828598"/>
              <a:gd name="connsiteY224" fmla="*/ 818149 h 1708593"/>
              <a:gd name="connsiteX225" fmla="*/ 734638 w 828598"/>
              <a:gd name="connsiteY225" fmla="*/ 819066 h 1708593"/>
              <a:gd name="connsiteX226" fmla="*/ 662511 w 828598"/>
              <a:gd name="connsiteY226" fmla="*/ 860568 h 1708593"/>
              <a:gd name="connsiteX227" fmla="*/ 562069 w 828598"/>
              <a:gd name="connsiteY227" fmla="*/ 908217 h 1708593"/>
              <a:gd name="connsiteX228" fmla="*/ 462743 w 828598"/>
              <a:gd name="connsiteY228" fmla="*/ 860568 h 1708593"/>
              <a:gd name="connsiteX229" fmla="*/ 375034 w 828598"/>
              <a:gd name="connsiteY229" fmla="*/ 818149 h 1708593"/>
              <a:gd name="connsiteX230" fmla="*/ 287371 w 828598"/>
              <a:gd name="connsiteY230" fmla="*/ 860568 h 1708593"/>
              <a:gd name="connsiteX231" fmla="*/ 187517 w 828598"/>
              <a:gd name="connsiteY231" fmla="*/ 908217 h 1708593"/>
              <a:gd name="connsiteX232" fmla="*/ 87663 w 828598"/>
              <a:gd name="connsiteY232" fmla="*/ 860568 h 1708593"/>
              <a:gd name="connsiteX233" fmla="*/ 0 w 828598"/>
              <a:gd name="connsiteY233" fmla="*/ 818149 h 1708593"/>
              <a:gd name="connsiteX234" fmla="*/ 0 w 828598"/>
              <a:gd name="connsiteY234" fmla="*/ 700961 h 1708593"/>
              <a:gd name="connsiteX235" fmla="*/ 99855 w 828598"/>
              <a:gd name="connsiteY235" fmla="*/ 747967 h 1708593"/>
              <a:gd name="connsiteX236" fmla="*/ 187517 w 828598"/>
              <a:gd name="connsiteY236" fmla="*/ 790330 h 1708593"/>
              <a:gd name="connsiteX237" fmla="*/ 275179 w 828598"/>
              <a:gd name="connsiteY237" fmla="*/ 747967 h 1708593"/>
              <a:gd name="connsiteX238" fmla="*/ 375034 w 828598"/>
              <a:gd name="connsiteY238" fmla="*/ 700961 h 1708593"/>
              <a:gd name="connsiteX239" fmla="*/ 474941 w 828598"/>
              <a:gd name="connsiteY239" fmla="*/ 747967 h 1708593"/>
              <a:gd name="connsiteX240" fmla="*/ 562069 w 828598"/>
              <a:gd name="connsiteY240" fmla="*/ 790330 h 1708593"/>
              <a:gd name="connsiteX241" fmla="*/ 650315 w 828598"/>
              <a:gd name="connsiteY241" fmla="*/ 747967 h 1708593"/>
              <a:gd name="connsiteX242" fmla="*/ 740506 w 828598"/>
              <a:gd name="connsiteY242" fmla="*/ 701241 h 1708593"/>
              <a:gd name="connsiteX243" fmla="*/ 749586 w 828598"/>
              <a:gd name="connsiteY243" fmla="*/ 700961 h 1708593"/>
              <a:gd name="connsiteX244" fmla="*/ 758889 w 828598"/>
              <a:gd name="connsiteY244" fmla="*/ 701241 h 1708593"/>
              <a:gd name="connsiteX245" fmla="*/ 813261 w 828598"/>
              <a:gd name="connsiteY245" fmla="*/ 717682 h 1708593"/>
              <a:gd name="connsiteX246" fmla="*/ 828598 w 828598"/>
              <a:gd name="connsiteY246" fmla="*/ 730272 h 1708593"/>
              <a:gd name="connsiteX247" fmla="*/ 828598 w 828598"/>
              <a:gd name="connsiteY247" fmla="*/ 753417 h 1708593"/>
              <a:gd name="connsiteX248" fmla="*/ 806433 w 828598"/>
              <a:gd name="connsiteY248" fmla="*/ 734685 h 1708593"/>
              <a:gd name="connsiteX249" fmla="*/ 764952 w 828598"/>
              <a:gd name="connsiteY249" fmla="*/ 719843 h 1708593"/>
              <a:gd name="connsiteX250" fmla="*/ 749586 w 828598"/>
              <a:gd name="connsiteY250" fmla="*/ 718951 h 1708593"/>
              <a:gd name="connsiteX251" fmla="*/ 734638 w 828598"/>
              <a:gd name="connsiteY251" fmla="*/ 719843 h 1708593"/>
              <a:gd name="connsiteX252" fmla="*/ 662511 w 828598"/>
              <a:gd name="connsiteY252" fmla="*/ 761314 h 1708593"/>
              <a:gd name="connsiteX253" fmla="*/ 562069 w 828598"/>
              <a:gd name="connsiteY253" fmla="*/ 808320 h 1708593"/>
              <a:gd name="connsiteX254" fmla="*/ 462743 w 828598"/>
              <a:gd name="connsiteY254" fmla="*/ 761314 h 1708593"/>
              <a:gd name="connsiteX255" fmla="*/ 375034 w 828598"/>
              <a:gd name="connsiteY255" fmla="*/ 718951 h 1708593"/>
              <a:gd name="connsiteX256" fmla="*/ 287371 w 828598"/>
              <a:gd name="connsiteY256" fmla="*/ 761314 h 1708593"/>
              <a:gd name="connsiteX257" fmla="*/ 187517 w 828598"/>
              <a:gd name="connsiteY257" fmla="*/ 808320 h 1708593"/>
              <a:gd name="connsiteX258" fmla="*/ 87663 w 828598"/>
              <a:gd name="connsiteY258" fmla="*/ 761314 h 1708593"/>
              <a:gd name="connsiteX259" fmla="*/ 0 w 828598"/>
              <a:gd name="connsiteY259" fmla="*/ 718951 h 1708593"/>
              <a:gd name="connsiteX260" fmla="*/ 0 w 828598"/>
              <a:gd name="connsiteY260" fmla="*/ 600343 h 1708593"/>
              <a:gd name="connsiteX261" fmla="*/ 99855 w 828598"/>
              <a:gd name="connsiteY261" fmla="*/ 647348 h 1708593"/>
              <a:gd name="connsiteX262" fmla="*/ 187517 w 828598"/>
              <a:gd name="connsiteY262" fmla="*/ 689712 h 1708593"/>
              <a:gd name="connsiteX263" fmla="*/ 275179 w 828598"/>
              <a:gd name="connsiteY263" fmla="*/ 647348 h 1708593"/>
              <a:gd name="connsiteX264" fmla="*/ 375034 w 828598"/>
              <a:gd name="connsiteY264" fmla="*/ 600343 h 1708593"/>
              <a:gd name="connsiteX265" fmla="*/ 474941 w 828598"/>
              <a:gd name="connsiteY265" fmla="*/ 647348 h 1708593"/>
              <a:gd name="connsiteX266" fmla="*/ 562069 w 828598"/>
              <a:gd name="connsiteY266" fmla="*/ 689712 h 1708593"/>
              <a:gd name="connsiteX267" fmla="*/ 650315 w 828598"/>
              <a:gd name="connsiteY267" fmla="*/ 647348 h 1708593"/>
              <a:gd name="connsiteX268" fmla="*/ 740506 w 828598"/>
              <a:gd name="connsiteY268" fmla="*/ 600622 h 1708593"/>
              <a:gd name="connsiteX269" fmla="*/ 749586 w 828598"/>
              <a:gd name="connsiteY269" fmla="*/ 600343 h 1708593"/>
              <a:gd name="connsiteX270" fmla="*/ 758889 w 828598"/>
              <a:gd name="connsiteY270" fmla="*/ 600622 h 1708593"/>
              <a:gd name="connsiteX271" fmla="*/ 813261 w 828598"/>
              <a:gd name="connsiteY271" fmla="*/ 617064 h 1708593"/>
              <a:gd name="connsiteX272" fmla="*/ 828598 w 828598"/>
              <a:gd name="connsiteY272" fmla="*/ 629653 h 1708593"/>
              <a:gd name="connsiteX273" fmla="*/ 828598 w 828598"/>
              <a:gd name="connsiteY273" fmla="*/ 652290 h 1708593"/>
              <a:gd name="connsiteX274" fmla="*/ 806433 w 828598"/>
              <a:gd name="connsiteY274" fmla="*/ 633727 h 1708593"/>
              <a:gd name="connsiteX275" fmla="*/ 764952 w 828598"/>
              <a:gd name="connsiteY275" fmla="*/ 618668 h 1708593"/>
              <a:gd name="connsiteX276" fmla="*/ 749586 w 828598"/>
              <a:gd name="connsiteY276" fmla="*/ 617752 h 1708593"/>
              <a:gd name="connsiteX277" fmla="*/ 734638 w 828598"/>
              <a:gd name="connsiteY277" fmla="*/ 618668 h 1708593"/>
              <a:gd name="connsiteX278" fmla="*/ 662511 w 828598"/>
              <a:gd name="connsiteY278" fmla="*/ 660115 h 1708593"/>
              <a:gd name="connsiteX279" fmla="*/ 562069 w 828598"/>
              <a:gd name="connsiteY279" fmla="*/ 707701 h 1708593"/>
              <a:gd name="connsiteX280" fmla="*/ 462743 w 828598"/>
              <a:gd name="connsiteY280" fmla="*/ 660115 h 1708593"/>
              <a:gd name="connsiteX281" fmla="*/ 375034 w 828598"/>
              <a:gd name="connsiteY281" fmla="*/ 617752 h 1708593"/>
              <a:gd name="connsiteX282" fmla="*/ 287371 w 828598"/>
              <a:gd name="connsiteY282" fmla="*/ 660115 h 1708593"/>
              <a:gd name="connsiteX283" fmla="*/ 187517 w 828598"/>
              <a:gd name="connsiteY283" fmla="*/ 707701 h 1708593"/>
              <a:gd name="connsiteX284" fmla="*/ 87663 w 828598"/>
              <a:gd name="connsiteY284" fmla="*/ 660115 h 1708593"/>
              <a:gd name="connsiteX285" fmla="*/ 0 w 828598"/>
              <a:gd name="connsiteY285" fmla="*/ 617752 h 1708593"/>
              <a:gd name="connsiteX286" fmla="*/ 0 w 828598"/>
              <a:gd name="connsiteY286" fmla="*/ 500446 h 1708593"/>
              <a:gd name="connsiteX287" fmla="*/ 99855 w 828598"/>
              <a:gd name="connsiteY287" fmla="*/ 548032 h 1708593"/>
              <a:gd name="connsiteX288" fmla="*/ 187517 w 828598"/>
              <a:gd name="connsiteY288" fmla="*/ 590395 h 1708593"/>
              <a:gd name="connsiteX289" fmla="*/ 275179 w 828598"/>
              <a:gd name="connsiteY289" fmla="*/ 548032 h 1708593"/>
              <a:gd name="connsiteX290" fmla="*/ 375034 w 828598"/>
              <a:gd name="connsiteY290" fmla="*/ 500446 h 1708593"/>
              <a:gd name="connsiteX291" fmla="*/ 474941 w 828598"/>
              <a:gd name="connsiteY291" fmla="*/ 548032 h 1708593"/>
              <a:gd name="connsiteX292" fmla="*/ 562069 w 828598"/>
              <a:gd name="connsiteY292" fmla="*/ 590395 h 1708593"/>
              <a:gd name="connsiteX293" fmla="*/ 650315 w 828598"/>
              <a:gd name="connsiteY293" fmla="*/ 548032 h 1708593"/>
              <a:gd name="connsiteX294" fmla="*/ 740506 w 828598"/>
              <a:gd name="connsiteY294" fmla="*/ 500732 h 1708593"/>
              <a:gd name="connsiteX295" fmla="*/ 749586 w 828598"/>
              <a:gd name="connsiteY295" fmla="*/ 500446 h 1708593"/>
              <a:gd name="connsiteX296" fmla="*/ 758889 w 828598"/>
              <a:gd name="connsiteY296" fmla="*/ 500732 h 1708593"/>
              <a:gd name="connsiteX297" fmla="*/ 813261 w 828598"/>
              <a:gd name="connsiteY297" fmla="*/ 517484 h 1708593"/>
              <a:gd name="connsiteX298" fmla="*/ 828598 w 828598"/>
              <a:gd name="connsiteY298" fmla="*/ 530183 h 1708593"/>
              <a:gd name="connsiteX299" fmla="*/ 828598 w 828598"/>
              <a:gd name="connsiteY299" fmla="*/ 552973 h 1708593"/>
              <a:gd name="connsiteX300" fmla="*/ 806433 w 828598"/>
              <a:gd name="connsiteY300" fmla="*/ 534411 h 1708593"/>
              <a:gd name="connsiteX301" fmla="*/ 764952 w 828598"/>
              <a:gd name="connsiteY301" fmla="*/ 519352 h 1708593"/>
              <a:gd name="connsiteX302" fmla="*/ 749586 w 828598"/>
              <a:gd name="connsiteY302" fmla="*/ 518436 h 1708593"/>
              <a:gd name="connsiteX303" fmla="*/ 734638 w 828598"/>
              <a:gd name="connsiteY303" fmla="*/ 519352 h 1708593"/>
              <a:gd name="connsiteX304" fmla="*/ 662511 w 828598"/>
              <a:gd name="connsiteY304" fmla="*/ 560799 h 1708593"/>
              <a:gd name="connsiteX305" fmla="*/ 562069 w 828598"/>
              <a:gd name="connsiteY305" fmla="*/ 607805 h 1708593"/>
              <a:gd name="connsiteX306" fmla="*/ 462743 w 828598"/>
              <a:gd name="connsiteY306" fmla="*/ 560799 h 1708593"/>
              <a:gd name="connsiteX307" fmla="*/ 375034 w 828598"/>
              <a:gd name="connsiteY307" fmla="*/ 518436 h 1708593"/>
              <a:gd name="connsiteX308" fmla="*/ 287371 w 828598"/>
              <a:gd name="connsiteY308" fmla="*/ 560799 h 1708593"/>
              <a:gd name="connsiteX309" fmla="*/ 187517 w 828598"/>
              <a:gd name="connsiteY309" fmla="*/ 607805 h 1708593"/>
              <a:gd name="connsiteX310" fmla="*/ 87663 w 828598"/>
              <a:gd name="connsiteY310" fmla="*/ 560799 h 1708593"/>
              <a:gd name="connsiteX311" fmla="*/ 0 w 828598"/>
              <a:gd name="connsiteY311" fmla="*/ 518436 h 1708593"/>
              <a:gd name="connsiteX312" fmla="*/ 0 w 828598"/>
              <a:gd name="connsiteY312" fmla="*/ 399827 h 1708593"/>
              <a:gd name="connsiteX313" fmla="*/ 99855 w 828598"/>
              <a:gd name="connsiteY313" fmla="*/ 447520 h 1708593"/>
              <a:gd name="connsiteX314" fmla="*/ 187517 w 828598"/>
              <a:gd name="connsiteY314" fmla="*/ 489978 h 1708593"/>
              <a:gd name="connsiteX315" fmla="*/ 275179 w 828598"/>
              <a:gd name="connsiteY315" fmla="*/ 447520 h 1708593"/>
              <a:gd name="connsiteX316" fmla="*/ 375034 w 828598"/>
              <a:gd name="connsiteY316" fmla="*/ 399827 h 1708593"/>
              <a:gd name="connsiteX317" fmla="*/ 474941 w 828598"/>
              <a:gd name="connsiteY317" fmla="*/ 447520 h 1708593"/>
              <a:gd name="connsiteX318" fmla="*/ 562069 w 828598"/>
              <a:gd name="connsiteY318" fmla="*/ 489978 h 1708593"/>
              <a:gd name="connsiteX319" fmla="*/ 650315 w 828598"/>
              <a:gd name="connsiteY319" fmla="*/ 447520 h 1708593"/>
              <a:gd name="connsiteX320" fmla="*/ 740506 w 828598"/>
              <a:gd name="connsiteY320" fmla="*/ 400114 h 1708593"/>
              <a:gd name="connsiteX321" fmla="*/ 749586 w 828598"/>
              <a:gd name="connsiteY321" fmla="*/ 399827 h 1708593"/>
              <a:gd name="connsiteX322" fmla="*/ 758889 w 828598"/>
              <a:gd name="connsiteY322" fmla="*/ 400114 h 1708593"/>
              <a:gd name="connsiteX323" fmla="*/ 813261 w 828598"/>
              <a:gd name="connsiteY323" fmla="*/ 416904 h 1708593"/>
              <a:gd name="connsiteX324" fmla="*/ 828598 w 828598"/>
              <a:gd name="connsiteY324" fmla="*/ 429631 h 1708593"/>
              <a:gd name="connsiteX325" fmla="*/ 828598 w 828598"/>
              <a:gd name="connsiteY325" fmla="*/ 452472 h 1708593"/>
              <a:gd name="connsiteX326" fmla="*/ 806433 w 828598"/>
              <a:gd name="connsiteY326" fmla="*/ 433868 h 1708593"/>
              <a:gd name="connsiteX327" fmla="*/ 764952 w 828598"/>
              <a:gd name="connsiteY327" fmla="*/ 418775 h 1708593"/>
              <a:gd name="connsiteX328" fmla="*/ 749586 w 828598"/>
              <a:gd name="connsiteY328" fmla="*/ 417857 h 1708593"/>
              <a:gd name="connsiteX329" fmla="*/ 734638 w 828598"/>
              <a:gd name="connsiteY329" fmla="*/ 418752 h 1708593"/>
              <a:gd name="connsiteX330" fmla="*/ 662511 w 828598"/>
              <a:gd name="connsiteY330" fmla="*/ 460316 h 1708593"/>
              <a:gd name="connsiteX331" fmla="*/ 562069 w 828598"/>
              <a:gd name="connsiteY331" fmla="*/ 507427 h 1708593"/>
              <a:gd name="connsiteX332" fmla="*/ 462743 w 828598"/>
              <a:gd name="connsiteY332" fmla="*/ 460316 h 1708593"/>
              <a:gd name="connsiteX333" fmla="*/ 375034 w 828598"/>
              <a:gd name="connsiteY333" fmla="*/ 417857 h 1708593"/>
              <a:gd name="connsiteX334" fmla="*/ 287371 w 828598"/>
              <a:gd name="connsiteY334" fmla="*/ 460316 h 1708593"/>
              <a:gd name="connsiteX335" fmla="*/ 187517 w 828598"/>
              <a:gd name="connsiteY335" fmla="*/ 507427 h 1708593"/>
              <a:gd name="connsiteX336" fmla="*/ 87663 w 828598"/>
              <a:gd name="connsiteY336" fmla="*/ 460316 h 1708593"/>
              <a:gd name="connsiteX337" fmla="*/ 0 w 828598"/>
              <a:gd name="connsiteY337" fmla="*/ 417857 h 1708593"/>
              <a:gd name="connsiteX338" fmla="*/ 0 w 828598"/>
              <a:gd name="connsiteY338" fmla="*/ 299931 h 1708593"/>
              <a:gd name="connsiteX339" fmla="*/ 99855 w 828598"/>
              <a:gd name="connsiteY339" fmla="*/ 347579 h 1708593"/>
              <a:gd name="connsiteX340" fmla="*/ 187517 w 828598"/>
              <a:gd name="connsiteY340" fmla="*/ 389998 h 1708593"/>
              <a:gd name="connsiteX341" fmla="*/ 275179 w 828598"/>
              <a:gd name="connsiteY341" fmla="*/ 347579 h 1708593"/>
              <a:gd name="connsiteX342" fmla="*/ 375034 w 828598"/>
              <a:gd name="connsiteY342" fmla="*/ 299931 h 1708593"/>
              <a:gd name="connsiteX343" fmla="*/ 474941 w 828598"/>
              <a:gd name="connsiteY343" fmla="*/ 347579 h 1708593"/>
              <a:gd name="connsiteX344" fmla="*/ 562069 w 828598"/>
              <a:gd name="connsiteY344" fmla="*/ 389998 h 1708593"/>
              <a:gd name="connsiteX345" fmla="*/ 650315 w 828598"/>
              <a:gd name="connsiteY345" fmla="*/ 347579 h 1708593"/>
              <a:gd name="connsiteX346" fmla="*/ 740506 w 828598"/>
              <a:gd name="connsiteY346" fmla="*/ 300217 h 1708593"/>
              <a:gd name="connsiteX347" fmla="*/ 749586 w 828598"/>
              <a:gd name="connsiteY347" fmla="*/ 299931 h 1708593"/>
              <a:gd name="connsiteX348" fmla="*/ 758889 w 828598"/>
              <a:gd name="connsiteY348" fmla="*/ 300217 h 1708593"/>
              <a:gd name="connsiteX349" fmla="*/ 813261 w 828598"/>
              <a:gd name="connsiteY349" fmla="*/ 316991 h 1708593"/>
              <a:gd name="connsiteX350" fmla="*/ 828598 w 828598"/>
              <a:gd name="connsiteY350" fmla="*/ 329707 h 1708593"/>
              <a:gd name="connsiteX351" fmla="*/ 828598 w 828598"/>
              <a:gd name="connsiteY351" fmla="*/ 352527 h 1708593"/>
              <a:gd name="connsiteX352" fmla="*/ 806433 w 828598"/>
              <a:gd name="connsiteY352" fmla="*/ 333940 h 1708593"/>
              <a:gd name="connsiteX353" fmla="*/ 764952 w 828598"/>
              <a:gd name="connsiteY353" fmla="*/ 318861 h 1708593"/>
              <a:gd name="connsiteX354" fmla="*/ 749586 w 828598"/>
              <a:gd name="connsiteY354" fmla="*/ 317944 h 1708593"/>
              <a:gd name="connsiteX355" fmla="*/ 734638 w 828598"/>
              <a:gd name="connsiteY355" fmla="*/ 318861 h 1708593"/>
              <a:gd name="connsiteX356" fmla="*/ 662511 w 828598"/>
              <a:gd name="connsiteY356" fmla="*/ 360363 h 1708593"/>
              <a:gd name="connsiteX357" fmla="*/ 562069 w 828598"/>
              <a:gd name="connsiteY357" fmla="*/ 408011 h 1708593"/>
              <a:gd name="connsiteX358" fmla="*/ 462743 w 828598"/>
              <a:gd name="connsiteY358" fmla="*/ 360363 h 1708593"/>
              <a:gd name="connsiteX359" fmla="*/ 375034 w 828598"/>
              <a:gd name="connsiteY359" fmla="*/ 317944 h 1708593"/>
              <a:gd name="connsiteX360" fmla="*/ 287371 w 828598"/>
              <a:gd name="connsiteY360" fmla="*/ 360363 h 1708593"/>
              <a:gd name="connsiteX361" fmla="*/ 187517 w 828598"/>
              <a:gd name="connsiteY361" fmla="*/ 408011 h 1708593"/>
              <a:gd name="connsiteX362" fmla="*/ 87663 w 828598"/>
              <a:gd name="connsiteY362" fmla="*/ 360363 h 1708593"/>
              <a:gd name="connsiteX363" fmla="*/ 0 w 828598"/>
              <a:gd name="connsiteY363" fmla="*/ 317944 h 1708593"/>
              <a:gd name="connsiteX364" fmla="*/ 0 w 828598"/>
              <a:gd name="connsiteY364" fmla="*/ 200515 h 1708593"/>
              <a:gd name="connsiteX365" fmla="*/ 99855 w 828598"/>
              <a:gd name="connsiteY365" fmla="*/ 247521 h 1708593"/>
              <a:gd name="connsiteX366" fmla="*/ 187517 w 828598"/>
              <a:gd name="connsiteY366" fmla="*/ 289884 h 1708593"/>
              <a:gd name="connsiteX367" fmla="*/ 275179 w 828598"/>
              <a:gd name="connsiteY367" fmla="*/ 247521 h 1708593"/>
              <a:gd name="connsiteX368" fmla="*/ 375034 w 828598"/>
              <a:gd name="connsiteY368" fmla="*/ 200515 h 1708593"/>
              <a:gd name="connsiteX369" fmla="*/ 474941 w 828598"/>
              <a:gd name="connsiteY369" fmla="*/ 247521 h 1708593"/>
              <a:gd name="connsiteX370" fmla="*/ 562069 w 828598"/>
              <a:gd name="connsiteY370" fmla="*/ 289884 h 1708593"/>
              <a:gd name="connsiteX371" fmla="*/ 650315 w 828598"/>
              <a:gd name="connsiteY371" fmla="*/ 247521 h 1708593"/>
              <a:gd name="connsiteX372" fmla="*/ 740506 w 828598"/>
              <a:gd name="connsiteY372" fmla="*/ 200801 h 1708593"/>
              <a:gd name="connsiteX373" fmla="*/ 749586 w 828598"/>
              <a:gd name="connsiteY373" fmla="*/ 200515 h 1708593"/>
              <a:gd name="connsiteX374" fmla="*/ 758889 w 828598"/>
              <a:gd name="connsiteY374" fmla="*/ 200801 h 1708593"/>
              <a:gd name="connsiteX375" fmla="*/ 813261 w 828598"/>
              <a:gd name="connsiteY375" fmla="*/ 217467 h 1708593"/>
              <a:gd name="connsiteX376" fmla="*/ 828598 w 828598"/>
              <a:gd name="connsiteY376" fmla="*/ 229961 h 1708593"/>
              <a:gd name="connsiteX377" fmla="*/ 828598 w 828598"/>
              <a:gd name="connsiteY377" fmla="*/ 252971 h 1708593"/>
              <a:gd name="connsiteX378" fmla="*/ 806433 w 828598"/>
              <a:gd name="connsiteY378" fmla="*/ 234239 h 1708593"/>
              <a:gd name="connsiteX379" fmla="*/ 764952 w 828598"/>
              <a:gd name="connsiteY379" fmla="*/ 219397 h 1708593"/>
              <a:gd name="connsiteX380" fmla="*/ 749586 w 828598"/>
              <a:gd name="connsiteY380" fmla="*/ 218505 h 1708593"/>
              <a:gd name="connsiteX381" fmla="*/ 734638 w 828598"/>
              <a:gd name="connsiteY381" fmla="*/ 219397 h 1708593"/>
              <a:gd name="connsiteX382" fmla="*/ 662511 w 828598"/>
              <a:gd name="connsiteY382" fmla="*/ 260869 h 1708593"/>
              <a:gd name="connsiteX383" fmla="*/ 562069 w 828598"/>
              <a:gd name="connsiteY383" fmla="*/ 307874 h 1708593"/>
              <a:gd name="connsiteX384" fmla="*/ 462743 w 828598"/>
              <a:gd name="connsiteY384" fmla="*/ 260869 h 1708593"/>
              <a:gd name="connsiteX385" fmla="*/ 375034 w 828598"/>
              <a:gd name="connsiteY385" fmla="*/ 218505 h 1708593"/>
              <a:gd name="connsiteX386" fmla="*/ 287371 w 828598"/>
              <a:gd name="connsiteY386" fmla="*/ 260869 h 1708593"/>
              <a:gd name="connsiteX387" fmla="*/ 187517 w 828598"/>
              <a:gd name="connsiteY387" fmla="*/ 307874 h 1708593"/>
              <a:gd name="connsiteX388" fmla="*/ 87663 w 828598"/>
              <a:gd name="connsiteY388" fmla="*/ 260869 h 1708593"/>
              <a:gd name="connsiteX389" fmla="*/ 0 w 828598"/>
              <a:gd name="connsiteY389" fmla="*/ 218505 h 1708593"/>
              <a:gd name="connsiteX390" fmla="*/ 0 w 828598"/>
              <a:gd name="connsiteY390" fmla="*/ 99897 h 1708593"/>
              <a:gd name="connsiteX391" fmla="*/ 99855 w 828598"/>
              <a:gd name="connsiteY391" fmla="*/ 147008 h 1708593"/>
              <a:gd name="connsiteX392" fmla="*/ 187517 w 828598"/>
              <a:gd name="connsiteY392" fmla="*/ 189466 h 1708593"/>
              <a:gd name="connsiteX393" fmla="*/ 275179 w 828598"/>
              <a:gd name="connsiteY393" fmla="*/ 147008 h 1708593"/>
              <a:gd name="connsiteX394" fmla="*/ 375034 w 828598"/>
              <a:gd name="connsiteY394" fmla="*/ 99897 h 1708593"/>
              <a:gd name="connsiteX395" fmla="*/ 474941 w 828598"/>
              <a:gd name="connsiteY395" fmla="*/ 147008 h 1708593"/>
              <a:gd name="connsiteX396" fmla="*/ 562069 w 828598"/>
              <a:gd name="connsiteY396" fmla="*/ 189466 h 1708593"/>
              <a:gd name="connsiteX397" fmla="*/ 650315 w 828598"/>
              <a:gd name="connsiteY397" fmla="*/ 147008 h 1708593"/>
              <a:gd name="connsiteX398" fmla="*/ 740506 w 828598"/>
              <a:gd name="connsiteY398" fmla="*/ 100183 h 1708593"/>
              <a:gd name="connsiteX399" fmla="*/ 749586 w 828598"/>
              <a:gd name="connsiteY399" fmla="*/ 99897 h 1708593"/>
              <a:gd name="connsiteX400" fmla="*/ 758889 w 828598"/>
              <a:gd name="connsiteY400" fmla="*/ 100176 h 1708593"/>
              <a:gd name="connsiteX401" fmla="*/ 813261 w 828598"/>
              <a:gd name="connsiteY401" fmla="*/ 116655 h 1708593"/>
              <a:gd name="connsiteX402" fmla="*/ 828598 w 828598"/>
              <a:gd name="connsiteY402" fmla="*/ 129273 h 1708593"/>
              <a:gd name="connsiteX403" fmla="*/ 828598 w 828598"/>
              <a:gd name="connsiteY403" fmla="*/ 152470 h 1708593"/>
              <a:gd name="connsiteX404" fmla="*/ 806433 w 828598"/>
              <a:gd name="connsiteY404" fmla="*/ 133696 h 1708593"/>
              <a:gd name="connsiteX405" fmla="*/ 764952 w 828598"/>
              <a:gd name="connsiteY405" fmla="*/ 118821 h 1708593"/>
              <a:gd name="connsiteX406" fmla="*/ 749586 w 828598"/>
              <a:gd name="connsiteY406" fmla="*/ 117927 h 1708593"/>
              <a:gd name="connsiteX407" fmla="*/ 734638 w 828598"/>
              <a:gd name="connsiteY407" fmla="*/ 118821 h 1708593"/>
              <a:gd name="connsiteX408" fmla="*/ 662511 w 828598"/>
              <a:gd name="connsiteY408" fmla="*/ 160385 h 1708593"/>
              <a:gd name="connsiteX409" fmla="*/ 562069 w 828598"/>
              <a:gd name="connsiteY409" fmla="*/ 207496 h 1708593"/>
              <a:gd name="connsiteX410" fmla="*/ 462743 w 828598"/>
              <a:gd name="connsiteY410" fmla="*/ 160385 h 1708593"/>
              <a:gd name="connsiteX411" fmla="*/ 375034 w 828598"/>
              <a:gd name="connsiteY411" fmla="*/ 117927 h 1708593"/>
              <a:gd name="connsiteX412" fmla="*/ 287371 w 828598"/>
              <a:gd name="connsiteY412" fmla="*/ 160385 h 1708593"/>
              <a:gd name="connsiteX413" fmla="*/ 187517 w 828598"/>
              <a:gd name="connsiteY413" fmla="*/ 207496 h 1708593"/>
              <a:gd name="connsiteX414" fmla="*/ 87663 w 828598"/>
              <a:gd name="connsiteY414" fmla="*/ 160385 h 1708593"/>
              <a:gd name="connsiteX415" fmla="*/ 0 w 828598"/>
              <a:gd name="connsiteY415" fmla="*/ 117927 h 1708593"/>
              <a:gd name="connsiteX416" fmla="*/ 0 w 828598"/>
              <a:gd name="connsiteY416" fmla="*/ 0 h 1708593"/>
              <a:gd name="connsiteX417" fmla="*/ 99855 w 828598"/>
              <a:gd name="connsiteY417" fmla="*/ 47649 h 1708593"/>
              <a:gd name="connsiteX418" fmla="*/ 187517 w 828598"/>
              <a:gd name="connsiteY418" fmla="*/ 90068 h 1708593"/>
              <a:gd name="connsiteX419" fmla="*/ 275179 w 828598"/>
              <a:gd name="connsiteY419" fmla="*/ 47649 h 1708593"/>
              <a:gd name="connsiteX420" fmla="*/ 375034 w 828598"/>
              <a:gd name="connsiteY420" fmla="*/ 0 h 1708593"/>
              <a:gd name="connsiteX421" fmla="*/ 474941 w 828598"/>
              <a:gd name="connsiteY421" fmla="*/ 47649 h 1708593"/>
              <a:gd name="connsiteX422" fmla="*/ 562069 w 828598"/>
              <a:gd name="connsiteY422" fmla="*/ 90068 h 1708593"/>
              <a:gd name="connsiteX423" fmla="*/ 650315 w 828598"/>
              <a:gd name="connsiteY423" fmla="*/ 47649 h 1708593"/>
              <a:gd name="connsiteX424" fmla="*/ 740506 w 828598"/>
              <a:gd name="connsiteY424" fmla="*/ 286 h 1708593"/>
              <a:gd name="connsiteX425" fmla="*/ 749586 w 828598"/>
              <a:gd name="connsiteY425" fmla="*/ 0 h 1708593"/>
              <a:gd name="connsiteX426" fmla="*/ 810333 w 828598"/>
              <a:gd name="connsiteY426" fmla="*/ 15326 h 1708593"/>
              <a:gd name="connsiteX427" fmla="*/ 828598 w 828598"/>
              <a:gd name="connsiteY427" fmla="*/ 30152 h 1708593"/>
              <a:gd name="connsiteX428" fmla="*/ 828598 w 828598"/>
              <a:gd name="connsiteY428" fmla="*/ 52597 h 1708593"/>
              <a:gd name="connsiteX429" fmla="*/ 806433 w 828598"/>
              <a:gd name="connsiteY429" fmla="*/ 34009 h 1708593"/>
              <a:gd name="connsiteX430" fmla="*/ 764952 w 828598"/>
              <a:gd name="connsiteY430" fmla="*/ 18931 h 1708593"/>
              <a:gd name="connsiteX431" fmla="*/ 749586 w 828598"/>
              <a:gd name="connsiteY431" fmla="*/ 18014 h 1708593"/>
              <a:gd name="connsiteX432" fmla="*/ 734638 w 828598"/>
              <a:gd name="connsiteY432" fmla="*/ 18931 h 1708593"/>
              <a:gd name="connsiteX433" fmla="*/ 662511 w 828598"/>
              <a:gd name="connsiteY433" fmla="*/ 60432 h 1708593"/>
              <a:gd name="connsiteX434" fmla="*/ 562069 w 828598"/>
              <a:gd name="connsiteY434" fmla="*/ 108081 h 1708593"/>
              <a:gd name="connsiteX435" fmla="*/ 462743 w 828598"/>
              <a:gd name="connsiteY435" fmla="*/ 60432 h 1708593"/>
              <a:gd name="connsiteX436" fmla="*/ 375034 w 828598"/>
              <a:gd name="connsiteY436" fmla="*/ 18014 h 1708593"/>
              <a:gd name="connsiteX437" fmla="*/ 287371 w 828598"/>
              <a:gd name="connsiteY437" fmla="*/ 60432 h 1708593"/>
              <a:gd name="connsiteX438" fmla="*/ 187517 w 828598"/>
              <a:gd name="connsiteY438" fmla="*/ 108081 h 1708593"/>
              <a:gd name="connsiteX439" fmla="*/ 87663 w 828598"/>
              <a:gd name="connsiteY439" fmla="*/ 60432 h 1708593"/>
              <a:gd name="connsiteX440" fmla="*/ 0 w 828598"/>
              <a:gd name="connsiteY440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</a:cxnLst>
            <a:rect l="l" t="t" r="r" b="b"/>
            <a:pathLst>
              <a:path w="828598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781444" y="1602212"/>
                  <a:pt x="798809" y="1608742"/>
                  <a:pt x="813261" y="1617573"/>
                </a:cubicBezTo>
                <a:lnTo>
                  <a:pt x="828598" y="1630289"/>
                </a:lnTo>
                <a:lnTo>
                  <a:pt x="828598" y="1653109"/>
                </a:lnTo>
                <a:lnTo>
                  <a:pt x="806433" y="1634521"/>
                </a:lnTo>
                <a:cubicBezTo>
                  <a:pt x="794932" y="1627086"/>
                  <a:pt x="781770" y="1621540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781444" y="1502760"/>
                  <a:pt x="798809" y="1509152"/>
                  <a:pt x="813261" y="1517856"/>
                </a:cubicBezTo>
                <a:lnTo>
                  <a:pt x="828598" y="1530474"/>
                </a:lnTo>
                <a:lnTo>
                  <a:pt x="828598" y="1553161"/>
                </a:lnTo>
                <a:lnTo>
                  <a:pt x="806433" y="1534556"/>
                </a:lnTo>
                <a:cubicBezTo>
                  <a:pt x="794932" y="1527113"/>
                  <a:pt x="781770" y="1521563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5"/>
                  <a:pt x="187517" y="1490065"/>
                </a:cubicBezTo>
                <a:cubicBezTo>
                  <a:pt x="230477" y="1490065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5"/>
                </a:cubicBezTo>
                <a:cubicBezTo>
                  <a:pt x="498175" y="1469726"/>
                  <a:pt x="519667" y="1490065"/>
                  <a:pt x="562069" y="1490065"/>
                </a:cubicBezTo>
                <a:cubicBezTo>
                  <a:pt x="605610" y="1490065"/>
                  <a:pt x="627090" y="1469726"/>
                  <a:pt x="650315" y="1447645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781444" y="1401697"/>
                  <a:pt x="798809" y="1408226"/>
                  <a:pt x="813261" y="1417058"/>
                </a:cubicBezTo>
                <a:lnTo>
                  <a:pt x="828598" y="1429773"/>
                </a:lnTo>
                <a:lnTo>
                  <a:pt x="828598" y="1452593"/>
                </a:lnTo>
                <a:lnTo>
                  <a:pt x="806433" y="1434006"/>
                </a:lnTo>
                <a:cubicBezTo>
                  <a:pt x="794932" y="1426570"/>
                  <a:pt x="781770" y="1421025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781444" y="1302282"/>
                  <a:pt x="798809" y="1308808"/>
                  <a:pt x="813261" y="1317571"/>
                </a:cubicBezTo>
                <a:lnTo>
                  <a:pt x="828598" y="1330093"/>
                </a:lnTo>
                <a:lnTo>
                  <a:pt x="828598" y="1353155"/>
                </a:lnTo>
                <a:lnTo>
                  <a:pt x="806433" y="1334381"/>
                </a:lnTo>
                <a:cubicBezTo>
                  <a:pt x="794932" y="1326983"/>
                  <a:pt x="781770" y="1321554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781444" y="1202385"/>
                  <a:pt x="798809" y="1208915"/>
                  <a:pt x="813261" y="1217746"/>
                </a:cubicBezTo>
                <a:lnTo>
                  <a:pt x="828598" y="1230462"/>
                </a:lnTo>
                <a:lnTo>
                  <a:pt x="828598" y="1253282"/>
                </a:lnTo>
                <a:lnTo>
                  <a:pt x="806433" y="1234694"/>
                </a:lnTo>
                <a:cubicBezTo>
                  <a:pt x="794932" y="1227258"/>
                  <a:pt x="781770" y="1221713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1"/>
                  <a:pt x="682831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781444" y="1101767"/>
                  <a:pt x="798809" y="1108296"/>
                  <a:pt x="813261" y="1117127"/>
                </a:cubicBezTo>
                <a:lnTo>
                  <a:pt x="828598" y="1129843"/>
                </a:lnTo>
                <a:lnTo>
                  <a:pt x="828598" y="1152663"/>
                </a:lnTo>
                <a:lnTo>
                  <a:pt x="806433" y="1134075"/>
                </a:lnTo>
                <a:cubicBezTo>
                  <a:pt x="794932" y="1126639"/>
                  <a:pt x="781770" y="1121094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781444" y="1002314"/>
                  <a:pt x="798809" y="1008706"/>
                  <a:pt x="813261" y="1017410"/>
                </a:cubicBezTo>
                <a:lnTo>
                  <a:pt x="828598" y="1030028"/>
                </a:lnTo>
                <a:lnTo>
                  <a:pt x="828598" y="1053225"/>
                </a:lnTo>
                <a:lnTo>
                  <a:pt x="806433" y="1034450"/>
                </a:lnTo>
                <a:cubicBezTo>
                  <a:pt x="794932" y="1027052"/>
                  <a:pt x="781770" y="1021623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6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6"/>
                  <a:pt x="324526" y="900273"/>
                  <a:pt x="375034" y="900273"/>
                </a:cubicBezTo>
                <a:cubicBezTo>
                  <a:pt x="425568" y="900273"/>
                  <a:pt x="451706" y="924646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781444" y="901933"/>
                  <a:pt x="798809" y="908310"/>
                  <a:pt x="813261" y="916994"/>
                </a:cubicBezTo>
                <a:lnTo>
                  <a:pt x="828598" y="929584"/>
                </a:lnTo>
                <a:lnTo>
                  <a:pt x="828598" y="952729"/>
                </a:lnTo>
                <a:lnTo>
                  <a:pt x="806433" y="933997"/>
                </a:lnTo>
                <a:cubicBezTo>
                  <a:pt x="794932" y="926615"/>
                  <a:pt x="781770" y="921198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8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8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781444" y="801836"/>
                  <a:pt x="798809" y="808365"/>
                  <a:pt x="813261" y="817196"/>
                </a:cubicBezTo>
                <a:lnTo>
                  <a:pt x="828598" y="829912"/>
                </a:lnTo>
                <a:lnTo>
                  <a:pt x="828598" y="852732"/>
                </a:lnTo>
                <a:lnTo>
                  <a:pt x="806433" y="834145"/>
                </a:lnTo>
                <a:cubicBezTo>
                  <a:pt x="794932" y="826709"/>
                  <a:pt x="781770" y="821164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3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781444" y="702621"/>
                  <a:pt x="798809" y="708998"/>
                  <a:pt x="813261" y="717682"/>
                </a:cubicBezTo>
                <a:lnTo>
                  <a:pt x="828598" y="730272"/>
                </a:lnTo>
                <a:lnTo>
                  <a:pt x="828598" y="753417"/>
                </a:lnTo>
                <a:lnTo>
                  <a:pt x="806433" y="734685"/>
                </a:lnTo>
                <a:cubicBezTo>
                  <a:pt x="794932" y="727303"/>
                  <a:pt x="781770" y="721886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3" y="626130"/>
                  <a:pt x="696405" y="603382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781444" y="602002"/>
                  <a:pt x="798809" y="608379"/>
                  <a:pt x="813261" y="617064"/>
                </a:cubicBezTo>
                <a:lnTo>
                  <a:pt x="828598" y="629653"/>
                </a:lnTo>
                <a:lnTo>
                  <a:pt x="828598" y="652290"/>
                </a:lnTo>
                <a:lnTo>
                  <a:pt x="806433" y="633727"/>
                </a:lnTo>
                <a:cubicBezTo>
                  <a:pt x="794932" y="626301"/>
                  <a:pt x="781770" y="620763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781444" y="502144"/>
                  <a:pt x="798809" y="508665"/>
                  <a:pt x="813261" y="517484"/>
                </a:cubicBezTo>
                <a:lnTo>
                  <a:pt x="828598" y="530183"/>
                </a:lnTo>
                <a:lnTo>
                  <a:pt x="828598" y="552973"/>
                </a:lnTo>
                <a:lnTo>
                  <a:pt x="806433" y="534411"/>
                </a:lnTo>
                <a:cubicBezTo>
                  <a:pt x="794932" y="526984"/>
                  <a:pt x="781770" y="521446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1"/>
                  <a:pt x="613157" y="607805"/>
                  <a:pt x="562069" y="607805"/>
                </a:cubicBezTo>
                <a:cubicBezTo>
                  <a:pt x="512115" y="607805"/>
                  <a:pt x="485977" y="583431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1"/>
                  <a:pt x="238024" y="607805"/>
                  <a:pt x="187517" y="607805"/>
                </a:cubicBezTo>
                <a:cubicBezTo>
                  <a:pt x="137009" y="607805"/>
                  <a:pt x="111465" y="583431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1"/>
                  <a:pt x="144556" y="489978"/>
                  <a:pt x="187517" y="489978"/>
                </a:cubicBezTo>
                <a:cubicBezTo>
                  <a:pt x="230477" y="489978"/>
                  <a:pt x="251957" y="469621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1"/>
                  <a:pt x="519667" y="489978"/>
                  <a:pt x="562069" y="489978"/>
                </a:cubicBezTo>
                <a:cubicBezTo>
                  <a:pt x="605610" y="489978"/>
                  <a:pt x="627090" y="469621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781444" y="401529"/>
                  <a:pt x="798809" y="408064"/>
                  <a:pt x="813261" y="416904"/>
                </a:cubicBezTo>
                <a:lnTo>
                  <a:pt x="828598" y="429631"/>
                </a:lnTo>
                <a:lnTo>
                  <a:pt x="828598" y="452472"/>
                </a:lnTo>
                <a:lnTo>
                  <a:pt x="806433" y="433868"/>
                </a:lnTo>
                <a:cubicBezTo>
                  <a:pt x="794932" y="426425"/>
                  <a:pt x="781770" y="420875"/>
                  <a:pt x="764952" y="418775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2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3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781444" y="301631"/>
                  <a:pt x="798809" y="308160"/>
                  <a:pt x="813261" y="316991"/>
                </a:cubicBezTo>
                <a:lnTo>
                  <a:pt x="828598" y="329707"/>
                </a:lnTo>
                <a:lnTo>
                  <a:pt x="828598" y="352527"/>
                </a:lnTo>
                <a:lnTo>
                  <a:pt x="806433" y="333940"/>
                </a:lnTo>
                <a:cubicBezTo>
                  <a:pt x="794932" y="326504"/>
                  <a:pt x="781770" y="320958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3"/>
                  <a:pt x="144556" y="289884"/>
                  <a:pt x="187517" y="289884"/>
                </a:cubicBezTo>
                <a:cubicBezTo>
                  <a:pt x="230477" y="289884"/>
                  <a:pt x="251957" y="270153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3"/>
                  <a:pt x="519667" y="289884"/>
                  <a:pt x="562069" y="289884"/>
                </a:cubicBezTo>
                <a:cubicBezTo>
                  <a:pt x="605610" y="289884"/>
                  <a:pt x="627090" y="270153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781444" y="202212"/>
                  <a:pt x="798809" y="208724"/>
                  <a:pt x="813261" y="217467"/>
                </a:cubicBezTo>
                <a:lnTo>
                  <a:pt x="828598" y="229961"/>
                </a:lnTo>
                <a:lnTo>
                  <a:pt x="828598" y="252971"/>
                </a:lnTo>
                <a:lnTo>
                  <a:pt x="806433" y="234239"/>
                </a:lnTo>
                <a:cubicBezTo>
                  <a:pt x="794932" y="226857"/>
                  <a:pt x="781770" y="221440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3"/>
                  <a:pt x="682831" y="241065"/>
                  <a:pt x="662511" y="260869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9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9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9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6"/>
                </a:lnTo>
                <a:cubicBezTo>
                  <a:pt x="781444" y="101560"/>
                  <a:pt x="798809" y="107951"/>
                  <a:pt x="813261" y="116655"/>
                </a:cubicBezTo>
                <a:lnTo>
                  <a:pt x="828598" y="129273"/>
                </a:lnTo>
                <a:lnTo>
                  <a:pt x="828598" y="152470"/>
                </a:lnTo>
                <a:lnTo>
                  <a:pt x="806433" y="133696"/>
                </a:lnTo>
                <a:cubicBezTo>
                  <a:pt x="794932" y="126298"/>
                  <a:pt x="781770" y="120868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7"/>
                  <a:pt x="99855" y="47649"/>
                </a:cubicBezTo>
                <a:cubicBezTo>
                  <a:pt x="123076" y="69730"/>
                  <a:pt x="144556" y="90068"/>
                  <a:pt x="187517" y="90068"/>
                </a:cubicBezTo>
                <a:cubicBezTo>
                  <a:pt x="230477" y="90068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1" y="47649"/>
                </a:cubicBezTo>
                <a:cubicBezTo>
                  <a:pt x="498175" y="69730"/>
                  <a:pt x="519667" y="90068"/>
                  <a:pt x="562069" y="90068"/>
                </a:cubicBezTo>
                <a:cubicBezTo>
                  <a:pt x="605610" y="90068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775163" y="0"/>
                  <a:pt x="794491" y="6247"/>
                  <a:pt x="810333" y="15326"/>
                </a:cubicBezTo>
                <a:lnTo>
                  <a:pt x="828598" y="30152"/>
                </a:lnTo>
                <a:lnTo>
                  <a:pt x="828598" y="52597"/>
                </a:lnTo>
                <a:lnTo>
                  <a:pt x="806433" y="34009"/>
                </a:lnTo>
                <a:cubicBezTo>
                  <a:pt x="794932" y="26573"/>
                  <a:pt x="781770" y="21028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2"/>
                  <a:pt x="662511" y="60432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2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2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09" y="108081"/>
                  <a:pt x="111465" y="83095"/>
                  <a:pt x="87663" y="60432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58CA4DE-2613-4EC2-A716-6F7479A84196}"/>
              </a:ext>
            </a:extLst>
          </p:cNvPr>
          <p:cNvGrpSpPr/>
          <p:nvPr userDrawn="1"/>
        </p:nvGrpSpPr>
        <p:grpSpPr>
          <a:xfrm>
            <a:off x="9664473" y="3344102"/>
            <a:ext cx="1698928" cy="1698928"/>
            <a:chOff x="13672894" y="6503095"/>
            <a:chExt cx="3240000" cy="3240000"/>
          </a:xfrm>
          <a:solidFill>
            <a:schemeClr val="accent5"/>
          </a:solidFill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D5FC114-8EAF-49F1-87B0-A01D07C037F4}"/>
                </a:ext>
              </a:extLst>
            </p:cNvPr>
            <p:cNvSpPr/>
            <p:nvPr/>
          </p:nvSpPr>
          <p:spPr>
            <a:xfrm>
              <a:off x="13672894" y="6503095"/>
              <a:ext cx="3240000" cy="324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GB" sz="2000" noProof="0" dirty="0" err="1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B9E1FE5-B406-4217-BDDB-BABCBAC0EABF}"/>
                </a:ext>
              </a:extLst>
            </p:cNvPr>
            <p:cNvSpPr/>
            <p:nvPr/>
          </p:nvSpPr>
          <p:spPr>
            <a:xfrm>
              <a:off x="13672894" y="6503095"/>
              <a:ext cx="1620000" cy="3240000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</p:grp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911B7B21-4360-455C-8B84-121C084A72D4}"/>
              </a:ext>
            </a:extLst>
          </p:cNvPr>
          <p:cNvSpPr>
            <a:spLocks/>
          </p:cNvSpPr>
          <p:nvPr userDrawn="1"/>
        </p:nvSpPr>
        <p:spPr>
          <a:xfrm>
            <a:off x="11363401" y="1670674"/>
            <a:ext cx="836859" cy="1674011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0B53E966-0132-4159-8ACA-E747464C05DE}"/>
              </a:ext>
            </a:extLst>
          </p:cNvPr>
          <p:cNvSpPr>
            <a:spLocks/>
          </p:cNvSpPr>
          <p:nvPr userDrawn="1"/>
        </p:nvSpPr>
        <p:spPr>
          <a:xfrm>
            <a:off x="11363401" y="0"/>
            <a:ext cx="836860" cy="1674011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272FF38D-E13C-4891-A3D2-C48EB5D0E43C}"/>
              </a:ext>
            </a:extLst>
          </p:cNvPr>
          <p:cNvSpPr>
            <a:spLocks/>
          </p:cNvSpPr>
          <p:nvPr userDrawn="1"/>
        </p:nvSpPr>
        <p:spPr>
          <a:xfrm>
            <a:off x="11363401" y="3344102"/>
            <a:ext cx="836860" cy="1674011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01EEB6D7-3501-4972-B757-1F1FE0B20B9D}"/>
              </a:ext>
            </a:extLst>
          </p:cNvPr>
          <p:cNvSpPr>
            <a:spLocks/>
          </p:cNvSpPr>
          <p:nvPr userDrawn="1"/>
        </p:nvSpPr>
        <p:spPr>
          <a:xfrm rot="10800000">
            <a:off x="10526542" y="1670674"/>
            <a:ext cx="836859" cy="1674011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5779169B-1B0C-461F-AD05-5DA81D1FE4E1}"/>
              </a:ext>
            </a:extLst>
          </p:cNvPr>
          <p:cNvSpPr>
            <a:spLocks/>
          </p:cNvSpPr>
          <p:nvPr userDrawn="1"/>
        </p:nvSpPr>
        <p:spPr>
          <a:xfrm>
            <a:off x="9689682" y="1670674"/>
            <a:ext cx="836859" cy="1674011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01C3D6E-A553-44CD-96AF-B4BBF82166F8}"/>
              </a:ext>
            </a:extLst>
          </p:cNvPr>
          <p:cNvGrpSpPr/>
          <p:nvPr userDrawn="1"/>
        </p:nvGrpSpPr>
        <p:grpSpPr>
          <a:xfrm rot="5400000">
            <a:off x="9689682" y="0"/>
            <a:ext cx="1673719" cy="1674011"/>
            <a:chOff x="12150870" y="-9583966"/>
            <a:chExt cx="3240000" cy="3240565"/>
          </a:xfrm>
        </p:grpSpPr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C47EABB-2160-46DC-A494-091BB147E98B}"/>
                </a:ext>
              </a:extLst>
            </p:cNvPr>
            <p:cNvSpPr>
              <a:spLocks/>
            </p:cNvSpPr>
            <p:nvPr/>
          </p:nvSpPr>
          <p:spPr>
            <a:xfrm rot="10800000">
              <a:off x="13770870" y="-9583966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6AC4BA3-44EB-4E04-B1E7-374CA53D5F6A}"/>
                </a:ext>
              </a:extLst>
            </p:cNvPr>
            <p:cNvSpPr>
              <a:spLocks/>
            </p:cNvSpPr>
            <p:nvPr/>
          </p:nvSpPr>
          <p:spPr>
            <a:xfrm>
              <a:off x="12150870" y="-9583966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3853975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F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F284A4E1-364A-4EF7-B6EF-DD9897A2D0A9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grpSp>
        <p:nvGrpSpPr>
          <p:cNvPr id="40" name="Group 4">
            <a:extLst>
              <a:ext uri="{FF2B5EF4-FFF2-40B4-BE49-F238E27FC236}">
                <a16:creationId xmlns:a16="http://schemas.microsoft.com/office/drawing/2014/main" id="{B1DCACA0-0D0D-47B8-BEFB-40D1F524FAB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2301" y="719138"/>
            <a:ext cx="3192604" cy="452099"/>
            <a:chOff x="441" y="-2489"/>
            <a:chExt cx="5261" cy="745"/>
          </a:xfrm>
          <a:solidFill>
            <a:schemeClr val="accent1"/>
          </a:solidFill>
        </p:grpSpPr>
        <p:sp>
          <p:nvSpPr>
            <p:cNvPr id="42" name="Rectangle 5">
              <a:extLst>
                <a:ext uri="{FF2B5EF4-FFF2-40B4-BE49-F238E27FC236}">
                  <a16:creationId xmlns:a16="http://schemas.microsoft.com/office/drawing/2014/main" id="{8AFCDD2C-D9CE-4D68-901E-2E51174A0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2" y="-2343"/>
              <a:ext cx="41" cy="4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128E8151-4651-45BC-B91A-9E8C70CCB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-2339"/>
              <a:ext cx="185" cy="452"/>
            </a:xfrm>
            <a:custGeom>
              <a:avLst/>
              <a:gdLst>
                <a:gd name="T0" fmla="*/ 376 w 378"/>
                <a:gd name="T1" fmla="*/ 13 h 923"/>
                <a:gd name="T2" fmla="*/ 376 w 378"/>
                <a:gd name="T3" fmla="*/ 94 h 923"/>
                <a:gd name="T4" fmla="*/ 193 w 378"/>
                <a:gd name="T5" fmla="*/ 258 h 923"/>
                <a:gd name="T6" fmla="*/ 193 w 378"/>
                <a:gd name="T7" fmla="*/ 284 h 923"/>
                <a:gd name="T8" fmla="*/ 378 w 378"/>
                <a:gd name="T9" fmla="*/ 284 h 923"/>
                <a:gd name="T10" fmla="*/ 378 w 378"/>
                <a:gd name="T11" fmla="*/ 365 h 923"/>
                <a:gd name="T12" fmla="*/ 193 w 378"/>
                <a:gd name="T13" fmla="*/ 365 h 923"/>
                <a:gd name="T14" fmla="*/ 193 w 378"/>
                <a:gd name="T15" fmla="*/ 923 h 923"/>
                <a:gd name="T16" fmla="*/ 109 w 378"/>
                <a:gd name="T17" fmla="*/ 923 h 923"/>
                <a:gd name="T18" fmla="*/ 109 w 378"/>
                <a:gd name="T19" fmla="*/ 366 h 923"/>
                <a:gd name="T20" fmla="*/ 0 w 378"/>
                <a:gd name="T21" fmla="*/ 366 h 923"/>
                <a:gd name="T22" fmla="*/ 0 w 378"/>
                <a:gd name="T23" fmla="*/ 285 h 923"/>
                <a:gd name="T24" fmla="*/ 109 w 378"/>
                <a:gd name="T25" fmla="*/ 285 h 923"/>
                <a:gd name="T26" fmla="*/ 109 w 378"/>
                <a:gd name="T27" fmla="*/ 259 h 923"/>
                <a:gd name="T28" fmla="*/ 376 w 378"/>
                <a:gd name="T29" fmla="*/ 13 h 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78" h="923">
                  <a:moveTo>
                    <a:pt x="376" y="13"/>
                  </a:moveTo>
                  <a:cubicBezTo>
                    <a:pt x="376" y="94"/>
                    <a:pt x="376" y="94"/>
                    <a:pt x="376" y="94"/>
                  </a:cubicBezTo>
                  <a:cubicBezTo>
                    <a:pt x="251" y="85"/>
                    <a:pt x="191" y="135"/>
                    <a:pt x="193" y="258"/>
                  </a:cubicBezTo>
                  <a:cubicBezTo>
                    <a:pt x="193" y="284"/>
                    <a:pt x="193" y="284"/>
                    <a:pt x="193" y="284"/>
                  </a:cubicBezTo>
                  <a:cubicBezTo>
                    <a:pt x="378" y="284"/>
                    <a:pt x="378" y="284"/>
                    <a:pt x="378" y="284"/>
                  </a:cubicBezTo>
                  <a:cubicBezTo>
                    <a:pt x="378" y="365"/>
                    <a:pt x="378" y="365"/>
                    <a:pt x="378" y="365"/>
                  </a:cubicBezTo>
                  <a:cubicBezTo>
                    <a:pt x="193" y="365"/>
                    <a:pt x="193" y="365"/>
                    <a:pt x="193" y="365"/>
                  </a:cubicBezTo>
                  <a:cubicBezTo>
                    <a:pt x="193" y="923"/>
                    <a:pt x="193" y="923"/>
                    <a:pt x="193" y="923"/>
                  </a:cubicBezTo>
                  <a:cubicBezTo>
                    <a:pt x="109" y="923"/>
                    <a:pt x="109" y="923"/>
                    <a:pt x="109" y="923"/>
                  </a:cubicBezTo>
                  <a:cubicBezTo>
                    <a:pt x="109" y="366"/>
                    <a:pt x="109" y="366"/>
                    <a:pt x="109" y="366"/>
                  </a:cubicBezTo>
                  <a:cubicBezTo>
                    <a:pt x="0" y="366"/>
                    <a:pt x="0" y="366"/>
                    <a:pt x="0" y="366"/>
                  </a:cubicBezTo>
                  <a:cubicBezTo>
                    <a:pt x="0" y="285"/>
                    <a:pt x="0" y="285"/>
                    <a:pt x="0" y="285"/>
                  </a:cubicBezTo>
                  <a:cubicBezTo>
                    <a:pt x="109" y="285"/>
                    <a:pt x="109" y="285"/>
                    <a:pt x="109" y="285"/>
                  </a:cubicBezTo>
                  <a:cubicBezTo>
                    <a:pt x="109" y="259"/>
                    <a:pt x="109" y="259"/>
                    <a:pt x="109" y="259"/>
                  </a:cubicBezTo>
                  <a:cubicBezTo>
                    <a:pt x="107" y="93"/>
                    <a:pt x="203" y="0"/>
                    <a:pt x="376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874344D7-C738-4A7C-A572-B3DB0997C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02" y="-2324"/>
              <a:ext cx="335" cy="446"/>
            </a:xfrm>
            <a:custGeom>
              <a:avLst/>
              <a:gdLst>
                <a:gd name="T0" fmla="*/ 165 w 685"/>
                <a:gd name="T1" fmla="*/ 574 h 911"/>
                <a:gd name="T2" fmla="*/ 342 w 685"/>
                <a:gd name="T3" fmla="*/ 754 h 911"/>
                <a:gd name="T4" fmla="*/ 520 w 685"/>
                <a:gd name="T5" fmla="*/ 574 h 911"/>
                <a:gd name="T6" fmla="*/ 342 w 685"/>
                <a:gd name="T7" fmla="*/ 395 h 911"/>
                <a:gd name="T8" fmla="*/ 165 w 685"/>
                <a:gd name="T9" fmla="*/ 574 h 911"/>
                <a:gd name="T10" fmla="*/ 165 w 685"/>
                <a:gd name="T11" fmla="*/ 330 h 911"/>
                <a:gd name="T12" fmla="*/ 372 w 685"/>
                <a:gd name="T13" fmla="*/ 238 h 911"/>
                <a:gd name="T14" fmla="*/ 685 w 685"/>
                <a:gd name="T15" fmla="*/ 574 h 911"/>
                <a:gd name="T16" fmla="*/ 372 w 685"/>
                <a:gd name="T17" fmla="*/ 911 h 911"/>
                <a:gd name="T18" fmla="*/ 165 w 685"/>
                <a:gd name="T19" fmla="*/ 819 h 911"/>
                <a:gd name="T20" fmla="*/ 165 w 685"/>
                <a:gd name="T21" fmla="*/ 893 h 911"/>
                <a:gd name="T22" fmla="*/ 0 w 685"/>
                <a:gd name="T23" fmla="*/ 893 h 911"/>
                <a:gd name="T24" fmla="*/ 0 w 685"/>
                <a:gd name="T25" fmla="*/ 0 h 911"/>
                <a:gd name="T26" fmla="*/ 165 w 685"/>
                <a:gd name="T27" fmla="*/ 0 h 911"/>
                <a:gd name="T28" fmla="*/ 165 w 685"/>
                <a:gd name="T29" fmla="*/ 33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5" h="911">
                  <a:moveTo>
                    <a:pt x="165" y="574"/>
                  </a:moveTo>
                  <a:cubicBezTo>
                    <a:pt x="165" y="681"/>
                    <a:pt x="241" y="754"/>
                    <a:pt x="342" y="754"/>
                  </a:cubicBezTo>
                  <a:cubicBezTo>
                    <a:pt x="444" y="754"/>
                    <a:pt x="520" y="681"/>
                    <a:pt x="520" y="574"/>
                  </a:cubicBezTo>
                  <a:cubicBezTo>
                    <a:pt x="520" y="467"/>
                    <a:pt x="444" y="395"/>
                    <a:pt x="342" y="395"/>
                  </a:cubicBezTo>
                  <a:cubicBezTo>
                    <a:pt x="241" y="395"/>
                    <a:pt x="165" y="467"/>
                    <a:pt x="165" y="574"/>
                  </a:cubicBezTo>
                  <a:close/>
                  <a:moveTo>
                    <a:pt x="165" y="330"/>
                  </a:moveTo>
                  <a:cubicBezTo>
                    <a:pt x="212" y="272"/>
                    <a:pt x="279" y="238"/>
                    <a:pt x="372" y="238"/>
                  </a:cubicBezTo>
                  <a:cubicBezTo>
                    <a:pt x="544" y="238"/>
                    <a:pt x="685" y="385"/>
                    <a:pt x="685" y="574"/>
                  </a:cubicBezTo>
                  <a:cubicBezTo>
                    <a:pt x="685" y="764"/>
                    <a:pt x="544" y="911"/>
                    <a:pt x="372" y="911"/>
                  </a:cubicBezTo>
                  <a:cubicBezTo>
                    <a:pt x="280" y="911"/>
                    <a:pt x="212" y="877"/>
                    <a:pt x="165" y="819"/>
                  </a:cubicBezTo>
                  <a:cubicBezTo>
                    <a:pt x="165" y="893"/>
                    <a:pt x="165" y="893"/>
                    <a:pt x="165" y="893"/>
                  </a:cubicBezTo>
                  <a:cubicBezTo>
                    <a:pt x="0" y="893"/>
                    <a:pt x="0" y="893"/>
                    <a:pt x="0" y="89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5" y="0"/>
                    <a:pt x="165" y="0"/>
                    <a:pt x="165" y="0"/>
                  </a:cubicBezTo>
                  <a:lnTo>
                    <a:pt x="165" y="3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6" name="Freeform 8">
              <a:extLst>
                <a:ext uri="{FF2B5EF4-FFF2-40B4-BE49-F238E27FC236}">
                  <a16:creationId xmlns:a16="http://schemas.microsoft.com/office/drawing/2014/main" id="{315A1812-219F-48D9-9411-77B040812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" y="-2206"/>
              <a:ext cx="175" cy="319"/>
            </a:xfrm>
            <a:custGeom>
              <a:avLst/>
              <a:gdLst>
                <a:gd name="T0" fmla="*/ 164 w 358"/>
                <a:gd name="T1" fmla="*/ 13 h 652"/>
                <a:gd name="T2" fmla="*/ 164 w 358"/>
                <a:gd name="T3" fmla="*/ 123 h 652"/>
                <a:gd name="T4" fmla="*/ 358 w 358"/>
                <a:gd name="T5" fmla="*/ 0 h 652"/>
                <a:gd name="T6" fmla="*/ 358 w 358"/>
                <a:gd name="T7" fmla="*/ 184 h 652"/>
                <a:gd name="T8" fmla="*/ 164 w 358"/>
                <a:gd name="T9" fmla="*/ 346 h 652"/>
                <a:gd name="T10" fmla="*/ 164 w 358"/>
                <a:gd name="T11" fmla="*/ 652 h 652"/>
                <a:gd name="T12" fmla="*/ 0 w 358"/>
                <a:gd name="T13" fmla="*/ 652 h 652"/>
                <a:gd name="T14" fmla="*/ 0 w 358"/>
                <a:gd name="T15" fmla="*/ 13 h 652"/>
                <a:gd name="T16" fmla="*/ 164 w 358"/>
                <a:gd name="T17" fmla="*/ 13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8" h="652">
                  <a:moveTo>
                    <a:pt x="164" y="13"/>
                  </a:moveTo>
                  <a:cubicBezTo>
                    <a:pt x="164" y="123"/>
                    <a:pt x="164" y="123"/>
                    <a:pt x="164" y="123"/>
                  </a:cubicBezTo>
                  <a:cubicBezTo>
                    <a:pt x="196" y="35"/>
                    <a:pt x="277" y="0"/>
                    <a:pt x="358" y="0"/>
                  </a:cubicBezTo>
                  <a:cubicBezTo>
                    <a:pt x="358" y="184"/>
                    <a:pt x="358" y="184"/>
                    <a:pt x="358" y="184"/>
                  </a:cubicBezTo>
                  <a:cubicBezTo>
                    <a:pt x="272" y="173"/>
                    <a:pt x="164" y="212"/>
                    <a:pt x="164" y="346"/>
                  </a:cubicBezTo>
                  <a:cubicBezTo>
                    <a:pt x="164" y="652"/>
                    <a:pt x="164" y="652"/>
                    <a:pt x="164" y="652"/>
                  </a:cubicBezTo>
                  <a:cubicBezTo>
                    <a:pt x="0" y="652"/>
                    <a:pt x="0" y="652"/>
                    <a:pt x="0" y="652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164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8" name="Freeform 9">
              <a:extLst>
                <a:ext uri="{FF2B5EF4-FFF2-40B4-BE49-F238E27FC236}">
                  <a16:creationId xmlns:a16="http://schemas.microsoft.com/office/drawing/2014/main" id="{B83F5B96-ABB7-447A-8624-88F7E3B56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90" y="-2208"/>
              <a:ext cx="322" cy="329"/>
            </a:xfrm>
            <a:custGeom>
              <a:avLst/>
              <a:gdLst>
                <a:gd name="T0" fmla="*/ 172 w 660"/>
                <a:gd name="T1" fmla="*/ 277 h 673"/>
                <a:gd name="T2" fmla="*/ 338 w 660"/>
                <a:gd name="T3" fmla="*/ 147 h 673"/>
                <a:gd name="T4" fmla="*/ 497 w 660"/>
                <a:gd name="T5" fmla="*/ 277 h 673"/>
                <a:gd name="T6" fmla="*/ 172 w 660"/>
                <a:gd name="T7" fmla="*/ 277 h 673"/>
                <a:gd name="T8" fmla="*/ 173 w 660"/>
                <a:gd name="T9" fmla="*/ 405 h 673"/>
                <a:gd name="T10" fmla="*/ 654 w 660"/>
                <a:gd name="T11" fmla="*/ 405 h 673"/>
                <a:gd name="T12" fmla="*/ 660 w 660"/>
                <a:gd name="T13" fmla="*/ 337 h 673"/>
                <a:gd name="T14" fmla="*/ 337 w 660"/>
                <a:gd name="T15" fmla="*/ 0 h 673"/>
                <a:gd name="T16" fmla="*/ 0 w 660"/>
                <a:gd name="T17" fmla="*/ 337 h 673"/>
                <a:gd name="T18" fmla="*/ 350 w 660"/>
                <a:gd name="T19" fmla="*/ 673 h 673"/>
                <a:gd name="T20" fmla="*/ 628 w 660"/>
                <a:gd name="T21" fmla="*/ 537 h 673"/>
                <a:gd name="T22" fmla="*/ 495 w 660"/>
                <a:gd name="T23" fmla="*/ 461 h 673"/>
                <a:gd name="T24" fmla="*/ 353 w 660"/>
                <a:gd name="T25" fmla="*/ 524 h 673"/>
                <a:gd name="T26" fmla="*/ 173 w 660"/>
                <a:gd name="T27" fmla="*/ 405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60" h="673">
                  <a:moveTo>
                    <a:pt x="172" y="277"/>
                  </a:moveTo>
                  <a:cubicBezTo>
                    <a:pt x="191" y="196"/>
                    <a:pt x="251" y="147"/>
                    <a:pt x="338" y="147"/>
                  </a:cubicBezTo>
                  <a:cubicBezTo>
                    <a:pt x="408" y="147"/>
                    <a:pt x="476" y="185"/>
                    <a:pt x="497" y="277"/>
                  </a:cubicBezTo>
                  <a:lnTo>
                    <a:pt x="172" y="277"/>
                  </a:lnTo>
                  <a:close/>
                  <a:moveTo>
                    <a:pt x="173" y="405"/>
                  </a:moveTo>
                  <a:cubicBezTo>
                    <a:pt x="654" y="405"/>
                    <a:pt x="654" y="405"/>
                    <a:pt x="654" y="405"/>
                  </a:cubicBezTo>
                  <a:cubicBezTo>
                    <a:pt x="657" y="382"/>
                    <a:pt x="660" y="361"/>
                    <a:pt x="660" y="337"/>
                  </a:cubicBezTo>
                  <a:cubicBezTo>
                    <a:pt x="660" y="149"/>
                    <a:pt x="526" y="0"/>
                    <a:pt x="337" y="0"/>
                  </a:cubicBezTo>
                  <a:cubicBezTo>
                    <a:pt x="136" y="0"/>
                    <a:pt x="0" y="147"/>
                    <a:pt x="0" y="337"/>
                  </a:cubicBezTo>
                  <a:cubicBezTo>
                    <a:pt x="0" y="528"/>
                    <a:pt x="136" y="673"/>
                    <a:pt x="350" y="673"/>
                  </a:cubicBezTo>
                  <a:cubicBezTo>
                    <a:pt x="473" y="673"/>
                    <a:pt x="568" y="623"/>
                    <a:pt x="628" y="537"/>
                  </a:cubicBezTo>
                  <a:cubicBezTo>
                    <a:pt x="495" y="461"/>
                    <a:pt x="495" y="461"/>
                    <a:pt x="495" y="461"/>
                  </a:cubicBezTo>
                  <a:cubicBezTo>
                    <a:pt x="466" y="499"/>
                    <a:pt x="416" y="524"/>
                    <a:pt x="353" y="524"/>
                  </a:cubicBezTo>
                  <a:cubicBezTo>
                    <a:pt x="267" y="526"/>
                    <a:pt x="197" y="489"/>
                    <a:pt x="173" y="4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221D7E4B-2060-43F6-AA9F-BB5DDE1E8E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50" y="-2208"/>
              <a:ext cx="334" cy="330"/>
            </a:xfrm>
            <a:custGeom>
              <a:avLst/>
              <a:gdLst>
                <a:gd name="T0" fmla="*/ 166 w 684"/>
                <a:gd name="T1" fmla="*/ 338 h 675"/>
                <a:gd name="T2" fmla="*/ 343 w 684"/>
                <a:gd name="T3" fmla="*/ 518 h 675"/>
                <a:gd name="T4" fmla="*/ 521 w 684"/>
                <a:gd name="T5" fmla="*/ 338 h 675"/>
                <a:gd name="T6" fmla="*/ 343 w 684"/>
                <a:gd name="T7" fmla="*/ 159 h 675"/>
                <a:gd name="T8" fmla="*/ 166 w 684"/>
                <a:gd name="T9" fmla="*/ 338 h 675"/>
                <a:gd name="T10" fmla="*/ 519 w 684"/>
                <a:gd name="T11" fmla="*/ 94 h 675"/>
                <a:gd name="T12" fmla="*/ 519 w 684"/>
                <a:gd name="T13" fmla="*/ 19 h 675"/>
                <a:gd name="T14" fmla="*/ 684 w 684"/>
                <a:gd name="T15" fmla="*/ 19 h 675"/>
                <a:gd name="T16" fmla="*/ 684 w 684"/>
                <a:gd name="T17" fmla="*/ 657 h 675"/>
                <a:gd name="T18" fmla="*/ 519 w 684"/>
                <a:gd name="T19" fmla="*/ 657 h 675"/>
                <a:gd name="T20" fmla="*/ 519 w 684"/>
                <a:gd name="T21" fmla="*/ 583 h 675"/>
                <a:gd name="T22" fmla="*/ 310 w 684"/>
                <a:gd name="T23" fmla="*/ 675 h 675"/>
                <a:gd name="T24" fmla="*/ 0 w 684"/>
                <a:gd name="T25" fmla="*/ 338 h 675"/>
                <a:gd name="T26" fmla="*/ 310 w 684"/>
                <a:gd name="T27" fmla="*/ 2 h 675"/>
                <a:gd name="T28" fmla="*/ 519 w 684"/>
                <a:gd name="T29" fmla="*/ 94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4" h="675">
                  <a:moveTo>
                    <a:pt x="166" y="338"/>
                  </a:moveTo>
                  <a:cubicBezTo>
                    <a:pt x="166" y="445"/>
                    <a:pt x="241" y="518"/>
                    <a:pt x="343" y="518"/>
                  </a:cubicBezTo>
                  <a:cubicBezTo>
                    <a:pt x="445" y="518"/>
                    <a:pt x="521" y="445"/>
                    <a:pt x="521" y="338"/>
                  </a:cubicBezTo>
                  <a:cubicBezTo>
                    <a:pt x="521" y="231"/>
                    <a:pt x="446" y="159"/>
                    <a:pt x="343" y="159"/>
                  </a:cubicBezTo>
                  <a:cubicBezTo>
                    <a:pt x="241" y="159"/>
                    <a:pt x="166" y="231"/>
                    <a:pt x="166" y="338"/>
                  </a:cubicBezTo>
                  <a:close/>
                  <a:moveTo>
                    <a:pt x="519" y="94"/>
                  </a:moveTo>
                  <a:cubicBezTo>
                    <a:pt x="519" y="19"/>
                    <a:pt x="519" y="19"/>
                    <a:pt x="519" y="19"/>
                  </a:cubicBezTo>
                  <a:cubicBezTo>
                    <a:pt x="684" y="19"/>
                    <a:pt x="684" y="19"/>
                    <a:pt x="684" y="19"/>
                  </a:cubicBezTo>
                  <a:cubicBezTo>
                    <a:pt x="684" y="657"/>
                    <a:pt x="684" y="657"/>
                    <a:pt x="684" y="657"/>
                  </a:cubicBezTo>
                  <a:cubicBezTo>
                    <a:pt x="519" y="657"/>
                    <a:pt x="519" y="657"/>
                    <a:pt x="519" y="657"/>
                  </a:cubicBezTo>
                  <a:cubicBezTo>
                    <a:pt x="519" y="583"/>
                    <a:pt x="519" y="583"/>
                    <a:pt x="519" y="583"/>
                  </a:cubicBezTo>
                  <a:cubicBezTo>
                    <a:pt x="472" y="641"/>
                    <a:pt x="404" y="675"/>
                    <a:pt x="310" y="675"/>
                  </a:cubicBezTo>
                  <a:cubicBezTo>
                    <a:pt x="140" y="675"/>
                    <a:pt x="0" y="529"/>
                    <a:pt x="0" y="338"/>
                  </a:cubicBezTo>
                  <a:cubicBezTo>
                    <a:pt x="0" y="149"/>
                    <a:pt x="140" y="2"/>
                    <a:pt x="310" y="2"/>
                  </a:cubicBezTo>
                  <a:cubicBezTo>
                    <a:pt x="404" y="0"/>
                    <a:pt x="472" y="36"/>
                    <a:pt x="519" y="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E9CA355B-4C4E-43D8-ACD0-809E95A1AA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8" y="-2324"/>
              <a:ext cx="334" cy="446"/>
            </a:xfrm>
            <a:custGeom>
              <a:avLst/>
              <a:gdLst>
                <a:gd name="T0" fmla="*/ 344 w 685"/>
                <a:gd name="T1" fmla="*/ 754 h 911"/>
                <a:gd name="T2" fmla="*/ 165 w 685"/>
                <a:gd name="T3" fmla="*/ 574 h 911"/>
                <a:gd name="T4" fmla="*/ 344 w 685"/>
                <a:gd name="T5" fmla="*/ 395 h 911"/>
                <a:gd name="T6" fmla="*/ 520 w 685"/>
                <a:gd name="T7" fmla="*/ 574 h 911"/>
                <a:gd name="T8" fmla="*/ 344 w 685"/>
                <a:gd name="T9" fmla="*/ 754 h 911"/>
                <a:gd name="T10" fmla="*/ 520 w 685"/>
                <a:gd name="T11" fmla="*/ 0 h 911"/>
                <a:gd name="T12" fmla="*/ 520 w 685"/>
                <a:gd name="T13" fmla="*/ 330 h 911"/>
                <a:gd name="T14" fmla="*/ 313 w 685"/>
                <a:gd name="T15" fmla="*/ 238 h 911"/>
                <a:gd name="T16" fmla="*/ 0 w 685"/>
                <a:gd name="T17" fmla="*/ 574 h 911"/>
                <a:gd name="T18" fmla="*/ 313 w 685"/>
                <a:gd name="T19" fmla="*/ 911 h 911"/>
                <a:gd name="T20" fmla="*/ 520 w 685"/>
                <a:gd name="T21" fmla="*/ 819 h 911"/>
                <a:gd name="T22" fmla="*/ 520 w 685"/>
                <a:gd name="T23" fmla="*/ 893 h 911"/>
                <a:gd name="T24" fmla="*/ 685 w 685"/>
                <a:gd name="T25" fmla="*/ 893 h 911"/>
                <a:gd name="T26" fmla="*/ 685 w 685"/>
                <a:gd name="T27" fmla="*/ 0 h 911"/>
                <a:gd name="T28" fmla="*/ 520 w 685"/>
                <a:gd name="T29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5" h="911">
                  <a:moveTo>
                    <a:pt x="344" y="754"/>
                  </a:moveTo>
                  <a:cubicBezTo>
                    <a:pt x="242" y="754"/>
                    <a:pt x="165" y="681"/>
                    <a:pt x="165" y="574"/>
                  </a:cubicBezTo>
                  <a:cubicBezTo>
                    <a:pt x="165" y="467"/>
                    <a:pt x="240" y="395"/>
                    <a:pt x="344" y="395"/>
                  </a:cubicBezTo>
                  <a:cubicBezTo>
                    <a:pt x="444" y="395"/>
                    <a:pt x="520" y="467"/>
                    <a:pt x="520" y="574"/>
                  </a:cubicBezTo>
                  <a:cubicBezTo>
                    <a:pt x="520" y="681"/>
                    <a:pt x="444" y="754"/>
                    <a:pt x="344" y="754"/>
                  </a:cubicBezTo>
                  <a:close/>
                  <a:moveTo>
                    <a:pt x="520" y="0"/>
                  </a:moveTo>
                  <a:cubicBezTo>
                    <a:pt x="520" y="330"/>
                    <a:pt x="520" y="330"/>
                    <a:pt x="520" y="330"/>
                  </a:cubicBezTo>
                  <a:cubicBezTo>
                    <a:pt x="473" y="272"/>
                    <a:pt x="407" y="238"/>
                    <a:pt x="313" y="238"/>
                  </a:cubicBezTo>
                  <a:cubicBezTo>
                    <a:pt x="141" y="238"/>
                    <a:pt x="0" y="385"/>
                    <a:pt x="0" y="574"/>
                  </a:cubicBezTo>
                  <a:cubicBezTo>
                    <a:pt x="0" y="765"/>
                    <a:pt x="141" y="911"/>
                    <a:pt x="313" y="911"/>
                  </a:cubicBezTo>
                  <a:cubicBezTo>
                    <a:pt x="405" y="911"/>
                    <a:pt x="473" y="877"/>
                    <a:pt x="520" y="819"/>
                  </a:cubicBezTo>
                  <a:cubicBezTo>
                    <a:pt x="520" y="893"/>
                    <a:pt x="520" y="893"/>
                    <a:pt x="520" y="893"/>
                  </a:cubicBezTo>
                  <a:cubicBezTo>
                    <a:pt x="685" y="893"/>
                    <a:pt x="685" y="893"/>
                    <a:pt x="685" y="893"/>
                  </a:cubicBezTo>
                  <a:cubicBezTo>
                    <a:pt x="685" y="0"/>
                    <a:pt x="685" y="0"/>
                    <a:pt x="685" y="0"/>
                  </a:cubicBezTo>
                  <a:lnTo>
                    <a:pt x="52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3" name="Freeform 12">
              <a:extLst>
                <a:ext uri="{FF2B5EF4-FFF2-40B4-BE49-F238E27FC236}">
                  <a16:creationId xmlns:a16="http://schemas.microsoft.com/office/drawing/2014/main" id="{EAC88072-E46B-4711-A9F8-AC1FEEC6C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-2326"/>
              <a:ext cx="60" cy="60"/>
            </a:xfrm>
            <a:custGeom>
              <a:avLst/>
              <a:gdLst>
                <a:gd name="T0" fmla="*/ 61 w 123"/>
                <a:gd name="T1" fmla="*/ 123 h 123"/>
                <a:gd name="T2" fmla="*/ 123 w 123"/>
                <a:gd name="T3" fmla="*/ 62 h 123"/>
                <a:gd name="T4" fmla="*/ 61 w 123"/>
                <a:gd name="T5" fmla="*/ 0 h 123"/>
                <a:gd name="T6" fmla="*/ 0 w 123"/>
                <a:gd name="T7" fmla="*/ 62 h 123"/>
                <a:gd name="T8" fmla="*/ 61 w 123"/>
                <a:gd name="T9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23">
                  <a:moveTo>
                    <a:pt x="61" y="123"/>
                  </a:moveTo>
                  <a:cubicBezTo>
                    <a:pt x="95" y="123"/>
                    <a:pt x="123" y="94"/>
                    <a:pt x="123" y="62"/>
                  </a:cubicBezTo>
                  <a:cubicBezTo>
                    <a:pt x="123" y="28"/>
                    <a:pt x="95" y="0"/>
                    <a:pt x="61" y="0"/>
                  </a:cubicBezTo>
                  <a:cubicBezTo>
                    <a:pt x="27" y="0"/>
                    <a:pt x="0" y="29"/>
                    <a:pt x="0" y="62"/>
                  </a:cubicBezTo>
                  <a:cubicBezTo>
                    <a:pt x="0" y="94"/>
                    <a:pt x="26" y="123"/>
                    <a:pt x="61" y="1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4" name="Rectangle 13">
              <a:extLst>
                <a:ext uri="{FF2B5EF4-FFF2-40B4-BE49-F238E27FC236}">
                  <a16:creationId xmlns:a16="http://schemas.microsoft.com/office/drawing/2014/main" id="{A805BA91-2FB5-41A7-8C55-75F23B764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5" y="-2200"/>
              <a:ext cx="41" cy="3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12E395CA-F307-4DEF-99A7-1B182960F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8" y="-2207"/>
              <a:ext cx="268" cy="320"/>
            </a:xfrm>
            <a:custGeom>
              <a:avLst/>
              <a:gdLst>
                <a:gd name="T0" fmla="*/ 86 w 549"/>
                <a:gd name="T1" fmla="*/ 115 h 654"/>
                <a:gd name="T2" fmla="*/ 300 w 549"/>
                <a:gd name="T3" fmla="*/ 0 h 654"/>
                <a:gd name="T4" fmla="*/ 549 w 549"/>
                <a:gd name="T5" fmla="*/ 262 h 654"/>
                <a:gd name="T6" fmla="*/ 549 w 549"/>
                <a:gd name="T7" fmla="*/ 654 h 654"/>
                <a:gd name="T8" fmla="*/ 465 w 549"/>
                <a:gd name="T9" fmla="*/ 654 h 654"/>
                <a:gd name="T10" fmla="*/ 465 w 549"/>
                <a:gd name="T11" fmla="*/ 262 h 654"/>
                <a:gd name="T12" fmla="*/ 291 w 549"/>
                <a:gd name="T13" fmla="*/ 83 h 654"/>
                <a:gd name="T14" fmla="*/ 84 w 549"/>
                <a:gd name="T15" fmla="*/ 321 h 654"/>
                <a:gd name="T16" fmla="*/ 84 w 549"/>
                <a:gd name="T17" fmla="*/ 654 h 654"/>
                <a:gd name="T18" fmla="*/ 0 w 549"/>
                <a:gd name="T19" fmla="*/ 654 h 654"/>
                <a:gd name="T20" fmla="*/ 0 w 549"/>
                <a:gd name="T21" fmla="*/ 15 h 654"/>
                <a:gd name="T22" fmla="*/ 84 w 549"/>
                <a:gd name="T23" fmla="*/ 15 h 654"/>
                <a:gd name="T24" fmla="*/ 84 w 549"/>
                <a:gd name="T25" fmla="*/ 115 h 654"/>
                <a:gd name="T26" fmla="*/ 86 w 549"/>
                <a:gd name="T27" fmla="*/ 11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9" h="654">
                  <a:moveTo>
                    <a:pt x="86" y="115"/>
                  </a:moveTo>
                  <a:cubicBezTo>
                    <a:pt x="136" y="34"/>
                    <a:pt x="209" y="0"/>
                    <a:pt x="300" y="0"/>
                  </a:cubicBezTo>
                  <a:cubicBezTo>
                    <a:pt x="455" y="0"/>
                    <a:pt x="549" y="102"/>
                    <a:pt x="549" y="262"/>
                  </a:cubicBezTo>
                  <a:cubicBezTo>
                    <a:pt x="549" y="654"/>
                    <a:pt x="549" y="654"/>
                    <a:pt x="549" y="654"/>
                  </a:cubicBezTo>
                  <a:cubicBezTo>
                    <a:pt x="465" y="654"/>
                    <a:pt x="465" y="654"/>
                    <a:pt x="465" y="654"/>
                  </a:cubicBezTo>
                  <a:cubicBezTo>
                    <a:pt x="465" y="262"/>
                    <a:pt x="465" y="262"/>
                    <a:pt x="465" y="262"/>
                  </a:cubicBezTo>
                  <a:cubicBezTo>
                    <a:pt x="465" y="149"/>
                    <a:pt x="402" y="83"/>
                    <a:pt x="291" y="83"/>
                  </a:cubicBezTo>
                  <a:cubicBezTo>
                    <a:pt x="180" y="83"/>
                    <a:pt x="84" y="149"/>
                    <a:pt x="84" y="321"/>
                  </a:cubicBezTo>
                  <a:cubicBezTo>
                    <a:pt x="84" y="654"/>
                    <a:pt x="84" y="654"/>
                    <a:pt x="84" y="654"/>
                  </a:cubicBezTo>
                  <a:cubicBezTo>
                    <a:pt x="0" y="654"/>
                    <a:pt x="0" y="654"/>
                    <a:pt x="0" y="65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4" y="115"/>
                    <a:pt x="84" y="115"/>
                    <a:pt x="84" y="115"/>
                  </a:cubicBezTo>
                  <a:lnTo>
                    <a:pt x="86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1FEE52A0-169E-4119-A161-992B6674EE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6" y="-2207"/>
              <a:ext cx="329" cy="328"/>
            </a:xfrm>
            <a:custGeom>
              <a:avLst/>
              <a:gdLst>
                <a:gd name="T0" fmla="*/ 337 w 672"/>
                <a:gd name="T1" fmla="*/ 587 h 670"/>
                <a:gd name="T2" fmla="*/ 86 w 672"/>
                <a:gd name="T3" fmla="*/ 335 h 670"/>
                <a:gd name="T4" fmla="*/ 337 w 672"/>
                <a:gd name="T5" fmla="*/ 82 h 670"/>
                <a:gd name="T6" fmla="*/ 588 w 672"/>
                <a:gd name="T7" fmla="*/ 335 h 670"/>
                <a:gd name="T8" fmla="*/ 337 w 672"/>
                <a:gd name="T9" fmla="*/ 587 h 670"/>
                <a:gd name="T10" fmla="*/ 588 w 672"/>
                <a:gd name="T11" fmla="*/ 16 h 670"/>
                <a:gd name="T12" fmla="*/ 588 w 672"/>
                <a:gd name="T13" fmla="*/ 140 h 670"/>
                <a:gd name="T14" fmla="*/ 331 w 672"/>
                <a:gd name="T15" fmla="*/ 0 h 670"/>
                <a:gd name="T16" fmla="*/ 0 w 672"/>
                <a:gd name="T17" fmla="*/ 335 h 670"/>
                <a:gd name="T18" fmla="*/ 331 w 672"/>
                <a:gd name="T19" fmla="*/ 670 h 670"/>
                <a:gd name="T20" fmla="*/ 588 w 672"/>
                <a:gd name="T21" fmla="*/ 529 h 670"/>
                <a:gd name="T22" fmla="*/ 588 w 672"/>
                <a:gd name="T23" fmla="*/ 654 h 670"/>
                <a:gd name="T24" fmla="*/ 672 w 672"/>
                <a:gd name="T25" fmla="*/ 654 h 670"/>
                <a:gd name="T26" fmla="*/ 672 w 672"/>
                <a:gd name="T27" fmla="*/ 16 h 670"/>
                <a:gd name="T28" fmla="*/ 588 w 672"/>
                <a:gd name="T29" fmla="*/ 16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2" h="670">
                  <a:moveTo>
                    <a:pt x="337" y="587"/>
                  </a:moveTo>
                  <a:cubicBezTo>
                    <a:pt x="196" y="587"/>
                    <a:pt x="86" y="477"/>
                    <a:pt x="86" y="335"/>
                  </a:cubicBezTo>
                  <a:cubicBezTo>
                    <a:pt x="86" y="192"/>
                    <a:pt x="196" y="82"/>
                    <a:pt x="337" y="82"/>
                  </a:cubicBezTo>
                  <a:cubicBezTo>
                    <a:pt x="480" y="82"/>
                    <a:pt x="588" y="192"/>
                    <a:pt x="588" y="335"/>
                  </a:cubicBezTo>
                  <a:cubicBezTo>
                    <a:pt x="588" y="477"/>
                    <a:pt x="478" y="587"/>
                    <a:pt x="337" y="587"/>
                  </a:cubicBezTo>
                  <a:close/>
                  <a:moveTo>
                    <a:pt x="588" y="16"/>
                  </a:moveTo>
                  <a:cubicBezTo>
                    <a:pt x="588" y="140"/>
                    <a:pt x="588" y="140"/>
                    <a:pt x="588" y="140"/>
                  </a:cubicBezTo>
                  <a:cubicBezTo>
                    <a:pt x="535" y="55"/>
                    <a:pt x="444" y="0"/>
                    <a:pt x="331" y="0"/>
                  </a:cubicBezTo>
                  <a:cubicBezTo>
                    <a:pt x="151" y="0"/>
                    <a:pt x="0" y="145"/>
                    <a:pt x="0" y="335"/>
                  </a:cubicBezTo>
                  <a:cubicBezTo>
                    <a:pt x="0" y="524"/>
                    <a:pt x="149" y="670"/>
                    <a:pt x="331" y="670"/>
                  </a:cubicBezTo>
                  <a:cubicBezTo>
                    <a:pt x="444" y="670"/>
                    <a:pt x="535" y="615"/>
                    <a:pt x="588" y="529"/>
                  </a:cubicBezTo>
                  <a:cubicBezTo>
                    <a:pt x="588" y="654"/>
                    <a:pt x="588" y="654"/>
                    <a:pt x="588" y="654"/>
                  </a:cubicBezTo>
                  <a:cubicBezTo>
                    <a:pt x="672" y="654"/>
                    <a:pt x="672" y="654"/>
                    <a:pt x="672" y="654"/>
                  </a:cubicBezTo>
                  <a:cubicBezTo>
                    <a:pt x="672" y="16"/>
                    <a:pt x="672" y="16"/>
                    <a:pt x="672" y="16"/>
                  </a:cubicBezTo>
                  <a:lnTo>
                    <a:pt x="588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C49F7ABD-BC85-4210-B3BC-2496653C7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" y="-2207"/>
              <a:ext cx="269" cy="320"/>
            </a:xfrm>
            <a:custGeom>
              <a:avLst/>
              <a:gdLst>
                <a:gd name="T0" fmla="*/ 86 w 551"/>
                <a:gd name="T1" fmla="*/ 115 h 654"/>
                <a:gd name="T2" fmla="*/ 300 w 551"/>
                <a:gd name="T3" fmla="*/ 0 h 654"/>
                <a:gd name="T4" fmla="*/ 549 w 551"/>
                <a:gd name="T5" fmla="*/ 262 h 654"/>
                <a:gd name="T6" fmla="*/ 549 w 551"/>
                <a:gd name="T7" fmla="*/ 654 h 654"/>
                <a:gd name="T8" fmla="*/ 465 w 551"/>
                <a:gd name="T9" fmla="*/ 654 h 654"/>
                <a:gd name="T10" fmla="*/ 465 w 551"/>
                <a:gd name="T11" fmla="*/ 262 h 654"/>
                <a:gd name="T12" fmla="*/ 292 w 551"/>
                <a:gd name="T13" fmla="*/ 83 h 654"/>
                <a:gd name="T14" fmla="*/ 85 w 551"/>
                <a:gd name="T15" fmla="*/ 321 h 654"/>
                <a:gd name="T16" fmla="*/ 85 w 551"/>
                <a:gd name="T17" fmla="*/ 654 h 654"/>
                <a:gd name="T18" fmla="*/ 0 w 551"/>
                <a:gd name="T19" fmla="*/ 654 h 654"/>
                <a:gd name="T20" fmla="*/ 0 w 551"/>
                <a:gd name="T21" fmla="*/ 15 h 654"/>
                <a:gd name="T22" fmla="*/ 85 w 551"/>
                <a:gd name="T23" fmla="*/ 15 h 654"/>
                <a:gd name="T24" fmla="*/ 85 w 551"/>
                <a:gd name="T25" fmla="*/ 115 h 654"/>
                <a:gd name="T26" fmla="*/ 86 w 551"/>
                <a:gd name="T27" fmla="*/ 11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51" h="654">
                  <a:moveTo>
                    <a:pt x="86" y="115"/>
                  </a:moveTo>
                  <a:cubicBezTo>
                    <a:pt x="136" y="34"/>
                    <a:pt x="209" y="0"/>
                    <a:pt x="300" y="0"/>
                  </a:cubicBezTo>
                  <a:cubicBezTo>
                    <a:pt x="455" y="0"/>
                    <a:pt x="551" y="102"/>
                    <a:pt x="549" y="262"/>
                  </a:cubicBezTo>
                  <a:cubicBezTo>
                    <a:pt x="549" y="654"/>
                    <a:pt x="549" y="654"/>
                    <a:pt x="549" y="654"/>
                  </a:cubicBezTo>
                  <a:cubicBezTo>
                    <a:pt x="465" y="654"/>
                    <a:pt x="465" y="654"/>
                    <a:pt x="465" y="654"/>
                  </a:cubicBezTo>
                  <a:cubicBezTo>
                    <a:pt x="465" y="262"/>
                    <a:pt x="465" y="262"/>
                    <a:pt x="465" y="262"/>
                  </a:cubicBezTo>
                  <a:cubicBezTo>
                    <a:pt x="465" y="149"/>
                    <a:pt x="402" y="83"/>
                    <a:pt x="292" y="83"/>
                  </a:cubicBezTo>
                  <a:cubicBezTo>
                    <a:pt x="180" y="83"/>
                    <a:pt x="85" y="149"/>
                    <a:pt x="85" y="321"/>
                  </a:cubicBezTo>
                  <a:cubicBezTo>
                    <a:pt x="85" y="654"/>
                    <a:pt x="85" y="654"/>
                    <a:pt x="85" y="654"/>
                  </a:cubicBezTo>
                  <a:cubicBezTo>
                    <a:pt x="0" y="654"/>
                    <a:pt x="0" y="654"/>
                    <a:pt x="0" y="65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5" y="115"/>
                    <a:pt x="85" y="115"/>
                    <a:pt x="85" y="115"/>
                  </a:cubicBezTo>
                  <a:lnTo>
                    <a:pt x="86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8" name="Freeform 17">
              <a:extLst>
                <a:ext uri="{FF2B5EF4-FFF2-40B4-BE49-F238E27FC236}">
                  <a16:creationId xmlns:a16="http://schemas.microsoft.com/office/drawing/2014/main" id="{3F8ED4F7-FDEE-4B06-B216-2EA595676A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" y="-2207"/>
              <a:ext cx="303" cy="328"/>
            </a:xfrm>
            <a:custGeom>
              <a:avLst/>
              <a:gdLst>
                <a:gd name="T0" fmla="*/ 335 w 621"/>
                <a:gd name="T1" fmla="*/ 670 h 670"/>
                <a:gd name="T2" fmla="*/ 621 w 621"/>
                <a:gd name="T3" fmla="*/ 503 h 670"/>
                <a:gd name="T4" fmla="*/ 552 w 621"/>
                <a:gd name="T5" fmla="*/ 463 h 670"/>
                <a:gd name="T6" fmla="*/ 336 w 621"/>
                <a:gd name="T7" fmla="*/ 587 h 670"/>
                <a:gd name="T8" fmla="*/ 85 w 621"/>
                <a:gd name="T9" fmla="*/ 335 h 670"/>
                <a:gd name="T10" fmla="*/ 336 w 621"/>
                <a:gd name="T11" fmla="*/ 82 h 670"/>
                <a:gd name="T12" fmla="*/ 547 w 621"/>
                <a:gd name="T13" fmla="*/ 207 h 670"/>
                <a:gd name="T14" fmla="*/ 616 w 621"/>
                <a:gd name="T15" fmla="*/ 166 h 670"/>
                <a:gd name="T16" fmla="*/ 336 w 621"/>
                <a:gd name="T17" fmla="*/ 0 h 670"/>
                <a:gd name="T18" fmla="*/ 1 w 621"/>
                <a:gd name="T19" fmla="*/ 335 h 670"/>
                <a:gd name="T20" fmla="*/ 335 w 621"/>
                <a:gd name="T21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1" h="670">
                  <a:moveTo>
                    <a:pt x="335" y="670"/>
                  </a:moveTo>
                  <a:cubicBezTo>
                    <a:pt x="459" y="670"/>
                    <a:pt x="568" y="605"/>
                    <a:pt x="621" y="503"/>
                  </a:cubicBezTo>
                  <a:cubicBezTo>
                    <a:pt x="552" y="463"/>
                    <a:pt x="552" y="463"/>
                    <a:pt x="552" y="463"/>
                  </a:cubicBezTo>
                  <a:cubicBezTo>
                    <a:pt x="511" y="537"/>
                    <a:pt x="433" y="587"/>
                    <a:pt x="336" y="587"/>
                  </a:cubicBezTo>
                  <a:cubicBezTo>
                    <a:pt x="195" y="587"/>
                    <a:pt x="85" y="477"/>
                    <a:pt x="85" y="335"/>
                  </a:cubicBezTo>
                  <a:cubicBezTo>
                    <a:pt x="85" y="192"/>
                    <a:pt x="195" y="82"/>
                    <a:pt x="336" y="82"/>
                  </a:cubicBezTo>
                  <a:cubicBezTo>
                    <a:pt x="432" y="82"/>
                    <a:pt x="513" y="132"/>
                    <a:pt x="547" y="207"/>
                  </a:cubicBezTo>
                  <a:cubicBezTo>
                    <a:pt x="616" y="166"/>
                    <a:pt x="616" y="166"/>
                    <a:pt x="616" y="166"/>
                  </a:cubicBezTo>
                  <a:cubicBezTo>
                    <a:pt x="569" y="66"/>
                    <a:pt x="463" y="0"/>
                    <a:pt x="336" y="0"/>
                  </a:cubicBezTo>
                  <a:cubicBezTo>
                    <a:pt x="144" y="0"/>
                    <a:pt x="1" y="145"/>
                    <a:pt x="1" y="335"/>
                  </a:cubicBezTo>
                  <a:cubicBezTo>
                    <a:pt x="0" y="524"/>
                    <a:pt x="142" y="670"/>
                    <a:pt x="335" y="6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9" name="Freeform 18">
              <a:extLst>
                <a:ext uri="{FF2B5EF4-FFF2-40B4-BE49-F238E27FC236}">
                  <a16:creationId xmlns:a16="http://schemas.microsoft.com/office/drawing/2014/main" id="{A3E6382B-ACEF-4419-A183-9FBB177807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90" y="-2207"/>
              <a:ext cx="328" cy="328"/>
            </a:xfrm>
            <a:custGeom>
              <a:avLst/>
              <a:gdLst>
                <a:gd name="T0" fmla="*/ 85 w 672"/>
                <a:gd name="T1" fmla="*/ 334 h 670"/>
                <a:gd name="T2" fmla="*/ 335 w 672"/>
                <a:gd name="T3" fmla="*/ 586 h 670"/>
                <a:gd name="T4" fmla="*/ 586 w 672"/>
                <a:gd name="T5" fmla="*/ 334 h 670"/>
                <a:gd name="T6" fmla="*/ 335 w 672"/>
                <a:gd name="T7" fmla="*/ 81 h 670"/>
                <a:gd name="T8" fmla="*/ 85 w 672"/>
                <a:gd name="T9" fmla="*/ 334 h 670"/>
                <a:gd name="T10" fmla="*/ 588 w 672"/>
                <a:gd name="T11" fmla="*/ 141 h 670"/>
                <a:gd name="T12" fmla="*/ 588 w 672"/>
                <a:gd name="T13" fmla="*/ 16 h 670"/>
                <a:gd name="T14" fmla="*/ 672 w 672"/>
                <a:gd name="T15" fmla="*/ 16 h 670"/>
                <a:gd name="T16" fmla="*/ 672 w 672"/>
                <a:gd name="T17" fmla="*/ 654 h 670"/>
                <a:gd name="T18" fmla="*/ 588 w 672"/>
                <a:gd name="T19" fmla="*/ 654 h 670"/>
                <a:gd name="T20" fmla="*/ 588 w 672"/>
                <a:gd name="T21" fmla="*/ 530 h 670"/>
                <a:gd name="T22" fmla="*/ 331 w 672"/>
                <a:gd name="T23" fmla="*/ 670 h 670"/>
                <a:gd name="T24" fmla="*/ 0 w 672"/>
                <a:gd name="T25" fmla="*/ 335 h 670"/>
                <a:gd name="T26" fmla="*/ 331 w 672"/>
                <a:gd name="T27" fmla="*/ 0 h 670"/>
                <a:gd name="T28" fmla="*/ 588 w 672"/>
                <a:gd name="T29" fmla="*/ 141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2" h="670">
                  <a:moveTo>
                    <a:pt x="85" y="334"/>
                  </a:moveTo>
                  <a:cubicBezTo>
                    <a:pt x="85" y="476"/>
                    <a:pt x="195" y="586"/>
                    <a:pt x="335" y="586"/>
                  </a:cubicBezTo>
                  <a:cubicBezTo>
                    <a:pt x="478" y="586"/>
                    <a:pt x="586" y="476"/>
                    <a:pt x="586" y="334"/>
                  </a:cubicBezTo>
                  <a:cubicBezTo>
                    <a:pt x="586" y="191"/>
                    <a:pt x="476" y="81"/>
                    <a:pt x="335" y="81"/>
                  </a:cubicBezTo>
                  <a:cubicBezTo>
                    <a:pt x="195" y="81"/>
                    <a:pt x="85" y="193"/>
                    <a:pt x="85" y="334"/>
                  </a:cubicBezTo>
                  <a:close/>
                  <a:moveTo>
                    <a:pt x="588" y="141"/>
                  </a:moveTo>
                  <a:cubicBezTo>
                    <a:pt x="588" y="16"/>
                    <a:pt x="588" y="16"/>
                    <a:pt x="588" y="16"/>
                  </a:cubicBezTo>
                  <a:cubicBezTo>
                    <a:pt x="672" y="16"/>
                    <a:pt x="672" y="16"/>
                    <a:pt x="672" y="16"/>
                  </a:cubicBezTo>
                  <a:cubicBezTo>
                    <a:pt x="672" y="654"/>
                    <a:pt x="672" y="654"/>
                    <a:pt x="672" y="654"/>
                  </a:cubicBezTo>
                  <a:cubicBezTo>
                    <a:pt x="588" y="654"/>
                    <a:pt x="588" y="654"/>
                    <a:pt x="588" y="654"/>
                  </a:cubicBezTo>
                  <a:cubicBezTo>
                    <a:pt x="588" y="530"/>
                    <a:pt x="588" y="530"/>
                    <a:pt x="588" y="530"/>
                  </a:cubicBezTo>
                  <a:cubicBezTo>
                    <a:pt x="535" y="615"/>
                    <a:pt x="444" y="670"/>
                    <a:pt x="331" y="670"/>
                  </a:cubicBezTo>
                  <a:cubicBezTo>
                    <a:pt x="151" y="670"/>
                    <a:pt x="0" y="525"/>
                    <a:pt x="0" y="335"/>
                  </a:cubicBezTo>
                  <a:cubicBezTo>
                    <a:pt x="0" y="146"/>
                    <a:pt x="151" y="0"/>
                    <a:pt x="331" y="0"/>
                  </a:cubicBezTo>
                  <a:cubicBezTo>
                    <a:pt x="444" y="0"/>
                    <a:pt x="535" y="55"/>
                    <a:pt x="588" y="1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C5DDC9DA-18FF-437E-BC4E-305FF3C7C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7" y="-2326"/>
              <a:ext cx="60" cy="60"/>
            </a:xfrm>
            <a:custGeom>
              <a:avLst/>
              <a:gdLst>
                <a:gd name="T0" fmla="*/ 123 w 123"/>
                <a:gd name="T1" fmla="*/ 62 h 123"/>
                <a:gd name="T2" fmla="*/ 61 w 123"/>
                <a:gd name="T3" fmla="*/ 123 h 123"/>
                <a:gd name="T4" fmla="*/ 0 w 123"/>
                <a:gd name="T5" fmla="*/ 62 h 123"/>
                <a:gd name="T6" fmla="*/ 61 w 123"/>
                <a:gd name="T7" fmla="*/ 0 h 123"/>
                <a:gd name="T8" fmla="*/ 123 w 123"/>
                <a:gd name="T9" fmla="*/ 62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23">
                  <a:moveTo>
                    <a:pt x="123" y="62"/>
                  </a:moveTo>
                  <a:cubicBezTo>
                    <a:pt x="123" y="94"/>
                    <a:pt x="95" y="123"/>
                    <a:pt x="61" y="123"/>
                  </a:cubicBezTo>
                  <a:cubicBezTo>
                    <a:pt x="27" y="123"/>
                    <a:pt x="0" y="96"/>
                    <a:pt x="0" y="62"/>
                  </a:cubicBezTo>
                  <a:cubicBezTo>
                    <a:pt x="0" y="29"/>
                    <a:pt x="27" y="0"/>
                    <a:pt x="61" y="0"/>
                  </a:cubicBezTo>
                  <a:cubicBezTo>
                    <a:pt x="95" y="0"/>
                    <a:pt x="123" y="28"/>
                    <a:pt x="123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1" name="Rectangle 20">
              <a:extLst>
                <a:ext uri="{FF2B5EF4-FFF2-40B4-BE49-F238E27FC236}">
                  <a16:creationId xmlns:a16="http://schemas.microsoft.com/office/drawing/2014/main" id="{CE7DAA47-F123-418B-B914-83531DBF5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" y="-2200"/>
              <a:ext cx="38" cy="3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2" name="Freeform 21">
              <a:extLst>
                <a:ext uri="{FF2B5EF4-FFF2-40B4-BE49-F238E27FC236}">
                  <a16:creationId xmlns:a16="http://schemas.microsoft.com/office/drawing/2014/main" id="{67DBCA8D-E542-4DE5-9136-1DFEEDF658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1" y="-2489"/>
              <a:ext cx="744" cy="745"/>
            </a:xfrm>
            <a:custGeom>
              <a:avLst/>
              <a:gdLst>
                <a:gd name="T0" fmla="*/ 1075 w 1523"/>
                <a:gd name="T1" fmla="*/ 1101 h 1522"/>
                <a:gd name="T2" fmla="*/ 753 w 1523"/>
                <a:gd name="T3" fmla="*/ 505 h 1522"/>
                <a:gd name="T4" fmla="*/ 1213 w 1523"/>
                <a:gd name="T5" fmla="*/ 643 h 1522"/>
                <a:gd name="T6" fmla="*/ 1075 w 1523"/>
                <a:gd name="T7" fmla="*/ 1101 h 1522"/>
                <a:gd name="T8" fmla="*/ 908 w 1523"/>
                <a:gd name="T9" fmla="*/ 1315 h 1522"/>
                <a:gd name="T10" fmla="*/ 898 w 1523"/>
                <a:gd name="T11" fmla="*/ 1320 h 1522"/>
                <a:gd name="T12" fmla="*/ 711 w 1523"/>
                <a:gd name="T13" fmla="*/ 1264 h 1522"/>
                <a:gd name="T14" fmla="*/ 297 w 1523"/>
                <a:gd name="T15" fmla="*/ 496 h 1522"/>
                <a:gd name="T16" fmla="*/ 353 w 1523"/>
                <a:gd name="T17" fmla="*/ 308 h 1522"/>
                <a:gd name="T18" fmla="*/ 363 w 1523"/>
                <a:gd name="T19" fmla="*/ 303 h 1522"/>
                <a:gd name="T20" fmla="*/ 550 w 1523"/>
                <a:gd name="T21" fmla="*/ 359 h 1522"/>
                <a:gd name="T22" fmla="*/ 964 w 1523"/>
                <a:gd name="T23" fmla="*/ 1128 h 1522"/>
                <a:gd name="T24" fmla="*/ 908 w 1523"/>
                <a:gd name="T25" fmla="*/ 1315 h 1522"/>
                <a:gd name="T26" fmla="*/ 761 w 1523"/>
                <a:gd name="T27" fmla="*/ 0 h 1522"/>
                <a:gd name="T28" fmla="*/ 0 w 1523"/>
                <a:gd name="T29" fmla="*/ 761 h 1522"/>
                <a:gd name="T30" fmla="*/ 761 w 1523"/>
                <a:gd name="T31" fmla="*/ 1522 h 1522"/>
                <a:gd name="T32" fmla="*/ 1522 w 1523"/>
                <a:gd name="T33" fmla="*/ 761 h 1522"/>
                <a:gd name="T34" fmla="*/ 761 w 1523"/>
                <a:gd name="T35" fmla="*/ 0 h 1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23" h="1522">
                  <a:moveTo>
                    <a:pt x="1075" y="1101"/>
                  </a:moveTo>
                  <a:cubicBezTo>
                    <a:pt x="753" y="505"/>
                    <a:pt x="753" y="505"/>
                    <a:pt x="753" y="505"/>
                  </a:cubicBezTo>
                  <a:cubicBezTo>
                    <a:pt x="918" y="416"/>
                    <a:pt x="1124" y="478"/>
                    <a:pt x="1213" y="643"/>
                  </a:cubicBezTo>
                  <a:cubicBezTo>
                    <a:pt x="1301" y="807"/>
                    <a:pt x="1240" y="1012"/>
                    <a:pt x="1075" y="1101"/>
                  </a:cubicBezTo>
                  <a:close/>
                  <a:moveTo>
                    <a:pt x="908" y="1315"/>
                  </a:moveTo>
                  <a:cubicBezTo>
                    <a:pt x="898" y="1320"/>
                    <a:pt x="898" y="1320"/>
                    <a:pt x="898" y="1320"/>
                  </a:cubicBezTo>
                  <a:cubicBezTo>
                    <a:pt x="831" y="1357"/>
                    <a:pt x="747" y="1331"/>
                    <a:pt x="711" y="1264"/>
                  </a:cubicBezTo>
                  <a:cubicBezTo>
                    <a:pt x="297" y="496"/>
                    <a:pt x="297" y="496"/>
                    <a:pt x="297" y="496"/>
                  </a:cubicBezTo>
                  <a:cubicBezTo>
                    <a:pt x="260" y="429"/>
                    <a:pt x="286" y="345"/>
                    <a:pt x="353" y="308"/>
                  </a:cubicBezTo>
                  <a:cubicBezTo>
                    <a:pt x="363" y="303"/>
                    <a:pt x="363" y="303"/>
                    <a:pt x="363" y="303"/>
                  </a:cubicBezTo>
                  <a:cubicBezTo>
                    <a:pt x="430" y="267"/>
                    <a:pt x="514" y="291"/>
                    <a:pt x="550" y="359"/>
                  </a:cubicBezTo>
                  <a:cubicBezTo>
                    <a:pt x="964" y="1128"/>
                    <a:pt x="964" y="1128"/>
                    <a:pt x="964" y="1128"/>
                  </a:cubicBezTo>
                  <a:cubicBezTo>
                    <a:pt x="999" y="1195"/>
                    <a:pt x="974" y="1278"/>
                    <a:pt x="908" y="1315"/>
                  </a:cubicBezTo>
                  <a:close/>
                  <a:moveTo>
                    <a:pt x="761" y="0"/>
                  </a:moveTo>
                  <a:cubicBezTo>
                    <a:pt x="341" y="0"/>
                    <a:pt x="0" y="340"/>
                    <a:pt x="0" y="761"/>
                  </a:cubicBezTo>
                  <a:cubicBezTo>
                    <a:pt x="0" y="1181"/>
                    <a:pt x="341" y="1522"/>
                    <a:pt x="761" y="1522"/>
                  </a:cubicBezTo>
                  <a:cubicBezTo>
                    <a:pt x="1181" y="1522"/>
                    <a:pt x="1522" y="1181"/>
                    <a:pt x="1522" y="761"/>
                  </a:cubicBezTo>
                  <a:cubicBezTo>
                    <a:pt x="1523" y="340"/>
                    <a:pt x="1182" y="0"/>
                    <a:pt x="7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3" name="Freeform 22">
              <a:extLst>
                <a:ext uri="{FF2B5EF4-FFF2-40B4-BE49-F238E27FC236}">
                  <a16:creationId xmlns:a16="http://schemas.microsoft.com/office/drawing/2014/main" id="{E2058B9E-6C38-47DA-95C6-4B848B127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" y="-1949"/>
              <a:ext cx="39" cy="56"/>
            </a:xfrm>
            <a:custGeom>
              <a:avLst/>
              <a:gdLst>
                <a:gd name="T0" fmla="*/ 39 w 39"/>
                <a:gd name="T1" fmla="*/ 0 h 56"/>
                <a:gd name="T2" fmla="*/ 0 w 39"/>
                <a:gd name="T3" fmla="*/ 0 h 56"/>
                <a:gd name="T4" fmla="*/ 0 w 39"/>
                <a:gd name="T5" fmla="*/ 7 h 56"/>
                <a:gd name="T6" fmla="*/ 16 w 39"/>
                <a:gd name="T7" fmla="*/ 7 h 56"/>
                <a:gd name="T8" fmla="*/ 16 w 39"/>
                <a:gd name="T9" fmla="*/ 56 h 56"/>
                <a:gd name="T10" fmla="*/ 23 w 39"/>
                <a:gd name="T11" fmla="*/ 56 h 56"/>
                <a:gd name="T12" fmla="*/ 23 w 39"/>
                <a:gd name="T13" fmla="*/ 7 h 56"/>
                <a:gd name="T14" fmla="*/ 39 w 39"/>
                <a:gd name="T15" fmla="*/ 7 h 56"/>
                <a:gd name="T16" fmla="*/ 39 w 39"/>
                <a:gd name="T1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56">
                  <a:moveTo>
                    <a:pt x="39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16" y="7"/>
                  </a:lnTo>
                  <a:lnTo>
                    <a:pt x="16" y="56"/>
                  </a:lnTo>
                  <a:lnTo>
                    <a:pt x="23" y="56"/>
                  </a:lnTo>
                  <a:lnTo>
                    <a:pt x="23" y="7"/>
                  </a:lnTo>
                  <a:lnTo>
                    <a:pt x="39" y="7"/>
                  </a:lnTo>
                  <a:lnTo>
                    <a:pt x="3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4" name="Freeform 23">
              <a:extLst>
                <a:ext uri="{FF2B5EF4-FFF2-40B4-BE49-F238E27FC236}">
                  <a16:creationId xmlns:a16="http://schemas.microsoft.com/office/drawing/2014/main" id="{69952878-1E4A-4B62-9FB9-A940A59A8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1" y="-1949"/>
              <a:ext cx="51" cy="56"/>
            </a:xfrm>
            <a:custGeom>
              <a:avLst/>
              <a:gdLst>
                <a:gd name="T0" fmla="*/ 51 w 51"/>
                <a:gd name="T1" fmla="*/ 0 h 56"/>
                <a:gd name="T2" fmla="*/ 43 w 51"/>
                <a:gd name="T3" fmla="*/ 0 h 56"/>
                <a:gd name="T4" fmla="*/ 26 w 51"/>
                <a:gd name="T5" fmla="*/ 30 h 56"/>
                <a:gd name="T6" fmla="*/ 8 w 51"/>
                <a:gd name="T7" fmla="*/ 0 h 56"/>
                <a:gd name="T8" fmla="*/ 0 w 51"/>
                <a:gd name="T9" fmla="*/ 0 h 56"/>
                <a:gd name="T10" fmla="*/ 0 w 51"/>
                <a:gd name="T11" fmla="*/ 56 h 56"/>
                <a:gd name="T12" fmla="*/ 7 w 51"/>
                <a:gd name="T13" fmla="*/ 56 h 56"/>
                <a:gd name="T14" fmla="*/ 7 w 51"/>
                <a:gd name="T15" fmla="*/ 12 h 56"/>
                <a:gd name="T16" fmla="*/ 25 w 51"/>
                <a:gd name="T17" fmla="*/ 43 h 56"/>
                <a:gd name="T18" fmla="*/ 26 w 51"/>
                <a:gd name="T19" fmla="*/ 43 h 56"/>
                <a:gd name="T20" fmla="*/ 44 w 51"/>
                <a:gd name="T21" fmla="*/ 12 h 56"/>
                <a:gd name="T22" fmla="*/ 44 w 51"/>
                <a:gd name="T23" fmla="*/ 56 h 56"/>
                <a:gd name="T24" fmla="*/ 51 w 51"/>
                <a:gd name="T25" fmla="*/ 56 h 56"/>
                <a:gd name="T26" fmla="*/ 51 w 51"/>
                <a:gd name="T2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" h="56">
                  <a:moveTo>
                    <a:pt x="51" y="0"/>
                  </a:moveTo>
                  <a:lnTo>
                    <a:pt x="43" y="0"/>
                  </a:lnTo>
                  <a:lnTo>
                    <a:pt x="26" y="3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56"/>
                  </a:lnTo>
                  <a:lnTo>
                    <a:pt x="7" y="56"/>
                  </a:lnTo>
                  <a:lnTo>
                    <a:pt x="7" y="1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44" y="12"/>
                  </a:lnTo>
                  <a:lnTo>
                    <a:pt x="44" y="56"/>
                  </a:lnTo>
                  <a:lnTo>
                    <a:pt x="51" y="56"/>
                  </a:lnTo>
                  <a:lnTo>
                    <a:pt x="5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710223" y="1800000"/>
            <a:ext cx="8162316" cy="2966400"/>
          </a:xfrm>
        </p:spPr>
        <p:txBody>
          <a:bodyPr anchor="t"/>
          <a:lstStyle>
            <a:lvl1pPr algn="l"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711200" y="5108400"/>
            <a:ext cx="8161338" cy="669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2800">
                <a:solidFill>
                  <a:schemeClr val="accent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>
          <a:xfrm>
            <a:off x="711200" y="5882400"/>
            <a:ext cx="8161338" cy="248400"/>
          </a:xfrm>
        </p:spPr>
        <p:txBody>
          <a:bodyPr lIns="0" tIns="0" rIns="0" bIns="0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DDD03BBA-5EE4-4B6B-B484-8E6BD8104913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A9B1D2C2-DD8A-4910-A7E6-92849738DC0D}"/>
              </a:ext>
            </a:extLst>
          </p:cNvPr>
          <p:cNvSpPr>
            <a:spLocks/>
          </p:cNvSpPr>
          <p:nvPr/>
        </p:nvSpPr>
        <p:spPr bwMode="auto">
          <a:xfrm>
            <a:off x="11378367" y="5150369"/>
            <a:ext cx="813632" cy="1708593"/>
          </a:xfrm>
          <a:custGeom>
            <a:avLst/>
            <a:gdLst>
              <a:gd name="connsiteX0" fmla="*/ 0 w 813632"/>
              <a:gd name="connsiteY0" fmla="*/ 1600512 h 1708593"/>
              <a:gd name="connsiteX1" fmla="*/ 99855 w 813632"/>
              <a:gd name="connsiteY1" fmla="*/ 1648161 h 1708593"/>
              <a:gd name="connsiteX2" fmla="*/ 187517 w 813632"/>
              <a:gd name="connsiteY2" fmla="*/ 1690580 h 1708593"/>
              <a:gd name="connsiteX3" fmla="*/ 275179 w 813632"/>
              <a:gd name="connsiteY3" fmla="*/ 1648161 h 1708593"/>
              <a:gd name="connsiteX4" fmla="*/ 375034 w 813632"/>
              <a:gd name="connsiteY4" fmla="*/ 1600512 h 1708593"/>
              <a:gd name="connsiteX5" fmla="*/ 474941 w 813632"/>
              <a:gd name="connsiteY5" fmla="*/ 1648161 h 1708593"/>
              <a:gd name="connsiteX6" fmla="*/ 562069 w 813632"/>
              <a:gd name="connsiteY6" fmla="*/ 1690580 h 1708593"/>
              <a:gd name="connsiteX7" fmla="*/ 650315 w 813632"/>
              <a:gd name="connsiteY7" fmla="*/ 1648161 h 1708593"/>
              <a:gd name="connsiteX8" fmla="*/ 740506 w 813632"/>
              <a:gd name="connsiteY8" fmla="*/ 1600798 h 1708593"/>
              <a:gd name="connsiteX9" fmla="*/ 749586 w 813632"/>
              <a:gd name="connsiteY9" fmla="*/ 1600512 h 1708593"/>
              <a:gd name="connsiteX10" fmla="*/ 758889 w 813632"/>
              <a:gd name="connsiteY10" fmla="*/ 1600798 h 1708593"/>
              <a:gd name="connsiteX11" fmla="*/ 813261 w 813632"/>
              <a:gd name="connsiteY11" fmla="*/ 1617573 h 1708593"/>
              <a:gd name="connsiteX12" fmla="*/ 813632 w 813632"/>
              <a:gd name="connsiteY12" fmla="*/ 1617881 h 1708593"/>
              <a:gd name="connsiteX13" fmla="*/ 813632 w 813632"/>
              <a:gd name="connsiteY13" fmla="*/ 1640559 h 1708593"/>
              <a:gd name="connsiteX14" fmla="*/ 806433 w 813632"/>
              <a:gd name="connsiteY14" fmla="*/ 1634522 h 1708593"/>
              <a:gd name="connsiteX15" fmla="*/ 764952 w 813632"/>
              <a:gd name="connsiteY15" fmla="*/ 1619443 h 1708593"/>
              <a:gd name="connsiteX16" fmla="*/ 749586 w 813632"/>
              <a:gd name="connsiteY16" fmla="*/ 1618526 h 1708593"/>
              <a:gd name="connsiteX17" fmla="*/ 734638 w 813632"/>
              <a:gd name="connsiteY17" fmla="*/ 1619443 h 1708593"/>
              <a:gd name="connsiteX18" fmla="*/ 662511 w 813632"/>
              <a:gd name="connsiteY18" fmla="*/ 1660945 h 1708593"/>
              <a:gd name="connsiteX19" fmla="*/ 562069 w 813632"/>
              <a:gd name="connsiteY19" fmla="*/ 1708593 h 1708593"/>
              <a:gd name="connsiteX20" fmla="*/ 462743 w 813632"/>
              <a:gd name="connsiteY20" fmla="*/ 1660945 h 1708593"/>
              <a:gd name="connsiteX21" fmla="*/ 375034 w 813632"/>
              <a:gd name="connsiteY21" fmla="*/ 1618526 h 1708593"/>
              <a:gd name="connsiteX22" fmla="*/ 287371 w 813632"/>
              <a:gd name="connsiteY22" fmla="*/ 1660945 h 1708593"/>
              <a:gd name="connsiteX23" fmla="*/ 187517 w 813632"/>
              <a:gd name="connsiteY23" fmla="*/ 1708593 h 1708593"/>
              <a:gd name="connsiteX24" fmla="*/ 87663 w 813632"/>
              <a:gd name="connsiteY24" fmla="*/ 1660945 h 1708593"/>
              <a:gd name="connsiteX25" fmla="*/ 0 w 813632"/>
              <a:gd name="connsiteY25" fmla="*/ 1618526 h 1708593"/>
              <a:gd name="connsiteX26" fmla="*/ 0 w 813632"/>
              <a:gd name="connsiteY26" fmla="*/ 1501097 h 1708593"/>
              <a:gd name="connsiteX27" fmla="*/ 99855 w 813632"/>
              <a:gd name="connsiteY27" fmla="*/ 1548208 h 1708593"/>
              <a:gd name="connsiteX28" fmla="*/ 187517 w 813632"/>
              <a:gd name="connsiteY28" fmla="*/ 1590666 h 1708593"/>
              <a:gd name="connsiteX29" fmla="*/ 275179 w 813632"/>
              <a:gd name="connsiteY29" fmla="*/ 1548208 h 1708593"/>
              <a:gd name="connsiteX30" fmla="*/ 375034 w 813632"/>
              <a:gd name="connsiteY30" fmla="*/ 1501097 h 1708593"/>
              <a:gd name="connsiteX31" fmla="*/ 474941 w 813632"/>
              <a:gd name="connsiteY31" fmla="*/ 1548208 h 1708593"/>
              <a:gd name="connsiteX32" fmla="*/ 562069 w 813632"/>
              <a:gd name="connsiteY32" fmla="*/ 1590666 h 1708593"/>
              <a:gd name="connsiteX33" fmla="*/ 650315 w 813632"/>
              <a:gd name="connsiteY33" fmla="*/ 1548208 h 1708593"/>
              <a:gd name="connsiteX34" fmla="*/ 740506 w 813632"/>
              <a:gd name="connsiteY34" fmla="*/ 1501377 h 1708593"/>
              <a:gd name="connsiteX35" fmla="*/ 749586 w 813632"/>
              <a:gd name="connsiteY35" fmla="*/ 1501097 h 1708593"/>
              <a:gd name="connsiteX36" fmla="*/ 758889 w 813632"/>
              <a:gd name="connsiteY36" fmla="*/ 1501377 h 1708593"/>
              <a:gd name="connsiteX37" fmla="*/ 813261 w 813632"/>
              <a:gd name="connsiteY37" fmla="*/ 1517856 h 1708593"/>
              <a:gd name="connsiteX38" fmla="*/ 813632 w 813632"/>
              <a:gd name="connsiteY38" fmla="*/ 1518161 h 1708593"/>
              <a:gd name="connsiteX39" fmla="*/ 813632 w 813632"/>
              <a:gd name="connsiteY39" fmla="*/ 1540599 h 1708593"/>
              <a:gd name="connsiteX40" fmla="*/ 806433 w 813632"/>
              <a:gd name="connsiteY40" fmla="*/ 1534556 h 1708593"/>
              <a:gd name="connsiteX41" fmla="*/ 764952 w 813632"/>
              <a:gd name="connsiteY41" fmla="*/ 1519464 h 1708593"/>
              <a:gd name="connsiteX42" fmla="*/ 749586 w 813632"/>
              <a:gd name="connsiteY42" fmla="*/ 1518546 h 1708593"/>
              <a:gd name="connsiteX43" fmla="*/ 734638 w 813632"/>
              <a:gd name="connsiteY43" fmla="*/ 1519464 h 1708593"/>
              <a:gd name="connsiteX44" fmla="*/ 662511 w 813632"/>
              <a:gd name="connsiteY44" fmla="*/ 1561004 h 1708593"/>
              <a:gd name="connsiteX45" fmla="*/ 562069 w 813632"/>
              <a:gd name="connsiteY45" fmla="*/ 1608697 h 1708593"/>
              <a:gd name="connsiteX46" fmla="*/ 462743 w 813632"/>
              <a:gd name="connsiteY46" fmla="*/ 1561004 h 1708593"/>
              <a:gd name="connsiteX47" fmla="*/ 375034 w 813632"/>
              <a:gd name="connsiteY47" fmla="*/ 1518546 h 1708593"/>
              <a:gd name="connsiteX48" fmla="*/ 287371 w 813632"/>
              <a:gd name="connsiteY48" fmla="*/ 1561004 h 1708593"/>
              <a:gd name="connsiteX49" fmla="*/ 187517 w 813632"/>
              <a:gd name="connsiteY49" fmla="*/ 1608697 h 1708593"/>
              <a:gd name="connsiteX50" fmla="*/ 87663 w 813632"/>
              <a:gd name="connsiteY50" fmla="*/ 1561004 h 1708593"/>
              <a:gd name="connsiteX51" fmla="*/ 0 w 813632"/>
              <a:gd name="connsiteY51" fmla="*/ 1518546 h 1708593"/>
              <a:gd name="connsiteX52" fmla="*/ 0 w 813632"/>
              <a:gd name="connsiteY52" fmla="*/ 1399997 h 1708593"/>
              <a:gd name="connsiteX53" fmla="*/ 99855 w 813632"/>
              <a:gd name="connsiteY53" fmla="*/ 1447645 h 1708593"/>
              <a:gd name="connsiteX54" fmla="*/ 187517 w 813632"/>
              <a:gd name="connsiteY54" fmla="*/ 1490064 h 1708593"/>
              <a:gd name="connsiteX55" fmla="*/ 275179 w 813632"/>
              <a:gd name="connsiteY55" fmla="*/ 1447645 h 1708593"/>
              <a:gd name="connsiteX56" fmla="*/ 375034 w 813632"/>
              <a:gd name="connsiteY56" fmla="*/ 1399997 h 1708593"/>
              <a:gd name="connsiteX57" fmla="*/ 474941 w 813632"/>
              <a:gd name="connsiteY57" fmla="*/ 1447645 h 1708593"/>
              <a:gd name="connsiteX58" fmla="*/ 562069 w 813632"/>
              <a:gd name="connsiteY58" fmla="*/ 1490064 h 1708593"/>
              <a:gd name="connsiteX59" fmla="*/ 650315 w 813632"/>
              <a:gd name="connsiteY59" fmla="*/ 1447645 h 1708593"/>
              <a:gd name="connsiteX60" fmla="*/ 740506 w 813632"/>
              <a:gd name="connsiteY60" fmla="*/ 1400283 h 1708593"/>
              <a:gd name="connsiteX61" fmla="*/ 749586 w 813632"/>
              <a:gd name="connsiteY61" fmla="*/ 1399997 h 1708593"/>
              <a:gd name="connsiteX62" fmla="*/ 758889 w 813632"/>
              <a:gd name="connsiteY62" fmla="*/ 1400283 h 1708593"/>
              <a:gd name="connsiteX63" fmla="*/ 813261 w 813632"/>
              <a:gd name="connsiteY63" fmla="*/ 1417058 h 1708593"/>
              <a:gd name="connsiteX64" fmla="*/ 813632 w 813632"/>
              <a:gd name="connsiteY64" fmla="*/ 1417365 h 1708593"/>
              <a:gd name="connsiteX65" fmla="*/ 813632 w 813632"/>
              <a:gd name="connsiteY65" fmla="*/ 1440043 h 1708593"/>
              <a:gd name="connsiteX66" fmla="*/ 806433 w 813632"/>
              <a:gd name="connsiteY66" fmla="*/ 1434006 h 1708593"/>
              <a:gd name="connsiteX67" fmla="*/ 764952 w 813632"/>
              <a:gd name="connsiteY67" fmla="*/ 1418928 h 1708593"/>
              <a:gd name="connsiteX68" fmla="*/ 749586 w 813632"/>
              <a:gd name="connsiteY68" fmla="*/ 1418010 h 1708593"/>
              <a:gd name="connsiteX69" fmla="*/ 734638 w 813632"/>
              <a:gd name="connsiteY69" fmla="*/ 1418928 h 1708593"/>
              <a:gd name="connsiteX70" fmla="*/ 662511 w 813632"/>
              <a:gd name="connsiteY70" fmla="*/ 1460429 h 1708593"/>
              <a:gd name="connsiteX71" fmla="*/ 562069 w 813632"/>
              <a:gd name="connsiteY71" fmla="*/ 1508078 h 1708593"/>
              <a:gd name="connsiteX72" fmla="*/ 462743 w 813632"/>
              <a:gd name="connsiteY72" fmla="*/ 1460429 h 1708593"/>
              <a:gd name="connsiteX73" fmla="*/ 375034 w 813632"/>
              <a:gd name="connsiteY73" fmla="*/ 1418010 h 1708593"/>
              <a:gd name="connsiteX74" fmla="*/ 287371 w 813632"/>
              <a:gd name="connsiteY74" fmla="*/ 1460429 h 1708593"/>
              <a:gd name="connsiteX75" fmla="*/ 187517 w 813632"/>
              <a:gd name="connsiteY75" fmla="*/ 1508078 h 1708593"/>
              <a:gd name="connsiteX76" fmla="*/ 87663 w 813632"/>
              <a:gd name="connsiteY76" fmla="*/ 1460429 h 1708593"/>
              <a:gd name="connsiteX77" fmla="*/ 0 w 813632"/>
              <a:gd name="connsiteY77" fmla="*/ 1418010 h 1708593"/>
              <a:gd name="connsiteX78" fmla="*/ 0 w 813632"/>
              <a:gd name="connsiteY78" fmla="*/ 1300582 h 1708593"/>
              <a:gd name="connsiteX79" fmla="*/ 99855 w 813632"/>
              <a:gd name="connsiteY79" fmla="*/ 1347693 h 1708593"/>
              <a:gd name="connsiteX80" fmla="*/ 187517 w 813632"/>
              <a:gd name="connsiteY80" fmla="*/ 1390151 h 1708593"/>
              <a:gd name="connsiteX81" fmla="*/ 275179 w 813632"/>
              <a:gd name="connsiteY81" fmla="*/ 1347693 h 1708593"/>
              <a:gd name="connsiteX82" fmla="*/ 375034 w 813632"/>
              <a:gd name="connsiteY82" fmla="*/ 1300582 h 1708593"/>
              <a:gd name="connsiteX83" fmla="*/ 474941 w 813632"/>
              <a:gd name="connsiteY83" fmla="*/ 1347693 h 1708593"/>
              <a:gd name="connsiteX84" fmla="*/ 562069 w 813632"/>
              <a:gd name="connsiteY84" fmla="*/ 1390151 h 1708593"/>
              <a:gd name="connsiteX85" fmla="*/ 650315 w 813632"/>
              <a:gd name="connsiteY85" fmla="*/ 1347693 h 1708593"/>
              <a:gd name="connsiteX86" fmla="*/ 740506 w 813632"/>
              <a:gd name="connsiteY86" fmla="*/ 1300868 h 1708593"/>
              <a:gd name="connsiteX87" fmla="*/ 749586 w 813632"/>
              <a:gd name="connsiteY87" fmla="*/ 1300582 h 1708593"/>
              <a:gd name="connsiteX88" fmla="*/ 758889 w 813632"/>
              <a:gd name="connsiteY88" fmla="*/ 1300868 h 1708593"/>
              <a:gd name="connsiteX89" fmla="*/ 813261 w 813632"/>
              <a:gd name="connsiteY89" fmla="*/ 1317571 h 1708593"/>
              <a:gd name="connsiteX90" fmla="*/ 813632 w 813632"/>
              <a:gd name="connsiteY90" fmla="*/ 1317874 h 1708593"/>
              <a:gd name="connsiteX91" fmla="*/ 813632 w 813632"/>
              <a:gd name="connsiteY91" fmla="*/ 1340479 h 1708593"/>
              <a:gd name="connsiteX92" fmla="*/ 806433 w 813632"/>
              <a:gd name="connsiteY92" fmla="*/ 1334381 h 1708593"/>
              <a:gd name="connsiteX93" fmla="*/ 764952 w 813632"/>
              <a:gd name="connsiteY93" fmla="*/ 1319506 h 1708593"/>
              <a:gd name="connsiteX94" fmla="*/ 749586 w 813632"/>
              <a:gd name="connsiteY94" fmla="*/ 1318612 h 1708593"/>
              <a:gd name="connsiteX95" fmla="*/ 734638 w 813632"/>
              <a:gd name="connsiteY95" fmla="*/ 1319506 h 1708593"/>
              <a:gd name="connsiteX96" fmla="*/ 662511 w 813632"/>
              <a:gd name="connsiteY96" fmla="*/ 1361070 h 1708593"/>
              <a:gd name="connsiteX97" fmla="*/ 562069 w 813632"/>
              <a:gd name="connsiteY97" fmla="*/ 1408181 h 1708593"/>
              <a:gd name="connsiteX98" fmla="*/ 462743 w 813632"/>
              <a:gd name="connsiteY98" fmla="*/ 1361070 h 1708593"/>
              <a:gd name="connsiteX99" fmla="*/ 375034 w 813632"/>
              <a:gd name="connsiteY99" fmla="*/ 1318612 h 1708593"/>
              <a:gd name="connsiteX100" fmla="*/ 287371 w 813632"/>
              <a:gd name="connsiteY100" fmla="*/ 1361070 h 1708593"/>
              <a:gd name="connsiteX101" fmla="*/ 187517 w 813632"/>
              <a:gd name="connsiteY101" fmla="*/ 1408181 h 1708593"/>
              <a:gd name="connsiteX102" fmla="*/ 87663 w 813632"/>
              <a:gd name="connsiteY102" fmla="*/ 1361070 h 1708593"/>
              <a:gd name="connsiteX103" fmla="*/ 0 w 813632"/>
              <a:gd name="connsiteY103" fmla="*/ 1318612 h 1708593"/>
              <a:gd name="connsiteX104" fmla="*/ 0 w 813632"/>
              <a:gd name="connsiteY104" fmla="*/ 1200685 h 1708593"/>
              <a:gd name="connsiteX105" fmla="*/ 99855 w 813632"/>
              <a:gd name="connsiteY105" fmla="*/ 1248334 h 1708593"/>
              <a:gd name="connsiteX106" fmla="*/ 187517 w 813632"/>
              <a:gd name="connsiteY106" fmla="*/ 1290753 h 1708593"/>
              <a:gd name="connsiteX107" fmla="*/ 275179 w 813632"/>
              <a:gd name="connsiteY107" fmla="*/ 1248334 h 1708593"/>
              <a:gd name="connsiteX108" fmla="*/ 375034 w 813632"/>
              <a:gd name="connsiteY108" fmla="*/ 1200685 h 1708593"/>
              <a:gd name="connsiteX109" fmla="*/ 474941 w 813632"/>
              <a:gd name="connsiteY109" fmla="*/ 1248334 h 1708593"/>
              <a:gd name="connsiteX110" fmla="*/ 562069 w 813632"/>
              <a:gd name="connsiteY110" fmla="*/ 1290753 h 1708593"/>
              <a:gd name="connsiteX111" fmla="*/ 650315 w 813632"/>
              <a:gd name="connsiteY111" fmla="*/ 1248334 h 1708593"/>
              <a:gd name="connsiteX112" fmla="*/ 740506 w 813632"/>
              <a:gd name="connsiteY112" fmla="*/ 1200971 h 1708593"/>
              <a:gd name="connsiteX113" fmla="*/ 749586 w 813632"/>
              <a:gd name="connsiteY113" fmla="*/ 1200685 h 1708593"/>
              <a:gd name="connsiteX114" fmla="*/ 758889 w 813632"/>
              <a:gd name="connsiteY114" fmla="*/ 1200971 h 1708593"/>
              <a:gd name="connsiteX115" fmla="*/ 813261 w 813632"/>
              <a:gd name="connsiteY115" fmla="*/ 1217746 h 1708593"/>
              <a:gd name="connsiteX116" fmla="*/ 813632 w 813632"/>
              <a:gd name="connsiteY116" fmla="*/ 1218053 h 1708593"/>
              <a:gd name="connsiteX117" fmla="*/ 813632 w 813632"/>
              <a:gd name="connsiteY117" fmla="*/ 1240731 h 1708593"/>
              <a:gd name="connsiteX118" fmla="*/ 806433 w 813632"/>
              <a:gd name="connsiteY118" fmla="*/ 1234694 h 1708593"/>
              <a:gd name="connsiteX119" fmla="*/ 764952 w 813632"/>
              <a:gd name="connsiteY119" fmla="*/ 1219616 h 1708593"/>
              <a:gd name="connsiteX120" fmla="*/ 749586 w 813632"/>
              <a:gd name="connsiteY120" fmla="*/ 1218699 h 1708593"/>
              <a:gd name="connsiteX121" fmla="*/ 734638 w 813632"/>
              <a:gd name="connsiteY121" fmla="*/ 1219616 h 1708593"/>
              <a:gd name="connsiteX122" fmla="*/ 662511 w 813632"/>
              <a:gd name="connsiteY122" fmla="*/ 1261118 h 1708593"/>
              <a:gd name="connsiteX123" fmla="*/ 562069 w 813632"/>
              <a:gd name="connsiteY123" fmla="*/ 1308766 h 1708593"/>
              <a:gd name="connsiteX124" fmla="*/ 462743 w 813632"/>
              <a:gd name="connsiteY124" fmla="*/ 1261118 h 1708593"/>
              <a:gd name="connsiteX125" fmla="*/ 375034 w 813632"/>
              <a:gd name="connsiteY125" fmla="*/ 1218699 h 1708593"/>
              <a:gd name="connsiteX126" fmla="*/ 287371 w 813632"/>
              <a:gd name="connsiteY126" fmla="*/ 1261118 h 1708593"/>
              <a:gd name="connsiteX127" fmla="*/ 187517 w 813632"/>
              <a:gd name="connsiteY127" fmla="*/ 1308766 h 1708593"/>
              <a:gd name="connsiteX128" fmla="*/ 87663 w 813632"/>
              <a:gd name="connsiteY128" fmla="*/ 1261118 h 1708593"/>
              <a:gd name="connsiteX129" fmla="*/ 0 w 813632"/>
              <a:gd name="connsiteY129" fmla="*/ 1218699 h 1708593"/>
              <a:gd name="connsiteX130" fmla="*/ 0 w 813632"/>
              <a:gd name="connsiteY130" fmla="*/ 1100066 h 1708593"/>
              <a:gd name="connsiteX131" fmla="*/ 99855 w 813632"/>
              <a:gd name="connsiteY131" fmla="*/ 1147715 h 1708593"/>
              <a:gd name="connsiteX132" fmla="*/ 187517 w 813632"/>
              <a:gd name="connsiteY132" fmla="*/ 1190134 h 1708593"/>
              <a:gd name="connsiteX133" fmla="*/ 275179 w 813632"/>
              <a:gd name="connsiteY133" fmla="*/ 1147715 h 1708593"/>
              <a:gd name="connsiteX134" fmla="*/ 375034 w 813632"/>
              <a:gd name="connsiteY134" fmla="*/ 1100066 h 1708593"/>
              <a:gd name="connsiteX135" fmla="*/ 474941 w 813632"/>
              <a:gd name="connsiteY135" fmla="*/ 1147715 h 1708593"/>
              <a:gd name="connsiteX136" fmla="*/ 562069 w 813632"/>
              <a:gd name="connsiteY136" fmla="*/ 1190134 h 1708593"/>
              <a:gd name="connsiteX137" fmla="*/ 650315 w 813632"/>
              <a:gd name="connsiteY137" fmla="*/ 1147715 h 1708593"/>
              <a:gd name="connsiteX138" fmla="*/ 740506 w 813632"/>
              <a:gd name="connsiteY138" fmla="*/ 1100352 h 1708593"/>
              <a:gd name="connsiteX139" fmla="*/ 749586 w 813632"/>
              <a:gd name="connsiteY139" fmla="*/ 1100066 h 1708593"/>
              <a:gd name="connsiteX140" fmla="*/ 758889 w 813632"/>
              <a:gd name="connsiteY140" fmla="*/ 1100352 h 1708593"/>
              <a:gd name="connsiteX141" fmla="*/ 813261 w 813632"/>
              <a:gd name="connsiteY141" fmla="*/ 1117127 h 1708593"/>
              <a:gd name="connsiteX142" fmla="*/ 813632 w 813632"/>
              <a:gd name="connsiteY142" fmla="*/ 1117435 h 1708593"/>
              <a:gd name="connsiteX143" fmla="*/ 813632 w 813632"/>
              <a:gd name="connsiteY143" fmla="*/ 1140112 h 1708593"/>
              <a:gd name="connsiteX144" fmla="*/ 806433 w 813632"/>
              <a:gd name="connsiteY144" fmla="*/ 1134075 h 1708593"/>
              <a:gd name="connsiteX145" fmla="*/ 764952 w 813632"/>
              <a:gd name="connsiteY145" fmla="*/ 1118997 h 1708593"/>
              <a:gd name="connsiteX146" fmla="*/ 749586 w 813632"/>
              <a:gd name="connsiteY146" fmla="*/ 1118080 h 1708593"/>
              <a:gd name="connsiteX147" fmla="*/ 734638 w 813632"/>
              <a:gd name="connsiteY147" fmla="*/ 1118997 h 1708593"/>
              <a:gd name="connsiteX148" fmla="*/ 662511 w 813632"/>
              <a:gd name="connsiteY148" fmla="*/ 1160499 h 1708593"/>
              <a:gd name="connsiteX149" fmla="*/ 562069 w 813632"/>
              <a:gd name="connsiteY149" fmla="*/ 1208147 h 1708593"/>
              <a:gd name="connsiteX150" fmla="*/ 462743 w 813632"/>
              <a:gd name="connsiteY150" fmla="*/ 1160499 h 1708593"/>
              <a:gd name="connsiteX151" fmla="*/ 375034 w 813632"/>
              <a:gd name="connsiteY151" fmla="*/ 1118080 h 1708593"/>
              <a:gd name="connsiteX152" fmla="*/ 287371 w 813632"/>
              <a:gd name="connsiteY152" fmla="*/ 1160499 h 1708593"/>
              <a:gd name="connsiteX153" fmla="*/ 187517 w 813632"/>
              <a:gd name="connsiteY153" fmla="*/ 1208147 h 1708593"/>
              <a:gd name="connsiteX154" fmla="*/ 87663 w 813632"/>
              <a:gd name="connsiteY154" fmla="*/ 1160499 h 1708593"/>
              <a:gd name="connsiteX155" fmla="*/ 0 w 813632"/>
              <a:gd name="connsiteY155" fmla="*/ 1118080 h 1708593"/>
              <a:gd name="connsiteX156" fmla="*/ 0 w 813632"/>
              <a:gd name="connsiteY156" fmla="*/ 1000651 h 1708593"/>
              <a:gd name="connsiteX157" fmla="*/ 99855 w 813632"/>
              <a:gd name="connsiteY157" fmla="*/ 1047762 h 1708593"/>
              <a:gd name="connsiteX158" fmla="*/ 187517 w 813632"/>
              <a:gd name="connsiteY158" fmla="*/ 1090220 h 1708593"/>
              <a:gd name="connsiteX159" fmla="*/ 275179 w 813632"/>
              <a:gd name="connsiteY159" fmla="*/ 1047762 h 1708593"/>
              <a:gd name="connsiteX160" fmla="*/ 375034 w 813632"/>
              <a:gd name="connsiteY160" fmla="*/ 1000651 h 1708593"/>
              <a:gd name="connsiteX161" fmla="*/ 474941 w 813632"/>
              <a:gd name="connsiteY161" fmla="*/ 1047762 h 1708593"/>
              <a:gd name="connsiteX162" fmla="*/ 562069 w 813632"/>
              <a:gd name="connsiteY162" fmla="*/ 1090220 h 1708593"/>
              <a:gd name="connsiteX163" fmla="*/ 650315 w 813632"/>
              <a:gd name="connsiteY163" fmla="*/ 1047762 h 1708593"/>
              <a:gd name="connsiteX164" fmla="*/ 740506 w 813632"/>
              <a:gd name="connsiteY164" fmla="*/ 1000937 h 1708593"/>
              <a:gd name="connsiteX165" fmla="*/ 749586 w 813632"/>
              <a:gd name="connsiteY165" fmla="*/ 1000651 h 1708593"/>
              <a:gd name="connsiteX166" fmla="*/ 758889 w 813632"/>
              <a:gd name="connsiteY166" fmla="*/ 1000931 h 1708593"/>
              <a:gd name="connsiteX167" fmla="*/ 813261 w 813632"/>
              <a:gd name="connsiteY167" fmla="*/ 1017410 h 1708593"/>
              <a:gd name="connsiteX168" fmla="*/ 813632 w 813632"/>
              <a:gd name="connsiteY168" fmla="*/ 1017715 h 1708593"/>
              <a:gd name="connsiteX169" fmla="*/ 813632 w 813632"/>
              <a:gd name="connsiteY169" fmla="*/ 1040548 h 1708593"/>
              <a:gd name="connsiteX170" fmla="*/ 806433 w 813632"/>
              <a:gd name="connsiteY170" fmla="*/ 1034450 h 1708593"/>
              <a:gd name="connsiteX171" fmla="*/ 764952 w 813632"/>
              <a:gd name="connsiteY171" fmla="*/ 1019575 h 1708593"/>
              <a:gd name="connsiteX172" fmla="*/ 749586 w 813632"/>
              <a:gd name="connsiteY172" fmla="*/ 1018681 h 1708593"/>
              <a:gd name="connsiteX173" fmla="*/ 734638 w 813632"/>
              <a:gd name="connsiteY173" fmla="*/ 1019575 h 1708593"/>
              <a:gd name="connsiteX174" fmla="*/ 662511 w 813632"/>
              <a:gd name="connsiteY174" fmla="*/ 1061140 h 1708593"/>
              <a:gd name="connsiteX175" fmla="*/ 562069 w 813632"/>
              <a:gd name="connsiteY175" fmla="*/ 1108251 h 1708593"/>
              <a:gd name="connsiteX176" fmla="*/ 462743 w 813632"/>
              <a:gd name="connsiteY176" fmla="*/ 1061140 h 1708593"/>
              <a:gd name="connsiteX177" fmla="*/ 375034 w 813632"/>
              <a:gd name="connsiteY177" fmla="*/ 1018681 h 1708593"/>
              <a:gd name="connsiteX178" fmla="*/ 287371 w 813632"/>
              <a:gd name="connsiteY178" fmla="*/ 1061140 h 1708593"/>
              <a:gd name="connsiteX179" fmla="*/ 187517 w 813632"/>
              <a:gd name="connsiteY179" fmla="*/ 1108251 h 1708593"/>
              <a:gd name="connsiteX180" fmla="*/ 87663 w 813632"/>
              <a:gd name="connsiteY180" fmla="*/ 1061140 h 1708593"/>
              <a:gd name="connsiteX181" fmla="*/ 0 w 813632"/>
              <a:gd name="connsiteY181" fmla="*/ 1018681 h 1708593"/>
              <a:gd name="connsiteX182" fmla="*/ 0 w 813632"/>
              <a:gd name="connsiteY182" fmla="*/ 900273 h 1708593"/>
              <a:gd name="connsiteX183" fmla="*/ 99855 w 813632"/>
              <a:gd name="connsiteY183" fmla="*/ 947279 h 1708593"/>
              <a:gd name="connsiteX184" fmla="*/ 187517 w 813632"/>
              <a:gd name="connsiteY184" fmla="*/ 989642 h 1708593"/>
              <a:gd name="connsiteX185" fmla="*/ 275179 w 813632"/>
              <a:gd name="connsiteY185" fmla="*/ 947279 h 1708593"/>
              <a:gd name="connsiteX186" fmla="*/ 375034 w 813632"/>
              <a:gd name="connsiteY186" fmla="*/ 900273 h 1708593"/>
              <a:gd name="connsiteX187" fmla="*/ 474941 w 813632"/>
              <a:gd name="connsiteY187" fmla="*/ 947279 h 1708593"/>
              <a:gd name="connsiteX188" fmla="*/ 562069 w 813632"/>
              <a:gd name="connsiteY188" fmla="*/ 989642 h 1708593"/>
              <a:gd name="connsiteX189" fmla="*/ 650315 w 813632"/>
              <a:gd name="connsiteY189" fmla="*/ 947279 h 1708593"/>
              <a:gd name="connsiteX190" fmla="*/ 740506 w 813632"/>
              <a:gd name="connsiteY190" fmla="*/ 900552 h 1708593"/>
              <a:gd name="connsiteX191" fmla="*/ 749586 w 813632"/>
              <a:gd name="connsiteY191" fmla="*/ 900273 h 1708593"/>
              <a:gd name="connsiteX192" fmla="*/ 758889 w 813632"/>
              <a:gd name="connsiteY192" fmla="*/ 900552 h 1708593"/>
              <a:gd name="connsiteX193" fmla="*/ 813261 w 813632"/>
              <a:gd name="connsiteY193" fmla="*/ 916994 h 1708593"/>
              <a:gd name="connsiteX194" fmla="*/ 813632 w 813632"/>
              <a:gd name="connsiteY194" fmla="*/ 917299 h 1708593"/>
              <a:gd name="connsiteX195" fmla="*/ 813632 w 813632"/>
              <a:gd name="connsiteY195" fmla="*/ 940081 h 1708593"/>
              <a:gd name="connsiteX196" fmla="*/ 806433 w 813632"/>
              <a:gd name="connsiteY196" fmla="*/ 933997 h 1708593"/>
              <a:gd name="connsiteX197" fmla="*/ 764952 w 813632"/>
              <a:gd name="connsiteY197" fmla="*/ 919155 h 1708593"/>
              <a:gd name="connsiteX198" fmla="*/ 749586 w 813632"/>
              <a:gd name="connsiteY198" fmla="*/ 918263 h 1708593"/>
              <a:gd name="connsiteX199" fmla="*/ 734638 w 813632"/>
              <a:gd name="connsiteY199" fmla="*/ 919155 h 1708593"/>
              <a:gd name="connsiteX200" fmla="*/ 662511 w 813632"/>
              <a:gd name="connsiteY200" fmla="*/ 960626 h 1708593"/>
              <a:gd name="connsiteX201" fmla="*/ 562069 w 813632"/>
              <a:gd name="connsiteY201" fmla="*/ 1007632 h 1708593"/>
              <a:gd name="connsiteX202" fmla="*/ 462743 w 813632"/>
              <a:gd name="connsiteY202" fmla="*/ 960626 h 1708593"/>
              <a:gd name="connsiteX203" fmla="*/ 375034 w 813632"/>
              <a:gd name="connsiteY203" fmla="*/ 918263 h 1708593"/>
              <a:gd name="connsiteX204" fmla="*/ 287371 w 813632"/>
              <a:gd name="connsiteY204" fmla="*/ 960626 h 1708593"/>
              <a:gd name="connsiteX205" fmla="*/ 187517 w 813632"/>
              <a:gd name="connsiteY205" fmla="*/ 1007632 h 1708593"/>
              <a:gd name="connsiteX206" fmla="*/ 87663 w 813632"/>
              <a:gd name="connsiteY206" fmla="*/ 960626 h 1708593"/>
              <a:gd name="connsiteX207" fmla="*/ 0 w 813632"/>
              <a:gd name="connsiteY207" fmla="*/ 918263 h 1708593"/>
              <a:gd name="connsiteX208" fmla="*/ 0 w 813632"/>
              <a:gd name="connsiteY208" fmla="*/ 800136 h 1708593"/>
              <a:gd name="connsiteX209" fmla="*/ 99855 w 813632"/>
              <a:gd name="connsiteY209" fmla="*/ 847784 h 1708593"/>
              <a:gd name="connsiteX210" fmla="*/ 187517 w 813632"/>
              <a:gd name="connsiteY210" fmla="*/ 890203 h 1708593"/>
              <a:gd name="connsiteX211" fmla="*/ 275179 w 813632"/>
              <a:gd name="connsiteY211" fmla="*/ 847784 h 1708593"/>
              <a:gd name="connsiteX212" fmla="*/ 375034 w 813632"/>
              <a:gd name="connsiteY212" fmla="*/ 800136 h 1708593"/>
              <a:gd name="connsiteX213" fmla="*/ 474941 w 813632"/>
              <a:gd name="connsiteY213" fmla="*/ 847784 h 1708593"/>
              <a:gd name="connsiteX214" fmla="*/ 562069 w 813632"/>
              <a:gd name="connsiteY214" fmla="*/ 890203 h 1708593"/>
              <a:gd name="connsiteX215" fmla="*/ 650315 w 813632"/>
              <a:gd name="connsiteY215" fmla="*/ 847784 h 1708593"/>
              <a:gd name="connsiteX216" fmla="*/ 740506 w 813632"/>
              <a:gd name="connsiteY216" fmla="*/ 800422 h 1708593"/>
              <a:gd name="connsiteX217" fmla="*/ 749586 w 813632"/>
              <a:gd name="connsiteY217" fmla="*/ 800136 h 1708593"/>
              <a:gd name="connsiteX218" fmla="*/ 758889 w 813632"/>
              <a:gd name="connsiteY218" fmla="*/ 800422 h 1708593"/>
              <a:gd name="connsiteX219" fmla="*/ 813261 w 813632"/>
              <a:gd name="connsiteY219" fmla="*/ 817197 h 1708593"/>
              <a:gd name="connsiteX220" fmla="*/ 813632 w 813632"/>
              <a:gd name="connsiteY220" fmla="*/ 817504 h 1708593"/>
              <a:gd name="connsiteX221" fmla="*/ 813632 w 813632"/>
              <a:gd name="connsiteY221" fmla="*/ 840182 h 1708593"/>
              <a:gd name="connsiteX222" fmla="*/ 806433 w 813632"/>
              <a:gd name="connsiteY222" fmla="*/ 834145 h 1708593"/>
              <a:gd name="connsiteX223" fmla="*/ 764952 w 813632"/>
              <a:gd name="connsiteY223" fmla="*/ 819066 h 1708593"/>
              <a:gd name="connsiteX224" fmla="*/ 749586 w 813632"/>
              <a:gd name="connsiteY224" fmla="*/ 818149 h 1708593"/>
              <a:gd name="connsiteX225" fmla="*/ 734638 w 813632"/>
              <a:gd name="connsiteY225" fmla="*/ 819066 h 1708593"/>
              <a:gd name="connsiteX226" fmla="*/ 662511 w 813632"/>
              <a:gd name="connsiteY226" fmla="*/ 860568 h 1708593"/>
              <a:gd name="connsiteX227" fmla="*/ 562069 w 813632"/>
              <a:gd name="connsiteY227" fmla="*/ 908217 h 1708593"/>
              <a:gd name="connsiteX228" fmla="*/ 462743 w 813632"/>
              <a:gd name="connsiteY228" fmla="*/ 860568 h 1708593"/>
              <a:gd name="connsiteX229" fmla="*/ 375034 w 813632"/>
              <a:gd name="connsiteY229" fmla="*/ 818149 h 1708593"/>
              <a:gd name="connsiteX230" fmla="*/ 287371 w 813632"/>
              <a:gd name="connsiteY230" fmla="*/ 860568 h 1708593"/>
              <a:gd name="connsiteX231" fmla="*/ 187517 w 813632"/>
              <a:gd name="connsiteY231" fmla="*/ 908217 h 1708593"/>
              <a:gd name="connsiteX232" fmla="*/ 87663 w 813632"/>
              <a:gd name="connsiteY232" fmla="*/ 860568 h 1708593"/>
              <a:gd name="connsiteX233" fmla="*/ 0 w 813632"/>
              <a:gd name="connsiteY233" fmla="*/ 818149 h 1708593"/>
              <a:gd name="connsiteX234" fmla="*/ 0 w 813632"/>
              <a:gd name="connsiteY234" fmla="*/ 700961 h 1708593"/>
              <a:gd name="connsiteX235" fmla="*/ 99855 w 813632"/>
              <a:gd name="connsiteY235" fmla="*/ 747967 h 1708593"/>
              <a:gd name="connsiteX236" fmla="*/ 187517 w 813632"/>
              <a:gd name="connsiteY236" fmla="*/ 790330 h 1708593"/>
              <a:gd name="connsiteX237" fmla="*/ 275179 w 813632"/>
              <a:gd name="connsiteY237" fmla="*/ 747967 h 1708593"/>
              <a:gd name="connsiteX238" fmla="*/ 375034 w 813632"/>
              <a:gd name="connsiteY238" fmla="*/ 700961 h 1708593"/>
              <a:gd name="connsiteX239" fmla="*/ 474941 w 813632"/>
              <a:gd name="connsiteY239" fmla="*/ 747967 h 1708593"/>
              <a:gd name="connsiteX240" fmla="*/ 562069 w 813632"/>
              <a:gd name="connsiteY240" fmla="*/ 790330 h 1708593"/>
              <a:gd name="connsiteX241" fmla="*/ 650315 w 813632"/>
              <a:gd name="connsiteY241" fmla="*/ 747967 h 1708593"/>
              <a:gd name="connsiteX242" fmla="*/ 740506 w 813632"/>
              <a:gd name="connsiteY242" fmla="*/ 701241 h 1708593"/>
              <a:gd name="connsiteX243" fmla="*/ 749586 w 813632"/>
              <a:gd name="connsiteY243" fmla="*/ 700961 h 1708593"/>
              <a:gd name="connsiteX244" fmla="*/ 758889 w 813632"/>
              <a:gd name="connsiteY244" fmla="*/ 701241 h 1708593"/>
              <a:gd name="connsiteX245" fmla="*/ 813261 w 813632"/>
              <a:gd name="connsiteY245" fmla="*/ 717682 h 1708593"/>
              <a:gd name="connsiteX246" fmla="*/ 813632 w 813632"/>
              <a:gd name="connsiteY246" fmla="*/ 717987 h 1708593"/>
              <a:gd name="connsiteX247" fmla="*/ 813632 w 813632"/>
              <a:gd name="connsiteY247" fmla="*/ 740769 h 1708593"/>
              <a:gd name="connsiteX248" fmla="*/ 806433 w 813632"/>
              <a:gd name="connsiteY248" fmla="*/ 734685 h 1708593"/>
              <a:gd name="connsiteX249" fmla="*/ 764952 w 813632"/>
              <a:gd name="connsiteY249" fmla="*/ 719843 h 1708593"/>
              <a:gd name="connsiteX250" fmla="*/ 749586 w 813632"/>
              <a:gd name="connsiteY250" fmla="*/ 718951 h 1708593"/>
              <a:gd name="connsiteX251" fmla="*/ 734638 w 813632"/>
              <a:gd name="connsiteY251" fmla="*/ 719843 h 1708593"/>
              <a:gd name="connsiteX252" fmla="*/ 662511 w 813632"/>
              <a:gd name="connsiteY252" fmla="*/ 761314 h 1708593"/>
              <a:gd name="connsiteX253" fmla="*/ 562069 w 813632"/>
              <a:gd name="connsiteY253" fmla="*/ 808320 h 1708593"/>
              <a:gd name="connsiteX254" fmla="*/ 462743 w 813632"/>
              <a:gd name="connsiteY254" fmla="*/ 761314 h 1708593"/>
              <a:gd name="connsiteX255" fmla="*/ 375034 w 813632"/>
              <a:gd name="connsiteY255" fmla="*/ 718951 h 1708593"/>
              <a:gd name="connsiteX256" fmla="*/ 287371 w 813632"/>
              <a:gd name="connsiteY256" fmla="*/ 761314 h 1708593"/>
              <a:gd name="connsiteX257" fmla="*/ 187517 w 813632"/>
              <a:gd name="connsiteY257" fmla="*/ 808320 h 1708593"/>
              <a:gd name="connsiteX258" fmla="*/ 87663 w 813632"/>
              <a:gd name="connsiteY258" fmla="*/ 761314 h 1708593"/>
              <a:gd name="connsiteX259" fmla="*/ 0 w 813632"/>
              <a:gd name="connsiteY259" fmla="*/ 718951 h 1708593"/>
              <a:gd name="connsiteX260" fmla="*/ 0 w 813632"/>
              <a:gd name="connsiteY260" fmla="*/ 600343 h 1708593"/>
              <a:gd name="connsiteX261" fmla="*/ 99855 w 813632"/>
              <a:gd name="connsiteY261" fmla="*/ 647348 h 1708593"/>
              <a:gd name="connsiteX262" fmla="*/ 187517 w 813632"/>
              <a:gd name="connsiteY262" fmla="*/ 689712 h 1708593"/>
              <a:gd name="connsiteX263" fmla="*/ 275179 w 813632"/>
              <a:gd name="connsiteY263" fmla="*/ 647348 h 1708593"/>
              <a:gd name="connsiteX264" fmla="*/ 375034 w 813632"/>
              <a:gd name="connsiteY264" fmla="*/ 600343 h 1708593"/>
              <a:gd name="connsiteX265" fmla="*/ 474941 w 813632"/>
              <a:gd name="connsiteY265" fmla="*/ 647348 h 1708593"/>
              <a:gd name="connsiteX266" fmla="*/ 562069 w 813632"/>
              <a:gd name="connsiteY266" fmla="*/ 689712 h 1708593"/>
              <a:gd name="connsiteX267" fmla="*/ 650315 w 813632"/>
              <a:gd name="connsiteY267" fmla="*/ 647348 h 1708593"/>
              <a:gd name="connsiteX268" fmla="*/ 740506 w 813632"/>
              <a:gd name="connsiteY268" fmla="*/ 600622 h 1708593"/>
              <a:gd name="connsiteX269" fmla="*/ 749586 w 813632"/>
              <a:gd name="connsiteY269" fmla="*/ 600343 h 1708593"/>
              <a:gd name="connsiteX270" fmla="*/ 758889 w 813632"/>
              <a:gd name="connsiteY270" fmla="*/ 600622 h 1708593"/>
              <a:gd name="connsiteX271" fmla="*/ 813261 w 813632"/>
              <a:gd name="connsiteY271" fmla="*/ 617064 h 1708593"/>
              <a:gd name="connsiteX272" fmla="*/ 813632 w 813632"/>
              <a:gd name="connsiteY272" fmla="*/ 617368 h 1708593"/>
              <a:gd name="connsiteX273" fmla="*/ 813632 w 813632"/>
              <a:gd name="connsiteY273" fmla="*/ 639756 h 1708593"/>
              <a:gd name="connsiteX274" fmla="*/ 806433 w 813632"/>
              <a:gd name="connsiteY274" fmla="*/ 633727 h 1708593"/>
              <a:gd name="connsiteX275" fmla="*/ 764952 w 813632"/>
              <a:gd name="connsiteY275" fmla="*/ 618668 h 1708593"/>
              <a:gd name="connsiteX276" fmla="*/ 749586 w 813632"/>
              <a:gd name="connsiteY276" fmla="*/ 617752 h 1708593"/>
              <a:gd name="connsiteX277" fmla="*/ 734638 w 813632"/>
              <a:gd name="connsiteY277" fmla="*/ 618668 h 1708593"/>
              <a:gd name="connsiteX278" fmla="*/ 662511 w 813632"/>
              <a:gd name="connsiteY278" fmla="*/ 660115 h 1708593"/>
              <a:gd name="connsiteX279" fmla="*/ 562069 w 813632"/>
              <a:gd name="connsiteY279" fmla="*/ 707701 h 1708593"/>
              <a:gd name="connsiteX280" fmla="*/ 462743 w 813632"/>
              <a:gd name="connsiteY280" fmla="*/ 660115 h 1708593"/>
              <a:gd name="connsiteX281" fmla="*/ 375034 w 813632"/>
              <a:gd name="connsiteY281" fmla="*/ 617752 h 1708593"/>
              <a:gd name="connsiteX282" fmla="*/ 287371 w 813632"/>
              <a:gd name="connsiteY282" fmla="*/ 660115 h 1708593"/>
              <a:gd name="connsiteX283" fmla="*/ 187517 w 813632"/>
              <a:gd name="connsiteY283" fmla="*/ 707701 h 1708593"/>
              <a:gd name="connsiteX284" fmla="*/ 87663 w 813632"/>
              <a:gd name="connsiteY284" fmla="*/ 660115 h 1708593"/>
              <a:gd name="connsiteX285" fmla="*/ 0 w 813632"/>
              <a:gd name="connsiteY285" fmla="*/ 617752 h 1708593"/>
              <a:gd name="connsiteX286" fmla="*/ 0 w 813632"/>
              <a:gd name="connsiteY286" fmla="*/ 500446 h 1708593"/>
              <a:gd name="connsiteX287" fmla="*/ 99855 w 813632"/>
              <a:gd name="connsiteY287" fmla="*/ 548032 h 1708593"/>
              <a:gd name="connsiteX288" fmla="*/ 187517 w 813632"/>
              <a:gd name="connsiteY288" fmla="*/ 590395 h 1708593"/>
              <a:gd name="connsiteX289" fmla="*/ 275179 w 813632"/>
              <a:gd name="connsiteY289" fmla="*/ 548032 h 1708593"/>
              <a:gd name="connsiteX290" fmla="*/ 375034 w 813632"/>
              <a:gd name="connsiteY290" fmla="*/ 500446 h 1708593"/>
              <a:gd name="connsiteX291" fmla="*/ 474941 w 813632"/>
              <a:gd name="connsiteY291" fmla="*/ 548032 h 1708593"/>
              <a:gd name="connsiteX292" fmla="*/ 562069 w 813632"/>
              <a:gd name="connsiteY292" fmla="*/ 590395 h 1708593"/>
              <a:gd name="connsiteX293" fmla="*/ 650315 w 813632"/>
              <a:gd name="connsiteY293" fmla="*/ 548032 h 1708593"/>
              <a:gd name="connsiteX294" fmla="*/ 740506 w 813632"/>
              <a:gd name="connsiteY294" fmla="*/ 500732 h 1708593"/>
              <a:gd name="connsiteX295" fmla="*/ 749586 w 813632"/>
              <a:gd name="connsiteY295" fmla="*/ 500446 h 1708593"/>
              <a:gd name="connsiteX296" fmla="*/ 758889 w 813632"/>
              <a:gd name="connsiteY296" fmla="*/ 500732 h 1708593"/>
              <a:gd name="connsiteX297" fmla="*/ 813261 w 813632"/>
              <a:gd name="connsiteY297" fmla="*/ 517484 h 1708593"/>
              <a:gd name="connsiteX298" fmla="*/ 813632 w 813632"/>
              <a:gd name="connsiteY298" fmla="*/ 517791 h 1708593"/>
              <a:gd name="connsiteX299" fmla="*/ 813632 w 813632"/>
              <a:gd name="connsiteY299" fmla="*/ 540440 h 1708593"/>
              <a:gd name="connsiteX300" fmla="*/ 806433 w 813632"/>
              <a:gd name="connsiteY300" fmla="*/ 534411 h 1708593"/>
              <a:gd name="connsiteX301" fmla="*/ 764952 w 813632"/>
              <a:gd name="connsiteY301" fmla="*/ 519352 h 1708593"/>
              <a:gd name="connsiteX302" fmla="*/ 749586 w 813632"/>
              <a:gd name="connsiteY302" fmla="*/ 518436 h 1708593"/>
              <a:gd name="connsiteX303" fmla="*/ 734638 w 813632"/>
              <a:gd name="connsiteY303" fmla="*/ 519352 h 1708593"/>
              <a:gd name="connsiteX304" fmla="*/ 662511 w 813632"/>
              <a:gd name="connsiteY304" fmla="*/ 560799 h 1708593"/>
              <a:gd name="connsiteX305" fmla="*/ 562069 w 813632"/>
              <a:gd name="connsiteY305" fmla="*/ 607805 h 1708593"/>
              <a:gd name="connsiteX306" fmla="*/ 462743 w 813632"/>
              <a:gd name="connsiteY306" fmla="*/ 560799 h 1708593"/>
              <a:gd name="connsiteX307" fmla="*/ 375034 w 813632"/>
              <a:gd name="connsiteY307" fmla="*/ 518436 h 1708593"/>
              <a:gd name="connsiteX308" fmla="*/ 287371 w 813632"/>
              <a:gd name="connsiteY308" fmla="*/ 560799 h 1708593"/>
              <a:gd name="connsiteX309" fmla="*/ 187517 w 813632"/>
              <a:gd name="connsiteY309" fmla="*/ 607805 h 1708593"/>
              <a:gd name="connsiteX310" fmla="*/ 87663 w 813632"/>
              <a:gd name="connsiteY310" fmla="*/ 560799 h 1708593"/>
              <a:gd name="connsiteX311" fmla="*/ 0 w 813632"/>
              <a:gd name="connsiteY311" fmla="*/ 518436 h 1708593"/>
              <a:gd name="connsiteX312" fmla="*/ 0 w 813632"/>
              <a:gd name="connsiteY312" fmla="*/ 399827 h 1708593"/>
              <a:gd name="connsiteX313" fmla="*/ 99855 w 813632"/>
              <a:gd name="connsiteY313" fmla="*/ 447520 h 1708593"/>
              <a:gd name="connsiteX314" fmla="*/ 187517 w 813632"/>
              <a:gd name="connsiteY314" fmla="*/ 489978 h 1708593"/>
              <a:gd name="connsiteX315" fmla="*/ 275179 w 813632"/>
              <a:gd name="connsiteY315" fmla="*/ 447520 h 1708593"/>
              <a:gd name="connsiteX316" fmla="*/ 375034 w 813632"/>
              <a:gd name="connsiteY316" fmla="*/ 399827 h 1708593"/>
              <a:gd name="connsiteX317" fmla="*/ 474941 w 813632"/>
              <a:gd name="connsiteY317" fmla="*/ 447520 h 1708593"/>
              <a:gd name="connsiteX318" fmla="*/ 562069 w 813632"/>
              <a:gd name="connsiteY318" fmla="*/ 489978 h 1708593"/>
              <a:gd name="connsiteX319" fmla="*/ 650315 w 813632"/>
              <a:gd name="connsiteY319" fmla="*/ 447520 h 1708593"/>
              <a:gd name="connsiteX320" fmla="*/ 740506 w 813632"/>
              <a:gd name="connsiteY320" fmla="*/ 400114 h 1708593"/>
              <a:gd name="connsiteX321" fmla="*/ 749586 w 813632"/>
              <a:gd name="connsiteY321" fmla="*/ 399827 h 1708593"/>
              <a:gd name="connsiteX322" fmla="*/ 758889 w 813632"/>
              <a:gd name="connsiteY322" fmla="*/ 400114 h 1708593"/>
              <a:gd name="connsiteX323" fmla="*/ 813261 w 813632"/>
              <a:gd name="connsiteY323" fmla="*/ 416904 h 1708593"/>
              <a:gd name="connsiteX324" fmla="*/ 813632 w 813632"/>
              <a:gd name="connsiteY324" fmla="*/ 417212 h 1708593"/>
              <a:gd name="connsiteX325" fmla="*/ 813632 w 813632"/>
              <a:gd name="connsiteY325" fmla="*/ 439911 h 1708593"/>
              <a:gd name="connsiteX326" fmla="*/ 806433 w 813632"/>
              <a:gd name="connsiteY326" fmla="*/ 433868 h 1708593"/>
              <a:gd name="connsiteX327" fmla="*/ 764952 w 813632"/>
              <a:gd name="connsiteY327" fmla="*/ 418775 h 1708593"/>
              <a:gd name="connsiteX328" fmla="*/ 749586 w 813632"/>
              <a:gd name="connsiteY328" fmla="*/ 417857 h 1708593"/>
              <a:gd name="connsiteX329" fmla="*/ 734638 w 813632"/>
              <a:gd name="connsiteY329" fmla="*/ 418752 h 1708593"/>
              <a:gd name="connsiteX330" fmla="*/ 662511 w 813632"/>
              <a:gd name="connsiteY330" fmla="*/ 460316 h 1708593"/>
              <a:gd name="connsiteX331" fmla="*/ 562069 w 813632"/>
              <a:gd name="connsiteY331" fmla="*/ 507427 h 1708593"/>
              <a:gd name="connsiteX332" fmla="*/ 462743 w 813632"/>
              <a:gd name="connsiteY332" fmla="*/ 460316 h 1708593"/>
              <a:gd name="connsiteX333" fmla="*/ 375034 w 813632"/>
              <a:gd name="connsiteY333" fmla="*/ 417857 h 1708593"/>
              <a:gd name="connsiteX334" fmla="*/ 287371 w 813632"/>
              <a:gd name="connsiteY334" fmla="*/ 460316 h 1708593"/>
              <a:gd name="connsiteX335" fmla="*/ 187517 w 813632"/>
              <a:gd name="connsiteY335" fmla="*/ 507427 h 1708593"/>
              <a:gd name="connsiteX336" fmla="*/ 87663 w 813632"/>
              <a:gd name="connsiteY336" fmla="*/ 460316 h 1708593"/>
              <a:gd name="connsiteX337" fmla="*/ 0 w 813632"/>
              <a:gd name="connsiteY337" fmla="*/ 417857 h 1708593"/>
              <a:gd name="connsiteX338" fmla="*/ 0 w 813632"/>
              <a:gd name="connsiteY338" fmla="*/ 299931 h 1708593"/>
              <a:gd name="connsiteX339" fmla="*/ 99855 w 813632"/>
              <a:gd name="connsiteY339" fmla="*/ 347579 h 1708593"/>
              <a:gd name="connsiteX340" fmla="*/ 187517 w 813632"/>
              <a:gd name="connsiteY340" fmla="*/ 389998 h 1708593"/>
              <a:gd name="connsiteX341" fmla="*/ 275179 w 813632"/>
              <a:gd name="connsiteY341" fmla="*/ 347579 h 1708593"/>
              <a:gd name="connsiteX342" fmla="*/ 375034 w 813632"/>
              <a:gd name="connsiteY342" fmla="*/ 299931 h 1708593"/>
              <a:gd name="connsiteX343" fmla="*/ 474941 w 813632"/>
              <a:gd name="connsiteY343" fmla="*/ 347579 h 1708593"/>
              <a:gd name="connsiteX344" fmla="*/ 562069 w 813632"/>
              <a:gd name="connsiteY344" fmla="*/ 389998 h 1708593"/>
              <a:gd name="connsiteX345" fmla="*/ 650315 w 813632"/>
              <a:gd name="connsiteY345" fmla="*/ 347579 h 1708593"/>
              <a:gd name="connsiteX346" fmla="*/ 740506 w 813632"/>
              <a:gd name="connsiteY346" fmla="*/ 300217 h 1708593"/>
              <a:gd name="connsiteX347" fmla="*/ 749586 w 813632"/>
              <a:gd name="connsiteY347" fmla="*/ 299931 h 1708593"/>
              <a:gd name="connsiteX348" fmla="*/ 758889 w 813632"/>
              <a:gd name="connsiteY348" fmla="*/ 300217 h 1708593"/>
              <a:gd name="connsiteX349" fmla="*/ 813261 w 813632"/>
              <a:gd name="connsiteY349" fmla="*/ 316992 h 1708593"/>
              <a:gd name="connsiteX350" fmla="*/ 813632 w 813632"/>
              <a:gd name="connsiteY350" fmla="*/ 317299 h 1708593"/>
              <a:gd name="connsiteX351" fmla="*/ 813632 w 813632"/>
              <a:gd name="connsiteY351" fmla="*/ 339977 h 1708593"/>
              <a:gd name="connsiteX352" fmla="*/ 806433 w 813632"/>
              <a:gd name="connsiteY352" fmla="*/ 333940 h 1708593"/>
              <a:gd name="connsiteX353" fmla="*/ 764952 w 813632"/>
              <a:gd name="connsiteY353" fmla="*/ 318861 h 1708593"/>
              <a:gd name="connsiteX354" fmla="*/ 749586 w 813632"/>
              <a:gd name="connsiteY354" fmla="*/ 317944 h 1708593"/>
              <a:gd name="connsiteX355" fmla="*/ 734638 w 813632"/>
              <a:gd name="connsiteY355" fmla="*/ 318861 h 1708593"/>
              <a:gd name="connsiteX356" fmla="*/ 662511 w 813632"/>
              <a:gd name="connsiteY356" fmla="*/ 360363 h 1708593"/>
              <a:gd name="connsiteX357" fmla="*/ 562069 w 813632"/>
              <a:gd name="connsiteY357" fmla="*/ 408011 h 1708593"/>
              <a:gd name="connsiteX358" fmla="*/ 462743 w 813632"/>
              <a:gd name="connsiteY358" fmla="*/ 360363 h 1708593"/>
              <a:gd name="connsiteX359" fmla="*/ 375034 w 813632"/>
              <a:gd name="connsiteY359" fmla="*/ 317944 h 1708593"/>
              <a:gd name="connsiteX360" fmla="*/ 287371 w 813632"/>
              <a:gd name="connsiteY360" fmla="*/ 360363 h 1708593"/>
              <a:gd name="connsiteX361" fmla="*/ 187517 w 813632"/>
              <a:gd name="connsiteY361" fmla="*/ 408011 h 1708593"/>
              <a:gd name="connsiteX362" fmla="*/ 87663 w 813632"/>
              <a:gd name="connsiteY362" fmla="*/ 360363 h 1708593"/>
              <a:gd name="connsiteX363" fmla="*/ 0 w 813632"/>
              <a:gd name="connsiteY363" fmla="*/ 317944 h 1708593"/>
              <a:gd name="connsiteX364" fmla="*/ 0 w 813632"/>
              <a:gd name="connsiteY364" fmla="*/ 200515 h 1708593"/>
              <a:gd name="connsiteX365" fmla="*/ 99855 w 813632"/>
              <a:gd name="connsiteY365" fmla="*/ 247521 h 1708593"/>
              <a:gd name="connsiteX366" fmla="*/ 187517 w 813632"/>
              <a:gd name="connsiteY366" fmla="*/ 289884 h 1708593"/>
              <a:gd name="connsiteX367" fmla="*/ 275179 w 813632"/>
              <a:gd name="connsiteY367" fmla="*/ 247521 h 1708593"/>
              <a:gd name="connsiteX368" fmla="*/ 375034 w 813632"/>
              <a:gd name="connsiteY368" fmla="*/ 200515 h 1708593"/>
              <a:gd name="connsiteX369" fmla="*/ 474941 w 813632"/>
              <a:gd name="connsiteY369" fmla="*/ 247521 h 1708593"/>
              <a:gd name="connsiteX370" fmla="*/ 562069 w 813632"/>
              <a:gd name="connsiteY370" fmla="*/ 289884 h 1708593"/>
              <a:gd name="connsiteX371" fmla="*/ 650315 w 813632"/>
              <a:gd name="connsiteY371" fmla="*/ 247521 h 1708593"/>
              <a:gd name="connsiteX372" fmla="*/ 740506 w 813632"/>
              <a:gd name="connsiteY372" fmla="*/ 200801 h 1708593"/>
              <a:gd name="connsiteX373" fmla="*/ 749586 w 813632"/>
              <a:gd name="connsiteY373" fmla="*/ 200515 h 1708593"/>
              <a:gd name="connsiteX374" fmla="*/ 758889 w 813632"/>
              <a:gd name="connsiteY374" fmla="*/ 200801 h 1708593"/>
              <a:gd name="connsiteX375" fmla="*/ 813261 w 813632"/>
              <a:gd name="connsiteY375" fmla="*/ 217467 h 1708593"/>
              <a:gd name="connsiteX376" fmla="*/ 813632 w 813632"/>
              <a:gd name="connsiteY376" fmla="*/ 217769 h 1708593"/>
              <a:gd name="connsiteX377" fmla="*/ 813632 w 813632"/>
              <a:gd name="connsiteY377" fmla="*/ 240323 h 1708593"/>
              <a:gd name="connsiteX378" fmla="*/ 806433 w 813632"/>
              <a:gd name="connsiteY378" fmla="*/ 234239 h 1708593"/>
              <a:gd name="connsiteX379" fmla="*/ 764952 w 813632"/>
              <a:gd name="connsiteY379" fmla="*/ 219397 h 1708593"/>
              <a:gd name="connsiteX380" fmla="*/ 749586 w 813632"/>
              <a:gd name="connsiteY380" fmla="*/ 218505 h 1708593"/>
              <a:gd name="connsiteX381" fmla="*/ 734638 w 813632"/>
              <a:gd name="connsiteY381" fmla="*/ 219397 h 1708593"/>
              <a:gd name="connsiteX382" fmla="*/ 662511 w 813632"/>
              <a:gd name="connsiteY382" fmla="*/ 260869 h 1708593"/>
              <a:gd name="connsiteX383" fmla="*/ 562069 w 813632"/>
              <a:gd name="connsiteY383" fmla="*/ 307874 h 1708593"/>
              <a:gd name="connsiteX384" fmla="*/ 462743 w 813632"/>
              <a:gd name="connsiteY384" fmla="*/ 260869 h 1708593"/>
              <a:gd name="connsiteX385" fmla="*/ 375034 w 813632"/>
              <a:gd name="connsiteY385" fmla="*/ 218505 h 1708593"/>
              <a:gd name="connsiteX386" fmla="*/ 287371 w 813632"/>
              <a:gd name="connsiteY386" fmla="*/ 260869 h 1708593"/>
              <a:gd name="connsiteX387" fmla="*/ 187517 w 813632"/>
              <a:gd name="connsiteY387" fmla="*/ 307874 h 1708593"/>
              <a:gd name="connsiteX388" fmla="*/ 87663 w 813632"/>
              <a:gd name="connsiteY388" fmla="*/ 260869 h 1708593"/>
              <a:gd name="connsiteX389" fmla="*/ 0 w 813632"/>
              <a:gd name="connsiteY389" fmla="*/ 218505 h 1708593"/>
              <a:gd name="connsiteX390" fmla="*/ 0 w 813632"/>
              <a:gd name="connsiteY390" fmla="*/ 99897 h 1708593"/>
              <a:gd name="connsiteX391" fmla="*/ 99855 w 813632"/>
              <a:gd name="connsiteY391" fmla="*/ 147008 h 1708593"/>
              <a:gd name="connsiteX392" fmla="*/ 187517 w 813632"/>
              <a:gd name="connsiteY392" fmla="*/ 189466 h 1708593"/>
              <a:gd name="connsiteX393" fmla="*/ 275179 w 813632"/>
              <a:gd name="connsiteY393" fmla="*/ 147008 h 1708593"/>
              <a:gd name="connsiteX394" fmla="*/ 375034 w 813632"/>
              <a:gd name="connsiteY394" fmla="*/ 99897 h 1708593"/>
              <a:gd name="connsiteX395" fmla="*/ 474941 w 813632"/>
              <a:gd name="connsiteY395" fmla="*/ 147008 h 1708593"/>
              <a:gd name="connsiteX396" fmla="*/ 562069 w 813632"/>
              <a:gd name="connsiteY396" fmla="*/ 189466 h 1708593"/>
              <a:gd name="connsiteX397" fmla="*/ 650315 w 813632"/>
              <a:gd name="connsiteY397" fmla="*/ 147008 h 1708593"/>
              <a:gd name="connsiteX398" fmla="*/ 740506 w 813632"/>
              <a:gd name="connsiteY398" fmla="*/ 100183 h 1708593"/>
              <a:gd name="connsiteX399" fmla="*/ 749586 w 813632"/>
              <a:gd name="connsiteY399" fmla="*/ 99897 h 1708593"/>
              <a:gd name="connsiteX400" fmla="*/ 758889 w 813632"/>
              <a:gd name="connsiteY400" fmla="*/ 100177 h 1708593"/>
              <a:gd name="connsiteX401" fmla="*/ 813261 w 813632"/>
              <a:gd name="connsiteY401" fmla="*/ 116655 h 1708593"/>
              <a:gd name="connsiteX402" fmla="*/ 813632 w 813632"/>
              <a:gd name="connsiteY402" fmla="*/ 116960 h 1708593"/>
              <a:gd name="connsiteX403" fmla="*/ 813632 w 813632"/>
              <a:gd name="connsiteY403" fmla="*/ 139794 h 1708593"/>
              <a:gd name="connsiteX404" fmla="*/ 806433 w 813632"/>
              <a:gd name="connsiteY404" fmla="*/ 133696 h 1708593"/>
              <a:gd name="connsiteX405" fmla="*/ 764952 w 813632"/>
              <a:gd name="connsiteY405" fmla="*/ 118821 h 1708593"/>
              <a:gd name="connsiteX406" fmla="*/ 749586 w 813632"/>
              <a:gd name="connsiteY406" fmla="*/ 117927 h 1708593"/>
              <a:gd name="connsiteX407" fmla="*/ 734638 w 813632"/>
              <a:gd name="connsiteY407" fmla="*/ 118821 h 1708593"/>
              <a:gd name="connsiteX408" fmla="*/ 662511 w 813632"/>
              <a:gd name="connsiteY408" fmla="*/ 160385 h 1708593"/>
              <a:gd name="connsiteX409" fmla="*/ 562069 w 813632"/>
              <a:gd name="connsiteY409" fmla="*/ 207496 h 1708593"/>
              <a:gd name="connsiteX410" fmla="*/ 462743 w 813632"/>
              <a:gd name="connsiteY410" fmla="*/ 160385 h 1708593"/>
              <a:gd name="connsiteX411" fmla="*/ 375034 w 813632"/>
              <a:gd name="connsiteY411" fmla="*/ 117927 h 1708593"/>
              <a:gd name="connsiteX412" fmla="*/ 287371 w 813632"/>
              <a:gd name="connsiteY412" fmla="*/ 160385 h 1708593"/>
              <a:gd name="connsiteX413" fmla="*/ 187517 w 813632"/>
              <a:gd name="connsiteY413" fmla="*/ 207496 h 1708593"/>
              <a:gd name="connsiteX414" fmla="*/ 87663 w 813632"/>
              <a:gd name="connsiteY414" fmla="*/ 160385 h 1708593"/>
              <a:gd name="connsiteX415" fmla="*/ 0 w 813632"/>
              <a:gd name="connsiteY415" fmla="*/ 117927 h 1708593"/>
              <a:gd name="connsiteX416" fmla="*/ 0 w 813632"/>
              <a:gd name="connsiteY416" fmla="*/ 0 h 1708593"/>
              <a:gd name="connsiteX417" fmla="*/ 99855 w 813632"/>
              <a:gd name="connsiteY417" fmla="*/ 47649 h 1708593"/>
              <a:gd name="connsiteX418" fmla="*/ 187517 w 813632"/>
              <a:gd name="connsiteY418" fmla="*/ 90068 h 1708593"/>
              <a:gd name="connsiteX419" fmla="*/ 275179 w 813632"/>
              <a:gd name="connsiteY419" fmla="*/ 47649 h 1708593"/>
              <a:gd name="connsiteX420" fmla="*/ 375034 w 813632"/>
              <a:gd name="connsiteY420" fmla="*/ 0 h 1708593"/>
              <a:gd name="connsiteX421" fmla="*/ 474941 w 813632"/>
              <a:gd name="connsiteY421" fmla="*/ 47649 h 1708593"/>
              <a:gd name="connsiteX422" fmla="*/ 562069 w 813632"/>
              <a:gd name="connsiteY422" fmla="*/ 90068 h 1708593"/>
              <a:gd name="connsiteX423" fmla="*/ 650315 w 813632"/>
              <a:gd name="connsiteY423" fmla="*/ 47649 h 1708593"/>
              <a:gd name="connsiteX424" fmla="*/ 740506 w 813632"/>
              <a:gd name="connsiteY424" fmla="*/ 286 h 1708593"/>
              <a:gd name="connsiteX425" fmla="*/ 749586 w 813632"/>
              <a:gd name="connsiteY425" fmla="*/ 0 h 1708593"/>
              <a:gd name="connsiteX426" fmla="*/ 810333 w 813632"/>
              <a:gd name="connsiteY426" fmla="*/ 15326 h 1708593"/>
              <a:gd name="connsiteX427" fmla="*/ 813632 w 813632"/>
              <a:gd name="connsiteY427" fmla="*/ 18004 h 1708593"/>
              <a:gd name="connsiteX428" fmla="*/ 813632 w 813632"/>
              <a:gd name="connsiteY428" fmla="*/ 40046 h 1708593"/>
              <a:gd name="connsiteX429" fmla="*/ 806433 w 813632"/>
              <a:gd name="connsiteY429" fmla="*/ 34009 h 1708593"/>
              <a:gd name="connsiteX430" fmla="*/ 764952 w 813632"/>
              <a:gd name="connsiteY430" fmla="*/ 18931 h 1708593"/>
              <a:gd name="connsiteX431" fmla="*/ 749586 w 813632"/>
              <a:gd name="connsiteY431" fmla="*/ 18014 h 1708593"/>
              <a:gd name="connsiteX432" fmla="*/ 734638 w 813632"/>
              <a:gd name="connsiteY432" fmla="*/ 18931 h 1708593"/>
              <a:gd name="connsiteX433" fmla="*/ 662511 w 813632"/>
              <a:gd name="connsiteY433" fmla="*/ 60433 h 1708593"/>
              <a:gd name="connsiteX434" fmla="*/ 562069 w 813632"/>
              <a:gd name="connsiteY434" fmla="*/ 108081 h 1708593"/>
              <a:gd name="connsiteX435" fmla="*/ 462743 w 813632"/>
              <a:gd name="connsiteY435" fmla="*/ 60433 h 1708593"/>
              <a:gd name="connsiteX436" fmla="*/ 375034 w 813632"/>
              <a:gd name="connsiteY436" fmla="*/ 18014 h 1708593"/>
              <a:gd name="connsiteX437" fmla="*/ 287371 w 813632"/>
              <a:gd name="connsiteY437" fmla="*/ 60433 h 1708593"/>
              <a:gd name="connsiteX438" fmla="*/ 187517 w 813632"/>
              <a:gd name="connsiteY438" fmla="*/ 108081 h 1708593"/>
              <a:gd name="connsiteX439" fmla="*/ 87663 w 813632"/>
              <a:gd name="connsiteY439" fmla="*/ 60433 h 1708593"/>
              <a:gd name="connsiteX440" fmla="*/ 0 w 813632"/>
              <a:gd name="connsiteY440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</a:cxnLst>
            <a:rect l="l" t="t" r="r" b="b"/>
            <a:pathLst>
              <a:path w="813632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781444" y="1602212"/>
                  <a:pt x="798809" y="1608742"/>
                  <a:pt x="813261" y="1617573"/>
                </a:cubicBezTo>
                <a:lnTo>
                  <a:pt x="813632" y="1617881"/>
                </a:lnTo>
                <a:lnTo>
                  <a:pt x="813632" y="1640559"/>
                </a:lnTo>
                <a:lnTo>
                  <a:pt x="806433" y="1634522"/>
                </a:lnTo>
                <a:cubicBezTo>
                  <a:pt x="794932" y="1627086"/>
                  <a:pt x="781770" y="1621540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781444" y="1502760"/>
                  <a:pt x="798809" y="1509152"/>
                  <a:pt x="813261" y="1517856"/>
                </a:cubicBezTo>
                <a:lnTo>
                  <a:pt x="813632" y="1518161"/>
                </a:lnTo>
                <a:lnTo>
                  <a:pt x="813632" y="1540599"/>
                </a:lnTo>
                <a:lnTo>
                  <a:pt x="806433" y="1534556"/>
                </a:lnTo>
                <a:cubicBezTo>
                  <a:pt x="794932" y="1527113"/>
                  <a:pt x="781770" y="1521563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781444" y="1401697"/>
                  <a:pt x="798809" y="1408226"/>
                  <a:pt x="813261" y="1417058"/>
                </a:cubicBezTo>
                <a:lnTo>
                  <a:pt x="813632" y="1417365"/>
                </a:lnTo>
                <a:lnTo>
                  <a:pt x="813632" y="1440043"/>
                </a:lnTo>
                <a:lnTo>
                  <a:pt x="806433" y="1434006"/>
                </a:lnTo>
                <a:cubicBezTo>
                  <a:pt x="794932" y="1426570"/>
                  <a:pt x="781770" y="1421025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781444" y="1302283"/>
                  <a:pt x="798809" y="1308809"/>
                  <a:pt x="813261" y="1317571"/>
                </a:cubicBezTo>
                <a:lnTo>
                  <a:pt x="813632" y="1317874"/>
                </a:lnTo>
                <a:lnTo>
                  <a:pt x="813632" y="1340479"/>
                </a:lnTo>
                <a:lnTo>
                  <a:pt x="806433" y="1334381"/>
                </a:lnTo>
                <a:cubicBezTo>
                  <a:pt x="794932" y="1326983"/>
                  <a:pt x="781770" y="1321554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781444" y="1202385"/>
                  <a:pt x="798809" y="1208914"/>
                  <a:pt x="813261" y="1217746"/>
                </a:cubicBezTo>
                <a:lnTo>
                  <a:pt x="813632" y="1218053"/>
                </a:lnTo>
                <a:lnTo>
                  <a:pt x="813632" y="1240731"/>
                </a:lnTo>
                <a:lnTo>
                  <a:pt x="806433" y="1234694"/>
                </a:lnTo>
                <a:cubicBezTo>
                  <a:pt x="794932" y="1227258"/>
                  <a:pt x="781770" y="1221713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1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781444" y="1101767"/>
                  <a:pt x="798809" y="1108296"/>
                  <a:pt x="813261" y="1117127"/>
                </a:cubicBezTo>
                <a:lnTo>
                  <a:pt x="813632" y="1117435"/>
                </a:lnTo>
                <a:lnTo>
                  <a:pt x="813632" y="1140112"/>
                </a:lnTo>
                <a:lnTo>
                  <a:pt x="806433" y="1134075"/>
                </a:lnTo>
                <a:cubicBezTo>
                  <a:pt x="794932" y="1126639"/>
                  <a:pt x="781770" y="1121094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781444" y="1002315"/>
                  <a:pt x="798809" y="1008706"/>
                  <a:pt x="813261" y="1017410"/>
                </a:cubicBezTo>
                <a:lnTo>
                  <a:pt x="813632" y="1017715"/>
                </a:lnTo>
                <a:lnTo>
                  <a:pt x="813632" y="1040548"/>
                </a:lnTo>
                <a:lnTo>
                  <a:pt x="806433" y="1034450"/>
                </a:lnTo>
                <a:cubicBezTo>
                  <a:pt x="794932" y="1027052"/>
                  <a:pt x="781770" y="1021623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781444" y="901933"/>
                  <a:pt x="798809" y="908310"/>
                  <a:pt x="813261" y="916994"/>
                </a:cubicBezTo>
                <a:lnTo>
                  <a:pt x="813632" y="917299"/>
                </a:lnTo>
                <a:lnTo>
                  <a:pt x="813632" y="940081"/>
                </a:lnTo>
                <a:lnTo>
                  <a:pt x="806433" y="933997"/>
                </a:lnTo>
                <a:cubicBezTo>
                  <a:pt x="794932" y="926615"/>
                  <a:pt x="781770" y="921198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9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9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781444" y="801836"/>
                  <a:pt x="798809" y="808365"/>
                  <a:pt x="813261" y="817197"/>
                </a:cubicBezTo>
                <a:lnTo>
                  <a:pt x="813632" y="817504"/>
                </a:lnTo>
                <a:lnTo>
                  <a:pt x="813632" y="840182"/>
                </a:lnTo>
                <a:lnTo>
                  <a:pt x="806433" y="834145"/>
                </a:lnTo>
                <a:cubicBezTo>
                  <a:pt x="794932" y="826709"/>
                  <a:pt x="781770" y="821164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3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781444" y="702621"/>
                  <a:pt x="798809" y="708998"/>
                  <a:pt x="813261" y="717682"/>
                </a:cubicBezTo>
                <a:lnTo>
                  <a:pt x="813632" y="717987"/>
                </a:lnTo>
                <a:lnTo>
                  <a:pt x="813632" y="740769"/>
                </a:lnTo>
                <a:lnTo>
                  <a:pt x="806433" y="734685"/>
                </a:lnTo>
                <a:cubicBezTo>
                  <a:pt x="794932" y="727303"/>
                  <a:pt x="781770" y="721886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3" y="626131"/>
                  <a:pt x="696405" y="603383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781444" y="602002"/>
                  <a:pt x="798809" y="608380"/>
                  <a:pt x="813261" y="617064"/>
                </a:cubicBezTo>
                <a:lnTo>
                  <a:pt x="813632" y="617368"/>
                </a:lnTo>
                <a:lnTo>
                  <a:pt x="813632" y="639756"/>
                </a:lnTo>
                <a:lnTo>
                  <a:pt x="806433" y="633727"/>
                </a:lnTo>
                <a:cubicBezTo>
                  <a:pt x="794932" y="626301"/>
                  <a:pt x="781770" y="620763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781444" y="502144"/>
                  <a:pt x="798809" y="508665"/>
                  <a:pt x="813261" y="517484"/>
                </a:cubicBezTo>
                <a:lnTo>
                  <a:pt x="813632" y="517791"/>
                </a:lnTo>
                <a:lnTo>
                  <a:pt x="813632" y="540440"/>
                </a:lnTo>
                <a:lnTo>
                  <a:pt x="806433" y="534411"/>
                </a:lnTo>
                <a:cubicBezTo>
                  <a:pt x="794932" y="526984"/>
                  <a:pt x="781770" y="521446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2"/>
                  <a:pt x="613157" y="607805"/>
                  <a:pt x="562069" y="607805"/>
                </a:cubicBezTo>
                <a:cubicBezTo>
                  <a:pt x="512115" y="607805"/>
                  <a:pt x="485977" y="583432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2"/>
                  <a:pt x="238024" y="607805"/>
                  <a:pt x="187517" y="607805"/>
                </a:cubicBezTo>
                <a:cubicBezTo>
                  <a:pt x="137009" y="607805"/>
                  <a:pt x="111465" y="583432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2"/>
                  <a:pt x="144556" y="489978"/>
                  <a:pt x="187517" y="489978"/>
                </a:cubicBezTo>
                <a:cubicBezTo>
                  <a:pt x="230477" y="489978"/>
                  <a:pt x="251957" y="469622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2"/>
                  <a:pt x="519667" y="489978"/>
                  <a:pt x="562069" y="489978"/>
                </a:cubicBezTo>
                <a:cubicBezTo>
                  <a:pt x="605610" y="489978"/>
                  <a:pt x="627090" y="469622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781444" y="401529"/>
                  <a:pt x="798809" y="408064"/>
                  <a:pt x="813261" y="416904"/>
                </a:cubicBezTo>
                <a:lnTo>
                  <a:pt x="813632" y="417212"/>
                </a:lnTo>
                <a:lnTo>
                  <a:pt x="813632" y="439911"/>
                </a:lnTo>
                <a:lnTo>
                  <a:pt x="806433" y="433868"/>
                </a:lnTo>
                <a:cubicBezTo>
                  <a:pt x="794932" y="426425"/>
                  <a:pt x="781770" y="420875"/>
                  <a:pt x="764952" y="418775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3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4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781444" y="301631"/>
                  <a:pt x="798809" y="308160"/>
                  <a:pt x="813261" y="316992"/>
                </a:cubicBezTo>
                <a:lnTo>
                  <a:pt x="813632" y="317299"/>
                </a:lnTo>
                <a:lnTo>
                  <a:pt x="813632" y="339977"/>
                </a:lnTo>
                <a:lnTo>
                  <a:pt x="806433" y="333940"/>
                </a:lnTo>
                <a:cubicBezTo>
                  <a:pt x="794932" y="326504"/>
                  <a:pt x="781770" y="320959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781444" y="202212"/>
                  <a:pt x="798809" y="208724"/>
                  <a:pt x="813261" y="217467"/>
                </a:cubicBezTo>
                <a:lnTo>
                  <a:pt x="813632" y="217769"/>
                </a:lnTo>
                <a:lnTo>
                  <a:pt x="813632" y="240323"/>
                </a:lnTo>
                <a:lnTo>
                  <a:pt x="806433" y="234239"/>
                </a:lnTo>
                <a:cubicBezTo>
                  <a:pt x="794932" y="226858"/>
                  <a:pt x="781770" y="221441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4"/>
                  <a:pt x="682831" y="241065"/>
                  <a:pt x="662511" y="260869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9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9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9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7"/>
                </a:lnTo>
                <a:cubicBezTo>
                  <a:pt x="781444" y="101560"/>
                  <a:pt x="798809" y="107951"/>
                  <a:pt x="813261" y="116655"/>
                </a:cubicBezTo>
                <a:lnTo>
                  <a:pt x="813632" y="116960"/>
                </a:lnTo>
                <a:lnTo>
                  <a:pt x="813632" y="139794"/>
                </a:lnTo>
                <a:lnTo>
                  <a:pt x="806433" y="133696"/>
                </a:lnTo>
                <a:cubicBezTo>
                  <a:pt x="794932" y="126298"/>
                  <a:pt x="781770" y="120868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7"/>
                  <a:pt x="99855" y="47649"/>
                </a:cubicBezTo>
                <a:cubicBezTo>
                  <a:pt x="123076" y="69730"/>
                  <a:pt x="144556" y="90068"/>
                  <a:pt x="187517" y="90068"/>
                </a:cubicBezTo>
                <a:cubicBezTo>
                  <a:pt x="230477" y="90068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1" y="47649"/>
                </a:cubicBezTo>
                <a:cubicBezTo>
                  <a:pt x="498175" y="69730"/>
                  <a:pt x="519667" y="90068"/>
                  <a:pt x="562069" y="90068"/>
                </a:cubicBezTo>
                <a:cubicBezTo>
                  <a:pt x="605610" y="90068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775163" y="0"/>
                  <a:pt x="794491" y="6247"/>
                  <a:pt x="810333" y="15326"/>
                </a:cubicBezTo>
                <a:lnTo>
                  <a:pt x="813632" y="18004"/>
                </a:lnTo>
                <a:lnTo>
                  <a:pt x="813632" y="40046"/>
                </a:lnTo>
                <a:lnTo>
                  <a:pt x="806433" y="34009"/>
                </a:lnTo>
                <a:cubicBezTo>
                  <a:pt x="794932" y="26573"/>
                  <a:pt x="781770" y="21028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2"/>
                  <a:pt x="662511" y="60433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3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3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09" y="108081"/>
                  <a:pt x="111465" y="83095"/>
                  <a:pt x="87663" y="60433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3A7DE59B-A705-4B02-9115-4A1C2A7DC981}"/>
              </a:ext>
            </a:extLst>
          </p:cNvPr>
          <p:cNvSpPr>
            <a:spLocks/>
          </p:cNvSpPr>
          <p:nvPr/>
        </p:nvSpPr>
        <p:spPr bwMode="auto">
          <a:xfrm>
            <a:off x="11378367" y="3433900"/>
            <a:ext cx="813632" cy="1708593"/>
          </a:xfrm>
          <a:custGeom>
            <a:avLst/>
            <a:gdLst>
              <a:gd name="connsiteX0" fmla="*/ 0 w 813632"/>
              <a:gd name="connsiteY0" fmla="*/ 1600512 h 1708593"/>
              <a:gd name="connsiteX1" fmla="*/ 99855 w 813632"/>
              <a:gd name="connsiteY1" fmla="*/ 1648161 h 1708593"/>
              <a:gd name="connsiteX2" fmla="*/ 187517 w 813632"/>
              <a:gd name="connsiteY2" fmla="*/ 1690580 h 1708593"/>
              <a:gd name="connsiteX3" fmla="*/ 275179 w 813632"/>
              <a:gd name="connsiteY3" fmla="*/ 1648161 h 1708593"/>
              <a:gd name="connsiteX4" fmla="*/ 375034 w 813632"/>
              <a:gd name="connsiteY4" fmla="*/ 1600512 h 1708593"/>
              <a:gd name="connsiteX5" fmla="*/ 474941 w 813632"/>
              <a:gd name="connsiteY5" fmla="*/ 1648161 h 1708593"/>
              <a:gd name="connsiteX6" fmla="*/ 562069 w 813632"/>
              <a:gd name="connsiteY6" fmla="*/ 1690580 h 1708593"/>
              <a:gd name="connsiteX7" fmla="*/ 650315 w 813632"/>
              <a:gd name="connsiteY7" fmla="*/ 1648161 h 1708593"/>
              <a:gd name="connsiteX8" fmla="*/ 740506 w 813632"/>
              <a:gd name="connsiteY8" fmla="*/ 1600798 h 1708593"/>
              <a:gd name="connsiteX9" fmla="*/ 749586 w 813632"/>
              <a:gd name="connsiteY9" fmla="*/ 1600512 h 1708593"/>
              <a:gd name="connsiteX10" fmla="*/ 758889 w 813632"/>
              <a:gd name="connsiteY10" fmla="*/ 1600798 h 1708593"/>
              <a:gd name="connsiteX11" fmla="*/ 813261 w 813632"/>
              <a:gd name="connsiteY11" fmla="*/ 1617573 h 1708593"/>
              <a:gd name="connsiteX12" fmla="*/ 813632 w 813632"/>
              <a:gd name="connsiteY12" fmla="*/ 1617881 h 1708593"/>
              <a:gd name="connsiteX13" fmla="*/ 813632 w 813632"/>
              <a:gd name="connsiteY13" fmla="*/ 1640559 h 1708593"/>
              <a:gd name="connsiteX14" fmla="*/ 806433 w 813632"/>
              <a:gd name="connsiteY14" fmla="*/ 1634522 h 1708593"/>
              <a:gd name="connsiteX15" fmla="*/ 764952 w 813632"/>
              <a:gd name="connsiteY15" fmla="*/ 1619443 h 1708593"/>
              <a:gd name="connsiteX16" fmla="*/ 749586 w 813632"/>
              <a:gd name="connsiteY16" fmla="*/ 1618526 h 1708593"/>
              <a:gd name="connsiteX17" fmla="*/ 734638 w 813632"/>
              <a:gd name="connsiteY17" fmla="*/ 1619443 h 1708593"/>
              <a:gd name="connsiteX18" fmla="*/ 662511 w 813632"/>
              <a:gd name="connsiteY18" fmla="*/ 1660945 h 1708593"/>
              <a:gd name="connsiteX19" fmla="*/ 562069 w 813632"/>
              <a:gd name="connsiteY19" fmla="*/ 1708593 h 1708593"/>
              <a:gd name="connsiteX20" fmla="*/ 462743 w 813632"/>
              <a:gd name="connsiteY20" fmla="*/ 1660945 h 1708593"/>
              <a:gd name="connsiteX21" fmla="*/ 375034 w 813632"/>
              <a:gd name="connsiteY21" fmla="*/ 1618526 h 1708593"/>
              <a:gd name="connsiteX22" fmla="*/ 287371 w 813632"/>
              <a:gd name="connsiteY22" fmla="*/ 1660945 h 1708593"/>
              <a:gd name="connsiteX23" fmla="*/ 187517 w 813632"/>
              <a:gd name="connsiteY23" fmla="*/ 1708593 h 1708593"/>
              <a:gd name="connsiteX24" fmla="*/ 87663 w 813632"/>
              <a:gd name="connsiteY24" fmla="*/ 1660945 h 1708593"/>
              <a:gd name="connsiteX25" fmla="*/ 0 w 813632"/>
              <a:gd name="connsiteY25" fmla="*/ 1618526 h 1708593"/>
              <a:gd name="connsiteX26" fmla="*/ 0 w 813632"/>
              <a:gd name="connsiteY26" fmla="*/ 1501097 h 1708593"/>
              <a:gd name="connsiteX27" fmla="*/ 99855 w 813632"/>
              <a:gd name="connsiteY27" fmla="*/ 1548208 h 1708593"/>
              <a:gd name="connsiteX28" fmla="*/ 187517 w 813632"/>
              <a:gd name="connsiteY28" fmla="*/ 1590666 h 1708593"/>
              <a:gd name="connsiteX29" fmla="*/ 275179 w 813632"/>
              <a:gd name="connsiteY29" fmla="*/ 1548208 h 1708593"/>
              <a:gd name="connsiteX30" fmla="*/ 375034 w 813632"/>
              <a:gd name="connsiteY30" fmla="*/ 1501097 h 1708593"/>
              <a:gd name="connsiteX31" fmla="*/ 474941 w 813632"/>
              <a:gd name="connsiteY31" fmla="*/ 1548208 h 1708593"/>
              <a:gd name="connsiteX32" fmla="*/ 562069 w 813632"/>
              <a:gd name="connsiteY32" fmla="*/ 1590666 h 1708593"/>
              <a:gd name="connsiteX33" fmla="*/ 650315 w 813632"/>
              <a:gd name="connsiteY33" fmla="*/ 1548208 h 1708593"/>
              <a:gd name="connsiteX34" fmla="*/ 740506 w 813632"/>
              <a:gd name="connsiteY34" fmla="*/ 1501377 h 1708593"/>
              <a:gd name="connsiteX35" fmla="*/ 749586 w 813632"/>
              <a:gd name="connsiteY35" fmla="*/ 1501097 h 1708593"/>
              <a:gd name="connsiteX36" fmla="*/ 758889 w 813632"/>
              <a:gd name="connsiteY36" fmla="*/ 1501377 h 1708593"/>
              <a:gd name="connsiteX37" fmla="*/ 813261 w 813632"/>
              <a:gd name="connsiteY37" fmla="*/ 1517856 h 1708593"/>
              <a:gd name="connsiteX38" fmla="*/ 813632 w 813632"/>
              <a:gd name="connsiteY38" fmla="*/ 1518161 h 1708593"/>
              <a:gd name="connsiteX39" fmla="*/ 813632 w 813632"/>
              <a:gd name="connsiteY39" fmla="*/ 1540599 h 1708593"/>
              <a:gd name="connsiteX40" fmla="*/ 806433 w 813632"/>
              <a:gd name="connsiteY40" fmla="*/ 1534556 h 1708593"/>
              <a:gd name="connsiteX41" fmla="*/ 764952 w 813632"/>
              <a:gd name="connsiteY41" fmla="*/ 1519464 h 1708593"/>
              <a:gd name="connsiteX42" fmla="*/ 749586 w 813632"/>
              <a:gd name="connsiteY42" fmla="*/ 1518546 h 1708593"/>
              <a:gd name="connsiteX43" fmla="*/ 734638 w 813632"/>
              <a:gd name="connsiteY43" fmla="*/ 1519464 h 1708593"/>
              <a:gd name="connsiteX44" fmla="*/ 662511 w 813632"/>
              <a:gd name="connsiteY44" fmla="*/ 1561004 h 1708593"/>
              <a:gd name="connsiteX45" fmla="*/ 562069 w 813632"/>
              <a:gd name="connsiteY45" fmla="*/ 1608697 h 1708593"/>
              <a:gd name="connsiteX46" fmla="*/ 462743 w 813632"/>
              <a:gd name="connsiteY46" fmla="*/ 1561004 h 1708593"/>
              <a:gd name="connsiteX47" fmla="*/ 375034 w 813632"/>
              <a:gd name="connsiteY47" fmla="*/ 1518546 h 1708593"/>
              <a:gd name="connsiteX48" fmla="*/ 287371 w 813632"/>
              <a:gd name="connsiteY48" fmla="*/ 1561004 h 1708593"/>
              <a:gd name="connsiteX49" fmla="*/ 187517 w 813632"/>
              <a:gd name="connsiteY49" fmla="*/ 1608697 h 1708593"/>
              <a:gd name="connsiteX50" fmla="*/ 87663 w 813632"/>
              <a:gd name="connsiteY50" fmla="*/ 1561004 h 1708593"/>
              <a:gd name="connsiteX51" fmla="*/ 0 w 813632"/>
              <a:gd name="connsiteY51" fmla="*/ 1518546 h 1708593"/>
              <a:gd name="connsiteX52" fmla="*/ 0 w 813632"/>
              <a:gd name="connsiteY52" fmla="*/ 1399997 h 1708593"/>
              <a:gd name="connsiteX53" fmla="*/ 99855 w 813632"/>
              <a:gd name="connsiteY53" fmla="*/ 1447645 h 1708593"/>
              <a:gd name="connsiteX54" fmla="*/ 187517 w 813632"/>
              <a:gd name="connsiteY54" fmla="*/ 1490064 h 1708593"/>
              <a:gd name="connsiteX55" fmla="*/ 275179 w 813632"/>
              <a:gd name="connsiteY55" fmla="*/ 1447645 h 1708593"/>
              <a:gd name="connsiteX56" fmla="*/ 375034 w 813632"/>
              <a:gd name="connsiteY56" fmla="*/ 1399997 h 1708593"/>
              <a:gd name="connsiteX57" fmla="*/ 474941 w 813632"/>
              <a:gd name="connsiteY57" fmla="*/ 1447645 h 1708593"/>
              <a:gd name="connsiteX58" fmla="*/ 562069 w 813632"/>
              <a:gd name="connsiteY58" fmla="*/ 1490064 h 1708593"/>
              <a:gd name="connsiteX59" fmla="*/ 650315 w 813632"/>
              <a:gd name="connsiteY59" fmla="*/ 1447645 h 1708593"/>
              <a:gd name="connsiteX60" fmla="*/ 740506 w 813632"/>
              <a:gd name="connsiteY60" fmla="*/ 1400283 h 1708593"/>
              <a:gd name="connsiteX61" fmla="*/ 749586 w 813632"/>
              <a:gd name="connsiteY61" fmla="*/ 1399997 h 1708593"/>
              <a:gd name="connsiteX62" fmla="*/ 758889 w 813632"/>
              <a:gd name="connsiteY62" fmla="*/ 1400283 h 1708593"/>
              <a:gd name="connsiteX63" fmla="*/ 813261 w 813632"/>
              <a:gd name="connsiteY63" fmla="*/ 1417058 h 1708593"/>
              <a:gd name="connsiteX64" fmla="*/ 813632 w 813632"/>
              <a:gd name="connsiteY64" fmla="*/ 1417365 h 1708593"/>
              <a:gd name="connsiteX65" fmla="*/ 813632 w 813632"/>
              <a:gd name="connsiteY65" fmla="*/ 1440043 h 1708593"/>
              <a:gd name="connsiteX66" fmla="*/ 806433 w 813632"/>
              <a:gd name="connsiteY66" fmla="*/ 1434006 h 1708593"/>
              <a:gd name="connsiteX67" fmla="*/ 764952 w 813632"/>
              <a:gd name="connsiteY67" fmla="*/ 1418928 h 1708593"/>
              <a:gd name="connsiteX68" fmla="*/ 749586 w 813632"/>
              <a:gd name="connsiteY68" fmla="*/ 1418010 h 1708593"/>
              <a:gd name="connsiteX69" fmla="*/ 734638 w 813632"/>
              <a:gd name="connsiteY69" fmla="*/ 1418928 h 1708593"/>
              <a:gd name="connsiteX70" fmla="*/ 662511 w 813632"/>
              <a:gd name="connsiteY70" fmla="*/ 1460429 h 1708593"/>
              <a:gd name="connsiteX71" fmla="*/ 562069 w 813632"/>
              <a:gd name="connsiteY71" fmla="*/ 1508078 h 1708593"/>
              <a:gd name="connsiteX72" fmla="*/ 462743 w 813632"/>
              <a:gd name="connsiteY72" fmla="*/ 1460429 h 1708593"/>
              <a:gd name="connsiteX73" fmla="*/ 375034 w 813632"/>
              <a:gd name="connsiteY73" fmla="*/ 1418010 h 1708593"/>
              <a:gd name="connsiteX74" fmla="*/ 287371 w 813632"/>
              <a:gd name="connsiteY74" fmla="*/ 1460429 h 1708593"/>
              <a:gd name="connsiteX75" fmla="*/ 187517 w 813632"/>
              <a:gd name="connsiteY75" fmla="*/ 1508078 h 1708593"/>
              <a:gd name="connsiteX76" fmla="*/ 87663 w 813632"/>
              <a:gd name="connsiteY76" fmla="*/ 1460429 h 1708593"/>
              <a:gd name="connsiteX77" fmla="*/ 0 w 813632"/>
              <a:gd name="connsiteY77" fmla="*/ 1418010 h 1708593"/>
              <a:gd name="connsiteX78" fmla="*/ 0 w 813632"/>
              <a:gd name="connsiteY78" fmla="*/ 1300582 h 1708593"/>
              <a:gd name="connsiteX79" fmla="*/ 99855 w 813632"/>
              <a:gd name="connsiteY79" fmla="*/ 1347693 h 1708593"/>
              <a:gd name="connsiteX80" fmla="*/ 187517 w 813632"/>
              <a:gd name="connsiteY80" fmla="*/ 1390151 h 1708593"/>
              <a:gd name="connsiteX81" fmla="*/ 275179 w 813632"/>
              <a:gd name="connsiteY81" fmla="*/ 1347693 h 1708593"/>
              <a:gd name="connsiteX82" fmla="*/ 375034 w 813632"/>
              <a:gd name="connsiteY82" fmla="*/ 1300582 h 1708593"/>
              <a:gd name="connsiteX83" fmla="*/ 474941 w 813632"/>
              <a:gd name="connsiteY83" fmla="*/ 1347693 h 1708593"/>
              <a:gd name="connsiteX84" fmla="*/ 562069 w 813632"/>
              <a:gd name="connsiteY84" fmla="*/ 1390151 h 1708593"/>
              <a:gd name="connsiteX85" fmla="*/ 650315 w 813632"/>
              <a:gd name="connsiteY85" fmla="*/ 1347693 h 1708593"/>
              <a:gd name="connsiteX86" fmla="*/ 740506 w 813632"/>
              <a:gd name="connsiteY86" fmla="*/ 1300868 h 1708593"/>
              <a:gd name="connsiteX87" fmla="*/ 749586 w 813632"/>
              <a:gd name="connsiteY87" fmla="*/ 1300582 h 1708593"/>
              <a:gd name="connsiteX88" fmla="*/ 758889 w 813632"/>
              <a:gd name="connsiteY88" fmla="*/ 1300868 h 1708593"/>
              <a:gd name="connsiteX89" fmla="*/ 813261 w 813632"/>
              <a:gd name="connsiteY89" fmla="*/ 1317571 h 1708593"/>
              <a:gd name="connsiteX90" fmla="*/ 813632 w 813632"/>
              <a:gd name="connsiteY90" fmla="*/ 1317874 h 1708593"/>
              <a:gd name="connsiteX91" fmla="*/ 813632 w 813632"/>
              <a:gd name="connsiteY91" fmla="*/ 1340479 h 1708593"/>
              <a:gd name="connsiteX92" fmla="*/ 806433 w 813632"/>
              <a:gd name="connsiteY92" fmla="*/ 1334381 h 1708593"/>
              <a:gd name="connsiteX93" fmla="*/ 764952 w 813632"/>
              <a:gd name="connsiteY93" fmla="*/ 1319506 h 1708593"/>
              <a:gd name="connsiteX94" fmla="*/ 749586 w 813632"/>
              <a:gd name="connsiteY94" fmla="*/ 1318612 h 1708593"/>
              <a:gd name="connsiteX95" fmla="*/ 734638 w 813632"/>
              <a:gd name="connsiteY95" fmla="*/ 1319506 h 1708593"/>
              <a:gd name="connsiteX96" fmla="*/ 662511 w 813632"/>
              <a:gd name="connsiteY96" fmla="*/ 1361070 h 1708593"/>
              <a:gd name="connsiteX97" fmla="*/ 562069 w 813632"/>
              <a:gd name="connsiteY97" fmla="*/ 1408181 h 1708593"/>
              <a:gd name="connsiteX98" fmla="*/ 462743 w 813632"/>
              <a:gd name="connsiteY98" fmla="*/ 1361070 h 1708593"/>
              <a:gd name="connsiteX99" fmla="*/ 375034 w 813632"/>
              <a:gd name="connsiteY99" fmla="*/ 1318612 h 1708593"/>
              <a:gd name="connsiteX100" fmla="*/ 287371 w 813632"/>
              <a:gd name="connsiteY100" fmla="*/ 1361070 h 1708593"/>
              <a:gd name="connsiteX101" fmla="*/ 187517 w 813632"/>
              <a:gd name="connsiteY101" fmla="*/ 1408181 h 1708593"/>
              <a:gd name="connsiteX102" fmla="*/ 87663 w 813632"/>
              <a:gd name="connsiteY102" fmla="*/ 1361070 h 1708593"/>
              <a:gd name="connsiteX103" fmla="*/ 0 w 813632"/>
              <a:gd name="connsiteY103" fmla="*/ 1318612 h 1708593"/>
              <a:gd name="connsiteX104" fmla="*/ 0 w 813632"/>
              <a:gd name="connsiteY104" fmla="*/ 1200685 h 1708593"/>
              <a:gd name="connsiteX105" fmla="*/ 99855 w 813632"/>
              <a:gd name="connsiteY105" fmla="*/ 1248334 h 1708593"/>
              <a:gd name="connsiteX106" fmla="*/ 187517 w 813632"/>
              <a:gd name="connsiteY106" fmla="*/ 1290753 h 1708593"/>
              <a:gd name="connsiteX107" fmla="*/ 275179 w 813632"/>
              <a:gd name="connsiteY107" fmla="*/ 1248334 h 1708593"/>
              <a:gd name="connsiteX108" fmla="*/ 375034 w 813632"/>
              <a:gd name="connsiteY108" fmla="*/ 1200685 h 1708593"/>
              <a:gd name="connsiteX109" fmla="*/ 474941 w 813632"/>
              <a:gd name="connsiteY109" fmla="*/ 1248334 h 1708593"/>
              <a:gd name="connsiteX110" fmla="*/ 562069 w 813632"/>
              <a:gd name="connsiteY110" fmla="*/ 1290753 h 1708593"/>
              <a:gd name="connsiteX111" fmla="*/ 650315 w 813632"/>
              <a:gd name="connsiteY111" fmla="*/ 1248334 h 1708593"/>
              <a:gd name="connsiteX112" fmla="*/ 740506 w 813632"/>
              <a:gd name="connsiteY112" fmla="*/ 1200971 h 1708593"/>
              <a:gd name="connsiteX113" fmla="*/ 749586 w 813632"/>
              <a:gd name="connsiteY113" fmla="*/ 1200685 h 1708593"/>
              <a:gd name="connsiteX114" fmla="*/ 758889 w 813632"/>
              <a:gd name="connsiteY114" fmla="*/ 1200971 h 1708593"/>
              <a:gd name="connsiteX115" fmla="*/ 813261 w 813632"/>
              <a:gd name="connsiteY115" fmla="*/ 1217746 h 1708593"/>
              <a:gd name="connsiteX116" fmla="*/ 813632 w 813632"/>
              <a:gd name="connsiteY116" fmla="*/ 1218053 h 1708593"/>
              <a:gd name="connsiteX117" fmla="*/ 813632 w 813632"/>
              <a:gd name="connsiteY117" fmla="*/ 1240731 h 1708593"/>
              <a:gd name="connsiteX118" fmla="*/ 806433 w 813632"/>
              <a:gd name="connsiteY118" fmla="*/ 1234694 h 1708593"/>
              <a:gd name="connsiteX119" fmla="*/ 764952 w 813632"/>
              <a:gd name="connsiteY119" fmla="*/ 1219616 h 1708593"/>
              <a:gd name="connsiteX120" fmla="*/ 749586 w 813632"/>
              <a:gd name="connsiteY120" fmla="*/ 1218699 h 1708593"/>
              <a:gd name="connsiteX121" fmla="*/ 734638 w 813632"/>
              <a:gd name="connsiteY121" fmla="*/ 1219616 h 1708593"/>
              <a:gd name="connsiteX122" fmla="*/ 662511 w 813632"/>
              <a:gd name="connsiteY122" fmla="*/ 1261118 h 1708593"/>
              <a:gd name="connsiteX123" fmla="*/ 562069 w 813632"/>
              <a:gd name="connsiteY123" fmla="*/ 1308766 h 1708593"/>
              <a:gd name="connsiteX124" fmla="*/ 462743 w 813632"/>
              <a:gd name="connsiteY124" fmla="*/ 1261118 h 1708593"/>
              <a:gd name="connsiteX125" fmla="*/ 375034 w 813632"/>
              <a:gd name="connsiteY125" fmla="*/ 1218699 h 1708593"/>
              <a:gd name="connsiteX126" fmla="*/ 287371 w 813632"/>
              <a:gd name="connsiteY126" fmla="*/ 1261118 h 1708593"/>
              <a:gd name="connsiteX127" fmla="*/ 187517 w 813632"/>
              <a:gd name="connsiteY127" fmla="*/ 1308766 h 1708593"/>
              <a:gd name="connsiteX128" fmla="*/ 87663 w 813632"/>
              <a:gd name="connsiteY128" fmla="*/ 1261118 h 1708593"/>
              <a:gd name="connsiteX129" fmla="*/ 0 w 813632"/>
              <a:gd name="connsiteY129" fmla="*/ 1218699 h 1708593"/>
              <a:gd name="connsiteX130" fmla="*/ 0 w 813632"/>
              <a:gd name="connsiteY130" fmla="*/ 1100066 h 1708593"/>
              <a:gd name="connsiteX131" fmla="*/ 99855 w 813632"/>
              <a:gd name="connsiteY131" fmla="*/ 1147715 h 1708593"/>
              <a:gd name="connsiteX132" fmla="*/ 187517 w 813632"/>
              <a:gd name="connsiteY132" fmla="*/ 1190134 h 1708593"/>
              <a:gd name="connsiteX133" fmla="*/ 275179 w 813632"/>
              <a:gd name="connsiteY133" fmla="*/ 1147715 h 1708593"/>
              <a:gd name="connsiteX134" fmla="*/ 375034 w 813632"/>
              <a:gd name="connsiteY134" fmla="*/ 1100066 h 1708593"/>
              <a:gd name="connsiteX135" fmla="*/ 474941 w 813632"/>
              <a:gd name="connsiteY135" fmla="*/ 1147715 h 1708593"/>
              <a:gd name="connsiteX136" fmla="*/ 562069 w 813632"/>
              <a:gd name="connsiteY136" fmla="*/ 1190134 h 1708593"/>
              <a:gd name="connsiteX137" fmla="*/ 650315 w 813632"/>
              <a:gd name="connsiteY137" fmla="*/ 1147715 h 1708593"/>
              <a:gd name="connsiteX138" fmla="*/ 740506 w 813632"/>
              <a:gd name="connsiteY138" fmla="*/ 1100352 h 1708593"/>
              <a:gd name="connsiteX139" fmla="*/ 749586 w 813632"/>
              <a:gd name="connsiteY139" fmla="*/ 1100066 h 1708593"/>
              <a:gd name="connsiteX140" fmla="*/ 758889 w 813632"/>
              <a:gd name="connsiteY140" fmla="*/ 1100352 h 1708593"/>
              <a:gd name="connsiteX141" fmla="*/ 813261 w 813632"/>
              <a:gd name="connsiteY141" fmla="*/ 1117127 h 1708593"/>
              <a:gd name="connsiteX142" fmla="*/ 813632 w 813632"/>
              <a:gd name="connsiteY142" fmla="*/ 1117435 h 1708593"/>
              <a:gd name="connsiteX143" fmla="*/ 813632 w 813632"/>
              <a:gd name="connsiteY143" fmla="*/ 1140112 h 1708593"/>
              <a:gd name="connsiteX144" fmla="*/ 806433 w 813632"/>
              <a:gd name="connsiteY144" fmla="*/ 1134075 h 1708593"/>
              <a:gd name="connsiteX145" fmla="*/ 764952 w 813632"/>
              <a:gd name="connsiteY145" fmla="*/ 1118997 h 1708593"/>
              <a:gd name="connsiteX146" fmla="*/ 749586 w 813632"/>
              <a:gd name="connsiteY146" fmla="*/ 1118080 h 1708593"/>
              <a:gd name="connsiteX147" fmla="*/ 734638 w 813632"/>
              <a:gd name="connsiteY147" fmla="*/ 1118997 h 1708593"/>
              <a:gd name="connsiteX148" fmla="*/ 662511 w 813632"/>
              <a:gd name="connsiteY148" fmla="*/ 1160499 h 1708593"/>
              <a:gd name="connsiteX149" fmla="*/ 562069 w 813632"/>
              <a:gd name="connsiteY149" fmla="*/ 1208147 h 1708593"/>
              <a:gd name="connsiteX150" fmla="*/ 462743 w 813632"/>
              <a:gd name="connsiteY150" fmla="*/ 1160499 h 1708593"/>
              <a:gd name="connsiteX151" fmla="*/ 375034 w 813632"/>
              <a:gd name="connsiteY151" fmla="*/ 1118080 h 1708593"/>
              <a:gd name="connsiteX152" fmla="*/ 287371 w 813632"/>
              <a:gd name="connsiteY152" fmla="*/ 1160499 h 1708593"/>
              <a:gd name="connsiteX153" fmla="*/ 187517 w 813632"/>
              <a:gd name="connsiteY153" fmla="*/ 1208147 h 1708593"/>
              <a:gd name="connsiteX154" fmla="*/ 87663 w 813632"/>
              <a:gd name="connsiteY154" fmla="*/ 1160499 h 1708593"/>
              <a:gd name="connsiteX155" fmla="*/ 0 w 813632"/>
              <a:gd name="connsiteY155" fmla="*/ 1118080 h 1708593"/>
              <a:gd name="connsiteX156" fmla="*/ 0 w 813632"/>
              <a:gd name="connsiteY156" fmla="*/ 1000651 h 1708593"/>
              <a:gd name="connsiteX157" fmla="*/ 99855 w 813632"/>
              <a:gd name="connsiteY157" fmla="*/ 1047762 h 1708593"/>
              <a:gd name="connsiteX158" fmla="*/ 187517 w 813632"/>
              <a:gd name="connsiteY158" fmla="*/ 1090220 h 1708593"/>
              <a:gd name="connsiteX159" fmla="*/ 275179 w 813632"/>
              <a:gd name="connsiteY159" fmla="*/ 1047762 h 1708593"/>
              <a:gd name="connsiteX160" fmla="*/ 375034 w 813632"/>
              <a:gd name="connsiteY160" fmla="*/ 1000651 h 1708593"/>
              <a:gd name="connsiteX161" fmla="*/ 474941 w 813632"/>
              <a:gd name="connsiteY161" fmla="*/ 1047762 h 1708593"/>
              <a:gd name="connsiteX162" fmla="*/ 562069 w 813632"/>
              <a:gd name="connsiteY162" fmla="*/ 1090220 h 1708593"/>
              <a:gd name="connsiteX163" fmla="*/ 650315 w 813632"/>
              <a:gd name="connsiteY163" fmla="*/ 1047762 h 1708593"/>
              <a:gd name="connsiteX164" fmla="*/ 740506 w 813632"/>
              <a:gd name="connsiteY164" fmla="*/ 1000937 h 1708593"/>
              <a:gd name="connsiteX165" fmla="*/ 749586 w 813632"/>
              <a:gd name="connsiteY165" fmla="*/ 1000651 h 1708593"/>
              <a:gd name="connsiteX166" fmla="*/ 758889 w 813632"/>
              <a:gd name="connsiteY166" fmla="*/ 1000931 h 1708593"/>
              <a:gd name="connsiteX167" fmla="*/ 813261 w 813632"/>
              <a:gd name="connsiteY167" fmla="*/ 1017410 h 1708593"/>
              <a:gd name="connsiteX168" fmla="*/ 813632 w 813632"/>
              <a:gd name="connsiteY168" fmla="*/ 1017715 h 1708593"/>
              <a:gd name="connsiteX169" fmla="*/ 813632 w 813632"/>
              <a:gd name="connsiteY169" fmla="*/ 1040548 h 1708593"/>
              <a:gd name="connsiteX170" fmla="*/ 806433 w 813632"/>
              <a:gd name="connsiteY170" fmla="*/ 1034450 h 1708593"/>
              <a:gd name="connsiteX171" fmla="*/ 764952 w 813632"/>
              <a:gd name="connsiteY171" fmla="*/ 1019575 h 1708593"/>
              <a:gd name="connsiteX172" fmla="*/ 749586 w 813632"/>
              <a:gd name="connsiteY172" fmla="*/ 1018681 h 1708593"/>
              <a:gd name="connsiteX173" fmla="*/ 734638 w 813632"/>
              <a:gd name="connsiteY173" fmla="*/ 1019575 h 1708593"/>
              <a:gd name="connsiteX174" fmla="*/ 662511 w 813632"/>
              <a:gd name="connsiteY174" fmla="*/ 1061140 h 1708593"/>
              <a:gd name="connsiteX175" fmla="*/ 562069 w 813632"/>
              <a:gd name="connsiteY175" fmla="*/ 1108251 h 1708593"/>
              <a:gd name="connsiteX176" fmla="*/ 462743 w 813632"/>
              <a:gd name="connsiteY176" fmla="*/ 1061140 h 1708593"/>
              <a:gd name="connsiteX177" fmla="*/ 375034 w 813632"/>
              <a:gd name="connsiteY177" fmla="*/ 1018681 h 1708593"/>
              <a:gd name="connsiteX178" fmla="*/ 287371 w 813632"/>
              <a:gd name="connsiteY178" fmla="*/ 1061140 h 1708593"/>
              <a:gd name="connsiteX179" fmla="*/ 187517 w 813632"/>
              <a:gd name="connsiteY179" fmla="*/ 1108251 h 1708593"/>
              <a:gd name="connsiteX180" fmla="*/ 87663 w 813632"/>
              <a:gd name="connsiteY180" fmla="*/ 1061140 h 1708593"/>
              <a:gd name="connsiteX181" fmla="*/ 0 w 813632"/>
              <a:gd name="connsiteY181" fmla="*/ 1018681 h 1708593"/>
              <a:gd name="connsiteX182" fmla="*/ 0 w 813632"/>
              <a:gd name="connsiteY182" fmla="*/ 900273 h 1708593"/>
              <a:gd name="connsiteX183" fmla="*/ 99855 w 813632"/>
              <a:gd name="connsiteY183" fmla="*/ 947279 h 1708593"/>
              <a:gd name="connsiteX184" fmla="*/ 187517 w 813632"/>
              <a:gd name="connsiteY184" fmla="*/ 989642 h 1708593"/>
              <a:gd name="connsiteX185" fmla="*/ 275179 w 813632"/>
              <a:gd name="connsiteY185" fmla="*/ 947279 h 1708593"/>
              <a:gd name="connsiteX186" fmla="*/ 375034 w 813632"/>
              <a:gd name="connsiteY186" fmla="*/ 900273 h 1708593"/>
              <a:gd name="connsiteX187" fmla="*/ 474941 w 813632"/>
              <a:gd name="connsiteY187" fmla="*/ 947279 h 1708593"/>
              <a:gd name="connsiteX188" fmla="*/ 562069 w 813632"/>
              <a:gd name="connsiteY188" fmla="*/ 989642 h 1708593"/>
              <a:gd name="connsiteX189" fmla="*/ 650315 w 813632"/>
              <a:gd name="connsiteY189" fmla="*/ 947279 h 1708593"/>
              <a:gd name="connsiteX190" fmla="*/ 740506 w 813632"/>
              <a:gd name="connsiteY190" fmla="*/ 900552 h 1708593"/>
              <a:gd name="connsiteX191" fmla="*/ 749586 w 813632"/>
              <a:gd name="connsiteY191" fmla="*/ 900273 h 1708593"/>
              <a:gd name="connsiteX192" fmla="*/ 758889 w 813632"/>
              <a:gd name="connsiteY192" fmla="*/ 900552 h 1708593"/>
              <a:gd name="connsiteX193" fmla="*/ 813261 w 813632"/>
              <a:gd name="connsiteY193" fmla="*/ 916994 h 1708593"/>
              <a:gd name="connsiteX194" fmla="*/ 813632 w 813632"/>
              <a:gd name="connsiteY194" fmla="*/ 917299 h 1708593"/>
              <a:gd name="connsiteX195" fmla="*/ 813632 w 813632"/>
              <a:gd name="connsiteY195" fmla="*/ 940081 h 1708593"/>
              <a:gd name="connsiteX196" fmla="*/ 806433 w 813632"/>
              <a:gd name="connsiteY196" fmla="*/ 933997 h 1708593"/>
              <a:gd name="connsiteX197" fmla="*/ 764952 w 813632"/>
              <a:gd name="connsiteY197" fmla="*/ 919155 h 1708593"/>
              <a:gd name="connsiteX198" fmla="*/ 749586 w 813632"/>
              <a:gd name="connsiteY198" fmla="*/ 918263 h 1708593"/>
              <a:gd name="connsiteX199" fmla="*/ 734638 w 813632"/>
              <a:gd name="connsiteY199" fmla="*/ 919155 h 1708593"/>
              <a:gd name="connsiteX200" fmla="*/ 662511 w 813632"/>
              <a:gd name="connsiteY200" fmla="*/ 960626 h 1708593"/>
              <a:gd name="connsiteX201" fmla="*/ 562069 w 813632"/>
              <a:gd name="connsiteY201" fmla="*/ 1007632 h 1708593"/>
              <a:gd name="connsiteX202" fmla="*/ 462743 w 813632"/>
              <a:gd name="connsiteY202" fmla="*/ 960626 h 1708593"/>
              <a:gd name="connsiteX203" fmla="*/ 375034 w 813632"/>
              <a:gd name="connsiteY203" fmla="*/ 918263 h 1708593"/>
              <a:gd name="connsiteX204" fmla="*/ 287371 w 813632"/>
              <a:gd name="connsiteY204" fmla="*/ 960626 h 1708593"/>
              <a:gd name="connsiteX205" fmla="*/ 187517 w 813632"/>
              <a:gd name="connsiteY205" fmla="*/ 1007632 h 1708593"/>
              <a:gd name="connsiteX206" fmla="*/ 87663 w 813632"/>
              <a:gd name="connsiteY206" fmla="*/ 960626 h 1708593"/>
              <a:gd name="connsiteX207" fmla="*/ 0 w 813632"/>
              <a:gd name="connsiteY207" fmla="*/ 918263 h 1708593"/>
              <a:gd name="connsiteX208" fmla="*/ 0 w 813632"/>
              <a:gd name="connsiteY208" fmla="*/ 800136 h 1708593"/>
              <a:gd name="connsiteX209" fmla="*/ 99855 w 813632"/>
              <a:gd name="connsiteY209" fmla="*/ 847784 h 1708593"/>
              <a:gd name="connsiteX210" fmla="*/ 187517 w 813632"/>
              <a:gd name="connsiteY210" fmla="*/ 890203 h 1708593"/>
              <a:gd name="connsiteX211" fmla="*/ 275179 w 813632"/>
              <a:gd name="connsiteY211" fmla="*/ 847784 h 1708593"/>
              <a:gd name="connsiteX212" fmla="*/ 375034 w 813632"/>
              <a:gd name="connsiteY212" fmla="*/ 800136 h 1708593"/>
              <a:gd name="connsiteX213" fmla="*/ 474941 w 813632"/>
              <a:gd name="connsiteY213" fmla="*/ 847784 h 1708593"/>
              <a:gd name="connsiteX214" fmla="*/ 562069 w 813632"/>
              <a:gd name="connsiteY214" fmla="*/ 890203 h 1708593"/>
              <a:gd name="connsiteX215" fmla="*/ 650315 w 813632"/>
              <a:gd name="connsiteY215" fmla="*/ 847784 h 1708593"/>
              <a:gd name="connsiteX216" fmla="*/ 740506 w 813632"/>
              <a:gd name="connsiteY216" fmla="*/ 800422 h 1708593"/>
              <a:gd name="connsiteX217" fmla="*/ 749586 w 813632"/>
              <a:gd name="connsiteY217" fmla="*/ 800136 h 1708593"/>
              <a:gd name="connsiteX218" fmla="*/ 758889 w 813632"/>
              <a:gd name="connsiteY218" fmla="*/ 800422 h 1708593"/>
              <a:gd name="connsiteX219" fmla="*/ 813261 w 813632"/>
              <a:gd name="connsiteY219" fmla="*/ 817197 h 1708593"/>
              <a:gd name="connsiteX220" fmla="*/ 813632 w 813632"/>
              <a:gd name="connsiteY220" fmla="*/ 817504 h 1708593"/>
              <a:gd name="connsiteX221" fmla="*/ 813632 w 813632"/>
              <a:gd name="connsiteY221" fmla="*/ 840182 h 1708593"/>
              <a:gd name="connsiteX222" fmla="*/ 806433 w 813632"/>
              <a:gd name="connsiteY222" fmla="*/ 834145 h 1708593"/>
              <a:gd name="connsiteX223" fmla="*/ 764952 w 813632"/>
              <a:gd name="connsiteY223" fmla="*/ 819066 h 1708593"/>
              <a:gd name="connsiteX224" fmla="*/ 749586 w 813632"/>
              <a:gd name="connsiteY224" fmla="*/ 818149 h 1708593"/>
              <a:gd name="connsiteX225" fmla="*/ 734638 w 813632"/>
              <a:gd name="connsiteY225" fmla="*/ 819066 h 1708593"/>
              <a:gd name="connsiteX226" fmla="*/ 662511 w 813632"/>
              <a:gd name="connsiteY226" fmla="*/ 860568 h 1708593"/>
              <a:gd name="connsiteX227" fmla="*/ 562069 w 813632"/>
              <a:gd name="connsiteY227" fmla="*/ 908217 h 1708593"/>
              <a:gd name="connsiteX228" fmla="*/ 462743 w 813632"/>
              <a:gd name="connsiteY228" fmla="*/ 860568 h 1708593"/>
              <a:gd name="connsiteX229" fmla="*/ 375034 w 813632"/>
              <a:gd name="connsiteY229" fmla="*/ 818149 h 1708593"/>
              <a:gd name="connsiteX230" fmla="*/ 287371 w 813632"/>
              <a:gd name="connsiteY230" fmla="*/ 860568 h 1708593"/>
              <a:gd name="connsiteX231" fmla="*/ 187517 w 813632"/>
              <a:gd name="connsiteY231" fmla="*/ 908217 h 1708593"/>
              <a:gd name="connsiteX232" fmla="*/ 87663 w 813632"/>
              <a:gd name="connsiteY232" fmla="*/ 860568 h 1708593"/>
              <a:gd name="connsiteX233" fmla="*/ 0 w 813632"/>
              <a:gd name="connsiteY233" fmla="*/ 818149 h 1708593"/>
              <a:gd name="connsiteX234" fmla="*/ 0 w 813632"/>
              <a:gd name="connsiteY234" fmla="*/ 700961 h 1708593"/>
              <a:gd name="connsiteX235" fmla="*/ 99855 w 813632"/>
              <a:gd name="connsiteY235" fmla="*/ 747967 h 1708593"/>
              <a:gd name="connsiteX236" fmla="*/ 187517 w 813632"/>
              <a:gd name="connsiteY236" fmla="*/ 790330 h 1708593"/>
              <a:gd name="connsiteX237" fmla="*/ 275179 w 813632"/>
              <a:gd name="connsiteY237" fmla="*/ 747967 h 1708593"/>
              <a:gd name="connsiteX238" fmla="*/ 375034 w 813632"/>
              <a:gd name="connsiteY238" fmla="*/ 700961 h 1708593"/>
              <a:gd name="connsiteX239" fmla="*/ 474941 w 813632"/>
              <a:gd name="connsiteY239" fmla="*/ 747967 h 1708593"/>
              <a:gd name="connsiteX240" fmla="*/ 562069 w 813632"/>
              <a:gd name="connsiteY240" fmla="*/ 790330 h 1708593"/>
              <a:gd name="connsiteX241" fmla="*/ 650315 w 813632"/>
              <a:gd name="connsiteY241" fmla="*/ 747967 h 1708593"/>
              <a:gd name="connsiteX242" fmla="*/ 740506 w 813632"/>
              <a:gd name="connsiteY242" fmla="*/ 701241 h 1708593"/>
              <a:gd name="connsiteX243" fmla="*/ 749586 w 813632"/>
              <a:gd name="connsiteY243" fmla="*/ 700961 h 1708593"/>
              <a:gd name="connsiteX244" fmla="*/ 758889 w 813632"/>
              <a:gd name="connsiteY244" fmla="*/ 701241 h 1708593"/>
              <a:gd name="connsiteX245" fmla="*/ 813261 w 813632"/>
              <a:gd name="connsiteY245" fmla="*/ 717682 h 1708593"/>
              <a:gd name="connsiteX246" fmla="*/ 813632 w 813632"/>
              <a:gd name="connsiteY246" fmla="*/ 717987 h 1708593"/>
              <a:gd name="connsiteX247" fmla="*/ 813632 w 813632"/>
              <a:gd name="connsiteY247" fmla="*/ 740769 h 1708593"/>
              <a:gd name="connsiteX248" fmla="*/ 806433 w 813632"/>
              <a:gd name="connsiteY248" fmla="*/ 734685 h 1708593"/>
              <a:gd name="connsiteX249" fmla="*/ 764952 w 813632"/>
              <a:gd name="connsiteY249" fmla="*/ 719843 h 1708593"/>
              <a:gd name="connsiteX250" fmla="*/ 749586 w 813632"/>
              <a:gd name="connsiteY250" fmla="*/ 718951 h 1708593"/>
              <a:gd name="connsiteX251" fmla="*/ 734638 w 813632"/>
              <a:gd name="connsiteY251" fmla="*/ 719843 h 1708593"/>
              <a:gd name="connsiteX252" fmla="*/ 662511 w 813632"/>
              <a:gd name="connsiteY252" fmla="*/ 761314 h 1708593"/>
              <a:gd name="connsiteX253" fmla="*/ 562069 w 813632"/>
              <a:gd name="connsiteY253" fmla="*/ 808320 h 1708593"/>
              <a:gd name="connsiteX254" fmla="*/ 462743 w 813632"/>
              <a:gd name="connsiteY254" fmla="*/ 761314 h 1708593"/>
              <a:gd name="connsiteX255" fmla="*/ 375034 w 813632"/>
              <a:gd name="connsiteY255" fmla="*/ 718951 h 1708593"/>
              <a:gd name="connsiteX256" fmla="*/ 287371 w 813632"/>
              <a:gd name="connsiteY256" fmla="*/ 761314 h 1708593"/>
              <a:gd name="connsiteX257" fmla="*/ 187517 w 813632"/>
              <a:gd name="connsiteY257" fmla="*/ 808320 h 1708593"/>
              <a:gd name="connsiteX258" fmla="*/ 87663 w 813632"/>
              <a:gd name="connsiteY258" fmla="*/ 761314 h 1708593"/>
              <a:gd name="connsiteX259" fmla="*/ 0 w 813632"/>
              <a:gd name="connsiteY259" fmla="*/ 718951 h 1708593"/>
              <a:gd name="connsiteX260" fmla="*/ 0 w 813632"/>
              <a:gd name="connsiteY260" fmla="*/ 600343 h 1708593"/>
              <a:gd name="connsiteX261" fmla="*/ 99855 w 813632"/>
              <a:gd name="connsiteY261" fmla="*/ 647348 h 1708593"/>
              <a:gd name="connsiteX262" fmla="*/ 187517 w 813632"/>
              <a:gd name="connsiteY262" fmla="*/ 689712 h 1708593"/>
              <a:gd name="connsiteX263" fmla="*/ 275179 w 813632"/>
              <a:gd name="connsiteY263" fmla="*/ 647348 h 1708593"/>
              <a:gd name="connsiteX264" fmla="*/ 375034 w 813632"/>
              <a:gd name="connsiteY264" fmla="*/ 600343 h 1708593"/>
              <a:gd name="connsiteX265" fmla="*/ 474941 w 813632"/>
              <a:gd name="connsiteY265" fmla="*/ 647348 h 1708593"/>
              <a:gd name="connsiteX266" fmla="*/ 562069 w 813632"/>
              <a:gd name="connsiteY266" fmla="*/ 689712 h 1708593"/>
              <a:gd name="connsiteX267" fmla="*/ 650315 w 813632"/>
              <a:gd name="connsiteY267" fmla="*/ 647348 h 1708593"/>
              <a:gd name="connsiteX268" fmla="*/ 740506 w 813632"/>
              <a:gd name="connsiteY268" fmla="*/ 600622 h 1708593"/>
              <a:gd name="connsiteX269" fmla="*/ 749586 w 813632"/>
              <a:gd name="connsiteY269" fmla="*/ 600343 h 1708593"/>
              <a:gd name="connsiteX270" fmla="*/ 758889 w 813632"/>
              <a:gd name="connsiteY270" fmla="*/ 600622 h 1708593"/>
              <a:gd name="connsiteX271" fmla="*/ 813261 w 813632"/>
              <a:gd name="connsiteY271" fmla="*/ 617064 h 1708593"/>
              <a:gd name="connsiteX272" fmla="*/ 813632 w 813632"/>
              <a:gd name="connsiteY272" fmla="*/ 617368 h 1708593"/>
              <a:gd name="connsiteX273" fmla="*/ 813632 w 813632"/>
              <a:gd name="connsiteY273" fmla="*/ 639756 h 1708593"/>
              <a:gd name="connsiteX274" fmla="*/ 806433 w 813632"/>
              <a:gd name="connsiteY274" fmla="*/ 633727 h 1708593"/>
              <a:gd name="connsiteX275" fmla="*/ 764952 w 813632"/>
              <a:gd name="connsiteY275" fmla="*/ 618668 h 1708593"/>
              <a:gd name="connsiteX276" fmla="*/ 749586 w 813632"/>
              <a:gd name="connsiteY276" fmla="*/ 617752 h 1708593"/>
              <a:gd name="connsiteX277" fmla="*/ 734638 w 813632"/>
              <a:gd name="connsiteY277" fmla="*/ 618668 h 1708593"/>
              <a:gd name="connsiteX278" fmla="*/ 662511 w 813632"/>
              <a:gd name="connsiteY278" fmla="*/ 660115 h 1708593"/>
              <a:gd name="connsiteX279" fmla="*/ 562069 w 813632"/>
              <a:gd name="connsiteY279" fmla="*/ 707701 h 1708593"/>
              <a:gd name="connsiteX280" fmla="*/ 462743 w 813632"/>
              <a:gd name="connsiteY280" fmla="*/ 660115 h 1708593"/>
              <a:gd name="connsiteX281" fmla="*/ 375034 w 813632"/>
              <a:gd name="connsiteY281" fmla="*/ 617752 h 1708593"/>
              <a:gd name="connsiteX282" fmla="*/ 287371 w 813632"/>
              <a:gd name="connsiteY282" fmla="*/ 660115 h 1708593"/>
              <a:gd name="connsiteX283" fmla="*/ 187517 w 813632"/>
              <a:gd name="connsiteY283" fmla="*/ 707701 h 1708593"/>
              <a:gd name="connsiteX284" fmla="*/ 87663 w 813632"/>
              <a:gd name="connsiteY284" fmla="*/ 660115 h 1708593"/>
              <a:gd name="connsiteX285" fmla="*/ 0 w 813632"/>
              <a:gd name="connsiteY285" fmla="*/ 617752 h 1708593"/>
              <a:gd name="connsiteX286" fmla="*/ 0 w 813632"/>
              <a:gd name="connsiteY286" fmla="*/ 500446 h 1708593"/>
              <a:gd name="connsiteX287" fmla="*/ 99855 w 813632"/>
              <a:gd name="connsiteY287" fmla="*/ 548032 h 1708593"/>
              <a:gd name="connsiteX288" fmla="*/ 187517 w 813632"/>
              <a:gd name="connsiteY288" fmla="*/ 590395 h 1708593"/>
              <a:gd name="connsiteX289" fmla="*/ 275179 w 813632"/>
              <a:gd name="connsiteY289" fmla="*/ 548032 h 1708593"/>
              <a:gd name="connsiteX290" fmla="*/ 375034 w 813632"/>
              <a:gd name="connsiteY290" fmla="*/ 500446 h 1708593"/>
              <a:gd name="connsiteX291" fmla="*/ 474941 w 813632"/>
              <a:gd name="connsiteY291" fmla="*/ 548032 h 1708593"/>
              <a:gd name="connsiteX292" fmla="*/ 562069 w 813632"/>
              <a:gd name="connsiteY292" fmla="*/ 590395 h 1708593"/>
              <a:gd name="connsiteX293" fmla="*/ 650315 w 813632"/>
              <a:gd name="connsiteY293" fmla="*/ 548032 h 1708593"/>
              <a:gd name="connsiteX294" fmla="*/ 740506 w 813632"/>
              <a:gd name="connsiteY294" fmla="*/ 500732 h 1708593"/>
              <a:gd name="connsiteX295" fmla="*/ 749586 w 813632"/>
              <a:gd name="connsiteY295" fmla="*/ 500446 h 1708593"/>
              <a:gd name="connsiteX296" fmla="*/ 758889 w 813632"/>
              <a:gd name="connsiteY296" fmla="*/ 500732 h 1708593"/>
              <a:gd name="connsiteX297" fmla="*/ 813261 w 813632"/>
              <a:gd name="connsiteY297" fmla="*/ 517484 h 1708593"/>
              <a:gd name="connsiteX298" fmla="*/ 813632 w 813632"/>
              <a:gd name="connsiteY298" fmla="*/ 517791 h 1708593"/>
              <a:gd name="connsiteX299" fmla="*/ 813632 w 813632"/>
              <a:gd name="connsiteY299" fmla="*/ 540440 h 1708593"/>
              <a:gd name="connsiteX300" fmla="*/ 806433 w 813632"/>
              <a:gd name="connsiteY300" fmla="*/ 534410 h 1708593"/>
              <a:gd name="connsiteX301" fmla="*/ 764952 w 813632"/>
              <a:gd name="connsiteY301" fmla="*/ 519352 h 1708593"/>
              <a:gd name="connsiteX302" fmla="*/ 749586 w 813632"/>
              <a:gd name="connsiteY302" fmla="*/ 518436 h 1708593"/>
              <a:gd name="connsiteX303" fmla="*/ 734638 w 813632"/>
              <a:gd name="connsiteY303" fmla="*/ 519352 h 1708593"/>
              <a:gd name="connsiteX304" fmla="*/ 662511 w 813632"/>
              <a:gd name="connsiteY304" fmla="*/ 560799 h 1708593"/>
              <a:gd name="connsiteX305" fmla="*/ 562069 w 813632"/>
              <a:gd name="connsiteY305" fmla="*/ 607805 h 1708593"/>
              <a:gd name="connsiteX306" fmla="*/ 462743 w 813632"/>
              <a:gd name="connsiteY306" fmla="*/ 560799 h 1708593"/>
              <a:gd name="connsiteX307" fmla="*/ 375034 w 813632"/>
              <a:gd name="connsiteY307" fmla="*/ 518436 h 1708593"/>
              <a:gd name="connsiteX308" fmla="*/ 287371 w 813632"/>
              <a:gd name="connsiteY308" fmla="*/ 560799 h 1708593"/>
              <a:gd name="connsiteX309" fmla="*/ 187517 w 813632"/>
              <a:gd name="connsiteY309" fmla="*/ 607805 h 1708593"/>
              <a:gd name="connsiteX310" fmla="*/ 87663 w 813632"/>
              <a:gd name="connsiteY310" fmla="*/ 560799 h 1708593"/>
              <a:gd name="connsiteX311" fmla="*/ 0 w 813632"/>
              <a:gd name="connsiteY311" fmla="*/ 518436 h 1708593"/>
              <a:gd name="connsiteX312" fmla="*/ 0 w 813632"/>
              <a:gd name="connsiteY312" fmla="*/ 399827 h 1708593"/>
              <a:gd name="connsiteX313" fmla="*/ 99855 w 813632"/>
              <a:gd name="connsiteY313" fmla="*/ 447520 h 1708593"/>
              <a:gd name="connsiteX314" fmla="*/ 187517 w 813632"/>
              <a:gd name="connsiteY314" fmla="*/ 489978 h 1708593"/>
              <a:gd name="connsiteX315" fmla="*/ 275179 w 813632"/>
              <a:gd name="connsiteY315" fmla="*/ 447520 h 1708593"/>
              <a:gd name="connsiteX316" fmla="*/ 375034 w 813632"/>
              <a:gd name="connsiteY316" fmla="*/ 399827 h 1708593"/>
              <a:gd name="connsiteX317" fmla="*/ 474941 w 813632"/>
              <a:gd name="connsiteY317" fmla="*/ 447520 h 1708593"/>
              <a:gd name="connsiteX318" fmla="*/ 562069 w 813632"/>
              <a:gd name="connsiteY318" fmla="*/ 489978 h 1708593"/>
              <a:gd name="connsiteX319" fmla="*/ 650315 w 813632"/>
              <a:gd name="connsiteY319" fmla="*/ 447520 h 1708593"/>
              <a:gd name="connsiteX320" fmla="*/ 740506 w 813632"/>
              <a:gd name="connsiteY320" fmla="*/ 400114 h 1708593"/>
              <a:gd name="connsiteX321" fmla="*/ 749586 w 813632"/>
              <a:gd name="connsiteY321" fmla="*/ 399827 h 1708593"/>
              <a:gd name="connsiteX322" fmla="*/ 758889 w 813632"/>
              <a:gd name="connsiteY322" fmla="*/ 400114 h 1708593"/>
              <a:gd name="connsiteX323" fmla="*/ 813261 w 813632"/>
              <a:gd name="connsiteY323" fmla="*/ 416904 h 1708593"/>
              <a:gd name="connsiteX324" fmla="*/ 813632 w 813632"/>
              <a:gd name="connsiteY324" fmla="*/ 417211 h 1708593"/>
              <a:gd name="connsiteX325" fmla="*/ 813632 w 813632"/>
              <a:gd name="connsiteY325" fmla="*/ 439910 h 1708593"/>
              <a:gd name="connsiteX326" fmla="*/ 806433 w 813632"/>
              <a:gd name="connsiteY326" fmla="*/ 433868 h 1708593"/>
              <a:gd name="connsiteX327" fmla="*/ 764952 w 813632"/>
              <a:gd name="connsiteY327" fmla="*/ 418775 h 1708593"/>
              <a:gd name="connsiteX328" fmla="*/ 749586 w 813632"/>
              <a:gd name="connsiteY328" fmla="*/ 417857 h 1708593"/>
              <a:gd name="connsiteX329" fmla="*/ 734638 w 813632"/>
              <a:gd name="connsiteY329" fmla="*/ 418751 h 1708593"/>
              <a:gd name="connsiteX330" fmla="*/ 662511 w 813632"/>
              <a:gd name="connsiteY330" fmla="*/ 460316 h 1708593"/>
              <a:gd name="connsiteX331" fmla="*/ 562069 w 813632"/>
              <a:gd name="connsiteY331" fmla="*/ 507427 h 1708593"/>
              <a:gd name="connsiteX332" fmla="*/ 462743 w 813632"/>
              <a:gd name="connsiteY332" fmla="*/ 460316 h 1708593"/>
              <a:gd name="connsiteX333" fmla="*/ 375034 w 813632"/>
              <a:gd name="connsiteY333" fmla="*/ 417857 h 1708593"/>
              <a:gd name="connsiteX334" fmla="*/ 287371 w 813632"/>
              <a:gd name="connsiteY334" fmla="*/ 460316 h 1708593"/>
              <a:gd name="connsiteX335" fmla="*/ 187517 w 813632"/>
              <a:gd name="connsiteY335" fmla="*/ 507427 h 1708593"/>
              <a:gd name="connsiteX336" fmla="*/ 87663 w 813632"/>
              <a:gd name="connsiteY336" fmla="*/ 460316 h 1708593"/>
              <a:gd name="connsiteX337" fmla="*/ 0 w 813632"/>
              <a:gd name="connsiteY337" fmla="*/ 417857 h 1708593"/>
              <a:gd name="connsiteX338" fmla="*/ 0 w 813632"/>
              <a:gd name="connsiteY338" fmla="*/ 299931 h 1708593"/>
              <a:gd name="connsiteX339" fmla="*/ 99855 w 813632"/>
              <a:gd name="connsiteY339" fmla="*/ 347579 h 1708593"/>
              <a:gd name="connsiteX340" fmla="*/ 187517 w 813632"/>
              <a:gd name="connsiteY340" fmla="*/ 389998 h 1708593"/>
              <a:gd name="connsiteX341" fmla="*/ 275179 w 813632"/>
              <a:gd name="connsiteY341" fmla="*/ 347579 h 1708593"/>
              <a:gd name="connsiteX342" fmla="*/ 375034 w 813632"/>
              <a:gd name="connsiteY342" fmla="*/ 299931 h 1708593"/>
              <a:gd name="connsiteX343" fmla="*/ 474941 w 813632"/>
              <a:gd name="connsiteY343" fmla="*/ 347579 h 1708593"/>
              <a:gd name="connsiteX344" fmla="*/ 562069 w 813632"/>
              <a:gd name="connsiteY344" fmla="*/ 389998 h 1708593"/>
              <a:gd name="connsiteX345" fmla="*/ 650315 w 813632"/>
              <a:gd name="connsiteY345" fmla="*/ 347579 h 1708593"/>
              <a:gd name="connsiteX346" fmla="*/ 740506 w 813632"/>
              <a:gd name="connsiteY346" fmla="*/ 300217 h 1708593"/>
              <a:gd name="connsiteX347" fmla="*/ 749586 w 813632"/>
              <a:gd name="connsiteY347" fmla="*/ 299931 h 1708593"/>
              <a:gd name="connsiteX348" fmla="*/ 758889 w 813632"/>
              <a:gd name="connsiteY348" fmla="*/ 300217 h 1708593"/>
              <a:gd name="connsiteX349" fmla="*/ 813261 w 813632"/>
              <a:gd name="connsiteY349" fmla="*/ 316991 h 1708593"/>
              <a:gd name="connsiteX350" fmla="*/ 813632 w 813632"/>
              <a:gd name="connsiteY350" fmla="*/ 317299 h 1708593"/>
              <a:gd name="connsiteX351" fmla="*/ 813632 w 813632"/>
              <a:gd name="connsiteY351" fmla="*/ 339977 h 1708593"/>
              <a:gd name="connsiteX352" fmla="*/ 806433 w 813632"/>
              <a:gd name="connsiteY352" fmla="*/ 333940 h 1708593"/>
              <a:gd name="connsiteX353" fmla="*/ 764952 w 813632"/>
              <a:gd name="connsiteY353" fmla="*/ 318861 h 1708593"/>
              <a:gd name="connsiteX354" fmla="*/ 749586 w 813632"/>
              <a:gd name="connsiteY354" fmla="*/ 317944 h 1708593"/>
              <a:gd name="connsiteX355" fmla="*/ 734638 w 813632"/>
              <a:gd name="connsiteY355" fmla="*/ 318861 h 1708593"/>
              <a:gd name="connsiteX356" fmla="*/ 662511 w 813632"/>
              <a:gd name="connsiteY356" fmla="*/ 360363 h 1708593"/>
              <a:gd name="connsiteX357" fmla="*/ 562069 w 813632"/>
              <a:gd name="connsiteY357" fmla="*/ 408011 h 1708593"/>
              <a:gd name="connsiteX358" fmla="*/ 462743 w 813632"/>
              <a:gd name="connsiteY358" fmla="*/ 360363 h 1708593"/>
              <a:gd name="connsiteX359" fmla="*/ 375034 w 813632"/>
              <a:gd name="connsiteY359" fmla="*/ 317944 h 1708593"/>
              <a:gd name="connsiteX360" fmla="*/ 287371 w 813632"/>
              <a:gd name="connsiteY360" fmla="*/ 360363 h 1708593"/>
              <a:gd name="connsiteX361" fmla="*/ 187517 w 813632"/>
              <a:gd name="connsiteY361" fmla="*/ 408011 h 1708593"/>
              <a:gd name="connsiteX362" fmla="*/ 87663 w 813632"/>
              <a:gd name="connsiteY362" fmla="*/ 360363 h 1708593"/>
              <a:gd name="connsiteX363" fmla="*/ 0 w 813632"/>
              <a:gd name="connsiteY363" fmla="*/ 317944 h 1708593"/>
              <a:gd name="connsiteX364" fmla="*/ 0 w 813632"/>
              <a:gd name="connsiteY364" fmla="*/ 200515 h 1708593"/>
              <a:gd name="connsiteX365" fmla="*/ 99855 w 813632"/>
              <a:gd name="connsiteY365" fmla="*/ 247521 h 1708593"/>
              <a:gd name="connsiteX366" fmla="*/ 187517 w 813632"/>
              <a:gd name="connsiteY366" fmla="*/ 289884 h 1708593"/>
              <a:gd name="connsiteX367" fmla="*/ 275179 w 813632"/>
              <a:gd name="connsiteY367" fmla="*/ 247521 h 1708593"/>
              <a:gd name="connsiteX368" fmla="*/ 375034 w 813632"/>
              <a:gd name="connsiteY368" fmla="*/ 200515 h 1708593"/>
              <a:gd name="connsiteX369" fmla="*/ 474941 w 813632"/>
              <a:gd name="connsiteY369" fmla="*/ 247521 h 1708593"/>
              <a:gd name="connsiteX370" fmla="*/ 562069 w 813632"/>
              <a:gd name="connsiteY370" fmla="*/ 289884 h 1708593"/>
              <a:gd name="connsiteX371" fmla="*/ 650315 w 813632"/>
              <a:gd name="connsiteY371" fmla="*/ 247521 h 1708593"/>
              <a:gd name="connsiteX372" fmla="*/ 740506 w 813632"/>
              <a:gd name="connsiteY372" fmla="*/ 200801 h 1708593"/>
              <a:gd name="connsiteX373" fmla="*/ 749586 w 813632"/>
              <a:gd name="connsiteY373" fmla="*/ 200515 h 1708593"/>
              <a:gd name="connsiteX374" fmla="*/ 758889 w 813632"/>
              <a:gd name="connsiteY374" fmla="*/ 200801 h 1708593"/>
              <a:gd name="connsiteX375" fmla="*/ 813261 w 813632"/>
              <a:gd name="connsiteY375" fmla="*/ 217467 h 1708593"/>
              <a:gd name="connsiteX376" fmla="*/ 813632 w 813632"/>
              <a:gd name="connsiteY376" fmla="*/ 217769 h 1708593"/>
              <a:gd name="connsiteX377" fmla="*/ 813632 w 813632"/>
              <a:gd name="connsiteY377" fmla="*/ 240323 h 1708593"/>
              <a:gd name="connsiteX378" fmla="*/ 806433 w 813632"/>
              <a:gd name="connsiteY378" fmla="*/ 234239 h 1708593"/>
              <a:gd name="connsiteX379" fmla="*/ 764952 w 813632"/>
              <a:gd name="connsiteY379" fmla="*/ 219397 h 1708593"/>
              <a:gd name="connsiteX380" fmla="*/ 749586 w 813632"/>
              <a:gd name="connsiteY380" fmla="*/ 218505 h 1708593"/>
              <a:gd name="connsiteX381" fmla="*/ 734638 w 813632"/>
              <a:gd name="connsiteY381" fmla="*/ 219397 h 1708593"/>
              <a:gd name="connsiteX382" fmla="*/ 662511 w 813632"/>
              <a:gd name="connsiteY382" fmla="*/ 260868 h 1708593"/>
              <a:gd name="connsiteX383" fmla="*/ 562069 w 813632"/>
              <a:gd name="connsiteY383" fmla="*/ 307874 h 1708593"/>
              <a:gd name="connsiteX384" fmla="*/ 462743 w 813632"/>
              <a:gd name="connsiteY384" fmla="*/ 260868 h 1708593"/>
              <a:gd name="connsiteX385" fmla="*/ 375034 w 813632"/>
              <a:gd name="connsiteY385" fmla="*/ 218505 h 1708593"/>
              <a:gd name="connsiteX386" fmla="*/ 287371 w 813632"/>
              <a:gd name="connsiteY386" fmla="*/ 260868 h 1708593"/>
              <a:gd name="connsiteX387" fmla="*/ 187517 w 813632"/>
              <a:gd name="connsiteY387" fmla="*/ 307874 h 1708593"/>
              <a:gd name="connsiteX388" fmla="*/ 87663 w 813632"/>
              <a:gd name="connsiteY388" fmla="*/ 260868 h 1708593"/>
              <a:gd name="connsiteX389" fmla="*/ 0 w 813632"/>
              <a:gd name="connsiteY389" fmla="*/ 218505 h 1708593"/>
              <a:gd name="connsiteX390" fmla="*/ 0 w 813632"/>
              <a:gd name="connsiteY390" fmla="*/ 99897 h 1708593"/>
              <a:gd name="connsiteX391" fmla="*/ 99855 w 813632"/>
              <a:gd name="connsiteY391" fmla="*/ 147008 h 1708593"/>
              <a:gd name="connsiteX392" fmla="*/ 187517 w 813632"/>
              <a:gd name="connsiteY392" fmla="*/ 189466 h 1708593"/>
              <a:gd name="connsiteX393" fmla="*/ 275179 w 813632"/>
              <a:gd name="connsiteY393" fmla="*/ 147008 h 1708593"/>
              <a:gd name="connsiteX394" fmla="*/ 375034 w 813632"/>
              <a:gd name="connsiteY394" fmla="*/ 99897 h 1708593"/>
              <a:gd name="connsiteX395" fmla="*/ 474941 w 813632"/>
              <a:gd name="connsiteY395" fmla="*/ 147008 h 1708593"/>
              <a:gd name="connsiteX396" fmla="*/ 562069 w 813632"/>
              <a:gd name="connsiteY396" fmla="*/ 189466 h 1708593"/>
              <a:gd name="connsiteX397" fmla="*/ 650315 w 813632"/>
              <a:gd name="connsiteY397" fmla="*/ 147008 h 1708593"/>
              <a:gd name="connsiteX398" fmla="*/ 740506 w 813632"/>
              <a:gd name="connsiteY398" fmla="*/ 100183 h 1708593"/>
              <a:gd name="connsiteX399" fmla="*/ 749586 w 813632"/>
              <a:gd name="connsiteY399" fmla="*/ 99897 h 1708593"/>
              <a:gd name="connsiteX400" fmla="*/ 758889 w 813632"/>
              <a:gd name="connsiteY400" fmla="*/ 100176 h 1708593"/>
              <a:gd name="connsiteX401" fmla="*/ 813261 w 813632"/>
              <a:gd name="connsiteY401" fmla="*/ 116655 h 1708593"/>
              <a:gd name="connsiteX402" fmla="*/ 813632 w 813632"/>
              <a:gd name="connsiteY402" fmla="*/ 116960 h 1708593"/>
              <a:gd name="connsiteX403" fmla="*/ 813632 w 813632"/>
              <a:gd name="connsiteY403" fmla="*/ 139794 h 1708593"/>
              <a:gd name="connsiteX404" fmla="*/ 806433 w 813632"/>
              <a:gd name="connsiteY404" fmla="*/ 133696 h 1708593"/>
              <a:gd name="connsiteX405" fmla="*/ 764952 w 813632"/>
              <a:gd name="connsiteY405" fmla="*/ 118821 h 1708593"/>
              <a:gd name="connsiteX406" fmla="*/ 749586 w 813632"/>
              <a:gd name="connsiteY406" fmla="*/ 117927 h 1708593"/>
              <a:gd name="connsiteX407" fmla="*/ 734638 w 813632"/>
              <a:gd name="connsiteY407" fmla="*/ 118821 h 1708593"/>
              <a:gd name="connsiteX408" fmla="*/ 662511 w 813632"/>
              <a:gd name="connsiteY408" fmla="*/ 160385 h 1708593"/>
              <a:gd name="connsiteX409" fmla="*/ 562069 w 813632"/>
              <a:gd name="connsiteY409" fmla="*/ 207496 h 1708593"/>
              <a:gd name="connsiteX410" fmla="*/ 462743 w 813632"/>
              <a:gd name="connsiteY410" fmla="*/ 160385 h 1708593"/>
              <a:gd name="connsiteX411" fmla="*/ 375034 w 813632"/>
              <a:gd name="connsiteY411" fmla="*/ 117927 h 1708593"/>
              <a:gd name="connsiteX412" fmla="*/ 287371 w 813632"/>
              <a:gd name="connsiteY412" fmla="*/ 160385 h 1708593"/>
              <a:gd name="connsiteX413" fmla="*/ 187517 w 813632"/>
              <a:gd name="connsiteY413" fmla="*/ 207496 h 1708593"/>
              <a:gd name="connsiteX414" fmla="*/ 87663 w 813632"/>
              <a:gd name="connsiteY414" fmla="*/ 160385 h 1708593"/>
              <a:gd name="connsiteX415" fmla="*/ 0 w 813632"/>
              <a:gd name="connsiteY415" fmla="*/ 117927 h 1708593"/>
              <a:gd name="connsiteX416" fmla="*/ 0 w 813632"/>
              <a:gd name="connsiteY416" fmla="*/ 0 h 1708593"/>
              <a:gd name="connsiteX417" fmla="*/ 99855 w 813632"/>
              <a:gd name="connsiteY417" fmla="*/ 47649 h 1708593"/>
              <a:gd name="connsiteX418" fmla="*/ 187517 w 813632"/>
              <a:gd name="connsiteY418" fmla="*/ 90067 h 1708593"/>
              <a:gd name="connsiteX419" fmla="*/ 275179 w 813632"/>
              <a:gd name="connsiteY419" fmla="*/ 47649 h 1708593"/>
              <a:gd name="connsiteX420" fmla="*/ 375034 w 813632"/>
              <a:gd name="connsiteY420" fmla="*/ 0 h 1708593"/>
              <a:gd name="connsiteX421" fmla="*/ 474941 w 813632"/>
              <a:gd name="connsiteY421" fmla="*/ 47649 h 1708593"/>
              <a:gd name="connsiteX422" fmla="*/ 562069 w 813632"/>
              <a:gd name="connsiteY422" fmla="*/ 90067 h 1708593"/>
              <a:gd name="connsiteX423" fmla="*/ 650315 w 813632"/>
              <a:gd name="connsiteY423" fmla="*/ 47649 h 1708593"/>
              <a:gd name="connsiteX424" fmla="*/ 740506 w 813632"/>
              <a:gd name="connsiteY424" fmla="*/ 286 h 1708593"/>
              <a:gd name="connsiteX425" fmla="*/ 749586 w 813632"/>
              <a:gd name="connsiteY425" fmla="*/ 0 h 1708593"/>
              <a:gd name="connsiteX426" fmla="*/ 810333 w 813632"/>
              <a:gd name="connsiteY426" fmla="*/ 15326 h 1708593"/>
              <a:gd name="connsiteX427" fmla="*/ 813632 w 813632"/>
              <a:gd name="connsiteY427" fmla="*/ 18004 h 1708593"/>
              <a:gd name="connsiteX428" fmla="*/ 813632 w 813632"/>
              <a:gd name="connsiteY428" fmla="*/ 40046 h 1708593"/>
              <a:gd name="connsiteX429" fmla="*/ 806433 w 813632"/>
              <a:gd name="connsiteY429" fmla="*/ 34009 h 1708593"/>
              <a:gd name="connsiteX430" fmla="*/ 764952 w 813632"/>
              <a:gd name="connsiteY430" fmla="*/ 18931 h 1708593"/>
              <a:gd name="connsiteX431" fmla="*/ 749586 w 813632"/>
              <a:gd name="connsiteY431" fmla="*/ 18014 h 1708593"/>
              <a:gd name="connsiteX432" fmla="*/ 734638 w 813632"/>
              <a:gd name="connsiteY432" fmla="*/ 18931 h 1708593"/>
              <a:gd name="connsiteX433" fmla="*/ 662511 w 813632"/>
              <a:gd name="connsiteY433" fmla="*/ 60432 h 1708593"/>
              <a:gd name="connsiteX434" fmla="*/ 562069 w 813632"/>
              <a:gd name="connsiteY434" fmla="*/ 108081 h 1708593"/>
              <a:gd name="connsiteX435" fmla="*/ 462743 w 813632"/>
              <a:gd name="connsiteY435" fmla="*/ 60432 h 1708593"/>
              <a:gd name="connsiteX436" fmla="*/ 375034 w 813632"/>
              <a:gd name="connsiteY436" fmla="*/ 18014 h 1708593"/>
              <a:gd name="connsiteX437" fmla="*/ 287371 w 813632"/>
              <a:gd name="connsiteY437" fmla="*/ 60432 h 1708593"/>
              <a:gd name="connsiteX438" fmla="*/ 187517 w 813632"/>
              <a:gd name="connsiteY438" fmla="*/ 108081 h 1708593"/>
              <a:gd name="connsiteX439" fmla="*/ 87663 w 813632"/>
              <a:gd name="connsiteY439" fmla="*/ 60432 h 1708593"/>
              <a:gd name="connsiteX440" fmla="*/ 0 w 813632"/>
              <a:gd name="connsiteY440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</a:cxnLst>
            <a:rect l="l" t="t" r="r" b="b"/>
            <a:pathLst>
              <a:path w="813632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781444" y="1602213"/>
                  <a:pt x="798809" y="1608742"/>
                  <a:pt x="813261" y="1617573"/>
                </a:cubicBezTo>
                <a:lnTo>
                  <a:pt x="813632" y="1617881"/>
                </a:lnTo>
                <a:lnTo>
                  <a:pt x="813632" y="1640559"/>
                </a:lnTo>
                <a:lnTo>
                  <a:pt x="806433" y="1634522"/>
                </a:lnTo>
                <a:cubicBezTo>
                  <a:pt x="794932" y="1627086"/>
                  <a:pt x="781770" y="1621540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781444" y="1502761"/>
                  <a:pt x="798809" y="1509152"/>
                  <a:pt x="813261" y="1517856"/>
                </a:cubicBezTo>
                <a:lnTo>
                  <a:pt x="813632" y="1518161"/>
                </a:lnTo>
                <a:lnTo>
                  <a:pt x="813632" y="1540599"/>
                </a:lnTo>
                <a:lnTo>
                  <a:pt x="806433" y="1534556"/>
                </a:lnTo>
                <a:cubicBezTo>
                  <a:pt x="794932" y="1527113"/>
                  <a:pt x="781770" y="1521563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781444" y="1401697"/>
                  <a:pt x="798809" y="1408226"/>
                  <a:pt x="813261" y="1417058"/>
                </a:cubicBezTo>
                <a:lnTo>
                  <a:pt x="813632" y="1417365"/>
                </a:lnTo>
                <a:lnTo>
                  <a:pt x="813632" y="1440043"/>
                </a:lnTo>
                <a:lnTo>
                  <a:pt x="806433" y="1434006"/>
                </a:lnTo>
                <a:cubicBezTo>
                  <a:pt x="794932" y="1426570"/>
                  <a:pt x="781770" y="1421025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781444" y="1302283"/>
                  <a:pt x="798809" y="1308809"/>
                  <a:pt x="813261" y="1317571"/>
                </a:cubicBezTo>
                <a:lnTo>
                  <a:pt x="813632" y="1317874"/>
                </a:lnTo>
                <a:lnTo>
                  <a:pt x="813632" y="1340479"/>
                </a:lnTo>
                <a:lnTo>
                  <a:pt x="806433" y="1334381"/>
                </a:lnTo>
                <a:cubicBezTo>
                  <a:pt x="794932" y="1326983"/>
                  <a:pt x="781770" y="1321554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781444" y="1202385"/>
                  <a:pt x="798809" y="1208915"/>
                  <a:pt x="813261" y="1217746"/>
                </a:cubicBezTo>
                <a:lnTo>
                  <a:pt x="813632" y="1218053"/>
                </a:lnTo>
                <a:lnTo>
                  <a:pt x="813632" y="1240731"/>
                </a:lnTo>
                <a:lnTo>
                  <a:pt x="806433" y="1234694"/>
                </a:lnTo>
                <a:cubicBezTo>
                  <a:pt x="794932" y="1227258"/>
                  <a:pt x="781770" y="1221713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1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781444" y="1101766"/>
                  <a:pt x="798809" y="1108296"/>
                  <a:pt x="813261" y="1117127"/>
                </a:cubicBezTo>
                <a:lnTo>
                  <a:pt x="813632" y="1117435"/>
                </a:lnTo>
                <a:lnTo>
                  <a:pt x="813632" y="1140112"/>
                </a:lnTo>
                <a:lnTo>
                  <a:pt x="806433" y="1134075"/>
                </a:lnTo>
                <a:cubicBezTo>
                  <a:pt x="794932" y="1126639"/>
                  <a:pt x="781770" y="1121094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781444" y="1002315"/>
                  <a:pt x="798809" y="1008706"/>
                  <a:pt x="813261" y="1017410"/>
                </a:cubicBezTo>
                <a:lnTo>
                  <a:pt x="813632" y="1017715"/>
                </a:lnTo>
                <a:lnTo>
                  <a:pt x="813632" y="1040548"/>
                </a:lnTo>
                <a:lnTo>
                  <a:pt x="806433" y="1034450"/>
                </a:lnTo>
                <a:cubicBezTo>
                  <a:pt x="794932" y="1027052"/>
                  <a:pt x="781770" y="1021623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781444" y="901933"/>
                  <a:pt x="798809" y="908310"/>
                  <a:pt x="813261" y="916994"/>
                </a:cubicBezTo>
                <a:lnTo>
                  <a:pt x="813632" y="917299"/>
                </a:lnTo>
                <a:lnTo>
                  <a:pt x="813632" y="940081"/>
                </a:lnTo>
                <a:lnTo>
                  <a:pt x="806433" y="933997"/>
                </a:lnTo>
                <a:cubicBezTo>
                  <a:pt x="794932" y="926615"/>
                  <a:pt x="781770" y="921198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9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9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781444" y="801836"/>
                  <a:pt x="798809" y="808365"/>
                  <a:pt x="813261" y="817197"/>
                </a:cubicBezTo>
                <a:lnTo>
                  <a:pt x="813632" y="817504"/>
                </a:lnTo>
                <a:lnTo>
                  <a:pt x="813632" y="840182"/>
                </a:lnTo>
                <a:lnTo>
                  <a:pt x="806433" y="834145"/>
                </a:lnTo>
                <a:cubicBezTo>
                  <a:pt x="794932" y="826709"/>
                  <a:pt x="781770" y="821164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3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781444" y="702621"/>
                  <a:pt x="798809" y="708998"/>
                  <a:pt x="813261" y="717682"/>
                </a:cubicBezTo>
                <a:lnTo>
                  <a:pt x="813632" y="717987"/>
                </a:lnTo>
                <a:lnTo>
                  <a:pt x="813632" y="740769"/>
                </a:lnTo>
                <a:lnTo>
                  <a:pt x="806433" y="734685"/>
                </a:lnTo>
                <a:cubicBezTo>
                  <a:pt x="794932" y="727303"/>
                  <a:pt x="781770" y="721886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3" y="626130"/>
                  <a:pt x="696405" y="603382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781444" y="602002"/>
                  <a:pt x="798809" y="608379"/>
                  <a:pt x="813261" y="617064"/>
                </a:cubicBezTo>
                <a:lnTo>
                  <a:pt x="813632" y="617368"/>
                </a:lnTo>
                <a:lnTo>
                  <a:pt x="813632" y="639756"/>
                </a:lnTo>
                <a:lnTo>
                  <a:pt x="806433" y="633727"/>
                </a:lnTo>
                <a:cubicBezTo>
                  <a:pt x="794932" y="626301"/>
                  <a:pt x="781770" y="620763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781444" y="502144"/>
                  <a:pt x="798809" y="508665"/>
                  <a:pt x="813261" y="517484"/>
                </a:cubicBezTo>
                <a:lnTo>
                  <a:pt x="813632" y="517791"/>
                </a:lnTo>
                <a:lnTo>
                  <a:pt x="813632" y="540440"/>
                </a:lnTo>
                <a:lnTo>
                  <a:pt x="806433" y="534410"/>
                </a:lnTo>
                <a:cubicBezTo>
                  <a:pt x="794932" y="526984"/>
                  <a:pt x="781770" y="521446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1"/>
                  <a:pt x="613157" y="607805"/>
                  <a:pt x="562069" y="607805"/>
                </a:cubicBezTo>
                <a:cubicBezTo>
                  <a:pt x="512115" y="607805"/>
                  <a:pt x="485977" y="583431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1"/>
                  <a:pt x="238024" y="607805"/>
                  <a:pt x="187517" y="607805"/>
                </a:cubicBezTo>
                <a:cubicBezTo>
                  <a:pt x="137009" y="607805"/>
                  <a:pt x="111465" y="583431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1"/>
                  <a:pt x="144556" y="489978"/>
                  <a:pt x="187517" y="489978"/>
                </a:cubicBezTo>
                <a:cubicBezTo>
                  <a:pt x="230477" y="489978"/>
                  <a:pt x="251957" y="469621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1"/>
                  <a:pt x="519667" y="489978"/>
                  <a:pt x="562069" y="489978"/>
                </a:cubicBezTo>
                <a:cubicBezTo>
                  <a:pt x="605610" y="489978"/>
                  <a:pt x="627090" y="469621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781444" y="401529"/>
                  <a:pt x="798809" y="408064"/>
                  <a:pt x="813261" y="416904"/>
                </a:cubicBezTo>
                <a:lnTo>
                  <a:pt x="813632" y="417211"/>
                </a:lnTo>
                <a:lnTo>
                  <a:pt x="813632" y="439910"/>
                </a:lnTo>
                <a:lnTo>
                  <a:pt x="806433" y="433868"/>
                </a:lnTo>
                <a:cubicBezTo>
                  <a:pt x="794932" y="426425"/>
                  <a:pt x="781770" y="420875"/>
                  <a:pt x="764952" y="418775"/>
                </a:cubicBezTo>
                <a:lnTo>
                  <a:pt x="749586" y="417857"/>
                </a:lnTo>
                <a:lnTo>
                  <a:pt x="734638" y="418751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2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3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781444" y="301631"/>
                  <a:pt x="798809" y="308160"/>
                  <a:pt x="813261" y="316991"/>
                </a:cubicBezTo>
                <a:lnTo>
                  <a:pt x="813632" y="317299"/>
                </a:lnTo>
                <a:lnTo>
                  <a:pt x="813632" y="339977"/>
                </a:lnTo>
                <a:lnTo>
                  <a:pt x="806433" y="333940"/>
                </a:lnTo>
                <a:cubicBezTo>
                  <a:pt x="794932" y="326504"/>
                  <a:pt x="781770" y="320958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781444" y="202212"/>
                  <a:pt x="798809" y="208724"/>
                  <a:pt x="813261" y="217467"/>
                </a:cubicBezTo>
                <a:lnTo>
                  <a:pt x="813632" y="217769"/>
                </a:lnTo>
                <a:lnTo>
                  <a:pt x="813632" y="240323"/>
                </a:lnTo>
                <a:lnTo>
                  <a:pt x="806433" y="234239"/>
                </a:lnTo>
                <a:cubicBezTo>
                  <a:pt x="794932" y="226857"/>
                  <a:pt x="781770" y="221440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3"/>
                  <a:pt x="682831" y="241065"/>
                  <a:pt x="662511" y="260868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8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8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8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6"/>
                </a:lnTo>
                <a:cubicBezTo>
                  <a:pt x="781444" y="101560"/>
                  <a:pt x="798809" y="107951"/>
                  <a:pt x="813261" y="116655"/>
                </a:cubicBezTo>
                <a:lnTo>
                  <a:pt x="813632" y="116960"/>
                </a:lnTo>
                <a:lnTo>
                  <a:pt x="813632" y="139794"/>
                </a:lnTo>
                <a:lnTo>
                  <a:pt x="806433" y="133696"/>
                </a:lnTo>
                <a:cubicBezTo>
                  <a:pt x="794932" y="126298"/>
                  <a:pt x="781770" y="120868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6"/>
                  <a:pt x="99855" y="47649"/>
                </a:cubicBezTo>
                <a:cubicBezTo>
                  <a:pt x="123076" y="69730"/>
                  <a:pt x="144556" y="90067"/>
                  <a:pt x="187517" y="90067"/>
                </a:cubicBezTo>
                <a:cubicBezTo>
                  <a:pt x="230477" y="90067"/>
                  <a:pt x="251957" y="69730"/>
                  <a:pt x="275179" y="47649"/>
                </a:cubicBezTo>
                <a:cubicBezTo>
                  <a:pt x="298982" y="24986"/>
                  <a:pt x="324526" y="0"/>
                  <a:pt x="375034" y="0"/>
                </a:cubicBezTo>
                <a:cubicBezTo>
                  <a:pt x="425568" y="0"/>
                  <a:pt x="451706" y="24986"/>
                  <a:pt x="474941" y="47649"/>
                </a:cubicBezTo>
                <a:cubicBezTo>
                  <a:pt x="498175" y="69730"/>
                  <a:pt x="519667" y="90067"/>
                  <a:pt x="562069" y="90067"/>
                </a:cubicBezTo>
                <a:cubicBezTo>
                  <a:pt x="605610" y="90067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775163" y="0"/>
                  <a:pt x="794491" y="6247"/>
                  <a:pt x="810333" y="15326"/>
                </a:cubicBezTo>
                <a:lnTo>
                  <a:pt x="813632" y="18004"/>
                </a:lnTo>
                <a:lnTo>
                  <a:pt x="813632" y="40046"/>
                </a:lnTo>
                <a:lnTo>
                  <a:pt x="806433" y="34009"/>
                </a:lnTo>
                <a:cubicBezTo>
                  <a:pt x="794932" y="26573"/>
                  <a:pt x="781770" y="21028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1"/>
                  <a:pt x="662511" y="60432"/>
                </a:cubicBezTo>
                <a:cubicBezTo>
                  <a:pt x="639282" y="83094"/>
                  <a:pt x="613157" y="108081"/>
                  <a:pt x="562069" y="108081"/>
                </a:cubicBezTo>
                <a:cubicBezTo>
                  <a:pt x="512115" y="108081"/>
                  <a:pt x="485977" y="83094"/>
                  <a:pt x="462743" y="60432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2"/>
                </a:cubicBezTo>
                <a:cubicBezTo>
                  <a:pt x="264149" y="83094"/>
                  <a:pt x="238024" y="108081"/>
                  <a:pt x="187517" y="108081"/>
                </a:cubicBezTo>
                <a:cubicBezTo>
                  <a:pt x="137009" y="108081"/>
                  <a:pt x="111465" y="83094"/>
                  <a:pt x="87663" y="60432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049C9CFD-CFB9-4B3A-AEB9-4A1DC478C81D}"/>
              </a:ext>
            </a:extLst>
          </p:cNvPr>
          <p:cNvSpPr>
            <a:spLocks/>
          </p:cNvSpPr>
          <p:nvPr/>
        </p:nvSpPr>
        <p:spPr bwMode="auto">
          <a:xfrm>
            <a:off x="11378367" y="1717431"/>
            <a:ext cx="813632" cy="1708593"/>
          </a:xfrm>
          <a:custGeom>
            <a:avLst/>
            <a:gdLst>
              <a:gd name="connsiteX0" fmla="*/ 0 w 813632"/>
              <a:gd name="connsiteY0" fmla="*/ 1600512 h 1708593"/>
              <a:gd name="connsiteX1" fmla="*/ 99855 w 813632"/>
              <a:gd name="connsiteY1" fmla="*/ 1648161 h 1708593"/>
              <a:gd name="connsiteX2" fmla="*/ 187517 w 813632"/>
              <a:gd name="connsiteY2" fmla="*/ 1690580 h 1708593"/>
              <a:gd name="connsiteX3" fmla="*/ 275179 w 813632"/>
              <a:gd name="connsiteY3" fmla="*/ 1648161 h 1708593"/>
              <a:gd name="connsiteX4" fmla="*/ 375034 w 813632"/>
              <a:gd name="connsiteY4" fmla="*/ 1600512 h 1708593"/>
              <a:gd name="connsiteX5" fmla="*/ 474941 w 813632"/>
              <a:gd name="connsiteY5" fmla="*/ 1648161 h 1708593"/>
              <a:gd name="connsiteX6" fmla="*/ 562069 w 813632"/>
              <a:gd name="connsiteY6" fmla="*/ 1690580 h 1708593"/>
              <a:gd name="connsiteX7" fmla="*/ 650315 w 813632"/>
              <a:gd name="connsiteY7" fmla="*/ 1648161 h 1708593"/>
              <a:gd name="connsiteX8" fmla="*/ 740506 w 813632"/>
              <a:gd name="connsiteY8" fmla="*/ 1600798 h 1708593"/>
              <a:gd name="connsiteX9" fmla="*/ 749586 w 813632"/>
              <a:gd name="connsiteY9" fmla="*/ 1600512 h 1708593"/>
              <a:gd name="connsiteX10" fmla="*/ 758889 w 813632"/>
              <a:gd name="connsiteY10" fmla="*/ 1600798 h 1708593"/>
              <a:gd name="connsiteX11" fmla="*/ 813261 w 813632"/>
              <a:gd name="connsiteY11" fmla="*/ 1617573 h 1708593"/>
              <a:gd name="connsiteX12" fmla="*/ 813632 w 813632"/>
              <a:gd name="connsiteY12" fmla="*/ 1617880 h 1708593"/>
              <a:gd name="connsiteX13" fmla="*/ 813632 w 813632"/>
              <a:gd name="connsiteY13" fmla="*/ 1640559 h 1708593"/>
              <a:gd name="connsiteX14" fmla="*/ 806433 w 813632"/>
              <a:gd name="connsiteY14" fmla="*/ 1634522 h 1708593"/>
              <a:gd name="connsiteX15" fmla="*/ 764952 w 813632"/>
              <a:gd name="connsiteY15" fmla="*/ 1619443 h 1708593"/>
              <a:gd name="connsiteX16" fmla="*/ 749586 w 813632"/>
              <a:gd name="connsiteY16" fmla="*/ 1618526 h 1708593"/>
              <a:gd name="connsiteX17" fmla="*/ 734638 w 813632"/>
              <a:gd name="connsiteY17" fmla="*/ 1619443 h 1708593"/>
              <a:gd name="connsiteX18" fmla="*/ 662511 w 813632"/>
              <a:gd name="connsiteY18" fmla="*/ 1660945 h 1708593"/>
              <a:gd name="connsiteX19" fmla="*/ 562069 w 813632"/>
              <a:gd name="connsiteY19" fmla="*/ 1708593 h 1708593"/>
              <a:gd name="connsiteX20" fmla="*/ 462743 w 813632"/>
              <a:gd name="connsiteY20" fmla="*/ 1660945 h 1708593"/>
              <a:gd name="connsiteX21" fmla="*/ 375034 w 813632"/>
              <a:gd name="connsiteY21" fmla="*/ 1618526 h 1708593"/>
              <a:gd name="connsiteX22" fmla="*/ 287371 w 813632"/>
              <a:gd name="connsiteY22" fmla="*/ 1660945 h 1708593"/>
              <a:gd name="connsiteX23" fmla="*/ 187517 w 813632"/>
              <a:gd name="connsiteY23" fmla="*/ 1708593 h 1708593"/>
              <a:gd name="connsiteX24" fmla="*/ 87663 w 813632"/>
              <a:gd name="connsiteY24" fmla="*/ 1660945 h 1708593"/>
              <a:gd name="connsiteX25" fmla="*/ 0 w 813632"/>
              <a:gd name="connsiteY25" fmla="*/ 1618526 h 1708593"/>
              <a:gd name="connsiteX26" fmla="*/ 0 w 813632"/>
              <a:gd name="connsiteY26" fmla="*/ 1501097 h 1708593"/>
              <a:gd name="connsiteX27" fmla="*/ 99855 w 813632"/>
              <a:gd name="connsiteY27" fmla="*/ 1548208 h 1708593"/>
              <a:gd name="connsiteX28" fmla="*/ 187517 w 813632"/>
              <a:gd name="connsiteY28" fmla="*/ 1590666 h 1708593"/>
              <a:gd name="connsiteX29" fmla="*/ 275179 w 813632"/>
              <a:gd name="connsiteY29" fmla="*/ 1548208 h 1708593"/>
              <a:gd name="connsiteX30" fmla="*/ 375034 w 813632"/>
              <a:gd name="connsiteY30" fmla="*/ 1501097 h 1708593"/>
              <a:gd name="connsiteX31" fmla="*/ 474941 w 813632"/>
              <a:gd name="connsiteY31" fmla="*/ 1548208 h 1708593"/>
              <a:gd name="connsiteX32" fmla="*/ 562069 w 813632"/>
              <a:gd name="connsiteY32" fmla="*/ 1590666 h 1708593"/>
              <a:gd name="connsiteX33" fmla="*/ 650315 w 813632"/>
              <a:gd name="connsiteY33" fmla="*/ 1548208 h 1708593"/>
              <a:gd name="connsiteX34" fmla="*/ 740506 w 813632"/>
              <a:gd name="connsiteY34" fmla="*/ 1501377 h 1708593"/>
              <a:gd name="connsiteX35" fmla="*/ 749586 w 813632"/>
              <a:gd name="connsiteY35" fmla="*/ 1501097 h 1708593"/>
              <a:gd name="connsiteX36" fmla="*/ 758889 w 813632"/>
              <a:gd name="connsiteY36" fmla="*/ 1501377 h 1708593"/>
              <a:gd name="connsiteX37" fmla="*/ 813261 w 813632"/>
              <a:gd name="connsiteY37" fmla="*/ 1517855 h 1708593"/>
              <a:gd name="connsiteX38" fmla="*/ 813632 w 813632"/>
              <a:gd name="connsiteY38" fmla="*/ 1518160 h 1708593"/>
              <a:gd name="connsiteX39" fmla="*/ 813632 w 813632"/>
              <a:gd name="connsiteY39" fmla="*/ 1540599 h 1708593"/>
              <a:gd name="connsiteX40" fmla="*/ 806433 w 813632"/>
              <a:gd name="connsiteY40" fmla="*/ 1534556 h 1708593"/>
              <a:gd name="connsiteX41" fmla="*/ 764952 w 813632"/>
              <a:gd name="connsiteY41" fmla="*/ 1519464 h 1708593"/>
              <a:gd name="connsiteX42" fmla="*/ 749586 w 813632"/>
              <a:gd name="connsiteY42" fmla="*/ 1518546 h 1708593"/>
              <a:gd name="connsiteX43" fmla="*/ 734638 w 813632"/>
              <a:gd name="connsiteY43" fmla="*/ 1519464 h 1708593"/>
              <a:gd name="connsiteX44" fmla="*/ 662511 w 813632"/>
              <a:gd name="connsiteY44" fmla="*/ 1561004 h 1708593"/>
              <a:gd name="connsiteX45" fmla="*/ 562069 w 813632"/>
              <a:gd name="connsiteY45" fmla="*/ 1608697 h 1708593"/>
              <a:gd name="connsiteX46" fmla="*/ 462743 w 813632"/>
              <a:gd name="connsiteY46" fmla="*/ 1561004 h 1708593"/>
              <a:gd name="connsiteX47" fmla="*/ 375034 w 813632"/>
              <a:gd name="connsiteY47" fmla="*/ 1518546 h 1708593"/>
              <a:gd name="connsiteX48" fmla="*/ 287371 w 813632"/>
              <a:gd name="connsiteY48" fmla="*/ 1561004 h 1708593"/>
              <a:gd name="connsiteX49" fmla="*/ 187517 w 813632"/>
              <a:gd name="connsiteY49" fmla="*/ 1608697 h 1708593"/>
              <a:gd name="connsiteX50" fmla="*/ 87663 w 813632"/>
              <a:gd name="connsiteY50" fmla="*/ 1561004 h 1708593"/>
              <a:gd name="connsiteX51" fmla="*/ 0 w 813632"/>
              <a:gd name="connsiteY51" fmla="*/ 1518546 h 1708593"/>
              <a:gd name="connsiteX52" fmla="*/ 0 w 813632"/>
              <a:gd name="connsiteY52" fmla="*/ 1399997 h 1708593"/>
              <a:gd name="connsiteX53" fmla="*/ 99855 w 813632"/>
              <a:gd name="connsiteY53" fmla="*/ 1447645 h 1708593"/>
              <a:gd name="connsiteX54" fmla="*/ 187517 w 813632"/>
              <a:gd name="connsiteY54" fmla="*/ 1490064 h 1708593"/>
              <a:gd name="connsiteX55" fmla="*/ 275179 w 813632"/>
              <a:gd name="connsiteY55" fmla="*/ 1447645 h 1708593"/>
              <a:gd name="connsiteX56" fmla="*/ 375034 w 813632"/>
              <a:gd name="connsiteY56" fmla="*/ 1399997 h 1708593"/>
              <a:gd name="connsiteX57" fmla="*/ 474941 w 813632"/>
              <a:gd name="connsiteY57" fmla="*/ 1447645 h 1708593"/>
              <a:gd name="connsiteX58" fmla="*/ 562069 w 813632"/>
              <a:gd name="connsiteY58" fmla="*/ 1490064 h 1708593"/>
              <a:gd name="connsiteX59" fmla="*/ 650315 w 813632"/>
              <a:gd name="connsiteY59" fmla="*/ 1447645 h 1708593"/>
              <a:gd name="connsiteX60" fmla="*/ 740506 w 813632"/>
              <a:gd name="connsiteY60" fmla="*/ 1400283 h 1708593"/>
              <a:gd name="connsiteX61" fmla="*/ 749586 w 813632"/>
              <a:gd name="connsiteY61" fmla="*/ 1399997 h 1708593"/>
              <a:gd name="connsiteX62" fmla="*/ 758889 w 813632"/>
              <a:gd name="connsiteY62" fmla="*/ 1400283 h 1708593"/>
              <a:gd name="connsiteX63" fmla="*/ 813261 w 813632"/>
              <a:gd name="connsiteY63" fmla="*/ 1417058 h 1708593"/>
              <a:gd name="connsiteX64" fmla="*/ 813632 w 813632"/>
              <a:gd name="connsiteY64" fmla="*/ 1417365 h 1708593"/>
              <a:gd name="connsiteX65" fmla="*/ 813632 w 813632"/>
              <a:gd name="connsiteY65" fmla="*/ 1440043 h 1708593"/>
              <a:gd name="connsiteX66" fmla="*/ 806433 w 813632"/>
              <a:gd name="connsiteY66" fmla="*/ 1434006 h 1708593"/>
              <a:gd name="connsiteX67" fmla="*/ 764952 w 813632"/>
              <a:gd name="connsiteY67" fmla="*/ 1418928 h 1708593"/>
              <a:gd name="connsiteX68" fmla="*/ 749586 w 813632"/>
              <a:gd name="connsiteY68" fmla="*/ 1418010 h 1708593"/>
              <a:gd name="connsiteX69" fmla="*/ 734638 w 813632"/>
              <a:gd name="connsiteY69" fmla="*/ 1418928 h 1708593"/>
              <a:gd name="connsiteX70" fmla="*/ 662511 w 813632"/>
              <a:gd name="connsiteY70" fmla="*/ 1460429 h 1708593"/>
              <a:gd name="connsiteX71" fmla="*/ 562069 w 813632"/>
              <a:gd name="connsiteY71" fmla="*/ 1508078 h 1708593"/>
              <a:gd name="connsiteX72" fmla="*/ 462743 w 813632"/>
              <a:gd name="connsiteY72" fmla="*/ 1460429 h 1708593"/>
              <a:gd name="connsiteX73" fmla="*/ 375034 w 813632"/>
              <a:gd name="connsiteY73" fmla="*/ 1418010 h 1708593"/>
              <a:gd name="connsiteX74" fmla="*/ 287371 w 813632"/>
              <a:gd name="connsiteY74" fmla="*/ 1460429 h 1708593"/>
              <a:gd name="connsiteX75" fmla="*/ 187517 w 813632"/>
              <a:gd name="connsiteY75" fmla="*/ 1508078 h 1708593"/>
              <a:gd name="connsiteX76" fmla="*/ 87663 w 813632"/>
              <a:gd name="connsiteY76" fmla="*/ 1460429 h 1708593"/>
              <a:gd name="connsiteX77" fmla="*/ 0 w 813632"/>
              <a:gd name="connsiteY77" fmla="*/ 1418010 h 1708593"/>
              <a:gd name="connsiteX78" fmla="*/ 0 w 813632"/>
              <a:gd name="connsiteY78" fmla="*/ 1300582 h 1708593"/>
              <a:gd name="connsiteX79" fmla="*/ 99855 w 813632"/>
              <a:gd name="connsiteY79" fmla="*/ 1347693 h 1708593"/>
              <a:gd name="connsiteX80" fmla="*/ 187517 w 813632"/>
              <a:gd name="connsiteY80" fmla="*/ 1390151 h 1708593"/>
              <a:gd name="connsiteX81" fmla="*/ 275179 w 813632"/>
              <a:gd name="connsiteY81" fmla="*/ 1347693 h 1708593"/>
              <a:gd name="connsiteX82" fmla="*/ 375034 w 813632"/>
              <a:gd name="connsiteY82" fmla="*/ 1300582 h 1708593"/>
              <a:gd name="connsiteX83" fmla="*/ 474941 w 813632"/>
              <a:gd name="connsiteY83" fmla="*/ 1347693 h 1708593"/>
              <a:gd name="connsiteX84" fmla="*/ 562069 w 813632"/>
              <a:gd name="connsiteY84" fmla="*/ 1390151 h 1708593"/>
              <a:gd name="connsiteX85" fmla="*/ 650315 w 813632"/>
              <a:gd name="connsiteY85" fmla="*/ 1347693 h 1708593"/>
              <a:gd name="connsiteX86" fmla="*/ 740506 w 813632"/>
              <a:gd name="connsiteY86" fmla="*/ 1300868 h 1708593"/>
              <a:gd name="connsiteX87" fmla="*/ 749586 w 813632"/>
              <a:gd name="connsiteY87" fmla="*/ 1300582 h 1708593"/>
              <a:gd name="connsiteX88" fmla="*/ 758889 w 813632"/>
              <a:gd name="connsiteY88" fmla="*/ 1300868 h 1708593"/>
              <a:gd name="connsiteX89" fmla="*/ 813261 w 813632"/>
              <a:gd name="connsiteY89" fmla="*/ 1317571 h 1708593"/>
              <a:gd name="connsiteX90" fmla="*/ 813632 w 813632"/>
              <a:gd name="connsiteY90" fmla="*/ 1317874 h 1708593"/>
              <a:gd name="connsiteX91" fmla="*/ 813632 w 813632"/>
              <a:gd name="connsiteY91" fmla="*/ 1340479 h 1708593"/>
              <a:gd name="connsiteX92" fmla="*/ 806433 w 813632"/>
              <a:gd name="connsiteY92" fmla="*/ 1334381 h 1708593"/>
              <a:gd name="connsiteX93" fmla="*/ 764952 w 813632"/>
              <a:gd name="connsiteY93" fmla="*/ 1319506 h 1708593"/>
              <a:gd name="connsiteX94" fmla="*/ 749586 w 813632"/>
              <a:gd name="connsiteY94" fmla="*/ 1318612 h 1708593"/>
              <a:gd name="connsiteX95" fmla="*/ 734638 w 813632"/>
              <a:gd name="connsiteY95" fmla="*/ 1319506 h 1708593"/>
              <a:gd name="connsiteX96" fmla="*/ 662511 w 813632"/>
              <a:gd name="connsiteY96" fmla="*/ 1361070 h 1708593"/>
              <a:gd name="connsiteX97" fmla="*/ 562069 w 813632"/>
              <a:gd name="connsiteY97" fmla="*/ 1408181 h 1708593"/>
              <a:gd name="connsiteX98" fmla="*/ 462743 w 813632"/>
              <a:gd name="connsiteY98" fmla="*/ 1361070 h 1708593"/>
              <a:gd name="connsiteX99" fmla="*/ 375034 w 813632"/>
              <a:gd name="connsiteY99" fmla="*/ 1318612 h 1708593"/>
              <a:gd name="connsiteX100" fmla="*/ 287371 w 813632"/>
              <a:gd name="connsiteY100" fmla="*/ 1361070 h 1708593"/>
              <a:gd name="connsiteX101" fmla="*/ 187517 w 813632"/>
              <a:gd name="connsiteY101" fmla="*/ 1408181 h 1708593"/>
              <a:gd name="connsiteX102" fmla="*/ 87663 w 813632"/>
              <a:gd name="connsiteY102" fmla="*/ 1361070 h 1708593"/>
              <a:gd name="connsiteX103" fmla="*/ 0 w 813632"/>
              <a:gd name="connsiteY103" fmla="*/ 1318612 h 1708593"/>
              <a:gd name="connsiteX104" fmla="*/ 0 w 813632"/>
              <a:gd name="connsiteY104" fmla="*/ 1200685 h 1708593"/>
              <a:gd name="connsiteX105" fmla="*/ 99855 w 813632"/>
              <a:gd name="connsiteY105" fmla="*/ 1248334 h 1708593"/>
              <a:gd name="connsiteX106" fmla="*/ 187517 w 813632"/>
              <a:gd name="connsiteY106" fmla="*/ 1290753 h 1708593"/>
              <a:gd name="connsiteX107" fmla="*/ 275179 w 813632"/>
              <a:gd name="connsiteY107" fmla="*/ 1248334 h 1708593"/>
              <a:gd name="connsiteX108" fmla="*/ 375034 w 813632"/>
              <a:gd name="connsiteY108" fmla="*/ 1200685 h 1708593"/>
              <a:gd name="connsiteX109" fmla="*/ 474941 w 813632"/>
              <a:gd name="connsiteY109" fmla="*/ 1248334 h 1708593"/>
              <a:gd name="connsiteX110" fmla="*/ 562069 w 813632"/>
              <a:gd name="connsiteY110" fmla="*/ 1290753 h 1708593"/>
              <a:gd name="connsiteX111" fmla="*/ 650315 w 813632"/>
              <a:gd name="connsiteY111" fmla="*/ 1248334 h 1708593"/>
              <a:gd name="connsiteX112" fmla="*/ 740506 w 813632"/>
              <a:gd name="connsiteY112" fmla="*/ 1200971 h 1708593"/>
              <a:gd name="connsiteX113" fmla="*/ 749586 w 813632"/>
              <a:gd name="connsiteY113" fmla="*/ 1200685 h 1708593"/>
              <a:gd name="connsiteX114" fmla="*/ 758889 w 813632"/>
              <a:gd name="connsiteY114" fmla="*/ 1200971 h 1708593"/>
              <a:gd name="connsiteX115" fmla="*/ 813261 w 813632"/>
              <a:gd name="connsiteY115" fmla="*/ 1217746 h 1708593"/>
              <a:gd name="connsiteX116" fmla="*/ 813632 w 813632"/>
              <a:gd name="connsiteY116" fmla="*/ 1218053 h 1708593"/>
              <a:gd name="connsiteX117" fmla="*/ 813632 w 813632"/>
              <a:gd name="connsiteY117" fmla="*/ 1240731 h 1708593"/>
              <a:gd name="connsiteX118" fmla="*/ 806433 w 813632"/>
              <a:gd name="connsiteY118" fmla="*/ 1234694 h 1708593"/>
              <a:gd name="connsiteX119" fmla="*/ 764952 w 813632"/>
              <a:gd name="connsiteY119" fmla="*/ 1219616 h 1708593"/>
              <a:gd name="connsiteX120" fmla="*/ 749586 w 813632"/>
              <a:gd name="connsiteY120" fmla="*/ 1218699 h 1708593"/>
              <a:gd name="connsiteX121" fmla="*/ 734638 w 813632"/>
              <a:gd name="connsiteY121" fmla="*/ 1219616 h 1708593"/>
              <a:gd name="connsiteX122" fmla="*/ 662511 w 813632"/>
              <a:gd name="connsiteY122" fmla="*/ 1261118 h 1708593"/>
              <a:gd name="connsiteX123" fmla="*/ 562069 w 813632"/>
              <a:gd name="connsiteY123" fmla="*/ 1308766 h 1708593"/>
              <a:gd name="connsiteX124" fmla="*/ 462743 w 813632"/>
              <a:gd name="connsiteY124" fmla="*/ 1261118 h 1708593"/>
              <a:gd name="connsiteX125" fmla="*/ 375034 w 813632"/>
              <a:gd name="connsiteY125" fmla="*/ 1218699 h 1708593"/>
              <a:gd name="connsiteX126" fmla="*/ 287371 w 813632"/>
              <a:gd name="connsiteY126" fmla="*/ 1261118 h 1708593"/>
              <a:gd name="connsiteX127" fmla="*/ 187517 w 813632"/>
              <a:gd name="connsiteY127" fmla="*/ 1308766 h 1708593"/>
              <a:gd name="connsiteX128" fmla="*/ 87663 w 813632"/>
              <a:gd name="connsiteY128" fmla="*/ 1261118 h 1708593"/>
              <a:gd name="connsiteX129" fmla="*/ 0 w 813632"/>
              <a:gd name="connsiteY129" fmla="*/ 1218699 h 1708593"/>
              <a:gd name="connsiteX130" fmla="*/ 0 w 813632"/>
              <a:gd name="connsiteY130" fmla="*/ 1100066 h 1708593"/>
              <a:gd name="connsiteX131" fmla="*/ 99855 w 813632"/>
              <a:gd name="connsiteY131" fmla="*/ 1147715 h 1708593"/>
              <a:gd name="connsiteX132" fmla="*/ 187517 w 813632"/>
              <a:gd name="connsiteY132" fmla="*/ 1190134 h 1708593"/>
              <a:gd name="connsiteX133" fmla="*/ 275179 w 813632"/>
              <a:gd name="connsiteY133" fmla="*/ 1147715 h 1708593"/>
              <a:gd name="connsiteX134" fmla="*/ 375034 w 813632"/>
              <a:gd name="connsiteY134" fmla="*/ 1100066 h 1708593"/>
              <a:gd name="connsiteX135" fmla="*/ 474941 w 813632"/>
              <a:gd name="connsiteY135" fmla="*/ 1147715 h 1708593"/>
              <a:gd name="connsiteX136" fmla="*/ 562069 w 813632"/>
              <a:gd name="connsiteY136" fmla="*/ 1190134 h 1708593"/>
              <a:gd name="connsiteX137" fmla="*/ 650315 w 813632"/>
              <a:gd name="connsiteY137" fmla="*/ 1147715 h 1708593"/>
              <a:gd name="connsiteX138" fmla="*/ 740506 w 813632"/>
              <a:gd name="connsiteY138" fmla="*/ 1100352 h 1708593"/>
              <a:gd name="connsiteX139" fmla="*/ 749586 w 813632"/>
              <a:gd name="connsiteY139" fmla="*/ 1100066 h 1708593"/>
              <a:gd name="connsiteX140" fmla="*/ 758889 w 813632"/>
              <a:gd name="connsiteY140" fmla="*/ 1100352 h 1708593"/>
              <a:gd name="connsiteX141" fmla="*/ 813261 w 813632"/>
              <a:gd name="connsiteY141" fmla="*/ 1117127 h 1708593"/>
              <a:gd name="connsiteX142" fmla="*/ 813632 w 813632"/>
              <a:gd name="connsiteY142" fmla="*/ 1117434 h 1708593"/>
              <a:gd name="connsiteX143" fmla="*/ 813632 w 813632"/>
              <a:gd name="connsiteY143" fmla="*/ 1140112 h 1708593"/>
              <a:gd name="connsiteX144" fmla="*/ 806433 w 813632"/>
              <a:gd name="connsiteY144" fmla="*/ 1134075 h 1708593"/>
              <a:gd name="connsiteX145" fmla="*/ 764952 w 813632"/>
              <a:gd name="connsiteY145" fmla="*/ 1118997 h 1708593"/>
              <a:gd name="connsiteX146" fmla="*/ 749586 w 813632"/>
              <a:gd name="connsiteY146" fmla="*/ 1118080 h 1708593"/>
              <a:gd name="connsiteX147" fmla="*/ 734638 w 813632"/>
              <a:gd name="connsiteY147" fmla="*/ 1118997 h 1708593"/>
              <a:gd name="connsiteX148" fmla="*/ 662511 w 813632"/>
              <a:gd name="connsiteY148" fmla="*/ 1160499 h 1708593"/>
              <a:gd name="connsiteX149" fmla="*/ 562069 w 813632"/>
              <a:gd name="connsiteY149" fmla="*/ 1208147 h 1708593"/>
              <a:gd name="connsiteX150" fmla="*/ 462743 w 813632"/>
              <a:gd name="connsiteY150" fmla="*/ 1160499 h 1708593"/>
              <a:gd name="connsiteX151" fmla="*/ 375034 w 813632"/>
              <a:gd name="connsiteY151" fmla="*/ 1118080 h 1708593"/>
              <a:gd name="connsiteX152" fmla="*/ 287371 w 813632"/>
              <a:gd name="connsiteY152" fmla="*/ 1160499 h 1708593"/>
              <a:gd name="connsiteX153" fmla="*/ 187517 w 813632"/>
              <a:gd name="connsiteY153" fmla="*/ 1208147 h 1708593"/>
              <a:gd name="connsiteX154" fmla="*/ 87663 w 813632"/>
              <a:gd name="connsiteY154" fmla="*/ 1160499 h 1708593"/>
              <a:gd name="connsiteX155" fmla="*/ 0 w 813632"/>
              <a:gd name="connsiteY155" fmla="*/ 1118080 h 1708593"/>
              <a:gd name="connsiteX156" fmla="*/ 0 w 813632"/>
              <a:gd name="connsiteY156" fmla="*/ 1000651 h 1708593"/>
              <a:gd name="connsiteX157" fmla="*/ 99855 w 813632"/>
              <a:gd name="connsiteY157" fmla="*/ 1047762 h 1708593"/>
              <a:gd name="connsiteX158" fmla="*/ 187517 w 813632"/>
              <a:gd name="connsiteY158" fmla="*/ 1090220 h 1708593"/>
              <a:gd name="connsiteX159" fmla="*/ 275179 w 813632"/>
              <a:gd name="connsiteY159" fmla="*/ 1047762 h 1708593"/>
              <a:gd name="connsiteX160" fmla="*/ 375034 w 813632"/>
              <a:gd name="connsiteY160" fmla="*/ 1000651 h 1708593"/>
              <a:gd name="connsiteX161" fmla="*/ 474941 w 813632"/>
              <a:gd name="connsiteY161" fmla="*/ 1047762 h 1708593"/>
              <a:gd name="connsiteX162" fmla="*/ 562069 w 813632"/>
              <a:gd name="connsiteY162" fmla="*/ 1090220 h 1708593"/>
              <a:gd name="connsiteX163" fmla="*/ 650315 w 813632"/>
              <a:gd name="connsiteY163" fmla="*/ 1047762 h 1708593"/>
              <a:gd name="connsiteX164" fmla="*/ 740506 w 813632"/>
              <a:gd name="connsiteY164" fmla="*/ 1000937 h 1708593"/>
              <a:gd name="connsiteX165" fmla="*/ 749586 w 813632"/>
              <a:gd name="connsiteY165" fmla="*/ 1000651 h 1708593"/>
              <a:gd name="connsiteX166" fmla="*/ 758889 w 813632"/>
              <a:gd name="connsiteY166" fmla="*/ 1000931 h 1708593"/>
              <a:gd name="connsiteX167" fmla="*/ 813261 w 813632"/>
              <a:gd name="connsiteY167" fmla="*/ 1017410 h 1708593"/>
              <a:gd name="connsiteX168" fmla="*/ 813632 w 813632"/>
              <a:gd name="connsiteY168" fmla="*/ 1017715 h 1708593"/>
              <a:gd name="connsiteX169" fmla="*/ 813632 w 813632"/>
              <a:gd name="connsiteY169" fmla="*/ 1040548 h 1708593"/>
              <a:gd name="connsiteX170" fmla="*/ 806433 w 813632"/>
              <a:gd name="connsiteY170" fmla="*/ 1034450 h 1708593"/>
              <a:gd name="connsiteX171" fmla="*/ 764952 w 813632"/>
              <a:gd name="connsiteY171" fmla="*/ 1019575 h 1708593"/>
              <a:gd name="connsiteX172" fmla="*/ 749586 w 813632"/>
              <a:gd name="connsiteY172" fmla="*/ 1018681 h 1708593"/>
              <a:gd name="connsiteX173" fmla="*/ 734638 w 813632"/>
              <a:gd name="connsiteY173" fmla="*/ 1019575 h 1708593"/>
              <a:gd name="connsiteX174" fmla="*/ 662511 w 813632"/>
              <a:gd name="connsiteY174" fmla="*/ 1061140 h 1708593"/>
              <a:gd name="connsiteX175" fmla="*/ 562069 w 813632"/>
              <a:gd name="connsiteY175" fmla="*/ 1108251 h 1708593"/>
              <a:gd name="connsiteX176" fmla="*/ 462743 w 813632"/>
              <a:gd name="connsiteY176" fmla="*/ 1061140 h 1708593"/>
              <a:gd name="connsiteX177" fmla="*/ 375034 w 813632"/>
              <a:gd name="connsiteY177" fmla="*/ 1018681 h 1708593"/>
              <a:gd name="connsiteX178" fmla="*/ 287371 w 813632"/>
              <a:gd name="connsiteY178" fmla="*/ 1061140 h 1708593"/>
              <a:gd name="connsiteX179" fmla="*/ 187517 w 813632"/>
              <a:gd name="connsiteY179" fmla="*/ 1108251 h 1708593"/>
              <a:gd name="connsiteX180" fmla="*/ 87663 w 813632"/>
              <a:gd name="connsiteY180" fmla="*/ 1061140 h 1708593"/>
              <a:gd name="connsiteX181" fmla="*/ 0 w 813632"/>
              <a:gd name="connsiteY181" fmla="*/ 1018681 h 1708593"/>
              <a:gd name="connsiteX182" fmla="*/ 0 w 813632"/>
              <a:gd name="connsiteY182" fmla="*/ 900273 h 1708593"/>
              <a:gd name="connsiteX183" fmla="*/ 99855 w 813632"/>
              <a:gd name="connsiteY183" fmla="*/ 947279 h 1708593"/>
              <a:gd name="connsiteX184" fmla="*/ 187517 w 813632"/>
              <a:gd name="connsiteY184" fmla="*/ 989642 h 1708593"/>
              <a:gd name="connsiteX185" fmla="*/ 275179 w 813632"/>
              <a:gd name="connsiteY185" fmla="*/ 947279 h 1708593"/>
              <a:gd name="connsiteX186" fmla="*/ 375034 w 813632"/>
              <a:gd name="connsiteY186" fmla="*/ 900273 h 1708593"/>
              <a:gd name="connsiteX187" fmla="*/ 474941 w 813632"/>
              <a:gd name="connsiteY187" fmla="*/ 947279 h 1708593"/>
              <a:gd name="connsiteX188" fmla="*/ 562069 w 813632"/>
              <a:gd name="connsiteY188" fmla="*/ 989642 h 1708593"/>
              <a:gd name="connsiteX189" fmla="*/ 650315 w 813632"/>
              <a:gd name="connsiteY189" fmla="*/ 947279 h 1708593"/>
              <a:gd name="connsiteX190" fmla="*/ 740506 w 813632"/>
              <a:gd name="connsiteY190" fmla="*/ 900553 h 1708593"/>
              <a:gd name="connsiteX191" fmla="*/ 749586 w 813632"/>
              <a:gd name="connsiteY191" fmla="*/ 900273 h 1708593"/>
              <a:gd name="connsiteX192" fmla="*/ 758889 w 813632"/>
              <a:gd name="connsiteY192" fmla="*/ 900553 h 1708593"/>
              <a:gd name="connsiteX193" fmla="*/ 813261 w 813632"/>
              <a:gd name="connsiteY193" fmla="*/ 916994 h 1708593"/>
              <a:gd name="connsiteX194" fmla="*/ 813632 w 813632"/>
              <a:gd name="connsiteY194" fmla="*/ 917299 h 1708593"/>
              <a:gd name="connsiteX195" fmla="*/ 813632 w 813632"/>
              <a:gd name="connsiteY195" fmla="*/ 940081 h 1708593"/>
              <a:gd name="connsiteX196" fmla="*/ 806433 w 813632"/>
              <a:gd name="connsiteY196" fmla="*/ 933997 h 1708593"/>
              <a:gd name="connsiteX197" fmla="*/ 764952 w 813632"/>
              <a:gd name="connsiteY197" fmla="*/ 919155 h 1708593"/>
              <a:gd name="connsiteX198" fmla="*/ 749586 w 813632"/>
              <a:gd name="connsiteY198" fmla="*/ 918263 h 1708593"/>
              <a:gd name="connsiteX199" fmla="*/ 734638 w 813632"/>
              <a:gd name="connsiteY199" fmla="*/ 919155 h 1708593"/>
              <a:gd name="connsiteX200" fmla="*/ 662511 w 813632"/>
              <a:gd name="connsiteY200" fmla="*/ 960626 h 1708593"/>
              <a:gd name="connsiteX201" fmla="*/ 562069 w 813632"/>
              <a:gd name="connsiteY201" fmla="*/ 1007632 h 1708593"/>
              <a:gd name="connsiteX202" fmla="*/ 462743 w 813632"/>
              <a:gd name="connsiteY202" fmla="*/ 960626 h 1708593"/>
              <a:gd name="connsiteX203" fmla="*/ 375034 w 813632"/>
              <a:gd name="connsiteY203" fmla="*/ 918263 h 1708593"/>
              <a:gd name="connsiteX204" fmla="*/ 287371 w 813632"/>
              <a:gd name="connsiteY204" fmla="*/ 960626 h 1708593"/>
              <a:gd name="connsiteX205" fmla="*/ 187517 w 813632"/>
              <a:gd name="connsiteY205" fmla="*/ 1007632 h 1708593"/>
              <a:gd name="connsiteX206" fmla="*/ 87663 w 813632"/>
              <a:gd name="connsiteY206" fmla="*/ 960626 h 1708593"/>
              <a:gd name="connsiteX207" fmla="*/ 0 w 813632"/>
              <a:gd name="connsiteY207" fmla="*/ 918263 h 1708593"/>
              <a:gd name="connsiteX208" fmla="*/ 0 w 813632"/>
              <a:gd name="connsiteY208" fmla="*/ 800136 h 1708593"/>
              <a:gd name="connsiteX209" fmla="*/ 99855 w 813632"/>
              <a:gd name="connsiteY209" fmla="*/ 847785 h 1708593"/>
              <a:gd name="connsiteX210" fmla="*/ 187517 w 813632"/>
              <a:gd name="connsiteY210" fmla="*/ 890203 h 1708593"/>
              <a:gd name="connsiteX211" fmla="*/ 275179 w 813632"/>
              <a:gd name="connsiteY211" fmla="*/ 847785 h 1708593"/>
              <a:gd name="connsiteX212" fmla="*/ 375034 w 813632"/>
              <a:gd name="connsiteY212" fmla="*/ 800136 h 1708593"/>
              <a:gd name="connsiteX213" fmla="*/ 474941 w 813632"/>
              <a:gd name="connsiteY213" fmla="*/ 847785 h 1708593"/>
              <a:gd name="connsiteX214" fmla="*/ 562069 w 813632"/>
              <a:gd name="connsiteY214" fmla="*/ 890203 h 1708593"/>
              <a:gd name="connsiteX215" fmla="*/ 650315 w 813632"/>
              <a:gd name="connsiteY215" fmla="*/ 847785 h 1708593"/>
              <a:gd name="connsiteX216" fmla="*/ 740506 w 813632"/>
              <a:gd name="connsiteY216" fmla="*/ 800422 h 1708593"/>
              <a:gd name="connsiteX217" fmla="*/ 749586 w 813632"/>
              <a:gd name="connsiteY217" fmla="*/ 800136 h 1708593"/>
              <a:gd name="connsiteX218" fmla="*/ 758889 w 813632"/>
              <a:gd name="connsiteY218" fmla="*/ 800422 h 1708593"/>
              <a:gd name="connsiteX219" fmla="*/ 813261 w 813632"/>
              <a:gd name="connsiteY219" fmla="*/ 817197 h 1708593"/>
              <a:gd name="connsiteX220" fmla="*/ 813632 w 813632"/>
              <a:gd name="connsiteY220" fmla="*/ 817504 h 1708593"/>
              <a:gd name="connsiteX221" fmla="*/ 813632 w 813632"/>
              <a:gd name="connsiteY221" fmla="*/ 840182 h 1708593"/>
              <a:gd name="connsiteX222" fmla="*/ 806433 w 813632"/>
              <a:gd name="connsiteY222" fmla="*/ 834145 h 1708593"/>
              <a:gd name="connsiteX223" fmla="*/ 764952 w 813632"/>
              <a:gd name="connsiteY223" fmla="*/ 819066 h 1708593"/>
              <a:gd name="connsiteX224" fmla="*/ 749586 w 813632"/>
              <a:gd name="connsiteY224" fmla="*/ 818149 h 1708593"/>
              <a:gd name="connsiteX225" fmla="*/ 734638 w 813632"/>
              <a:gd name="connsiteY225" fmla="*/ 819066 h 1708593"/>
              <a:gd name="connsiteX226" fmla="*/ 662511 w 813632"/>
              <a:gd name="connsiteY226" fmla="*/ 860568 h 1708593"/>
              <a:gd name="connsiteX227" fmla="*/ 562069 w 813632"/>
              <a:gd name="connsiteY227" fmla="*/ 908217 h 1708593"/>
              <a:gd name="connsiteX228" fmla="*/ 462743 w 813632"/>
              <a:gd name="connsiteY228" fmla="*/ 860568 h 1708593"/>
              <a:gd name="connsiteX229" fmla="*/ 375034 w 813632"/>
              <a:gd name="connsiteY229" fmla="*/ 818149 h 1708593"/>
              <a:gd name="connsiteX230" fmla="*/ 287371 w 813632"/>
              <a:gd name="connsiteY230" fmla="*/ 860568 h 1708593"/>
              <a:gd name="connsiteX231" fmla="*/ 187517 w 813632"/>
              <a:gd name="connsiteY231" fmla="*/ 908217 h 1708593"/>
              <a:gd name="connsiteX232" fmla="*/ 87663 w 813632"/>
              <a:gd name="connsiteY232" fmla="*/ 860568 h 1708593"/>
              <a:gd name="connsiteX233" fmla="*/ 0 w 813632"/>
              <a:gd name="connsiteY233" fmla="*/ 818149 h 1708593"/>
              <a:gd name="connsiteX234" fmla="*/ 0 w 813632"/>
              <a:gd name="connsiteY234" fmla="*/ 700961 h 1708593"/>
              <a:gd name="connsiteX235" fmla="*/ 99855 w 813632"/>
              <a:gd name="connsiteY235" fmla="*/ 747967 h 1708593"/>
              <a:gd name="connsiteX236" fmla="*/ 187517 w 813632"/>
              <a:gd name="connsiteY236" fmla="*/ 790330 h 1708593"/>
              <a:gd name="connsiteX237" fmla="*/ 275179 w 813632"/>
              <a:gd name="connsiteY237" fmla="*/ 747967 h 1708593"/>
              <a:gd name="connsiteX238" fmla="*/ 375034 w 813632"/>
              <a:gd name="connsiteY238" fmla="*/ 700961 h 1708593"/>
              <a:gd name="connsiteX239" fmla="*/ 474941 w 813632"/>
              <a:gd name="connsiteY239" fmla="*/ 747967 h 1708593"/>
              <a:gd name="connsiteX240" fmla="*/ 562069 w 813632"/>
              <a:gd name="connsiteY240" fmla="*/ 790330 h 1708593"/>
              <a:gd name="connsiteX241" fmla="*/ 650315 w 813632"/>
              <a:gd name="connsiteY241" fmla="*/ 747967 h 1708593"/>
              <a:gd name="connsiteX242" fmla="*/ 740506 w 813632"/>
              <a:gd name="connsiteY242" fmla="*/ 701241 h 1708593"/>
              <a:gd name="connsiteX243" fmla="*/ 749586 w 813632"/>
              <a:gd name="connsiteY243" fmla="*/ 700961 h 1708593"/>
              <a:gd name="connsiteX244" fmla="*/ 758889 w 813632"/>
              <a:gd name="connsiteY244" fmla="*/ 701241 h 1708593"/>
              <a:gd name="connsiteX245" fmla="*/ 813261 w 813632"/>
              <a:gd name="connsiteY245" fmla="*/ 717683 h 1708593"/>
              <a:gd name="connsiteX246" fmla="*/ 813632 w 813632"/>
              <a:gd name="connsiteY246" fmla="*/ 717987 h 1708593"/>
              <a:gd name="connsiteX247" fmla="*/ 813632 w 813632"/>
              <a:gd name="connsiteY247" fmla="*/ 740769 h 1708593"/>
              <a:gd name="connsiteX248" fmla="*/ 806433 w 813632"/>
              <a:gd name="connsiteY248" fmla="*/ 734685 h 1708593"/>
              <a:gd name="connsiteX249" fmla="*/ 764952 w 813632"/>
              <a:gd name="connsiteY249" fmla="*/ 719843 h 1708593"/>
              <a:gd name="connsiteX250" fmla="*/ 749586 w 813632"/>
              <a:gd name="connsiteY250" fmla="*/ 718951 h 1708593"/>
              <a:gd name="connsiteX251" fmla="*/ 734638 w 813632"/>
              <a:gd name="connsiteY251" fmla="*/ 719843 h 1708593"/>
              <a:gd name="connsiteX252" fmla="*/ 662511 w 813632"/>
              <a:gd name="connsiteY252" fmla="*/ 761314 h 1708593"/>
              <a:gd name="connsiteX253" fmla="*/ 562069 w 813632"/>
              <a:gd name="connsiteY253" fmla="*/ 808320 h 1708593"/>
              <a:gd name="connsiteX254" fmla="*/ 462743 w 813632"/>
              <a:gd name="connsiteY254" fmla="*/ 761314 h 1708593"/>
              <a:gd name="connsiteX255" fmla="*/ 375034 w 813632"/>
              <a:gd name="connsiteY255" fmla="*/ 718951 h 1708593"/>
              <a:gd name="connsiteX256" fmla="*/ 287371 w 813632"/>
              <a:gd name="connsiteY256" fmla="*/ 761314 h 1708593"/>
              <a:gd name="connsiteX257" fmla="*/ 187517 w 813632"/>
              <a:gd name="connsiteY257" fmla="*/ 808320 h 1708593"/>
              <a:gd name="connsiteX258" fmla="*/ 87663 w 813632"/>
              <a:gd name="connsiteY258" fmla="*/ 761314 h 1708593"/>
              <a:gd name="connsiteX259" fmla="*/ 0 w 813632"/>
              <a:gd name="connsiteY259" fmla="*/ 718951 h 1708593"/>
              <a:gd name="connsiteX260" fmla="*/ 0 w 813632"/>
              <a:gd name="connsiteY260" fmla="*/ 600343 h 1708593"/>
              <a:gd name="connsiteX261" fmla="*/ 99855 w 813632"/>
              <a:gd name="connsiteY261" fmla="*/ 647349 h 1708593"/>
              <a:gd name="connsiteX262" fmla="*/ 187517 w 813632"/>
              <a:gd name="connsiteY262" fmla="*/ 689712 h 1708593"/>
              <a:gd name="connsiteX263" fmla="*/ 275179 w 813632"/>
              <a:gd name="connsiteY263" fmla="*/ 647349 h 1708593"/>
              <a:gd name="connsiteX264" fmla="*/ 375034 w 813632"/>
              <a:gd name="connsiteY264" fmla="*/ 600343 h 1708593"/>
              <a:gd name="connsiteX265" fmla="*/ 474941 w 813632"/>
              <a:gd name="connsiteY265" fmla="*/ 647349 h 1708593"/>
              <a:gd name="connsiteX266" fmla="*/ 562069 w 813632"/>
              <a:gd name="connsiteY266" fmla="*/ 689712 h 1708593"/>
              <a:gd name="connsiteX267" fmla="*/ 650315 w 813632"/>
              <a:gd name="connsiteY267" fmla="*/ 647349 h 1708593"/>
              <a:gd name="connsiteX268" fmla="*/ 740506 w 813632"/>
              <a:gd name="connsiteY268" fmla="*/ 600622 h 1708593"/>
              <a:gd name="connsiteX269" fmla="*/ 749586 w 813632"/>
              <a:gd name="connsiteY269" fmla="*/ 600343 h 1708593"/>
              <a:gd name="connsiteX270" fmla="*/ 758889 w 813632"/>
              <a:gd name="connsiteY270" fmla="*/ 600622 h 1708593"/>
              <a:gd name="connsiteX271" fmla="*/ 813261 w 813632"/>
              <a:gd name="connsiteY271" fmla="*/ 617064 h 1708593"/>
              <a:gd name="connsiteX272" fmla="*/ 813632 w 813632"/>
              <a:gd name="connsiteY272" fmla="*/ 617368 h 1708593"/>
              <a:gd name="connsiteX273" fmla="*/ 813632 w 813632"/>
              <a:gd name="connsiteY273" fmla="*/ 639756 h 1708593"/>
              <a:gd name="connsiteX274" fmla="*/ 806433 w 813632"/>
              <a:gd name="connsiteY274" fmla="*/ 633727 h 1708593"/>
              <a:gd name="connsiteX275" fmla="*/ 764952 w 813632"/>
              <a:gd name="connsiteY275" fmla="*/ 618668 h 1708593"/>
              <a:gd name="connsiteX276" fmla="*/ 749586 w 813632"/>
              <a:gd name="connsiteY276" fmla="*/ 617752 h 1708593"/>
              <a:gd name="connsiteX277" fmla="*/ 734638 w 813632"/>
              <a:gd name="connsiteY277" fmla="*/ 618668 h 1708593"/>
              <a:gd name="connsiteX278" fmla="*/ 662511 w 813632"/>
              <a:gd name="connsiteY278" fmla="*/ 660115 h 1708593"/>
              <a:gd name="connsiteX279" fmla="*/ 562069 w 813632"/>
              <a:gd name="connsiteY279" fmla="*/ 707701 h 1708593"/>
              <a:gd name="connsiteX280" fmla="*/ 462743 w 813632"/>
              <a:gd name="connsiteY280" fmla="*/ 660115 h 1708593"/>
              <a:gd name="connsiteX281" fmla="*/ 375034 w 813632"/>
              <a:gd name="connsiteY281" fmla="*/ 617752 h 1708593"/>
              <a:gd name="connsiteX282" fmla="*/ 287371 w 813632"/>
              <a:gd name="connsiteY282" fmla="*/ 660115 h 1708593"/>
              <a:gd name="connsiteX283" fmla="*/ 187517 w 813632"/>
              <a:gd name="connsiteY283" fmla="*/ 707701 h 1708593"/>
              <a:gd name="connsiteX284" fmla="*/ 87663 w 813632"/>
              <a:gd name="connsiteY284" fmla="*/ 660115 h 1708593"/>
              <a:gd name="connsiteX285" fmla="*/ 0 w 813632"/>
              <a:gd name="connsiteY285" fmla="*/ 617752 h 1708593"/>
              <a:gd name="connsiteX286" fmla="*/ 0 w 813632"/>
              <a:gd name="connsiteY286" fmla="*/ 500446 h 1708593"/>
              <a:gd name="connsiteX287" fmla="*/ 99855 w 813632"/>
              <a:gd name="connsiteY287" fmla="*/ 548032 h 1708593"/>
              <a:gd name="connsiteX288" fmla="*/ 187517 w 813632"/>
              <a:gd name="connsiteY288" fmla="*/ 590395 h 1708593"/>
              <a:gd name="connsiteX289" fmla="*/ 275179 w 813632"/>
              <a:gd name="connsiteY289" fmla="*/ 548032 h 1708593"/>
              <a:gd name="connsiteX290" fmla="*/ 375034 w 813632"/>
              <a:gd name="connsiteY290" fmla="*/ 500446 h 1708593"/>
              <a:gd name="connsiteX291" fmla="*/ 474941 w 813632"/>
              <a:gd name="connsiteY291" fmla="*/ 548032 h 1708593"/>
              <a:gd name="connsiteX292" fmla="*/ 562069 w 813632"/>
              <a:gd name="connsiteY292" fmla="*/ 590395 h 1708593"/>
              <a:gd name="connsiteX293" fmla="*/ 650315 w 813632"/>
              <a:gd name="connsiteY293" fmla="*/ 548032 h 1708593"/>
              <a:gd name="connsiteX294" fmla="*/ 740506 w 813632"/>
              <a:gd name="connsiteY294" fmla="*/ 500732 h 1708593"/>
              <a:gd name="connsiteX295" fmla="*/ 749586 w 813632"/>
              <a:gd name="connsiteY295" fmla="*/ 500446 h 1708593"/>
              <a:gd name="connsiteX296" fmla="*/ 758889 w 813632"/>
              <a:gd name="connsiteY296" fmla="*/ 500732 h 1708593"/>
              <a:gd name="connsiteX297" fmla="*/ 813261 w 813632"/>
              <a:gd name="connsiteY297" fmla="*/ 517485 h 1708593"/>
              <a:gd name="connsiteX298" fmla="*/ 813632 w 813632"/>
              <a:gd name="connsiteY298" fmla="*/ 517791 h 1708593"/>
              <a:gd name="connsiteX299" fmla="*/ 813632 w 813632"/>
              <a:gd name="connsiteY299" fmla="*/ 540440 h 1708593"/>
              <a:gd name="connsiteX300" fmla="*/ 806433 w 813632"/>
              <a:gd name="connsiteY300" fmla="*/ 534411 h 1708593"/>
              <a:gd name="connsiteX301" fmla="*/ 764952 w 813632"/>
              <a:gd name="connsiteY301" fmla="*/ 519352 h 1708593"/>
              <a:gd name="connsiteX302" fmla="*/ 749586 w 813632"/>
              <a:gd name="connsiteY302" fmla="*/ 518436 h 1708593"/>
              <a:gd name="connsiteX303" fmla="*/ 734638 w 813632"/>
              <a:gd name="connsiteY303" fmla="*/ 519352 h 1708593"/>
              <a:gd name="connsiteX304" fmla="*/ 662511 w 813632"/>
              <a:gd name="connsiteY304" fmla="*/ 560799 h 1708593"/>
              <a:gd name="connsiteX305" fmla="*/ 562069 w 813632"/>
              <a:gd name="connsiteY305" fmla="*/ 607805 h 1708593"/>
              <a:gd name="connsiteX306" fmla="*/ 462743 w 813632"/>
              <a:gd name="connsiteY306" fmla="*/ 560799 h 1708593"/>
              <a:gd name="connsiteX307" fmla="*/ 375034 w 813632"/>
              <a:gd name="connsiteY307" fmla="*/ 518436 h 1708593"/>
              <a:gd name="connsiteX308" fmla="*/ 287371 w 813632"/>
              <a:gd name="connsiteY308" fmla="*/ 560799 h 1708593"/>
              <a:gd name="connsiteX309" fmla="*/ 187517 w 813632"/>
              <a:gd name="connsiteY309" fmla="*/ 607805 h 1708593"/>
              <a:gd name="connsiteX310" fmla="*/ 87663 w 813632"/>
              <a:gd name="connsiteY310" fmla="*/ 560799 h 1708593"/>
              <a:gd name="connsiteX311" fmla="*/ 0 w 813632"/>
              <a:gd name="connsiteY311" fmla="*/ 518436 h 1708593"/>
              <a:gd name="connsiteX312" fmla="*/ 0 w 813632"/>
              <a:gd name="connsiteY312" fmla="*/ 399827 h 1708593"/>
              <a:gd name="connsiteX313" fmla="*/ 99855 w 813632"/>
              <a:gd name="connsiteY313" fmla="*/ 447520 h 1708593"/>
              <a:gd name="connsiteX314" fmla="*/ 187517 w 813632"/>
              <a:gd name="connsiteY314" fmla="*/ 489978 h 1708593"/>
              <a:gd name="connsiteX315" fmla="*/ 275179 w 813632"/>
              <a:gd name="connsiteY315" fmla="*/ 447520 h 1708593"/>
              <a:gd name="connsiteX316" fmla="*/ 375034 w 813632"/>
              <a:gd name="connsiteY316" fmla="*/ 399827 h 1708593"/>
              <a:gd name="connsiteX317" fmla="*/ 474941 w 813632"/>
              <a:gd name="connsiteY317" fmla="*/ 447520 h 1708593"/>
              <a:gd name="connsiteX318" fmla="*/ 562069 w 813632"/>
              <a:gd name="connsiteY318" fmla="*/ 489978 h 1708593"/>
              <a:gd name="connsiteX319" fmla="*/ 650315 w 813632"/>
              <a:gd name="connsiteY319" fmla="*/ 447520 h 1708593"/>
              <a:gd name="connsiteX320" fmla="*/ 740506 w 813632"/>
              <a:gd name="connsiteY320" fmla="*/ 400114 h 1708593"/>
              <a:gd name="connsiteX321" fmla="*/ 749586 w 813632"/>
              <a:gd name="connsiteY321" fmla="*/ 399827 h 1708593"/>
              <a:gd name="connsiteX322" fmla="*/ 758889 w 813632"/>
              <a:gd name="connsiteY322" fmla="*/ 400114 h 1708593"/>
              <a:gd name="connsiteX323" fmla="*/ 813261 w 813632"/>
              <a:gd name="connsiteY323" fmla="*/ 416904 h 1708593"/>
              <a:gd name="connsiteX324" fmla="*/ 813632 w 813632"/>
              <a:gd name="connsiteY324" fmla="*/ 417212 h 1708593"/>
              <a:gd name="connsiteX325" fmla="*/ 813632 w 813632"/>
              <a:gd name="connsiteY325" fmla="*/ 439911 h 1708593"/>
              <a:gd name="connsiteX326" fmla="*/ 806433 w 813632"/>
              <a:gd name="connsiteY326" fmla="*/ 433868 h 1708593"/>
              <a:gd name="connsiteX327" fmla="*/ 764952 w 813632"/>
              <a:gd name="connsiteY327" fmla="*/ 418775 h 1708593"/>
              <a:gd name="connsiteX328" fmla="*/ 749586 w 813632"/>
              <a:gd name="connsiteY328" fmla="*/ 417858 h 1708593"/>
              <a:gd name="connsiteX329" fmla="*/ 734638 w 813632"/>
              <a:gd name="connsiteY329" fmla="*/ 418751 h 1708593"/>
              <a:gd name="connsiteX330" fmla="*/ 662511 w 813632"/>
              <a:gd name="connsiteY330" fmla="*/ 460316 h 1708593"/>
              <a:gd name="connsiteX331" fmla="*/ 562069 w 813632"/>
              <a:gd name="connsiteY331" fmla="*/ 507427 h 1708593"/>
              <a:gd name="connsiteX332" fmla="*/ 462743 w 813632"/>
              <a:gd name="connsiteY332" fmla="*/ 460316 h 1708593"/>
              <a:gd name="connsiteX333" fmla="*/ 375034 w 813632"/>
              <a:gd name="connsiteY333" fmla="*/ 417858 h 1708593"/>
              <a:gd name="connsiteX334" fmla="*/ 287371 w 813632"/>
              <a:gd name="connsiteY334" fmla="*/ 460316 h 1708593"/>
              <a:gd name="connsiteX335" fmla="*/ 187517 w 813632"/>
              <a:gd name="connsiteY335" fmla="*/ 507427 h 1708593"/>
              <a:gd name="connsiteX336" fmla="*/ 87663 w 813632"/>
              <a:gd name="connsiteY336" fmla="*/ 460316 h 1708593"/>
              <a:gd name="connsiteX337" fmla="*/ 0 w 813632"/>
              <a:gd name="connsiteY337" fmla="*/ 417858 h 1708593"/>
              <a:gd name="connsiteX338" fmla="*/ 0 w 813632"/>
              <a:gd name="connsiteY338" fmla="*/ 299931 h 1708593"/>
              <a:gd name="connsiteX339" fmla="*/ 99855 w 813632"/>
              <a:gd name="connsiteY339" fmla="*/ 347579 h 1708593"/>
              <a:gd name="connsiteX340" fmla="*/ 187517 w 813632"/>
              <a:gd name="connsiteY340" fmla="*/ 389998 h 1708593"/>
              <a:gd name="connsiteX341" fmla="*/ 275179 w 813632"/>
              <a:gd name="connsiteY341" fmla="*/ 347579 h 1708593"/>
              <a:gd name="connsiteX342" fmla="*/ 375034 w 813632"/>
              <a:gd name="connsiteY342" fmla="*/ 299931 h 1708593"/>
              <a:gd name="connsiteX343" fmla="*/ 474941 w 813632"/>
              <a:gd name="connsiteY343" fmla="*/ 347579 h 1708593"/>
              <a:gd name="connsiteX344" fmla="*/ 562069 w 813632"/>
              <a:gd name="connsiteY344" fmla="*/ 389998 h 1708593"/>
              <a:gd name="connsiteX345" fmla="*/ 650315 w 813632"/>
              <a:gd name="connsiteY345" fmla="*/ 347579 h 1708593"/>
              <a:gd name="connsiteX346" fmla="*/ 740506 w 813632"/>
              <a:gd name="connsiteY346" fmla="*/ 300217 h 1708593"/>
              <a:gd name="connsiteX347" fmla="*/ 749586 w 813632"/>
              <a:gd name="connsiteY347" fmla="*/ 299931 h 1708593"/>
              <a:gd name="connsiteX348" fmla="*/ 758889 w 813632"/>
              <a:gd name="connsiteY348" fmla="*/ 300217 h 1708593"/>
              <a:gd name="connsiteX349" fmla="*/ 813261 w 813632"/>
              <a:gd name="connsiteY349" fmla="*/ 316991 h 1708593"/>
              <a:gd name="connsiteX350" fmla="*/ 813632 w 813632"/>
              <a:gd name="connsiteY350" fmla="*/ 317299 h 1708593"/>
              <a:gd name="connsiteX351" fmla="*/ 813632 w 813632"/>
              <a:gd name="connsiteY351" fmla="*/ 339977 h 1708593"/>
              <a:gd name="connsiteX352" fmla="*/ 806433 w 813632"/>
              <a:gd name="connsiteY352" fmla="*/ 333940 h 1708593"/>
              <a:gd name="connsiteX353" fmla="*/ 764952 w 813632"/>
              <a:gd name="connsiteY353" fmla="*/ 318861 h 1708593"/>
              <a:gd name="connsiteX354" fmla="*/ 749586 w 813632"/>
              <a:gd name="connsiteY354" fmla="*/ 317944 h 1708593"/>
              <a:gd name="connsiteX355" fmla="*/ 734638 w 813632"/>
              <a:gd name="connsiteY355" fmla="*/ 318861 h 1708593"/>
              <a:gd name="connsiteX356" fmla="*/ 662511 w 813632"/>
              <a:gd name="connsiteY356" fmla="*/ 360363 h 1708593"/>
              <a:gd name="connsiteX357" fmla="*/ 562069 w 813632"/>
              <a:gd name="connsiteY357" fmla="*/ 408011 h 1708593"/>
              <a:gd name="connsiteX358" fmla="*/ 462743 w 813632"/>
              <a:gd name="connsiteY358" fmla="*/ 360363 h 1708593"/>
              <a:gd name="connsiteX359" fmla="*/ 375034 w 813632"/>
              <a:gd name="connsiteY359" fmla="*/ 317944 h 1708593"/>
              <a:gd name="connsiteX360" fmla="*/ 287371 w 813632"/>
              <a:gd name="connsiteY360" fmla="*/ 360363 h 1708593"/>
              <a:gd name="connsiteX361" fmla="*/ 187517 w 813632"/>
              <a:gd name="connsiteY361" fmla="*/ 408011 h 1708593"/>
              <a:gd name="connsiteX362" fmla="*/ 87663 w 813632"/>
              <a:gd name="connsiteY362" fmla="*/ 360363 h 1708593"/>
              <a:gd name="connsiteX363" fmla="*/ 0 w 813632"/>
              <a:gd name="connsiteY363" fmla="*/ 317944 h 1708593"/>
              <a:gd name="connsiteX364" fmla="*/ 0 w 813632"/>
              <a:gd name="connsiteY364" fmla="*/ 200516 h 1708593"/>
              <a:gd name="connsiteX365" fmla="*/ 99855 w 813632"/>
              <a:gd name="connsiteY365" fmla="*/ 247521 h 1708593"/>
              <a:gd name="connsiteX366" fmla="*/ 187517 w 813632"/>
              <a:gd name="connsiteY366" fmla="*/ 289884 h 1708593"/>
              <a:gd name="connsiteX367" fmla="*/ 275179 w 813632"/>
              <a:gd name="connsiteY367" fmla="*/ 247521 h 1708593"/>
              <a:gd name="connsiteX368" fmla="*/ 375034 w 813632"/>
              <a:gd name="connsiteY368" fmla="*/ 200516 h 1708593"/>
              <a:gd name="connsiteX369" fmla="*/ 474941 w 813632"/>
              <a:gd name="connsiteY369" fmla="*/ 247521 h 1708593"/>
              <a:gd name="connsiteX370" fmla="*/ 562069 w 813632"/>
              <a:gd name="connsiteY370" fmla="*/ 289884 h 1708593"/>
              <a:gd name="connsiteX371" fmla="*/ 650315 w 813632"/>
              <a:gd name="connsiteY371" fmla="*/ 247521 h 1708593"/>
              <a:gd name="connsiteX372" fmla="*/ 740506 w 813632"/>
              <a:gd name="connsiteY372" fmla="*/ 200801 h 1708593"/>
              <a:gd name="connsiteX373" fmla="*/ 749586 w 813632"/>
              <a:gd name="connsiteY373" fmla="*/ 200516 h 1708593"/>
              <a:gd name="connsiteX374" fmla="*/ 758889 w 813632"/>
              <a:gd name="connsiteY374" fmla="*/ 200801 h 1708593"/>
              <a:gd name="connsiteX375" fmla="*/ 813261 w 813632"/>
              <a:gd name="connsiteY375" fmla="*/ 217467 h 1708593"/>
              <a:gd name="connsiteX376" fmla="*/ 813632 w 813632"/>
              <a:gd name="connsiteY376" fmla="*/ 217769 h 1708593"/>
              <a:gd name="connsiteX377" fmla="*/ 813632 w 813632"/>
              <a:gd name="connsiteY377" fmla="*/ 240323 h 1708593"/>
              <a:gd name="connsiteX378" fmla="*/ 806433 w 813632"/>
              <a:gd name="connsiteY378" fmla="*/ 234239 h 1708593"/>
              <a:gd name="connsiteX379" fmla="*/ 764952 w 813632"/>
              <a:gd name="connsiteY379" fmla="*/ 219397 h 1708593"/>
              <a:gd name="connsiteX380" fmla="*/ 749586 w 813632"/>
              <a:gd name="connsiteY380" fmla="*/ 218505 h 1708593"/>
              <a:gd name="connsiteX381" fmla="*/ 734638 w 813632"/>
              <a:gd name="connsiteY381" fmla="*/ 219397 h 1708593"/>
              <a:gd name="connsiteX382" fmla="*/ 662511 w 813632"/>
              <a:gd name="connsiteY382" fmla="*/ 260868 h 1708593"/>
              <a:gd name="connsiteX383" fmla="*/ 562069 w 813632"/>
              <a:gd name="connsiteY383" fmla="*/ 307874 h 1708593"/>
              <a:gd name="connsiteX384" fmla="*/ 462743 w 813632"/>
              <a:gd name="connsiteY384" fmla="*/ 260868 h 1708593"/>
              <a:gd name="connsiteX385" fmla="*/ 375034 w 813632"/>
              <a:gd name="connsiteY385" fmla="*/ 218505 h 1708593"/>
              <a:gd name="connsiteX386" fmla="*/ 287371 w 813632"/>
              <a:gd name="connsiteY386" fmla="*/ 260868 h 1708593"/>
              <a:gd name="connsiteX387" fmla="*/ 187517 w 813632"/>
              <a:gd name="connsiteY387" fmla="*/ 307874 h 1708593"/>
              <a:gd name="connsiteX388" fmla="*/ 87663 w 813632"/>
              <a:gd name="connsiteY388" fmla="*/ 260868 h 1708593"/>
              <a:gd name="connsiteX389" fmla="*/ 0 w 813632"/>
              <a:gd name="connsiteY389" fmla="*/ 218505 h 1708593"/>
              <a:gd name="connsiteX390" fmla="*/ 0 w 813632"/>
              <a:gd name="connsiteY390" fmla="*/ 99897 h 1708593"/>
              <a:gd name="connsiteX391" fmla="*/ 99855 w 813632"/>
              <a:gd name="connsiteY391" fmla="*/ 147008 h 1708593"/>
              <a:gd name="connsiteX392" fmla="*/ 187517 w 813632"/>
              <a:gd name="connsiteY392" fmla="*/ 189466 h 1708593"/>
              <a:gd name="connsiteX393" fmla="*/ 275179 w 813632"/>
              <a:gd name="connsiteY393" fmla="*/ 147008 h 1708593"/>
              <a:gd name="connsiteX394" fmla="*/ 375034 w 813632"/>
              <a:gd name="connsiteY394" fmla="*/ 99897 h 1708593"/>
              <a:gd name="connsiteX395" fmla="*/ 474941 w 813632"/>
              <a:gd name="connsiteY395" fmla="*/ 147008 h 1708593"/>
              <a:gd name="connsiteX396" fmla="*/ 562069 w 813632"/>
              <a:gd name="connsiteY396" fmla="*/ 189466 h 1708593"/>
              <a:gd name="connsiteX397" fmla="*/ 650315 w 813632"/>
              <a:gd name="connsiteY397" fmla="*/ 147008 h 1708593"/>
              <a:gd name="connsiteX398" fmla="*/ 740506 w 813632"/>
              <a:gd name="connsiteY398" fmla="*/ 100183 h 1708593"/>
              <a:gd name="connsiteX399" fmla="*/ 749586 w 813632"/>
              <a:gd name="connsiteY399" fmla="*/ 99897 h 1708593"/>
              <a:gd name="connsiteX400" fmla="*/ 758889 w 813632"/>
              <a:gd name="connsiteY400" fmla="*/ 100177 h 1708593"/>
              <a:gd name="connsiteX401" fmla="*/ 813261 w 813632"/>
              <a:gd name="connsiteY401" fmla="*/ 116655 h 1708593"/>
              <a:gd name="connsiteX402" fmla="*/ 813632 w 813632"/>
              <a:gd name="connsiteY402" fmla="*/ 116960 h 1708593"/>
              <a:gd name="connsiteX403" fmla="*/ 813632 w 813632"/>
              <a:gd name="connsiteY403" fmla="*/ 139794 h 1708593"/>
              <a:gd name="connsiteX404" fmla="*/ 806433 w 813632"/>
              <a:gd name="connsiteY404" fmla="*/ 133696 h 1708593"/>
              <a:gd name="connsiteX405" fmla="*/ 764952 w 813632"/>
              <a:gd name="connsiteY405" fmla="*/ 118821 h 1708593"/>
              <a:gd name="connsiteX406" fmla="*/ 749586 w 813632"/>
              <a:gd name="connsiteY406" fmla="*/ 117927 h 1708593"/>
              <a:gd name="connsiteX407" fmla="*/ 734638 w 813632"/>
              <a:gd name="connsiteY407" fmla="*/ 118821 h 1708593"/>
              <a:gd name="connsiteX408" fmla="*/ 662511 w 813632"/>
              <a:gd name="connsiteY408" fmla="*/ 160385 h 1708593"/>
              <a:gd name="connsiteX409" fmla="*/ 562069 w 813632"/>
              <a:gd name="connsiteY409" fmla="*/ 207496 h 1708593"/>
              <a:gd name="connsiteX410" fmla="*/ 462743 w 813632"/>
              <a:gd name="connsiteY410" fmla="*/ 160385 h 1708593"/>
              <a:gd name="connsiteX411" fmla="*/ 375034 w 813632"/>
              <a:gd name="connsiteY411" fmla="*/ 117927 h 1708593"/>
              <a:gd name="connsiteX412" fmla="*/ 287371 w 813632"/>
              <a:gd name="connsiteY412" fmla="*/ 160385 h 1708593"/>
              <a:gd name="connsiteX413" fmla="*/ 187517 w 813632"/>
              <a:gd name="connsiteY413" fmla="*/ 207496 h 1708593"/>
              <a:gd name="connsiteX414" fmla="*/ 87663 w 813632"/>
              <a:gd name="connsiteY414" fmla="*/ 160385 h 1708593"/>
              <a:gd name="connsiteX415" fmla="*/ 0 w 813632"/>
              <a:gd name="connsiteY415" fmla="*/ 117927 h 1708593"/>
              <a:gd name="connsiteX416" fmla="*/ 0 w 813632"/>
              <a:gd name="connsiteY416" fmla="*/ 0 h 1708593"/>
              <a:gd name="connsiteX417" fmla="*/ 99855 w 813632"/>
              <a:gd name="connsiteY417" fmla="*/ 47649 h 1708593"/>
              <a:gd name="connsiteX418" fmla="*/ 187517 w 813632"/>
              <a:gd name="connsiteY418" fmla="*/ 90067 h 1708593"/>
              <a:gd name="connsiteX419" fmla="*/ 275179 w 813632"/>
              <a:gd name="connsiteY419" fmla="*/ 47649 h 1708593"/>
              <a:gd name="connsiteX420" fmla="*/ 375034 w 813632"/>
              <a:gd name="connsiteY420" fmla="*/ 0 h 1708593"/>
              <a:gd name="connsiteX421" fmla="*/ 474941 w 813632"/>
              <a:gd name="connsiteY421" fmla="*/ 47649 h 1708593"/>
              <a:gd name="connsiteX422" fmla="*/ 562069 w 813632"/>
              <a:gd name="connsiteY422" fmla="*/ 90067 h 1708593"/>
              <a:gd name="connsiteX423" fmla="*/ 650315 w 813632"/>
              <a:gd name="connsiteY423" fmla="*/ 47649 h 1708593"/>
              <a:gd name="connsiteX424" fmla="*/ 740506 w 813632"/>
              <a:gd name="connsiteY424" fmla="*/ 286 h 1708593"/>
              <a:gd name="connsiteX425" fmla="*/ 749586 w 813632"/>
              <a:gd name="connsiteY425" fmla="*/ 0 h 1708593"/>
              <a:gd name="connsiteX426" fmla="*/ 810333 w 813632"/>
              <a:gd name="connsiteY426" fmla="*/ 15326 h 1708593"/>
              <a:gd name="connsiteX427" fmla="*/ 813632 w 813632"/>
              <a:gd name="connsiteY427" fmla="*/ 18004 h 1708593"/>
              <a:gd name="connsiteX428" fmla="*/ 813632 w 813632"/>
              <a:gd name="connsiteY428" fmla="*/ 40046 h 1708593"/>
              <a:gd name="connsiteX429" fmla="*/ 806433 w 813632"/>
              <a:gd name="connsiteY429" fmla="*/ 34009 h 1708593"/>
              <a:gd name="connsiteX430" fmla="*/ 764952 w 813632"/>
              <a:gd name="connsiteY430" fmla="*/ 18931 h 1708593"/>
              <a:gd name="connsiteX431" fmla="*/ 749586 w 813632"/>
              <a:gd name="connsiteY431" fmla="*/ 18014 h 1708593"/>
              <a:gd name="connsiteX432" fmla="*/ 734638 w 813632"/>
              <a:gd name="connsiteY432" fmla="*/ 18931 h 1708593"/>
              <a:gd name="connsiteX433" fmla="*/ 662511 w 813632"/>
              <a:gd name="connsiteY433" fmla="*/ 60432 h 1708593"/>
              <a:gd name="connsiteX434" fmla="*/ 562069 w 813632"/>
              <a:gd name="connsiteY434" fmla="*/ 108081 h 1708593"/>
              <a:gd name="connsiteX435" fmla="*/ 462743 w 813632"/>
              <a:gd name="connsiteY435" fmla="*/ 60432 h 1708593"/>
              <a:gd name="connsiteX436" fmla="*/ 375034 w 813632"/>
              <a:gd name="connsiteY436" fmla="*/ 18014 h 1708593"/>
              <a:gd name="connsiteX437" fmla="*/ 287371 w 813632"/>
              <a:gd name="connsiteY437" fmla="*/ 60432 h 1708593"/>
              <a:gd name="connsiteX438" fmla="*/ 187517 w 813632"/>
              <a:gd name="connsiteY438" fmla="*/ 108081 h 1708593"/>
              <a:gd name="connsiteX439" fmla="*/ 87663 w 813632"/>
              <a:gd name="connsiteY439" fmla="*/ 60432 h 1708593"/>
              <a:gd name="connsiteX440" fmla="*/ 0 w 813632"/>
              <a:gd name="connsiteY440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</a:cxnLst>
            <a:rect l="l" t="t" r="r" b="b"/>
            <a:pathLst>
              <a:path w="813632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781444" y="1602212"/>
                  <a:pt x="798809" y="1608742"/>
                  <a:pt x="813261" y="1617573"/>
                </a:cubicBezTo>
                <a:lnTo>
                  <a:pt x="813632" y="1617880"/>
                </a:lnTo>
                <a:lnTo>
                  <a:pt x="813632" y="1640559"/>
                </a:lnTo>
                <a:lnTo>
                  <a:pt x="806433" y="1634522"/>
                </a:lnTo>
                <a:cubicBezTo>
                  <a:pt x="794932" y="1627085"/>
                  <a:pt x="781770" y="1621540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781444" y="1502760"/>
                  <a:pt x="798809" y="1509152"/>
                  <a:pt x="813261" y="1517855"/>
                </a:cubicBezTo>
                <a:lnTo>
                  <a:pt x="813632" y="1518160"/>
                </a:lnTo>
                <a:lnTo>
                  <a:pt x="813632" y="1540599"/>
                </a:lnTo>
                <a:lnTo>
                  <a:pt x="806433" y="1534556"/>
                </a:lnTo>
                <a:cubicBezTo>
                  <a:pt x="794932" y="1527113"/>
                  <a:pt x="781770" y="1521563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781444" y="1401697"/>
                  <a:pt x="798809" y="1408226"/>
                  <a:pt x="813261" y="1417058"/>
                </a:cubicBezTo>
                <a:lnTo>
                  <a:pt x="813632" y="1417365"/>
                </a:lnTo>
                <a:lnTo>
                  <a:pt x="813632" y="1440043"/>
                </a:lnTo>
                <a:lnTo>
                  <a:pt x="806433" y="1434006"/>
                </a:lnTo>
                <a:cubicBezTo>
                  <a:pt x="794932" y="1426570"/>
                  <a:pt x="781770" y="1421025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781444" y="1302282"/>
                  <a:pt x="798809" y="1308808"/>
                  <a:pt x="813261" y="1317571"/>
                </a:cubicBezTo>
                <a:lnTo>
                  <a:pt x="813632" y="1317874"/>
                </a:lnTo>
                <a:lnTo>
                  <a:pt x="813632" y="1340479"/>
                </a:lnTo>
                <a:lnTo>
                  <a:pt x="806433" y="1334381"/>
                </a:lnTo>
                <a:cubicBezTo>
                  <a:pt x="794932" y="1326983"/>
                  <a:pt x="781770" y="1321554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781444" y="1202385"/>
                  <a:pt x="798809" y="1208915"/>
                  <a:pt x="813261" y="1217746"/>
                </a:cubicBezTo>
                <a:lnTo>
                  <a:pt x="813632" y="1218053"/>
                </a:lnTo>
                <a:lnTo>
                  <a:pt x="813632" y="1240731"/>
                </a:lnTo>
                <a:lnTo>
                  <a:pt x="806433" y="1234694"/>
                </a:lnTo>
                <a:cubicBezTo>
                  <a:pt x="794932" y="1227258"/>
                  <a:pt x="781770" y="1221713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1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781444" y="1101766"/>
                  <a:pt x="798809" y="1108296"/>
                  <a:pt x="813261" y="1117127"/>
                </a:cubicBezTo>
                <a:lnTo>
                  <a:pt x="813632" y="1117434"/>
                </a:lnTo>
                <a:lnTo>
                  <a:pt x="813632" y="1140112"/>
                </a:lnTo>
                <a:lnTo>
                  <a:pt x="806433" y="1134075"/>
                </a:lnTo>
                <a:cubicBezTo>
                  <a:pt x="794932" y="1126639"/>
                  <a:pt x="781770" y="1121094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781444" y="1002314"/>
                  <a:pt x="798809" y="1008706"/>
                  <a:pt x="813261" y="1017410"/>
                </a:cubicBezTo>
                <a:lnTo>
                  <a:pt x="813632" y="1017715"/>
                </a:lnTo>
                <a:lnTo>
                  <a:pt x="813632" y="1040548"/>
                </a:lnTo>
                <a:lnTo>
                  <a:pt x="806433" y="1034450"/>
                </a:lnTo>
                <a:cubicBezTo>
                  <a:pt x="794932" y="1027052"/>
                  <a:pt x="781770" y="1021623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3"/>
                </a:cubicBezTo>
                <a:lnTo>
                  <a:pt x="749586" y="900273"/>
                </a:lnTo>
                <a:lnTo>
                  <a:pt x="758889" y="900553"/>
                </a:lnTo>
                <a:cubicBezTo>
                  <a:pt x="781444" y="901933"/>
                  <a:pt x="798809" y="908310"/>
                  <a:pt x="813261" y="916994"/>
                </a:cubicBezTo>
                <a:lnTo>
                  <a:pt x="813632" y="917299"/>
                </a:lnTo>
                <a:lnTo>
                  <a:pt x="813632" y="940081"/>
                </a:lnTo>
                <a:lnTo>
                  <a:pt x="806433" y="933997"/>
                </a:lnTo>
                <a:cubicBezTo>
                  <a:pt x="794932" y="926615"/>
                  <a:pt x="781770" y="921198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8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8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5"/>
                </a:cubicBezTo>
                <a:cubicBezTo>
                  <a:pt x="123076" y="869866"/>
                  <a:pt x="144556" y="890203"/>
                  <a:pt x="187517" y="890203"/>
                </a:cubicBezTo>
                <a:cubicBezTo>
                  <a:pt x="230477" y="890203"/>
                  <a:pt x="251957" y="869866"/>
                  <a:pt x="275179" y="847785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5"/>
                </a:cubicBezTo>
                <a:cubicBezTo>
                  <a:pt x="498175" y="869866"/>
                  <a:pt x="519667" y="890203"/>
                  <a:pt x="562069" y="890203"/>
                </a:cubicBezTo>
                <a:cubicBezTo>
                  <a:pt x="605610" y="890203"/>
                  <a:pt x="627090" y="869866"/>
                  <a:pt x="650315" y="847785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781444" y="801836"/>
                  <a:pt x="798809" y="808365"/>
                  <a:pt x="813261" y="817197"/>
                </a:cubicBezTo>
                <a:lnTo>
                  <a:pt x="813632" y="817504"/>
                </a:lnTo>
                <a:lnTo>
                  <a:pt x="813632" y="840182"/>
                </a:lnTo>
                <a:lnTo>
                  <a:pt x="806433" y="834145"/>
                </a:lnTo>
                <a:cubicBezTo>
                  <a:pt x="794932" y="826709"/>
                  <a:pt x="781770" y="821164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3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781444" y="702621"/>
                  <a:pt x="798809" y="708998"/>
                  <a:pt x="813261" y="717683"/>
                </a:cubicBezTo>
                <a:lnTo>
                  <a:pt x="813632" y="717987"/>
                </a:lnTo>
                <a:lnTo>
                  <a:pt x="813632" y="740769"/>
                </a:lnTo>
                <a:lnTo>
                  <a:pt x="806433" y="734685"/>
                </a:lnTo>
                <a:cubicBezTo>
                  <a:pt x="794932" y="727303"/>
                  <a:pt x="781770" y="721886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9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9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9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9"/>
                </a:cubicBezTo>
                <a:cubicBezTo>
                  <a:pt x="672083" y="626130"/>
                  <a:pt x="696405" y="603382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781444" y="602002"/>
                  <a:pt x="798809" y="608379"/>
                  <a:pt x="813261" y="617064"/>
                </a:cubicBezTo>
                <a:lnTo>
                  <a:pt x="813632" y="617368"/>
                </a:lnTo>
                <a:lnTo>
                  <a:pt x="813632" y="639756"/>
                </a:lnTo>
                <a:lnTo>
                  <a:pt x="806433" y="633727"/>
                </a:lnTo>
                <a:cubicBezTo>
                  <a:pt x="794932" y="626301"/>
                  <a:pt x="781770" y="620763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781444" y="502144"/>
                  <a:pt x="798809" y="508665"/>
                  <a:pt x="813261" y="517485"/>
                </a:cubicBezTo>
                <a:lnTo>
                  <a:pt x="813632" y="517791"/>
                </a:lnTo>
                <a:lnTo>
                  <a:pt x="813632" y="540440"/>
                </a:lnTo>
                <a:lnTo>
                  <a:pt x="806433" y="534411"/>
                </a:lnTo>
                <a:cubicBezTo>
                  <a:pt x="794932" y="526984"/>
                  <a:pt x="781770" y="521446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2"/>
                  <a:pt x="613157" y="607805"/>
                  <a:pt x="562069" y="607805"/>
                </a:cubicBezTo>
                <a:cubicBezTo>
                  <a:pt x="512115" y="607805"/>
                  <a:pt x="485977" y="583432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2"/>
                  <a:pt x="238024" y="607805"/>
                  <a:pt x="187517" y="607805"/>
                </a:cubicBezTo>
                <a:cubicBezTo>
                  <a:pt x="137009" y="607805"/>
                  <a:pt x="111465" y="583432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2"/>
                  <a:pt x="144556" y="489978"/>
                  <a:pt x="187517" y="489978"/>
                </a:cubicBezTo>
                <a:cubicBezTo>
                  <a:pt x="230477" y="489978"/>
                  <a:pt x="251957" y="469622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2"/>
                  <a:pt x="519667" y="489978"/>
                  <a:pt x="562069" y="489978"/>
                </a:cubicBezTo>
                <a:cubicBezTo>
                  <a:pt x="605610" y="489978"/>
                  <a:pt x="627090" y="469622"/>
                  <a:pt x="650315" y="447520"/>
                </a:cubicBezTo>
                <a:cubicBezTo>
                  <a:pt x="672083" y="426255"/>
                  <a:pt x="696405" y="402945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781444" y="401529"/>
                  <a:pt x="798809" y="408064"/>
                  <a:pt x="813261" y="416904"/>
                </a:cubicBezTo>
                <a:lnTo>
                  <a:pt x="813632" y="417212"/>
                </a:lnTo>
                <a:lnTo>
                  <a:pt x="813632" y="439911"/>
                </a:lnTo>
                <a:lnTo>
                  <a:pt x="806433" y="433868"/>
                </a:lnTo>
                <a:cubicBezTo>
                  <a:pt x="794932" y="426425"/>
                  <a:pt x="781770" y="420875"/>
                  <a:pt x="764952" y="418775"/>
                </a:cubicBezTo>
                <a:lnTo>
                  <a:pt x="749586" y="417858"/>
                </a:lnTo>
                <a:lnTo>
                  <a:pt x="734638" y="418751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8"/>
                  <a:pt x="375034" y="417858"/>
                </a:cubicBezTo>
                <a:cubicBezTo>
                  <a:pt x="332073" y="417858"/>
                  <a:pt x="310593" y="437633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8"/>
                  <a:pt x="0" y="417858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3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781444" y="301631"/>
                  <a:pt x="798809" y="308160"/>
                  <a:pt x="813261" y="316991"/>
                </a:cubicBezTo>
                <a:lnTo>
                  <a:pt x="813632" y="317299"/>
                </a:lnTo>
                <a:lnTo>
                  <a:pt x="813632" y="339977"/>
                </a:lnTo>
                <a:lnTo>
                  <a:pt x="806433" y="333940"/>
                </a:lnTo>
                <a:cubicBezTo>
                  <a:pt x="794932" y="326504"/>
                  <a:pt x="781770" y="320958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6"/>
                </a:moveTo>
                <a:cubicBezTo>
                  <a:pt x="50507" y="200516"/>
                  <a:pt x="76632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6"/>
                  <a:pt x="375034" y="200516"/>
                </a:cubicBezTo>
                <a:cubicBezTo>
                  <a:pt x="425568" y="200516"/>
                  <a:pt x="451706" y="225469"/>
                  <a:pt x="474941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6"/>
                </a:lnTo>
                <a:lnTo>
                  <a:pt x="758889" y="200801"/>
                </a:lnTo>
                <a:cubicBezTo>
                  <a:pt x="781444" y="202212"/>
                  <a:pt x="798809" y="208724"/>
                  <a:pt x="813261" y="217467"/>
                </a:cubicBezTo>
                <a:lnTo>
                  <a:pt x="813632" y="217769"/>
                </a:lnTo>
                <a:lnTo>
                  <a:pt x="813632" y="240323"/>
                </a:lnTo>
                <a:lnTo>
                  <a:pt x="806433" y="234239"/>
                </a:lnTo>
                <a:cubicBezTo>
                  <a:pt x="794932" y="226857"/>
                  <a:pt x="781770" y="221440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4"/>
                  <a:pt x="682831" y="241065"/>
                  <a:pt x="662511" y="260868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8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8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8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7"/>
                </a:lnTo>
                <a:cubicBezTo>
                  <a:pt x="781444" y="101560"/>
                  <a:pt x="798809" y="107952"/>
                  <a:pt x="813261" y="116655"/>
                </a:cubicBezTo>
                <a:lnTo>
                  <a:pt x="813632" y="116960"/>
                </a:lnTo>
                <a:lnTo>
                  <a:pt x="813632" y="139794"/>
                </a:lnTo>
                <a:lnTo>
                  <a:pt x="806433" y="133696"/>
                </a:lnTo>
                <a:cubicBezTo>
                  <a:pt x="794932" y="126298"/>
                  <a:pt x="781770" y="120869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7"/>
                  <a:pt x="99855" y="47649"/>
                </a:cubicBezTo>
                <a:cubicBezTo>
                  <a:pt x="123076" y="69730"/>
                  <a:pt x="144556" y="90067"/>
                  <a:pt x="187517" y="90067"/>
                </a:cubicBezTo>
                <a:cubicBezTo>
                  <a:pt x="230477" y="90067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1" y="47649"/>
                </a:cubicBezTo>
                <a:cubicBezTo>
                  <a:pt x="498175" y="69730"/>
                  <a:pt x="519667" y="90067"/>
                  <a:pt x="562069" y="90067"/>
                </a:cubicBezTo>
                <a:cubicBezTo>
                  <a:pt x="605610" y="90067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775163" y="0"/>
                  <a:pt x="794491" y="6247"/>
                  <a:pt x="810333" y="15326"/>
                </a:cubicBezTo>
                <a:lnTo>
                  <a:pt x="813632" y="18004"/>
                </a:lnTo>
                <a:lnTo>
                  <a:pt x="813632" y="40046"/>
                </a:lnTo>
                <a:lnTo>
                  <a:pt x="806433" y="34009"/>
                </a:lnTo>
                <a:cubicBezTo>
                  <a:pt x="794932" y="26573"/>
                  <a:pt x="781770" y="21028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2"/>
                  <a:pt x="662511" y="60432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2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2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09" y="108081"/>
                  <a:pt x="111465" y="83095"/>
                  <a:pt x="87663" y="60432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343AAF5A-AA94-469D-A472-307EF964E222}"/>
              </a:ext>
            </a:extLst>
          </p:cNvPr>
          <p:cNvSpPr>
            <a:spLocks/>
          </p:cNvSpPr>
          <p:nvPr/>
        </p:nvSpPr>
        <p:spPr bwMode="auto">
          <a:xfrm>
            <a:off x="11378367" y="962"/>
            <a:ext cx="813632" cy="1708593"/>
          </a:xfrm>
          <a:custGeom>
            <a:avLst/>
            <a:gdLst>
              <a:gd name="connsiteX0" fmla="*/ 0 w 813632"/>
              <a:gd name="connsiteY0" fmla="*/ 1600512 h 1708593"/>
              <a:gd name="connsiteX1" fmla="*/ 99855 w 813632"/>
              <a:gd name="connsiteY1" fmla="*/ 1648161 h 1708593"/>
              <a:gd name="connsiteX2" fmla="*/ 187517 w 813632"/>
              <a:gd name="connsiteY2" fmla="*/ 1690580 h 1708593"/>
              <a:gd name="connsiteX3" fmla="*/ 275179 w 813632"/>
              <a:gd name="connsiteY3" fmla="*/ 1648161 h 1708593"/>
              <a:gd name="connsiteX4" fmla="*/ 375034 w 813632"/>
              <a:gd name="connsiteY4" fmla="*/ 1600512 h 1708593"/>
              <a:gd name="connsiteX5" fmla="*/ 474941 w 813632"/>
              <a:gd name="connsiteY5" fmla="*/ 1648161 h 1708593"/>
              <a:gd name="connsiteX6" fmla="*/ 562069 w 813632"/>
              <a:gd name="connsiteY6" fmla="*/ 1690580 h 1708593"/>
              <a:gd name="connsiteX7" fmla="*/ 650315 w 813632"/>
              <a:gd name="connsiteY7" fmla="*/ 1648161 h 1708593"/>
              <a:gd name="connsiteX8" fmla="*/ 740506 w 813632"/>
              <a:gd name="connsiteY8" fmla="*/ 1600798 h 1708593"/>
              <a:gd name="connsiteX9" fmla="*/ 749586 w 813632"/>
              <a:gd name="connsiteY9" fmla="*/ 1600512 h 1708593"/>
              <a:gd name="connsiteX10" fmla="*/ 758889 w 813632"/>
              <a:gd name="connsiteY10" fmla="*/ 1600798 h 1708593"/>
              <a:gd name="connsiteX11" fmla="*/ 813261 w 813632"/>
              <a:gd name="connsiteY11" fmla="*/ 1617573 h 1708593"/>
              <a:gd name="connsiteX12" fmla="*/ 813632 w 813632"/>
              <a:gd name="connsiteY12" fmla="*/ 1617880 h 1708593"/>
              <a:gd name="connsiteX13" fmla="*/ 813632 w 813632"/>
              <a:gd name="connsiteY13" fmla="*/ 1640559 h 1708593"/>
              <a:gd name="connsiteX14" fmla="*/ 806433 w 813632"/>
              <a:gd name="connsiteY14" fmla="*/ 1634522 h 1708593"/>
              <a:gd name="connsiteX15" fmla="*/ 764952 w 813632"/>
              <a:gd name="connsiteY15" fmla="*/ 1619443 h 1708593"/>
              <a:gd name="connsiteX16" fmla="*/ 749586 w 813632"/>
              <a:gd name="connsiteY16" fmla="*/ 1618526 h 1708593"/>
              <a:gd name="connsiteX17" fmla="*/ 734638 w 813632"/>
              <a:gd name="connsiteY17" fmla="*/ 1619443 h 1708593"/>
              <a:gd name="connsiteX18" fmla="*/ 662511 w 813632"/>
              <a:gd name="connsiteY18" fmla="*/ 1660945 h 1708593"/>
              <a:gd name="connsiteX19" fmla="*/ 562069 w 813632"/>
              <a:gd name="connsiteY19" fmla="*/ 1708593 h 1708593"/>
              <a:gd name="connsiteX20" fmla="*/ 462743 w 813632"/>
              <a:gd name="connsiteY20" fmla="*/ 1660945 h 1708593"/>
              <a:gd name="connsiteX21" fmla="*/ 375034 w 813632"/>
              <a:gd name="connsiteY21" fmla="*/ 1618526 h 1708593"/>
              <a:gd name="connsiteX22" fmla="*/ 287371 w 813632"/>
              <a:gd name="connsiteY22" fmla="*/ 1660945 h 1708593"/>
              <a:gd name="connsiteX23" fmla="*/ 187517 w 813632"/>
              <a:gd name="connsiteY23" fmla="*/ 1708593 h 1708593"/>
              <a:gd name="connsiteX24" fmla="*/ 87663 w 813632"/>
              <a:gd name="connsiteY24" fmla="*/ 1660945 h 1708593"/>
              <a:gd name="connsiteX25" fmla="*/ 0 w 813632"/>
              <a:gd name="connsiteY25" fmla="*/ 1618526 h 1708593"/>
              <a:gd name="connsiteX26" fmla="*/ 0 w 813632"/>
              <a:gd name="connsiteY26" fmla="*/ 1501097 h 1708593"/>
              <a:gd name="connsiteX27" fmla="*/ 99855 w 813632"/>
              <a:gd name="connsiteY27" fmla="*/ 1548208 h 1708593"/>
              <a:gd name="connsiteX28" fmla="*/ 187517 w 813632"/>
              <a:gd name="connsiteY28" fmla="*/ 1590666 h 1708593"/>
              <a:gd name="connsiteX29" fmla="*/ 275179 w 813632"/>
              <a:gd name="connsiteY29" fmla="*/ 1548208 h 1708593"/>
              <a:gd name="connsiteX30" fmla="*/ 375034 w 813632"/>
              <a:gd name="connsiteY30" fmla="*/ 1501097 h 1708593"/>
              <a:gd name="connsiteX31" fmla="*/ 474941 w 813632"/>
              <a:gd name="connsiteY31" fmla="*/ 1548208 h 1708593"/>
              <a:gd name="connsiteX32" fmla="*/ 562069 w 813632"/>
              <a:gd name="connsiteY32" fmla="*/ 1590666 h 1708593"/>
              <a:gd name="connsiteX33" fmla="*/ 650315 w 813632"/>
              <a:gd name="connsiteY33" fmla="*/ 1548208 h 1708593"/>
              <a:gd name="connsiteX34" fmla="*/ 740506 w 813632"/>
              <a:gd name="connsiteY34" fmla="*/ 1501377 h 1708593"/>
              <a:gd name="connsiteX35" fmla="*/ 749586 w 813632"/>
              <a:gd name="connsiteY35" fmla="*/ 1501097 h 1708593"/>
              <a:gd name="connsiteX36" fmla="*/ 758889 w 813632"/>
              <a:gd name="connsiteY36" fmla="*/ 1501377 h 1708593"/>
              <a:gd name="connsiteX37" fmla="*/ 813261 w 813632"/>
              <a:gd name="connsiteY37" fmla="*/ 1517856 h 1708593"/>
              <a:gd name="connsiteX38" fmla="*/ 813632 w 813632"/>
              <a:gd name="connsiteY38" fmla="*/ 1518161 h 1708593"/>
              <a:gd name="connsiteX39" fmla="*/ 813632 w 813632"/>
              <a:gd name="connsiteY39" fmla="*/ 1540599 h 1708593"/>
              <a:gd name="connsiteX40" fmla="*/ 806433 w 813632"/>
              <a:gd name="connsiteY40" fmla="*/ 1534556 h 1708593"/>
              <a:gd name="connsiteX41" fmla="*/ 764952 w 813632"/>
              <a:gd name="connsiteY41" fmla="*/ 1519464 h 1708593"/>
              <a:gd name="connsiteX42" fmla="*/ 749586 w 813632"/>
              <a:gd name="connsiteY42" fmla="*/ 1518546 h 1708593"/>
              <a:gd name="connsiteX43" fmla="*/ 734638 w 813632"/>
              <a:gd name="connsiteY43" fmla="*/ 1519464 h 1708593"/>
              <a:gd name="connsiteX44" fmla="*/ 662511 w 813632"/>
              <a:gd name="connsiteY44" fmla="*/ 1561004 h 1708593"/>
              <a:gd name="connsiteX45" fmla="*/ 562069 w 813632"/>
              <a:gd name="connsiteY45" fmla="*/ 1608697 h 1708593"/>
              <a:gd name="connsiteX46" fmla="*/ 462743 w 813632"/>
              <a:gd name="connsiteY46" fmla="*/ 1561004 h 1708593"/>
              <a:gd name="connsiteX47" fmla="*/ 375034 w 813632"/>
              <a:gd name="connsiteY47" fmla="*/ 1518546 h 1708593"/>
              <a:gd name="connsiteX48" fmla="*/ 287371 w 813632"/>
              <a:gd name="connsiteY48" fmla="*/ 1561004 h 1708593"/>
              <a:gd name="connsiteX49" fmla="*/ 187517 w 813632"/>
              <a:gd name="connsiteY49" fmla="*/ 1608697 h 1708593"/>
              <a:gd name="connsiteX50" fmla="*/ 87663 w 813632"/>
              <a:gd name="connsiteY50" fmla="*/ 1561004 h 1708593"/>
              <a:gd name="connsiteX51" fmla="*/ 0 w 813632"/>
              <a:gd name="connsiteY51" fmla="*/ 1518546 h 1708593"/>
              <a:gd name="connsiteX52" fmla="*/ 0 w 813632"/>
              <a:gd name="connsiteY52" fmla="*/ 1399997 h 1708593"/>
              <a:gd name="connsiteX53" fmla="*/ 99855 w 813632"/>
              <a:gd name="connsiteY53" fmla="*/ 1447645 h 1708593"/>
              <a:gd name="connsiteX54" fmla="*/ 187517 w 813632"/>
              <a:gd name="connsiteY54" fmla="*/ 1490064 h 1708593"/>
              <a:gd name="connsiteX55" fmla="*/ 275179 w 813632"/>
              <a:gd name="connsiteY55" fmla="*/ 1447645 h 1708593"/>
              <a:gd name="connsiteX56" fmla="*/ 375034 w 813632"/>
              <a:gd name="connsiteY56" fmla="*/ 1399997 h 1708593"/>
              <a:gd name="connsiteX57" fmla="*/ 474941 w 813632"/>
              <a:gd name="connsiteY57" fmla="*/ 1447645 h 1708593"/>
              <a:gd name="connsiteX58" fmla="*/ 562069 w 813632"/>
              <a:gd name="connsiteY58" fmla="*/ 1490064 h 1708593"/>
              <a:gd name="connsiteX59" fmla="*/ 650315 w 813632"/>
              <a:gd name="connsiteY59" fmla="*/ 1447645 h 1708593"/>
              <a:gd name="connsiteX60" fmla="*/ 740506 w 813632"/>
              <a:gd name="connsiteY60" fmla="*/ 1400283 h 1708593"/>
              <a:gd name="connsiteX61" fmla="*/ 749586 w 813632"/>
              <a:gd name="connsiteY61" fmla="*/ 1399997 h 1708593"/>
              <a:gd name="connsiteX62" fmla="*/ 758889 w 813632"/>
              <a:gd name="connsiteY62" fmla="*/ 1400283 h 1708593"/>
              <a:gd name="connsiteX63" fmla="*/ 813261 w 813632"/>
              <a:gd name="connsiteY63" fmla="*/ 1417057 h 1708593"/>
              <a:gd name="connsiteX64" fmla="*/ 813632 w 813632"/>
              <a:gd name="connsiteY64" fmla="*/ 1417365 h 1708593"/>
              <a:gd name="connsiteX65" fmla="*/ 813632 w 813632"/>
              <a:gd name="connsiteY65" fmla="*/ 1440043 h 1708593"/>
              <a:gd name="connsiteX66" fmla="*/ 806433 w 813632"/>
              <a:gd name="connsiteY66" fmla="*/ 1434006 h 1708593"/>
              <a:gd name="connsiteX67" fmla="*/ 764952 w 813632"/>
              <a:gd name="connsiteY67" fmla="*/ 1418928 h 1708593"/>
              <a:gd name="connsiteX68" fmla="*/ 749586 w 813632"/>
              <a:gd name="connsiteY68" fmla="*/ 1418010 h 1708593"/>
              <a:gd name="connsiteX69" fmla="*/ 734638 w 813632"/>
              <a:gd name="connsiteY69" fmla="*/ 1418928 h 1708593"/>
              <a:gd name="connsiteX70" fmla="*/ 662511 w 813632"/>
              <a:gd name="connsiteY70" fmla="*/ 1460429 h 1708593"/>
              <a:gd name="connsiteX71" fmla="*/ 562069 w 813632"/>
              <a:gd name="connsiteY71" fmla="*/ 1508078 h 1708593"/>
              <a:gd name="connsiteX72" fmla="*/ 462743 w 813632"/>
              <a:gd name="connsiteY72" fmla="*/ 1460429 h 1708593"/>
              <a:gd name="connsiteX73" fmla="*/ 375034 w 813632"/>
              <a:gd name="connsiteY73" fmla="*/ 1418010 h 1708593"/>
              <a:gd name="connsiteX74" fmla="*/ 287371 w 813632"/>
              <a:gd name="connsiteY74" fmla="*/ 1460429 h 1708593"/>
              <a:gd name="connsiteX75" fmla="*/ 187517 w 813632"/>
              <a:gd name="connsiteY75" fmla="*/ 1508078 h 1708593"/>
              <a:gd name="connsiteX76" fmla="*/ 87663 w 813632"/>
              <a:gd name="connsiteY76" fmla="*/ 1460429 h 1708593"/>
              <a:gd name="connsiteX77" fmla="*/ 0 w 813632"/>
              <a:gd name="connsiteY77" fmla="*/ 1418010 h 1708593"/>
              <a:gd name="connsiteX78" fmla="*/ 0 w 813632"/>
              <a:gd name="connsiteY78" fmla="*/ 1300582 h 1708593"/>
              <a:gd name="connsiteX79" fmla="*/ 99855 w 813632"/>
              <a:gd name="connsiteY79" fmla="*/ 1347693 h 1708593"/>
              <a:gd name="connsiteX80" fmla="*/ 187517 w 813632"/>
              <a:gd name="connsiteY80" fmla="*/ 1390151 h 1708593"/>
              <a:gd name="connsiteX81" fmla="*/ 275179 w 813632"/>
              <a:gd name="connsiteY81" fmla="*/ 1347693 h 1708593"/>
              <a:gd name="connsiteX82" fmla="*/ 375034 w 813632"/>
              <a:gd name="connsiteY82" fmla="*/ 1300582 h 1708593"/>
              <a:gd name="connsiteX83" fmla="*/ 474941 w 813632"/>
              <a:gd name="connsiteY83" fmla="*/ 1347693 h 1708593"/>
              <a:gd name="connsiteX84" fmla="*/ 562069 w 813632"/>
              <a:gd name="connsiteY84" fmla="*/ 1390151 h 1708593"/>
              <a:gd name="connsiteX85" fmla="*/ 650315 w 813632"/>
              <a:gd name="connsiteY85" fmla="*/ 1347693 h 1708593"/>
              <a:gd name="connsiteX86" fmla="*/ 740506 w 813632"/>
              <a:gd name="connsiteY86" fmla="*/ 1300868 h 1708593"/>
              <a:gd name="connsiteX87" fmla="*/ 749586 w 813632"/>
              <a:gd name="connsiteY87" fmla="*/ 1300582 h 1708593"/>
              <a:gd name="connsiteX88" fmla="*/ 758889 w 813632"/>
              <a:gd name="connsiteY88" fmla="*/ 1300868 h 1708593"/>
              <a:gd name="connsiteX89" fmla="*/ 813261 w 813632"/>
              <a:gd name="connsiteY89" fmla="*/ 1317571 h 1708593"/>
              <a:gd name="connsiteX90" fmla="*/ 813632 w 813632"/>
              <a:gd name="connsiteY90" fmla="*/ 1317874 h 1708593"/>
              <a:gd name="connsiteX91" fmla="*/ 813632 w 813632"/>
              <a:gd name="connsiteY91" fmla="*/ 1340479 h 1708593"/>
              <a:gd name="connsiteX92" fmla="*/ 806433 w 813632"/>
              <a:gd name="connsiteY92" fmla="*/ 1334381 h 1708593"/>
              <a:gd name="connsiteX93" fmla="*/ 764952 w 813632"/>
              <a:gd name="connsiteY93" fmla="*/ 1319506 h 1708593"/>
              <a:gd name="connsiteX94" fmla="*/ 749586 w 813632"/>
              <a:gd name="connsiteY94" fmla="*/ 1318612 h 1708593"/>
              <a:gd name="connsiteX95" fmla="*/ 734638 w 813632"/>
              <a:gd name="connsiteY95" fmla="*/ 1319506 h 1708593"/>
              <a:gd name="connsiteX96" fmla="*/ 662511 w 813632"/>
              <a:gd name="connsiteY96" fmla="*/ 1361070 h 1708593"/>
              <a:gd name="connsiteX97" fmla="*/ 562069 w 813632"/>
              <a:gd name="connsiteY97" fmla="*/ 1408181 h 1708593"/>
              <a:gd name="connsiteX98" fmla="*/ 462743 w 813632"/>
              <a:gd name="connsiteY98" fmla="*/ 1361070 h 1708593"/>
              <a:gd name="connsiteX99" fmla="*/ 375034 w 813632"/>
              <a:gd name="connsiteY99" fmla="*/ 1318612 h 1708593"/>
              <a:gd name="connsiteX100" fmla="*/ 287371 w 813632"/>
              <a:gd name="connsiteY100" fmla="*/ 1361070 h 1708593"/>
              <a:gd name="connsiteX101" fmla="*/ 187517 w 813632"/>
              <a:gd name="connsiteY101" fmla="*/ 1408181 h 1708593"/>
              <a:gd name="connsiteX102" fmla="*/ 87663 w 813632"/>
              <a:gd name="connsiteY102" fmla="*/ 1361070 h 1708593"/>
              <a:gd name="connsiteX103" fmla="*/ 0 w 813632"/>
              <a:gd name="connsiteY103" fmla="*/ 1318612 h 1708593"/>
              <a:gd name="connsiteX104" fmla="*/ 0 w 813632"/>
              <a:gd name="connsiteY104" fmla="*/ 1200685 h 1708593"/>
              <a:gd name="connsiteX105" fmla="*/ 99855 w 813632"/>
              <a:gd name="connsiteY105" fmla="*/ 1248334 h 1708593"/>
              <a:gd name="connsiteX106" fmla="*/ 187517 w 813632"/>
              <a:gd name="connsiteY106" fmla="*/ 1290753 h 1708593"/>
              <a:gd name="connsiteX107" fmla="*/ 275179 w 813632"/>
              <a:gd name="connsiteY107" fmla="*/ 1248334 h 1708593"/>
              <a:gd name="connsiteX108" fmla="*/ 375034 w 813632"/>
              <a:gd name="connsiteY108" fmla="*/ 1200685 h 1708593"/>
              <a:gd name="connsiteX109" fmla="*/ 474941 w 813632"/>
              <a:gd name="connsiteY109" fmla="*/ 1248334 h 1708593"/>
              <a:gd name="connsiteX110" fmla="*/ 562069 w 813632"/>
              <a:gd name="connsiteY110" fmla="*/ 1290753 h 1708593"/>
              <a:gd name="connsiteX111" fmla="*/ 650315 w 813632"/>
              <a:gd name="connsiteY111" fmla="*/ 1248334 h 1708593"/>
              <a:gd name="connsiteX112" fmla="*/ 740506 w 813632"/>
              <a:gd name="connsiteY112" fmla="*/ 1200971 h 1708593"/>
              <a:gd name="connsiteX113" fmla="*/ 749586 w 813632"/>
              <a:gd name="connsiteY113" fmla="*/ 1200685 h 1708593"/>
              <a:gd name="connsiteX114" fmla="*/ 758889 w 813632"/>
              <a:gd name="connsiteY114" fmla="*/ 1200971 h 1708593"/>
              <a:gd name="connsiteX115" fmla="*/ 813261 w 813632"/>
              <a:gd name="connsiteY115" fmla="*/ 1217746 h 1708593"/>
              <a:gd name="connsiteX116" fmla="*/ 813632 w 813632"/>
              <a:gd name="connsiteY116" fmla="*/ 1218053 h 1708593"/>
              <a:gd name="connsiteX117" fmla="*/ 813632 w 813632"/>
              <a:gd name="connsiteY117" fmla="*/ 1240731 h 1708593"/>
              <a:gd name="connsiteX118" fmla="*/ 806433 w 813632"/>
              <a:gd name="connsiteY118" fmla="*/ 1234694 h 1708593"/>
              <a:gd name="connsiteX119" fmla="*/ 764952 w 813632"/>
              <a:gd name="connsiteY119" fmla="*/ 1219616 h 1708593"/>
              <a:gd name="connsiteX120" fmla="*/ 749586 w 813632"/>
              <a:gd name="connsiteY120" fmla="*/ 1218699 h 1708593"/>
              <a:gd name="connsiteX121" fmla="*/ 734638 w 813632"/>
              <a:gd name="connsiteY121" fmla="*/ 1219616 h 1708593"/>
              <a:gd name="connsiteX122" fmla="*/ 662511 w 813632"/>
              <a:gd name="connsiteY122" fmla="*/ 1261118 h 1708593"/>
              <a:gd name="connsiteX123" fmla="*/ 562069 w 813632"/>
              <a:gd name="connsiteY123" fmla="*/ 1308766 h 1708593"/>
              <a:gd name="connsiteX124" fmla="*/ 462743 w 813632"/>
              <a:gd name="connsiteY124" fmla="*/ 1261118 h 1708593"/>
              <a:gd name="connsiteX125" fmla="*/ 375034 w 813632"/>
              <a:gd name="connsiteY125" fmla="*/ 1218699 h 1708593"/>
              <a:gd name="connsiteX126" fmla="*/ 287371 w 813632"/>
              <a:gd name="connsiteY126" fmla="*/ 1261118 h 1708593"/>
              <a:gd name="connsiteX127" fmla="*/ 187517 w 813632"/>
              <a:gd name="connsiteY127" fmla="*/ 1308766 h 1708593"/>
              <a:gd name="connsiteX128" fmla="*/ 87663 w 813632"/>
              <a:gd name="connsiteY128" fmla="*/ 1261118 h 1708593"/>
              <a:gd name="connsiteX129" fmla="*/ 0 w 813632"/>
              <a:gd name="connsiteY129" fmla="*/ 1218699 h 1708593"/>
              <a:gd name="connsiteX130" fmla="*/ 0 w 813632"/>
              <a:gd name="connsiteY130" fmla="*/ 1100066 h 1708593"/>
              <a:gd name="connsiteX131" fmla="*/ 99855 w 813632"/>
              <a:gd name="connsiteY131" fmla="*/ 1147715 h 1708593"/>
              <a:gd name="connsiteX132" fmla="*/ 187517 w 813632"/>
              <a:gd name="connsiteY132" fmla="*/ 1190134 h 1708593"/>
              <a:gd name="connsiteX133" fmla="*/ 275179 w 813632"/>
              <a:gd name="connsiteY133" fmla="*/ 1147715 h 1708593"/>
              <a:gd name="connsiteX134" fmla="*/ 375034 w 813632"/>
              <a:gd name="connsiteY134" fmla="*/ 1100066 h 1708593"/>
              <a:gd name="connsiteX135" fmla="*/ 474941 w 813632"/>
              <a:gd name="connsiteY135" fmla="*/ 1147715 h 1708593"/>
              <a:gd name="connsiteX136" fmla="*/ 562069 w 813632"/>
              <a:gd name="connsiteY136" fmla="*/ 1190134 h 1708593"/>
              <a:gd name="connsiteX137" fmla="*/ 650315 w 813632"/>
              <a:gd name="connsiteY137" fmla="*/ 1147715 h 1708593"/>
              <a:gd name="connsiteX138" fmla="*/ 740506 w 813632"/>
              <a:gd name="connsiteY138" fmla="*/ 1100353 h 1708593"/>
              <a:gd name="connsiteX139" fmla="*/ 749586 w 813632"/>
              <a:gd name="connsiteY139" fmla="*/ 1100066 h 1708593"/>
              <a:gd name="connsiteX140" fmla="*/ 758889 w 813632"/>
              <a:gd name="connsiteY140" fmla="*/ 1100353 h 1708593"/>
              <a:gd name="connsiteX141" fmla="*/ 813261 w 813632"/>
              <a:gd name="connsiteY141" fmla="*/ 1117127 h 1708593"/>
              <a:gd name="connsiteX142" fmla="*/ 813632 w 813632"/>
              <a:gd name="connsiteY142" fmla="*/ 1117435 h 1708593"/>
              <a:gd name="connsiteX143" fmla="*/ 813632 w 813632"/>
              <a:gd name="connsiteY143" fmla="*/ 1140112 h 1708593"/>
              <a:gd name="connsiteX144" fmla="*/ 806433 w 813632"/>
              <a:gd name="connsiteY144" fmla="*/ 1134075 h 1708593"/>
              <a:gd name="connsiteX145" fmla="*/ 764952 w 813632"/>
              <a:gd name="connsiteY145" fmla="*/ 1118997 h 1708593"/>
              <a:gd name="connsiteX146" fmla="*/ 749586 w 813632"/>
              <a:gd name="connsiteY146" fmla="*/ 1118080 h 1708593"/>
              <a:gd name="connsiteX147" fmla="*/ 734638 w 813632"/>
              <a:gd name="connsiteY147" fmla="*/ 1118997 h 1708593"/>
              <a:gd name="connsiteX148" fmla="*/ 662511 w 813632"/>
              <a:gd name="connsiteY148" fmla="*/ 1160499 h 1708593"/>
              <a:gd name="connsiteX149" fmla="*/ 562069 w 813632"/>
              <a:gd name="connsiteY149" fmla="*/ 1208147 h 1708593"/>
              <a:gd name="connsiteX150" fmla="*/ 462743 w 813632"/>
              <a:gd name="connsiteY150" fmla="*/ 1160499 h 1708593"/>
              <a:gd name="connsiteX151" fmla="*/ 375034 w 813632"/>
              <a:gd name="connsiteY151" fmla="*/ 1118080 h 1708593"/>
              <a:gd name="connsiteX152" fmla="*/ 287371 w 813632"/>
              <a:gd name="connsiteY152" fmla="*/ 1160499 h 1708593"/>
              <a:gd name="connsiteX153" fmla="*/ 187517 w 813632"/>
              <a:gd name="connsiteY153" fmla="*/ 1208147 h 1708593"/>
              <a:gd name="connsiteX154" fmla="*/ 87663 w 813632"/>
              <a:gd name="connsiteY154" fmla="*/ 1160499 h 1708593"/>
              <a:gd name="connsiteX155" fmla="*/ 0 w 813632"/>
              <a:gd name="connsiteY155" fmla="*/ 1118080 h 1708593"/>
              <a:gd name="connsiteX156" fmla="*/ 0 w 813632"/>
              <a:gd name="connsiteY156" fmla="*/ 1000651 h 1708593"/>
              <a:gd name="connsiteX157" fmla="*/ 99855 w 813632"/>
              <a:gd name="connsiteY157" fmla="*/ 1047762 h 1708593"/>
              <a:gd name="connsiteX158" fmla="*/ 187517 w 813632"/>
              <a:gd name="connsiteY158" fmla="*/ 1090220 h 1708593"/>
              <a:gd name="connsiteX159" fmla="*/ 275179 w 813632"/>
              <a:gd name="connsiteY159" fmla="*/ 1047762 h 1708593"/>
              <a:gd name="connsiteX160" fmla="*/ 375034 w 813632"/>
              <a:gd name="connsiteY160" fmla="*/ 1000651 h 1708593"/>
              <a:gd name="connsiteX161" fmla="*/ 474941 w 813632"/>
              <a:gd name="connsiteY161" fmla="*/ 1047762 h 1708593"/>
              <a:gd name="connsiteX162" fmla="*/ 562069 w 813632"/>
              <a:gd name="connsiteY162" fmla="*/ 1090220 h 1708593"/>
              <a:gd name="connsiteX163" fmla="*/ 650315 w 813632"/>
              <a:gd name="connsiteY163" fmla="*/ 1047762 h 1708593"/>
              <a:gd name="connsiteX164" fmla="*/ 740506 w 813632"/>
              <a:gd name="connsiteY164" fmla="*/ 1000937 h 1708593"/>
              <a:gd name="connsiteX165" fmla="*/ 749586 w 813632"/>
              <a:gd name="connsiteY165" fmla="*/ 1000651 h 1708593"/>
              <a:gd name="connsiteX166" fmla="*/ 758889 w 813632"/>
              <a:gd name="connsiteY166" fmla="*/ 1000931 h 1708593"/>
              <a:gd name="connsiteX167" fmla="*/ 813261 w 813632"/>
              <a:gd name="connsiteY167" fmla="*/ 1017410 h 1708593"/>
              <a:gd name="connsiteX168" fmla="*/ 813632 w 813632"/>
              <a:gd name="connsiteY168" fmla="*/ 1017715 h 1708593"/>
              <a:gd name="connsiteX169" fmla="*/ 813632 w 813632"/>
              <a:gd name="connsiteY169" fmla="*/ 1040548 h 1708593"/>
              <a:gd name="connsiteX170" fmla="*/ 806433 w 813632"/>
              <a:gd name="connsiteY170" fmla="*/ 1034450 h 1708593"/>
              <a:gd name="connsiteX171" fmla="*/ 764952 w 813632"/>
              <a:gd name="connsiteY171" fmla="*/ 1019575 h 1708593"/>
              <a:gd name="connsiteX172" fmla="*/ 749586 w 813632"/>
              <a:gd name="connsiteY172" fmla="*/ 1018681 h 1708593"/>
              <a:gd name="connsiteX173" fmla="*/ 734638 w 813632"/>
              <a:gd name="connsiteY173" fmla="*/ 1019575 h 1708593"/>
              <a:gd name="connsiteX174" fmla="*/ 662511 w 813632"/>
              <a:gd name="connsiteY174" fmla="*/ 1061140 h 1708593"/>
              <a:gd name="connsiteX175" fmla="*/ 562069 w 813632"/>
              <a:gd name="connsiteY175" fmla="*/ 1108251 h 1708593"/>
              <a:gd name="connsiteX176" fmla="*/ 462743 w 813632"/>
              <a:gd name="connsiteY176" fmla="*/ 1061140 h 1708593"/>
              <a:gd name="connsiteX177" fmla="*/ 375034 w 813632"/>
              <a:gd name="connsiteY177" fmla="*/ 1018681 h 1708593"/>
              <a:gd name="connsiteX178" fmla="*/ 287371 w 813632"/>
              <a:gd name="connsiteY178" fmla="*/ 1061140 h 1708593"/>
              <a:gd name="connsiteX179" fmla="*/ 187517 w 813632"/>
              <a:gd name="connsiteY179" fmla="*/ 1108251 h 1708593"/>
              <a:gd name="connsiteX180" fmla="*/ 87663 w 813632"/>
              <a:gd name="connsiteY180" fmla="*/ 1061140 h 1708593"/>
              <a:gd name="connsiteX181" fmla="*/ 0 w 813632"/>
              <a:gd name="connsiteY181" fmla="*/ 1018681 h 1708593"/>
              <a:gd name="connsiteX182" fmla="*/ 0 w 813632"/>
              <a:gd name="connsiteY182" fmla="*/ 900273 h 1708593"/>
              <a:gd name="connsiteX183" fmla="*/ 99855 w 813632"/>
              <a:gd name="connsiteY183" fmla="*/ 947279 h 1708593"/>
              <a:gd name="connsiteX184" fmla="*/ 187517 w 813632"/>
              <a:gd name="connsiteY184" fmla="*/ 989642 h 1708593"/>
              <a:gd name="connsiteX185" fmla="*/ 275179 w 813632"/>
              <a:gd name="connsiteY185" fmla="*/ 947279 h 1708593"/>
              <a:gd name="connsiteX186" fmla="*/ 375034 w 813632"/>
              <a:gd name="connsiteY186" fmla="*/ 900273 h 1708593"/>
              <a:gd name="connsiteX187" fmla="*/ 474941 w 813632"/>
              <a:gd name="connsiteY187" fmla="*/ 947279 h 1708593"/>
              <a:gd name="connsiteX188" fmla="*/ 562069 w 813632"/>
              <a:gd name="connsiteY188" fmla="*/ 989642 h 1708593"/>
              <a:gd name="connsiteX189" fmla="*/ 650315 w 813632"/>
              <a:gd name="connsiteY189" fmla="*/ 947279 h 1708593"/>
              <a:gd name="connsiteX190" fmla="*/ 740506 w 813632"/>
              <a:gd name="connsiteY190" fmla="*/ 900552 h 1708593"/>
              <a:gd name="connsiteX191" fmla="*/ 749586 w 813632"/>
              <a:gd name="connsiteY191" fmla="*/ 900273 h 1708593"/>
              <a:gd name="connsiteX192" fmla="*/ 758889 w 813632"/>
              <a:gd name="connsiteY192" fmla="*/ 900552 h 1708593"/>
              <a:gd name="connsiteX193" fmla="*/ 813261 w 813632"/>
              <a:gd name="connsiteY193" fmla="*/ 916994 h 1708593"/>
              <a:gd name="connsiteX194" fmla="*/ 813632 w 813632"/>
              <a:gd name="connsiteY194" fmla="*/ 917298 h 1708593"/>
              <a:gd name="connsiteX195" fmla="*/ 813632 w 813632"/>
              <a:gd name="connsiteY195" fmla="*/ 940081 h 1708593"/>
              <a:gd name="connsiteX196" fmla="*/ 806433 w 813632"/>
              <a:gd name="connsiteY196" fmla="*/ 933997 h 1708593"/>
              <a:gd name="connsiteX197" fmla="*/ 764952 w 813632"/>
              <a:gd name="connsiteY197" fmla="*/ 919155 h 1708593"/>
              <a:gd name="connsiteX198" fmla="*/ 749586 w 813632"/>
              <a:gd name="connsiteY198" fmla="*/ 918263 h 1708593"/>
              <a:gd name="connsiteX199" fmla="*/ 734638 w 813632"/>
              <a:gd name="connsiteY199" fmla="*/ 919155 h 1708593"/>
              <a:gd name="connsiteX200" fmla="*/ 662511 w 813632"/>
              <a:gd name="connsiteY200" fmla="*/ 960626 h 1708593"/>
              <a:gd name="connsiteX201" fmla="*/ 562069 w 813632"/>
              <a:gd name="connsiteY201" fmla="*/ 1007632 h 1708593"/>
              <a:gd name="connsiteX202" fmla="*/ 462743 w 813632"/>
              <a:gd name="connsiteY202" fmla="*/ 960626 h 1708593"/>
              <a:gd name="connsiteX203" fmla="*/ 375034 w 813632"/>
              <a:gd name="connsiteY203" fmla="*/ 918263 h 1708593"/>
              <a:gd name="connsiteX204" fmla="*/ 287371 w 813632"/>
              <a:gd name="connsiteY204" fmla="*/ 960626 h 1708593"/>
              <a:gd name="connsiteX205" fmla="*/ 187517 w 813632"/>
              <a:gd name="connsiteY205" fmla="*/ 1007632 h 1708593"/>
              <a:gd name="connsiteX206" fmla="*/ 87663 w 813632"/>
              <a:gd name="connsiteY206" fmla="*/ 960626 h 1708593"/>
              <a:gd name="connsiteX207" fmla="*/ 0 w 813632"/>
              <a:gd name="connsiteY207" fmla="*/ 918263 h 1708593"/>
              <a:gd name="connsiteX208" fmla="*/ 0 w 813632"/>
              <a:gd name="connsiteY208" fmla="*/ 800136 h 1708593"/>
              <a:gd name="connsiteX209" fmla="*/ 99855 w 813632"/>
              <a:gd name="connsiteY209" fmla="*/ 847784 h 1708593"/>
              <a:gd name="connsiteX210" fmla="*/ 187517 w 813632"/>
              <a:gd name="connsiteY210" fmla="*/ 890203 h 1708593"/>
              <a:gd name="connsiteX211" fmla="*/ 275179 w 813632"/>
              <a:gd name="connsiteY211" fmla="*/ 847784 h 1708593"/>
              <a:gd name="connsiteX212" fmla="*/ 375034 w 813632"/>
              <a:gd name="connsiteY212" fmla="*/ 800136 h 1708593"/>
              <a:gd name="connsiteX213" fmla="*/ 474941 w 813632"/>
              <a:gd name="connsiteY213" fmla="*/ 847784 h 1708593"/>
              <a:gd name="connsiteX214" fmla="*/ 562069 w 813632"/>
              <a:gd name="connsiteY214" fmla="*/ 890203 h 1708593"/>
              <a:gd name="connsiteX215" fmla="*/ 650315 w 813632"/>
              <a:gd name="connsiteY215" fmla="*/ 847784 h 1708593"/>
              <a:gd name="connsiteX216" fmla="*/ 740506 w 813632"/>
              <a:gd name="connsiteY216" fmla="*/ 800422 h 1708593"/>
              <a:gd name="connsiteX217" fmla="*/ 749586 w 813632"/>
              <a:gd name="connsiteY217" fmla="*/ 800136 h 1708593"/>
              <a:gd name="connsiteX218" fmla="*/ 758889 w 813632"/>
              <a:gd name="connsiteY218" fmla="*/ 800422 h 1708593"/>
              <a:gd name="connsiteX219" fmla="*/ 813261 w 813632"/>
              <a:gd name="connsiteY219" fmla="*/ 817197 h 1708593"/>
              <a:gd name="connsiteX220" fmla="*/ 813632 w 813632"/>
              <a:gd name="connsiteY220" fmla="*/ 817504 h 1708593"/>
              <a:gd name="connsiteX221" fmla="*/ 813632 w 813632"/>
              <a:gd name="connsiteY221" fmla="*/ 840182 h 1708593"/>
              <a:gd name="connsiteX222" fmla="*/ 806433 w 813632"/>
              <a:gd name="connsiteY222" fmla="*/ 834145 h 1708593"/>
              <a:gd name="connsiteX223" fmla="*/ 764952 w 813632"/>
              <a:gd name="connsiteY223" fmla="*/ 819066 h 1708593"/>
              <a:gd name="connsiteX224" fmla="*/ 749586 w 813632"/>
              <a:gd name="connsiteY224" fmla="*/ 818149 h 1708593"/>
              <a:gd name="connsiteX225" fmla="*/ 734638 w 813632"/>
              <a:gd name="connsiteY225" fmla="*/ 819066 h 1708593"/>
              <a:gd name="connsiteX226" fmla="*/ 662511 w 813632"/>
              <a:gd name="connsiteY226" fmla="*/ 860568 h 1708593"/>
              <a:gd name="connsiteX227" fmla="*/ 562069 w 813632"/>
              <a:gd name="connsiteY227" fmla="*/ 908217 h 1708593"/>
              <a:gd name="connsiteX228" fmla="*/ 462743 w 813632"/>
              <a:gd name="connsiteY228" fmla="*/ 860568 h 1708593"/>
              <a:gd name="connsiteX229" fmla="*/ 375034 w 813632"/>
              <a:gd name="connsiteY229" fmla="*/ 818149 h 1708593"/>
              <a:gd name="connsiteX230" fmla="*/ 287371 w 813632"/>
              <a:gd name="connsiteY230" fmla="*/ 860568 h 1708593"/>
              <a:gd name="connsiteX231" fmla="*/ 187517 w 813632"/>
              <a:gd name="connsiteY231" fmla="*/ 908217 h 1708593"/>
              <a:gd name="connsiteX232" fmla="*/ 87663 w 813632"/>
              <a:gd name="connsiteY232" fmla="*/ 860568 h 1708593"/>
              <a:gd name="connsiteX233" fmla="*/ 0 w 813632"/>
              <a:gd name="connsiteY233" fmla="*/ 818149 h 1708593"/>
              <a:gd name="connsiteX234" fmla="*/ 0 w 813632"/>
              <a:gd name="connsiteY234" fmla="*/ 700961 h 1708593"/>
              <a:gd name="connsiteX235" fmla="*/ 99855 w 813632"/>
              <a:gd name="connsiteY235" fmla="*/ 747967 h 1708593"/>
              <a:gd name="connsiteX236" fmla="*/ 187517 w 813632"/>
              <a:gd name="connsiteY236" fmla="*/ 790330 h 1708593"/>
              <a:gd name="connsiteX237" fmla="*/ 275179 w 813632"/>
              <a:gd name="connsiteY237" fmla="*/ 747967 h 1708593"/>
              <a:gd name="connsiteX238" fmla="*/ 375034 w 813632"/>
              <a:gd name="connsiteY238" fmla="*/ 700961 h 1708593"/>
              <a:gd name="connsiteX239" fmla="*/ 474941 w 813632"/>
              <a:gd name="connsiteY239" fmla="*/ 747967 h 1708593"/>
              <a:gd name="connsiteX240" fmla="*/ 562069 w 813632"/>
              <a:gd name="connsiteY240" fmla="*/ 790330 h 1708593"/>
              <a:gd name="connsiteX241" fmla="*/ 650315 w 813632"/>
              <a:gd name="connsiteY241" fmla="*/ 747967 h 1708593"/>
              <a:gd name="connsiteX242" fmla="*/ 740506 w 813632"/>
              <a:gd name="connsiteY242" fmla="*/ 701241 h 1708593"/>
              <a:gd name="connsiteX243" fmla="*/ 749586 w 813632"/>
              <a:gd name="connsiteY243" fmla="*/ 700961 h 1708593"/>
              <a:gd name="connsiteX244" fmla="*/ 758889 w 813632"/>
              <a:gd name="connsiteY244" fmla="*/ 701241 h 1708593"/>
              <a:gd name="connsiteX245" fmla="*/ 813261 w 813632"/>
              <a:gd name="connsiteY245" fmla="*/ 717682 h 1708593"/>
              <a:gd name="connsiteX246" fmla="*/ 813632 w 813632"/>
              <a:gd name="connsiteY246" fmla="*/ 717987 h 1708593"/>
              <a:gd name="connsiteX247" fmla="*/ 813632 w 813632"/>
              <a:gd name="connsiteY247" fmla="*/ 740769 h 1708593"/>
              <a:gd name="connsiteX248" fmla="*/ 806433 w 813632"/>
              <a:gd name="connsiteY248" fmla="*/ 734685 h 1708593"/>
              <a:gd name="connsiteX249" fmla="*/ 764952 w 813632"/>
              <a:gd name="connsiteY249" fmla="*/ 719843 h 1708593"/>
              <a:gd name="connsiteX250" fmla="*/ 749586 w 813632"/>
              <a:gd name="connsiteY250" fmla="*/ 718951 h 1708593"/>
              <a:gd name="connsiteX251" fmla="*/ 734638 w 813632"/>
              <a:gd name="connsiteY251" fmla="*/ 719843 h 1708593"/>
              <a:gd name="connsiteX252" fmla="*/ 662511 w 813632"/>
              <a:gd name="connsiteY252" fmla="*/ 761314 h 1708593"/>
              <a:gd name="connsiteX253" fmla="*/ 562069 w 813632"/>
              <a:gd name="connsiteY253" fmla="*/ 808320 h 1708593"/>
              <a:gd name="connsiteX254" fmla="*/ 462743 w 813632"/>
              <a:gd name="connsiteY254" fmla="*/ 761314 h 1708593"/>
              <a:gd name="connsiteX255" fmla="*/ 375034 w 813632"/>
              <a:gd name="connsiteY255" fmla="*/ 718951 h 1708593"/>
              <a:gd name="connsiteX256" fmla="*/ 287371 w 813632"/>
              <a:gd name="connsiteY256" fmla="*/ 761314 h 1708593"/>
              <a:gd name="connsiteX257" fmla="*/ 187517 w 813632"/>
              <a:gd name="connsiteY257" fmla="*/ 808320 h 1708593"/>
              <a:gd name="connsiteX258" fmla="*/ 87663 w 813632"/>
              <a:gd name="connsiteY258" fmla="*/ 761314 h 1708593"/>
              <a:gd name="connsiteX259" fmla="*/ 0 w 813632"/>
              <a:gd name="connsiteY259" fmla="*/ 718951 h 1708593"/>
              <a:gd name="connsiteX260" fmla="*/ 0 w 813632"/>
              <a:gd name="connsiteY260" fmla="*/ 600343 h 1708593"/>
              <a:gd name="connsiteX261" fmla="*/ 99855 w 813632"/>
              <a:gd name="connsiteY261" fmla="*/ 647348 h 1708593"/>
              <a:gd name="connsiteX262" fmla="*/ 187517 w 813632"/>
              <a:gd name="connsiteY262" fmla="*/ 689712 h 1708593"/>
              <a:gd name="connsiteX263" fmla="*/ 275179 w 813632"/>
              <a:gd name="connsiteY263" fmla="*/ 647348 h 1708593"/>
              <a:gd name="connsiteX264" fmla="*/ 375034 w 813632"/>
              <a:gd name="connsiteY264" fmla="*/ 600343 h 1708593"/>
              <a:gd name="connsiteX265" fmla="*/ 474941 w 813632"/>
              <a:gd name="connsiteY265" fmla="*/ 647348 h 1708593"/>
              <a:gd name="connsiteX266" fmla="*/ 562069 w 813632"/>
              <a:gd name="connsiteY266" fmla="*/ 689712 h 1708593"/>
              <a:gd name="connsiteX267" fmla="*/ 650315 w 813632"/>
              <a:gd name="connsiteY267" fmla="*/ 647348 h 1708593"/>
              <a:gd name="connsiteX268" fmla="*/ 740506 w 813632"/>
              <a:gd name="connsiteY268" fmla="*/ 600622 h 1708593"/>
              <a:gd name="connsiteX269" fmla="*/ 749586 w 813632"/>
              <a:gd name="connsiteY269" fmla="*/ 600343 h 1708593"/>
              <a:gd name="connsiteX270" fmla="*/ 758889 w 813632"/>
              <a:gd name="connsiteY270" fmla="*/ 600622 h 1708593"/>
              <a:gd name="connsiteX271" fmla="*/ 813261 w 813632"/>
              <a:gd name="connsiteY271" fmla="*/ 617064 h 1708593"/>
              <a:gd name="connsiteX272" fmla="*/ 813632 w 813632"/>
              <a:gd name="connsiteY272" fmla="*/ 617368 h 1708593"/>
              <a:gd name="connsiteX273" fmla="*/ 813632 w 813632"/>
              <a:gd name="connsiteY273" fmla="*/ 639756 h 1708593"/>
              <a:gd name="connsiteX274" fmla="*/ 806433 w 813632"/>
              <a:gd name="connsiteY274" fmla="*/ 633727 h 1708593"/>
              <a:gd name="connsiteX275" fmla="*/ 764952 w 813632"/>
              <a:gd name="connsiteY275" fmla="*/ 618668 h 1708593"/>
              <a:gd name="connsiteX276" fmla="*/ 749586 w 813632"/>
              <a:gd name="connsiteY276" fmla="*/ 617752 h 1708593"/>
              <a:gd name="connsiteX277" fmla="*/ 734638 w 813632"/>
              <a:gd name="connsiteY277" fmla="*/ 618668 h 1708593"/>
              <a:gd name="connsiteX278" fmla="*/ 662511 w 813632"/>
              <a:gd name="connsiteY278" fmla="*/ 660115 h 1708593"/>
              <a:gd name="connsiteX279" fmla="*/ 562069 w 813632"/>
              <a:gd name="connsiteY279" fmla="*/ 707701 h 1708593"/>
              <a:gd name="connsiteX280" fmla="*/ 462743 w 813632"/>
              <a:gd name="connsiteY280" fmla="*/ 660115 h 1708593"/>
              <a:gd name="connsiteX281" fmla="*/ 375034 w 813632"/>
              <a:gd name="connsiteY281" fmla="*/ 617752 h 1708593"/>
              <a:gd name="connsiteX282" fmla="*/ 287371 w 813632"/>
              <a:gd name="connsiteY282" fmla="*/ 660115 h 1708593"/>
              <a:gd name="connsiteX283" fmla="*/ 187517 w 813632"/>
              <a:gd name="connsiteY283" fmla="*/ 707701 h 1708593"/>
              <a:gd name="connsiteX284" fmla="*/ 87663 w 813632"/>
              <a:gd name="connsiteY284" fmla="*/ 660115 h 1708593"/>
              <a:gd name="connsiteX285" fmla="*/ 0 w 813632"/>
              <a:gd name="connsiteY285" fmla="*/ 617752 h 1708593"/>
              <a:gd name="connsiteX286" fmla="*/ 0 w 813632"/>
              <a:gd name="connsiteY286" fmla="*/ 500446 h 1708593"/>
              <a:gd name="connsiteX287" fmla="*/ 99855 w 813632"/>
              <a:gd name="connsiteY287" fmla="*/ 548032 h 1708593"/>
              <a:gd name="connsiteX288" fmla="*/ 187517 w 813632"/>
              <a:gd name="connsiteY288" fmla="*/ 590395 h 1708593"/>
              <a:gd name="connsiteX289" fmla="*/ 275179 w 813632"/>
              <a:gd name="connsiteY289" fmla="*/ 548032 h 1708593"/>
              <a:gd name="connsiteX290" fmla="*/ 375034 w 813632"/>
              <a:gd name="connsiteY290" fmla="*/ 500446 h 1708593"/>
              <a:gd name="connsiteX291" fmla="*/ 474941 w 813632"/>
              <a:gd name="connsiteY291" fmla="*/ 548032 h 1708593"/>
              <a:gd name="connsiteX292" fmla="*/ 562069 w 813632"/>
              <a:gd name="connsiteY292" fmla="*/ 590395 h 1708593"/>
              <a:gd name="connsiteX293" fmla="*/ 650315 w 813632"/>
              <a:gd name="connsiteY293" fmla="*/ 548032 h 1708593"/>
              <a:gd name="connsiteX294" fmla="*/ 740506 w 813632"/>
              <a:gd name="connsiteY294" fmla="*/ 500732 h 1708593"/>
              <a:gd name="connsiteX295" fmla="*/ 749586 w 813632"/>
              <a:gd name="connsiteY295" fmla="*/ 500446 h 1708593"/>
              <a:gd name="connsiteX296" fmla="*/ 758889 w 813632"/>
              <a:gd name="connsiteY296" fmla="*/ 500732 h 1708593"/>
              <a:gd name="connsiteX297" fmla="*/ 813261 w 813632"/>
              <a:gd name="connsiteY297" fmla="*/ 517484 h 1708593"/>
              <a:gd name="connsiteX298" fmla="*/ 813632 w 813632"/>
              <a:gd name="connsiteY298" fmla="*/ 517791 h 1708593"/>
              <a:gd name="connsiteX299" fmla="*/ 813632 w 813632"/>
              <a:gd name="connsiteY299" fmla="*/ 540440 h 1708593"/>
              <a:gd name="connsiteX300" fmla="*/ 806433 w 813632"/>
              <a:gd name="connsiteY300" fmla="*/ 534410 h 1708593"/>
              <a:gd name="connsiteX301" fmla="*/ 764952 w 813632"/>
              <a:gd name="connsiteY301" fmla="*/ 519352 h 1708593"/>
              <a:gd name="connsiteX302" fmla="*/ 749586 w 813632"/>
              <a:gd name="connsiteY302" fmla="*/ 518436 h 1708593"/>
              <a:gd name="connsiteX303" fmla="*/ 734638 w 813632"/>
              <a:gd name="connsiteY303" fmla="*/ 519352 h 1708593"/>
              <a:gd name="connsiteX304" fmla="*/ 662511 w 813632"/>
              <a:gd name="connsiteY304" fmla="*/ 560799 h 1708593"/>
              <a:gd name="connsiteX305" fmla="*/ 562069 w 813632"/>
              <a:gd name="connsiteY305" fmla="*/ 607805 h 1708593"/>
              <a:gd name="connsiteX306" fmla="*/ 462743 w 813632"/>
              <a:gd name="connsiteY306" fmla="*/ 560799 h 1708593"/>
              <a:gd name="connsiteX307" fmla="*/ 375034 w 813632"/>
              <a:gd name="connsiteY307" fmla="*/ 518436 h 1708593"/>
              <a:gd name="connsiteX308" fmla="*/ 287371 w 813632"/>
              <a:gd name="connsiteY308" fmla="*/ 560799 h 1708593"/>
              <a:gd name="connsiteX309" fmla="*/ 187517 w 813632"/>
              <a:gd name="connsiteY309" fmla="*/ 607805 h 1708593"/>
              <a:gd name="connsiteX310" fmla="*/ 87663 w 813632"/>
              <a:gd name="connsiteY310" fmla="*/ 560799 h 1708593"/>
              <a:gd name="connsiteX311" fmla="*/ 0 w 813632"/>
              <a:gd name="connsiteY311" fmla="*/ 518436 h 1708593"/>
              <a:gd name="connsiteX312" fmla="*/ 0 w 813632"/>
              <a:gd name="connsiteY312" fmla="*/ 399827 h 1708593"/>
              <a:gd name="connsiteX313" fmla="*/ 99855 w 813632"/>
              <a:gd name="connsiteY313" fmla="*/ 447520 h 1708593"/>
              <a:gd name="connsiteX314" fmla="*/ 187517 w 813632"/>
              <a:gd name="connsiteY314" fmla="*/ 489978 h 1708593"/>
              <a:gd name="connsiteX315" fmla="*/ 275179 w 813632"/>
              <a:gd name="connsiteY315" fmla="*/ 447520 h 1708593"/>
              <a:gd name="connsiteX316" fmla="*/ 375034 w 813632"/>
              <a:gd name="connsiteY316" fmla="*/ 399827 h 1708593"/>
              <a:gd name="connsiteX317" fmla="*/ 474941 w 813632"/>
              <a:gd name="connsiteY317" fmla="*/ 447520 h 1708593"/>
              <a:gd name="connsiteX318" fmla="*/ 562069 w 813632"/>
              <a:gd name="connsiteY318" fmla="*/ 489978 h 1708593"/>
              <a:gd name="connsiteX319" fmla="*/ 650315 w 813632"/>
              <a:gd name="connsiteY319" fmla="*/ 447520 h 1708593"/>
              <a:gd name="connsiteX320" fmla="*/ 740506 w 813632"/>
              <a:gd name="connsiteY320" fmla="*/ 400114 h 1708593"/>
              <a:gd name="connsiteX321" fmla="*/ 749586 w 813632"/>
              <a:gd name="connsiteY321" fmla="*/ 399827 h 1708593"/>
              <a:gd name="connsiteX322" fmla="*/ 758889 w 813632"/>
              <a:gd name="connsiteY322" fmla="*/ 400114 h 1708593"/>
              <a:gd name="connsiteX323" fmla="*/ 813261 w 813632"/>
              <a:gd name="connsiteY323" fmla="*/ 416904 h 1708593"/>
              <a:gd name="connsiteX324" fmla="*/ 813632 w 813632"/>
              <a:gd name="connsiteY324" fmla="*/ 417211 h 1708593"/>
              <a:gd name="connsiteX325" fmla="*/ 813632 w 813632"/>
              <a:gd name="connsiteY325" fmla="*/ 439910 h 1708593"/>
              <a:gd name="connsiteX326" fmla="*/ 806433 w 813632"/>
              <a:gd name="connsiteY326" fmla="*/ 433868 h 1708593"/>
              <a:gd name="connsiteX327" fmla="*/ 764952 w 813632"/>
              <a:gd name="connsiteY327" fmla="*/ 418775 h 1708593"/>
              <a:gd name="connsiteX328" fmla="*/ 749586 w 813632"/>
              <a:gd name="connsiteY328" fmla="*/ 417857 h 1708593"/>
              <a:gd name="connsiteX329" fmla="*/ 734638 w 813632"/>
              <a:gd name="connsiteY329" fmla="*/ 418751 h 1708593"/>
              <a:gd name="connsiteX330" fmla="*/ 662511 w 813632"/>
              <a:gd name="connsiteY330" fmla="*/ 460316 h 1708593"/>
              <a:gd name="connsiteX331" fmla="*/ 562069 w 813632"/>
              <a:gd name="connsiteY331" fmla="*/ 507427 h 1708593"/>
              <a:gd name="connsiteX332" fmla="*/ 462743 w 813632"/>
              <a:gd name="connsiteY332" fmla="*/ 460316 h 1708593"/>
              <a:gd name="connsiteX333" fmla="*/ 375034 w 813632"/>
              <a:gd name="connsiteY333" fmla="*/ 417857 h 1708593"/>
              <a:gd name="connsiteX334" fmla="*/ 287371 w 813632"/>
              <a:gd name="connsiteY334" fmla="*/ 460316 h 1708593"/>
              <a:gd name="connsiteX335" fmla="*/ 187517 w 813632"/>
              <a:gd name="connsiteY335" fmla="*/ 507427 h 1708593"/>
              <a:gd name="connsiteX336" fmla="*/ 87663 w 813632"/>
              <a:gd name="connsiteY336" fmla="*/ 460316 h 1708593"/>
              <a:gd name="connsiteX337" fmla="*/ 0 w 813632"/>
              <a:gd name="connsiteY337" fmla="*/ 417857 h 1708593"/>
              <a:gd name="connsiteX338" fmla="*/ 0 w 813632"/>
              <a:gd name="connsiteY338" fmla="*/ 299931 h 1708593"/>
              <a:gd name="connsiteX339" fmla="*/ 99855 w 813632"/>
              <a:gd name="connsiteY339" fmla="*/ 347579 h 1708593"/>
              <a:gd name="connsiteX340" fmla="*/ 187517 w 813632"/>
              <a:gd name="connsiteY340" fmla="*/ 389998 h 1708593"/>
              <a:gd name="connsiteX341" fmla="*/ 275179 w 813632"/>
              <a:gd name="connsiteY341" fmla="*/ 347579 h 1708593"/>
              <a:gd name="connsiteX342" fmla="*/ 375034 w 813632"/>
              <a:gd name="connsiteY342" fmla="*/ 299931 h 1708593"/>
              <a:gd name="connsiteX343" fmla="*/ 474941 w 813632"/>
              <a:gd name="connsiteY343" fmla="*/ 347579 h 1708593"/>
              <a:gd name="connsiteX344" fmla="*/ 562069 w 813632"/>
              <a:gd name="connsiteY344" fmla="*/ 389998 h 1708593"/>
              <a:gd name="connsiteX345" fmla="*/ 650315 w 813632"/>
              <a:gd name="connsiteY345" fmla="*/ 347579 h 1708593"/>
              <a:gd name="connsiteX346" fmla="*/ 740506 w 813632"/>
              <a:gd name="connsiteY346" fmla="*/ 300217 h 1708593"/>
              <a:gd name="connsiteX347" fmla="*/ 749586 w 813632"/>
              <a:gd name="connsiteY347" fmla="*/ 299931 h 1708593"/>
              <a:gd name="connsiteX348" fmla="*/ 758889 w 813632"/>
              <a:gd name="connsiteY348" fmla="*/ 300217 h 1708593"/>
              <a:gd name="connsiteX349" fmla="*/ 813261 w 813632"/>
              <a:gd name="connsiteY349" fmla="*/ 316991 h 1708593"/>
              <a:gd name="connsiteX350" fmla="*/ 813632 w 813632"/>
              <a:gd name="connsiteY350" fmla="*/ 317299 h 1708593"/>
              <a:gd name="connsiteX351" fmla="*/ 813632 w 813632"/>
              <a:gd name="connsiteY351" fmla="*/ 339977 h 1708593"/>
              <a:gd name="connsiteX352" fmla="*/ 806433 w 813632"/>
              <a:gd name="connsiteY352" fmla="*/ 333940 h 1708593"/>
              <a:gd name="connsiteX353" fmla="*/ 764952 w 813632"/>
              <a:gd name="connsiteY353" fmla="*/ 318861 h 1708593"/>
              <a:gd name="connsiteX354" fmla="*/ 749586 w 813632"/>
              <a:gd name="connsiteY354" fmla="*/ 317944 h 1708593"/>
              <a:gd name="connsiteX355" fmla="*/ 734638 w 813632"/>
              <a:gd name="connsiteY355" fmla="*/ 318861 h 1708593"/>
              <a:gd name="connsiteX356" fmla="*/ 662511 w 813632"/>
              <a:gd name="connsiteY356" fmla="*/ 360363 h 1708593"/>
              <a:gd name="connsiteX357" fmla="*/ 562069 w 813632"/>
              <a:gd name="connsiteY357" fmla="*/ 408011 h 1708593"/>
              <a:gd name="connsiteX358" fmla="*/ 462743 w 813632"/>
              <a:gd name="connsiteY358" fmla="*/ 360363 h 1708593"/>
              <a:gd name="connsiteX359" fmla="*/ 375034 w 813632"/>
              <a:gd name="connsiteY359" fmla="*/ 317944 h 1708593"/>
              <a:gd name="connsiteX360" fmla="*/ 287371 w 813632"/>
              <a:gd name="connsiteY360" fmla="*/ 360363 h 1708593"/>
              <a:gd name="connsiteX361" fmla="*/ 187517 w 813632"/>
              <a:gd name="connsiteY361" fmla="*/ 408011 h 1708593"/>
              <a:gd name="connsiteX362" fmla="*/ 87663 w 813632"/>
              <a:gd name="connsiteY362" fmla="*/ 360363 h 1708593"/>
              <a:gd name="connsiteX363" fmla="*/ 0 w 813632"/>
              <a:gd name="connsiteY363" fmla="*/ 317944 h 1708593"/>
              <a:gd name="connsiteX364" fmla="*/ 0 w 813632"/>
              <a:gd name="connsiteY364" fmla="*/ 200515 h 1708593"/>
              <a:gd name="connsiteX365" fmla="*/ 99855 w 813632"/>
              <a:gd name="connsiteY365" fmla="*/ 247521 h 1708593"/>
              <a:gd name="connsiteX366" fmla="*/ 187517 w 813632"/>
              <a:gd name="connsiteY366" fmla="*/ 289884 h 1708593"/>
              <a:gd name="connsiteX367" fmla="*/ 275179 w 813632"/>
              <a:gd name="connsiteY367" fmla="*/ 247521 h 1708593"/>
              <a:gd name="connsiteX368" fmla="*/ 375034 w 813632"/>
              <a:gd name="connsiteY368" fmla="*/ 200515 h 1708593"/>
              <a:gd name="connsiteX369" fmla="*/ 474941 w 813632"/>
              <a:gd name="connsiteY369" fmla="*/ 247521 h 1708593"/>
              <a:gd name="connsiteX370" fmla="*/ 562069 w 813632"/>
              <a:gd name="connsiteY370" fmla="*/ 289884 h 1708593"/>
              <a:gd name="connsiteX371" fmla="*/ 650315 w 813632"/>
              <a:gd name="connsiteY371" fmla="*/ 247521 h 1708593"/>
              <a:gd name="connsiteX372" fmla="*/ 740506 w 813632"/>
              <a:gd name="connsiteY372" fmla="*/ 200801 h 1708593"/>
              <a:gd name="connsiteX373" fmla="*/ 749586 w 813632"/>
              <a:gd name="connsiteY373" fmla="*/ 200515 h 1708593"/>
              <a:gd name="connsiteX374" fmla="*/ 758889 w 813632"/>
              <a:gd name="connsiteY374" fmla="*/ 200801 h 1708593"/>
              <a:gd name="connsiteX375" fmla="*/ 813261 w 813632"/>
              <a:gd name="connsiteY375" fmla="*/ 217467 h 1708593"/>
              <a:gd name="connsiteX376" fmla="*/ 813632 w 813632"/>
              <a:gd name="connsiteY376" fmla="*/ 217769 h 1708593"/>
              <a:gd name="connsiteX377" fmla="*/ 813632 w 813632"/>
              <a:gd name="connsiteY377" fmla="*/ 240323 h 1708593"/>
              <a:gd name="connsiteX378" fmla="*/ 806433 w 813632"/>
              <a:gd name="connsiteY378" fmla="*/ 234239 h 1708593"/>
              <a:gd name="connsiteX379" fmla="*/ 764952 w 813632"/>
              <a:gd name="connsiteY379" fmla="*/ 219397 h 1708593"/>
              <a:gd name="connsiteX380" fmla="*/ 749586 w 813632"/>
              <a:gd name="connsiteY380" fmla="*/ 218505 h 1708593"/>
              <a:gd name="connsiteX381" fmla="*/ 734638 w 813632"/>
              <a:gd name="connsiteY381" fmla="*/ 219397 h 1708593"/>
              <a:gd name="connsiteX382" fmla="*/ 662511 w 813632"/>
              <a:gd name="connsiteY382" fmla="*/ 260868 h 1708593"/>
              <a:gd name="connsiteX383" fmla="*/ 562069 w 813632"/>
              <a:gd name="connsiteY383" fmla="*/ 307874 h 1708593"/>
              <a:gd name="connsiteX384" fmla="*/ 462743 w 813632"/>
              <a:gd name="connsiteY384" fmla="*/ 260868 h 1708593"/>
              <a:gd name="connsiteX385" fmla="*/ 375034 w 813632"/>
              <a:gd name="connsiteY385" fmla="*/ 218505 h 1708593"/>
              <a:gd name="connsiteX386" fmla="*/ 287371 w 813632"/>
              <a:gd name="connsiteY386" fmla="*/ 260868 h 1708593"/>
              <a:gd name="connsiteX387" fmla="*/ 187517 w 813632"/>
              <a:gd name="connsiteY387" fmla="*/ 307874 h 1708593"/>
              <a:gd name="connsiteX388" fmla="*/ 87663 w 813632"/>
              <a:gd name="connsiteY388" fmla="*/ 260868 h 1708593"/>
              <a:gd name="connsiteX389" fmla="*/ 0 w 813632"/>
              <a:gd name="connsiteY389" fmla="*/ 218505 h 1708593"/>
              <a:gd name="connsiteX390" fmla="*/ 0 w 813632"/>
              <a:gd name="connsiteY390" fmla="*/ 99897 h 1708593"/>
              <a:gd name="connsiteX391" fmla="*/ 99855 w 813632"/>
              <a:gd name="connsiteY391" fmla="*/ 147008 h 1708593"/>
              <a:gd name="connsiteX392" fmla="*/ 187517 w 813632"/>
              <a:gd name="connsiteY392" fmla="*/ 189466 h 1708593"/>
              <a:gd name="connsiteX393" fmla="*/ 275179 w 813632"/>
              <a:gd name="connsiteY393" fmla="*/ 147008 h 1708593"/>
              <a:gd name="connsiteX394" fmla="*/ 375034 w 813632"/>
              <a:gd name="connsiteY394" fmla="*/ 99897 h 1708593"/>
              <a:gd name="connsiteX395" fmla="*/ 474941 w 813632"/>
              <a:gd name="connsiteY395" fmla="*/ 147008 h 1708593"/>
              <a:gd name="connsiteX396" fmla="*/ 562069 w 813632"/>
              <a:gd name="connsiteY396" fmla="*/ 189466 h 1708593"/>
              <a:gd name="connsiteX397" fmla="*/ 650315 w 813632"/>
              <a:gd name="connsiteY397" fmla="*/ 147008 h 1708593"/>
              <a:gd name="connsiteX398" fmla="*/ 740506 w 813632"/>
              <a:gd name="connsiteY398" fmla="*/ 100183 h 1708593"/>
              <a:gd name="connsiteX399" fmla="*/ 749586 w 813632"/>
              <a:gd name="connsiteY399" fmla="*/ 99897 h 1708593"/>
              <a:gd name="connsiteX400" fmla="*/ 758889 w 813632"/>
              <a:gd name="connsiteY400" fmla="*/ 100177 h 1708593"/>
              <a:gd name="connsiteX401" fmla="*/ 813261 w 813632"/>
              <a:gd name="connsiteY401" fmla="*/ 116655 h 1708593"/>
              <a:gd name="connsiteX402" fmla="*/ 813632 w 813632"/>
              <a:gd name="connsiteY402" fmla="*/ 116960 h 1708593"/>
              <a:gd name="connsiteX403" fmla="*/ 813632 w 813632"/>
              <a:gd name="connsiteY403" fmla="*/ 139794 h 1708593"/>
              <a:gd name="connsiteX404" fmla="*/ 806433 w 813632"/>
              <a:gd name="connsiteY404" fmla="*/ 133696 h 1708593"/>
              <a:gd name="connsiteX405" fmla="*/ 764952 w 813632"/>
              <a:gd name="connsiteY405" fmla="*/ 118821 h 1708593"/>
              <a:gd name="connsiteX406" fmla="*/ 749586 w 813632"/>
              <a:gd name="connsiteY406" fmla="*/ 117927 h 1708593"/>
              <a:gd name="connsiteX407" fmla="*/ 734638 w 813632"/>
              <a:gd name="connsiteY407" fmla="*/ 118821 h 1708593"/>
              <a:gd name="connsiteX408" fmla="*/ 662511 w 813632"/>
              <a:gd name="connsiteY408" fmla="*/ 160385 h 1708593"/>
              <a:gd name="connsiteX409" fmla="*/ 562069 w 813632"/>
              <a:gd name="connsiteY409" fmla="*/ 207496 h 1708593"/>
              <a:gd name="connsiteX410" fmla="*/ 462743 w 813632"/>
              <a:gd name="connsiteY410" fmla="*/ 160385 h 1708593"/>
              <a:gd name="connsiteX411" fmla="*/ 375034 w 813632"/>
              <a:gd name="connsiteY411" fmla="*/ 117927 h 1708593"/>
              <a:gd name="connsiteX412" fmla="*/ 287371 w 813632"/>
              <a:gd name="connsiteY412" fmla="*/ 160385 h 1708593"/>
              <a:gd name="connsiteX413" fmla="*/ 187517 w 813632"/>
              <a:gd name="connsiteY413" fmla="*/ 207496 h 1708593"/>
              <a:gd name="connsiteX414" fmla="*/ 87663 w 813632"/>
              <a:gd name="connsiteY414" fmla="*/ 160385 h 1708593"/>
              <a:gd name="connsiteX415" fmla="*/ 0 w 813632"/>
              <a:gd name="connsiteY415" fmla="*/ 117927 h 1708593"/>
              <a:gd name="connsiteX416" fmla="*/ 0 w 813632"/>
              <a:gd name="connsiteY416" fmla="*/ 0 h 1708593"/>
              <a:gd name="connsiteX417" fmla="*/ 99855 w 813632"/>
              <a:gd name="connsiteY417" fmla="*/ 47649 h 1708593"/>
              <a:gd name="connsiteX418" fmla="*/ 187517 w 813632"/>
              <a:gd name="connsiteY418" fmla="*/ 90067 h 1708593"/>
              <a:gd name="connsiteX419" fmla="*/ 275179 w 813632"/>
              <a:gd name="connsiteY419" fmla="*/ 47649 h 1708593"/>
              <a:gd name="connsiteX420" fmla="*/ 375034 w 813632"/>
              <a:gd name="connsiteY420" fmla="*/ 0 h 1708593"/>
              <a:gd name="connsiteX421" fmla="*/ 474941 w 813632"/>
              <a:gd name="connsiteY421" fmla="*/ 47649 h 1708593"/>
              <a:gd name="connsiteX422" fmla="*/ 562069 w 813632"/>
              <a:gd name="connsiteY422" fmla="*/ 90067 h 1708593"/>
              <a:gd name="connsiteX423" fmla="*/ 650315 w 813632"/>
              <a:gd name="connsiteY423" fmla="*/ 47649 h 1708593"/>
              <a:gd name="connsiteX424" fmla="*/ 740506 w 813632"/>
              <a:gd name="connsiteY424" fmla="*/ 286 h 1708593"/>
              <a:gd name="connsiteX425" fmla="*/ 749586 w 813632"/>
              <a:gd name="connsiteY425" fmla="*/ 0 h 1708593"/>
              <a:gd name="connsiteX426" fmla="*/ 810333 w 813632"/>
              <a:gd name="connsiteY426" fmla="*/ 15326 h 1708593"/>
              <a:gd name="connsiteX427" fmla="*/ 813632 w 813632"/>
              <a:gd name="connsiteY427" fmla="*/ 18004 h 1708593"/>
              <a:gd name="connsiteX428" fmla="*/ 813632 w 813632"/>
              <a:gd name="connsiteY428" fmla="*/ 40046 h 1708593"/>
              <a:gd name="connsiteX429" fmla="*/ 806433 w 813632"/>
              <a:gd name="connsiteY429" fmla="*/ 34009 h 1708593"/>
              <a:gd name="connsiteX430" fmla="*/ 764952 w 813632"/>
              <a:gd name="connsiteY430" fmla="*/ 18931 h 1708593"/>
              <a:gd name="connsiteX431" fmla="*/ 749586 w 813632"/>
              <a:gd name="connsiteY431" fmla="*/ 18014 h 1708593"/>
              <a:gd name="connsiteX432" fmla="*/ 734638 w 813632"/>
              <a:gd name="connsiteY432" fmla="*/ 18931 h 1708593"/>
              <a:gd name="connsiteX433" fmla="*/ 662511 w 813632"/>
              <a:gd name="connsiteY433" fmla="*/ 60432 h 1708593"/>
              <a:gd name="connsiteX434" fmla="*/ 562069 w 813632"/>
              <a:gd name="connsiteY434" fmla="*/ 108081 h 1708593"/>
              <a:gd name="connsiteX435" fmla="*/ 462743 w 813632"/>
              <a:gd name="connsiteY435" fmla="*/ 60432 h 1708593"/>
              <a:gd name="connsiteX436" fmla="*/ 375034 w 813632"/>
              <a:gd name="connsiteY436" fmla="*/ 18014 h 1708593"/>
              <a:gd name="connsiteX437" fmla="*/ 287371 w 813632"/>
              <a:gd name="connsiteY437" fmla="*/ 60432 h 1708593"/>
              <a:gd name="connsiteX438" fmla="*/ 187517 w 813632"/>
              <a:gd name="connsiteY438" fmla="*/ 108081 h 1708593"/>
              <a:gd name="connsiteX439" fmla="*/ 87663 w 813632"/>
              <a:gd name="connsiteY439" fmla="*/ 60432 h 1708593"/>
              <a:gd name="connsiteX440" fmla="*/ 0 w 813632"/>
              <a:gd name="connsiteY440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</a:cxnLst>
            <a:rect l="l" t="t" r="r" b="b"/>
            <a:pathLst>
              <a:path w="813632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781444" y="1602212"/>
                  <a:pt x="798809" y="1608742"/>
                  <a:pt x="813261" y="1617573"/>
                </a:cubicBezTo>
                <a:lnTo>
                  <a:pt x="813632" y="1617880"/>
                </a:lnTo>
                <a:lnTo>
                  <a:pt x="813632" y="1640559"/>
                </a:lnTo>
                <a:lnTo>
                  <a:pt x="806433" y="1634522"/>
                </a:lnTo>
                <a:cubicBezTo>
                  <a:pt x="794932" y="1627085"/>
                  <a:pt x="781770" y="1621540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781444" y="1502760"/>
                  <a:pt x="798809" y="1509152"/>
                  <a:pt x="813261" y="1517856"/>
                </a:cubicBezTo>
                <a:lnTo>
                  <a:pt x="813632" y="1518161"/>
                </a:lnTo>
                <a:lnTo>
                  <a:pt x="813632" y="1540599"/>
                </a:lnTo>
                <a:lnTo>
                  <a:pt x="806433" y="1534556"/>
                </a:lnTo>
                <a:cubicBezTo>
                  <a:pt x="794932" y="1527113"/>
                  <a:pt x="781770" y="1521563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781444" y="1401697"/>
                  <a:pt x="798809" y="1408226"/>
                  <a:pt x="813261" y="1417057"/>
                </a:cubicBezTo>
                <a:lnTo>
                  <a:pt x="813632" y="1417365"/>
                </a:lnTo>
                <a:lnTo>
                  <a:pt x="813632" y="1440043"/>
                </a:lnTo>
                <a:lnTo>
                  <a:pt x="806433" y="1434006"/>
                </a:lnTo>
                <a:cubicBezTo>
                  <a:pt x="794932" y="1426570"/>
                  <a:pt x="781770" y="1421025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781444" y="1302282"/>
                  <a:pt x="798809" y="1308808"/>
                  <a:pt x="813261" y="1317571"/>
                </a:cubicBezTo>
                <a:lnTo>
                  <a:pt x="813632" y="1317874"/>
                </a:lnTo>
                <a:lnTo>
                  <a:pt x="813632" y="1340479"/>
                </a:lnTo>
                <a:lnTo>
                  <a:pt x="806433" y="1334381"/>
                </a:lnTo>
                <a:cubicBezTo>
                  <a:pt x="794932" y="1326983"/>
                  <a:pt x="781770" y="1321554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781444" y="1202385"/>
                  <a:pt x="798809" y="1208915"/>
                  <a:pt x="813261" y="1217746"/>
                </a:cubicBezTo>
                <a:lnTo>
                  <a:pt x="813632" y="1218053"/>
                </a:lnTo>
                <a:lnTo>
                  <a:pt x="813632" y="1240731"/>
                </a:lnTo>
                <a:lnTo>
                  <a:pt x="806433" y="1234694"/>
                </a:lnTo>
                <a:cubicBezTo>
                  <a:pt x="794932" y="1227258"/>
                  <a:pt x="781770" y="1221713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1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3"/>
                </a:cubicBezTo>
                <a:lnTo>
                  <a:pt x="749586" y="1100066"/>
                </a:lnTo>
                <a:lnTo>
                  <a:pt x="758889" y="1100353"/>
                </a:lnTo>
                <a:cubicBezTo>
                  <a:pt x="781444" y="1101767"/>
                  <a:pt x="798809" y="1108296"/>
                  <a:pt x="813261" y="1117127"/>
                </a:cubicBezTo>
                <a:lnTo>
                  <a:pt x="813632" y="1117435"/>
                </a:lnTo>
                <a:lnTo>
                  <a:pt x="813632" y="1140112"/>
                </a:lnTo>
                <a:lnTo>
                  <a:pt x="806433" y="1134075"/>
                </a:lnTo>
                <a:cubicBezTo>
                  <a:pt x="794932" y="1126639"/>
                  <a:pt x="781770" y="1121094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2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781444" y="1002314"/>
                  <a:pt x="798809" y="1008706"/>
                  <a:pt x="813261" y="1017410"/>
                </a:cubicBezTo>
                <a:lnTo>
                  <a:pt x="813632" y="1017715"/>
                </a:lnTo>
                <a:lnTo>
                  <a:pt x="813632" y="1040548"/>
                </a:lnTo>
                <a:lnTo>
                  <a:pt x="806433" y="1034450"/>
                </a:lnTo>
                <a:cubicBezTo>
                  <a:pt x="794932" y="1027052"/>
                  <a:pt x="781770" y="1021623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781444" y="901933"/>
                  <a:pt x="798809" y="908310"/>
                  <a:pt x="813261" y="916994"/>
                </a:cubicBezTo>
                <a:lnTo>
                  <a:pt x="813632" y="917298"/>
                </a:lnTo>
                <a:lnTo>
                  <a:pt x="813632" y="940081"/>
                </a:lnTo>
                <a:lnTo>
                  <a:pt x="806433" y="933997"/>
                </a:lnTo>
                <a:cubicBezTo>
                  <a:pt x="794932" y="926615"/>
                  <a:pt x="781770" y="921198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9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9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781444" y="801836"/>
                  <a:pt x="798809" y="808365"/>
                  <a:pt x="813261" y="817197"/>
                </a:cubicBezTo>
                <a:lnTo>
                  <a:pt x="813632" y="817504"/>
                </a:lnTo>
                <a:lnTo>
                  <a:pt x="813632" y="840182"/>
                </a:lnTo>
                <a:lnTo>
                  <a:pt x="806433" y="834145"/>
                </a:lnTo>
                <a:cubicBezTo>
                  <a:pt x="794932" y="826709"/>
                  <a:pt x="781770" y="821164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3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781444" y="702621"/>
                  <a:pt x="798809" y="708998"/>
                  <a:pt x="813261" y="717682"/>
                </a:cubicBezTo>
                <a:lnTo>
                  <a:pt x="813632" y="717987"/>
                </a:lnTo>
                <a:lnTo>
                  <a:pt x="813632" y="740769"/>
                </a:lnTo>
                <a:lnTo>
                  <a:pt x="806433" y="734685"/>
                </a:lnTo>
                <a:cubicBezTo>
                  <a:pt x="794932" y="727303"/>
                  <a:pt x="781770" y="721886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6"/>
                  <a:pt x="613157" y="808320"/>
                  <a:pt x="562069" y="808320"/>
                </a:cubicBezTo>
                <a:cubicBezTo>
                  <a:pt x="512115" y="808320"/>
                  <a:pt x="485977" y="783366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6"/>
                  <a:pt x="238024" y="808320"/>
                  <a:pt x="187517" y="808320"/>
                </a:cubicBezTo>
                <a:cubicBezTo>
                  <a:pt x="137009" y="808320"/>
                  <a:pt x="111465" y="783366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3" y="626131"/>
                  <a:pt x="696405" y="603383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781444" y="602002"/>
                  <a:pt x="798809" y="608379"/>
                  <a:pt x="813261" y="617064"/>
                </a:cubicBezTo>
                <a:lnTo>
                  <a:pt x="813632" y="617368"/>
                </a:lnTo>
                <a:lnTo>
                  <a:pt x="813632" y="639756"/>
                </a:lnTo>
                <a:lnTo>
                  <a:pt x="806433" y="633727"/>
                </a:lnTo>
                <a:cubicBezTo>
                  <a:pt x="794932" y="626301"/>
                  <a:pt x="781770" y="620763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781444" y="502144"/>
                  <a:pt x="798809" y="508665"/>
                  <a:pt x="813261" y="517484"/>
                </a:cubicBezTo>
                <a:lnTo>
                  <a:pt x="813632" y="517791"/>
                </a:lnTo>
                <a:lnTo>
                  <a:pt x="813632" y="540440"/>
                </a:lnTo>
                <a:lnTo>
                  <a:pt x="806433" y="534410"/>
                </a:lnTo>
                <a:cubicBezTo>
                  <a:pt x="794932" y="526984"/>
                  <a:pt x="781770" y="521446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1"/>
                  <a:pt x="613157" y="607805"/>
                  <a:pt x="562069" y="607805"/>
                </a:cubicBezTo>
                <a:cubicBezTo>
                  <a:pt x="512115" y="607805"/>
                  <a:pt x="485977" y="583431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1"/>
                  <a:pt x="238024" y="607805"/>
                  <a:pt x="187517" y="607805"/>
                </a:cubicBezTo>
                <a:cubicBezTo>
                  <a:pt x="137009" y="607805"/>
                  <a:pt x="111465" y="583431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1"/>
                  <a:pt x="144556" y="489978"/>
                  <a:pt x="187517" y="489978"/>
                </a:cubicBezTo>
                <a:cubicBezTo>
                  <a:pt x="230477" y="489978"/>
                  <a:pt x="251957" y="469621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1"/>
                  <a:pt x="519667" y="489978"/>
                  <a:pt x="562069" y="489978"/>
                </a:cubicBezTo>
                <a:cubicBezTo>
                  <a:pt x="605610" y="489978"/>
                  <a:pt x="627090" y="469621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781444" y="401529"/>
                  <a:pt x="798809" y="408064"/>
                  <a:pt x="813261" y="416904"/>
                </a:cubicBezTo>
                <a:lnTo>
                  <a:pt x="813632" y="417211"/>
                </a:lnTo>
                <a:lnTo>
                  <a:pt x="813632" y="439910"/>
                </a:lnTo>
                <a:lnTo>
                  <a:pt x="806433" y="433868"/>
                </a:lnTo>
                <a:cubicBezTo>
                  <a:pt x="794932" y="426425"/>
                  <a:pt x="781770" y="420875"/>
                  <a:pt x="764952" y="418775"/>
                </a:cubicBezTo>
                <a:lnTo>
                  <a:pt x="749586" y="417857"/>
                </a:lnTo>
                <a:lnTo>
                  <a:pt x="734638" y="418751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2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3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781444" y="301631"/>
                  <a:pt x="798809" y="308160"/>
                  <a:pt x="813261" y="316991"/>
                </a:cubicBezTo>
                <a:lnTo>
                  <a:pt x="813632" y="317299"/>
                </a:lnTo>
                <a:lnTo>
                  <a:pt x="813632" y="339977"/>
                </a:lnTo>
                <a:lnTo>
                  <a:pt x="806433" y="333940"/>
                </a:lnTo>
                <a:cubicBezTo>
                  <a:pt x="794932" y="326504"/>
                  <a:pt x="781770" y="320958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781444" y="202212"/>
                  <a:pt x="798809" y="208724"/>
                  <a:pt x="813261" y="217467"/>
                </a:cubicBezTo>
                <a:lnTo>
                  <a:pt x="813632" y="217769"/>
                </a:lnTo>
                <a:lnTo>
                  <a:pt x="813632" y="240323"/>
                </a:lnTo>
                <a:lnTo>
                  <a:pt x="806433" y="234239"/>
                </a:lnTo>
                <a:cubicBezTo>
                  <a:pt x="794932" y="226857"/>
                  <a:pt x="781770" y="221440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3"/>
                  <a:pt x="682831" y="241065"/>
                  <a:pt x="662511" y="260868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8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8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8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7"/>
                </a:lnTo>
                <a:cubicBezTo>
                  <a:pt x="781444" y="101560"/>
                  <a:pt x="798809" y="107951"/>
                  <a:pt x="813261" y="116655"/>
                </a:cubicBezTo>
                <a:lnTo>
                  <a:pt x="813632" y="116960"/>
                </a:lnTo>
                <a:lnTo>
                  <a:pt x="813632" y="139794"/>
                </a:lnTo>
                <a:lnTo>
                  <a:pt x="806433" y="133696"/>
                </a:lnTo>
                <a:cubicBezTo>
                  <a:pt x="794932" y="126298"/>
                  <a:pt x="781770" y="120869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7"/>
                  <a:pt x="99855" y="47649"/>
                </a:cubicBezTo>
                <a:cubicBezTo>
                  <a:pt x="123076" y="69730"/>
                  <a:pt x="144556" y="90067"/>
                  <a:pt x="187517" y="90067"/>
                </a:cubicBezTo>
                <a:cubicBezTo>
                  <a:pt x="230477" y="90067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1" y="47649"/>
                </a:cubicBezTo>
                <a:cubicBezTo>
                  <a:pt x="498175" y="69730"/>
                  <a:pt x="519667" y="90067"/>
                  <a:pt x="562069" y="90067"/>
                </a:cubicBezTo>
                <a:cubicBezTo>
                  <a:pt x="605610" y="90067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775163" y="0"/>
                  <a:pt x="794491" y="6247"/>
                  <a:pt x="810333" y="15326"/>
                </a:cubicBezTo>
                <a:lnTo>
                  <a:pt x="813632" y="18004"/>
                </a:lnTo>
                <a:lnTo>
                  <a:pt x="813632" y="40046"/>
                </a:lnTo>
                <a:lnTo>
                  <a:pt x="806433" y="34009"/>
                </a:lnTo>
                <a:cubicBezTo>
                  <a:pt x="794932" y="26573"/>
                  <a:pt x="781770" y="21028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2"/>
                  <a:pt x="662511" y="60432"/>
                </a:cubicBezTo>
                <a:cubicBezTo>
                  <a:pt x="639282" y="83094"/>
                  <a:pt x="613157" y="108081"/>
                  <a:pt x="562069" y="108081"/>
                </a:cubicBezTo>
                <a:cubicBezTo>
                  <a:pt x="512115" y="108081"/>
                  <a:pt x="485977" y="83094"/>
                  <a:pt x="462743" y="60432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2"/>
                </a:cubicBezTo>
                <a:cubicBezTo>
                  <a:pt x="264149" y="83094"/>
                  <a:pt x="238024" y="108081"/>
                  <a:pt x="187517" y="108081"/>
                </a:cubicBezTo>
                <a:cubicBezTo>
                  <a:pt x="137009" y="108081"/>
                  <a:pt x="111465" y="83094"/>
                  <a:pt x="87663" y="60432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73E86CF0-0EB3-45FB-8773-A246587E374E}"/>
              </a:ext>
            </a:extLst>
          </p:cNvPr>
          <p:cNvSpPr/>
          <p:nvPr userDrawn="1"/>
        </p:nvSpPr>
        <p:spPr>
          <a:xfrm>
            <a:off x="9664473" y="3344102"/>
            <a:ext cx="849464" cy="1698928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4CA8BD76-5F68-4D57-9D1D-CE961B3734A7}"/>
              </a:ext>
            </a:extLst>
          </p:cNvPr>
          <p:cNvSpPr>
            <a:spLocks/>
          </p:cNvSpPr>
          <p:nvPr userDrawn="1"/>
        </p:nvSpPr>
        <p:spPr>
          <a:xfrm>
            <a:off x="11363401" y="1670674"/>
            <a:ext cx="836859" cy="1674011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CE659F92-3DD4-427B-81A6-96EDF9BD80DB}"/>
              </a:ext>
            </a:extLst>
          </p:cNvPr>
          <p:cNvSpPr>
            <a:spLocks/>
          </p:cNvSpPr>
          <p:nvPr userDrawn="1"/>
        </p:nvSpPr>
        <p:spPr>
          <a:xfrm>
            <a:off x="11363401" y="0"/>
            <a:ext cx="836860" cy="1674011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03B378ED-4EB7-4068-ABFE-8EC4BE0CAF4D}"/>
              </a:ext>
            </a:extLst>
          </p:cNvPr>
          <p:cNvSpPr>
            <a:spLocks/>
          </p:cNvSpPr>
          <p:nvPr userDrawn="1"/>
        </p:nvSpPr>
        <p:spPr>
          <a:xfrm>
            <a:off x="11363401" y="3344102"/>
            <a:ext cx="836860" cy="1674011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EF5B25ED-A10C-446F-858D-2B47F926A006}"/>
              </a:ext>
            </a:extLst>
          </p:cNvPr>
          <p:cNvSpPr>
            <a:spLocks/>
          </p:cNvSpPr>
          <p:nvPr userDrawn="1"/>
        </p:nvSpPr>
        <p:spPr>
          <a:xfrm rot="10800000">
            <a:off x="10526542" y="1670674"/>
            <a:ext cx="836859" cy="1674011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F97DEC9C-7EDF-4612-96C6-8B5F94649764}"/>
              </a:ext>
            </a:extLst>
          </p:cNvPr>
          <p:cNvSpPr>
            <a:spLocks/>
          </p:cNvSpPr>
          <p:nvPr userDrawn="1"/>
        </p:nvSpPr>
        <p:spPr>
          <a:xfrm>
            <a:off x="9689682" y="1670674"/>
            <a:ext cx="836859" cy="1674011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532DC5E-FCEC-415E-BE64-BD1907DD1EA5}"/>
              </a:ext>
            </a:extLst>
          </p:cNvPr>
          <p:cNvGrpSpPr/>
          <p:nvPr userDrawn="1"/>
        </p:nvGrpSpPr>
        <p:grpSpPr>
          <a:xfrm rot="5400000">
            <a:off x="9689682" y="0"/>
            <a:ext cx="1673719" cy="1674011"/>
            <a:chOff x="12150870" y="-9583966"/>
            <a:chExt cx="3240000" cy="3240565"/>
          </a:xfrm>
        </p:grpSpPr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1FAF386A-5029-4DD0-BE30-8FF1A719C375}"/>
                </a:ext>
              </a:extLst>
            </p:cNvPr>
            <p:cNvSpPr>
              <a:spLocks/>
            </p:cNvSpPr>
            <p:nvPr/>
          </p:nvSpPr>
          <p:spPr>
            <a:xfrm rot="10800000">
              <a:off x="13770870" y="-9583966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1EEBF5E-54E5-42CB-B9B4-36F6AC1AC632}"/>
                </a:ext>
              </a:extLst>
            </p:cNvPr>
            <p:cNvSpPr>
              <a:spLocks/>
            </p:cNvSpPr>
            <p:nvPr/>
          </p:nvSpPr>
          <p:spPr>
            <a:xfrm>
              <a:off x="12150870" y="-9583966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192706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7EB1241-BF7A-4E19-8CD5-B35D7DD6E90D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9" name="AutoShape 3">
            <a:extLst>
              <a:ext uri="{FF2B5EF4-FFF2-40B4-BE49-F238E27FC236}">
                <a16:creationId xmlns:a16="http://schemas.microsoft.com/office/drawing/2014/main" id="{7DC0E4CD-440E-4322-B6B6-C448855F2870}"/>
              </a:ext>
            </a:extLst>
          </p:cNvPr>
          <p:cNvSpPr>
            <a:spLocks noChangeAspect="1" noChangeArrowheads="1" noTextEdit="1"/>
          </p:cNvSpPr>
          <p:nvPr/>
        </p:nvSpPr>
        <p:spPr bwMode="black">
          <a:xfrm>
            <a:off x="712301" y="719138"/>
            <a:ext cx="3192604" cy="452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31DB21ED-C330-4682-B6F7-3B3FF9D4CBE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783536" y="807737"/>
            <a:ext cx="24881" cy="276721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" name="Freeform 6">
            <a:extLst>
              <a:ext uri="{FF2B5EF4-FFF2-40B4-BE49-F238E27FC236}">
                <a16:creationId xmlns:a16="http://schemas.microsoft.com/office/drawing/2014/main" id="{1A15BD3B-54EC-4474-8A13-A6CCE0CA73D2}"/>
              </a:ext>
            </a:extLst>
          </p:cNvPr>
          <p:cNvSpPr>
            <a:spLocks/>
          </p:cNvSpPr>
          <p:nvPr/>
        </p:nvSpPr>
        <p:spPr bwMode="black">
          <a:xfrm>
            <a:off x="2404788" y="810165"/>
            <a:ext cx="112266" cy="274294"/>
          </a:xfrm>
          <a:custGeom>
            <a:avLst/>
            <a:gdLst>
              <a:gd name="T0" fmla="*/ 376 w 378"/>
              <a:gd name="T1" fmla="*/ 13 h 923"/>
              <a:gd name="T2" fmla="*/ 376 w 378"/>
              <a:gd name="T3" fmla="*/ 94 h 923"/>
              <a:gd name="T4" fmla="*/ 193 w 378"/>
              <a:gd name="T5" fmla="*/ 258 h 923"/>
              <a:gd name="T6" fmla="*/ 193 w 378"/>
              <a:gd name="T7" fmla="*/ 284 h 923"/>
              <a:gd name="T8" fmla="*/ 378 w 378"/>
              <a:gd name="T9" fmla="*/ 284 h 923"/>
              <a:gd name="T10" fmla="*/ 378 w 378"/>
              <a:gd name="T11" fmla="*/ 365 h 923"/>
              <a:gd name="T12" fmla="*/ 193 w 378"/>
              <a:gd name="T13" fmla="*/ 365 h 923"/>
              <a:gd name="T14" fmla="*/ 193 w 378"/>
              <a:gd name="T15" fmla="*/ 923 h 923"/>
              <a:gd name="T16" fmla="*/ 109 w 378"/>
              <a:gd name="T17" fmla="*/ 923 h 923"/>
              <a:gd name="T18" fmla="*/ 109 w 378"/>
              <a:gd name="T19" fmla="*/ 366 h 923"/>
              <a:gd name="T20" fmla="*/ 0 w 378"/>
              <a:gd name="T21" fmla="*/ 366 h 923"/>
              <a:gd name="T22" fmla="*/ 0 w 378"/>
              <a:gd name="T23" fmla="*/ 285 h 923"/>
              <a:gd name="T24" fmla="*/ 109 w 378"/>
              <a:gd name="T25" fmla="*/ 285 h 923"/>
              <a:gd name="T26" fmla="*/ 109 w 378"/>
              <a:gd name="T27" fmla="*/ 259 h 923"/>
              <a:gd name="T28" fmla="*/ 376 w 378"/>
              <a:gd name="T29" fmla="*/ 1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8" h="923">
                <a:moveTo>
                  <a:pt x="376" y="13"/>
                </a:moveTo>
                <a:cubicBezTo>
                  <a:pt x="376" y="94"/>
                  <a:pt x="376" y="94"/>
                  <a:pt x="376" y="94"/>
                </a:cubicBezTo>
                <a:cubicBezTo>
                  <a:pt x="251" y="85"/>
                  <a:pt x="191" y="135"/>
                  <a:pt x="193" y="258"/>
                </a:cubicBezTo>
                <a:cubicBezTo>
                  <a:pt x="193" y="284"/>
                  <a:pt x="193" y="284"/>
                  <a:pt x="193" y="284"/>
                </a:cubicBezTo>
                <a:cubicBezTo>
                  <a:pt x="378" y="284"/>
                  <a:pt x="378" y="284"/>
                  <a:pt x="378" y="284"/>
                </a:cubicBezTo>
                <a:cubicBezTo>
                  <a:pt x="378" y="365"/>
                  <a:pt x="378" y="365"/>
                  <a:pt x="378" y="365"/>
                </a:cubicBezTo>
                <a:cubicBezTo>
                  <a:pt x="193" y="365"/>
                  <a:pt x="193" y="365"/>
                  <a:pt x="193" y="365"/>
                </a:cubicBezTo>
                <a:cubicBezTo>
                  <a:pt x="193" y="923"/>
                  <a:pt x="193" y="923"/>
                  <a:pt x="193" y="923"/>
                </a:cubicBezTo>
                <a:cubicBezTo>
                  <a:pt x="109" y="923"/>
                  <a:pt x="109" y="923"/>
                  <a:pt x="109" y="923"/>
                </a:cubicBezTo>
                <a:cubicBezTo>
                  <a:pt x="109" y="366"/>
                  <a:pt x="109" y="366"/>
                  <a:pt x="109" y="366"/>
                </a:cubicBezTo>
                <a:cubicBezTo>
                  <a:pt x="0" y="366"/>
                  <a:pt x="0" y="366"/>
                  <a:pt x="0" y="366"/>
                </a:cubicBezTo>
                <a:cubicBezTo>
                  <a:pt x="0" y="285"/>
                  <a:pt x="0" y="285"/>
                  <a:pt x="0" y="285"/>
                </a:cubicBezTo>
                <a:cubicBezTo>
                  <a:pt x="109" y="285"/>
                  <a:pt x="109" y="285"/>
                  <a:pt x="109" y="285"/>
                </a:cubicBezTo>
                <a:cubicBezTo>
                  <a:pt x="109" y="259"/>
                  <a:pt x="109" y="259"/>
                  <a:pt x="109" y="259"/>
                </a:cubicBezTo>
                <a:cubicBezTo>
                  <a:pt x="107" y="93"/>
                  <a:pt x="203" y="0"/>
                  <a:pt x="376" y="1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093EBB2C-F01D-42EB-9105-BABB594F6202}"/>
              </a:ext>
            </a:extLst>
          </p:cNvPr>
          <p:cNvSpPr>
            <a:spLocks noEditPoints="1"/>
          </p:cNvSpPr>
          <p:nvPr/>
        </p:nvSpPr>
        <p:spPr bwMode="black">
          <a:xfrm>
            <a:off x="1295478" y="819267"/>
            <a:ext cx="203293" cy="270653"/>
          </a:xfrm>
          <a:custGeom>
            <a:avLst/>
            <a:gdLst>
              <a:gd name="T0" fmla="*/ 165 w 685"/>
              <a:gd name="T1" fmla="*/ 574 h 911"/>
              <a:gd name="T2" fmla="*/ 342 w 685"/>
              <a:gd name="T3" fmla="*/ 754 h 911"/>
              <a:gd name="T4" fmla="*/ 520 w 685"/>
              <a:gd name="T5" fmla="*/ 574 h 911"/>
              <a:gd name="T6" fmla="*/ 342 w 685"/>
              <a:gd name="T7" fmla="*/ 395 h 911"/>
              <a:gd name="T8" fmla="*/ 165 w 685"/>
              <a:gd name="T9" fmla="*/ 574 h 911"/>
              <a:gd name="T10" fmla="*/ 165 w 685"/>
              <a:gd name="T11" fmla="*/ 330 h 911"/>
              <a:gd name="T12" fmla="*/ 372 w 685"/>
              <a:gd name="T13" fmla="*/ 238 h 911"/>
              <a:gd name="T14" fmla="*/ 685 w 685"/>
              <a:gd name="T15" fmla="*/ 574 h 911"/>
              <a:gd name="T16" fmla="*/ 372 w 685"/>
              <a:gd name="T17" fmla="*/ 911 h 911"/>
              <a:gd name="T18" fmla="*/ 165 w 685"/>
              <a:gd name="T19" fmla="*/ 819 h 911"/>
              <a:gd name="T20" fmla="*/ 165 w 685"/>
              <a:gd name="T21" fmla="*/ 893 h 911"/>
              <a:gd name="T22" fmla="*/ 0 w 685"/>
              <a:gd name="T23" fmla="*/ 893 h 911"/>
              <a:gd name="T24" fmla="*/ 0 w 685"/>
              <a:gd name="T25" fmla="*/ 0 h 911"/>
              <a:gd name="T26" fmla="*/ 165 w 685"/>
              <a:gd name="T27" fmla="*/ 0 h 911"/>
              <a:gd name="T28" fmla="*/ 165 w 685"/>
              <a:gd name="T29" fmla="*/ 33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165" y="574"/>
                </a:moveTo>
                <a:cubicBezTo>
                  <a:pt x="165" y="681"/>
                  <a:pt x="241" y="754"/>
                  <a:pt x="342" y="754"/>
                </a:cubicBezTo>
                <a:cubicBezTo>
                  <a:pt x="444" y="754"/>
                  <a:pt x="520" y="681"/>
                  <a:pt x="520" y="574"/>
                </a:cubicBezTo>
                <a:cubicBezTo>
                  <a:pt x="520" y="467"/>
                  <a:pt x="444" y="395"/>
                  <a:pt x="342" y="395"/>
                </a:cubicBezTo>
                <a:cubicBezTo>
                  <a:pt x="241" y="395"/>
                  <a:pt x="165" y="467"/>
                  <a:pt x="165" y="574"/>
                </a:cubicBezTo>
                <a:close/>
                <a:moveTo>
                  <a:pt x="165" y="330"/>
                </a:moveTo>
                <a:cubicBezTo>
                  <a:pt x="212" y="272"/>
                  <a:pt x="279" y="238"/>
                  <a:pt x="372" y="238"/>
                </a:cubicBezTo>
                <a:cubicBezTo>
                  <a:pt x="544" y="238"/>
                  <a:pt x="685" y="385"/>
                  <a:pt x="685" y="574"/>
                </a:cubicBezTo>
                <a:cubicBezTo>
                  <a:pt x="685" y="764"/>
                  <a:pt x="544" y="911"/>
                  <a:pt x="372" y="911"/>
                </a:cubicBezTo>
                <a:cubicBezTo>
                  <a:pt x="280" y="911"/>
                  <a:pt x="212" y="877"/>
                  <a:pt x="165" y="819"/>
                </a:cubicBezTo>
                <a:cubicBezTo>
                  <a:pt x="165" y="893"/>
                  <a:pt x="165" y="893"/>
                  <a:pt x="165" y="893"/>
                </a:cubicBezTo>
                <a:cubicBezTo>
                  <a:pt x="0" y="893"/>
                  <a:pt x="0" y="893"/>
                  <a:pt x="0" y="893"/>
                </a:cubicBezTo>
                <a:cubicBezTo>
                  <a:pt x="0" y="0"/>
                  <a:pt x="0" y="0"/>
                  <a:pt x="0" y="0"/>
                </a:cubicBezTo>
                <a:cubicBezTo>
                  <a:pt x="165" y="0"/>
                  <a:pt x="165" y="0"/>
                  <a:pt x="165" y="0"/>
                </a:cubicBezTo>
                <a:lnTo>
                  <a:pt x="165" y="33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D1B81B56-A400-4FC6-B5D0-4AA245EFB910}"/>
              </a:ext>
            </a:extLst>
          </p:cNvPr>
          <p:cNvSpPr>
            <a:spLocks/>
          </p:cNvSpPr>
          <p:nvPr/>
        </p:nvSpPr>
        <p:spPr bwMode="black">
          <a:xfrm>
            <a:off x="1528506" y="890875"/>
            <a:ext cx="106198" cy="193583"/>
          </a:xfrm>
          <a:custGeom>
            <a:avLst/>
            <a:gdLst>
              <a:gd name="T0" fmla="*/ 164 w 358"/>
              <a:gd name="T1" fmla="*/ 13 h 652"/>
              <a:gd name="T2" fmla="*/ 164 w 358"/>
              <a:gd name="T3" fmla="*/ 123 h 652"/>
              <a:gd name="T4" fmla="*/ 358 w 358"/>
              <a:gd name="T5" fmla="*/ 0 h 652"/>
              <a:gd name="T6" fmla="*/ 358 w 358"/>
              <a:gd name="T7" fmla="*/ 184 h 652"/>
              <a:gd name="T8" fmla="*/ 164 w 358"/>
              <a:gd name="T9" fmla="*/ 346 h 652"/>
              <a:gd name="T10" fmla="*/ 164 w 358"/>
              <a:gd name="T11" fmla="*/ 652 h 652"/>
              <a:gd name="T12" fmla="*/ 0 w 358"/>
              <a:gd name="T13" fmla="*/ 652 h 652"/>
              <a:gd name="T14" fmla="*/ 0 w 358"/>
              <a:gd name="T15" fmla="*/ 13 h 652"/>
              <a:gd name="T16" fmla="*/ 164 w 358"/>
              <a:gd name="T17" fmla="*/ 13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8" h="652">
                <a:moveTo>
                  <a:pt x="164" y="13"/>
                </a:moveTo>
                <a:cubicBezTo>
                  <a:pt x="164" y="123"/>
                  <a:pt x="164" y="123"/>
                  <a:pt x="164" y="123"/>
                </a:cubicBezTo>
                <a:cubicBezTo>
                  <a:pt x="196" y="35"/>
                  <a:pt x="277" y="0"/>
                  <a:pt x="358" y="0"/>
                </a:cubicBezTo>
                <a:cubicBezTo>
                  <a:pt x="358" y="184"/>
                  <a:pt x="358" y="184"/>
                  <a:pt x="358" y="184"/>
                </a:cubicBezTo>
                <a:cubicBezTo>
                  <a:pt x="272" y="173"/>
                  <a:pt x="164" y="212"/>
                  <a:pt x="164" y="346"/>
                </a:cubicBezTo>
                <a:cubicBezTo>
                  <a:pt x="164" y="652"/>
                  <a:pt x="164" y="652"/>
                  <a:pt x="164" y="652"/>
                </a:cubicBezTo>
                <a:cubicBezTo>
                  <a:pt x="0" y="652"/>
                  <a:pt x="0" y="652"/>
                  <a:pt x="0" y="652"/>
                </a:cubicBezTo>
                <a:cubicBezTo>
                  <a:pt x="0" y="13"/>
                  <a:pt x="0" y="13"/>
                  <a:pt x="0" y="13"/>
                </a:cubicBezTo>
                <a:lnTo>
                  <a:pt x="164" y="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4" name="Freeform 9">
            <a:extLst>
              <a:ext uri="{FF2B5EF4-FFF2-40B4-BE49-F238E27FC236}">
                <a16:creationId xmlns:a16="http://schemas.microsoft.com/office/drawing/2014/main" id="{0D389DA5-B7D3-4BC1-859E-DE18230A4D1F}"/>
              </a:ext>
            </a:extLst>
          </p:cNvPr>
          <p:cNvSpPr>
            <a:spLocks noEditPoints="1"/>
          </p:cNvSpPr>
          <p:nvPr/>
        </p:nvSpPr>
        <p:spPr bwMode="black">
          <a:xfrm>
            <a:off x="1652302" y="889661"/>
            <a:ext cx="195404" cy="199652"/>
          </a:xfrm>
          <a:custGeom>
            <a:avLst/>
            <a:gdLst>
              <a:gd name="T0" fmla="*/ 172 w 660"/>
              <a:gd name="T1" fmla="*/ 277 h 673"/>
              <a:gd name="T2" fmla="*/ 338 w 660"/>
              <a:gd name="T3" fmla="*/ 147 h 673"/>
              <a:gd name="T4" fmla="*/ 497 w 660"/>
              <a:gd name="T5" fmla="*/ 277 h 673"/>
              <a:gd name="T6" fmla="*/ 172 w 660"/>
              <a:gd name="T7" fmla="*/ 277 h 673"/>
              <a:gd name="T8" fmla="*/ 173 w 660"/>
              <a:gd name="T9" fmla="*/ 405 h 673"/>
              <a:gd name="T10" fmla="*/ 654 w 660"/>
              <a:gd name="T11" fmla="*/ 405 h 673"/>
              <a:gd name="T12" fmla="*/ 660 w 660"/>
              <a:gd name="T13" fmla="*/ 337 h 673"/>
              <a:gd name="T14" fmla="*/ 337 w 660"/>
              <a:gd name="T15" fmla="*/ 0 h 673"/>
              <a:gd name="T16" fmla="*/ 0 w 660"/>
              <a:gd name="T17" fmla="*/ 337 h 673"/>
              <a:gd name="T18" fmla="*/ 350 w 660"/>
              <a:gd name="T19" fmla="*/ 673 h 673"/>
              <a:gd name="T20" fmla="*/ 628 w 660"/>
              <a:gd name="T21" fmla="*/ 537 h 673"/>
              <a:gd name="T22" fmla="*/ 495 w 660"/>
              <a:gd name="T23" fmla="*/ 461 h 673"/>
              <a:gd name="T24" fmla="*/ 353 w 660"/>
              <a:gd name="T25" fmla="*/ 524 h 673"/>
              <a:gd name="T26" fmla="*/ 173 w 660"/>
              <a:gd name="T27" fmla="*/ 405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60" h="673">
                <a:moveTo>
                  <a:pt x="172" y="277"/>
                </a:moveTo>
                <a:cubicBezTo>
                  <a:pt x="191" y="196"/>
                  <a:pt x="251" y="147"/>
                  <a:pt x="338" y="147"/>
                </a:cubicBezTo>
                <a:cubicBezTo>
                  <a:pt x="408" y="147"/>
                  <a:pt x="476" y="185"/>
                  <a:pt x="497" y="277"/>
                </a:cubicBezTo>
                <a:lnTo>
                  <a:pt x="172" y="277"/>
                </a:lnTo>
                <a:close/>
                <a:moveTo>
                  <a:pt x="173" y="405"/>
                </a:moveTo>
                <a:cubicBezTo>
                  <a:pt x="654" y="405"/>
                  <a:pt x="654" y="405"/>
                  <a:pt x="654" y="405"/>
                </a:cubicBezTo>
                <a:cubicBezTo>
                  <a:pt x="657" y="382"/>
                  <a:pt x="660" y="361"/>
                  <a:pt x="660" y="337"/>
                </a:cubicBezTo>
                <a:cubicBezTo>
                  <a:pt x="660" y="149"/>
                  <a:pt x="526" y="0"/>
                  <a:pt x="337" y="0"/>
                </a:cubicBezTo>
                <a:cubicBezTo>
                  <a:pt x="136" y="0"/>
                  <a:pt x="0" y="147"/>
                  <a:pt x="0" y="337"/>
                </a:cubicBezTo>
                <a:cubicBezTo>
                  <a:pt x="0" y="528"/>
                  <a:pt x="136" y="673"/>
                  <a:pt x="350" y="673"/>
                </a:cubicBezTo>
                <a:cubicBezTo>
                  <a:pt x="473" y="673"/>
                  <a:pt x="568" y="623"/>
                  <a:pt x="628" y="537"/>
                </a:cubicBezTo>
                <a:cubicBezTo>
                  <a:pt x="495" y="461"/>
                  <a:pt x="495" y="461"/>
                  <a:pt x="495" y="461"/>
                </a:cubicBezTo>
                <a:cubicBezTo>
                  <a:pt x="466" y="499"/>
                  <a:pt x="416" y="524"/>
                  <a:pt x="353" y="524"/>
                </a:cubicBezTo>
                <a:cubicBezTo>
                  <a:pt x="267" y="526"/>
                  <a:pt x="197" y="489"/>
                  <a:pt x="173" y="40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A827EC39-2885-4B2C-AB68-C1D0E8DBC865}"/>
              </a:ext>
            </a:extLst>
          </p:cNvPr>
          <p:cNvSpPr>
            <a:spLocks noEditPoints="1"/>
          </p:cNvSpPr>
          <p:nvPr/>
        </p:nvSpPr>
        <p:spPr bwMode="black">
          <a:xfrm>
            <a:off x="1870765" y="889661"/>
            <a:ext cx="202686" cy="200259"/>
          </a:xfrm>
          <a:custGeom>
            <a:avLst/>
            <a:gdLst>
              <a:gd name="T0" fmla="*/ 166 w 684"/>
              <a:gd name="T1" fmla="*/ 338 h 675"/>
              <a:gd name="T2" fmla="*/ 343 w 684"/>
              <a:gd name="T3" fmla="*/ 518 h 675"/>
              <a:gd name="T4" fmla="*/ 521 w 684"/>
              <a:gd name="T5" fmla="*/ 338 h 675"/>
              <a:gd name="T6" fmla="*/ 343 w 684"/>
              <a:gd name="T7" fmla="*/ 159 h 675"/>
              <a:gd name="T8" fmla="*/ 166 w 684"/>
              <a:gd name="T9" fmla="*/ 338 h 675"/>
              <a:gd name="T10" fmla="*/ 519 w 684"/>
              <a:gd name="T11" fmla="*/ 94 h 675"/>
              <a:gd name="T12" fmla="*/ 519 w 684"/>
              <a:gd name="T13" fmla="*/ 19 h 675"/>
              <a:gd name="T14" fmla="*/ 684 w 684"/>
              <a:gd name="T15" fmla="*/ 19 h 675"/>
              <a:gd name="T16" fmla="*/ 684 w 684"/>
              <a:gd name="T17" fmla="*/ 657 h 675"/>
              <a:gd name="T18" fmla="*/ 519 w 684"/>
              <a:gd name="T19" fmla="*/ 657 h 675"/>
              <a:gd name="T20" fmla="*/ 519 w 684"/>
              <a:gd name="T21" fmla="*/ 583 h 675"/>
              <a:gd name="T22" fmla="*/ 310 w 684"/>
              <a:gd name="T23" fmla="*/ 675 h 675"/>
              <a:gd name="T24" fmla="*/ 0 w 684"/>
              <a:gd name="T25" fmla="*/ 338 h 675"/>
              <a:gd name="T26" fmla="*/ 310 w 684"/>
              <a:gd name="T27" fmla="*/ 2 h 675"/>
              <a:gd name="T28" fmla="*/ 519 w 684"/>
              <a:gd name="T29" fmla="*/ 94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4" h="675">
                <a:moveTo>
                  <a:pt x="166" y="338"/>
                </a:moveTo>
                <a:cubicBezTo>
                  <a:pt x="166" y="445"/>
                  <a:pt x="241" y="518"/>
                  <a:pt x="343" y="518"/>
                </a:cubicBezTo>
                <a:cubicBezTo>
                  <a:pt x="445" y="518"/>
                  <a:pt x="521" y="445"/>
                  <a:pt x="521" y="338"/>
                </a:cubicBezTo>
                <a:cubicBezTo>
                  <a:pt x="521" y="231"/>
                  <a:pt x="446" y="159"/>
                  <a:pt x="343" y="159"/>
                </a:cubicBezTo>
                <a:cubicBezTo>
                  <a:pt x="241" y="159"/>
                  <a:pt x="166" y="231"/>
                  <a:pt x="166" y="338"/>
                </a:cubicBezTo>
                <a:close/>
                <a:moveTo>
                  <a:pt x="519" y="94"/>
                </a:moveTo>
                <a:cubicBezTo>
                  <a:pt x="519" y="19"/>
                  <a:pt x="519" y="19"/>
                  <a:pt x="519" y="19"/>
                </a:cubicBezTo>
                <a:cubicBezTo>
                  <a:pt x="684" y="19"/>
                  <a:pt x="684" y="19"/>
                  <a:pt x="684" y="19"/>
                </a:cubicBezTo>
                <a:cubicBezTo>
                  <a:pt x="684" y="657"/>
                  <a:pt x="684" y="657"/>
                  <a:pt x="684" y="657"/>
                </a:cubicBezTo>
                <a:cubicBezTo>
                  <a:pt x="519" y="657"/>
                  <a:pt x="519" y="657"/>
                  <a:pt x="519" y="657"/>
                </a:cubicBezTo>
                <a:cubicBezTo>
                  <a:pt x="519" y="583"/>
                  <a:pt x="519" y="583"/>
                  <a:pt x="519" y="583"/>
                </a:cubicBezTo>
                <a:cubicBezTo>
                  <a:pt x="472" y="641"/>
                  <a:pt x="404" y="675"/>
                  <a:pt x="310" y="675"/>
                </a:cubicBezTo>
                <a:cubicBezTo>
                  <a:pt x="140" y="675"/>
                  <a:pt x="0" y="529"/>
                  <a:pt x="0" y="338"/>
                </a:cubicBezTo>
                <a:cubicBezTo>
                  <a:pt x="0" y="149"/>
                  <a:pt x="140" y="2"/>
                  <a:pt x="310" y="2"/>
                </a:cubicBezTo>
                <a:cubicBezTo>
                  <a:pt x="404" y="0"/>
                  <a:pt x="472" y="36"/>
                  <a:pt x="519" y="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93792EB4-BAE6-415E-83A4-BA463AEEFC0A}"/>
              </a:ext>
            </a:extLst>
          </p:cNvPr>
          <p:cNvSpPr>
            <a:spLocks noEditPoints="1"/>
          </p:cNvSpPr>
          <p:nvPr/>
        </p:nvSpPr>
        <p:spPr bwMode="black">
          <a:xfrm>
            <a:off x="2100152" y="819267"/>
            <a:ext cx="202686" cy="270653"/>
          </a:xfrm>
          <a:custGeom>
            <a:avLst/>
            <a:gdLst>
              <a:gd name="T0" fmla="*/ 344 w 685"/>
              <a:gd name="T1" fmla="*/ 754 h 911"/>
              <a:gd name="T2" fmla="*/ 165 w 685"/>
              <a:gd name="T3" fmla="*/ 574 h 911"/>
              <a:gd name="T4" fmla="*/ 344 w 685"/>
              <a:gd name="T5" fmla="*/ 395 h 911"/>
              <a:gd name="T6" fmla="*/ 520 w 685"/>
              <a:gd name="T7" fmla="*/ 574 h 911"/>
              <a:gd name="T8" fmla="*/ 344 w 685"/>
              <a:gd name="T9" fmla="*/ 754 h 911"/>
              <a:gd name="T10" fmla="*/ 520 w 685"/>
              <a:gd name="T11" fmla="*/ 0 h 911"/>
              <a:gd name="T12" fmla="*/ 520 w 685"/>
              <a:gd name="T13" fmla="*/ 330 h 911"/>
              <a:gd name="T14" fmla="*/ 313 w 685"/>
              <a:gd name="T15" fmla="*/ 238 h 911"/>
              <a:gd name="T16" fmla="*/ 0 w 685"/>
              <a:gd name="T17" fmla="*/ 574 h 911"/>
              <a:gd name="T18" fmla="*/ 313 w 685"/>
              <a:gd name="T19" fmla="*/ 911 h 911"/>
              <a:gd name="T20" fmla="*/ 520 w 685"/>
              <a:gd name="T21" fmla="*/ 819 h 911"/>
              <a:gd name="T22" fmla="*/ 520 w 685"/>
              <a:gd name="T23" fmla="*/ 893 h 911"/>
              <a:gd name="T24" fmla="*/ 685 w 685"/>
              <a:gd name="T25" fmla="*/ 893 h 911"/>
              <a:gd name="T26" fmla="*/ 685 w 685"/>
              <a:gd name="T27" fmla="*/ 0 h 911"/>
              <a:gd name="T28" fmla="*/ 520 w 685"/>
              <a:gd name="T29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344" y="754"/>
                </a:moveTo>
                <a:cubicBezTo>
                  <a:pt x="242" y="754"/>
                  <a:pt x="165" y="681"/>
                  <a:pt x="165" y="574"/>
                </a:cubicBezTo>
                <a:cubicBezTo>
                  <a:pt x="165" y="467"/>
                  <a:pt x="240" y="395"/>
                  <a:pt x="344" y="395"/>
                </a:cubicBezTo>
                <a:cubicBezTo>
                  <a:pt x="444" y="395"/>
                  <a:pt x="520" y="467"/>
                  <a:pt x="520" y="574"/>
                </a:cubicBezTo>
                <a:cubicBezTo>
                  <a:pt x="520" y="681"/>
                  <a:pt x="444" y="754"/>
                  <a:pt x="344" y="754"/>
                </a:cubicBezTo>
                <a:close/>
                <a:moveTo>
                  <a:pt x="520" y="0"/>
                </a:moveTo>
                <a:cubicBezTo>
                  <a:pt x="520" y="330"/>
                  <a:pt x="520" y="330"/>
                  <a:pt x="520" y="330"/>
                </a:cubicBezTo>
                <a:cubicBezTo>
                  <a:pt x="473" y="272"/>
                  <a:pt x="407" y="238"/>
                  <a:pt x="313" y="238"/>
                </a:cubicBezTo>
                <a:cubicBezTo>
                  <a:pt x="141" y="238"/>
                  <a:pt x="0" y="385"/>
                  <a:pt x="0" y="574"/>
                </a:cubicBezTo>
                <a:cubicBezTo>
                  <a:pt x="0" y="765"/>
                  <a:pt x="141" y="911"/>
                  <a:pt x="313" y="911"/>
                </a:cubicBezTo>
                <a:cubicBezTo>
                  <a:pt x="405" y="911"/>
                  <a:pt x="473" y="877"/>
                  <a:pt x="520" y="819"/>
                </a:cubicBezTo>
                <a:cubicBezTo>
                  <a:pt x="520" y="893"/>
                  <a:pt x="520" y="893"/>
                  <a:pt x="520" y="893"/>
                </a:cubicBezTo>
                <a:cubicBezTo>
                  <a:pt x="685" y="893"/>
                  <a:pt x="685" y="893"/>
                  <a:pt x="685" y="893"/>
                </a:cubicBezTo>
                <a:cubicBezTo>
                  <a:pt x="685" y="0"/>
                  <a:pt x="685" y="0"/>
                  <a:pt x="685" y="0"/>
                </a:cubicBezTo>
                <a:lnTo>
                  <a:pt x="5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7" name="Freeform 12">
            <a:extLst>
              <a:ext uri="{FF2B5EF4-FFF2-40B4-BE49-F238E27FC236}">
                <a16:creationId xmlns:a16="http://schemas.microsoft.com/office/drawing/2014/main" id="{E5EF11FE-EDD0-4FF6-91FC-967B1DCEEBF4}"/>
              </a:ext>
            </a:extLst>
          </p:cNvPr>
          <p:cNvSpPr>
            <a:spLocks/>
          </p:cNvSpPr>
          <p:nvPr/>
        </p:nvSpPr>
        <p:spPr bwMode="black">
          <a:xfrm>
            <a:off x="2541934" y="818054"/>
            <a:ext cx="36411" cy="36411"/>
          </a:xfrm>
          <a:custGeom>
            <a:avLst/>
            <a:gdLst>
              <a:gd name="T0" fmla="*/ 61 w 123"/>
              <a:gd name="T1" fmla="*/ 123 h 123"/>
              <a:gd name="T2" fmla="*/ 123 w 123"/>
              <a:gd name="T3" fmla="*/ 62 h 123"/>
              <a:gd name="T4" fmla="*/ 61 w 123"/>
              <a:gd name="T5" fmla="*/ 0 h 123"/>
              <a:gd name="T6" fmla="*/ 0 w 123"/>
              <a:gd name="T7" fmla="*/ 62 h 123"/>
              <a:gd name="T8" fmla="*/ 61 w 123"/>
              <a:gd name="T9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61" y="123"/>
                </a:moveTo>
                <a:cubicBezTo>
                  <a:pt x="95" y="123"/>
                  <a:pt x="123" y="94"/>
                  <a:pt x="123" y="62"/>
                </a:cubicBezTo>
                <a:cubicBezTo>
                  <a:pt x="123" y="28"/>
                  <a:pt x="95" y="0"/>
                  <a:pt x="61" y="0"/>
                </a:cubicBezTo>
                <a:cubicBezTo>
                  <a:pt x="27" y="0"/>
                  <a:pt x="0" y="29"/>
                  <a:pt x="0" y="62"/>
                </a:cubicBezTo>
                <a:cubicBezTo>
                  <a:pt x="0" y="94"/>
                  <a:pt x="26" y="123"/>
                  <a:pt x="61" y="12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027A7BD0-7A2F-4C9E-BA77-C445F6E44BE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547396" y="894516"/>
            <a:ext cx="24881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9" name="Freeform 14">
            <a:extLst>
              <a:ext uri="{FF2B5EF4-FFF2-40B4-BE49-F238E27FC236}">
                <a16:creationId xmlns:a16="http://schemas.microsoft.com/office/drawing/2014/main" id="{AF766CE7-9CA9-4ACE-92D6-B35FFE7D4B3E}"/>
              </a:ext>
            </a:extLst>
          </p:cNvPr>
          <p:cNvSpPr>
            <a:spLocks/>
          </p:cNvSpPr>
          <p:nvPr/>
        </p:nvSpPr>
        <p:spPr bwMode="black">
          <a:xfrm>
            <a:off x="2622038" y="890268"/>
            <a:ext cx="162634" cy="194190"/>
          </a:xfrm>
          <a:custGeom>
            <a:avLst/>
            <a:gdLst>
              <a:gd name="T0" fmla="*/ 86 w 549"/>
              <a:gd name="T1" fmla="*/ 115 h 654"/>
              <a:gd name="T2" fmla="*/ 300 w 549"/>
              <a:gd name="T3" fmla="*/ 0 h 654"/>
              <a:gd name="T4" fmla="*/ 549 w 549"/>
              <a:gd name="T5" fmla="*/ 262 h 654"/>
              <a:gd name="T6" fmla="*/ 549 w 549"/>
              <a:gd name="T7" fmla="*/ 654 h 654"/>
              <a:gd name="T8" fmla="*/ 465 w 549"/>
              <a:gd name="T9" fmla="*/ 654 h 654"/>
              <a:gd name="T10" fmla="*/ 465 w 549"/>
              <a:gd name="T11" fmla="*/ 262 h 654"/>
              <a:gd name="T12" fmla="*/ 291 w 549"/>
              <a:gd name="T13" fmla="*/ 83 h 654"/>
              <a:gd name="T14" fmla="*/ 84 w 549"/>
              <a:gd name="T15" fmla="*/ 321 h 654"/>
              <a:gd name="T16" fmla="*/ 84 w 549"/>
              <a:gd name="T17" fmla="*/ 654 h 654"/>
              <a:gd name="T18" fmla="*/ 0 w 549"/>
              <a:gd name="T19" fmla="*/ 654 h 654"/>
              <a:gd name="T20" fmla="*/ 0 w 549"/>
              <a:gd name="T21" fmla="*/ 15 h 654"/>
              <a:gd name="T22" fmla="*/ 84 w 549"/>
              <a:gd name="T23" fmla="*/ 15 h 654"/>
              <a:gd name="T24" fmla="*/ 84 w 549"/>
              <a:gd name="T25" fmla="*/ 115 h 654"/>
              <a:gd name="T26" fmla="*/ 86 w 549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9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49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1" y="83"/>
                </a:cubicBezTo>
                <a:cubicBezTo>
                  <a:pt x="180" y="83"/>
                  <a:pt x="84" y="149"/>
                  <a:pt x="84" y="321"/>
                </a:cubicBezTo>
                <a:cubicBezTo>
                  <a:pt x="84" y="654"/>
                  <a:pt x="84" y="654"/>
                  <a:pt x="84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4" y="15"/>
                  <a:pt x="84" y="15"/>
                  <a:pt x="84" y="15"/>
                </a:cubicBezTo>
                <a:cubicBezTo>
                  <a:pt x="84" y="115"/>
                  <a:pt x="84" y="115"/>
                  <a:pt x="84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0" name="Freeform 15">
            <a:extLst>
              <a:ext uri="{FF2B5EF4-FFF2-40B4-BE49-F238E27FC236}">
                <a16:creationId xmlns:a16="http://schemas.microsoft.com/office/drawing/2014/main" id="{F69BEB82-C01A-4EE2-A626-6A562819AD7A}"/>
              </a:ext>
            </a:extLst>
          </p:cNvPr>
          <p:cNvSpPr>
            <a:spLocks noEditPoints="1"/>
          </p:cNvSpPr>
          <p:nvPr/>
        </p:nvSpPr>
        <p:spPr bwMode="black">
          <a:xfrm>
            <a:off x="2815014" y="890268"/>
            <a:ext cx="199652" cy="199045"/>
          </a:xfrm>
          <a:custGeom>
            <a:avLst/>
            <a:gdLst>
              <a:gd name="T0" fmla="*/ 337 w 672"/>
              <a:gd name="T1" fmla="*/ 587 h 670"/>
              <a:gd name="T2" fmla="*/ 86 w 672"/>
              <a:gd name="T3" fmla="*/ 335 h 670"/>
              <a:gd name="T4" fmla="*/ 337 w 672"/>
              <a:gd name="T5" fmla="*/ 82 h 670"/>
              <a:gd name="T6" fmla="*/ 588 w 672"/>
              <a:gd name="T7" fmla="*/ 335 h 670"/>
              <a:gd name="T8" fmla="*/ 337 w 672"/>
              <a:gd name="T9" fmla="*/ 587 h 670"/>
              <a:gd name="T10" fmla="*/ 588 w 672"/>
              <a:gd name="T11" fmla="*/ 16 h 670"/>
              <a:gd name="T12" fmla="*/ 588 w 672"/>
              <a:gd name="T13" fmla="*/ 140 h 670"/>
              <a:gd name="T14" fmla="*/ 331 w 672"/>
              <a:gd name="T15" fmla="*/ 0 h 670"/>
              <a:gd name="T16" fmla="*/ 0 w 672"/>
              <a:gd name="T17" fmla="*/ 335 h 670"/>
              <a:gd name="T18" fmla="*/ 331 w 672"/>
              <a:gd name="T19" fmla="*/ 670 h 670"/>
              <a:gd name="T20" fmla="*/ 588 w 672"/>
              <a:gd name="T21" fmla="*/ 529 h 670"/>
              <a:gd name="T22" fmla="*/ 588 w 672"/>
              <a:gd name="T23" fmla="*/ 654 h 670"/>
              <a:gd name="T24" fmla="*/ 672 w 672"/>
              <a:gd name="T25" fmla="*/ 654 h 670"/>
              <a:gd name="T26" fmla="*/ 672 w 672"/>
              <a:gd name="T27" fmla="*/ 16 h 670"/>
              <a:gd name="T28" fmla="*/ 588 w 672"/>
              <a:gd name="T29" fmla="*/ 16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337" y="587"/>
                </a:moveTo>
                <a:cubicBezTo>
                  <a:pt x="196" y="587"/>
                  <a:pt x="86" y="477"/>
                  <a:pt x="86" y="335"/>
                </a:cubicBezTo>
                <a:cubicBezTo>
                  <a:pt x="86" y="192"/>
                  <a:pt x="196" y="82"/>
                  <a:pt x="337" y="82"/>
                </a:cubicBezTo>
                <a:cubicBezTo>
                  <a:pt x="480" y="82"/>
                  <a:pt x="588" y="192"/>
                  <a:pt x="588" y="335"/>
                </a:cubicBezTo>
                <a:cubicBezTo>
                  <a:pt x="588" y="477"/>
                  <a:pt x="478" y="587"/>
                  <a:pt x="337" y="587"/>
                </a:cubicBezTo>
                <a:close/>
                <a:moveTo>
                  <a:pt x="588" y="16"/>
                </a:moveTo>
                <a:cubicBezTo>
                  <a:pt x="588" y="140"/>
                  <a:pt x="588" y="140"/>
                  <a:pt x="588" y="140"/>
                </a:cubicBezTo>
                <a:cubicBezTo>
                  <a:pt x="535" y="55"/>
                  <a:pt x="444" y="0"/>
                  <a:pt x="331" y="0"/>
                </a:cubicBezTo>
                <a:cubicBezTo>
                  <a:pt x="151" y="0"/>
                  <a:pt x="0" y="145"/>
                  <a:pt x="0" y="335"/>
                </a:cubicBezTo>
                <a:cubicBezTo>
                  <a:pt x="0" y="524"/>
                  <a:pt x="149" y="670"/>
                  <a:pt x="331" y="670"/>
                </a:cubicBezTo>
                <a:cubicBezTo>
                  <a:pt x="444" y="670"/>
                  <a:pt x="535" y="615"/>
                  <a:pt x="588" y="529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672" y="16"/>
                  <a:pt x="672" y="16"/>
                  <a:pt x="672" y="16"/>
                </a:cubicBezTo>
                <a:lnTo>
                  <a:pt x="588" y="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1" name="Freeform 16">
            <a:extLst>
              <a:ext uri="{FF2B5EF4-FFF2-40B4-BE49-F238E27FC236}">
                <a16:creationId xmlns:a16="http://schemas.microsoft.com/office/drawing/2014/main" id="{A475E9E4-D6B4-483B-9F37-A37665CB078D}"/>
              </a:ext>
            </a:extLst>
          </p:cNvPr>
          <p:cNvSpPr>
            <a:spLocks/>
          </p:cNvSpPr>
          <p:nvPr/>
        </p:nvSpPr>
        <p:spPr bwMode="black">
          <a:xfrm>
            <a:off x="3059572" y="890268"/>
            <a:ext cx="163241" cy="194190"/>
          </a:xfrm>
          <a:custGeom>
            <a:avLst/>
            <a:gdLst>
              <a:gd name="T0" fmla="*/ 86 w 551"/>
              <a:gd name="T1" fmla="*/ 115 h 654"/>
              <a:gd name="T2" fmla="*/ 300 w 551"/>
              <a:gd name="T3" fmla="*/ 0 h 654"/>
              <a:gd name="T4" fmla="*/ 549 w 551"/>
              <a:gd name="T5" fmla="*/ 262 h 654"/>
              <a:gd name="T6" fmla="*/ 549 w 551"/>
              <a:gd name="T7" fmla="*/ 654 h 654"/>
              <a:gd name="T8" fmla="*/ 465 w 551"/>
              <a:gd name="T9" fmla="*/ 654 h 654"/>
              <a:gd name="T10" fmla="*/ 465 w 551"/>
              <a:gd name="T11" fmla="*/ 262 h 654"/>
              <a:gd name="T12" fmla="*/ 292 w 551"/>
              <a:gd name="T13" fmla="*/ 83 h 654"/>
              <a:gd name="T14" fmla="*/ 85 w 551"/>
              <a:gd name="T15" fmla="*/ 321 h 654"/>
              <a:gd name="T16" fmla="*/ 85 w 551"/>
              <a:gd name="T17" fmla="*/ 654 h 654"/>
              <a:gd name="T18" fmla="*/ 0 w 551"/>
              <a:gd name="T19" fmla="*/ 654 h 654"/>
              <a:gd name="T20" fmla="*/ 0 w 551"/>
              <a:gd name="T21" fmla="*/ 15 h 654"/>
              <a:gd name="T22" fmla="*/ 85 w 551"/>
              <a:gd name="T23" fmla="*/ 15 h 654"/>
              <a:gd name="T24" fmla="*/ 85 w 551"/>
              <a:gd name="T25" fmla="*/ 115 h 654"/>
              <a:gd name="T26" fmla="*/ 86 w 551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51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51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2" y="83"/>
                </a:cubicBezTo>
                <a:cubicBezTo>
                  <a:pt x="180" y="83"/>
                  <a:pt x="85" y="149"/>
                  <a:pt x="85" y="321"/>
                </a:cubicBezTo>
                <a:cubicBezTo>
                  <a:pt x="85" y="654"/>
                  <a:pt x="85" y="654"/>
                  <a:pt x="85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5" y="15"/>
                  <a:pt x="85" y="15"/>
                  <a:pt x="85" y="15"/>
                </a:cubicBezTo>
                <a:cubicBezTo>
                  <a:pt x="85" y="115"/>
                  <a:pt x="85" y="115"/>
                  <a:pt x="85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2" name="Freeform 17">
            <a:extLst>
              <a:ext uri="{FF2B5EF4-FFF2-40B4-BE49-F238E27FC236}">
                <a16:creationId xmlns:a16="http://schemas.microsoft.com/office/drawing/2014/main" id="{960FA320-5099-4883-9F49-2D8E0E2CE999}"/>
              </a:ext>
            </a:extLst>
          </p:cNvPr>
          <p:cNvSpPr>
            <a:spLocks/>
          </p:cNvSpPr>
          <p:nvPr/>
        </p:nvSpPr>
        <p:spPr bwMode="black">
          <a:xfrm>
            <a:off x="3256189" y="890268"/>
            <a:ext cx="183874" cy="199045"/>
          </a:xfrm>
          <a:custGeom>
            <a:avLst/>
            <a:gdLst>
              <a:gd name="T0" fmla="*/ 335 w 621"/>
              <a:gd name="T1" fmla="*/ 670 h 670"/>
              <a:gd name="T2" fmla="*/ 621 w 621"/>
              <a:gd name="T3" fmla="*/ 503 h 670"/>
              <a:gd name="T4" fmla="*/ 552 w 621"/>
              <a:gd name="T5" fmla="*/ 463 h 670"/>
              <a:gd name="T6" fmla="*/ 336 w 621"/>
              <a:gd name="T7" fmla="*/ 587 h 670"/>
              <a:gd name="T8" fmla="*/ 85 w 621"/>
              <a:gd name="T9" fmla="*/ 335 h 670"/>
              <a:gd name="T10" fmla="*/ 336 w 621"/>
              <a:gd name="T11" fmla="*/ 82 h 670"/>
              <a:gd name="T12" fmla="*/ 547 w 621"/>
              <a:gd name="T13" fmla="*/ 207 h 670"/>
              <a:gd name="T14" fmla="*/ 616 w 621"/>
              <a:gd name="T15" fmla="*/ 166 h 670"/>
              <a:gd name="T16" fmla="*/ 336 w 621"/>
              <a:gd name="T17" fmla="*/ 0 h 670"/>
              <a:gd name="T18" fmla="*/ 1 w 621"/>
              <a:gd name="T19" fmla="*/ 335 h 670"/>
              <a:gd name="T20" fmla="*/ 335 w 621"/>
              <a:gd name="T21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21" h="670">
                <a:moveTo>
                  <a:pt x="335" y="670"/>
                </a:moveTo>
                <a:cubicBezTo>
                  <a:pt x="459" y="670"/>
                  <a:pt x="568" y="605"/>
                  <a:pt x="621" y="503"/>
                </a:cubicBezTo>
                <a:cubicBezTo>
                  <a:pt x="552" y="463"/>
                  <a:pt x="552" y="463"/>
                  <a:pt x="552" y="463"/>
                </a:cubicBezTo>
                <a:cubicBezTo>
                  <a:pt x="511" y="537"/>
                  <a:pt x="433" y="587"/>
                  <a:pt x="336" y="587"/>
                </a:cubicBezTo>
                <a:cubicBezTo>
                  <a:pt x="195" y="587"/>
                  <a:pt x="85" y="477"/>
                  <a:pt x="85" y="335"/>
                </a:cubicBezTo>
                <a:cubicBezTo>
                  <a:pt x="85" y="192"/>
                  <a:pt x="195" y="82"/>
                  <a:pt x="336" y="82"/>
                </a:cubicBezTo>
                <a:cubicBezTo>
                  <a:pt x="432" y="82"/>
                  <a:pt x="513" y="132"/>
                  <a:pt x="547" y="207"/>
                </a:cubicBezTo>
                <a:cubicBezTo>
                  <a:pt x="616" y="166"/>
                  <a:pt x="616" y="166"/>
                  <a:pt x="616" y="166"/>
                </a:cubicBezTo>
                <a:cubicBezTo>
                  <a:pt x="569" y="66"/>
                  <a:pt x="463" y="0"/>
                  <a:pt x="336" y="0"/>
                </a:cubicBezTo>
                <a:cubicBezTo>
                  <a:pt x="144" y="0"/>
                  <a:pt x="1" y="145"/>
                  <a:pt x="1" y="335"/>
                </a:cubicBezTo>
                <a:cubicBezTo>
                  <a:pt x="0" y="524"/>
                  <a:pt x="142" y="670"/>
                  <a:pt x="335" y="6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3" name="Freeform 18">
            <a:extLst>
              <a:ext uri="{FF2B5EF4-FFF2-40B4-BE49-F238E27FC236}">
                <a16:creationId xmlns:a16="http://schemas.microsoft.com/office/drawing/2014/main" id="{0CFB2EE5-A3E8-4877-9B58-81D57DB73C7D}"/>
              </a:ext>
            </a:extLst>
          </p:cNvPr>
          <p:cNvSpPr>
            <a:spLocks noEditPoints="1"/>
          </p:cNvSpPr>
          <p:nvPr/>
        </p:nvSpPr>
        <p:spPr bwMode="black">
          <a:xfrm>
            <a:off x="3533517" y="890268"/>
            <a:ext cx="199045" cy="199045"/>
          </a:xfrm>
          <a:custGeom>
            <a:avLst/>
            <a:gdLst>
              <a:gd name="T0" fmla="*/ 85 w 672"/>
              <a:gd name="T1" fmla="*/ 334 h 670"/>
              <a:gd name="T2" fmla="*/ 335 w 672"/>
              <a:gd name="T3" fmla="*/ 586 h 670"/>
              <a:gd name="T4" fmla="*/ 586 w 672"/>
              <a:gd name="T5" fmla="*/ 334 h 670"/>
              <a:gd name="T6" fmla="*/ 335 w 672"/>
              <a:gd name="T7" fmla="*/ 81 h 670"/>
              <a:gd name="T8" fmla="*/ 85 w 672"/>
              <a:gd name="T9" fmla="*/ 334 h 670"/>
              <a:gd name="T10" fmla="*/ 588 w 672"/>
              <a:gd name="T11" fmla="*/ 141 h 670"/>
              <a:gd name="T12" fmla="*/ 588 w 672"/>
              <a:gd name="T13" fmla="*/ 16 h 670"/>
              <a:gd name="T14" fmla="*/ 672 w 672"/>
              <a:gd name="T15" fmla="*/ 16 h 670"/>
              <a:gd name="T16" fmla="*/ 672 w 672"/>
              <a:gd name="T17" fmla="*/ 654 h 670"/>
              <a:gd name="T18" fmla="*/ 588 w 672"/>
              <a:gd name="T19" fmla="*/ 654 h 670"/>
              <a:gd name="T20" fmla="*/ 588 w 672"/>
              <a:gd name="T21" fmla="*/ 530 h 670"/>
              <a:gd name="T22" fmla="*/ 331 w 672"/>
              <a:gd name="T23" fmla="*/ 670 h 670"/>
              <a:gd name="T24" fmla="*/ 0 w 672"/>
              <a:gd name="T25" fmla="*/ 335 h 670"/>
              <a:gd name="T26" fmla="*/ 331 w 672"/>
              <a:gd name="T27" fmla="*/ 0 h 670"/>
              <a:gd name="T28" fmla="*/ 588 w 672"/>
              <a:gd name="T29" fmla="*/ 141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85" y="334"/>
                </a:moveTo>
                <a:cubicBezTo>
                  <a:pt x="85" y="476"/>
                  <a:pt x="195" y="586"/>
                  <a:pt x="335" y="586"/>
                </a:cubicBezTo>
                <a:cubicBezTo>
                  <a:pt x="478" y="586"/>
                  <a:pt x="586" y="476"/>
                  <a:pt x="586" y="334"/>
                </a:cubicBezTo>
                <a:cubicBezTo>
                  <a:pt x="586" y="191"/>
                  <a:pt x="476" y="81"/>
                  <a:pt x="335" y="81"/>
                </a:cubicBezTo>
                <a:cubicBezTo>
                  <a:pt x="195" y="81"/>
                  <a:pt x="85" y="193"/>
                  <a:pt x="85" y="334"/>
                </a:cubicBezTo>
                <a:close/>
                <a:moveTo>
                  <a:pt x="588" y="141"/>
                </a:moveTo>
                <a:cubicBezTo>
                  <a:pt x="588" y="16"/>
                  <a:pt x="588" y="16"/>
                  <a:pt x="588" y="16"/>
                </a:cubicBezTo>
                <a:cubicBezTo>
                  <a:pt x="672" y="16"/>
                  <a:pt x="672" y="16"/>
                  <a:pt x="672" y="16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588" y="530"/>
                  <a:pt x="588" y="530"/>
                  <a:pt x="588" y="530"/>
                </a:cubicBezTo>
                <a:cubicBezTo>
                  <a:pt x="535" y="615"/>
                  <a:pt x="444" y="670"/>
                  <a:pt x="331" y="670"/>
                </a:cubicBezTo>
                <a:cubicBezTo>
                  <a:pt x="151" y="670"/>
                  <a:pt x="0" y="525"/>
                  <a:pt x="0" y="335"/>
                </a:cubicBezTo>
                <a:cubicBezTo>
                  <a:pt x="0" y="146"/>
                  <a:pt x="151" y="0"/>
                  <a:pt x="331" y="0"/>
                </a:cubicBezTo>
                <a:cubicBezTo>
                  <a:pt x="444" y="0"/>
                  <a:pt x="535" y="55"/>
                  <a:pt x="588" y="1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4" name="Freeform 19">
            <a:extLst>
              <a:ext uri="{FF2B5EF4-FFF2-40B4-BE49-F238E27FC236}">
                <a16:creationId xmlns:a16="http://schemas.microsoft.com/office/drawing/2014/main" id="{25473671-09CA-4585-9F0D-83561003072C}"/>
              </a:ext>
            </a:extLst>
          </p:cNvPr>
          <p:cNvSpPr>
            <a:spLocks/>
          </p:cNvSpPr>
          <p:nvPr/>
        </p:nvSpPr>
        <p:spPr bwMode="black">
          <a:xfrm>
            <a:off x="3471012" y="818054"/>
            <a:ext cx="36411" cy="36411"/>
          </a:xfrm>
          <a:custGeom>
            <a:avLst/>
            <a:gdLst>
              <a:gd name="T0" fmla="*/ 123 w 123"/>
              <a:gd name="T1" fmla="*/ 62 h 123"/>
              <a:gd name="T2" fmla="*/ 61 w 123"/>
              <a:gd name="T3" fmla="*/ 123 h 123"/>
              <a:gd name="T4" fmla="*/ 0 w 123"/>
              <a:gd name="T5" fmla="*/ 62 h 123"/>
              <a:gd name="T6" fmla="*/ 61 w 123"/>
              <a:gd name="T7" fmla="*/ 0 h 123"/>
              <a:gd name="T8" fmla="*/ 123 w 123"/>
              <a:gd name="T9" fmla="*/ 62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123" y="62"/>
                </a:moveTo>
                <a:cubicBezTo>
                  <a:pt x="123" y="94"/>
                  <a:pt x="95" y="123"/>
                  <a:pt x="61" y="123"/>
                </a:cubicBezTo>
                <a:cubicBezTo>
                  <a:pt x="27" y="123"/>
                  <a:pt x="0" y="96"/>
                  <a:pt x="0" y="62"/>
                </a:cubicBezTo>
                <a:cubicBezTo>
                  <a:pt x="0" y="29"/>
                  <a:pt x="27" y="0"/>
                  <a:pt x="61" y="0"/>
                </a:cubicBezTo>
                <a:cubicBezTo>
                  <a:pt x="95" y="0"/>
                  <a:pt x="123" y="28"/>
                  <a:pt x="123" y="6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5" name="Rectangle 20">
            <a:extLst>
              <a:ext uri="{FF2B5EF4-FFF2-40B4-BE49-F238E27FC236}">
                <a16:creationId xmlns:a16="http://schemas.microsoft.com/office/drawing/2014/main" id="{0D67B9A9-0BDF-44BB-827E-F52FC248F69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477687" y="894516"/>
            <a:ext cx="23060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6" name="Freeform 21">
            <a:extLst>
              <a:ext uri="{FF2B5EF4-FFF2-40B4-BE49-F238E27FC236}">
                <a16:creationId xmlns:a16="http://schemas.microsoft.com/office/drawing/2014/main" id="{3B901056-D624-4937-AF5C-A0D6D25D8D5A}"/>
              </a:ext>
            </a:extLst>
          </p:cNvPr>
          <p:cNvSpPr>
            <a:spLocks noEditPoints="1"/>
          </p:cNvSpPr>
          <p:nvPr/>
        </p:nvSpPr>
        <p:spPr bwMode="auto">
          <a:xfrm>
            <a:off x="712301" y="719138"/>
            <a:ext cx="451492" cy="452099"/>
          </a:xfrm>
          <a:custGeom>
            <a:avLst/>
            <a:gdLst>
              <a:gd name="T0" fmla="*/ 1075 w 1523"/>
              <a:gd name="T1" fmla="*/ 1101 h 1522"/>
              <a:gd name="T2" fmla="*/ 753 w 1523"/>
              <a:gd name="T3" fmla="*/ 505 h 1522"/>
              <a:gd name="T4" fmla="*/ 1213 w 1523"/>
              <a:gd name="T5" fmla="*/ 643 h 1522"/>
              <a:gd name="T6" fmla="*/ 1075 w 1523"/>
              <a:gd name="T7" fmla="*/ 1101 h 1522"/>
              <a:gd name="T8" fmla="*/ 908 w 1523"/>
              <a:gd name="T9" fmla="*/ 1315 h 1522"/>
              <a:gd name="T10" fmla="*/ 898 w 1523"/>
              <a:gd name="T11" fmla="*/ 1320 h 1522"/>
              <a:gd name="T12" fmla="*/ 711 w 1523"/>
              <a:gd name="T13" fmla="*/ 1264 h 1522"/>
              <a:gd name="T14" fmla="*/ 297 w 1523"/>
              <a:gd name="T15" fmla="*/ 496 h 1522"/>
              <a:gd name="T16" fmla="*/ 353 w 1523"/>
              <a:gd name="T17" fmla="*/ 308 h 1522"/>
              <a:gd name="T18" fmla="*/ 363 w 1523"/>
              <a:gd name="T19" fmla="*/ 303 h 1522"/>
              <a:gd name="T20" fmla="*/ 550 w 1523"/>
              <a:gd name="T21" fmla="*/ 359 h 1522"/>
              <a:gd name="T22" fmla="*/ 964 w 1523"/>
              <a:gd name="T23" fmla="*/ 1128 h 1522"/>
              <a:gd name="T24" fmla="*/ 908 w 1523"/>
              <a:gd name="T25" fmla="*/ 1315 h 1522"/>
              <a:gd name="T26" fmla="*/ 761 w 1523"/>
              <a:gd name="T27" fmla="*/ 0 h 1522"/>
              <a:gd name="T28" fmla="*/ 0 w 1523"/>
              <a:gd name="T29" fmla="*/ 761 h 1522"/>
              <a:gd name="T30" fmla="*/ 761 w 1523"/>
              <a:gd name="T31" fmla="*/ 1522 h 1522"/>
              <a:gd name="T32" fmla="*/ 1522 w 1523"/>
              <a:gd name="T33" fmla="*/ 761 h 1522"/>
              <a:gd name="T34" fmla="*/ 761 w 1523"/>
              <a:gd name="T35" fmla="*/ 0 h 1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23" h="1522">
                <a:moveTo>
                  <a:pt x="1075" y="1101"/>
                </a:moveTo>
                <a:cubicBezTo>
                  <a:pt x="753" y="505"/>
                  <a:pt x="753" y="505"/>
                  <a:pt x="753" y="505"/>
                </a:cubicBezTo>
                <a:cubicBezTo>
                  <a:pt x="918" y="416"/>
                  <a:pt x="1124" y="478"/>
                  <a:pt x="1213" y="643"/>
                </a:cubicBezTo>
                <a:cubicBezTo>
                  <a:pt x="1301" y="807"/>
                  <a:pt x="1240" y="1012"/>
                  <a:pt x="1075" y="1101"/>
                </a:cubicBezTo>
                <a:close/>
                <a:moveTo>
                  <a:pt x="908" y="1315"/>
                </a:moveTo>
                <a:cubicBezTo>
                  <a:pt x="898" y="1320"/>
                  <a:pt x="898" y="1320"/>
                  <a:pt x="898" y="1320"/>
                </a:cubicBezTo>
                <a:cubicBezTo>
                  <a:pt x="831" y="1357"/>
                  <a:pt x="747" y="1331"/>
                  <a:pt x="711" y="1264"/>
                </a:cubicBezTo>
                <a:cubicBezTo>
                  <a:pt x="297" y="496"/>
                  <a:pt x="297" y="496"/>
                  <a:pt x="297" y="496"/>
                </a:cubicBezTo>
                <a:cubicBezTo>
                  <a:pt x="260" y="429"/>
                  <a:pt x="286" y="345"/>
                  <a:pt x="353" y="308"/>
                </a:cubicBezTo>
                <a:cubicBezTo>
                  <a:pt x="363" y="303"/>
                  <a:pt x="363" y="303"/>
                  <a:pt x="363" y="303"/>
                </a:cubicBezTo>
                <a:cubicBezTo>
                  <a:pt x="430" y="267"/>
                  <a:pt x="514" y="291"/>
                  <a:pt x="550" y="359"/>
                </a:cubicBezTo>
                <a:cubicBezTo>
                  <a:pt x="964" y="1128"/>
                  <a:pt x="964" y="1128"/>
                  <a:pt x="964" y="1128"/>
                </a:cubicBezTo>
                <a:cubicBezTo>
                  <a:pt x="999" y="1195"/>
                  <a:pt x="974" y="1278"/>
                  <a:pt x="908" y="1315"/>
                </a:cubicBezTo>
                <a:close/>
                <a:moveTo>
                  <a:pt x="761" y="0"/>
                </a:moveTo>
                <a:cubicBezTo>
                  <a:pt x="341" y="0"/>
                  <a:pt x="0" y="340"/>
                  <a:pt x="0" y="761"/>
                </a:cubicBezTo>
                <a:cubicBezTo>
                  <a:pt x="0" y="1181"/>
                  <a:pt x="341" y="1522"/>
                  <a:pt x="761" y="1522"/>
                </a:cubicBezTo>
                <a:cubicBezTo>
                  <a:pt x="1181" y="1522"/>
                  <a:pt x="1522" y="1181"/>
                  <a:pt x="1522" y="761"/>
                </a:cubicBezTo>
                <a:cubicBezTo>
                  <a:pt x="1523" y="340"/>
                  <a:pt x="1182" y="0"/>
                  <a:pt x="761" y="0"/>
                </a:cubicBezTo>
                <a:close/>
              </a:path>
            </a:pathLst>
          </a:custGeom>
          <a:solidFill>
            <a:srgbClr val="59BE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7" name="Freeform 22">
            <a:extLst>
              <a:ext uri="{FF2B5EF4-FFF2-40B4-BE49-F238E27FC236}">
                <a16:creationId xmlns:a16="http://schemas.microsoft.com/office/drawing/2014/main" id="{E0E2BA8D-17D4-44DD-894D-DCE92CADB514}"/>
              </a:ext>
            </a:extLst>
          </p:cNvPr>
          <p:cNvSpPr>
            <a:spLocks/>
          </p:cNvSpPr>
          <p:nvPr/>
        </p:nvSpPr>
        <p:spPr bwMode="black">
          <a:xfrm>
            <a:off x="3845434" y="1046834"/>
            <a:ext cx="23667" cy="33983"/>
          </a:xfrm>
          <a:custGeom>
            <a:avLst/>
            <a:gdLst>
              <a:gd name="T0" fmla="*/ 39 w 39"/>
              <a:gd name="T1" fmla="*/ 0 h 56"/>
              <a:gd name="T2" fmla="*/ 0 w 39"/>
              <a:gd name="T3" fmla="*/ 0 h 56"/>
              <a:gd name="T4" fmla="*/ 0 w 39"/>
              <a:gd name="T5" fmla="*/ 7 h 56"/>
              <a:gd name="T6" fmla="*/ 16 w 39"/>
              <a:gd name="T7" fmla="*/ 7 h 56"/>
              <a:gd name="T8" fmla="*/ 16 w 39"/>
              <a:gd name="T9" fmla="*/ 56 h 56"/>
              <a:gd name="T10" fmla="*/ 23 w 39"/>
              <a:gd name="T11" fmla="*/ 56 h 56"/>
              <a:gd name="T12" fmla="*/ 23 w 39"/>
              <a:gd name="T13" fmla="*/ 7 h 56"/>
              <a:gd name="T14" fmla="*/ 39 w 39"/>
              <a:gd name="T15" fmla="*/ 7 h 56"/>
              <a:gd name="T16" fmla="*/ 39 w 39"/>
              <a:gd name="T1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" h="56">
                <a:moveTo>
                  <a:pt x="39" y="0"/>
                </a:moveTo>
                <a:lnTo>
                  <a:pt x="0" y="0"/>
                </a:lnTo>
                <a:lnTo>
                  <a:pt x="0" y="7"/>
                </a:lnTo>
                <a:lnTo>
                  <a:pt x="16" y="7"/>
                </a:lnTo>
                <a:lnTo>
                  <a:pt x="16" y="56"/>
                </a:lnTo>
                <a:lnTo>
                  <a:pt x="23" y="56"/>
                </a:lnTo>
                <a:lnTo>
                  <a:pt x="23" y="7"/>
                </a:lnTo>
                <a:lnTo>
                  <a:pt x="39" y="7"/>
                </a:lnTo>
                <a:lnTo>
                  <a:pt x="3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8" name="Freeform 23">
            <a:extLst>
              <a:ext uri="{FF2B5EF4-FFF2-40B4-BE49-F238E27FC236}">
                <a16:creationId xmlns:a16="http://schemas.microsoft.com/office/drawing/2014/main" id="{B90358E5-E2D8-4520-9BEF-D4717269B9F1}"/>
              </a:ext>
            </a:extLst>
          </p:cNvPr>
          <p:cNvSpPr>
            <a:spLocks/>
          </p:cNvSpPr>
          <p:nvPr/>
        </p:nvSpPr>
        <p:spPr bwMode="black">
          <a:xfrm>
            <a:off x="3873956" y="1046834"/>
            <a:ext cx="30949" cy="33983"/>
          </a:xfrm>
          <a:custGeom>
            <a:avLst/>
            <a:gdLst>
              <a:gd name="T0" fmla="*/ 51 w 51"/>
              <a:gd name="T1" fmla="*/ 0 h 56"/>
              <a:gd name="T2" fmla="*/ 43 w 51"/>
              <a:gd name="T3" fmla="*/ 0 h 56"/>
              <a:gd name="T4" fmla="*/ 26 w 51"/>
              <a:gd name="T5" fmla="*/ 30 h 56"/>
              <a:gd name="T6" fmla="*/ 8 w 51"/>
              <a:gd name="T7" fmla="*/ 0 h 56"/>
              <a:gd name="T8" fmla="*/ 0 w 51"/>
              <a:gd name="T9" fmla="*/ 0 h 56"/>
              <a:gd name="T10" fmla="*/ 0 w 51"/>
              <a:gd name="T11" fmla="*/ 56 h 56"/>
              <a:gd name="T12" fmla="*/ 7 w 51"/>
              <a:gd name="T13" fmla="*/ 56 h 56"/>
              <a:gd name="T14" fmla="*/ 7 w 51"/>
              <a:gd name="T15" fmla="*/ 12 h 56"/>
              <a:gd name="T16" fmla="*/ 25 w 51"/>
              <a:gd name="T17" fmla="*/ 43 h 56"/>
              <a:gd name="T18" fmla="*/ 26 w 51"/>
              <a:gd name="T19" fmla="*/ 43 h 56"/>
              <a:gd name="T20" fmla="*/ 44 w 51"/>
              <a:gd name="T21" fmla="*/ 12 h 56"/>
              <a:gd name="T22" fmla="*/ 44 w 51"/>
              <a:gd name="T23" fmla="*/ 56 h 56"/>
              <a:gd name="T24" fmla="*/ 51 w 51"/>
              <a:gd name="T25" fmla="*/ 56 h 56"/>
              <a:gd name="T26" fmla="*/ 51 w 51"/>
              <a:gd name="T2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1" h="56">
                <a:moveTo>
                  <a:pt x="51" y="0"/>
                </a:moveTo>
                <a:lnTo>
                  <a:pt x="43" y="0"/>
                </a:lnTo>
                <a:lnTo>
                  <a:pt x="26" y="30"/>
                </a:lnTo>
                <a:lnTo>
                  <a:pt x="8" y="0"/>
                </a:lnTo>
                <a:lnTo>
                  <a:pt x="0" y="0"/>
                </a:lnTo>
                <a:lnTo>
                  <a:pt x="0" y="56"/>
                </a:lnTo>
                <a:lnTo>
                  <a:pt x="7" y="56"/>
                </a:lnTo>
                <a:lnTo>
                  <a:pt x="7" y="12"/>
                </a:lnTo>
                <a:lnTo>
                  <a:pt x="25" y="43"/>
                </a:lnTo>
                <a:lnTo>
                  <a:pt x="26" y="43"/>
                </a:lnTo>
                <a:lnTo>
                  <a:pt x="44" y="12"/>
                </a:lnTo>
                <a:lnTo>
                  <a:pt x="44" y="56"/>
                </a:lnTo>
                <a:lnTo>
                  <a:pt x="51" y="56"/>
                </a:lnTo>
                <a:lnTo>
                  <a:pt x="5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black">
          <a:xfrm>
            <a:off x="712301" y="1800000"/>
            <a:ext cx="8160237" cy="2966400"/>
          </a:xfrm>
        </p:spPr>
        <p:txBody>
          <a:bodyPr anchor="t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712301" y="5108400"/>
            <a:ext cx="8160237" cy="669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 bwMode="black">
          <a:xfrm>
            <a:off x="712301" y="5882400"/>
            <a:ext cx="8160237" cy="248400"/>
          </a:xfrm>
        </p:spPr>
        <p:txBody>
          <a:bodyPr lIns="0" tIns="0" rIns="0" bIns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7098019D-44B0-4712-ABC3-B5A05B834660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15EA0EE4-024B-40E4-A0C0-79F89BEFED29}"/>
              </a:ext>
            </a:extLst>
          </p:cNvPr>
          <p:cNvSpPr>
            <a:spLocks/>
          </p:cNvSpPr>
          <p:nvPr userDrawn="1"/>
        </p:nvSpPr>
        <p:spPr bwMode="auto">
          <a:xfrm>
            <a:off x="10457421" y="5159841"/>
            <a:ext cx="1734579" cy="1708593"/>
          </a:xfrm>
          <a:custGeom>
            <a:avLst/>
            <a:gdLst>
              <a:gd name="connsiteX0" fmla="*/ 0 w 1734579"/>
              <a:gd name="connsiteY0" fmla="*/ 1600512 h 1708593"/>
              <a:gd name="connsiteX1" fmla="*/ 99855 w 1734579"/>
              <a:gd name="connsiteY1" fmla="*/ 1648161 h 1708593"/>
              <a:gd name="connsiteX2" fmla="*/ 187517 w 1734579"/>
              <a:gd name="connsiteY2" fmla="*/ 1690580 h 1708593"/>
              <a:gd name="connsiteX3" fmla="*/ 275179 w 1734579"/>
              <a:gd name="connsiteY3" fmla="*/ 1648161 h 1708593"/>
              <a:gd name="connsiteX4" fmla="*/ 375034 w 1734579"/>
              <a:gd name="connsiteY4" fmla="*/ 1600512 h 1708593"/>
              <a:gd name="connsiteX5" fmla="*/ 474940 w 1734579"/>
              <a:gd name="connsiteY5" fmla="*/ 1648161 h 1708593"/>
              <a:gd name="connsiteX6" fmla="*/ 562069 w 1734579"/>
              <a:gd name="connsiteY6" fmla="*/ 1690580 h 1708593"/>
              <a:gd name="connsiteX7" fmla="*/ 650315 w 1734579"/>
              <a:gd name="connsiteY7" fmla="*/ 1648161 h 1708593"/>
              <a:gd name="connsiteX8" fmla="*/ 740506 w 1734579"/>
              <a:gd name="connsiteY8" fmla="*/ 1600798 h 1708593"/>
              <a:gd name="connsiteX9" fmla="*/ 749586 w 1734579"/>
              <a:gd name="connsiteY9" fmla="*/ 1600512 h 1708593"/>
              <a:gd name="connsiteX10" fmla="*/ 758889 w 1734579"/>
              <a:gd name="connsiteY10" fmla="*/ 1600798 h 1708593"/>
              <a:gd name="connsiteX11" fmla="*/ 850154 w 1734579"/>
              <a:gd name="connsiteY11" fmla="*/ 1648161 h 1708593"/>
              <a:gd name="connsiteX12" fmla="*/ 937343 w 1734579"/>
              <a:gd name="connsiteY12" fmla="*/ 1690580 h 1708593"/>
              <a:gd name="connsiteX13" fmla="*/ 1025586 w 1734579"/>
              <a:gd name="connsiteY13" fmla="*/ 1648161 h 1708593"/>
              <a:gd name="connsiteX14" fmla="*/ 1115684 w 1734579"/>
              <a:gd name="connsiteY14" fmla="*/ 1600798 h 1708593"/>
              <a:gd name="connsiteX15" fmla="*/ 1124860 w 1734579"/>
              <a:gd name="connsiteY15" fmla="*/ 1600512 h 1708593"/>
              <a:gd name="connsiteX16" fmla="*/ 1134151 w 1734579"/>
              <a:gd name="connsiteY16" fmla="*/ 1600798 h 1708593"/>
              <a:gd name="connsiteX17" fmla="*/ 1225295 w 1734579"/>
              <a:gd name="connsiteY17" fmla="*/ 1648161 h 1708593"/>
              <a:gd name="connsiteX18" fmla="*/ 1312376 w 1734579"/>
              <a:gd name="connsiteY18" fmla="*/ 1690580 h 1708593"/>
              <a:gd name="connsiteX19" fmla="*/ 1400620 w 1734579"/>
              <a:gd name="connsiteY19" fmla="*/ 1648161 h 1708593"/>
              <a:gd name="connsiteX20" fmla="*/ 1490714 w 1734579"/>
              <a:gd name="connsiteY20" fmla="*/ 1600798 h 1708593"/>
              <a:gd name="connsiteX21" fmla="*/ 1499902 w 1734579"/>
              <a:gd name="connsiteY21" fmla="*/ 1600512 h 1708593"/>
              <a:gd name="connsiteX22" fmla="*/ 1509200 w 1734579"/>
              <a:gd name="connsiteY22" fmla="*/ 1600798 h 1708593"/>
              <a:gd name="connsiteX23" fmla="*/ 1600457 w 1734579"/>
              <a:gd name="connsiteY23" fmla="*/ 1648161 h 1708593"/>
              <a:gd name="connsiteX24" fmla="*/ 1672675 w 1734579"/>
              <a:gd name="connsiteY24" fmla="*/ 1689663 h 1708593"/>
              <a:gd name="connsiteX25" fmla="*/ 1687656 w 1734579"/>
              <a:gd name="connsiteY25" fmla="*/ 1690580 h 1708593"/>
              <a:gd name="connsiteX26" fmla="*/ 1702991 w 1734579"/>
              <a:gd name="connsiteY26" fmla="*/ 1689663 h 1708593"/>
              <a:gd name="connsiteX27" fmla="*/ 1734579 w 1734579"/>
              <a:gd name="connsiteY27" fmla="*/ 1678168 h 1708593"/>
              <a:gd name="connsiteX28" fmla="*/ 1734579 w 1734579"/>
              <a:gd name="connsiteY28" fmla="*/ 1699183 h 1708593"/>
              <a:gd name="connsiteX29" fmla="*/ 1727021 w 1734579"/>
              <a:gd name="connsiteY29" fmla="*/ 1702701 h 1708593"/>
              <a:gd name="connsiteX30" fmla="*/ 1696936 w 1734579"/>
              <a:gd name="connsiteY30" fmla="*/ 1708307 h 1708593"/>
              <a:gd name="connsiteX31" fmla="*/ 1687656 w 1734579"/>
              <a:gd name="connsiteY31" fmla="*/ 1708593 h 1708593"/>
              <a:gd name="connsiteX32" fmla="*/ 1678456 w 1734579"/>
              <a:gd name="connsiteY32" fmla="*/ 1708307 h 1708593"/>
              <a:gd name="connsiteX33" fmla="*/ 1588259 w 1734579"/>
              <a:gd name="connsiteY33" fmla="*/ 1660945 h 1708593"/>
              <a:gd name="connsiteX34" fmla="*/ 1515254 w 1734579"/>
              <a:gd name="connsiteY34" fmla="*/ 1619443 h 1708593"/>
              <a:gd name="connsiteX35" fmla="*/ 1499902 w 1734579"/>
              <a:gd name="connsiteY35" fmla="*/ 1618526 h 1708593"/>
              <a:gd name="connsiteX36" fmla="*/ 1484938 w 1734579"/>
              <a:gd name="connsiteY36" fmla="*/ 1619443 h 1708593"/>
              <a:gd name="connsiteX37" fmla="*/ 1412811 w 1734579"/>
              <a:gd name="connsiteY37" fmla="*/ 1660945 h 1708593"/>
              <a:gd name="connsiteX38" fmla="*/ 1312376 w 1734579"/>
              <a:gd name="connsiteY38" fmla="*/ 1708593 h 1708593"/>
              <a:gd name="connsiteX39" fmla="*/ 1213103 w 1734579"/>
              <a:gd name="connsiteY39" fmla="*/ 1660945 h 1708593"/>
              <a:gd name="connsiteX40" fmla="*/ 1140202 w 1734579"/>
              <a:gd name="connsiteY40" fmla="*/ 1619443 h 1708593"/>
              <a:gd name="connsiteX41" fmla="*/ 1124860 w 1734579"/>
              <a:gd name="connsiteY41" fmla="*/ 1618526 h 1708593"/>
              <a:gd name="connsiteX42" fmla="*/ 1109907 w 1734579"/>
              <a:gd name="connsiteY42" fmla="*/ 1619443 h 1708593"/>
              <a:gd name="connsiteX43" fmla="*/ 1037780 w 1734579"/>
              <a:gd name="connsiteY43" fmla="*/ 1660945 h 1708593"/>
              <a:gd name="connsiteX44" fmla="*/ 937343 w 1734579"/>
              <a:gd name="connsiteY44" fmla="*/ 1708593 h 1708593"/>
              <a:gd name="connsiteX45" fmla="*/ 837942 w 1734579"/>
              <a:gd name="connsiteY45" fmla="*/ 1660945 h 1708593"/>
              <a:gd name="connsiteX46" fmla="*/ 764952 w 1734579"/>
              <a:gd name="connsiteY46" fmla="*/ 1619443 h 1708593"/>
              <a:gd name="connsiteX47" fmla="*/ 749586 w 1734579"/>
              <a:gd name="connsiteY47" fmla="*/ 1618526 h 1708593"/>
              <a:gd name="connsiteX48" fmla="*/ 734638 w 1734579"/>
              <a:gd name="connsiteY48" fmla="*/ 1619443 h 1708593"/>
              <a:gd name="connsiteX49" fmla="*/ 662511 w 1734579"/>
              <a:gd name="connsiteY49" fmla="*/ 1660945 h 1708593"/>
              <a:gd name="connsiteX50" fmla="*/ 562069 w 1734579"/>
              <a:gd name="connsiteY50" fmla="*/ 1708593 h 1708593"/>
              <a:gd name="connsiteX51" fmla="*/ 462743 w 1734579"/>
              <a:gd name="connsiteY51" fmla="*/ 1660945 h 1708593"/>
              <a:gd name="connsiteX52" fmla="*/ 375034 w 1734579"/>
              <a:gd name="connsiteY52" fmla="*/ 1618526 h 1708593"/>
              <a:gd name="connsiteX53" fmla="*/ 287371 w 1734579"/>
              <a:gd name="connsiteY53" fmla="*/ 1660945 h 1708593"/>
              <a:gd name="connsiteX54" fmla="*/ 187517 w 1734579"/>
              <a:gd name="connsiteY54" fmla="*/ 1708593 h 1708593"/>
              <a:gd name="connsiteX55" fmla="*/ 87663 w 1734579"/>
              <a:gd name="connsiteY55" fmla="*/ 1660945 h 1708593"/>
              <a:gd name="connsiteX56" fmla="*/ 0 w 1734579"/>
              <a:gd name="connsiteY56" fmla="*/ 1618526 h 1708593"/>
              <a:gd name="connsiteX57" fmla="*/ 0 w 1734579"/>
              <a:gd name="connsiteY57" fmla="*/ 1501097 h 1708593"/>
              <a:gd name="connsiteX58" fmla="*/ 99855 w 1734579"/>
              <a:gd name="connsiteY58" fmla="*/ 1548208 h 1708593"/>
              <a:gd name="connsiteX59" fmla="*/ 187517 w 1734579"/>
              <a:gd name="connsiteY59" fmla="*/ 1590666 h 1708593"/>
              <a:gd name="connsiteX60" fmla="*/ 275179 w 1734579"/>
              <a:gd name="connsiteY60" fmla="*/ 1548208 h 1708593"/>
              <a:gd name="connsiteX61" fmla="*/ 375034 w 1734579"/>
              <a:gd name="connsiteY61" fmla="*/ 1501097 h 1708593"/>
              <a:gd name="connsiteX62" fmla="*/ 474940 w 1734579"/>
              <a:gd name="connsiteY62" fmla="*/ 1548208 h 1708593"/>
              <a:gd name="connsiteX63" fmla="*/ 562069 w 1734579"/>
              <a:gd name="connsiteY63" fmla="*/ 1590666 h 1708593"/>
              <a:gd name="connsiteX64" fmla="*/ 650315 w 1734579"/>
              <a:gd name="connsiteY64" fmla="*/ 1548208 h 1708593"/>
              <a:gd name="connsiteX65" fmla="*/ 740506 w 1734579"/>
              <a:gd name="connsiteY65" fmla="*/ 1501377 h 1708593"/>
              <a:gd name="connsiteX66" fmla="*/ 749586 w 1734579"/>
              <a:gd name="connsiteY66" fmla="*/ 1501097 h 1708593"/>
              <a:gd name="connsiteX67" fmla="*/ 758889 w 1734579"/>
              <a:gd name="connsiteY67" fmla="*/ 1501377 h 1708593"/>
              <a:gd name="connsiteX68" fmla="*/ 850154 w 1734579"/>
              <a:gd name="connsiteY68" fmla="*/ 1548208 h 1708593"/>
              <a:gd name="connsiteX69" fmla="*/ 937343 w 1734579"/>
              <a:gd name="connsiteY69" fmla="*/ 1590666 h 1708593"/>
              <a:gd name="connsiteX70" fmla="*/ 1025586 w 1734579"/>
              <a:gd name="connsiteY70" fmla="*/ 1548208 h 1708593"/>
              <a:gd name="connsiteX71" fmla="*/ 1115684 w 1734579"/>
              <a:gd name="connsiteY71" fmla="*/ 1501377 h 1708593"/>
              <a:gd name="connsiteX72" fmla="*/ 1124860 w 1734579"/>
              <a:gd name="connsiteY72" fmla="*/ 1501097 h 1708593"/>
              <a:gd name="connsiteX73" fmla="*/ 1134151 w 1734579"/>
              <a:gd name="connsiteY73" fmla="*/ 1501377 h 1708593"/>
              <a:gd name="connsiteX74" fmla="*/ 1225295 w 1734579"/>
              <a:gd name="connsiteY74" fmla="*/ 1548208 h 1708593"/>
              <a:gd name="connsiteX75" fmla="*/ 1312376 w 1734579"/>
              <a:gd name="connsiteY75" fmla="*/ 1590666 h 1708593"/>
              <a:gd name="connsiteX76" fmla="*/ 1400620 w 1734579"/>
              <a:gd name="connsiteY76" fmla="*/ 1548208 h 1708593"/>
              <a:gd name="connsiteX77" fmla="*/ 1490714 w 1734579"/>
              <a:gd name="connsiteY77" fmla="*/ 1501377 h 1708593"/>
              <a:gd name="connsiteX78" fmla="*/ 1499902 w 1734579"/>
              <a:gd name="connsiteY78" fmla="*/ 1501097 h 1708593"/>
              <a:gd name="connsiteX79" fmla="*/ 1509200 w 1734579"/>
              <a:gd name="connsiteY79" fmla="*/ 1501377 h 1708593"/>
              <a:gd name="connsiteX80" fmla="*/ 1600457 w 1734579"/>
              <a:gd name="connsiteY80" fmla="*/ 1548208 h 1708593"/>
              <a:gd name="connsiteX81" fmla="*/ 1672675 w 1734579"/>
              <a:gd name="connsiteY81" fmla="*/ 1589772 h 1708593"/>
              <a:gd name="connsiteX82" fmla="*/ 1687656 w 1734579"/>
              <a:gd name="connsiteY82" fmla="*/ 1590666 h 1708593"/>
              <a:gd name="connsiteX83" fmla="*/ 1702991 w 1734579"/>
              <a:gd name="connsiteY83" fmla="*/ 1589748 h 1708593"/>
              <a:gd name="connsiteX84" fmla="*/ 1734579 w 1734579"/>
              <a:gd name="connsiteY84" fmla="*/ 1578243 h 1708593"/>
              <a:gd name="connsiteX85" fmla="*/ 1734579 w 1734579"/>
              <a:gd name="connsiteY85" fmla="*/ 1599278 h 1708593"/>
              <a:gd name="connsiteX86" fmla="*/ 1727021 w 1734579"/>
              <a:gd name="connsiteY86" fmla="*/ 1602799 h 1708593"/>
              <a:gd name="connsiteX87" fmla="*/ 1696936 w 1734579"/>
              <a:gd name="connsiteY87" fmla="*/ 1608410 h 1708593"/>
              <a:gd name="connsiteX88" fmla="*/ 1687656 w 1734579"/>
              <a:gd name="connsiteY88" fmla="*/ 1608697 h 1708593"/>
              <a:gd name="connsiteX89" fmla="*/ 1678456 w 1734579"/>
              <a:gd name="connsiteY89" fmla="*/ 1608410 h 1708593"/>
              <a:gd name="connsiteX90" fmla="*/ 1588259 w 1734579"/>
              <a:gd name="connsiteY90" fmla="*/ 1561004 h 1708593"/>
              <a:gd name="connsiteX91" fmla="*/ 1515254 w 1734579"/>
              <a:gd name="connsiteY91" fmla="*/ 1519464 h 1708593"/>
              <a:gd name="connsiteX92" fmla="*/ 1499902 w 1734579"/>
              <a:gd name="connsiteY92" fmla="*/ 1518546 h 1708593"/>
              <a:gd name="connsiteX93" fmla="*/ 1484938 w 1734579"/>
              <a:gd name="connsiteY93" fmla="*/ 1519464 h 1708593"/>
              <a:gd name="connsiteX94" fmla="*/ 1412811 w 1734579"/>
              <a:gd name="connsiteY94" fmla="*/ 1561004 h 1708593"/>
              <a:gd name="connsiteX95" fmla="*/ 1312376 w 1734579"/>
              <a:gd name="connsiteY95" fmla="*/ 1608697 h 1708593"/>
              <a:gd name="connsiteX96" fmla="*/ 1213103 w 1734579"/>
              <a:gd name="connsiteY96" fmla="*/ 1561004 h 1708593"/>
              <a:gd name="connsiteX97" fmla="*/ 1140202 w 1734579"/>
              <a:gd name="connsiteY97" fmla="*/ 1519464 h 1708593"/>
              <a:gd name="connsiteX98" fmla="*/ 1124860 w 1734579"/>
              <a:gd name="connsiteY98" fmla="*/ 1518546 h 1708593"/>
              <a:gd name="connsiteX99" fmla="*/ 1109907 w 1734579"/>
              <a:gd name="connsiteY99" fmla="*/ 1519464 h 1708593"/>
              <a:gd name="connsiteX100" fmla="*/ 1037780 w 1734579"/>
              <a:gd name="connsiteY100" fmla="*/ 1561004 h 1708593"/>
              <a:gd name="connsiteX101" fmla="*/ 937343 w 1734579"/>
              <a:gd name="connsiteY101" fmla="*/ 1608697 h 1708593"/>
              <a:gd name="connsiteX102" fmla="*/ 837942 w 1734579"/>
              <a:gd name="connsiteY102" fmla="*/ 1561004 h 1708593"/>
              <a:gd name="connsiteX103" fmla="*/ 764952 w 1734579"/>
              <a:gd name="connsiteY103" fmla="*/ 1519464 h 1708593"/>
              <a:gd name="connsiteX104" fmla="*/ 749586 w 1734579"/>
              <a:gd name="connsiteY104" fmla="*/ 1518546 h 1708593"/>
              <a:gd name="connsiteX105" fmla="*/ 734638 w 1734579"/>
              <a:gd name="connsiteY105" fmla="*/ 1519464 h 1708593"/>
              <a:gd name="connsiteX106" fmla="*/ 662511 w 1734579"/>
              <a:gd name="connsiteY106" fmla="*/ 1561004 h 1708593"/>
              <a:gd name="connsiteX107" fmla="*/ 562069 w 1734579"/>
              <a:gd name="connsiteY107" fmla="*/ 1608697 h 1708593"/>
              <a:gd name="connsiteX108" fmla="*/ 462743 w 1734579"/>
              <a:gd name="connsiteY108" fmla="*/ 1561004 h 1708593"/>
              <a:gd name="connsiteX109" fmla="*/ 375034 w 1734579"/>
              <a:gd name="connsiteY109" fmla="*/ 1518546 h 1708593"/>
              <a:gd name="connsiteX110" fmla="*/ 287371 w 1734579"/>
              <a:gd name="connsiteY110" fmla="*/ 1561004 h 1708593"/>
              <a:gd name="connsiteX111" fmla="*/ 187517 w 1734579"/>
              <a:gd name="connsiteY111" fmla="*/ 1608697 h 1708593"/>
              <a:gd name="connsiteX112" fmla="*/ 87663 w 1734579"/>
              <a:gd name="connsiteY112" fmla="*/ 1561004 h 1708593"/>
              <a:gd name="connsiteX113" fmla="*/ 0 w 1734579"/>
              <a:gd name="connsiteY113" fmla="*/ 1518546 h 1708593"/>
              <a:gd name="connsiteX114" fmla="*/ 0 w 1734579"/>
              <a:gd name="connsiteY114" fmla="*/ 1399997 h 1708593"/>
              <a:gd name="connsiteX115" fmla="*/ 99855 w 1734579"/>
              <a:gd name="connsiteY115" fmla="*/ 1447645 h 1708593"/>
              <a:gd name="connsiteX116" fmla="*/ 187517 w 1734579"/>
              <a:gd name="connsiteY116" fmla="*/ 1490064 h 1708593"/>
              <a:gd name="connsiteX117" fmla="*/ 275179 w 1734579"/>
              <a:gd name="connsiteY117" fmla="*/ 1447645 h 1708593"/>
              <a:gd name="connsiteX118" fmla="*/ 375034 w 1734579"/>
              <a:gd name="connsiteY118" fmla="*/ 1399997 h 1708593"/>
              <a:gd name="connsiteX119" fmla="*/ 474940 w 1734579"/>
              <a:gd name="connsiteY119" fmla="*/ 1447645 h 1708593"/>
              <a:gd name="connsiteX120" fmla="*/ 562069 w 1734579"/>
              <a:gd name="connsiteY120" fmla="*/ 1490064 h 1708593"/>
              <a:gd name="connsiteX121" fmla="*/ 650315 w 1734579"/>
              <a:gd name="connsiteY121" fmla="*/ 1447645 h 1708593"/>
              <a:gd name="connsiteX122" fmla="*/ 740506 w 1734579"/>
              <a:gd name="connsiteY122" fmla="*/ 1400283 h 1708593"/>
              <a:gd name="connsiteX123" fmla="*/ 749586 w 1734579"/>
              <a:gd name="connsiteY123" fmla="*/ 1399997 h 1708593"/>
              <a:gd name="connsiteX124" fmla="*/ 758889 w 1734579"/>
              <a:gd name="connsiteY124" fmla="*/ 1400283 h 1708593"/>
              <a:gd name="connsiteX125" fmla="*/ 850154 w 1734579"/>
              <a:gd name="connsiteY125" fmla="*/ 1447645 h 1708593"/>
              <a:gd name="connsiteX126" fmla="*/ 937343 w 1734579"/>
              <a:gd name="connsiteY126" fmla="*/ 1490064 h 1708593"/>
              <a:gd name="connsiteX127" fmla="*/ 1025586 w 1734579"/>
              <a:gd name="connsiteY127" fmla="*/ 1447645 h 1708593"/>
              <a:gd name="connsiteX128" fmla="*/ 1115684 w 1734579"/>
              <a:gd name="connsiteY128" fmla="*/ 1400283 h 1708593"/>
              <a:gd name="connsiteX129" fmla="*/ 1124860 w 1734579"/>
              <a:gd name="connsiteY129" fmla="*/ 1399997 h 1708593"/>
              <a:gd name="connsiteX130" fmla="*/ 1134151 w 1734579"/>
              <a:gd name="connsiteY130" fmla="*/ 1400283 h 1708593"/>
              <a:gd name="connsiteX131" fmla="*/ 1225295 w 1734579"/>
              <a:gd name="connsiteY131" fmla="*/ 1447645 h 1708593"/>
              <a:gd name="connsiteX132" fmla="*/ 1312376 w 1734579"/>
              <a:gd name="connsiteY132" fmla="*/ 1490064 h 1708593"/>
              <a:gd name="connsiteX133" fmla="*/ 1400620 w 1734579"/>
              <a:gd name="connsiteY133" fmla="*/ 1447645 h 1708593"/>
              <a:gd name="connsiteX134" fmla="*/ 1490714 w 1734579"/>
              <a:gd name="connsiteY134" fmla="*/ 1400283 h 1708593"/>
              <a:gd name="connsiteX135" fmla="*/ 1499902 w 1734579"/>
              <a:gd name="connsiteY135" fmla="*/ 1399997 h 1708593"/>
              <a:gd name="connsiteX136" fmla="*/ 1509200 w 1734579"/>
              <a:gd name="connsiteY136" fmla="*/ 1400283 h 1708593"/>
              <a:gd name="connsiteX137" fmla="*/ 1600457 w 1734579"/>
              <a:gd name="connsiteY137" fmla="*/ 1447645 h 1708593"/>
              <a:gd name="connsiteX138" fmla="*/ 1672675 w 1734579"/>
              <a:gd name="connsiteY138" fmla="*/ 1489147 h 1708593"/>
              <a:gd name="connsiteX139" fmla="*/ 1687656 w 1734579"/>
              <a:gd name="connsiteY139" fmla="*/ 1490064 h 1708593"/>
              <a:gd name="connsiteX140" fmla="*/ 1702991 w 1734579"/>
              <a:gd name="connsiteY140" fmla="*/ 1489147 h 1708593"/>
              <a:gd name="connsiteX141" fmla="*/ 1734579 w 1734579"/>
              <a:gd name="connsiteY141" fmla="*/ 1477652 h 1708593"/>
              <a:gd name="connsiteX142" fmla="*/ 1734579 w 1734579"/>
              <a:gd name="connsiteY142" fmla="*/ 1498668 h 1708593"/>
              <a:gd name="connsiteX143" fmla="*/ 1727021 w 1734579"/>
              <a:gd name="connsiteY143" fmla="*/ 1502186 h 1708593"/>
              <a:gd name="connsiteX144" fmla="*/ 1696936 w 1734579"/>
              <a:gd name="connsiteY144" fmla="*/ 1507792 h 1708593"/>
              <a:gd name="connsiteX145" fmla="*/ 1687656 w 1734579"/>
              <a:gd name="connsiteY145" fmla="*/ 1508078 h 1708593"/>
              <a:gd name="connsiteX146" fmla="*/ 1678456 w 1734579"/>
              <a:gd name="connsiteY146" fmla="*/ 1507792 h 1708593"/>
              <a:gd name="connsiteX147" fmla="*/ 1588259 w 1734579"/>
              <a:gd name="connsiteY147" fmla="*/ 1460429 h 1708593"/>
              <a:gd name="connsiteX148" fmla="*/ 1515254 w 1734579"/>
              <a:gd name="connsiteY148" fmla="*/ 1418928 h 1708593"/>
              <a:gd name="connsiteX149" fmla="*/ 1499902 w 1734579"/>
              <a:gd name="connsiteY149" fmla="*/ 1418010 h 1708593"/>
              <a:gd name="connsiteX150" fmla="*/ 1484938 w 1734579"/>
              <a:gd name="connsiteY150" fmla="*/ 1418928 h 1708593"/>
              <a:gd name="connsiteX151" fmla="*/ 1412811 w 1734579"/>
              <a:gd name="connsiteY151" fmla="*/ 1460429 h 1708593"/>
              <a:gd name="connsiteX152" fmla="*/ 1312376 w 1734579"/>
              <a:gd name="connsiteY152" fmla="*/ 1508078 h 1708593"/>
              <a:gd name="connsiteX153" fmla="*/ 1213103 w 1734579"/>
              <a:gd name="connsiteY153" fmla="*/ 1460429 h 1708593"/>
              <a:gd name="connsiteX154" fmla="*/ 1140202 w 1734579"/>
              <a:gd name="connsiteY154" fmla="*/ 1418928 h 1708593"/>
              <a:gd name="connsiteX155" fmla="*/ 1124860 w 1734579"/>
              <a:gd name="connsiteY155" fmla="*/ 1418010 h 1708593"/>
              <a:gd name="connsiteX156" fmla="*/ 1109907 w 1734579"/>
              <a:gd name="connsiteY156" fmla="*/ 1418928 h 1708593"/>
              <a:gd name="connsiteX157" fmla="*/ 1037780 w 1734579"/>
              <a:gd name="connsiteY157" fmla="*/ 1460429 h 1708593"/>
              <a:gd name="connsiteX158" fmla="*/ 937343 w 1734579"/>
              <a:gd name="connsiteY158" fmla="*/ 1508078 h 1708593"/>
              <a:gd name="connsiteX159" fmla="*/ 837942 w 1734579"/>
              <a:gd name="connsiteY159" fmla="*/ 1460429 h 1708593"/>
              <a:gd name="connsiteX160" fmla="*/ 764952 w 1734579"/>
              <a:gd name="connsiteY160" fmla="*/ 1418928 h 1708593"/>
              <a:gd name="connsiteX161" fmla="*/ 749586 w 1734579"/>
              <a:gd name="connsiteY161" fmla="*/ 1418010 h 1708593"/>
              <a:gd name="connsiteX162" fmla="*/ 734638 w 1734579"/>
              <a:gd name="connsiteY162" fmla="*/ 1418928 h 1708593"/>
              <a:gd name="connsiteX163" fmla="*/ 662511 w 1734579"/>
              <a:gd name="connsiteY163" fmla="*/ 1460429 h 1708593"/>
              <a:gd name="connsiteX164" fmla="*/ 562069 w 1734579"/>
              <a:gd name="connsiteY164" fmla="*/ 1508078 h 1708593"/>
              <a:gd name="connsiteX165" fmla="*/ 462743 w 1734579"/>
              <a:gd name="connsiteY165" fmla="*/ 1460429 h 1708593"/>
              <a:gd name="connsiteX166" fmla="*/ 375034 w 1734579"/>
              <a:gd name="connsiteY166" fmla="*/ 1418010 h 1708593"/>
              <a:gd name="connsiteX167" fmla="*/ 287371 w 1734579"/>
              <a:gd name="connsiteY167" fmla="*/ 1460429 h 1708593"/>
              <a:gd name="connsiteX168" fmla="*/ 187517 w 1734579"/>
              <a:gd name="connsiteY168" fmla="*/ 1508078 h 1708593"/>
              <a:gd name="connsiteX169" fmla="*/ 87663 w 1734579"/>
              <a:gd name="connsiteY169" fmla="*/ 1460429 h 1708593"/>
              <a:gd name="connsiteX170" fmla="*/ 0 w 1734579"/>
              <a:gd name="connsiteY170" fmla="*/ 1418010 h 1708593"/>
              <a:gd name="connsiteX171" fmla="*/ 0 w 1734579"/>
              <a:gd name="connsiteY171" fmla="*/ 1300582 h 1708593"/>
              <a:gd name="connsiteX172" fmla="*/ 99855 w 1734579"/>
              <a:gd name="connsiteY172" fmla="*/ 1347693 h 1708593"/>
              <a:gd name="connsiteX173" fmla="*/ 187517 w 1734579"/>
              <a:gd name="connsiteY173" fmla="*/ 1390151 h 1708593"/>
              <a:gd name="connsiteX174" fmla="*/ 275179 w 1734579"/>
              <a:gd name="connsiteY174" fmla="*/ 1347693 h 1708593"/>
              <a:gd name="connsiteX175" fmla="*/ 375034 w 1734579"/>
              <a:gd name="connsiteY175" fmla="*/ 1300582 h 1708593"/>
              <a:gd name="connsiteX176" fmla="*/ 474940 w 1734579"/>
              <a:gd name="connsiteY176" fmla="*/ 1347693 h 1708593"/>
              <a:gd name="connsiteX177" fmla="*/ 562069 w 1734579"/>
              <a:gd name="connsiteY177" fmla="*/ 1390151 h 1708593"/>
              <a:gd name="connsiteX178" fmla="*/ 650315 w 1734579"/>
              <a:gd name="connsiteY178" fmla="*/ 1347693 h 1708593"/>
              <a:gd name="connsiteX179" fmla="*/ 740506 w 1734579"/>
              <a:gd name="connsiteY179" fmla="*/ 1300868 h 1708593"/>
              <a:gd name="connsiteX180" fmla="*/ 749586 w 1734579"/>
              <a:gd name="connsiteY180" fmla="*/ 1300582 h 1708593"/>
              <a:gd name="connsiteX181" fmla="*/ 758889 w 1734579"/>
              <a:gd name="connsiteY181" fmla="*/ 1300868 h 1708593"/>
              <a:gd name="connsiteX182" fmla="*/ 850154 w 1734579"/>
              <a:gd name="connsiteY182" fmla="*/ 1347693 h 1708593"/>
              <a:gd name="connsiteX183" fmla="*/ 937343 w 1734579"/>
              <a:gd name="connsiteY183" fmla="*/ 1390151 h 1708593"/>
              <a:gd name="connsiteX184" fmla="*/ 1025586 w 1734579"/>
              <a:gd name="connsiteY184" fmla="*/ 1347693 h 1708593"/>
              <a:gd name="connsiteX185" fmla="*/ 1115684 w 1734579"/>
              <a:gd name="connsiteY185" fmla="*/ 1300868 h 1708593"/>
              <a:gd name="connsiteX186" fmla="*/ 1124860 w 1734579"/>
              <a:gd name="connsiteY186" fmla="*/ 1300582 h 1708593"/>
              <a:gd name="connsiteX187" fmla="*/ 1134151 w 1734579"/>
              <a:gd name="connsiteY187" fmla="*/ 1300868 h 1708593"/>
              <a:gd name="connsiteX188" fmla="*/ 1225295 w 1734579"/>
              <a:gd name="connsiteY188" fmla="*/ 1347693 h 1708593"/>
              <a:gd name="connsiteX189" fmla="*/ 1312376 w 1734579"/>
              <a:gd name="connsiteY189" fmla="*/ 1390151 h 1708593"/>
              <a:gd name="connsiteX190" fmla="*/ 1400620 w 1734579"/>
              <a:gd name="connsiteY190" fmla="*/ 1347693 h 1708593"/>
              <a:gd name="connsiteX191" fmla="*/ 1490714 w 1734579"/>
              <a:gd name="connsiteY191" fmla="*/ 1300868 h 1708593"/>
              <a:gd name="connsiteX192" fmla="*/ 1499902 w 1734579"/>
              <a:gd name="connsiteY192" fmla="*/ 1300582 h 1708593"/>
              <a:gd name="connsiteX193" fmla="*/ 1509200 w 1734579"/>
              <a:gd name="connsiteY193" fmla="*/ 1300868 h 1708593"/>
              <a:gd name="connsiteX194" fmla="*/ 1600457 w 1734579"/>
              <a:gd name="connsiteY194" fmla="*/ 1347693 h 1708593"/>
              <a:gd name="connsiteX195" fmla="*/ 1672675 w 1734579"/>
              <a:gd name="connsiteY195" fmla="*/ 1389257 h 1708593"/>
              <a:gd name="connsiteX196" fmla="*/ 1687656 w 1734579"/>
              <a:gd name="connsiteY196" fmla="*/ 1390151 h 1708593"/>
              <a:gd name="connsiteX197" fmla="*/ 1702991 w 1734579"/>
              <a:gd name="connsiteY197" fmla="*/ 1389257 h 1708593"/>
              <a:gd name="connsiteX198" fmla="*/ 1734579 w 1734579"/>
              <a:gd name="connsiteY198" fmla="*/ 1377917 h 1708593"/>
              <a:gd name="connsiteX199" fmla="*/ 1734579 w 1734579"/>
              <a:gd name="connsiteY199" fmla="*/ 1398947 h 1708593"/>
              <a:gd name="connsiteX200" fmla="*/ 1727021 w 1734579"/>
              <a:gd name="connsiteY200" fmla="*/ 1402407 h 1708593"/>
              <a:gd name="connsiteX201" fmla="*/ 1696936 w 1734579"/>
              <a:gd name="connsiteY201" fmla="*/ 1407901 h 1708593"/>
              <a:gd name="connsiteX202" fmla="*/ 1687656 w 1734579"/>
              <a:gd name="connsiteY202" fmla="*/ 1408181 h 1708593"/>
              <a:gd name="connsiteX203" fmla="*/ 1678456 w 1734579"/>
              <a:gd name="connsiteY203" fmla="*/ 1407901 h 1708593"/>
              <a:gd name="connsiteX204" fmla="*/ 1588259 w 1734579"/>
              <a:gd name="connsiteY204" fmla="*/ 1361070 h 1708593"/>
              <a:gd name="connsiteX205" fmla="*/ 1515254 w 1734579"/>
              <a:gd name="connsiteY205" fmla="*/ 1319506 h 1708593"/>
              <a:gd name="connsiteX206" fmla="*/ 1499902 w 1734579"/>
              <a:gd name="connsiteY206" fmla="*/ 1318612 h 1708593"/>
              <a:gd name="connsiteX207" fmla="*/ 1484938 w 1734579"/>
              <a:gd name="connsiteY207" fmla="*/ 1319506 h 1708593"/>
              <a:gd name="connsiteX208" fmla="*/ 1412811 w 1734579"/>
              <a:gd name="connsiteY208" fmla="*/ 1361070 h 1708593"/>
              <a:gd name="connsiteX209" fmla="*/ 1312376 w 1734579"/>
              <a:gd name="connsiteY209" fmla="*/ 1408181 h 1708593"/>
              <a:gd name="connsiteX210" fmla="*/ 1213103 w 1734579"/>
              <a:gd name="connsiteY210" fmla="*/ 1361070 h 1708593"/>
              <a:gd name="connsiteX211" fmla="*/ 1140202 w 1734579"/>
              <a:gd name="connsiteY211" fmla="*/ 1319506 h 1708593"/>
              <a:gd name="connsiteX212" fmla="*/ 1124860 w 1734579"/>
              <a:gd name="connsiteY212" fmla="*/ 1318612 h 1708593"/>
              <a:gd name="connsiteX213" fmla="*/ 1109907 w 1734579"/>
              <a:gd name="connsiteY213" fmla="*/ 1319506 h 1708593"/>
              <a:gd name="connsiteX214" fmla="*/ 1037780 w 1734579"/>
              <a:gd name="connsiteY214" fmla="*/ 1361070 h 1708593"/>
              <a:gd name="connsiteX215" fmla="*/ 937343 w 1734579"/>
              <a:gd name="connsiteY215" fmla="*/ 1408181 h 1708593"/>
              <a:gd name="connsiteX216" fmla="*/ 837942 w 1734579"/>
              <a:gd name="connsiteY216" fmla="*/ 1361070 h 1708593"/>
              <a:gd name="connsiteX217" fmla="*/ 764952 w 1734579"/>
              <a:gd name="connsiteY217" fmla="*/ 1319506 h 1708593"/>
              <a:gd name="connsiteX218" fmla="*/ 749586 w 1734579"/>
              <a:gd name="connsiteY218" fmla="*/ 1318612 h 1708593"/>
              <a:gd name="connsiteX219" fmla="*/ 734638 w 1734579"/>
              <a:gd name="connsiteY219" fmla="*/ 1319506 h 1708593"/>
              <a:gd name="connsiteX220" fmla="*/ 662511 w 1734579"/>
              <a:gd name="connsiteY220" fmla="*/ 1361070 h 1708593"/>
              <a:gd name="connsiteX221" fmla="*/ 562069 w 1734579"/>
              <a:gd name="connsiteY221" fmla="*/ 1408181 h 1708593"/>
              <a:gd name="connsiteX222" fmla="*/ 462743 w 1734579"/>
              <a:gd name="connsiteY222" fmla="*/ 1361070 h 1708593"/>
              <a:gd name="connsiteX223" fmla="*/ 375034 w 1734579"/>
              <a:gd name="connsiteY223" fmla="*/ 1318612 h 1708593"/>
              <a:gd name="connsiteX224" fmla="*/ 287371 w 1734579"/>
              <a:gd name="connsiteY224" fmla="*/ 1361070 h 1708593"/>
              <a:gd name="connsiteX225" fmla="*/ 187517 w 1734579"/>
              <a:gd name="connsiteY225" fmla="*/ 1408181 h 1708593"/>
              <a:gd name="connsiteX226" fmla="*/ 87663 w 1734579"/>
              <a:gd name="connsiteY226" fmla="*/ 1361070 h 1708593"/>
              <a:gd name="connsiteX227" fmla="*/ 0 w 1734579"/>
              <a:gd name="connsiteY227" fmla="*/ 1318612 h 1708593"/>
              <a:gd name="connsiteX228" fmla="*/ 0 w 1734579"/>
              <a:gd name="connsiteY228" fmla="*/ 1200685 h 1708593"/>
              <a:gd name="connsiteX229" fmla="*/ 99855 w 1734579"/>
              <a:gd name="connsiteY229" fmla="*/ 1248334 h 1708593"/>
              <a:gd name="connsiteX230" fmla="*/ 187517 w 1734579"/>
              <a:gd name="connsiteY230" fmla="*/ 1290753 h 1708593"/>
              <a:gd name="connsiteX231" fmla="*/ 275179 w 1734579"/>
              <a:gd name="connsiteY231" fmla="*/ 1248334 h 1708593"/>
              <a:gd name="connsiteX232" fmla="*/ 375034 w 1734579"/>
              <a:gd name="connsiteY232" fmla="*/ 1200685 h 1708593"/>
              <a:gd name="connsiteX233" fmla="*/ 474940 w 1734579"/>
              <a:gd name="connsiteY233" fmla="*/ 1248334 h 1708593"/>
              <a:gd name="connsiteX234" fmla="*/ 562069 w 1734579"/>
              <a:gd name="connsiteY234" fmla="*/ 1290753 h 1708593"/>
              <a:gd name="connsiteX235" fmla="*/ 650315 w 1734579"/>
              <a:gd name="connsiteY235" fmla="*/ 1248334 h 1708593"/>
              <a:gd name="connsiteX236" fmla="*/ 740506 w 1734579"/>
              <a:gd name="connsiteY236" fmla="*/ 1200971 h 1708593"/>
              <a:gd name="connsiteX237" fmla="*/ 749586 w 1734579"/>
              <a:gd name="connsiteY237" fmla="*/ 1200685 h 1708593"/>
              <a:gd name="connsiteX238" fmla="*/ 758889 w 1734579"/>
              <a:gd name="connsiteY238" fmla="*/ 1200971 h 1708593"/>
              <a:gd name="connsiteX239" fmla="*/ 850154 w 1734579"/>
              <a:gd name="connsiteY239" fmla="*/ 1248334 h 1708593"/>
              <a:gd name="connsiteX240" fmla="*/ 937343 w 1734579"/>
              <a:gd name="connsiteY240" fmla="*/ 1290753 h 1708593"/>
              <a:gd name="connsiteX241" fmla="*/ 1025586 w 1734579"/>
              <a:gd name="connsiteY241" fmla="*/ 1248334 h 1708593"/>
              <a:gd name="connsiteX242" fmla="*/ 1115684 w 1734579"/>
              <a:gd name="connsiteY242" fmla="*/ 1200971 h 1708593"/>
              <a:gd name="connsiteX243" fmla="*/ 1124860 w 1734579"/>
              <a:gd name="connsiteY243" fmla="*/ 1200685 h 1708593"/>
              <a:gd name="connsiteX244" fmla="*/ 1134151 w 1734579"/>
              <a:gd name="connsiteY244" fmla="*/ 1200971 h 1708593"/>
              <a:gd name="connsiteX245" fmla="*/ 1225295 w 1734579"/>
              <a:gd name="connsiteY245" fmla="*/ 1248334 h 1708593"/>
              <a:gd name="connsiteX246" fmla="*/ 1312376 w 1734579"/>
              <a:gd name="connsiteY246" fmla="*/ 1290753 h 1708593"/>
              <a:gd name="connsiteX247" fmla="*/ 1400620 w 1734579"/>
              <a:gd name="connsiteY247" fmla="*/ 1248334 h 1708593"/>
              <a:gd name="connsiteX248" fmla="*/ 1490714 w 1734579"/>
              <a:gd name="connsiteY248" fmla="*/ 1200971 h 1708593"/>
              <a:gd name="connsiteX249" fmla="*/ 1499902 w 1734579"/>
              <a:gd name="connsiteY249" fmla="*/ 1200685 h 1708593"/>
              <a:gd name="connsiteX250" fmla="*/ 1509200 w 1734579"/>
              <a:gd name="connsiteY250" fmla="*/ 1200971 h 1708593"/>
              <a:gd name="connsiteX251" fmla="*/ 1600457 w 1734579"/>
              <a:gd name="connsiteY251" fmla="*/ 1248334 h 1708593"/>
              <a:gd name="connsiteX252" fmla="*/ 1672675 w 1734579"/>
              <a:gd name="connsiteY252" fmla="*/ 1289836 h 1708593"/>
              <a:gd name="connsiteX253" fmla="*/ 1687656 w 1734579"/>
              <a:gd name="connsiteY253" fmla="*/ 1290753 h 1708593"/>
              <a:gd name="connsiteX254" fmla="*/ 1702991 w 1734579"/>
              <a:gd name="connsiteY254" fmla="*/ 1289836 h 1708593"/>
              <a:gd name="connsiteX255" fmla="*/ 1734579 w 1734579"/>
              <a:gd name="connsiteY255" fmla="*/ 1278340 h 1708593"/>
              <a:gd name="connsiteX256" fmla="*/ 1734579 w 1734579"/>
              <a:gd name="connsiteY256" fmla="*/ 1299356 h 1708593"/>
              <a:gd name="connsiteX257" fmla="*/ 1727021 w 1734579"/>
              <a:gd name="connsiteY257" fmla="*/ 1302874 h 1708593"/>
              <a:gd name="connsiteX258" fmla="*/ 1696936 w 1734579"/>
              <a:gd name="connsiteY258" fmla="*/ 1308480 h 1708593"/>
              <a:gd name="connsiteX259" fmla="*/ 1687656 w 1734579"/>
              <a:gd name="connsiteY259" fmla="*/ 1308766 h 1708593"/>
              <a:gd name="connsiteX260" fmla="*/ 1678456 w 1734579"/>
              <a:gd name="connsiteY260" fmla="*/ 1308480 h 1708593"/>
              <a:gd name="connsiteX261" fmla="*/ 1588259 w 1734579"/>
              <a:gd name="connsiteY261" fmla="*/ 1261118 h 1708593"/>
              <a:gd name="connsiteX262" fmla="*/ 1515254 w 1734579"/>
              <a:gd name="connsiteY262" fmla="*/ 1219616 h 1708593"/>
              <a:gd name="connsiteX263" fmla="*/ 1499902 w 1734579"/>
              <a:gd name="connsiteY263" fmla="*/ 1218699 h 1708593"/>
              <a:gd name="connsiteX264" fmla="*/ 1484938 w 1734579"/>
              <a:gd name="connsiteY264" fmla="*/ 1219616 h 1708593"/>
              <a:gd name="connsiteX265" fmla="*/ 1412811 w 1734579"/>
              <a:gd name="connsiteY265" fmla="*/ 1261118 h 1708593"/>
              <a:gd name="connsiteX266" fmla="*/ 1312376 w 1734579"/>
              <a:gd name="connsiteY266" fmla="*/ 1308766 h 1708593"/>
              <a:gd name="connsiteX267" fmla="*/ 1213103 w 1734579"/>
              <a:gd name="connsiteY267" fmla="*/ 1261118 h 1708593"/>
              <a:gd name="connsiteX268" fmla="*/ 1140202 w 1734579"/>
              <a:gd name="connsiteY268" fmla="*/ 1219616 h 1708593"/>
              <a:gd name="connsiteX269" fmla="*/ 1124860 w 1734579"/>
              <a:gd name="connsiteY269" fmla="*/ 1218699 h 1708593"/>
              <a:gd name="connsiteX270" fmla="*/ 1109907 w 1734579"/>
              <a:gd name="connsiteY270" fmla="*/ 1219616 h 1708593"/>
              <a:gd name="connsiteX271" fmla="*/ 1037780 w 1734579"/>
              <a:gd name="connsiteY271" fmla="*/ 1261118 h 1708593"/>
              <a:gd name="connsiteX272" fmla="*/ 937343 w 1734579"/>
              <a:gd name="connsiteY272" fmla="*/ 1308766 h 1708593"/>
              <a:gd name="connsiteX273" fmla="*/ 837942 w 1734579"/>
              <a:gd name="connsiteY273" fmla="*/ 1261118 h 1708593"/>
              <a:gd name="connsiteX274" fmla="*/ 764952 w 1734579"/>
              <a:gd name="connsiteY274" fmla="*/ 1219616 h 1708593"/>
              <a:gd name="connsiteX275" fmla="*/ 749586 w 1734579"/>
              <a:gd name="connsiteY275" fmla="*/ 1218699 h 1708593"/>
              <a:gd name="connsiteX276" fmla="*/ 734638 w 1734579"/>
              <a:gd name="connsiteY276" fmla="*/ 1219616 h 1708593"/>
              <a:gd name="connsiteX277" fmla="*/ 662511 w 1734579"/>
              <a:gd name="connsiteY277" fmla="*/ 1261118 h 1708593"/>
              <a:gd name="connsiteX278" fmla="*/ 562069 w 1734579"/>
              <a:gd name="connsiteY278" fmla="*/ 1308766 h 1708593"/>
              <a:gd name="connsiteX279" fmla="*/ 462743 w 1734579"/>
              <a:gd name="connsiteY279" fmla="*/ 1261118 h 1708593"/>
              <a:gd name="connsiteX280" fmla="*/ 375034 w 1734579"/>
              <a:gd name="connsiteY280" fmla="*/ 1218699 h 1708593"/>
              <a:gd name="connsiteX281" fmla="*/ 287371 w 1734579"/>
              <a:gd name="connsiteY281" fmla="*/ 1261118 h 1708593"/>
              <a:gd name="connsiteX282" fmla="*/ 187517 w 1734579"/>
              <a:gd name="connsiteY282" fmla="*/ 1308766 h 1708593"/>
              <a:gd name="connsiteX283" fmla="*/ 87663 w 1734579"/>
              <a:gd name="connsiteY283" fmla="*/ 1261118 h 1708593"/>
              <a:gd name="connsiteX284" fmla="*/ 0 w 1734579"/>
              <a:gd name="connsiteY284" fmla="*/ 1218699 h 1708593"/>
              <a:gd name="connsiteX285" fmla="*/ 0 w 1734579"/>
              <a:gd name="connsiteY285" fmla="*/ 1100066 h 1708593"/>
              <a:gd name="connsiteX286" fmla="*/ 99855 w 1734579"/>
              <a:gd name="connsiteY286" fmla="*/ 1147715 h 1708593"/>
              <a:gd name="connsiteX287" fmla="*/ 187517 w 1734579"/>
              <a:gd name="connsiteY287" fmla="*/ 1190134 h 1708593"/>
              <a:gd name="connsiteX288" fmla="*/ 275179 w 1734579"/>
              <a:gd name="connsiteY288" fmla="*/ 1147715 h 1708593"/>
              <a:gd name="connsiteX289" fmla="*/ 375034 w 1734579"/>
              <a:gd name="connsiteY289" fmla="*/ 1100066 h 1708593"/>
              <a:gd name="connsiteX290" fmla="*/ 474940 w 1734579"/>
              <a:gd name="connsiteY290" fmla="*/ 1147715 h 1708593"/>
              <a:gd name="connsiteX291" fmla="*/ 562069 w 1734579"/>
              <a:gd name="connsiteY291" fmla="*/ 1190134 h 1708593"/>
              <a:gd name="connsiteX292" fmla="*/ 650315 w 1734579"/>
              <a:gd name="connsiteY292" fmla="*/ 1147715 h 1708593"/>
              <a:gd name="connsiteX293" fmla="*/ 740506 w 1734579"/>
              <a:gd name="connsiteY293" fmla="*/ 1100352 h 1708593"/>
              <a:gd name="connsiteX294" fmla="*/ 749586 w 1734579"/>
              <a:gd name="connsiteY294" fmla="*/ 1100066 h 1708593"/>
              <a:gd name="connsiteX295" fmla="*/ 758889 w 1734579"/>
              <a:gd name="connsiteY295" fmla="*/ 1100352 h 1708593"/>
              <a:gd name="connsiteX296" fmla="*/ 850154 w 1734579"/>
              <a:gd name="connsiteY296" fmla="*/ 1147715 h 1708593"/>
              <a:gd name="connsiteX297" fmla="*/ 937343 w 1734579"/>
              <a:gd name="connsiteY297" fmla="*/ 1190134 h 1708593"/>
              <a:gd name="connsiteX298" fmla="*/ 1025586 w 1734579"/>
              <a:gd name="connsiteY298" fmla="*/ 1147715 h 1708593"/>
              <a:gd name="connsiteX299" fmla="*/ 1115684 w 1734579"/>
              <a:gd name="connsiteY299" fmla="*/ 1100352 h 1708593"/>
              <a:gd name="connsiteX300" fmla="*/ 1124860 w 1734579"/>
              <a:gd name="connsiteY300" fmla="*/ 1100066 h 1708593"/>
              <a:gd name="connsiteX301" fmla="*/ 1134151 w 1734579"/>
              <a:gd name="connsiteY301" fmla="*/ 1100352 h 1708593"/>
              <a:gd name="connsiteX302" fmla="*/ 1225295 w 1734579"/>
              <a:gd name="connsiteY302" fmla="*/ 1147715 h 1708593"/>
              <a:gd name="connsiteX303" fmla="*/ 1312376 w 1734579"/>
              <a:gd name="connsiteY303" fmla="*/ 1190134 h 1708593"/>
              <a:gd name="connsiteX304" fmla="*/ 1400620 w 1734579"/>
              <a:gd name="connsiteY304" fmla="*/ 1147715 h 1708593"/>
              <a:gd name="connsiteX305" fmla="*/ 1490714 w 1734579"/>
              <a:gd name="connsiteY305" fmla="*/ 1100352 h 1708593"/>
              <a:gd name="connsiteX306" fmla="*/ 1499902 w 1734579"/>
              <a:gd name="connsiteY306" fmla="*/ 1100066 h 1708593"/>
              <a:gd name="connsiteX307" fmla="*/ 1509200 w 1734579"/>
              <a:gd name="connsiteY307" fmla="*/ 1100352 h 1708593"/>
              <a:gd name="connsiteX308" fmla="*/ 1600457 w 1734579"/>
              <a:gd name="connsiteY308" fmla="*/ 1147715 h 1708593"/>
              <a:gd name="connsiteX309" fmla="*/ 1672675 w 1734579"/>
              <a:gd name="connsiteY309" fmla="*/ 1189217 h 1708593"/>
              <a:gd name="connsiteX310" fmla="*/ 1687656 w 1734579"/>
              <a:gd name="connsiteY310" fmla="*/ 1190134 h 1708593"/>
              <a:gd name="connsiteX311" fmla="*/ 1702991 w 1734579"/>
              <a:gd name="connsiteY311" fmla="*/ 1189217 h 1708593"/>
              <a:gd name="connsiteX312" fmla="*/ 1734579 w 1734579"/>
              <a:gd name="connsiteY312" fmla="*/ 1177722 h 1708593"/>
              <a:gd name="connsiteX313" fmla="*/ 1734579 w 1734579"/>
              <a:gd name="connsiteY313" fmla="*/ 1198738 h 1708593"/>
              <a:gd name="connsiteX314" fmla="*/ 1727021 w 1734579"/>
              <a:gd name="connsiteY314" fmla="*/ 1202255 h 1708593"/>
              <a:gd name="connsiteX315" fmla="*/ 1696936 w 1734579"/>
              <a:gd name="connsiteY315" fmla="*/ 1207861 h 1708593"/>
              <a:gd name="connsiteX316" fmla="*/ 1687656 w 1734579"/>
              <a:gd name="connsiteY316" fmla="*/ 1208147 h 1708593"/>
              <a:gd name="connsiteX317" fmla="*/ 1678456 w 1734579"/>
              <a:gd name="connsiteY317" fmla="*/ 1207861 h 1708593"/>
              <a:gd name="connsiteX318" fmla="*/ 1588259 w 1734579"/>
              <a:gd name="connsiteY318" fmla="*/ 1160499 h 1708593"/>
              <a:gd name="connsiteX319" fmla="*/ 1515254 w 1734579"/>
              <a:gd name="connsiteY319" fmla="*/ 1118997 h 1708593"/>
              <a:gd name="connsiteX320" fmla="*/ 1499902 w 1734579"/>
              <a:gd name="connsiteY320" fmla="*/ 1118080 h 1708593"/>
              <a:gd name="connsiteX321" fmla="*/ 1484938 w 1734579"/>
              <a:gd name="connsiteY321" fmla="*/ 1118997 h 1708593"/>
              <a:gd name="connsiteX322" fmla="*/ 1412811 w 1734579"/>
              <a:gd name="connsiteY322" fmla="*/ 1160499 h 1708593"/>
              <a:gd name="connsiteX323" fmla="*/ 1312376 w 1734579"/>
              <a:gd name="connsiteY323" fmla="*/ 1208147 h 1708593"/>
              <a:gd name="connsiteX324" fmla="*/ 1213103 w 1734579"/>
              <a:gd name="connsiteY324" fmla="*/ 1160499 h 1708593"/>
              <a:gd name="connsiteX325" fmla="*/ 1140202 w 1734579"/>
              <a:gd name="connsiteY325" fmla="*/ 1118997 h 1708593"/>
              <a:gd name="connsiteX326" fmla="*/ 1124860 w 1734579"/>
              <a:gd name="connsiteY326" fmla="*/ 1118080 h 1708593"/>
              <a:gd name="connsiteX327" fmla="*/ 1109907 w 1734579"/>
              <a:gd name="connsiteY327" fmla="*/ 1118997 h 1708593"/>
              <a:gd name="connsiteX328" fmla="*/ 1037780 w 1734579"/>
              <a:gd name="connsiteY328" fmla="*/ 1160499 h 1708593"/>
              <a:gd name="connsiteX329" fmla="*/ 937343 w 1734579"/>
              <a:gd name="connsiteY329" fmla="*/ 1208147 h 1708593"/>
              <a:gd name="connsiteX330" fmla="*/ 837942 w 1734579"/>
              <a:gd name="connsiteY330" fmla="*/ 1160499 h 1708593"/>
              <a:gd name="connsiteX331" fmla="*/ 764952 w 1734579"/>
              <a:gd name="connsiteY331" fmla="*/ 1118997 h 1708593"/>
              <a:gd name="connsiteX332" fmla="*/ 749586 w 1734579"/>
              <a:gd name="connsiteY332" fmla="*/ 1118080 h 1708593"/>
              <a:gd name="connsiteX333" fmla="*/ 734638 w 1734579"/>
              <a:gd name="connsiteY333" fmla="*/ 1118997 h 1708593"/>
              <a:gd name="connsiteX334" fmla="*/ 662511 w 1734579"/>
              <a:gd name="connsiteY334" fmla="*/ 1160499 h 1708593"/>
              <a:gd name="connsiteX335" fmla="*/ 562069 w 1734579"/>
              <a:gd name="connsiteY335" fmla="*/ 1208147 h 1708593"/>
              <a:gd name="connsiteX336" fmla="*/ 462743 w 1734579"/>
              <a:gd name="connsiteY336" fmla="*/ 1160499 h 1708593"/>
              <a:gd name="connsiteX337" fmla="*/ 375034 w 1734579"/>
              <a:gd name="connsiteY337" fmla="*/ 1118080 h 1708593"/>
              <a:gd name="connsiteX338" fmla="*/ 287371 w 1734579"/>
              <a:gd name="connsiteY338" fmla="*/ 1160499 h 1708593"/>
              <a:gd name="connsiteX339" fmla="*/ 187517 w 1734579"/>
              <a:gd name="connsiteY339" fmla="*/ 1208147 h 1708593"/>
              <a:gd name="connsiteX340" fmla="*/ 87663 w 1734579"/>
              <a:gd name="connsiteY340" fmla="*/ 1160499 h 1708593"/>
              <a:gd name="connsiteX341" fmla="*/ 0 w 1734579"/>
              <a:gd name="connsiteY341" fmla="*/ 1118080 h 1708593"/>
              <a:gd name="connsiteX342" fmla="*/ 0 w 1734579"/>
              <a:gd name="connsiteY342" fmla="*/ 1000651 h 1708593"/>
              <a:gd name="connsiteX343" fmla="*/ 99855 w 1734579"/>
              <a:gd name="connsiteY343" fmla="*/ 1047762 h 1708593"/>
              <a:gd name="connsiteX344" fmla="*/ 187517 w 1734579"/>
              <a:gd name="connsiteY344" fmla="*/ 1090220 h 1708593"/>
              <a:gd name="connsiteX345" fmla="*/ 275179 w 1734579"/>
              <a:gd name="connsiteY345" fmla="*/ 1047762 h 1708593"/>
              <a:gd name="connsiteX346" fmla="*/ 375034 w 1734579"/>
              <a:gd name="connsiteY346" fmla="*/ 1000651 h 1708593"/>
              <a:gd name="connsiteX347" fmla="*/ 474940 w 1734579"/>
              <a:gd name="connsiteY347" fmla="*/ 1047762 h 1708593"/>
              <a:gd name="connsiteX348" fmla="*/ 562069 w 1734579"/>
              <a:gd name="connsiteY348" fmla="*/ 1090220 h 1708593"/>
              <a:gd name="connsiteX349" fmla="*/ 650315 w 1734579"/>
              <a:gd name="connsiteY349" fmla="*/ 1047762 h 1708593"/>
              <a:gd name="connsiteX350" fmla="*/ 740506 w 1734579"/>
              <a:gd name="connsiteY350" fmla="*/ 1000937 h 1708593"/>
              <a:gd name="connsiteX351" fmla="*/ 749586 w 1734579"/>
              <a:gd name="connsiteY351" fmla="*/ 1000651 h 1708593"/>
              <a:gd name="connsiteX352" fmla="*/ 758889 w 1734579"/>
              <a:gd name="connsiteY352" fmla="*/ 1000931 h 1708593"/>
              <a:gd name="connsiteX353" fmla="*/ 850154 w 1734579"/>
              <a:gd name="connsiteY353" fmla="*/ 1047762 h 1708593"/>
              <a:gd name="connsiteX354" fmla="*/ 937343 w 1734579"/>
              <a:gd name="connsiteY354" fmla="*/ 1090220 h 1708593"/>
              <a:gd name="connsiteX355" fmla="*/ 1025586 w 1734579"/>
              <a:gd name="connsiteY355" fmla="*/ 1047762 h 1708593"/>
              <a:gd name="connsiteX356" fmla="*/ 1115684 w 1734579"/>
              <a:gd name="connsiteY356" fmla="*/ 1000937 h 1708593"/>
              <a:gd name="connsiteX357" fmla="*/ 1124860 w 1734579"/>
              <a:gd name="connsiteY357" fmla="*/ 1000651 h 1708593"/>
              <a:gd name="connsiteX358" fmla="*/ 1134151 w 1734579"/>
              <a:gd name="connsiteY358" fmla="*/ 1000931 h 1708593"/>
              <a:gd name="connsiteX359" fmla="*/ 1225295 w 1734579"/>
              <a:gd name="connsiteY359" fmla="*/ 1047762 h 1708593"/>
              <a:gd name="connsiteX360" fmla="*/ 1312376 w 1734579"/>
              <a:gd name="connsiteY360" fmla="*/ 1090220 h 1708593"/>
              <a:gd name="connsiteX361" fmla="*/ 1400620 w 1734579"/>
              <a:gd name="connsiteY361" fmla="*/ 1047762 h 1708593"/>
              <a:gd name="connsiteX362" fmla="*/ 1490714 w 1734579"/>
              <a:gd name="connsiteY362" fmla="*/ 1000937 h 1708593"/>
              <a:gd name="connsiteX363" fmla="*/ 1499902 w 1734579"/>
              <a:gd name="connsiteY363" fmla="*/ 1000651 h 1708593"/>
              <a:gd name="connsiteX364" fmla="*/ 1509200 w 1734579"/>
              <a:gd name="connsiteY364" fmla="*/ 1000931 h 1708593"/>
              <a:gd name="connsiteX365" fmla="*/ 1600457 w 1734579"/>
              <a:gd name="connsiteY365" fmla="*/ 1047762 h 1708593"/>
              <a:gd name="connsiteX366" fmla="*/ 1672675 w 1734579"/>
              <a:gd name="connsiteY366" fmla="*/ 1089326 h 1708593"/>
              <a:gd name="connsiteX367" fmla="*/ 1687656 w 1734579"/>
              <a:gd name="connsiteY367" fmla="*/ 1090220 h 1708593"/>
              <a:gd name="connsiteX368" fmla="*/ 1702991 w 1734579"/>
              <a:gd name="connsiteY368" fmla="*/ 1089326 h 1708593"/>
              <a:gd name="connsiteX369" fmla="*/ 1734579 w 1734579"/>
              <a:gd name="connsiteY369" fmla="*/ 1077987 h 1708593"/>
              <a:gd name="connsiteX370" fmla="*/ 1734579 w 1734579"/>
              <a:gd name="connsiteY370" fmla="*/ 1099017 h 1708593"/>
              <a:gd name="connsiteX371" fmla="*/ 1727021 w 1734579"/>
              <a:gd name="connsiteY371" fmla="*/ 1102477 h 1708593"/>
              <a:gd name="connsiteX372" fmla="*/ 1696936 w 1734579"/>
              <a:gd name="connsiteY372" fmla="*/ 1107971 h 1708593"/>
              <a:gd name="connsiteX373" fmla="*/ 1687656 w 1734579"/>
              <a:gd name="connsiteY373" fmla="*/ 1108251 h 1708593"/>
              <a:gd name="connsiteX374" fmla="*/ 1678456 w 1734579"/>
              <a:gd name="connsiteY374" fmla="*/ 1107971 h 1708593"/>
              <a:gd name="connsiteX375" fmla="*/ 1588259 w 1734579"/>
              <a:gd name="connsiteY375" fmla="*/ 1061140 h 1708593"/>
              <a:gd name="connsiteX376" fmla="*/ 1515254 w 1734579"/>
              <a:gd name="connsiteY376" fmla="*/ 1019575 h 1708593"/>
              <a:gd name="connsiteX377" fmla="*/ 1499902 w 1734579"/>
              <a:gd name="connsiteY377" fmla="*/ 1018681 h 1708593"/>
              <a:gd name="connsiteX378" fmla="*/ 1484938 w 1734579"/>
              <a:gd name="connsiteY378" fmla="*/ 1019575 h 1708593"/>
              <a:gd name="connsiteX379" fmla="*/ 1412811 w 1734579"/>
              <a:gd name="connsiteY379" fmla="*/ 1061140 h 1708593"/>
              <a:gd name="connsiteX380" fmla="*/ 1312376 w 1734579"/>
              <a:gd name="connsiteY380" fmla="*/ 1108251 h 1708593"/>
              <a:gd name="connsiteX381" fmla="*/ 1213103 w 1734579"/>
              <a:gd name="connsiteY381" fmla="*/ 1061140 h 1708593"/>
              <a:gd name="connsiteX382" fmla="*/ 1140202 w 1734579"/>
              <a:gd name="connsiteY382" fmla="*/ 1019575 h 1708593"/>
              <a:gd name="connsiteX383" fmla="*/ 1124860 w 1734579"/>
              <a:gd name="connsiteY383" fmla="*/ 1018681 h 1708593"/>
              <a:gd name="connsiteX384" fmla="*/ 1109907 w 1734579"/>
              <a:gd name="connsiteY384" fmla="*/ 1019575 h 1708593"/>
              <a:gd name="connsiteX385" fmla="*/ 1037780 w 1734579"/>
              <a:gd name="connsiteY385" fmla="*/ 1061140 h 1708593"/>
              <a:gd name="connsiteX386" fmla="*/ 937343 w 1734579"/>
              <a:gd name="connsiteY386" fmla="*/ 1108251 h 1708593"/>
              <a:gd name="connsiteX387" fmla="*/ 837942 w 1734579"/>
              <a:gd name="connsiteY387" fmla="*/ 1061140 h 1708593"/>
              <a:gd name="connsiteX388" fmla="*/ 764952 w 1734579"/>
              <a:gd name="connsiteY388" fmla="*/ 1019575 h 1708593"/>
              <a:gd name="connsiteX389" fmla="*/ 749586 w 1734579"/>
              <a:gd name="connsiteY389" fmla="*/ 1018681 h 1708593"/>
              <a:gd name="connsiteX390" fmla="*/ 734638 w 1734579"/>
              <a:gd name="connsiteY390" fmla="*/ 1019575 h 1708593"/>
              <a:gd name="connsiteX391" fmla="*/ 662511 w 1734579"/>
              <a:gd name="connsiteY391" fmla="*/ 1061140 h 1708593"/>
              <a:gd name="connsiteX392" fmla="*/ 562069 w 1734579"/>
              <a:gd name="connsiteY392" fmla="*/ 1108251 h 1708593"/>
              <a:gd name="connsiteX393" fmla="*/ 462743 w 1734579"/>
              <a:gd name="connsiteY393" fmla="*/ 1061140 h 1708593"/>
              <a:gd name="connsiteX394" fmla="*/ 375034 w 1734579"/>
              <a:gd name="connsiteY394" fmla="*/ 1018681 h 1708593"/>
              <a:gd name="connsiteX395" fmla="*/ 287371 w 1734579"/>
              <a:gd name="connsiteY395" fmla="*/ 1061140 h 1708593"/>
              <a:gd name="connsiteX396" fmla="*/ 187517 w 1734579"/>
              <a:gd name="connsiteY396" fmla="*/ 1108251 h 1708593"/>
              <a:gd name="connsiteX397" fmla="*/ 87663 w 1734579"/>
              <a:gd name="connsiteY397" fmla="*/ 1061140 h 1708593"/>
              <a:gd name="connsiteX398" fmla="*/ 0 w 1734579"/>
              <a:gd name="connsiteY398" fmla="*/ 1018681 h 1708593"/>
              <a:gd name="connsiteX399" fmla="*/ 0 w 1734579"/>
              <a:gd name="connsiteY399" fmla="*/ 900273 h 1708593"/>
              <a:gd name="connsiteX400" fmla="*/ 99855 w 1734579"/>
              <a:gd name="connsiteY400" fmla="*/ 947279 h 1708593"/>
              <a:gd name="connsiteX401" fmla="*/ 187517 w 1734579"/>
              <a:gd name="connsiteY401" fmla="*/ 989642 h 1708593"/>
              <a:gd name="connsiteX402" fmla="*/ 275179 w 1734579"/>
              <a:gd name="connsiteY402" fmla="*/ 947279 h 1708593"/>
              <a:gd name="connsiteX403" fmla="*/ 375034 w 1734579"/>
              <a:gd name="connsiteY403" fmla="*/ 900273 h 1708593"/>
              <a:gd name="connsiteX404" fmla="*/ 474940 w 1734579"/>
              <a:gd name="connsiteY404" fmla="*/ 947279 h 1708593"/>
              <a:gd name="connsiteX405" fmla="*/ 562069 w 1734579"/>
              <a:gd name="connsiteY405" fmla="*/ 989642 h 1708593"/>
              <a:gd name="connsiteX406" fmla="*/ 650315 w 1734579"/>
              <a:gd name="connsiteY406" fmla="*/ 947279 h 1708593"/>
              <a:gd name="connsiteX407" fmla="*/ 740506 w 1734579"/>
              <a:gd name="connsiteY407" fmla="*/ 900552 h 1708593"/>
              <a:gd name="connsiteX408" fmla="*/ 749586 w 1734579"/>
              <a:gd name="connsiteY408" fmla="*/ 900273 h 1708593"/>
              <a:gd name="connsiteX409" fmla="*/ 758889 w 1734579"/>
              <a:gd name="connsiteY409" fmla="*/ 900552 h 1708593"/>
              <a:gd name="connsiteX410" fmla="*/ 850154 w 1734579"/>
              <a:gd name="connsiteY410" fmla="*/ 947279 h 1708593"/>
              <a:gd name="connsiteX411" fmla="*/ 937343 w 1734579"/>
              <a:gd name="connsiteY411" fmla="*/ 989642 h 1708593"/>
              <a:gd name="connsiteX412" fmla="*/ 1025586 w 1734579"/>
              <a:gd name="connsiteY412" fmla="*/ 947279 h 1708593"/>
              <a:gd name="connsiteX413" fmla="*/ 1115684 w 1734579"/>
              <a:gd name="connsiteY413" fmla="*/ 900552 h 1708593"/>
              <a:gd name="connsiteX414" fmla="*/ 1124860 w 1734579"/>
              <a:gd name="connsiteY414" fmla="*/ 900273 h 1708593"/>
              <a:gd name="connsiteX415" fmla="*/ 1134151 w 1734579"/>
              <a:gd name="connsiteY415" fmla="*/ 900552 h 1708593"/>
              <a:gd name="connsiteX416" fmla="*/ 1225295 w 1734579"/>
              <a:gd name="connsiteY416" fmla="*/ 947279 h 1708593"/>
              <a:gd name="connsiteX417" fmla="*/ 1312376 w 1734579"/>
              <a:gd name="connsiteY417" fmla="*/ 989642 h 1708593"/>
              <a:gd name="connsiteX418" fmla="*/ 1400620 w 1734579"/>
              <a:gd name="connsiteY418" fmla="*/ 947279 h 1708593"/>
              <a:gd name="connsiteX419" fmla="*/ 1490714 w 1734579"/>
              <a:gd name="connsiteY419" fmla="*/ 900552 h 1708593"/>
              <a:gd name="connsiteX420" fmla="*/ 1499902 w 1734579"/>
              <a:gd name="connsiteY420" fmla="*/ 900273 h 1708593"/>
              <a:gd name="connsiteX421" fmla="*/ 1509200 w 1734579"/>
              <a:gd name="connsiteY421" fmla="*/ 900552 h 1708593"/>
              <a:gd name="connsiteX422" fmla="*/ 1600457 w 1734579"/>
              <a:gd name="connsiteY422" fmla="*/ 947279 h 1708593"/>
              <a:gd name="connsiteX423" fmla="*/ 1672675 w 1734579"/>
              <a:gd name="connsiteY423" fmla="*/ 988750 h 1708593"/>
              <a:gd name="connsiteX424" fmla="*/ 1687656 w 1734579"/>
              <a:gd name="connsiteY424" fmla="*/ 989642 h 1708593"/>
              <a:gd name="connsiteX425" fmla="*/ 1702991 w 1734579"/>
              <a:gd name="connsiteY425" fmla="*/ 988750 h 1708593"/>
              <a:gd name="connsiteX426" fmla="*/ 1734579 w 1734579"/>
              <a:gd name="connsiteY426" fmla="*/ 977436 h 1708593"/>
              <a:gd name="connsiteX427" fmla="*/ 1734579 w 1734579"/>
              <a:gd name="connsiteY427" fmla="*/ 995908 h 1708593"/>
              <a:gd name="connsiteX428" fmla="*/ 1696936 w 1734579"/>
              <a:gd name="connsiteY428" fmla="*/ 1007353 h 1708593"/>
              <a:gd name="connsiteX429" fmla="*/ 1687656 w 1734579"/>
              <a:gd name="connsiteY429" fmla="*/ 1007632 h 1708593"/>
              <a:gd name="connsiteX430" fmla="*/ 1678456 w 1734579"/>
              <a:gd name="connsiteY430" fmla="*/ 1007346 h 1708593"/>
              <a:gd name="connsiteX431" fmla="*/ 1588259 w 1734579"/>
              <a:gd name="connsiteY431" fmla="*/ 960626 h 1708593"/>
              <a:gd name="connsiteX432" fmla="*/ 1515254 w 1734579"/>
              <a:gd name="connsiteY432" fmla="*/ 919155 h 1708593"/>
              <a:gd name="connsiteX433" fmla="*/ 1499902 w 1734579"/>
              <a:gd name="connsiteY433" fmla="*/ 918263 h 1708593"/>
              <a:gd name="connsiteX434" fmla="*/ 1484938 w 1734579"/>
              <a:gd name="connsiteY434" fmla="*/ 919155 h 1708593"/>
              <a:gd name="connsiteX435" fmla="*/ 1412811 w 1734579"/>
              <a:gd name="connsiteY435" fmla="*/ 960626 h 1708593"/>
              <a:gd name="connsiteX436" fmla="*/ 1312376 w 1734579"/>
              <a:gd name="connsiteY436" fmla="*/ 1007632 h 1708593"/>
              <a:gd name="connsiteX437" fmla="*/ 1213103 w 1734579"/>
              <a:gd name="connsiteY437" fmla="*/ 960626 h 1708593"/>
              <a:gd name="connsiteX438" fmla="*/ 1140202 w 1734579"/>
              <a:gd name="connsiteY438" fmla="*/ 919155 h 1708593"/>
              <a:gd name="connsiteX439" fmla="*/ 1124860 w 1734579"/>
              <a:gd name="connsiteY439" fmla="*/ 918263 h 1708593"/>
              <a:gd name="connsiteX440" fmla="*/ 1109907 w 1734579"/>
              <a:gd name="connsiteY440" fmla="*/ 919155 h 1708593"/>
              <a:gd name="connsiteX441" fmla="*/ 1037780 w 1734579"/>
              <a:gd name="connsiteY441" fmla="*/ 960626 h 1708593"/>
              <a:gd name="connsiteX442" fmla="*/ 937343 w 1734579"/>
              <a:gd name="connsiteY442" fmla="*/ 1007632 h 1708593"/>
              <a:gd name="connsiteX443" fmla="*/ 837942 w 1734579"/>
              <a:gd name="connsiteY443" fmla="*/ 960626 h 1708593"/>
              <a:gd name="connsiteX444" fmla="*/ 764952 w 1734579"/>
              <a:gd name="connsiteY444" fmla="*/ 919155 h 1708593"/>
              <a:gd name="connsiteX445" fmla="*/ 749586 w 1734579"/>
              <a:gd name="connsiteY445" fmla="*/ 918263 h 1708593"/>
              <a:gd name="connsiteX446" fmla="*/ 734638 w 1734579"/>
              <a:gd name="connsiteY446" fmla="*/ 919155 h 1708593"/>
              <a:gd name="connsiteX447" fmla="*/ 662511 w 1734579"/>
              <a:gd name="connsiteY447" fmla="*/ 960626 h 1708593"/>
              <a:gd name="connsiteX448" fmla="*/ 562069 w 1734579"/>
              <a:gd name="connsiteY448" fmla="*/ 1007632 h 1708593"/>
              <a:gd name="connsiteX449" fmla="*/ 462743 w 1734579"/>
              <a:gd name="connsiteY449" fmla="*/ 960626 h 1708593"/>
              <a:gd name="connsiteX450" fmla="*/ 375034 w 1734579"/>
              <a:gd name="connsiteY450" fmla="*/ 918263 h 1708593"/>
              <a:gd name="connsiteX451" fmla="*/ 287371 w 1734579"/>
              <a:gd name="connsiteY451" fmla="*/ 960626 h 1708593"/>
              <a:gd name="connsiteX452" fmla="*/ 187517 w 1734579"/>
              <a:gd name="connsiteY452" fmla="*/ 1007632 h 1708593"/>
              <a:gd name="connsiteX453" fmla="*/ 87663 w 1734579"/>
              <a:gd name="connsiteY453" fmla="*/ 960626 h 1708593"/>
              <a:gd name="connsiteX454" fmla="*/ 0 w 1734579"/>
              <a:gd name="connsiteY454" fmla="*/ 918263 h 1708593"/>
              <a:gd name="connsiteX455" fmla="*/ 0 w 1734579"/>
              <a:gd name="connsiteY455" fmla="*/ 800136 h 1708593"/>
              <a:gd name="connsiteX456" fmla="*/ 99855 w 1734579"/>
              <a:gd name="connsiteY456" fmla="*/ 847784 h 1708593"/>
              <a:gd name="connsiteX457" fmla="*/ 187517 w 1734579"/>
              <a:gd name="connsiteY457" fmla="*/ 890203 h 1708593"/>
              <a:gd name="connsiteX458" fmla="*/ 275179 w 1734579"/>
              <a:gd name="connsiteY458" fmla="*/ 847784 h 1708593"/>
              <a:gd name="connsiteX459" fmla="*/ 375034 w 1734579"/>
              <a:gd name="connsiteY459" fmla="*/ 800136 h 1708593"/>
              <a:gd name="connsiteX460" fmla="*/ 474940 w 1734579"/>
              <a:gd name="connsiteY460" fmla="*/ 847784 h 1708593"/>
              <a:gd name="connsiteX461" fmla="*/ 562069 w 1734579"/>
              <a:gd name="connsiteY461" fmla="*/ 890203 h 1708593"/>
              <a:gd name="connsiteX462" fmla="*/ 650315 w 1734579"/>
              <a:gd name="connsiteY462" fmla="*/ 847784 h 1708593"/>
              <a:gd name="connsiteX463" fmla="*/ 740506 w 1734579"/>
              <a:gd name="connsiteY463" fmla="*/ 800422 h 1708593"/>
              <a:gd name="connsiteX464" fmla="*/ 749586 w 1734579"/>
              <a:gd name="connsiteY464" fmla="*/ 800136 h 1708593"/>
              <a:gd name="connsiteX465" fmla="*/ 758889 w 1734579"/>
              <a:gd name="connsiteY465" fmla="*/ 800422 h 1708593"/>
              <a:gd name="connsiteX466" fmla="*/ 850154 w 1734579"/>
              <a:gd name="connsiteY466" fmla="*/ 847784 h 1708593"/>
              <a:gd name="connsiteX467" fmla="*/ 937343 w 1734579"/>
              <a:gd name="connsiteY467" fmla="*/ 890203 h 1708593"/>
              <a:gd name="connsiteX468" fmla="*/ 1025586 w 1734579"/>
              <a:gd name="connsiteY468" fmla="*/ 847784 h 1708593"/>
              <a:gd name="connsiteX469" fmla="*/ 1115684 w 1734579"/>
              <a:gd name="connsiteY469" fmla="*/ 800422 h 1708593"/>
              <a:gd name="connsiteX470" fmla="*/ 1124860 w 1734579"/>
              <a:gd name="connsiteY470" fmla="*/ 800136 h 1708593"/>
              <a:gd name="connsiteX471" fmla="*/ 1134151 w 1734579"/>
              <a:gd name="connsiteY471" fmla="*/ 800422 h 1708593"/>
              <a:gd name="connsiteX472" fmla="*/ 1225295 w 1734579"/>
              <a:gd name="connsiteY472" fmla="*/ 847784 h 1708593"/>
              <a:gd name="connsiteX473" fmla="*/ 1312376 w 1734579"/>
              <a:gd name="connsiteY473" fmla="*/ 890203 h 1708593"/>
              <a:gd name="connsiteX474" fmla="*/ 1400620 w 1734579"/>
              <a:gd name="connsiteY474" fmla="*/ 847784 h 1708593"/>
              <a:gd name="connsiteX475" fmla="*/ 1490714 w 1734579"/>
              <a:gd name="connsiteY475" fmla="*/ 800422 h 1708593"/>
              <a:gd name="connsiteX476" fmla="*/ 1499902 w 1734579"/>
              <a:gd name="connsiteY476" fmla="*/ 800136 h 1708593"/>
              <a:gd name="connsiteX477" fmla="*/ 1509200 w 1734579"/>
              <a:gd name="connsiteY477" fmla="*/ 800422 h 1708593"/>
              <a:gd name="connsiteX478" fmla="*/ 1600457 w 1734579"/>
              <a:gd name="connsiteY478" fmla="*/ 847784 h 1708593"/>
              <a:gd name="connsiteX479" fmla="*/ 1672675 w 1734579"/>
              <a:gd name="connsiteY479" fmla="*/ 889286 h 1708593"/>
              <a:gd name="connsiteX480" fmla="*/ 1687656 w 1734579"/>
              <a:gd name="connsiteY480" fmla="*/ 890203 h 1708593"/>
              <a:gd name="connsiteX481" fmla="*/ 1702991 w 1734579"/>
              <a:gd name="connsiteY481" fmla="*/ 889286 h 1708593"/>
              <a:gd name="connsiteX482" fmla="*/ 1734579 w 1734579"/>
              <a:gd name="connsiteY482" fmla="*/ 877791 h 1708593"/>
              <a:gd name="connsiteX483" fmla="*/ 1734579 w 1734579"/>
              <a:gd name="connsiteY483" fmla="*/ 898807 h 1708593"/>
              <a:gd name="connsiteX484" fmla="*/ 1727021 w 1734579"/>
              <a:gd name="connsiteY484" fmla="*/ 902325 h 1708593"/>
              <a:gd name="connsiteX485" fmla="*/ 1696936 w 1734579"/>
              <a:gd name="connsiteY485" fmla="*/ 907931 h 1708593"/>
              <a:gd name="connsiteX486" fmla="*/ 1687656 w 1734579"/>
              <a:gd name="connsiteY486" fmla="*/ 908217 h 1708593"/>
              <a:gd name="connsiteX487" fmla="*/ 1678456 w 1734579"/>
              <a:gd name="connsiteY487" fmla="*/ 907931 h 1708593"/>
              <a:gd name="connsiteX488" fmla="*/ 1588259 w 1734579"/>
              <a:gd name="connsiteY488" fmla="*/ 860568 h 1708593"/>
              <a:gd name="connsiteX489" fmla="*/ 1515254 w 1734579"/>
              <a:gd name="connsiteY489" fmla="*/ 819066 h 1708593"/>
              <a:gd name="connsiteX490" fmla="*/ 1499902 w 1734579"/>
              <a:gd name="connsiteY490" fmla="*/ 818149 h 1708593"/>
              <a:gd name="connsiteX491" fmla="*/ 1484938 w 1734579"/>
              <a:gd name="connsiteY491" fmla="*/ 819066 h 1708593"/>
              <a:gd name="connsiteX492" fmla="*/ 1412811 w 1734579"/>
              <a:gd name="connsiteY492" fmla="*/ 860568 h 1708593"/>
              <a:gd name="connsiteX493" fmla="*/ 1312376 w 1734579"/>
              <a:gd name="connsiteY493" fmla="*/ 908217 h 1708593"/>
              <a:gd name="connsiteX494" fmla="*/ 1213103 w 1734579"/>
              <a:gd name="connsiteY494" fmla="*/ 860568 h 1708593"/>
              <a:gd name="connsiteX495" fmla="*/ 1140202 w 1734579"/>
              <a:gd name="connsiteY495" fmla="*/ 819066 h 1708593"/>
              <a:gd name="connsiteX496" fmla="*/ 1124860 w 1734579"/>
              <a:gd name="connsiteY496" fmla="*/ 818149 h 1708593"/>
              <a:gd name="connsiteX497" fmla="*/ 1109907 w 1734579"/>
              <a:gd name="connsiteY497" fmla="*/ 819066 h 1708593"/>
              <a:gd name="connsiteX498" fmla="*/ 1037780 w 1734579"/>
              <a:gd name="connsiteY498" fmla="*/ 860568 h 1708593"/>
              <a:gd name="connsiteX499" fmla="*/ 937343 w 1734579"/>
              <a:gd name="connsiteY499" fmla="*/ 908217 h 1708593"/>
              <a:gd name="connsiteX500" fmla="*/ 837942 w 1734579"/>
              <a:gd name="connsiteY500" fmla="*/ 860568 h 1708593"/>
              <a:gd name="connsiteX501" fmla="*/ 764952 w 1734579"/>
              <a:gd name="connsiteY501" fmla="*/ 819066 h 1708593"/>
              <a:gd name="connsiteX502" fmla="*/ 749586 w 1734579"/>
              <a:gd name="connsiteY502" fmla="*/ 818149 h 1708593"/>
              <a:gd name="connsiteX503" fmla="*/ 734638 w 1734579"/>
              <a:gd name="connsiteY503" fmla="*/ 819066 h 1708593"/>
              <a:gd name="connsiteX504" fmla="*/ 662511 w 1734579"/>
              <a:gd name="connsiteY504" fmla="*/ 860568 h 1708593"/>
              <a:gd name="connsiteX505" fmla="*/ 562069 w 1734579"/>
              <a:gd name="connsiteY505" fmla="*/ 908217 h 1708593"/>
              <a:gd name="connsiteX506" fmla="*/ 462743 w 1734579"/>
              <a:gd name="connsiteY506" fmla="*/ 860568 h 1708593"/>
              <a:gd name="connsiteX507" fmla="*/ 375034 w 1734579"/>
              <a:gd name="connsiteY507" fmla="*/ 818149 h 1708593"/>
              <a:gd name="connsiteX508" fmla="*/ 287371 w 1734579"/>
              <a:gd name="connsiteY508" fmla="*/ 860568 h 1708593"/>
              <a:gd name="connsiteX509" fmla="*/ 187517 w 1734579"/>
              <a:gd name="connsiteY509" fmla="*/ 908217 h 1708593"/>
              <a:gd name="connsiteX510" fmla="*/ 87663 w 1734579"/>
              <a:gd name="connsiteY510" fmla="*/ 860568 h 1708593"/>
              <a:gd name="connsiteX511" fmla="*/ 0 w 1734579"/>
              <a:gd name="connsiteY511" fmla="*/ 818149 h 1708593"/>
              <a:gd name="connsiteX512" fmla="*/ 0 w 1734579"/>
              <a:gd name="connsiteY512" fmla="*/ 700961 h 1708593"/>
              <a:gd name="connsiteX513" fmla="*/ 99855 w 1734579"/>
              <a:gd name="connsiteY513" fmla="*/ 747967 h 1708593"/>
              <a:gd name="connsiteX514" fmla="*/ 187517 w 1734579"/>
              <a:gd name="connsiteY514" fmla="*/ 790330 h 1708593"/>
              <a:gd name="connsiteX515" fmla="*/ 275179 w 1734579"/>
              <a:gd name="connsiteY515" fmla="*/ 747967 h 1708593"/>
              <a:gd name="connsiteX516" fmla="*/ 375034 w 1734579"/>
              <a:gd name="connsiteY516" fmla="*/ 700961 h 1708593"/>
              <a:gd name="connsiteX517" fmla="*/ 474940 w 1734579"/>
              <a:gd name="connsiteY517" fmla="*/ 747967 h 1708593"/>
              <a:gd name="connsiteX518" fmla="*/ 562069 w 1734579"/>
              <a:gd name="connsiteY518" fmla="*/ 790330 h 1708593"/>
              <a:gd name="connsiteX519" fmla="*/ 650315 w 1734579"/>
              <a:gd name="connsiteY519" fmla="*/ 747967 h 1708593"/>
              <a:gd name="connsiteX520" fmla="*/ 740506 w 1734579"/>
              <a:gd name="connsiteY520" fmla="*/ 701241 h 1708593"/>
              <a:gd name="connsiteX521" fmla="*/ 749586 w 1734579"/>
              <a:gd name="connsiteY521" fmla="*/ 700961 h 1708593"/>
              <a:gd name="connsiteX522" fmla="*/ 758889 w 1734579"/>
              <a:gd name="connsiteY522" fmla="*/ 701241 h 1708593"/>
              <a:gd name="connsiteX523" fmla="*/ 850154 w 1734579"/>
              <a:gd name="connsiteY523" fmla="*/ 747967 h 1708593"/>
              <a:gd name="connsiteX524" fmla="*/ 937343 w 1734579"/>
              <a:gd name="connsiteY524" fmla="*/ 790330 h 1708593"/>
              <a:gd name="connsiteX525" fmla="*/ 1025586 w 1734579"/>
              <a:gd name="connsiteY525" fmla="*/ 747967 h 1708593"/>
              <a:gd name="connsiteX526" fmla="*/ 1115684 w 1734579"/>
              <a:gd name="connsiteY526" fmla="*/ 701241 h 1708593"/>
              <a:gd name="connsiteX527" fmla="*/ 1124860 w 1734579"/>
              <a:gd name="connsiteY527" fmla="*/ 700961 h 1708593"/>
              <a:gd name="connsiteX528" fmla="*/ 1134151 w 1734579"/>
              <a:gd name="connsiteY528" fmla="*/ 701241 h 1708593"/>
              <a:gd name="connsiteX529" fmla="*/ 1225295 w 1734579"/>
              <a:gd name="connsiteY529" fmla="*/ 747967 h 1708593"/>
              <a:gd name="connsiteX530" fmla="*/ 1312376 w 1734579"/>
              <a:gd name="connsiteY530" fmla="*/ 790330 h 1708593"/>
              <a:gd name="connsiteX531" fmla="*/ 1400620 w 1734579"/>
              <a:gd name="connsiteY531" fmla="*/ 747967 h 1708593"/>
              <a:gd name="connsiteX532" fmla="*/ 1490714 w 1734579"/>
              <a:gd name="connsiteY532" fmla="*/ 701241 h 1708593"/>
              <a:gd name="connsiteX533" fmla="*/ 1499902 w 1734579"/>
              <a:gd name="connsiteY533" fmla="*/ 700961 h 1708593"/>
              <a:gd name="connsiteX534" fmla="*/ 1509200 w 1734579"/>
              <a:gd name="connsiteY534" fmla="*/ 701241 h 1708593"/>
              <a:gd name="connsiteX535" fmla="*/ 1600457 w 1734579"/>
              <a:gd name="connsiteY535" fmla="*/ 747967 h 1708593"/>
              <a:gd name="connsiteX536" fmla="*/ 1672675 w 1734579"/>
              <a:gd name="connsiteY536" fmla="*/ 789438 h 1708593"/>
              <a:gd name="connsiteX537" fmla="*/ 1687656 w 1734579"/>
              <a:gd name="connsiteY537" fmla="*/ 790330 h 1708593"/>
              <a:gd name="connsiteX538" fmla="*/ 1702991 w 1734579"/>
              <a:gd name="connsiteY538" fmla="*/ 789438 h 1708593"/>
              <a:gd name="connsiteX539" fmla="*/ 1734579 w 1734579"/>
              <a:gd name="connsiteY539" fmla="*/ 778124 h 1708593"/>
              <a:gd name="connsiteX540" fmla="*/ 1734579 w 1734579"/>
              <a:gd name="connsiteY540" fmla="*/ 798961 h 1708593"/>
              <a:gd name="connsiteX541" fmla="*/ 1727021 w 1734579"/>
              <a:gd name="connsiteY541" fmla="*/ 802451 h 1708593"/>
              <a:gd name="connsiteX542" fmla="*/ 1696936 w 1734579"/>
              <a:gd name="connsiteY542" fmla="*/ 808035 h 1708593"/>
              <a:gd name="connsiteX543" fmla="*/ 1687656 w 1734579"/>
              <a:gd name="connsiteY543" fmla="*/ 808320 h 1708593"/>
              <a:gd name="connsiteX544" fmla="*/ 1678456 w 1734579"/>
              <a:gd name="connsiteY544" fmla="*/ 808035 h 1708593"/>
              <a:gd name="connsiteX545" fmla="*/ 1588259 w 1734579"/>
              <a:gd name="connsiteY545" fmla="*/ 761314 h 1708593"/>
              <a:gd name="connsiteX546" fmla="*/ 1515254 w 1734579"/>
              <a:gd name="connsiteY546" fmla="*/ 719843 h 1708593"/>
              <a:gd name="connsiteX547" fmla="*/ 1499902 w 1734579"/>
              <a:gd name="connsiteY547" fmla="*/ 718951 h 1708593"/>
              <a:gd name="connsiteX548" fmla="*/ 1484938 w 1734579"/>
              <a:gd name="connsiteY548" fmla="*/ 719843 h 1708593"/>
              <a:gd name="connsiteX549" fmla="*/ 1412811 w 1734579"/>
              <a:gd name="connsiteY549" fmla="*/ 761314 h 1708593"/>
              <a:gd name="connsiteX550" fmla="*/ 1312376 w 1734579"/>
              <a:gd name="connsiteY550" fmla="*/ 808320 h 1708593"/>
              <a:gd name="connsiteX551" fmla="*/ 1213103 w 1734579"/>
              <a:gd name="connsiteY551" fmla="*/ 761314 h 1708593"/>
              <a:gd name="connsiteX552" fmla="*/ 1140202 w 1734579"/>
              <a:gd name="connsiteY552" fmla="*/ 719843 h 1708593"/>
              <a:gd name="connsiteX553" fmla="*/ 1124860 w 1734579"/>
              <a:gd name="connsiteY553" fmla="*/ 718951 h 1708593"/>
              <a:gd name="connsiteX554" fmla="*/ 1109907 w 1734579"/>
              <a:gd name="connsiteY554" fmla="*/ 719843 h 1708593"/>
              <a:gd name="connsiteX555" fmla="*/ 1037780 w 1734579"/>
              <a:gd name="connsiteY555" fmla="*/ 761314 h 1708593"/>
              <a:gd name="connsiteX556" fmla="*/ 937343 w 1734579"/>
              <a:gd name="connsiteY556" fmla="*/ 808320 h 1708593"/>
              <a:gd name="connsiteX557" fmla="*/ 837942 w 1734579"/>
              <a:gd name="connsiteY557" fmla="*/ 761314 h 1708593"/>
              <a:gd name="connsiteX558" fmla="*/ 764952 w 1734579"/>
              <a:gd name="connsiteY558" fmla="*/ 719843 h 1708593"/>
              <a:gd name="connsiteX559" fmla="*/ 749586 w 1734579"/>
              <a:gd name="connsiteY559" fmla="*/ 718951 h 1708593"/>
              <a:gd name="connsiteX560" fmla="*/ 734638 w 1734579"/>
              <a:gd name="connsiteY560" fmla="*/ 719843 h 1708593"/>
              <a:gd name="connsiteX561" fmla="*/ 662511 w 1734579"/>
              <a:gd name="connsiteY561" fmla="*/ 761314 h 1708593"/>
              <a:gd name="connsiteX562" fmla="*/ 562069 w 1734579"/>
              <a:gd name="connsiteY562" fmla="*/ 808320 h 1708593"/>
              <a:gd name="connsiteX563" fmla="*/ 462743 w 1734579"/>
              <a:gd name="connsiteY563" fmla="*/ 761314 h 1708593"/>
              <a:gd name="connsiteX564" fmla="*/ 375034 w 1734579"/>
              <a:gd name="connsiteY564" fmla="*/ 718951 h 1708593"/>
              <a:gd name="connsiteX565" fmla="*/ 287371 w 1734579"/>
              <a:gd name="connsiteY565" fmla="*/ 761314 h 1708593"/>
              <a:gd name="connsiteX566" fmla="*/ 187517 w 1734579"/>
              <a:gd name="connsiteY566" fmla="*/ 808320 h 1708593"/>
              <a:gd name="connsiteX567" fmla="*/ 87663 w 1734579"/>
              <a:gd name="connsiteY567" fmla="*/ 761314 h 1708593"/>
              <a:gd name="connsiteX568" fmla="*/ 0 w 1734579"/>
              <a:gd name="connsiteY568" fmla="*/ 718951 h 1708593"/>
              <a:gd name="connsiteX569" fmla="*/ 0 w 1734579"/>
              <a:gd name="connsiteY569" fmla="*/ 600343 h 1708593"/>
              <a:gd name="connsiteX570" fmla="*/ 99855 w 1734579"/>
              <a:gd name="connsiteY570" fmla="*/ 647348 h 1708593"/>
              <a:gd name="connsiteX571" fmla="*/ 187517 w 1734579"/>
              <a:gd name="connsiteY571" fmla="*/ 689712 h 1708593"/>
              <a:gd name="connsiteX572" fmla="*/ 275179 w 1734579"/>
              <a:gd name="connsiteY572" fmla="*/ 647348 h 1708593"/>
              <a:gd name="connsiteX573" fmla="*/ 375034 w 1734579"/>
              <a:gd name="connsiteY573" fmla="*/ 600343 h 1708593"/>
              <a:gd name="connsiteX574" fmla="*/ 474940 w 1734579"/>
              <a:gd name="connsiteY574" fmla="*/ 647348 h 1708593"/>
              <a:gd name="connsiteX575" fmla="*/ 562069 w 1734579"/>
              <a:gd name="connsiteY575" fmla="*/ 689712 h 1708593"/>
              <a:gd name="connsiteX576" fmla="*/ 650315 w 1734579"/>
              <a:gd name="connsiteY576" fmla="*/ 647348 h 1708593"/>
              <a:gd name="connsiteX577" fmla="*/ 740506 w 1734579"/>
              <a:gd name="connsiteY577" fmla="*/ 600622 h 1708593"/>
              <a:gd name="connsiteX578" fmla="*/ 749586 w 1734579"/>
              <a:gd name="connsiteY578" fmla="*/ 600343 h 1708593"/>
              <a:gd name="connsiteX579" fmla="*/ 758889 w 1734579"/>
              <a:gd name="connsiteY579" fmla="*/ 600622 h 1708593"/>
              <a:gd name="connsiteX580" fmla="*/ 850154 w 1734579"/>
              <a:gd name="connsiteY580" fmla="*/ 647348 h 1708593"/>
              <a:gd name="connsiteX581" fmla="*/ 937343 w 1734579"/>
              <a:gd name="connsiteY581" fmla="*/ 689712 h 1708593"/>
              <a:gd name="connsiteX582" fmla="*/ 1025586 w 1734579"/>
              <a:gd name="connsiteY582" fmla="*/ 647348 h 1708593"/>
              <a:gd name="connsiteX583" fmla="*/ 1115684 w 1734579"/>
              <a:gd name="connsiteY583" fmla="*/ 600622 h 1708593"/>
              <a:gd name="connsiteX584" fmla="*/ 1124860 w 1734579"/>
              <a:gd name="connsiteY584" fmla="*/ 600343 h 1708593"/>
              <a:gd name="connsiteX585" fmla="*/ 1134151 w 1734579"/>
              <a:gd name="connsiteY585" fmla="*/ 600622 h 1708593"/>
              <a:gd name="connsiteX586" fmla="*/ 1225295 w 1734579"/>
              <a:gd name="connsiteY586" fmla="*/ 647348 h 1708593"/>
              <a:gd name="connsiteX587" fmla="*/ 1312376 w 1734579"/>
              <a:gd name="connsiteY587" fmla="*/ 689712 h 1708593"/>
              <a:gd name="connsiteX588" fmla="*/ 1400620 w 1734579"/>
              <a:gd name="connsiteY588" fmla="*/ 647348 h 1708593"/>
              <a:gd name="connsiteX589" fmla="*/ 1490714 w 1734579"/>
              <a:gd name="connsiteY589" fmla="*/ 600622 h 1708593"/>
              <a:gd name="connsiteX590" fmla="*/ 1499902 w 1734579"/>
              <a:gd name="connsiteY590" fmla="*/ 600343 h 1708593"/>
              <a:gd name="connsiteX591" fmla="*/ 1509200 w 1734579"/>
              <a:gd name="connsiteY591" fmla="*/ 600622 h 1708593"/>
              <a:gd name="connsiteX592" fmla="*/ 1600457 w 1734579"/>
              <a:gd name="connsiteY592" fmla="*/ 647348 h 1708593"/>
              <a:gd name="connsiteX593" fmla="*/ 1672675 w 1734579"/>
              <a:gd name="connsiteY593" fmla="*/ 688820 h 1708593"/>
              <a:gd name="connsiteX594" fmla="*/ 1687656 w 1734579"/>
              <a:gd name="connsiteY594" fmla="*/ 689712 h 1708593"/>
              <a:gd name="connsiteX595" fmla="*/ 1702991 w 1734579"/>
              <a:gd name="connsiteY595" fmla="*/ 688796 h 1708593"/>
              <a:gd name="connsiteX596" fmla="*/ 1734579 w 1734579"/>
              <a:gd name="connsiteY596" fmla="*/ 677316 h 1708593"/>
              <a:gd name="connsiteX597" fmla="*/ 1734579 w 1734579"/>
              <a:gd name="connsiteY597" fmla="*/ 698304 h 1708593"/>
              <a:gd name="connsiteX598" fmla="*/ 1727021 w 1734579"/>
              <a:gd name="connsiteY598" fmla="*/ 701817 h 1708593"/>
              <a:gd name="connsiteX599" fmla="*/ 1696936 w 1734579"/>
              <a:gd name="connsiteY599" fmla="*/ 707416 h 1708593"/>
              <a:gd name="connsiteX600" fmla="*/ 1687656 w 1734579"/>
              <a:gd name="connsiteY600" fmla="*/ 707701 h 1708593"/>
              <a:gd name="connsiteX601" fmla="*/ 1678456 w 1734579"/>
              <a:gd name="connsiteY601" fmla="*/ 707416 h 1708593"/>
              <a:gd name="connsiteX602" fmla="*/ 1588259 w 1734579"/>
              <a:gd name="connsiteY602" fmla="*/ 660115 h 1708593"/>
              <a:gd name="connsiteX603" fmla="*/ 1515254 w 1734579"/>
              <a:gd name="connsiteY603" fmla="*/ 618668 h 1708593"/>
              <a:gd name="connsiteX604" fmla="*/ 1499902 w 1734579"/>
              <a:gd name="connsiteY604" fmla="*/ 617752 h 1708593"/>
              <a:gd name="connsiteX605" fmla="*/ 1484938 w 1734579"/>
              <a:gd name="connsiteY605" fmla="*/ 618668 h 1708593"/>
              <a:gd name="connsiteX606" fmla="*/ 1412811 w 1734579"/>
              <a:gd name="connsiteY606" fmla="*/ 660115 h 1708593"/>
              <a:gd name="connsiteX607" fmla="*/ 1312376 w 1734579"/>
              <a:gd name="connsiteY607" fmla="*/ 707701 h 1708593"/>
              <a:gd name="connsiteX608" fmla="*/ 1213103 w 1734579"/>
              <a:gd name="connsiteY608" fmla="*/ 660115 h 1708593"/>
              <a:gd name="connsiteX609" fmla="*/ 1140202 w 1734579"/>
              <a:gd name="connsiteY609" fmla="*/ 618668 h 1708593"/>
              <a:gd name="connsiteX610" fmla="*/ 1124860 w 1734579"/>
              <a:gd name="connsiteY610" fmla="*/ 617752 h 1708593"/>
              <a:gd name="connsiteX611" fmla="*/ 1109907 w 1734579"/>
              <a:gd name="connsiteY611" fmla="*/ 618668 h 1708593"/>
              <a:gd name="connsiteX612" fmla="*/ 1037780 w 1734579"/>
              <a:gd name="connsiteY612" fmla="*/ 660115 h 1708593"/>
              <a:gd name="connsiteX613" fmla="*/ 937343 w 1734579"/>
              <a:gd name="connsiteY613" fmla="*/ 707701 h 1708593"/>
              <a:gd name="connsiteX614" fmla="*/ 837942 w 1734579"/>
              <a:gd name="connsiteY614" fmla="*/ 660115 h 1708593"/>
              <a:gd name="connsiteX615" fmla="*/ 764952 w 1734579"/>
              <a:gd name="connsiteY615" fmla="*/ 618668 h 1708593"/>
              <a:gd name="connsiteX616" fmla="*/ 749586 w 1734579"/>
              <a:gd name="connsiteY616" fmla="*/ 617752 h 1708593"/>
              <a:gd name="connsiteX617" fmla="*/ 734638 w 1734579"/>
              <a:gd name="connsiteY617" fmla="*/ 618668 h 1708593"/>
              <a:gd name="connsiteX618" fmla="*/ 662511 w 1734579"/>
              <a:gd name="connsiteY618" fmla="*/ 660115 h 1708593"/>
              <a:gd name="connsiteX619" fmla="*/ 562069 w 1734579"/>
              <a:gd name="connsiteY619" fmla="*/ 707701 h 1708593"/>
              <a:gd name="connsiteX620" fmla="*/ 462743 w 1734579"/>
              <a:gd name="connsiteY620" fmla="*/ 660115 h 1708593"/>
              <a:gd name="connsiteX621" fmla="*/ 375034 w 1734579"/>
              <a:gd name="connsiteY621" fmla="*/ 617752 h 1708593"/>
              <a:gd name="connsiteX622" fmla="*/ 287371 w 1734579"/>
              <a:gd name="connsiteY622" fmla="*/ 660115 h 1708593"/>
              <a:gd name="connsiteX623" fmla="*/ 187517 w 1734579"/>
              <a:gd name="connsiteY623" fmla="*/ 707701 h 1708593"/>
              <a:gd name="connsiteX624" fmla="*/ 87663 w 1734579"/>
              <a:gd name="connsiteY624" fmla="*/ 660115 h 1708593"/>
              <a:gd name="connsiteX625" fmla="*/ 0 w 1734579"/>
              <a:gd name="connsiteY625" fmla="*/ 617752 h 1708593"/>
              <a:gd name="connsiteX626" fmla="*/ 0 w 1734579"/>
              <a:gd name="connsiteY626" fmla="*/ 500446 h 1708593"/>
              <a:gd name="connsiteX627" fmla="*/ 99855 w 1734579"/>
              <a:gd name="connsiteY627" fmla="*/ 548032 h 1708593"/>
              <a:gd name="connsiteX628" fmla="*/ 187517 w 1734579"/>
              <a:gd name="connsiteY628" fmla="*/ 590395 h 1708593"/>
              <a:gd name="connsiteX629" fmla="*/ 275179 w 1734579"/>
              <a:gd name="connsiteY629" fmla="*/ 548032 h 1708593"/>
              <a:gd name="connsiteX630" fmla="*/ 375034 w 1734579"/>
              <a:gd name="connsiteY630" fmla="*/ 500446 h 1708593"/>
              <a:gd name="connsiteX631" fmla="*/ 474940 w 1734579"/>
              <a:gd name="connsiteY631" fmla="*/ 548032 h 1708593"/>
              <a:gd name="connsiteX632" fmla="*/ 562069 w 1734579"/>
              <a:gd name="connsiteY632" fmla="*/ 590395 h 1708593"/>
              <a:gd name="connsiteX633" fmla="*/ 650315 w 1734579"/>
              <a:gd name="connsiteY633" fmla="*/ 548032 h 1708593"/>
              <a:gd name="connsiteX634" fmla="*/ 740506 w 1734579"/>
              <a:gd name="connsiteY634" fmla="*/ 500732 h 1708593"/>
              <a:gd name="connsiteX635" fmla="*/ 749586 w 1734579"/>
              <a:gd name="connsiteY635" fmla="*/ 500446 h 1708593"/>
              <a:gd name="connsiteX636" fmla="*/ 758889 w 1734579"/>
              <a:gd name="connsiteY636" fmla="*/ 500732 h 1708593"/>
              <a:gd name="connsiteX637" fmla="*/ 850154 w 1734579"/>
              <a:gd name="connsiteY637" fmla="*/ 548032 h 1708593"/>
              <a:gd name="connsiteX638" fmla="*/ 937343 w 1734579"/>
              <a:gd name="connsiteY638" fmla="*/ 590395 h 1708593"/>
              <a:gd name="connsiteX639" fmla="*/ 1025586 w 1734579"/>
              <a:gd name="connsiteY639" fmla="*/ 548032 h 1708593"/>
              <a:gd name="connsiteX640" fmla="*/ 1115684 w 1734579"/>
              <a:gd name="connsiteY640" fmla="*/ 500732 h 1708593"/>
              <a:gd name="connsiteX641" fmla="*/ 1124860 w 1734579"/>
              <a:gd name="connsiteY641" fmla="*/ 500446 h 1708593"/>
              <a:gd name="connsiteX642" fmla="*/ 1134151 w 1734579"/>
              <a:gd name="connsiteY642" fmla="*/ 500732 h 1708593"/>
              <a:gd name="connsiteX643" fmla="*/ 1225295 w 1734579"/>
              <a:gd name="connsiteY643" fmla="*/ 548032 h 1708593"/>
              <a:gd name="connsiteX644" fmla="*/ 1312376 w 1734579"/>
              <a:gd name="connsiteY644" fmla="*/ 590395 h 1708593"/>
              <a:gd name="connsiteX645" fmla="*/ 1400620 w 1734579"/>
              <a:gd name="connsiteY645" fmla="*/ 548032 h 1708593"/>
              <a:gd name="connsiteX646" fmla="*/ 1490714 w 1734579"/>
              <a:gd name="connsiteY646" fmla="*/ 500732 h 1708593"/>
              <a:gd name="connsiteX647" fmla="*/ 1499902 w 1734579"/>
              <a:gd name="connsiteY647" fmla="*/ 500446 h 1708593"/>
              <a:gd name="connsiteX648" fmla="*/ 1509200 w 1734579"/>
              <a:gd name="connsiteY648" fmla="*/ 500732 h 1708593"/>
              <a:gd name="connsiteX649" fmla="*/ 1600457 w 1734579"/>
              <a:gd name="connsiteY649" fmla="*/ 548032 h 1708593"/>
              <a:gd name="connsiteX650" fmla="*/ 1672675 w 1734579"/>
              <a:gd name="connsiteY650" fmla="*/ 589480 h 1708593"/>
              <a:gd name="connsiteX651" fmla="*/ 1687656 w 1734579"/>
              <a:gd name="connsiteY651" fmla="*/ 590395 h 1708593"/>
              <a:gd name="connsiteX652" fmla="*/ 1702991 w 1734579"/>
              <a:gd name="connsiteY652" fmla="*/ 589480 h 1708593"/>
              <a:gd name="connsiteX653" fmla="*/ 1734579 w 1734579"/>
              <a:gd name="connsiteY653" fmla="*/ 577999 h 1708593"/>
              <a:gd name="connsiteX654" fmla="*/ 1734579 w 1734579"/>
              <a:gd name="connsiteY654" fmla="*/ 596082 h 1708593"/>
              <a:gd name="connsiteX655" fmla="*/ 1696936 w 1734579"/>
              <a:gd name="connsiteY655" fmla="*/ 607526 h 1708593"/>
              <a:gd name="connsiteX656" fmla="*/ 1687656 w 1734579"/>
              <a:gd name="connsiteY656" fmla="*/ 607805 h 1708593"/>
              <a:gd name="connsiteX657" fmla="*/ 1678456 w 1734579"/>
              <a:gd name="connsiteY657" fmla="*/ 607526 h 1708593"/>
              <a:gd name="connsiteX658" fmla="*/ 1588259 w 1734579"/>
              <a:gd name="connsiteY658" fmla="*/ 560799 h 1708593"/>
              <a:gd name="connsiteX659" fmla="*/ 1515254 w 1734579"/>
              <a:gd name="connsiteY659" fmla="*/ 519352 h 1708593"/>
              <a:gd name="connsiteX660" fmla="*/ 1499902 w 1734579"/>
              <a:gd name="connsiteY660" fmla="*/ 518436 h 1708593"/>
              <a:gd name="connsiteX661" fmla="*/ 1484938 w 1734579"/>
              <a:gd name="connsiteY661" fmla="*/ 519352 h 1708593"/>
              <a:gd name="connsiteX662" fmla="*/ 1412811 w 1734579"/>
              <a:gd name="connsiteY662" fmla="*/ 560799 h 1708593"/>
              <a:gd name="connsiteX663" fmla="*/ 1312376 w 1734579"/>
              <a:gd name="connsiteY663" fmla="*/ 607805 h 1708593"/>
              <a:gd name="connsiteX664" fmla="*/ 1213103 w 1734579"/>
              <a:gd name="connsiteY664" fmla="*/ 560799 h 1708593"/>
              <a:gd name="connsiteX665" fmla="*/ 1140202 w 1734579"/>
              <a:gd name="connsiteY665" fmla="*/ 519352 h 1708593"/>
              <a:gd name="connsiteX666" fmla="*/ 1124860 w 1734579"/>
              <a:gd name="connsiteY666" fmla="*/ 518436 h 1708593"/>
              <a:gd name="connsiteX667" fmla="*/ 1109907 w 1734579"/>
              <a:gd name="connsiteY667" fmla="*/ 519352 h 1708593"/>
              <a:gd name="connsiteX668" fmla="*/ 1037780 w 1734579"/>
              <a:gd name="connsiteY668" fmla="*/ 560799 h 1708593"/>
              <a:gd name="connsiteX669" fmla="*/ 937343 w 1734579"/>
              <a:gd name="connsiteY669" fmla="*/ 607805 h 1708593"/>
              <a:gd name="connsiteX670" fmla="*/ 837942 w 1734579"/>
              <a:gd name="connsiteY670" fmla="*/ 560799 h 1708593"/>
              <a:gd name="connsiteX671" fmla="*/ 764952 w 1734579"/>
              <a:gd name="connsiteY671" fmla="*/ 519352 h 1708593"/>
              <a:gd name="connsiteX672" fmla="*/ 749586 w 1734579"/>
              <a:gd name="connsiteY672" fmla="*/ 518436 h 1708593"/>
              <a:gd name="connsiteX673" fmla="*/ 734638 w 1734579"/>
              <a:gd name="connsiteY673" fmla="*/ 519352 h 1708593"/>
              <a:gd name="connsiteX674" fmla="*/ 662511 w 1734579"/>
              <a:gd name="connsiteY674" fmla="*/ 560799 h 1708593"/>
              <a:gd name="connsiteX675" fmla="*/ 562069 w 1734579"/>
              <a:gd name="connsiteY675" fmla="*/ 607805 h 1708593"/>
              <a:gd name="connsiteX676" fmla="*/ 462743 w 1734579"/>
              <a:gd name="connsiteY676" fmla="*/ 560799 h 1708593"/>
              <a:gd name="connsiteX677" fmla="*/ 375034 w 1734579"/>
              <a:gd name="connsiteY677" fmla="*/ 518436 h 1708593"/>
              <a:gd name="connsiteX678" fmla="*/ 287371 w 1734579"/>
              <a:gd name="connsiteY678" fmla="*/ 560799 h 1708593"/>
              <a:gd name="connsiteX679" fmla="*/ 187517 w 1734579"/>
              <a:gd name="connsiteY679" fmla="*/ 607805 h 1708593"/>
              <a:gd name="connsiteX680" fmla="*/ 87663 w 1734579"/>
              <a:gd name="connsiteY680" fmla="*/ 560799 h 1708593"/>
              <a:gd name="connsiteX681" fmla="*/ 0 w 1734579"/>
              <a:gd name="connsiteY681" fmla="*/ 518436 h 1708593"/>
              <a:gd name="connsiteX682" fmla="*/ 0 w 1734579"/>
              <a:gd name="connsiteY682" fmla="*/ 399827 h 1708593"/>
              <a:gd name="connsiteX683" fmla="*/ 99855 w 1734579"/>
              <a:gd name="connsiteY683" fmla="*/ 447520 h 1708593"/>
              <a:gd name="connsiteX684" fmla="*/ 187517 w 1734579"/>
              <a:gd name="connsiteY684" fmla="*/ 489978 h 1708593"/>
              <a:gd name="connsiteX685" fmla="*/ 275179 w 1734579"/>
              <a:gd name="connsiteY685" fmla="*/ 447520 h 1708593"/>
              <a:gd name="connsiteX686" fmla="*/ 375034 w 1734579"/>
              <a:gd name="connsiteY686" fmla="*/ 399827 h 1708593"/>
              <a:gd name="connsiteX687" fmla="*/ 474940 w 1734579"/>
              <a:gd name="connsiteY687" fmla="*/ 447520 h 1708593"/>
              <a:gd name="connsiteX688" fmla="*/ 562069 w 1734579"/>
              <a:gd name="connsiteY688" fmla="*/ 489978 h 1708593"/>
              <a:gd name="connsiteX689" fmla="*/ 650315 w 1734579"/>
              <a:gd name="connsiteY689" fmla="*/ 447520 h 1708593"/>
              <a:gd name="connsiteX690" fmla="*/ 740506 w 1734579"/>
              <a:gd name="connsiteY690" fmla="*/ 400114 h 1708593"/>
              <a:gd name="connsiteX691" fmla="*/ 749586 w 1734579"/>
              <a:gd name="connsiteY691" fmla="*/ 399827 h 1708593"/>
              <a:gd name="connsiteX692" fmla="*/ 758889 w 1734579"/>
              <a:gd name="connsiteY692" fmla="*/ 400114 h 1708593"/>
              <a:gd name="connsiteX693" fmla="*/ 850154 w 1734579"/>
              <a:gd name="connsiteY693" fmla="*/ 447520 h 1708593"/>
              <a:gd name="connsiteX694" fmla="*/ 937343 w 1734579"/>
              <a:gd name="connsiteY694" fmla="*/ 489978 h 1708593"/>
              <a:gd name="connsiteX695" fmla="*/ 1025586 w 1734579"/>
              <a:gd name="connsiteY695" fmla="*/ 447520 h 1708593"/>
              <a:gd name="connsiteX696" fmla="*/ 1115684 w 1734579"/>
              <a:gd name="connsiteY696" fmla="*/ 400114 h 1708593"/>
              <a:gd name="connsiteX697" fmla="*/ 1124860 w 1734579"/>
              <a:gd name="connsiteY697" fmla="*/ 399827 h 1708593"/>
              <a:gd name="connsiteX698" fmla="*/ 1134151 w 1734579"/>
              <a:gd name="connsiteY698" fmla="*/ 400114 h 1708593"/>
              <a:gd name="connsiteX699" fmla="*/ 1225295 w 1734579"/>
              <a:gd name="connsiteY699" fmla="*/ 447520 h 1708593"/>
              <a:gd name="connsiteX700" fmla="*/ 1312376 w 1734579"/>
              <a:gd name="connsiteY700" fmla="*/ 489978 h 1708593"/>
              <a:gd name="connsiteX701" fmla="*/ 1400620 w 1734579"/>
              <a:gd name="connsiteY701" fmla="*/ 447520 h 1708593"/>
              <a:gd name="connsiteX702" fmla="*/ 1490714 w 1734579"/>
              <a:gd name="connsiteY702" fmla="*/ 400114 h 1708593"/>
              <a:gd name="connsiteX703" fmla="*/ 1499902 w 1734579"/>
              <a:gd name="connsiteY703" fmla="*/ 399827 h 1708593"/>
              <a:gd name="connsiteX704" fmla="*/ 1509200 w 1734579"/>
              <a:gd name="connsiteY704" fmla="*/ 400114 h 1708593"/>
              <a:gd name="connsiteX705" fmla="*/ 1600457 w 1734579"/>
              <a:gd name="connsiteY705" fmla="*/ 447520 h 1708593"/>
              <a:gd name="connsiteX706" fmla="*/ 1672675 w 1734579"/>
              <a:gd name="connsiteY706" fmla="*/ 489060 h 1708593"/>
              <a:gd name="connsiteX707" fmla="*/ 1687656 w 1734579"/>
              <a:gd name="connsiteY707" fmla="*/ 489978 h 1708593"/>
              <a:gd name="connsiteX708" fmla="*/ 1702991 w 1734579"/>
              <a:gd name="connsiteY708" fmla="*/ 489060 h 1708593"/>
              <a:gd name="connsiteX709" fmla="*/ 1734579 w 1734579"/>
              <a:gd name="connsiteY709" fmla="*/ 477554 h 1708593"/>
              <a:gd name="connsiteX710" fmla="*/ 1734579 w 1734579"/>
              <a:gd name="connsiteY710" fmla="*/ 498193 h 1708593"/>
              <a:gd name="connsiteX711" fmla="*/ 1727021 w 1734579"/>
              <a:gd name="connsiteY711" fmla="*/ 501653 h 1708593"/>
              <a:gd name="connsiteX712" fmla="*/ 1696936 w 1734579"/>
              <a:gd name="connsiteY712" fmla="*/ 507147 h 1708593"/>
              <a:gd name="connsiteX713" fmla="*/ 1687656 w 1734579"/>
              <a:gd name="connsiteY713" fmla="*/ 507427 h 1708593"/>
              <a:gd name="connsiteX714" fmla="*/ 1678456 w 1734579"/>
              <a:gd name="connsiteY714" fmla="*/ 507147 h 1708593"/>
              <a:gd name="connsiteX715" fmla="*/ 1588259 w 1734579"/>
              <a:gd name="connsiteY715" fmla="*/ 460316 h 1708593"/>
              <a:gd name="connsiteX716" fmla="*/ 1515254 w 1734579"/>
              <a:gd name="connsiteY716" fmla="*/ 418775 h 1708593"/>
              <a:gd name="connsiteX717" fmla="*/ 1499902 w 1734579"/>
              <a:gd name="connsiteY717" fmla="*/ 417857 h 1708593"/>
              <a:gd name="connsiteX718" fmla="*/ 1484938 w 1734579"/>
              <a:gd name="connsiteY718" fmla="*/ 418752 h 1708593"/>
              <a:gd name="connsiteX719" fmla="*/ 1412811 w 1734579"/>
              <a:gd name="connsiteY719" fmla="*/ 460316 h 1708593"/>
              <a:gd name="connsiteX720" fmla="*/ 1312376 w 1734579"/>
              <a:gd name="connsiteY720" fmla="*/ 507427 h 1708593"/>
              <a:gd name="connsiteX721" fmla="*/ 1213103 w 1734579"/>
              <a:gd name="connsiteY721" fmla="*/ 460316 h 1708593"/>
              <a:gd name="connsiteX722" fmla="*/ 1140202 w 1734579"/>
              <a:gd name="connsiteY722" fmla="*/ 418775 h 1708593"/>
              <a:gd name="connsiteX723" fmla="*/ 1124860 w 1734579"/>
              <a:gd name="connsiteY723" fmla="*/ 417857 h 1708593"/>
              <a:gd name="connsiteX724" fmla="*/ 1109907 w 1734579"/>
              <a:gd name="connsiteY724" fmla="*/ 418752 h 1708593"/>
              <a:gd name="connsiteX725" fmla="*/ 1037780 w 1734579"/>
              <a:gd name="connsiteY725" fmla="*/ 460316 h 1708593"/>
              <a:gd name="connsiteX726" fmla="*/ 937343 w 1734579"/>
              <a:gd name="connsiteY726" fmla="*/ 507427 h 1708593"/>
              <a:gd name="connsiteX727" fmla="*/ 837942 w 1734579"/>
              <a:gd name="connsiteY727" fmla="*/ 460316 h 1708593"/>
              <a:gd name="connsiteX728" fmla="*/ 764952 w 1734579"/>
              <a:gd name="connsiteY728" fmla="*/ 418775 h 1708593"/>
              <a:gd name="connsiteX729" fmla="*/ 749586 w 1734579"/>
              <a:gd name="connsiteY729" fmla="*/ 417857 h 1708593"/>
              <a:gd name="connsiteX730" fmla="*/ 734638 w 1734579"/>
              <a:gd name="connsiteY730" fmla="*/ 418752 h 1708593"/>
              <a:gd name="connsiteX731" fmla="*/ 662511 w 1734579"/>
              <a:gd name="connsiteY731" fmla="*/ 460316 h 1708593"/>
              <a:gd name="connsiteX732" fmla="*/ 562069 w 1734579"/>
              <a:gd name="connsiteY732" fmla="*/ 507427 h 1708593"/>
              <a:gd name="connsiteX733" fmla="*/ 462743 w 1734579"/>
              <a:gd name="connsiteY733" fmla="*/ 460316 h 1708593"/>
              <a:gd name="connsiteX734" fmla="*/ 375034 w 1734579"/>
              <a:gd name="connsiteY734" fmla="*/ 417857 h 1708593"/>
              <a:gd name="connsiteX735" fmla="*/ 287371 w 1734579"/>
              <a:gd name="connsiteY735" fmla="*/ 460316 h 1708593"/>
              <a:gd name="connsiteX736" fmla="*/ 187517 w 1734579"/>
              <a:gd name="connsiteY736" fmla="*/ 507427 h 1708593"/>
              <a:gd name="connsiteX737" fmla="*/ 87663 w 1734579"/>
              <a:gd name="connsiteY737" fmla="*/ 460316 h 1708593"/>
              <a:gd name="connsiteX738" fmla="*/ 0 w 1734579"/>
              <a:gd name="connsiteY738" fmla="*/ 417857 h 1708593"/>
              <a:gd name="connsiteX739" fmla="*/ 0 w 1734579"/>
              <a:gd name="connsiteY739" fmla="*/ 299931 h 1708593"/>
              <a:gd name="connsiteX740" fmla="*/ 99855 w 1734579"/>
              <a:gd name="connsiteY740" fmla="*/ 347579 h 1708593"/>
              <a:gd name="connsiteX741" fmla="*/ 187517 w 1734579"/>
              <a:gd name="connsiteY741" fmla="*/ 389998 h 1708593"/>
              <a:gd name="connsiteX742" fmla="*/ 275179 w 1734579"/>
              <a:gd name="connsiteY742" fmla="*/ 347579 h 1708593"/>
              <a:gd name="connsiteX743" fmla="*/ 375034 w 1734579"/>
              <a:gd name="connsiteY743" fmla="*/ 299931 h 1708593"/>
              <a:gd name="connsiteX744" fmla="*/ 474940 w 1734579"/>
              <a:gd name="connsiteY744" fmla="*/ 347579 h 1708593"/>
              <a:gd name="connsiteX745" fmla="*/ 562069 w 1734579"/>
              <a:gd name="connsiteY745" fmla="*/ 389998 h 1708593"/>
              <a:gd name="connsiteX746" fmla="*/ 650315 w 1734579"/>
              <a:gd name="connsiteY746" fmla="*/ 347579 h 1708593"/>
              <a:gd name="connsiteX747" fmla="*/ 740506 w 1734579"/>
              <a:gd name="connsiteY747" fmla="*/ 300217 h 1708593"/>
              <a:gd name="connsiteX748" fmla="*/ 749586 w 1734579"/>
              <a:gd name="connsiteY748" fmla="*/ 299931 h 1708593"/>
              <a:gd name="connsiteX749" fmla="*/ 758889 w 1734579"/>
              <a:gd name="connsiteY749" fmla="*/ 300217 h 1708593"/>
              <a:gd name="connsiteX750" fmla="*/ 850154 w 1734579"/>
              <a:gd name="connsiteY750" fmla="*/ 347579 h 1708593"/>
              <a:gd name="connsiteX751" fmla="*/ 937343 w 1734579"/>
              <a:gd name="connsiteY751" fmla="*/ 389998 h 1708593"/>
              <a:gd name="connsiteX752" fmla="*/ 1025586 w 1734579"/>
              <a:gd name="connsiteY752" fmla="*/ 347579 h 1708593"/>
              <a:gd name="connsiteX753" fmla="*/ 1115684 w 1734579"/>
              <a:gd name="connsiteY753" fmla="*/ 300217 h 1708593"/>
              <a:gd name="connsiteX754" fmla="*/ 1124860 w 1734579"/>
              <a:gd name="connsiteY754" fmla="*/ 299931 h 1708593"/>
              <a:gd name="connsiteX755" fmla="*/ 1134151 w 1734579"/>
              <a:gd name="connsiteY755" fmla="*/ 300217 h 1708593"/>
              <a:gd name="connsiteX756" fmla="*/ 1225295 w 1734579"/>
              <a:gd name="connsiteY756" fmla="*/ 347579 h 1708593"/>
              <a:gd name="connsiteX757" fmla="*/ 1312376 w 1734579"/>
              <a:gd name="connsiteY757" fmla="*/ 389998 h 1708593"/>
              <a:gd name="connsiteX758" fmla="*/ 1400620 w 1734579"/>
              <a:gd name="connsiteY758" fmla="*/ 347579 h 1708593"/>
              <a:gd name="connsiteX759" fmla="*/ 1490714 w 1734579"/>
              <a:gd name="connsiteY759" fmla="*/ 300217 h 1708593"/>
              <a:gd name="connsiteX760" fmla="*/ 1499902 w 1734579"/>
              <a:gd name="connsiteY760" fmla="*/ 299931 h 1708593"/>
              <a:gd name="connsiteX761" fmla="*/ 1509200 w 1734579"/>
              <a:gd name="connsiteY761" fmla="*/ 300217 h 1708593"/>
              <a:gd name="connsiteX762" fmla="*/ 1600457 w 1734579"/>
              <a:gd name="connsiteY762" fmla="*/ 347579 h 1708593"/>
              <a:gd name="connsiteX763" fmla="*/ 1672675 w 1734579"/>
              <a:gd name="connsiteY763" fmla="*/ 389081 h 1708593"/>
              <a:gd name="connsiteX764" fmla="*/ 1687656 w 1734579"/>
              <a:gd name="connsiteY764" fmla="*/ 389998 h 1708593"/>
              <a:gd name="connsiteX765" fmla="*/ 1702991 w 1734579"/>
              <a:gd name="connsiteY765" fmla="*/ 389081 h 1708593"/>
              <a:gd name="connsiteX766" fmla="*/ 1734579 w 1734579"/>
              <a:gd name="connsiteY766" fmla="*/ 377586 h 1708593"/>
              <a:gd name="connsiteX767" fmla="*/ 1734579 w 1734579"/>
              <a:gd name="connsiteY767" fmla="*/ 398602 h 1708593"/>
              <a:gd name="connsiteX768" fmla="*/ 1727021 w 1734579"/>
              <a:gd name="connsiteY768" fmla="*/ 402120 h 1708593"/>
              <a:gd name="connsiteX769" fmla="*/ 1696936 w 1734579"/>
              <a:gd name="connsiteY769" fmla="*/ 407725 h 1708593"/>
              <a:gd name="connsiteX770" fmla="*/ 1687656 w 1734579"/>
              <a:gd name="connsiteY770" fmla="*/ 408011 h 1708593"/>
              <a:gd name="connsiteX771" fmla="*/ 1678456 w 1734579"/>
              <a:gd name="connsiteY771" fmla="*/ 407725 h 1708593"/>
              <a:gd name="connsiteX772" fmla="*/ 1588259 w 1734579"/>
              <a:gd name="connsiteY772" fmla="*/ 360363 h 1708593"/>
              <a:gd name="connsiteX773" fmla="*/ 1515254 w 1734579"/>
              <a:gd name="connsiteY773" fmla="*/ 318861 h 1708593"/>
              <a:gd name="connsiteX774" fmla="*/ 1499902 w 1734579"/>
              <a:gd name="connsiteY774" fmla="*/ 317944 h 1708593"/>
              <a:gd name="connsiteX775" fmla="*/ 1484938 w 1734579"/>
              <a:gd name="connsiteY775" fmla="*/ 318861 h 1708593"/>
              <a:gd name="connsiteX776" fmla="*/ 1412811 w 1734579"/>
              <a:gd name="connsiteY776" fmla="*/ 360363 h 1708593"/>
              <a:gd name="connsiteX777" fmla="*/ 1312376 w 1734579"/>
              <a:gd name="connsiteY777" fmla="*/ 408011 h 1708593"/>
              <a:gd name="connsiteX778" fmla="*/ 1213103 w 1734579"/>
              <a:gd name="connsiteY778" fmla="*/ 360363 h 1708593"/>
              <a:gd name="connsiteX779" fmla="*/ 1140202 w 1734579"/>
              <a:gd name="connsiteY779" fmla="*/ 318861 h 1708593"/>
              <a:gd name="connsiteX780" fmla="*/ 1124860 w 1734579"/>
              <a:gd name="connsiteY780" fmla="*/ 317944 h 1708593"/>
              <a:gd name="connsiteX781" fmla="*/ 1109907 w 1734579"/>
              <a:gd name="connsiteY781" fmla="*/ 318861 h 1708593"/>
              <a:gd name="connsiteX782" fmla="*/ 1037780 w 1734579"/>
              <a:gd name="connsiteY782" fmla="*/ 360363 h 1708593"/>
              <a:gd name="connsiteX783" fmla="*/ 937343 w 1734579"/>
              <a:gd name="connsiteY783" fmla="*/ 408011 h 1708593"/>
              <a:gd name="connsiteX784" fmla="*/ 837942 w 1734579"/>
              <a:gd name="connsiteY784" fmla="*/ 360363 h 1708593"/>
              <a:gd name="connsiteX785" fmla="*/ 764952 w 1734579"/>
              <a:gd name="connsiteY785" fmla="*/ 318861 h 1708593"/>
              <a:gd name="connsiteX786" fmla="*/ 749586 w 1734579"/>
              <a:gd name="connsiteY786" fmla="*/ 317944 h 1708593"/>
              <a:gd name="connsiteX787" fmla="*/ 734638 w 1734579"/>
              <a:gd name="connsiteY787" fmla="*/ 318861 h 1708593"/>
              <a:gd name="connsiteX788" fmla="*/ 662511 w 1734579"/>
              <a:gd name="connsiteY788" fmla="*/ 360363 h 1708593"/>
              <a:gd name="connsiteX789" fmla="*/ 562069 w 1734579"/>
              <a:gd name="connsiteY789" fmla="*/ 408011 h 1708593"/>
              <a:gd name="connsiteX790" fmla="*/ 462743 w 1734579"/>
              <a:gd name="connsiteY790" fmla="*/ 360363 h 1708593"/>
              <a:gd name="connsiteX791" fmla="*/ 375034 w 1734579"/>
              <a:gd name="connsiteY791" fmla="*/ 317944 h 1708593"/>
              <a:gd name="connsiteX792" fmla="*/ 287371 w 1734579"/>
              <a:gd name="connsiteY792" fmla="*/ 360363 h 1708593"/>
              <a:gd name="connsiteX793" fmla="*/ 187517 w 1734579"/>
              <a:gd name="connsiteY793" fmla="*/ 408011 h 1708593"/>
              <a:gd name="connsiteX794" fmla="*/ 87663 w 1734579"/>
              <a:gd name="connsiteY794" fmla="*/ 360363 h 1708593"/>
              <a:gd name="connsiteX795" fmla="*/ 0 w 1734579"/>
              <a:gd name="connsiteY795" fmla="*/ 317944 h 1708593"/>
              <a:gd name="connsiteX796" fmla="*/ 0 w 1734579"/>
              <a:gd name="connsiteY796" fmla="*/ 200515 h 1708593"/>
              <a:gd name="connsiteX797" fmla="*/ 99855 w 1734579"/>
              <a:gd name="connsiteY797" fmla="*/ 247521 h 1708593"/>
              <a:gd name="connsiteX798" fmla="*/ 187517 w 1734579"/>
              <a:gd name="connsiteY798" fmla="*/ 289884 h 1708593"/>
              <a:gd name="connsiteX799" fmla="*/ 275179 w 1734579"/>
              <a:gd name="connsiteY799" fmla="*/ 247521 h 1708593"/>
              <a:gd name="connsiteX800" fmla="*/ 375034 w 1734579"/>
              <a:gd name="connsiteY800" fmla="*/ 200515 h 1708593"/>
              <a:gd name="connsiteX801" fmla="*/ 474940 w 1734579"/>
              <a:gd name="connsiteY801" fmla="*/ 247521 h 1708593"/>
              <a:gd name="connsiteX802" fmla="*/ 562069 w 1734579"/>
              <a:gd name="connsiteY802" fmla="*/ 289884 h 1708593"/>
              <a:gd name="connsiteX803" fmla="*/ 650315 w 1734579"/>
              <a:gd name="connsiteY803" fmla="*/ 247521 h 1708593"/>
              <a:gd name="connsiteX804" fmla="*/ 740506 w 1734579"/>
              <a:gd name="connsiteY804" fmla="*/ 200801 h 1708593"/>
              <a:gd name="connsiteX805" fmla="*/ 749586 w 1734579"/>
              <a:gd name="connsiteY805" fmla="*/ 200515 h 1708593"/>
              <a:gd name="connsiteX806" fmla="*/ 758889 w 1734579"/>
              <a:gd name="connsiteY806" fmla="*/ 200801 h 1708593"/>
              <a:gd name="connsiteX807" fmla="*/ 850154 w 1734579"/>
              <a:gd name="connsiteY807" fmla="*/ 247521 h 1708593"/>
              <a:gd name="connsiteX808" fmla="*/ 937343 w 1734579"/>
              <a:gd name="connsiteY808" fmla="*/ 289884 h 1708593"/>
              <a:gd name="connsiteX809" fmla="*/ 1025586 w 1734579"/>
              <a:gd name="connsiteY809" fmla="*/ 247521 h 1708593"/>
              <a:gd name="connsiteX810" fmla="*/ 1115684 w 1734579"/>
              <a:gd name="connsiteY810" fmla="*/ 200801 h 1708593"/>
              <a:gd name="connsiteX811" fmla="*/ 1124860 w 1734579"/>
              <a:gd name="connsiteY811" fmla="*/ 200515 h 1708593"/>
              <a:gd name="connsiteX812" fmla="*/ 1134151 w 1734579"/>
              <a:gd name="connsiteY812" fmla="*/ 200801 h 1708593"/>
              <a:gd name="connsiteX813" fmla="*/ 1225295 w 1734579"/>
              <a:gd name="connsiteY813" fmla="*/ 247521 h 1708593"/>
              <a:gd name="connsiteX814" fmla="*/ 1312376 w 1734579"/>
              <a:gd name="connsiteY814" fmla="*/ 289884 h 1708593"/>
              <a:gd name="connsiteX815" fmla="*/ 1400620 w 1734579"/>
              <a:gd name="connsiteY815" fmla="*/ 247521 h 1708593"/>
              <a:gd name="connsiteX816" fmla="*/ 1490714 w 1734579"/>
              <a:gd name="connsiteY816" fmla="*/ 200801 h 1708593"/>
              <a:gd name="connsiteX817" fmla="*/ 1499902 w 1734579"/>
              <a:gd name="connsiteY817" fmla="*/ 200515 h 1708593"/>
              <a:gd name="connsiteX818" fmla="*/ 1509200 w 1734579"/>
              <a:gd name="connsiteY818" fmla="*/ 200801 h 1708593"/>
              <a:gd name="connsiteX819" fmla="*/ 1600457 w 1734579"/>
              <a:gd name="connsiteY819" fmla="*/ 247521 h 1708593"/>
              <a:gd name="connsiteX820" fmla="*/ 1672675 w 1734579"/>
              <a:gd name="connsiteY820" fmla="*/ 288992 h 1708593"/>
              <a:gd name="connsiteX821" fmla="*/ 1687656 w 1734579"/>
              <a:gd name="connsiteY821" fmla="*/ 289884 h 1708593"/>
              <a:gd name="connsiteX822" fmla="*/ 1702991 w 1734579"/>
              <a:gd name="connsiteY822" fmla="*/ 288992 h 1708593"/>
              <a:gd name="connsiteX823" fmla="*/ 1734579 w 1734579"/>
              <a:gd name="connsiteY823" fmla="*/ 277678 h 1708593"/>
              <a:gd name="connsiteX824" fmla="*/ 1734579 w 1734579"/>
              <a:gd name="connsiteY824" fmla="*/ 296151 h 1708593"/>
              <a:gd name="connsiteX825" fmla="*/ 1696936 w 1734579"/>
              <a:gd name="connsiteY825" fmla="*/ 307595 h 1708593"/>
              <a:gd name="connsiteX826" fmla="*/ 1687656 w 1734579"/>
              <a:gd name="connsiteY826" fmla="*/ 307874 h 1708593"/>
              <a:gd name="connsiteX827" fmla="*/ 1678456 w 1734579"/>
              <a:gd name="connsiteY827" fmla="*/ 307595 h 1708593"/>
              <a:gd name="connsiteX828" fmla="*/ 1588259 w 1734579"/>
              <a:gd name="connsiteY828" fmla="*/ 260869 h 1708593"/>
              <a:gd name="connsiteX829" fmla="*/ 1515254 w 1734579"/>
              <a:gd name="connsiteY829" fmla="*/ 219397 h 1708593"/>
              <a:gd name="connsiteX830" fmla="*/ 1499902 w 1734579"/>
              <a:gd name="connsiteY830" fmla="*/ 218505 h 1708593"/>
              <a:gd name="connsiteX831" fmla="*/ 1484938 w 1734579"/>
              <a:gd name="connsiteY831" fmla="*/ 219397 h 1708593"/>
              <a:gd name="connsiteX832" fmla="*/ 1412811 w 1734579"/>
              <a:gd name="connsiteY832" fmla="*/ 260869 h 1708593"/>
              <a:gd name="connsiteX833" fmla="*/ 1312376 w 1734579"/>
              <a:gd name="connsiteY833" fmla="*/ 307874 h 1708593"/>
              <a:gd name="connsiteX834" fmla="*/ 1213103 w 1734579"/>
              <a:gd name="connsiteY834" fmla="*/ 260869 h 1708593"/>
              <a:gd name="connsiteX835" fmla="*/ 1140202 w 1734579"/>
              <a:gd name="connsiteY835" fmla="*/ 219397 h 1708593"/>
              <a:gd name="connsiteX836" fmla="*/ 1124860 w 1734579"/>
              <a:gd name="connsiteY836" fmla="*/ 218505 h 1708593"/>
              <a:gd name="connsiteX837" fmla="*/ 1109907 w 1734579"/>
              <a:gd name="connsiteY837" fmla="*/ 219397 h 1708593"/>
              <a:gd name="connsiteX838" fmla="*/ 1037780 w 1734579"/>
              <a:gd name="connsiteY838" fmla="*/ 260869 h 1708593"/>
              <a:gd name="connsiteX839" fmla="*/ 937343 w 1734579"/>
              <a:gd name="connsiteY839" fmla="*/ 307874 h 1708593"/>
              <a:gd name="connsiteX840" fmla="*/ 837942 w 1734579"/>
              <a:gd name="connsiteY840" fmla="*/ 260869 h 1708593"/>
              <a:gd name="connsiteX841" fmla="*/ 764952 w 1734579"/>
              <a:gd name="connsiteY841" fmla="*/ 219397 h 1708593"/>
              <a:gd name="connsiteX842" fmla="*/ 749586 w 1734579"/>
              <a:gd name="connsiteY842" fmla="*/ 218505 h 1708593"/>
              <a:gd name="connsiteX843" fmla="*/ 734638 w 1734579"/>
              <a:gd name="connsiteY843" fmla="*/ 219397 h 1708593"/>
              <a:gd name="connsiteX844" fmla="*/ 662511 w 1734579"/>
              <a:gd name="connsiteY844" fmla="*/ 260869 h 1708593"/>
              <a:gd name="connsiteX845" fmla="*/ 562069 w 1734579"/>
              <a:gd name="connsiteY845" fmla="*/ 307874 h 1708593"/>
              <a:gd name="connsiteX846" fmla="*/ 462743 w 1734579"/>
              <a:gd name="connsiteY846" fmla="*/ 260869 h 1708593"/>
              <a:gd name="connsiteX847" fmla="*/ 375034 w 1734579"/>
              <a:gd name="connsiteY847" fmla="*/ 218505 h 1708593"/>
              <a:gd name="connsiteX848" fmla="*/ 287371 w 1734579"/>
              <a:gd name="connsiteY848" fmla="*/ 260869 h 1708593"/>
              <a:gd name="connsiteX849" fmla="*/ 187517 w 1734579"/>
              <a:gd name="connsiteY849" fmla="*/ 307874 h 1708593"/>
              <a:gd name="connsiteX850" fmla="*/ 87663 w 1734579"/>
              <a:gd name="connsiteY850" fmla="*/ 260869 h 1708593"/>
              <a:gd name="connsiteX851" fmla="*/ 0 w 1734579"/>
              <a:gd name="connsiteY851" fmla="*/ 218505 h 1708593"/>
              <a:gd name="connsiteX852" fmla="*/ 0 w 1734579"/>
              <a:gd name="connsiteY852" fmla="*/ 99897 h 1708593"/>
              <a:gd name="connsiteX853" fmla="*/ 99855 w 1734579"/>
              <a:gd name="connsiteY853" fmla="*/ 147008 h 1708593"/>
              <a:gd name="connsiteX854" fmla="*/ 187517 w 1734579"/>
              <a:gd name="connsiteY854" fmla="*/ 189466 h 1708593"/>
              <a:gd name="connsiteX855" fmla="*/ 275179 w 1734579"/>
              <a:gd name="connsiteY855" fmla="*/ 147008 h 1708593"/>
              <a:gd name="connsiteX856" fmla="*/ 375034 w 1734579"/>
              <a:gd name="connsiteY856" fmla="*/ 99897 h 1708593"/>
              <a:gd name="connsiteX857" fmla="*/ 474940 w 1734579"/>
              <a:gd name="connsiteY857" fmla="*/ 147008 h 1708593"/>
              <a:gd name="connsiteX858" fmla="*/ 562069 w 1734579"/>
              <a:gd name="connsiteY858" fmla="*/ 189466 h 1708593"/>
              <a:gd name="connsiteX859" fmla="*/ 650315 w 1734579"/>
              <a:gd name="connsiteY859" fmla="*/ 147008 h 1708593"/>
              <a:gd name="connsiteX860" fmla="*/ 740506 w 1734579"/>
              <a:gd name="connsiteY860" fmla="*/ 100183 h 1708593"/>
              <a:gd name="connsiteX861" fmla="*/ 749586 w 1734579"/>
              <a:gd name="connsiteY861" fmla="*/ 99897 h 1708593"/>
              <a:gd name="connsiteX862" fmla="*/ 758889 w 1734579"/>
              <a:gd name="connsiteY862" fmla="*/ 100177 h 1708593"/>
              <a:gd name="connsiteX863" fmla="*/ 850154 w 1734579"/>
              <a:gd name="connsiteY863" fmla="*/ 147008 h 1708593"/>
              <a:gd name="connsiteX864" fmla="*/ 937343 w 1734579"/>
              <a:gd name="connsiteY864" fmla="*/ 189466 h 1708593"/>
              <a:gd name="connsiteX865" fmla="*/ 1025586 w 1734579"/>
              <a:gd name="connsiteY865" fmla="*/ 147008 h 1708593"/>
              <a:gd name="connsiteX866" fmla="*/ 1115684 w 1734579"/>
              <a:gd name="connsiteY866" fmla="*/ 100183 h 1708593"/>
              <a:gd name="connsiteX867" fmla="*/ 1124860 w 1734579"/>
              <a:gd name="connsiteY867" fmla="*/ 99897 h 1708593"/>
              <a:gd name="connsiteX868" fmla="*/ 1134151 w 1734579"/>
              <a:gd name="connsiteY868" fmla="*/ 100177 h 1708593"/>
              <a:gd name="connsiteX869" fmla="*/ 1225295 w 1734579"/>
              <a:gd name="connsiteY869" fmla="*/ 147008 h 1708593"/>
              <a:gd name="connsiteX870" fmla="*/ 1312376 w 1734579"/>
              <a:gd name="connsiteY870" fmla="*/ 189466 h 1708593"/>
              <a:gd name="connsiteX871" fmla="*/ 1400620 w 1734579"/>
              <a:gd name="connsiteY871" fmla="*/ 147008 h 1708593"/>
              <a:gd name="connsiteX872" fmla="*/ 1490714 w 1734579"/>
              <a:gd name="connsiteY872" fmla="*/ 100183 h 1708593"/>
              <a:gd name="connsiteX873" fmla="*/ 1499902 w 1734579"/>
              <a:gd name="connsiteY873" fmla="*/ 99897 h 1708593"/>
              <a:gd name="connsiteX874" fmla="*/ 1509200 w 1734579"/>
              <a:gd name="connsiteY874" fmla="*/ 100177 h 1708593"/>
              <a:gd name="connsiteX875" fmla="*/ 1600457 w 1734579"/>
              <a:gd name="connsiteY875" fmla="*/ 147008 h 1708593"/>
              <a:gd name="connsiteX876" fmla="*/ 1672675 w 1734579"/>
              <a:gd name="connsiteY876" fmla="*/ 188572 h 1708593"/>
              <a:gd name="connsiteX877" fmla="*/ 1687656 w 1734579"/>
              <a:gd name="connsiteY877" fmla="*/ 189466 h 1708593"/>
              <a:gd name="connsiteX878" fmla="*/ 1702991 w 1734579"/>
              <a:gd name="connsiteY878" fmla="*/ 188572 h 1708593"/>
              <a:gd name="connsiteX879" fmla="*/ 1734579 w 1734579"/>
              <a:gd name="connsiteY879" fmla="*/ 177232 h 1708593"/>
              <a:gd name="connsiteX880" fmla="*/ 1734579 w 1734579"/>
              <a:gd name="connsiteY880" fmla="*/ 198262 h 1708593"/>
              <a:gd name="connsiteX881" fmla="*/ 1727021 w 1734579"/>
              <a:gd name="connsiteY881" fmla="*/ 201722 h 1708593"/>
              <a:gd name="connsiteX882" fmla="*/ 1696936 w 1734579"/>
              <a:gd name="connsiteY882" fmla="*/ 207216 h 1708593"/>
              <a:gd name="connsiteX883" fmla="*/ 1687656 w 1734579"/>
              <a:gd name="connsiteY883" fmla="*/ 207496 h 1708593"/>
              <a:gd name="connsiteX884" fmla="*/ 1678456 w 1734579"/>
              <a:gd name="connsiteY884" fmla="*/ 207216 h 1708593"/>
              <a:gd name="connsiteX885" fmla="*/ 1588259 w 1734579"/>
              <a:gd name="connsiteY885" fmla="*/ 160385 h 1708593"/>
              <a:gd name="connsiteX886" fmla="*/ 1515254 w 1734579"/>
              <a:gd name="connsiteY886" fmla="*/ 118821 h 1708593"/>
              <a:gd name="connsiteX887" fmla="*/ 1499902 w 1734579"/>
              <a:gd name="connsiteY887" fmla="*/ 117927 h 1708593"/>
              <a:gd name="connsiteX888" fmla="*/ 1484938 w 1734579"/>
              <a:gd name="connsiteY888" fmla="*/ 118821 h 1708593"/>
              <a:gd name="connsiteX889" fmla="*/ 1412811 w 1734579"/>
              <a:gd name="connsiteY889" fmla="*/ 160385 h 1708593"/>
              <a:gd name="connsiteX890" fmla="*/ 1312376 w 1734579"/>
              <a:gd name="connsiteY890" fmla="*/ 207496 h 1708593"/>
              <a:gd name="connsiteX891" fmla="*/ 1213103 w 1734579"/>
              <a:gd name="connsiteY891" fmla="*/ 160385 h 1708593"/>
              <a:gd name="connsiteX892" fmla="*/ 1140202 w 1734579"/>
              <a:gd name="connsiteY892" fmla="*/ 118821 h 1708593"/>
              <a:gd name="connsiteX893" fmla="*/ 1124860 w 1734579"/>
              <a:gd name="connsiteY893" fmla="*/ 117927 h 1708593"/>
              <a:gd name="connsiteX894" fmla="*/ 1109907 w 1734579"/>
              <a:gd name="connsiteY894" fmla="*/ 118821 h 1708593"/>
              <a:gd name="connsiteX895" fmla="*/ 1037780 w 1734579"/>
              <a:gd name="connsiteY895" fmla="*/ 160385 h 1708593"/>
              <a:gd name="connsiteX896" fmla="*/ 937343 w 1734579"/>
              <a:gd name="connsiteY896" fmla="*/ 207496 h 1708593"/>
              <a:gd name="connsiteX897" fmla="*/ 837942 w 1734579"/>
              <a:gd name="connsiteY897" fmla="*/ 160385 h 1708593"/>
              <a:gd name="connsiteX898" fmla="*/ 764952 w 1734579"/>
              <a:gd name="connsiteY898" fmla="*/ 118821 h 1708593"/>
              <a:gd name="connsiteX899" fmla="*/ 749586 w 1734579"/>
              <a:gd name="connsiteY899" fmla="*/ 117927 h 1708593"/>
              <a:gd name="connsiteX900" fmla="*/ 734638 w 1734579"/>
              <a:gd name="connsiteY900" fmla="*/ 118821 h 1708593"/>
              <a:gd name="connsiteX901" fmla="*/ 662511 w 1734579"/>
              <a:gd name="connsiteY901" fmla="*/ 160385 h 1708593"/>
              <a:gd name="connsiteX902" fmla="*/ 562069 w 1734579"/>
              <a:gd name="connsiteY902" fmla="*/ 207496 h 1708593"/>
              <a:gd name="connsiteX903" fmla="*/ 462743 w 1734579"/>
              <a:gd name="connsiteY903" fmla="*/ 160385 h 1708593"/>
              <a:gd name="connsiteX904" fmla="*/ 375034 w 1734579"/>
              <a:gd name="connsiteY904" fmla="*/ 117927 h 1708593"/>
              <a:gd name="connsiteX905" fmla="*/ 287371 w 1734579"/>
              <a:gd name="connsiteY905" fmla="*/ 160385 h 1708593"/>
              <a:gd name="connsiteX906" fmla="*/ 187517 w 1734579"/>
              <a:gd name="connsiteY906" fmla="*/ 207496 h 1708593"/>
              <a:gd name="connsiteX907" fmla="*/ 87663 w 1734579"/>
              <a:gd name="connsiteY907" fmla="*/ 160385 h 1708593"/>
              <a:gd name="connsiteX908" fmla="*/ 0 w 1734579"/>
              <a:gd name="connsiteY908" fmla="*/ 117927 h 1708593"/>
              <a:gd name="connsiteX909" fmla="*/ 0 w 1734579"/>
              <a:gd name="connsiteY909" fmla="*/ 0 h 1708593"/>
              <a:gd name="connsiteX910" fmla="*/ 99855 w 1734579"/>
              <a:gd name="connsiteY910" fmla="*/ 47649 h 1708593"/>
              <a:gd name="connsiteX911" fmla="*/ 187517 w 1734579"/>
              <a:gd name="connsiteY911" fmla="*/ 90068 h 1708593"/>
              <a:gd name="connsiteX912" fmla="*/ 275179 w 1734579"/>
              <a:gd name="connsiteY912" fmla="*/ 47649 h 1708593"/>
              <a:gd name="connsiteX913" fmla="*/ 375034 w 1734579"/>
              <a:gd name="connsiteY913" fmla="*/ 0 h 1708593"/>
              <a:gd name="connsiteX914" fmla="*/ 474940 w 1734579"/>
              <a:gd name="connsiteY914" fmla="*/ 47649 h 1708593"/>
              <a:gd name="connsiteX915" fmla="*/ 562069 w 1734579"/>
              <a:gd name="connsiteY915" fmla="*/ 90068 h 1708593"/>
              <a:gd name="connsiteX916" fmla="*/ 650315 w 1734579"/>
              <a:gd name="connsiteY916" fmla="*/ 47649 h 1708593"/>
              <a:gd name="connsiteX917" fmla="*/ 740506 w 1734579"/>
              <a:gd name="connsiteY917" fmla="*/ 286 h 1708593"/>
              <a:gd name="connsiteX918" fmla="*/ 749586 w 1734579"/>
              <a:gd name="connsiteY918" fmla="*/ 0 h 1708593"/>
              <a:gd name="connsiteX919" fmla="*/ 850154 w 1734579"/>
              <a:gd name="connsiteY919" fmla="*/ 47649 h 1708593"/>
              <a:gd name="connsiteX920" fmla="*/ 937343 w 1734579"/>
              <a:gd name="connsiteY920" fmla="*/ 90068 h 1708593"/>
              <a:gd name="connsiteX921" fmla="*/ 1025586 w 1734579"/>
              <a:gd name="connsiteY921" fmla="*/ 47649 h 1708593"/>
              <a:gd name="connsiteX922" fmla="*/ 1115684 w 1734579"/>
              <a:gd name="connsiteY922" fmla="*/ 286 h 1708593"/>
              <a:gd name="connsiteX923" fmla="*/ 1124860 w 1734579"/>
              <a:gd name="connsiteY923" fmla="*/ 0 h 1708593"/>
              <a:gd name="connsiteX924" fmla="*/ 1225295 w 1734579"/>
              <a:gd name="connsiteY924" fmla="*/ 47649 h 1708593"/>
              <a:gd name="connsiteX925" fmla="*/ 1312376 w 1734579"/>
              <a:gd name="connsiteY925" fmla="*/ 90068 h 1708593"/>
              <a:gd name="connsiteX926" fmla="*/ 1400620 w 1734579"/>
              <a:gd name="connsiteY926" fmla="*/ 47649 h 1708593"/>
              <a:gd name="connsiteX927" fmla="*/ 1490714 w 1734579"/>
              <a:gd name="connsiteY927" fmla="*/ 286 h 1708593"/>
              <a:gd name="connsiteX928" fmla="*/ 1499902 w 1734579"/>
              <a:gd name="connsiteY928" fmla="*/ 0 h 1708593"/>
              <a:gd name="connsiteX929" fmla="*/ 1600457 w 1734579"/>
              <a:gd name="connsiteY929" fmla="*/ 47649 h 1708593"/>
              <a:gd name="connsiteX930" fmla="*/ 1672675 w 1734579"/>
              <a:gd name="connsiteY930" fmla="*/ 89151 h 1708593"/>
              <a:gd name="connsiteX931" fmla="*/ 1687656 w 1734579"/>
              <a:gd name="connsiteY931" fmla="*/ 90068 h 1708593"/>
              <a:gd name="connsiteX932" fmla="*/ 1702991 w 1734579"/>
              <a:gd name="connsiteY932" fmla="*/ 89151 h 1708593"/>
              <a:gd name="connsiteX933" fmla="*/ 1734579 w 1734579"/>
              <a:gd name="connsiteY933" fmla="*/ 77655 h 1708593"/>
              <a:gd name="connsiteX934" fmla="*/ 1734579 w 1734579"/>
              <a:gd name="connsiteY934" fmla="*/ 98671 h 1708593"/>
              <a:gd name="connsiteX935" fmla="*/ 1727021 w 1734579"/>
              <a:gd name="connsiteY935" fmla="*/ 102189 h 1708593"/>
              <a:gd name="connsiteX936" fmla="*/ 1696936 w 1734579"/>
              <a:gd name="connsiteY936" fmla="*/ 107795 h 1708593"/>
              <a:gd name="connsiteX937" fmla="*/ 1687656 w 1734579"/>
              <a:gd name="connsiteY937" fmla="*/ 108081 h 1708593"/>
              <a:gd name="connsiteX938" fmla="*/ 1678456 w 1734579"/>
              <a:gd name="connsiteY938" fmla="*/ 107795 h 1708593"/>
              <a:gd name="connsiteX939" fmla="*/ 1588259 w 1734579"/>
              <a:gd name="connsiteY939" fmla="*/ 60433 h 1708593"/>
              <a:gd name="connsiteX940" fmla="*/ 1515254 w 1734579"/>
              <a:gd name="connsiteY940" fmla="*/ 18931 h 1708593"/>
              <a:gd name="connsiteX941" fmla="*/ 1499902 w 1734579"/>
              <a:gd name="connsiteY941" fmla="*/ 18014 h 1708593"/>
              <a:gd name="connsiteX942" fmla="*/ 1484938 w 1734579"/>
              <a:gd name="connsiteY942" fmla="*/ 18931 h 1708593"/>
              <a:gd name="connsiteX943" fmla="*/ 1412811 w 1734579"/>
              <a:gd name="connsiteY943" fmla="*/ 60433 h 1708593"/>
              <a:gd name="connsiteX944" fmla="*/ 1312376 w 1734579"/>
              <a:gd name="connsiteY944" fmla="*/ 108081 h 1708593"/>
              <a:gd name="connsiteX945" fmla="*/ 1213103 w 1734579"/>
              <a:gd name="connsiteY945" fmla="*/ 60433 h 1708593"/>
              <a:gd name="connsiteX946" fmla="*/ 1140202 w 1734579"/>
              <a:gd name="connsiteY946" fmla="*/ 18931 h 1708593"/>
              <a:gd name="connsiteX947" fmla="*/ 1124860 w 1734579"/>
              <a:gd name="connsiteY947" fmla="*/ 18014 h 1708593"/>
              <a:gd name="connsiteX948" fmla="*/ 1109907 w 1734579"/>
              <a:gd name="connsiteY948" fmla="*/ 18931 h 1708593"/>
              <a:gd name="connsiteX949" fmla="*/ 1037780 w 1734579"/>
              <a:gd name="connsiteY949" fmla="*/ 60433 h 1708593"/>
              <a:gd name="connsiteX950" fmla="*/ 937343 w 1734579"/>
              <a:gd name="connsiteY950" fmla="*/ 108081 h 1708593"/>
              <a:gd name="connsiteX951" fmla="*/ 837942 w 1734579"/>
              <a:gd name="connsiteY951" fmla="*/ 60433 h 1708593"/>
              <a:gd name="connsiteX952" fmla="*/ 764952 w 1734579"/>
              <a:gd name="connsiteY952" fmla="*/ 18931 h 1708593"/>
              <a:gd name="connsiteX953" fmla="*/ 749586 w 1734579"/>
              <a:gd name="connsiteY953" fmla="*/ 18014 h 1708593"/>
              <a:gd name="connsiteX954" fmla="*/ 734638 w 1734579"/>
              <a:gd name="connsiteY954" fmla="*/ 18931 h 1708593"/>
              <a:gd name="connsiteX955" fmla="*/ 662511 w 1734579"/>
              <a:gd name="connsiteY955" fmla="*/ 60433 h 1708593"/>
              <a:gd name="connsiteX956" fmla="*/ 562069 w 1734579"/>
              <a:gd name="connsiteY956" fmla="*/ 108081 h 1708593"/>
              <a:gd name="connsiteX957" fmla="*/ 462743 w 1734579"/>
              <a:gd name="connsiteY957" fmla="*/ 60433 h 1708593"/>
              <a:gd name="connsiteX958" fmla="*/ 375034 w 1734579"/>
              <a:gd name="connsiteY958" fmla="*/ 18014 h 1708593"/>
              <a:gd name="connsiteX959" fmla="*/ 287371 w 1734579"/>
              <a:gd name="connsiteY959" fmla="*/ 60433 h 1708593"/>
              <a:gd name="connsiteX960" fmla="*/ 187517 w 1734579"/>
              <a:gd name="connsiteY960" fmla="*/ 108081 h 1708593"/>
              <a:gd name="connsiteX961" fmla="*/ 87663 w 1734579"/>
              <a:gd name="connsiteY961" fmla="*/ 60433 h 1708593"/>
              <a:gd name="connsiteX962" fmla="*/ 0 w 1734579"/>
              <a:gd name="connsiteY962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</a:cxnLst>
            <a:rect l="l" t="t" r="r" b="b"/>
            <a:pathLst>
              <a:path w="1734579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0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4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803998" y="1603627"/>
                  <a:pt x="828351" y="1626915"/>
                  <a:pt x="850154" y="1648161"/>
                </a:cubicBezTo>
                <a:cubicBezTo>
                  <a:pt x="873408" y="1670242"/>
                  <a:pt x="894909" y="1690580"/>
                  <a:pt x="937343" y="1690580"/>
                </a:cubicBezTo>
                <a:cubicBezTo>
                  <a:pt x="980892" y="1690580"/>
                  <a:pt x="1002368" y="1670242"/>
                  <a:pt x="1025586" y="1648161"/>
                </a:cubicBezTo>
                <a:cubicBezTo>
                  <a:pt x="1047357" y="1626915"/>
                  <a:pt x="1071175" y="1603627"/>
                  <a:pt x="1115684" y="1600798"/>
                </a:cubicBezTo>
                <a:lnTo>
                  <a:pt x="1124860" y="1600512"/>
                </a:lnTo>
                <a:lnTo>
                  <a:pt x="1134151" y="1600798"/>
                </a:lnTo>
                <a:cubicBezTo>
                  <a:pt x="1179136" y="1603627"/>
                  <a:pt x="1202980" y="1626915"/>
                  <a:pt x="1225295" y="1648161"/>
                </a:cubicBezTo>
                <a:cubicBezTo>
                  <a:pt x="1248517" y="1670242"/>
                  <a:pt x="1270006" y="1690580"/>
                  <a:pt x="1312376" y="1690580"/>
                </a:cubicBezTo>
                <a:cubicBezTo>
                  <a:pt x="1355923" y="1690580"/>
                  <a:pt x="1377398" y="1670242"/>
                  <a:pt x="1400620" y="1648161"/>
                </a:cubicBezTo>
                <a:cubicBezTo>
                  <a:pt x="1422391" y="1626915"/>
                  <a:pt x="1446206" y="1603627"/>
                  <a:pt x="1490714" y="1600798"/>
                </a:cubicBezTo>
                <a:lnTo>
                  <a:pt x="1499902" y="1600512"/>
                </a:lnTo>
                <a:lnTo>
                  <a:pt x="1509200" y="1600798"/>
                </a:lnTo>
                <a:cubicBezTo>
                  <a:pt x="1554240" y="1603627"/>
                  <a:pt x="1578118" y="1626915"/>
                  <a:pt x="1600457" y="1648161"/>
                </a:cubicBezTo>
                <a:cubicBezTo>
                  <a:pt x="1620811" y="1667482"/>
                  <a:pt x="1639813" y="1685468"/>
                  <a:pt x="1672675" y="1689663"/>
                </a:cubicBezTo>
                <a:lnTo>
                  <a:pt x="1687656" y="1690580"/>
                </a:lnTo>
                <a:lnTo>
                  <a:pt x="1702991" y="1689663"/>
                </a:lnTo>
                <a:lnTo>
                  <a:pt x="1734579" y="1678168"/>
                </a:lnTo>
                <a:lnTo>
                  <a:pt x="1734579" y="1699183"/>
                </a:lnTo>
                <a:lnTo>
                  <a:pt x="1727021" y="1702701"/>
                </a:lnTo>
                <a:cubicBezTo>
                  <a:pt x="1718110" y="1705614"/>
                  <a:pt x="1708183" y="1707600"/>
                  <a:pt x="1696936" y="1708307"/>
                </a:cubicBezTo>
                <a:lnTo>
                  <a:pt x="1687656" y="1708593"/>
                </a:lnTo>
                <a:lnTo>
                  <a:pt x="1678456" y="1708307"/>
                </a:lnTo>
                <a:cubicBezTo>
                  <a:pt x="1633890" y="1705479"/>
                  <a:pt x="1610048" y="1682190"/>
                  <a:pt x="1588259" y="1660945"/>
                </a:cubicBezTo>
                <a:cubicBezTo>
                  <a:pt x="1567905" y="1641624"/>
                  <a:pt x="1548904" y="1623638"/>
                  <a:pt x="1515254" y="1619443"/>
                </a:cubicBezTo>
                <a:lnTo>
                  <a:pt x="1499902" y="1618526"/>
                </a:lnTo>
                <a:lnTo>
                  <a:pt x="1484938" y="1619443"/>
                </a:lnTo>
                <a:cubicBezTo>
                  <a:pt x="1452116" y="1623638"/>
                  <a:pt x="1433131" y="1641624"/>
                  <a:pt x="1412811" y="1660945"/>
                </a:cubicBezTo>
                <a:cubicBezTo>
                  <a:pt x="1389009" y="1683607"/>
                  <a:pt x="1363465" y="1708593"/>
                  <a:pt x="1312376" y="1708593"/>
                </a:cubicBezTo>
                <a:cubicBezTo>
                  <a:pt x="1261869" y="1708593"/>
                  <a:pt x="1236325" y="1683607"/>
                  <a:pt x="1213103" y="1660945"/>
                </a:cubicBezTo>
                <a:cubicBezTo>
                  <a:pt x="1192784" y="1641624"/>
                  <a:pt x="1173800" y="1623638"/>
                  <a:pt x="1140202" y="1619443"/>
                </a:cubicBezTo>
                <a:lnTo>
                  <a:pt x="1124860" y="1618526"/>
                </a:lnTo>
                <a:lnTo>
                  <a:pt x="1109907" y="1619443"/>
                </a:lnTo>
                <a:cubicBezTo>
                  <a:pt x="1077083" y="1623638"/>
                  <a:pt x="1058099" y="1641624"/>
                  <a:pt x="1037780" y="1660945"/>
                </a:cubicBezTo>
                <a:cubicBezTo>
                  <a:pt x="1014563" y="1683607"/>
                  <a:pt x="988431" y="1708593"/>
                  <a:pt x="937343" y="1708593"/>
                </a:cubicBezTo>
                <a:cubicBezTo>
                  <a:pt x="887352" y="1708593"/>
                  <a:pt x="861195" y="1683607"/>
                  <a:pt x="837942" y="1660945"/>
                </a:cubicBezTo>
                <a:cubicBezTo>
                  <a:pt x="817603" y="1641624"/>
                  <a:pt x="798587" y="1623638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0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0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4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803998" y="1504144"/>
                  <a:pt x="828351" y="1526943"/>
                  <a:pt x="850154" y="1548208"/>
                </a:cubicBezTo>
                <a:cubicBezTo>
                  <a:pt x="873408" y="1570891"/>
                  <a:pt x="894909" y="1590666"/>
                  <a:pt x="937343" y="1590666"/>
                </a:cubicBezTo>
                <a:cubicBezTo>
                  <a:pt x="980892" y="1590666"/>
                  <a:pt x="1002368" y="1570310"/>
                  <a:pt x="1025586" y="1548208"/>
                </a:cubicBezTo>
                <a:cubicBezTo>
                  <a:pt x="1047357" y="1526943"/>
                  <a:pt x="1071175" y="1504144"/>
                  <a:pt x="1115684" y="1501377"/>
                </a:cubicBezTo>
                <a:lnTo>
                  <a:pt x="1124860" y="1501097"/>
                </a:lnTo>
                <a:lnTo>
                  <a:pt x="1134151" y="1501377"/>
                </a:lnTo>
                <a:cubicBezTo>
                  <a:pt x="1179136" y="1504144"/>
                  <a:pt x="1202980" y="1526943"/>
                  <a:pt x="1225295" y="1548208"/>
                </a:cubicBezTo>
                <a:cubicBezTo>
                  <a:pt x="1248517" y="1570891"/>
                  <a:pt x="1270006" y="1590666"/>
                  <a:pt x="1312376" y="1590666"/>
                </a:cubicBezTo>
                <a:cubicBezTo>
                  <a:pt x="1355923" y="1590666"/>
                  <a:pt x="1377398" y="1570310"/>
                  <a:pt x="1400620" y="1548208"/>
                </a:cubicBezTo>
                <a:cubicBezTo>
                  <a:pt x="1422391" y="1526943"/>
                  <a:pt x="1446206" y="1504144"/>
                  <a:pt x="1490714" y="1501377"/>
                </a:cubicBezTo>
                <a:lnTo>
                  <a:pt x="1499902" y="1501097"/>
                </a:lnTo>
                <a:lnTo>
                  <a:pt x="1509200" y="1501377"/>
                </a:lnTo>
                <a:cubicBezTo>
                  <a:pt x="1554240" y="1504144"/>
                  <a:pt x="1578118" y="1526943"/>
                  <a:pt x="1600457" y="1548208"/>
                </a:cubicBezTo>
                <a:cubicBezTo>
                  <a:pt x="1620811" y="1568056"/>
                  <a:pt x="1639813" y="1585677"/>
                  <a:pt x="1672675" y="1589772"/>
                </a:cubicBezTo>
                <a:lnTo>
                  <a:pt x="1687656" y="1590666"/>
                </a:lnTo>
                <a:lnTo>
                  <a:pt x="1702991" y="1589748"/>
                </a:lnTo>
                <a:lnTo>
                  <a:pt x="1734579" y="1578243"/>
                </a:lnTo>
                <a:lnTo>
                  <a:pt x="1734579" y="1599278"/>
                </a:lnTo>
                <a:lnTo>
                  <a:pt x="1727021" y="1602799"/>
                </a:lnTo>
                <a:cubicBezTo>
                  <a:pt x="1718110" y="1605715"/>
                  <a:pt x="1708183" y="1607703"/>
                  <a:pt x="1696936" y="1608410"/>
                </a:cubicBezTo>
                <a:lnTo>
                  <a:pt x="1687656" y="1608697"/>
                </a:lnTo>
                <a:lnTo>
                  <a:pt x="1678456" y="1608410"/>
                </a:lnTo>
                <a:cubicBezTo>
                  <a:pt x="1633890" y="1605580"/>
                  <a:pt x="1610048" y="1582269"/>
                  <a:pt x="1588259" y="1561004"/>
                </a:cubicBezTo>
                <a:cubicBezTo>
                  <a:pt x="1567905" y="1541665"/>
                  <a:pt x="1548904" y="1523662"/>
                  <a:pt x="1515254" y="1519464"/>
                </a:cubicBezTo>
                <a:lnTo>
                  <a:pt x="1499902" y="1518546"/>
                </a:lnTo>
                <a:lnTo>
                  <a:pt x="1484938" y="1519464"/>
                </a:lnTo>
                <a:cubicBezTo>
                  <a:pt x="1452116" y="1523662"/>
                  <a:pt x="1433131" y="1541665"/>
                  <a:pt x="1412811" y="1561004"/>
                </a:cubicBezTo>
                <a:cubicBezTo>
                  <a:pt x="1389009" y="1583687"/>
                  <a:pt x="1363465" y="1608697"/>
                  <a:pt x="1312376" y="1608697"/>
                </a:cubicBezTo>
                <a:cubicBezTo>
                  <a:pt x="1261869" y="1608697"/>
                  <a:pt x="1236325" y="1583687"/>
                  <a:pt x="1213103" y="1561004"/>
                </a:cubicBezTo>
                <a:cubicBezTo>
                  <a:pt x="1192784" y="1541665"/>
                  <a:pt x="1173800" y="1523662"/>
                  <a:pt x="1140202" y="1519464"/>
                </a:cubicBezTo>
                <a:lnTo>
                  <a:pt x="1124860" y="1518546"/>
                </a:lnTo>
                <a:lnTo>
                  <a:pt x="1109907" y="1519464"/>
                </a:lnTo>
                <a:cubicBezTo>
                  <a:pt x="1077083" y="1523662"/>
                  <a:pt x="1058099" y="1541665"/>
                  <a:pt x="1037780" y="1561004"/>
                </a:cubicBezTo>
                <a:cubicBezTo>
                  <a:pt x="1014563" y="1583687"/>
                  <a:pt x="988431" y="1608697"/>
                  <a:pt x="937343" y="1608697"/>
                </a:cubicBezTo>
                <a:cubicBezTo>
                  <a:pt x="887352" y="1608697"/>
                  <a:pt x="861195" y="1583687"/>
                  <a:pt x="837942" y="1561004"/>
                </a:cubicBezTo>
                <a:cubicBezTo>
                  <a:pt x="817603" y="1541665"/>
                  <a:pt x="798587" y="1523662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0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0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4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803998" y="1403111"/>
                  <a:pt x="828351" y="1426400"/>
                  <a:pt x="850154" y="1447645"/>
                </a:cubicBezTo>
                <a:cubicBezTo>
                  <a:pt x="873408" y="1469726"/>
                  <a:pt x="894909" y="1490064"/>
                  <a:pt x="937343" y="1490064"/>
                </a:cubicBezTo>
                <a:cubicBezTo>
                  <a:pt x="980892" y="1490064"/>
                  <a:pt x="1002368" y="1469726"/>
                  <a:pt x="1025586" y="1447645"/>
                </a:cubicBezTo>
                <a:cubicBezTo>
                  <a:pt x="1047357" y="1426400"/>
                  <a:pt x="1071175" y="1403111"/>
                  <a:pt x="1115684" y="1400283"/>
                </a:cubicBezTo>
                <a:lnTo>
                  <a:pt x="1124860" y="1399997"/>
                </a:lnTo>
                <a:lnTo>
                  <a:pt x="1134151" y="1400283"/>
                </a:lnTo>
                <a:cubicBezTo>
                  <a:pt x="1179136" y="1403111"/>
                  <a:pt x="1202980" y="1426400"/>
                  <a:pt x="1225295" y="1447645"/>
                </a:cubicBezTo>
                <a:cubicBezTo>
                  <a:pt x="1248517" y="1469726"/>
                  <a:pt x="1270006" y="1490064"/>
                  <a:pt x="1312376" y="1490064"/>
                </a:cubicBezTo>
                <a:cubicBezTo>
                  <a:pt x="1355923" y="1490064"/>
                  <a:pt x="1377398" y="1469726"/>
                  <a:pt x="1400620" y="1447645"/>
                </a:cubicBezTo>
                <a:cubicBezTo>
                  <a:pt x="1422391" y="1426400"/>
                  <a:pt x="1446206" y="1403111"/>
                  <a:pt x="1490714" y="1400283"/>
                </a:cubicBezTo>
                <a:lnTo>
                  <a:pt x="1499902" y="1399997"/>
                </a:lnTo>
                <a:lnTo>
                  <a:pt x="1509200" y="1400283"/>
                </a:lnTo>
                <a:cubicBezTo>
                  <a:pt x="1554240" y="1403111"/>
                  <a:pt x="1578118" y="1426400"/>
                  <a:pt x="1600457" y="1447645"/>
                </a:cubicBezTo>
                <a:cubicBezTo>
                  <a:pt x="1620811" y="1466966"/>
                  <a:pt x="1639813" y="1484953"/>
                  <a:pt x="1672675" y="1489147"/>
                </a:cubicBezTo>
                <a:lnTo>
                  <a:pt x="1687656" y="1490064"/>
                </a:lnTo>
                <a:lnTo>
                  <a:pt x="1702991" y="1489147"/>
                </a:lnTo>
                <a:lnTo>
                  <a:pt x="1734579" y="1477652"/>
                </a:lnTo>
                <a:lnTo>
                  <a:pt x="1734579" y="1498668"/>
                </a:lnTo>
                <a:lnTo>
                  <a:pt x="1727021" y="1502186"/>
                </a:lnTo>
                <a:cubicBezTo>
                  <a:pt x="1718110" y="1505099"/>
                  <a:pt x="1708183" y="1507085"/>
                  <a:pt x="1696936" y="1507792"/>
                </a:cubicBezTo>
                <a:lnTo>
                  <a:pt x="1687656" y="1508078"/>
                </a:lnTo>
                <a:lnTo>
                  <a:pt x="1678456" y="1507792"/>
                </a:lnTo>
                <a:cubicBezTo>
                  <a:pt x="1633890" y="1504964"/>
                  <a:pt x="1610048" y="1481675"/>
                  <a:pt x="1588259" y="1460429"/>
                </a:cubicBezTo>
                <a:cubicBezTo>
                  <a:pt x="1567905" y="1441108"/>
                  <a:pt x="1548904" y="1423122"/>
                  <a:pt x="1515254" y="1418928"/>
                </a:cubicBezTo>
                <a:lnTo>
                  <a:pt x="1499902" y="1418010"/>
                </a:lnTo>
                <a:lnTo>
                  <a:pt x="1484938" y="1418928"/>
                </a:lnTo>
                <a:cubicBezTo>
                  <a:pt x="1452116" y="1423122"/>
                  <a:pt x="1433131" y="1441108"/>
                  <a:pt x="1412811" y="1460429"/>
                </a:cubicBezTo>
                <a:cubicBezTo>
                  <a:pt x="1389009" y="1483091"/>
                  <a:pt x="1363465" y="1508078"/>
                  <a:pt x="1312376" y="1508078"/>
                </a:cubicBezTo>
                <a:cubicBezTo>
                  <a:pt x="1261869" y="1508078"/>
                  <a:pt x="1236325" y="1483091"/>
                  <a:pt x="1213103" y="1460429"/>
                </a:cubicBezTo>
                <a:cubicBezTo>
                  <a:pt x="1192784" y="1441108"/>
                  <a:pt x="1173800" y="1423122"/>
                  <a:pt x="1140202" y="1418928"/>
                </a:cubicBezTo>
                <a:lnTo>
                  <a:pt x="1124860" y="1418010"/>
                </a:lnTo>
                <a:lnTo>
                  <a:pt x="1109907" y="1418928"/>
                </a:lnTo>
                <a:cubicBezTo>
                  <a:pt x="1077083" y="1423122"/>
                  <a:pt x="1058099" y="1441108"/>
                  <a:pt x="1037780" y="1460429"/>
                </a:cubicBezTo>
                <a:cubicBezTo>
                  <a:pt x="1014563" y="1483091"/>
                  <a:pt x="988431" y="1508078"/>
                  <a:pt x="937343" y="1508078"/>
                </a:cubicBezTo>
                <a:cubicBezTo>
                  <a:pt x="887352" y="1508078"/>
                  <a:pt x="861195" y="1483091"/>
                  <a:pt x="837942" y="1460429"/>
                </a:cubicBezTo>
                <a:cubicBezTo>
                  <a:pt x="817603" y="1441108"/>
                  <a:pt x="798587" y="1423122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0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0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4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803998" y="1303697"/>
                  <a:pt x="828351" y="1326973"/>
                  <a:pt x="850154" y="1347693"/>
                </a:cubicBezTo>
                <a:cubicBezTo>
                  <a:pt x="873408" y="1370376"/>
                  <a:pt x="894909" y="1390151"/>
                  <a:pt x="937343" y="1390151"/>
                </a:cubicBezTo>
                <a:cubicBezTo>
                  <a:pt x="980892" y="1390151"/>
                  <a:pt x="1002368" y="1370376"/>
                  <a:pt x="1025586" y="1347693"/>
                </a:cubicBezTo>
                <a:cubicBezTo>
                  <a:pt x="1047357" y="1326973"/>
                  <a:pt x="1071175" y="1303697"/>
                  <a:pt x="1115684" y="1300868"/>
                </a:cubicBezTo>
                <a:lnTo>
                  <a:pt x="1124860" y="1300582"/>
                </a:lnTo>
                <a:lnTo>
                  <a:pt x="1134151" y="1300868"/>
                </a:lnTo>
                <a:cubicBezTo>
                  <a:pt x="1179136" y="1303697"/>
                  <a:pt x="1202980" y="1326973"/>
                  <a:pt x="1225295" y="1347693"/>
                </a:cubicBezTo>
                <a:cubicBezTo>
                  <a:pt x="1248517" y="1370376"/>
                  <a:pt x="1270006" y="1390151"/>
                  <a:pt x="1312376" y="1390151"/>
                </a:cubicBezTo>
                <a:cubicBezTo>
                  <a:pt x="1355923" y="1390151"/>
                  <a:pt x="1377398" y="1370376"/>
                  <a:pt x="1400620" y="1347693"/>
                </a:cubicBezTo>
                <a:cubicBezTo>
                  <a:pt x="1422391" y="1326973"/>
                  <a:pt x="1446206" y="1303697"/>
                  <a:pt x="1490714" y="1300868"/>
                </a:cubicBezTo>
                <a:lnTo>
                  <a:pt x="1499902" y="1300582"/>
                </a:lnTo>
                <a:lnTo>
                  <a:pt x="1509200" y="1300868"/>
                </a:lnTo>
                <a:cubicBezTo>
                  <a:pt x="1554240" y="1303697"/>
                  <a:pt x="1578118" y="1326973"/>
                  <a:pt x="1600457" y="1347693"/>
                </a:cubicBezTo>
                <a:cubicBezTo>
                  <a:pt x="1620811" y="1367541"/>
                  <a:pt x="1639813" y="1385162"/>
                  <a:pt x="1672675" y="1389257"/>
                </a:cubicBezTo>
                <a:lnTo>
                  <a:pt x="1687656" y="1390151"/>
                </a:lnTo>
                <a:lnTo>
                  <a:pt x="1702991" y="1389257"/>
                </a:lnTo>
                <a:lnTo>
                  <a:pt x="1734579" y="1377917"/>
                </a:lnTo>
                <a:lnTo>
                  <a:pt x="1734579" y="1398947"/>
                </a:lnTo>
                <a:lnTo>
                  <a:pt x="1727021" y="1402407"/>
                </a:lnTo>
                <a:cubicBezTo>
                  <a:pt x="1718110" y="1405266"/>
                  <a:pt x="1708183" y="1407210"/>
                  <a:pt x="1696936" y="1407901"/>
                </a:cubicBezTo>
                <a:lnTo>
                  <a:pt x="1687656" y="1408181"/>
                </a:lnTo>
                <a:lnTo>
                  <a:pt x="1678456" y="1407901"/>
                </a:lnTo>
                <a:cubicBezTo>
                  <a:pt x="1633890" y="1405135"/>
                  <a:pt x="1610048" y="1382336"/>
                  <a:pt x="1588259" y="1361070"/>
                </a:cubicBezTo>
                <a:cubicBezTo>
                  <a:pt x="1567905" y="1341222"/>
                  <a:pt x="1548904" y="1323601"/>
                  <a:pt x="1515254" y="1319506"/>
                </a:cubicBezTo>
                <a:lnTo>
                  <a:pt x="1499902" y="1318612"/>
                </a:lnTo>
                <a:lnTo>
                  <a:pt x="1484938" y="1319506"/>
                </a:lnTo>
                <a:cubicBezTo>
                  <a:pt x="1452116" y="1323601"/>
                  <a:pt x="1433131" y="1341222"/>
                  <a:pt x="1412811" y="1361070"/>
                </a:cubicBezTo>
                <a:cubicBezTo>
                  <a:pt x="1389009" y="1383753"/>
                  <a:pt x="1363465" y="1408181"/>
                  <a:pt x="1312376" y="1408181"/>
                </a:cubicBezTo>
                <a:cubicBezTo>
                  <a:pt x="1261869" y="1408181"/>
                  <a:pt x="1236325" y="1383753"/>
                  <a:pt x="1213103" y="1361070"/>
                </a:cubicBezTo>
                <a:cubicBezTo>
                  <a:pt x="1192784" y="1341222"/>
                  <a:pt x="1173800" y="1323601"/>
                  <a:pt x="1140202" y="1319506"/>
                </a:cubicBezTo>
                <a:lnTo>
                  <a:pt x="1124860" y="1318612"/>
                </a:lnTo>
                <a:lnTo>
                  <a:pt x="1109907" y="1319506"/>
                </a:lnTo>
                <a:cubicBezTo>
                  <a:pt x="1077083" y="1323601"/>
                  <a:pt x="1058099" y="1341222"/>
                  <a:pt x="1037780" y="1361070"/>
                </a:cubicBezTo>
                <a:cubicBezTo>
                  <a:pt x="1014563" y="1383753"/>
                  <a:pt x="988431" y="1408181"/>
                  <a:pt x="937343" y="1408181"/>
                </a:cubicBezTo>
                <a:cubicBezTo>
                  <a:pt x="887352" y="1408181"/>
                  <a:pt x="861195" y="1383753"/>
                  <a:pt x="837942" y="1361070"/>
                </a:cubicBezTo>
                <a:cubicBezTo>
                  <a:pt x="817603" y="1341222"/>
                  <a:pt x="798587" y="1323601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0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0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4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803998" y="1203799"/>
                  <a:pt x="828351" y="1227088"/>
                  <a:pt x="850154" y="1248334"/>
                </a:cubicBezTo>
                <a:cubicBezTo>
                  <a:pt x="873408" y="1270415"/>
                  <a:pt x="894909" y="1290753"/>
                  <a:pt x="937343" y="1290753"/>
                </a:cubicBezTo>
                <a:cubicBezTo>
                  <a:pt x="980892" y="1290753"/>
                  <a:pt x="1002368" y="1270415"/>
                  <a:pt x="1025586" y="1248334"/>
                </a:cubicBezTo>
                <a:cubicBezTo>
                  <a:pt x="1047357" y="1227088"/>
                  <a:pt x="1071175" y="1203799"/>
                  <a:pt x="1115684" y="1200971"/>
                </a:cubicBezTo>
                <a:lnTo>
                  <a:pt x="1124860" y="1200685"/>
                </a:lnTo>
                <a:lnTo>
                  <a:pt x="1134151" y="1200971"/>
                </a:lnTo>
                <a:cubicBezTo>
                  <a:pt x="1179136" y="1203799"/>
                  <a:pt x="1202980" y="1227088"/>
                  <a:pt x="1225295" y="1248334"/>
                </a:cubicBezTo>
                <a:cubicBezTo>
                  <a:pt x="1248517" y="1270415"/>
                  <a:pt x="1270006" y="1290753"/>
                  <a:pt x="1312376" y="1290753"/>
                </a:cubicBezTo>
                <a:cubicBezTo>
                  <a:pt x="1355923" y="1290753"/>
                  <a:pt x="1377398" y="1270415"/>
                  <a:pt x="1400620" y="1248334"/>
                </a:cubicBezTo>
                <a:cubicBezTo>
                  <a:pt x="1422391" y="1227088"/>
                  <a:pt x="1446206" y="1203799"/>
                  <a:pt x="1490714" y="1200971"/>
                </a:cubicBezTo>
                <a:lnTo>
                  <a:pt x="1499902" y="1200685"/>
                </a:lnTo>
                <a:lnTo>
                  <a:pt x="1509200" y="1200971"/>
                </a:lnTo>
                <a:cubicBezTo>
                  <a:pt x="1554240" y="1203799"/>
                  <a:pt x="1578118" y="1227088"/>
                  <a:pt x="1600457" y="1248334"/>
                </a:cubicBezTo>
                <a:cubicBezTo>
                  <a:pt x="1620811" y="1267654"/>
                  <a:pt x="1639813" y="1285641"/>
                  <a:pt x="1672675" y="1289836"/>
                </a:cubicBezTo>
                <a:lnTo>
                  <a:pt x="1687656" y="1290753"/>
                </a:lnTo>
                <a:lnTo>
                  <a:pt x="1702991" y="1289836"/>
                </a:lnTo>
                <a:lnTo>
                  <a:pt x="1734579" y="1278340"/>
                </a:lnTo>
                <a:lnTo>
                  <a:pt x="1734579" y="1299356"/>
                </a:lnTo>
                <a:lnTo>
                  <a:pt x="1727021" y="1302874"/>
                </a:lnTo>
                <a:cubicBezTo>
                  <a:pt x="1718110" y="1305787"/>
                  <a:pt x="1708183" y="1307773"/>
                  <a:pt x="1696936" y="1308480"/>
                </a:cubicBezTo>
                <a:lnTo>
                  <a:pt x="1687656" y="1308766"/>
                </a:lnTo>
                <a:lnTo>
                  <a:pt x="1678456" y="1308480"/>
                </a:lnTo>
                <a:cubicBezTo>
                  <a:pt x="1633890" y="1305652"/>
                  <a:pt x="1610048" y="1282363"/>
                  <a:pt x="1588259" y="1261118"/>
                </a:cubicBezTo>
                <a:cubicBezTo>
                  <a:pt x="1567905" y="1241797"/>
                  <a:pt x="1548904" y="1223810"/>
                  <a:pt x="1515254" y="1219616"/>
                </a:cubicBezTo>
                <a:lnTo>
                  <a:pt x="1499902" y="1218699"/>
                </a:lnTo>
                <a:lnTo>
                  <a:pt x="1484938" y="1219616"/>
                </a:lnTo>
                <a:cubicBezTo>
                  <a:pt x="1452116" y="1223810"/>
                  <a:pt x="1433131" y="1241797"/>
                  <a:pt x="1412811" y="1261118"/>
                </a:cubicBezTo>
                <a:cubicBezTo>
                  <a:pt x="1389009" y="1283779"/>
                  <a:pt x="1363465" y="1308766"/>
                  <a:pt x="1312376" y="1308766"/>
                </a:cubicBezTo>
                <a:cubicBezTo>
                  <a:pt x="1261869" y="1308766"/>
                  <a:pt x="1236325" y="1283779"/>
                  <a:pt x="1213103" y="1261118"/>
                </a:cubicBezTo>
                <a:cubicBezTo>
                  <a:pt x="1192784" y="1241797"/>
                  <a:pt x="1173800" y="1223810"/>
                  <a:pt x="1140202" y="1219616"/>
                </a:cubicBezTo>
                <a:lnTo>
                  <a:pt x="1124860" y="1218699"/>
                </a:lnTo>
                <a:lnTo>
                  <a:pt x="1109907" y="1219616"/>
                </a:lnTo>
                <a:cubicBezTo>
                  <a:pt x="1077083" y="1223810"/>
                  <a:pt x="1058099" y="1241797"/>
                  <a:pt x="1037780" y="1261118"/>
                </a:cubicBezTo>
                <a:cubicBezTo>
                  <a:pt x="1014563" y="1283779"/>
                  <a:pt x="988431" y="1308766"/>
                  <a:pt x="937343" y="1308766"/>
                </a:cubicBezTo>
                <a:cubicBezTo>
                  <a:pt x="887352" y="1308766"/>
                  <a:pt x="861195" y="1283779"/>
                  <a:pt x="837942" y="1261118"/>
                </a:cubicBezTo>
                <a:cubicBezTo>
                  <a:pt x="817603" y="1241797"/>
                  <a:pt x="798587" y="1223810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0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0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4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803998" y="1103181"/>
                  <a:pt x="828351" y="1126469"/>
                  <a:pt x="850154" y="1147715"/>
                </a:cubicBezTo>
                <a:cubicBezTo>
                  <a:pt x="873408" y="1169796"/>
                  <a:pt x="894909" y="1190134"/>
                  <a:pt x="937343" y="1190134"/>
                </a:cubicBezTo>
                <a:cubicBezTo>
                  <a:pt x="980892" y="1190134"/>
                  <a:pt x="1002368" y="1169796"/>
                  <a:pt x="1025586" y="1147715"/>
                </a:cubicBezTo>
                <a:cubicBezTo>
                  <a:pt x="1047357" y="1126469"/>
                  <a:pt x="1071175" y="1103181"/>
                  <a:pt x="1115684" y="1100352"/>
                </a:cubicBezTo>
                <a:lnTo>
                  <a:pt x="1124860" y="1100066"/>
                </a:lnTo>
                <a:lnTo>
                  <a:pt x="1134151" y="1100352"/>
                </a:lnTo>
                <a:cubicBezTo>
                  <a:pt x="1179136" y="1103181"/>
                  <a:pt x="1202980" y="1126469"/>
                  <a:pt x="1225295" y="1147715"/>
                </a:cubicBezTo>
                <a:cubicBezTo>
                  <a:pt x="1248517" y="1169796"/>
                  <a:pt x="1270006" y="1190134"/>
                  <a:pt x="1312376" y="1190134"/>
                </a:cubicBezTo>
                <a:cubicBezTo>
                  <a:pt x="1355923" y="1190134"/>
                  <a:pt x="1377398" y="1169796"/>
                  <a:pt x="1400620" y="1147715"/>
                </a:cubicBezTo>
                <a:cubicBezTo>
                  <a:pt x="1422391" y="1126469"/>
                  <a:pt x="1446206" y="1103181"/>
                  <a:pt x="1490714" y="1100352"/>
                </a:cubicBezTo>
                <a:lnTo>
                  <a:pt x="1499902" y="1100066"/>
                </a:lnTo>
                <a:lnTo>
                  <a:pt x="1509200" y="1100352"/>
                </a:lnTo>
                <a:cubicBezTo>
                  <a:pt x="1554240" y="1103181"/>
                  <a:pt x="1578118" y="1126469"/>
                  <a:pt x="1600457" y="1147715"/>
                </a:cubicBezTo>
                <a:cubicBezTo>
                  <a:pt x="1620811" y="1167036"/>
                  <a:pt x="1639813" y="1185022"/>
                  <a:pt x="1672675" y="1189217"/>
                </a:cubicBezTo>
                <a:lnTo>
                  <a:pt x="1687656" y="1190134"/>
                </a:lnTo>
                <a:lnTo>
                  <a:pt x="1702991" y="1189217"/>
                </a:lnTo>
                <a:lnTo>
                  <a:pt x="1734579" y="1177722"/>
                </a:lnTo>
                <a:lnTo>
                  <a:pt x="1734579" y="1198738"/>
                </a:lnTo>
                <a:lnTo>
                  <a:pt x="1727021" y="1202255"/>
                </a:lnTo>
                <a:cubicBezTo>
                  <a:pt x="1718110" y="1205168"/>
                  <a:pt x="1708183" y="1207154"/>
                  <a:pt x="1696936" y="1207861"/>
                </a:cubicBezTo>
                <a:lnTo>
                  <a:pt x="1687656" y="1208147"/>
                </a:lnTo>
                <a:lnTo>
                  <a:pt x="1678456" y="1207861"/>
                </a:lnTo>
                <a:cubicBezTo>
                  <a:pt x="1633890" y="1205033"/>
                  <a:pt x="1610048" y="1181744"/>
                  <a:pt x="1588259" y="1160499"/>
                </a:cubicBezTo>
                <a:cubicBezTo>
                  <a:pt x="1567905" y="1141178"/>
                  <a:pt x="1548904" y="1123191"/>
                  <a:pt x="1515254" y="1118997"/>
                </a:cubicBezTo>
                <a:lnTo>
                  <a:pt x="1499902" y="1118080"/>
                </a:lnTo>
                <a:lnTo>
                  <a:pt x="1484938" y="1118997"/>
                </a:lnTo>
                <a:cubicBezTo>
                  <a:pt x="1452116" y="1123191"/>
                  <a:pt x="1433131" y="1141178"/>
                  <a:pt x="1412811" y="1160499"/>
                </a:cubicBezTo>
                <a:cubicBezTo>
                  <a:pt x="1389009" y="1183161"/>
                  <a:pt x="1363465" y="1208147"/>
                  <a:pt x="1312376" y="1208147"/>
                </a:cubicBezTo>
                <a:cubicBezTo>
                  <a:pt x="1261869" y="1208147"/>
                  <a:pt x="1236325" y="1183161"/>
                  <a:pt x="1213103" y="1160499"/>
                </a:cubicBezTo>
                <a:cubicBezTo>
                  <a:pt x="1192784" y="1141178"/>
                  <a:pt x="1173800" y="1123191"/>
                  <a:pt x="1140202" y="1118997"/>
                </a:cubicBezTo>
                <a:lnTo>
                  <a:pt x="1124860" y="1118080"/>
                </a:lnTo>
                <a:lnTo>
                  <a:pt x="1109907" y="1118997"/>
                </a:lnTo>
                <a:cubicBezTo>
                  <a:pt x="1077083" y="1123191"/>
                  <a:pt x="1058099" y="1141178"/>
                  <a:pt x="1037780" y="1160499"/>
                </a:cubicBezTo>
                <a:cubicBezTo>
                  <a:pt x="1014563" y="1183161"/>
                  <a:pt x="988431" y="1208147"/>
                  <a:pt x="937343" y="1208147"/>
                </a:cubicBezTo>
                <a:cubicBezTo>
                  <a:pt x="887352" y="1208147"/>
                  <a:pt x="861195" y="1183161"/>
                  <a:pt x="837942" y="1160499"/>
                </a:cubicBezTo>
                <a:cubicBezTo>
                  <a:pt x="817603" y="1141178"/>
                  <a:pt x="798587" y="1123191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0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0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4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803998" y="1003698"/>
                  <a:pt x="828351" y="1026497"/>
                  <a:pt x="850154" y="1047762"/>
                </a:cubicBezTo>
                <a:cubicBezTo>
                  <a:pt x="873408" y="1070445"/>
                  <a:pt x="894909" y="1090220"/>
                  <a:pt x="937343" y="1090220"/>
                </a:cubicBezTo>
                <a:cubicBezTo>
                  <a:pt x="980892" y="1090220"/>
                  <a:pt x="1002368" y="1070445"/>
                  <a:pt x="1025586" y="1047762"/>
                </a:cubicBezTo>
                <a:cubicBezTo>
                  <a:pt x="1047357" y="1027042"/>
                  <a:pt x="1071175" y="1003766"/>
                  <a:pt x="1115684" y="1000937"/>
                </a:cubicBezTo>
                <a:lnTo>
                  <a:pt x="1124860" y="1000651"/>
                </a:lnTo>
                <a:lnTo>
                  <a:pt x="1134151" y="1000931"/>
                </a:lnTo>
                <a:cubicBezTo>
                  <a:pt x="1179136" y="1003698"/>
                  <a:pt x="1202980" y="1026497"/>
                  <a:pt x="1225295" y="1047762"/>
                </a:cubicBezTo>
                <a:cubicBezTo>
                  <a:pt x="1248517" y="1070445"/>
                  <a:pt x="1270006" y="1090220"/>
                  <a:pt x="1312376" y="1090220"/>
                </a:cubicBezTo>
                <a:cubicBezTo>
                  <a:pt x="1355923" y="1090220"/>
                  <a:pt x="1377398" y="1070445"/>
                  <a:pt x="1400620" y="1047762"/>
                </a:cubicBezTo>
                <a:cubicBezTo>
                  <a:pt x="1422391" y="1027042"/>
                  <a:pt x="1446206" y="1003766"/>
                  <a:pt x="1490714" y="1000937"/>
                </a:cubicBezTo>
                <a:lnTo>
                  <a:pt x="1499902" y="1000651"/>
                </a:lnTo>
                <a:lnTo>
                  <a:pt x="1509200" y="1000931"/>
                </a:lnTo>
                <a:cubicBezTo>
                  <a:pt x="1554240" y="1003698"/>
                  <a:pt x="1578118" y="1026497"/>
                  <a:pt x="1600457" y="1047762"/>
                </a:cubicBezTo>
                <a:cubicBezTo>
                  <a:pt x="1620811" y="1067610"/>
                  <a:pt x="1639813" y="1085231"/>
                  <a:pt x="1672675" y="1089326"/>
                </a:cubicBezTo>
                <a:lnTo>
                  <a:pt x="1687656" y="1090220"/>
                </a:lnTo>
                <a:lnTo>
                  <a:pt x="1702991" y="1089326"/>
                </a:lnTo>
                <a:lnTo>
                  <a:pt x="1734579" y="1077987"/>
                </a:lnTo>
                <a:lnTo>
                  <a:pt x="1734579" y="1099017"/>
                </a:lnTo>
                <a:lnTo>
                  <a:pt x="1727021" y="1102477"/>
                </a:lnTo>
                <a:cubicBezTo>
                  <a:pt x="1718110" y="1105336"/>
                  <a:pt x="1708183" y="1107279"/>
                  <a:pt x="1696936" y="1107971"/>
                </a:cubicBezTo>
                <a:lnTo>
                  <a:pt x="1687656" y="1108251"/>
                </a:lnTo>
                <a:lnTo>
                  <a:pt x="1678456" y="1107971"/>
                </a:lnTo>
                <a:cubicBezTo>
                  <a:pt x="1633890" y="1105204"/>
                  <a:pt x="1610048" y="1082405"/>
                  <a:pt x="1588259" y="1061140"/>
                </a:cubicBezTo>
                <a:cubicBezTo>
                  <a:pt x="1567905" y="1041292"/>
                  <a:pt x="1548904" y="1023671"/>
                  <a:pt x="1515254" y="1019575"/>
                </a:cubicBezTo>
                <a:lnTo>
                  <a:pt x="1499902" y="1018681"/>
                </a:lnTo>
                <a:lnTo>
                  <a:pt x="1484938" y="1019575"/>
                </a:lnTo>
                <a:cubicBezTo>
                  <a:pt x="1452116" y="1023671"/>
                  <a:pt x="1433131" y="1041292"/>
                  <a:pt x="1412811" y="1061140"/>
                </a:cubicBezTo>
                <a:cubicBezTo>
                  <a:pt x="1389009" y="1083823"/>
                  <a:pt x="1363465" y="1108251"/>
                  <a:pt x="1312376" y="1108251"/>
                </a:cubicBezTo>
                <a:cubicBezTo>
                  <a:pt x="1261869" y="1108251"/>
                  <a:pt x="1236325" y="1083823"/>
                  <a:pt x="1213103" y="1061140"/>
                </a:cubicBezTo>
                <a:cubicBezTo>
                  <a:pt x="1192784" y="1041292"/>
                  <a:pt x="1173800" y="1023671"/>
                  <a:pt x="1140202" y="1019575"/>
                </a:cubicBezTo>
                <a:lnTo>
                  <a:pt x="1124860" y="1018681"/>
                </a:lnTo>
                <a:lnTo>
                  <a:pt x="1109907" y="1019575"/>
                </a:lnTo>
                <a:cubicBezTo>
                  <a:pt x="1077083" y="1023671"/>
                  <a:pt x="1058099" y="1041292"/>
                  <a:pt x="1037780" y="1061140"/>
                </a:cubicBezTo>
                <a:cubicBezTo>
                  <a:pt x="1014563" y="1083823"/>
                  <a:pt x="988431" y="1108251"/>
                  <a:pt x="937343" y="1108251"/>
                </a:cubicBezTo>
                <a:cubicBezTo>
                  <a:pt x="887352" y="1108251"/>
                  <a:pt x="861195" y="1083823"/>
                  <a:pt x="837942" y="1061140"/>
                </a:cubicBezTo>
                <a:cubicBezTo>
                  <a:pt x="817603" y="1041292"/>
                  <a:pt x="798587" y="1023671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0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0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4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803998" y="903313"/>
                  <a:pt x="828351" y="926061"/>
                  <a:pt x="850154" y="947279"/>
                </a:cubicBezTo>
                <a:cubicBezTo>
                  <a:pt x="873408" y="969911"/>
                  <a:pt x="894909" y="989642"/>
                  <a:pt x="937343" y="989642"/>
                </a:cubicBezTo>
                <a:cubicBezTo>
                  <a:pt x="980892" y="989642"/>
                  <a:pt x="1002368" y="969911"/>
                  <a:pt x="1025586" y="947279"/>
                </a:cubicBezTo>
                <a:cubicBezTo>
                  <a:pt x="1047357" y="926061"/>
                  <a:pt x="1071175" y="903313"/>
                  <a:pt x="1115684" y="900552"/>
                </a:cubicBezTo>
                <a:lnTo>
                  <a:pt x="1124860" y="900273"/>
                </a:lnTo>
                <a:lnTo>
                  <a:pt x="1134151" y="900552"/>
                </a:lnTo>
                <a:cubicBezTo>
                  <a:pt x="1179136" y="903313"/>
                  <a:pt x="1202980" y="926061"/>
                  <a:pt x="1225295" y="947279"/>
                </a:cubicBezTo>
                <a:cubicBezTo>
                  <a:pt x="1248517" y="969911"/>
                  <a:pt x="1270006" y="989642"/>
                  <a:pt x="1312376" y="989642"/>
                </a:cubicBezTo>
                <a:cubicBezTo>
                  <a:pt x="1355923" y="989642"/>
                  <a:pt x="1377398" y="969911"/>
                  <a:pt x="1400620" y="947279"/>
                </a:cubicBezTo>
                <a:cubicBezTo>
                  <a:pt x="1422391" y="926061"/>
                  <a:pt x="1446206" y="903313"/>
                  <a:pt x="1490714" y="900552"/>
                </a:cubicBezTo>
                <a:lnTo>
                  <a:pt x="1499902" y="900273"/>
                </a:lnTo>
                <a:lnTo>
                  <a:pt x="1509200" y="900552"/>
                </a:lnTo>
                <a:cubicBezTo>
                  <a:pt x="1554240" y="903313"/>
                  <a:pt x="1578118" y="926061"/>
                  <a:pt x="1600457" y="947279"/>
                </a:cubicBezTo>
                <a:cubicBezTo>
                  <a:pt x="1620811" y="967082"/>
                  <a:pt x="1639813" y="984664"/>
                  <a:pt x="1672675" y="988750"/>
                </a:cubicBezTo>
                <a:lnTo>
                  <a:pt x="1687656" y="989642"/>
                </a:lnTo>
                <a:lnTo>
                  <a:pt x="1702991" y="988750"/>
                </a:lnTo>
                <a:lnTo>
                  <a:pt x="1734579" y="977436"/>
                </a:lnTo>
                <a:lnTo>
                  <a:pt x="1734579" y="995908"/>
                </a:lnTo>
                <a:lnTo>
                  <a:pt x="1696936" y="1007353"/>
                </a:lnTo>
                <a:lnTo>
                  <a:pt x="1687656" y="1007632"/>
                </a:lnTo>
                <a:lnTo>
                  <a:pt x="1678456" y="1007346"/>
                </a:lnTo>
                <a:cubicBezTo>
                  <a:pt x="1633890" y="1004524"/>
                  <a:pt x="1610048" y="981300"/>
                  <a:pt x="1588259" y="960626"/>
                </a:cubicBezTo>
                <a:cubicBezTo>
                  <a:pt x="1567905" y="940823"/>
                  <a:pt x="1548904" y="923241"/>
                  <a:pt x="1515254" y="919155"/>
                </a:cubicBezTo>
                <a:lnTo>
                  <a:pt x="1499902" y="918263"/>
                </a:lnTo>
                <a:lnTo>
                  <a:pt x="1484938" y="919155"/>
                </a:lnTo>
                <a:cubicBezTo>
                  <a:pt x="1452116" y="923241"/>
                  <a:pt x="1433131" y="940823"/>
                  <a:pt x="1412811" y="960626"/>
                </a:cubicBezTo>
                <a:cubicBezTo>
                  <a:pt x="1389009" y="983259"/>
                  <a:pt x="1363465" y="1007632"/>
                  <a:pt x="1312376" y="1007632"/>
                </a:cubicBezTo>
                <a:cubicBezTo>
                  <a:pt x="1261869" y="1007632"/>
                  <a:pt x="1236325" y="982678"/>
                  <a:pt x="1213103" y="960626"/>
                </a:cubicBezTo>
                <a:cubicBezTo>
                  <a:pt x="1192784" y="940823"/>
                  <a:pt x="1173800" y="923241"/>
                  <a:pt x="1140202" y="919155"/>
                </a:cubicBezTo>
                <a:lnTo>
                  <a:pt x="1124860" y="918263"/>
                </a:lnTo>
                <a:lnTo>
                  <a:pt x="1109907" y="919155"/>
                </a:lnTo>
                <a:cubicBezTo>
                  <a:pt x="1077083" y="923241"/>
                  <a:pt x="1058099" y="940823"/>
                  <a:pt x="1037780" y="960626"/>
                </a:cubicBezTo>
                <a:cubicBezTo>
                  <a:pt x="1014563" y="983259"/>
                  <a:pt x="988431" y="1007632"/>
                  <a:pt x="937343" y="1007632"/>
                </a:cubicBezTo>
                <a:cubicBezTo>
                  <a:pt x="887352" y="1007632"/>
                  <a:pt x="861195" y="982678"/>
                  <a:pt x="837942" y="960626"/>
                </a:cubicBezTo>
                <a:cubicBezTo>
                  <a:pt x="817603" y="940823"/>
                  <a:pt x="798587" y="923241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0" y="940823"/>
                  <a:pt x="662511" y="960626"/>
                </a:cubicBezTo>
                <a:cubicBezTo>
                  <a:pt x="639282" y="983259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9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0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4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803998" y="803250"/>
                  <a:pt x="828351" y="826539"/>
                  <a:pt x="850154" y="847784"/>
                </a:cubicBezTo>
                <a:cubicBezTo>
                  <a:pt x="873408" y="869865"/>
                  <a:pt x="894909" y="890203"/>
                  <a:pt x="937343" y="890203"/>
                </a:cubicBezTo>
                <a:cubicBezTo>
                  <a:pt x="980892" y="890203"/>
                  <a:pt x="1002368" y="869865"/>
                  <a:pt x="1025586" y="847784"/>
                </a:cubicBezTo>
                <a:cubicBezTo>
                  <a:pt x="1047357" y="826539"/>
                  <a:pt x="1071175" y="803250"/>
                  <a:pt x="1115684" y="800422"/>
                </a:cubicBezTo>
                <a:lnTo>
                  <a:pt x="1124860" y="800136"/>
                </a:lnTo>
                <a:lnTo>
                  <a:pt x="1134151" y="800422"/>
                </a:lnTo>
                <a:cubicBezTo>
                  <a:pt x="1179136" y="803250"/>
                  <a:pt x="1202980" y="826539"/>
                  <a:pt x="1225295" y="847784"/>
                </a:cubicBezTo>
                <a:cubicBezTo>
                  <a:pt x="1248517" y="869865"/>
                  <a:pt x="1270006" y="890203"/>
                  <a:pt x="1312376" y="890203"/>
                </a:cubicBezTo>
                <a:cubicBezTo>
                  <a:pt x="1355923" y="890203"/>
                  <a:pt x="1377398" y="869865"/>
                  <a:pt x="1400620" y="847784"/>
                </a:cubicBezTo>
                <a:cubicBezTo>
                  <a:pt x="1422391" y="826539"/>
                  <a:pt x="1446206" y="803250"/>
                  <a:pt x="1490714" y="800422"/>
                </a:cubicBezTo>
                <a:lnTo>
                  <a:pt x="1499902" y="800136"/>
                </a:lnTo>
                <a:lnTo>
                  <a:pt x="1509200" y="800422"/>
                </a:lnTo>
                <a:cubicBezTo>
                  <a:pt x="1554240" y="803250"/>
                  <a:pt x="1578118" y="826539"/>
                  <a:pt x="1600457" y="847784"/>
                </a:cubicBezTo>
                <a:cubicBezTo>
                  <a:pt x="1620811" y="867105"/>
                  <a:pt x="1639813" y="885092"/>
                  <a:pt x="1672675" y="889286"/>
                </a:cubicBezTo>
                <a:lnTo>
                  <a:pt x="1687656" y="890203"/>
                </a:lnTo>
                <a:lnTo>
                  <a:pt x="1702991" y="889286"/>
                </a:lnTo>
                <a:lnTo>
                  <a:pt x="1734579" y="877791"/>
                </a:lnTo>
                <a:lnTo>
                  <a:pt x="1734579" y="898807"/>
                </a:lnTo>
                <a:lnTo>
                  <a:pt x="1727021" y="902325"/>
                </a:lnTo>
                <a:cubicBezTo>
                  <a:pt x="1718110" y="905238"/>
                  <a:pt x="1708183" y="907224"/>
                  <a:pt x="1696936" y="907931"/>
                </a:cubicBezTo>
                <a:lnTo>
                  <a:pt x="1687656" y="908217"/>
                </a:lnTo>
                <a:lnTo>
                  <a:pt x="1678456" y="907931"/>
                </a:lnTo>
                <a:cubicBezTo>
                  <a:pt x="1633890" y="905103"/>
                  <a:pt x="1610048" y="881814"/>
                  <a:pt x="1588259" y="860568"/>
                </a:cubicBezTo>
                <a:cubicBezTo>
                  <a:pt x="1567905" y="841247"/>
                  <a:pt x="1548904" y="823261"/>
                  <a:pt x="1515254" y="819066"/>
                </a:cubicBezTo>
                <a:lnTo>
                  <a:pt x="1499902" y="818149"/>
                </a:lnTo>
                <a:lnTo>
                  <a:pt x="1484938" y="819066"/>
                </a:lnTo>
                <a:cubicBezTo>
                  <a:pt x="1452116" y="823261"/>
                  <a:pt x="1433131" y="841247"/>
                  <a:pt x="1412811" y="860568"/>
                </a:cubicBezTo>
                <a:cubicBezTo>
                  <a:pt x="1389009" y="883230"/>
                  <a:pt x="1363465" y="908217"/>
                  <a:pt x="1312376" y="908217"/>
                </a:cubicBezTo>
                <a:cubicBezTo>
                  <a:pt x="1261869" y="908217"/>
                  <a:pt x="1236325" y="883230"/>
                  <a:pt x="1213103" y="860568"/>
                </a:cubicBezTo>
                <a:cubicBezTo>
                  <a:pt x="1192784" y="841247"/>
                  <a:pt x="1173800" y="823261"/>
                  <a:pt x="1140202" y="819066"/>
                </a:cubicBezTo>
                <a:lnTo>
                  <a:pt x="1124860" y="818149"/>
                </a:lnTo>
                <a:lnTo>
                  <a:pt x="1109907" y="819066"/>
                </a:lnTo>
                <a:cubicBezTo>
                  <a:pt x="1077083" y="823261"/>
                  <a:pt x="1058099" y="841247"/>
                  <a:pt x="1037780" y="860568"/>
                </a:cubicBezTo>
                <a:cubicBezTo>
                  <a:pt x="1014563" y="883230"/>
                  <a:pt x="988431" y="908217"/>
                  <a:pt x="937343" y="908217"/>
                </a:cubicBezTo>
                <a:cubicBezTo>
                  <a:pt x="887352" y="908217"/>
                  <a:pt x="861195" y="883230"/>
                  <a:pt x="837942" y="860568"/>
                </a:cubicBezTo>
                <a:cubicBezTo>
                  <a:pt x="817603" y="841247"/>
                  <a:pt x="798587" y="823261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0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0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4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803998" y="704001"/>
                  <a:pt x="828351" y="726749"/>
                  <a:pt x="850154" y="747967"/>
                </a:cubicBezTo>
                <a:cubicBezTo>
                  <a:pt x="873408" y="770599"/>
                  <a:pt x="894909" y="790330"/>
                  <a:pt x="937343" y="790330"/>
                </a:cubicBezTo>
                <a:cubicBezTo>
                  <a:pt x="980892" y="790330"/>
                  <a:pt x="1002368" y="770599"/>
                  <a:pt x="1025586" y="747967"/>
                </a:cubicBezTo>
                <a:cubicBezTo>
                  <a:pt x="1047357" y="726749"/>
                  <a:pt x="1071175" y="704001"/>
                  <a:pt x="1115684" y="701241"/>
                </a:cubicBezTo>
                <a:lnTo>
                  <a:pt x="1124860" y="700961"/>
                </a:lnTo>
                <a:lnTo>
                  <a:pt x="1134151" y="701241"/>
                </a:lnTo>
                <a:cubicBezTo>
                  <a:pt x="1179136" y="704001"/>
                  <a:pt x="1202980" y="726749"/>
                  <a:pt x="1225295" y="747967"/>
                </a:cubicBezTo>
                <a:cubicBezTo>
                  <a:pt x="1248517" y="770599"/>
                  <a:pt x="1270006" y="790330"/>
                  <a:pt x="1312376" y="790330"/>
                </a:cubicBezTo>
                <a:cubicBezTo>
                  <a:pt x="1355923" y="790330"/>
                  <a:pt x="1377398" y="770599"/>
                  <a:pt x="1400620" y="747967"/>
                </a:cubicBezTo>
                <a:cubicBezTo>
                  <a:pt x="1422391" y="726749"/>
                  <a:pt x="1446206" y="704001"/>
                  <a:pt x="1490714" y="701241"/>
                </a:cubicBezTo>
                <a:lnTo>
                  <a:pt x="1499902" y="700961"/>
                </a:lnTo>
                <a:lnTo>
                  <a:pt x="1509200" y="701241"/>
                </a:lnTo>
                <a:cubicBezTo>
                  <a:pt x="1554240" y="704001"/>
                  <a:pt x="1578118" y="726749"/>
                  <a:pt x="1600457" y="747967"/>
                </a:cubicBezTo>
                <a:cubicBezTo>
                  <a:pt x="1620811" y="767771"/>
                  <a:pt x="1639813" y="785352"/>
                  <a:pt x="1672675" y="789438"/>
                </a:cubicBezTo>
                <a:lnTo>
                  <a:pt x="1687656" y="790330"/>
                </a:lnTo>
                <a:lnTo>
                  <a:pt x="1702991" y="789438"/>
                </a:lnTo>
                <a:lnTo>
                  <a:pt x="1734579" y="778124"/>
                </a:lnTo>
                <a:lnTo>
                  <a:pt x="1734579" y="798961"/>
                </a:lnTo>
                <a:lnTo>
                  <a:pt x="1727021" y="802451"/>
                </a:lnTo>
                <a:cubicBezTo>
                  <a:pt x="1718110" y="805348"/>
                  <a:pt x="1708183" y="807329"/>
                  <a:pt x="1696936" y="808035"/>
                </a:cubicBezTo>
                <a:lnTo>
                  <a:pt x="1687656" y="808320"/>
                </a:lnTo>
                <a:lnTo>
                  <a:pt x="1678456" y="808035"/>
                </a:lnTo>
                <a:cubicBezTo>
                  <a:pt x="1633890" y="805212"/>
                  <a:pt x="1610048" y="781988"/>
                  <a:pt x="1588259" y="761314"/>
                </a:cubicBezTo>
                <a:cubicBezTo>
                  <a:pt x="1567905" y="741511"/>
                  <a:pt x="1548904" y="723929"/>
                  <a:pt x="1515254" y="719843"/>
                </a:cubicBezTo>
                <a:lnTo>
                  <a:pt x="1499902" y="718951"/>
                </a:lnTo>
                <a:lnTo>
                  <a:pt x="1484938" y="719843"/>
                </a:lnTo>
                <a:cubicBezTo>
                  <a:pt x="1452116" y="723929"/>
                  <a:pt x="1433131" y="741511"/>
                  <a:pt x="1412811" y="761314"/>
                </a:cubicBezTo>
                <a:cubicBezTo>
                  <a:pt x="1389009" y="783367"/>
                  <a:pt x="1363465" y="808320"/>
                  <a:pt x="1312376" y="808320"/>
                </a:cubicBezTo>
                <a:cubicBezTo>
                  <a:pt x="1261869" y="808320"/>
                  <a:pt x="1236325" y="783367"/>
                  <a:pt x="1213103" y="761314"/>
                </a:cubicBezTo>
                <a:cubicBezTo>
                  <a:pt x="1192784" y="741511"/>
                  <a:pt x="1173800" y="723929"/>
                  <a:pt x="1140202" y="719843"/>
                </a:cubicBezTo>
                <a:lnTo>
                  <a:pt x="1124860" y="718951"/>
                </a:lnTo>
                <a:lnTo>
                  <a:pt x="1109907" y="719843"/>
                </a:lnTo>
                <a:cubicBezTo>
                  <a:pt x="1077083" y="723929"/>
                  <a:pt x="1058099" y="741511"/>
                  <a:pt x="1037780" y="761314"/>
                </a:cubicBezTo>
                <a:cubicBezTo>
                  <a:pt x="1014563" y="783367"/>
                  <a:pt x="988431" y="808320"/>
                  <a:pt x="937343" y="808320"/>
                </a:cubicBezTo>
                <a:cubicBezTo>
                  <a:pt x="887352" y="808320"/>
                  <a:pt x="861195" y="783367"/>
                  <a:pt x="837942" y="761314"/>
                </a:cubicBezTo>
                <a:cubicBezTo>
                  <a:pt x="817603" y="741511"/>
                  <a:pt x="798587" y="723929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0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0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4" y="626131"/>
                  <a:pt x="696405" y="603383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803998" y="603383"/>
                  <a:pt x="828351" y="626131"/>
                  <a:pt x="850154" y="647348"/>
                </a:cubicBezTo>
                <a:cubicBezTo>
                  <a:pt x="873408" y="669981"/>
                  <a:pt x="894909" y="689712"/>
                  <a:pt x="937343" y="689712"/>
                </a:cubicBezTo>
                <a:cubicBezTo>
                  <a:pt x="980892" y="689712"/>
                  <a:pt x="1002368" y="669400"/>
                  <a:pt x="1025586" y="647348"/>
                </a:cubicBezTo>
                <a:cubicBezTo>
                  <a:pt x="1047357" y="626131"/>
                  <a:pt x="1071175" y="603383"/>
                  <a:pt x="1115684" y="600622"/>
                </a:cubicBezTo>
                <a:lnTo>
                  <a:pt x="1124860" y="600343"/>
                </a:lnTo>
                <a:lnTo>
                  <a:pt x="1134151" y="600622"/>
                </a:lnTo>
                <a:cubicBezTo>
                  <a:pt x="1179136" y="603383"/>
                  <a:pt x="1202980" y="626131"/>
                  <a:pt x="1225295" y="647348"/>
                </a:cubicBezTo>
                <a:cubicBezTo>
                  <a:pt x="1248517" y="669981"/>
                  <a:pt x="1270006" y="689712"/>
                  <a:pt x="1312376" y="689712"/>
                </a:cubicBezTo>
                <a:cubicBezTo>
                  <a:pt x="1355923" y="689712"/>
                  <a:pt x="1377398" y="669400"/>
                  <a:pt x="1400620" y="647348"/>
                </a:cubicBezTo>
                <a:cubicBezTo>
                  <a:pt x="1422391" y="626131"/>
                  <a:pt x="1446206" y="603383"/>
                  <a:pt x="1490714" y="600622"/>
                </a:cubicBezTo>
                <a:lnTo>
                  <a:pt x="1499902" y="600343"/>
                </a:lnTo>
                <a:lnTo>
                  <a:pt x="1509200" y="600622"/>
                </a:lnTo>
                <a:cubicBezTo>
                  <a:pt x="1554240" y="603383"/>
                  <a:pt x="1578118" y="626131"/>
                  <a:pt x="1600457" y="647348"/>
                </a:cubicBezTo>
                <a:cubicBezTo>
                  <a:pt x="1620811" y="667152"/>
                  <a:pt x="1639813" y="684734"/>
                  <a:pt x="1672675" y="688820"/>
                </a:cubicBezTo>
                <a:lnTo>
                  <a:pt x="1687656" y="689712"/>
                </a:lnTo>
                <a:lnTo>
                  <a:pt x="1702991" y="688796"/>
                </a:lnTo>
                <a:lnTo>
                  <a:pt x="1734579" y="677316"/>
                </a:lnTo>
                <a:lnTo>
                  <a:pt x="1734579" y="698304"/>
                </a:lnTo>
                <a:lnTo>
                  <a:pt x="1727021" y="701817"/>
                </a:lnTo>
                <a:cubicBezTo>
                  <a:pt x="1718110" y="704726"/>
                  <a:pt x="1708183" y="706710"/>
                  <a:pt x="1696936" y="707416"/>
                </a:cubicBezTo>
                <a:lnTo>
                  <a:pt x="1687656" y="707701"/>
                </a:lnTo>
                <a:lnTo>
                  <a:pt x="1678456" y="707416"/>
                </a:lnTo>
                <a:cubicBezTo>
                  <a:pt x="1633890" y="704591"/>
                  <a:pt x="1610048" y="681333"/>
                  <a:pt x="1588259" y="660115"/>
                </a:cubicBezTo>
                <a:cubicBezTo>
                  <a:pt x="1567905" y="640820"/>
                  <a:pt x="1548904" y="622857"/>
                  <a:pt x="1515254" y="618668"/>
                </a:cubicBezTo>
                <a:lnTo>
                  <a:pt x="1499902" y="617752"/>
                </a:lnTo>
                <a:lnTo>
                  <a:pt x="1484938" y="618668"/>
                </a:lnTo>
                <a:cubicBezTo>
                  <a:pt x="1452116" y="622857"/>
                  <a:pt x="1433131" y="640820"/>
                  <a:pt x="1412811" y="660115"/>
                </a:cubicBezTo>
                <a:cubicBezTo>
                  <a:pt x="1389009" y="682748"/>
                  <a:pt x="1363465" y="707701"/>
                  <a:pt x="1312376" y="707701"/>
                </a:cubicBezTo>
                <a:cubicBezTo>
                  <a:pt x="1261869" y="707701"/>
                  <a:pt x="1236325" y="682748"/>
                  <a:pt x="1213103" y="660115"/>
                </a:cubicBezTo>
                <a:cubicBezTo>
                  <a:pt x="1192784" y="640820"/>
                  <a:pt x="1173800" y="622857"/>
                  <a:pt x="1140202" y="618668"/>
                </a:cubicBezTo>
                <a:lnTo>
                  <a:pt x="1124860" y="617752"/>
                </a:lnTo>
                <a:lnTo>
                  <a:pt x="1109907" y="618668"/>
                </a:lnTo>
                <a:cubicBezTo>
                  <a:pt x="1077083" y="622857"/>
                  <a:pt x="1058099" y="640820"/>
                  <a:pt x="1037780" y="660115"/>
                </a:cubicBezTo>
                <a:cubicBezTo>
                  <a:pt x="1014563" y="682748"/>
                  <a:pt x="988431" y="707701"/>
                  <a:pt x="937343" y="707701"/>
                </a:cubicBezTo>
                <a:cubicBezTo>
                  <a:pt x="887352" y="707701"/>
                  <a:pt x="861195" y="682748"/>
                  <a:pt x="837942" y="660115"/>
                </a:cubicBezTo>
                <a:cubicBezTo>
                  <a:pt x="817603" y="640820"/>
                  <a:pt x="798587" y="622857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0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0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4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803998" y="503556"/>
                  <a:pt x="828351" y="526814"/>
                  <a:pt x="850154" y="548032"/>
                </a:cubicBezTo>
                <a:cubicBezTo>
                  <a:pt x="873408" y="570084"/>
                  <a:pt x="894909" y="590395"/>
                  <a:pt x="937343" y="590395"/>
                </a:cubicBezTo>
                <a:cubicBezTo>
                  <a:pt x="980892" y="590395"/>
                  <a:pt x="1002368" y="570084"/>
                  <a:pt x="1025586" y="548032"/>
                </a:cubicBezTo>
                <a:cubicBezTo>
                  <a:pt x="1047357" y="526814"/>
                  <a:pt x="1071175" y="503556"/>
                  <a:pt x="1115684" y="500732"/>
                </a:cubicBezTo>
                <a:lnTo>
                  <a:pt x="1124860" y="500446"/>
                </a:lnTo>
                <a:lnTo>
                  <a:pt x="1134151" y="500732"/>
                </a:lnTo>
                <a:cubicBezTo>
                  <a:pt x="1179136" y="503556"/>
                  <a:pt x="1202980" y="526814"/>
                  <a:pt x="1225295" y="548032"/>
                </a:cubicBezTo>
                <a:cubicBezTo>
                  <a:pt x="1248517" y="570084"/>
                  <a:pt x="1270006" y="590395"/>
                  <a:pt x="1312376" y="590395"/>
                </a:cubicBezTo>
                <a:cubicBezTo>
                  <a:pt x="1355923" y="590395"/>
                  <a:pt x="1377398" y="570084"/>
                  <a:pt x="1400620" y="548032"/>
                </a:cubicBezTo>
                <a:cubicBezTo>
                  <a:pt x="1422391" y="526814"/>
                  <a:pt x="1446206" y="503556"/>
                  <a:pt x="1490714" y="500732"/>
                </a:cubicBezTo>
                <a:lnTo>
                  <a:pt x="1499902" y="500446"/>
                </a:lnTo>
                <a:lnTo>
                  <a:pt x="1509200" y="500732"/>
                </a:lnTo>
                <a:cubicBezTo>
                  <a:pt x="1554240" y="503556"/>
                  <a:pt x="1578118" y="526814"/>
                  <a:pt x="1600457" y="548032"/>
                </a:cubicBezTo>
                <a:cubicBezTo>
                  <a:pt x="1620811" y="567328"/>
                  <a:pt x="1639813" y="585290"/>
                  <a:pt x="1672675" y="589480"/>
                </a:cubicBezTo>
                <a:lnTo>
                  <a:pt x="1687656" y="590395"/>
                </a:lnTo>
                <a:lnTo>
                  <a:pt x="1702991" y="589480"/>
                </a:lnTo>
                <a:lnTo>
                  <a:pt x="1734579" y="577999"/>
                </a:lnTo>
                <a:lnTo>
                  <a:pt x="1734579" y="596082"/>
                </a:lnTo>
                <a:lnTo>
                  <a:pt x="1696936" y="607526"/>
                </a:lnTo>
                <a:lnTo>
                  <a:pt x="1687656" y="607805"/>
                </a:lnTo>
                <a:lnTo>
                  <a:pt x="1678456" y="607526"/>
                </a:lnTo>
                <a:cubicBezTo>
                  <a:pt x="1633890" y="604765"/>
                  <a:pt x="1610048" y="582017"/>
                  <a:pt x="1588259" y="560799"/>
                </a:cubicBezTo>
                <a:cubicBezTo>
                  <a:pt x="1567905" y="541504"/>
                  <a:pt x="1548904" y="523541"/>
                  <a:pt x="1515254" y="519352"/>
                </a:cubicBezTo>
                <a:lnTo>
                  <a:pt x="1499902" y="518436"/>
                </a:lnTo>
                <a:lnTo>
                  <a:pt x="1484938" y="519352"/>
                </a:lnTo>
                <a:cubicBezTo>
                  <a:pt x="1452116" y="523541"/>
                  <a:pt x="1433131" y="541504"/>
                  <a:pt x="1412811" y="560799"/>
                </a:cubicBezTo>
                <a:cubicBezTo>
                  <a:pt x="1389009" y="583432"/>
                  <a:pt x="1363465" y="607805"/>
                  <a:pt x="1312376" y="607805"/>
                </a:cubicBezTo>
                <a:cubicBezTo>
                  <a:pt x="1261869" y="607805"/>
                  <a:pt x="1236325" y="583432"/>
                  <a:pt x="1213103" y="560799"/>
                </a:cubicBezTo>
                <a:cubicBezTo>
                  <a:pt x="1192784" y="541504"/>
                  <a:pt x="1173800" y="523541"/>
                  <a:pt x="1140202" y="519352"/>
                </a:cubicBezTo>
                <a:lnTo>
                  <a:pt x="1124860" y="518436"/>
                </a:lnTo>
                <a:lnTo>
                  <a:pt x="1109907" y="519352"/>
                </a:lnTo>
                <a:cubicBezTo>
                  <a:pt x="1077083" y="523541"/>
                  <a:pt x="1058099" y="541504"/>
                  <a:pt x="1037780" y="560799"/>
                </a:cubicBezTo>
                <a:cubicBezTo>
                  <a:pt x="1014563" y="583432"/>
                  <a:pt x="988431" y="607805"/>
                  <a:pt x="937343" y="607805"/>
                </a:cubicBezTo>
                <a:cubicBezTo>
                  <a:pt x="887352" y="607805"/>
                  <a:pt x="861195" y="583432"/>
                  <a:pt x="837942" y="560799"/>
                </a:cubicBezTo>
                <a:cubicBezTo>
                  <a:pt x="817603" y="541504"/>
                  <a:pt x="798587" y="523541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0" y="541504"/>
                  <a:pt x="662511" y="560799"/>
                </a:cubicBezTo>
                <a:cubicBezTo>
                  <a:pt x="639282" y="583432"/>
                  <a:pt x="613157" y="607805"/>
                  <a:pt x="562069" y="607805"/>
                </a:cubicBezTo>
                <a:cubicBezTo>
                  <a:pt x="512115" y="607805"/>
                  <a:pt x="485977" y="583432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2"/>
                  <a:pt x="238024" y="607805"/>
                  <a:pt x="187517" y="607805"/>
                </a:cubicBezTo>
                <a:cubicBezTo>
                  <a:pt x="137009" y="607805"/>
                  <a:pt x="111465" y="583432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2"/>
                  <a:pt x="144556" y="489978"/>
                  <a:pt x="187517" y="489978"/>
                </a:cubicBezTo>
                <a:cubicBezTo>
                  <a:pt x="230477" y="489978"/>
                  <a:pt x="251957" y="469622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0" y="447520"/>
                </a:cubicBezTo>
                <a:cubicBezTo>
                  <a:pt x="498175" y="469622"/>
                  <a:pt x="519667" y="489978"/>
                  <a:pt x="562069" y="489978"/>
                </a:cubicBezTo>
                <a:cubicBezTo>
                  <a:pt x="605610" y="489978"/>
                  <a:pt x="627090" y="469622"/>
                  <a:pt x="650315" y="447520"/>
                </a:cubicBezTo>
                <a:cubicBezTo>
                  <a:pt x="672084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803998" y="402944"/>
                  <a:pt x="828351" y="426255"/>
                  <a:pt x="850154" y="447520"/>
                </a:cubicBezTo>
                <a:cubicBezTo>
                  <a:pt x="873408" y="469622"/>
                  <a:pt x="894909" y="489978"/>
                  <a:pt x="937343" y="489978"/>
                </a:cubicBezTo>
                <a:cubicBezTo>
                  <a:pt x="980892" y="489978"/>
                  <a:pt x="1002368" y="469622"/>
                  <a:pt x="1025586" y="447520"/>
                </a:cubicBezTo>
                <a:cubicBezTo>
                  <a:pt x="1047357" y="426255"/>
                  <a:pt x="1071175" y="402944"/>
                  <a:pt x="1115684" y="400114"/>
                </a:cubicBezTo>
                <a:lnTo>
                  <a:pt x="1124860" y="399827"/>
                </a:lnTo>
                <a:lnTo>
                  <a:pt x="1134151" y="400114"/>
                </a:lnTo>
                <a:cubicBezTo>
                  <a:pt x="1179136" y="402944"/>
                  <a:pt x="1202980" y="426255"/>
                  <a:pt x="1225295" y="447520"/>
                </a:cubicBezTo>
                <a:cubicBezTo>
                  <a:pt x="1248517" y="469622"/>
                  <a:pt x="1270006" y="489978"/>
                  <a:pt x="1312376" y="489978"/>
                </a:cubicBezTo>
                <a:cubicBezTo>
                  <a:pt x="1355923" y="489978"/>
                  <a:pt x="1377398" y="469622"/>
                  <a:pt x="1400620" y="447520"/>
                </a:cubicBezTo>
                <a:cubicBezTo>
                  <a:pt x="1422391" y="426255"/>
                  <a:pt x="1446206" y="402944"/>
                  <a:pt x="1490714" y="400114"/>
                </a:cubicBezTo>
                <a:lnTo>
                  <a:pt x="1499902" y="399827"/>
                </a:lnTo>
                <a:lnTo>
                  <a:pt x="1509200" y="400114"/>
                </a:lnTo>
                <a:cubicBezTo>
                  <a:pt x="1554240" y="402944"/>
                  <a:pt x="1578118" y="426255"/>
                  <a:pt x="1600457" y="447520"/>
                </a:cubicBezTo>
                <a:cubicBezTo>
                  <a:pt x="1620811" y="466859"/>
                  <a:pt x="1639813" y="484862"/>
                  <a:pt x="1672675" y="489060"/>
                </a:cubicBezTo>
                <a:lnTo>
                  <a:pt x="1687656" y="489978"/>
                </a:lnTo>
                <a:lnTo>
                  <a:pt x="1702991" y="489060"/>
                </a:lnTo>
                <a:lnTo>
                  <a:pt x="1734579" y="477554"/>
                </a:lnTo>
                <a:lnTo>
                  <a:pt x="1734579" y="498193"/>
                </a:lnTo>
                <a:lnTo>
                  <a:pt x="1727021" y="501653"/>
                </a:lnTo>
                <a:cubicBezTo>
                  <a:pt x="1718110" y="504511"/>
                  <a:pt x="1708183" y="506455"/>
                  <a:pt x="1696936" y="507147"/>
                </a:cubicBezTo>
                <a:lnTo>
                  <a:pt x="1687656" y="507427"/>
                </a:lnTo>
                <a:lnTo>
                  <a:pt x="1678456" y="507147"/>
                </a:lnTo>
                <a:cubicBezTo>
                  <a:pt x="1633890" y="504380"/>
                  <a:pt x="1610048" y="481581"/>
                  <a:pt x="1588259" y="460316"/>
                </a:cubicBezTo>
                <a:cubicBezTo>
                  <a:pt x="1567905" y="440977"/>
                  <a:pt x="1548904" y="422974"/>
                  <a:pt x="1515254" y="418775"/>
                </a:cubicBezTo>
                <a:lnTo>
                  <a:pt x="1499902" y="417857"/>
                </a:lnTo>
                <a:lnTo>
                  <a:pt x="1484938" y="418752"/>
                </a:lnTo>
                <a:cubicBezTo>
                  <a:pt x="1452116" y="422847"/>
                  <a:pt x="1433131" y="440468"/>
                  <a:pt x="1412811" y="460316"/>
                </a:cubicBezTo>
                <a:cubicBezTo>
                  <a:pt x="1389009" y="482999"/>
                  <a:pt x="1363465" y="507427"/>
                  <a:pt x="1312376" y="507427"/>
                </a:cubicBezTo>
                <a:cubicBezTo>
                  <a:pt x="1261869" y="507427"/>
                  <a:pt x="1236325" y="482999"/>
                  <a:pt x="1213103" y="460316"/>
                </a:cubicBezTo>
                <a:cubicBezTo>
                  <a:pt x="1192784" y="440977"/>
                  <a:pt x="1173800" y="422974"/>
                  <a:pt x="1140202" y="418775"/>
                </a:cubicBezTo>
                <a:lnTo>
                  <a:pt x="1124860" y="417857"/>
                </a:lnTo>
                <a:lnTo>
                  <a:pt x="1109907" y="418752"/>
                </a:lnTo>
                <a:cubicBezTo>
                  <a:pt x="1077083" y="422847"/>
                  <a:pt x="1058099" y="440468"/>
                  <a:pt x="1037780" y="460316"/>
                </a:cubicBezTo>
                <a:cubicBezTo>
                  <a:pt x="1014563" y="482999"/>
                  <a:pt x="988431" y="507427"/>
                  <a:pt x="937343" y="507427"/>
                </a:cubicBezTo>
                <a:cubicBezTo>
                  <a:pt x="887352" y="507427"/>
                  <a:pt x="861195" y="482999"/>
                  <a:pt x="837942" y="460316"/>
                </a:cubicBezTo>
                <a:cubicBezTo>
                  <a:pt x="817603" y="440977"/>
                  <a:pt x="798587" y="422974"/>
                  <a:pt x="764952" y="418775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0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3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0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4" y="326334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803998" y="303045"/>
                  <a:pt x="828351" y="326334"/>
                  <a:pt x="850154" y="347579"/>
                </a:cubicBezTo>
                <a:cubicBezTo>
                  <a:pt x="873408" y="369660"/>
                  <a:pt x="894909" y="389998"/>
                  <a:pt x="937343" y="389998"/>
                </a:cubicBezTo>
                <a:cubicBezTo>
                  <a:pt x="980892" y="389998"/>
                  <a:pt x="1002368" y="369660"/>
                  <a:pt x="1025586" y="347579"/>
                </a:cubicBezTo>
                <a:cubicBezTo>
                  <a:pt x="1047357" y="326334"/>
                  <a:pt x="1071175" y="303045"/>
                  <a:pt x="1115684" y="300217"/>
                </a:cubicBezTo>
                <a:lnTo>
                  <a:pt x="1124860" y="299931"/>
                </a:lnTo>
                <a:lnTo>
                  <a:pt x="1134151" y="300217"/>
                </a:lnTo>
                <a:cubicBezTo>
                  <a:pt x="1179136" y="303045"/>
                  <a:pt x="1202980" y="326334"/>
                  <a:pt x="1225295" y="347579"/>
                </a:cubicBezTo>
                <a:cubicBezTo>
                  <a:pt x="1248517" y="369660"/>
                  <a:pt x="1270006" y="389998"/>
                  <a:pt x="1312376" y="389998"/>
                </a:cubicBezTo>
                <a:cubicBezTo>
                  <a:pt x="1355923" y="389998"/>
                  <a:pt x="1377398" y="369660"/>
                  <a:pt x="1400620" y="347579"/>
                </a:cubicBezTo>
                <a:cubicBezTo>
                  <a:pt x="1422391" y="326334"/>
                  <a:pt x="1446206" y="303045"/>
                  <a:pt x="1490714" y="300217"/>
                </a:cubicBezTo>
                <a:lnTo>
                  <a:pt x="1499902" y="299931"/>
                </a:lnTo>
                <a:lnTo>
                  <a:pt x="1509200" y="300217"/>
                </a:lnTo>
                <a:cubicBezTo>
                  <a:pt x="1554240" y="303045"/>
                  <a:pt x="1578118" y="326334"/>
                  <a:pt x="1600457" y="347579"/>
                </a:cubicBezTo>
                <a:cubicBezTo>
                  <a:pt x="1620811" y="366900"/>
                  <a:pt x="1639813" y="384886"/>
                  <a:pt x="1672675" y="389081"/>
                </a:cubicBezTo>
                <a:lnTo>
                  <a:pt x="1687656" y="389998"/>
                </a:lnTo>
                <a:lnTo>
                  <a:pt x="1702991" y="389081"/>
                </a:lnTo>
                <a:lnTo>
                  <a:pt x="1734579" y="377586"/>
                </a:lnTo>
                <a:lnTo>
                  <a:pt x="1734579" y="398602"/>
                </a:lnTo>
                <a:lnTo>
                  <a:pt x="1727021" y="402120"/>
                </a:lnTo>
                <a:cubicBezTo>
                  <a:pt x="1718110" y="405032"/>
                  <a:pt x="1708183" y="407018"/>
                  <a:pt x="1696936" y="407725"/>
                </a:cubicBezTo>
                <a:lnTo>
                  <a:pt x="1687656" y="408011"/>
                </a:lnTo>
                <a:lnTo>
                  <a:pt x="1678456" y="407725"/>
                </a:lnTo>
                <a:cubicBezTo>
                  <a:pt x="1633890" y="404897"/>
                  <a:pt x="1610048" y="381609"/>
                  <a:pt x="1588259" y="360363"/>
                </a:cubicBezTo>
                <a:cubicBezTo>
                  <a:pt x="1567905" y="341042"/>
                  <a:pt x="1548904" y="323056"/>
                  <a:pt x="1515254" y="318861"/>
                </a:cubicBezTo>
                <a:lnTo>
                  <a:pt x="1499902" y="317944"/>
                </a:lnTo>
                <a:lnTo>
                  <a:pt x="1484938" y="318861"/>
                </a:lnTo>
                <a:cubicBezTo>
                  <a:pt x="1452116" y="323056"/>
                  <a:pt x="1433131" y="341042"/>
                  <a:pt x="1412811" y="360363"/>
                </a:cubicBezTo>
                <a:cubicBezTo>
                  <a:pt x="1389009" y="383025"/>
                  <a:pt x="1363465" y="408011"/>
                  <a:pt x="1312376" y="408011"/>
                </a:cubicBezTo>
                <a:cubicBezTo>
                  <a:pt x="1261869" y="408011"/>
                  <a:pt x="1236325" y="383025"/>
                  <a:pt x="1213103" y="360363"/>
                </a:cubicBezTo>
                <a:cubicBezTo>
                  <a:pt x="1192784" y="341042"/>
                  <a:pt x="1173800" y="323056"/>
                  <a:pt x="1140202" y="318861"/>
                </a:cubicBezTo>
                <a:lnTo>
                  <a:pt x="1124860" y="317944"/>
                </a:lnTo>
                <a:lnTo>
                  <a:pt x="1109907" y="318861"/>
                </a:lnTo>
                <a:cubicBezTo>
                  <a:pt x="1077083" y="323056"/>
                  <a:pt x="1058099" y="341042"/>
                  <a:pt x="1037780" y="360363"/>
                </a:cubicBezTo>
                <a:cubicBezTo>
                  <a:pt x="1014563" y="383025"/>
                  <a:pt x="988431" y="408011"/>
                  <a:pt x="937343" y="408011"/>
                </a:cubicBezTo>
                <a:cubicBezTo>
                  <a:pt x="887352" y="408011"/>
                  <a:pt x="861195" y="383025"/>
                  <a:pt x="837942" y="360363"/>
                </a:cubicBezTo>
                <a:cubicBezTo>
                  <a:pt x="817603" y="341042"/>
                  <a:pt x="798587" y="323056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0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0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4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803998" y="203623"/>
                  <a:pt x="828351" y="226847"/>
                  <a:pt x="850154" y="247521"/>
                </a:cubicBezTo>
                <a:cubicBezTo>
                  <a:pt x="873408" y="270154"/>
                  <a:pt x="894909" y="289884"/>
                  <a:pt x="937343" y="289884"/>
                </a:cubicBezTo>
                <a:cubicBezTo>
                  <a:pt x="980892" y="289884"/>
                  <a:pt x="1002368" y="270154"/>
                  <a:pt x="1025586" y="247521"/>
                </a:cubicBezTo>
                <a:cubicBezTo>
                  <a:pt x="1047357" y="226847"/>
                  <a:pt x="1071175" y="203623"/>
                  <a:pt x="1115684" y="200801"/>
                </a:cubicBezTo>
                <a:lnTo>
                  <a:pt x="1124860" y="200515"/>
                </a:lnTo>
                <a:lnTo>
                  <a:pt x="1134151" y="200801"/>
                </a:lnTo>
                <a:cubicBezTo>
                  <a:pt x="1179136" y="203623"/>
                  <a:pt x="1202980" y="226847"/>
                  <a:pt x="1225295" y="247521"/>
                </a:cubicBezTo>
                <a:cubicBezTo>
                  <a:pt x="1248517" y="270154"/>
                  <a:pt x="1270006" y="289884"/>
                  <a:pt x="1312376" y="289884"/>
                </a:cubicBezTo>
                <a:cubicBezTo>
                  <a:pt x="1355923" y="289884"/>
                  <a:pt x="1377398" y="270154"/>
                  <a:pt x="1400620" y="247521"/>
                </a:cubicBezTo>
                <a:cubicBezTo>
                  <a:pt x="1422391" y="226847"/>
                  <a:pt x="1446206" y="203623"/>
                  <a:pt x="1490714" y="200801"/>
                </a:cubicBezTo>
                <a:lnTo>
                  <a:pt x="1499902" y="200515"/>
                </a:lnTo>
                <a:lnTo>
                  <a:pt x="1509200" y="200801"/>
                </a:lnTo>
                <a:cubicBezTo>
                  <a:pt x="1554240" y="203623"/>
                  <a:pt x="1578118" y="226847"/>
                  <a:pt x="1600457" y="247521"/>
                </a:cubicBezTo>
                <a:cubicBezTo>
                  <a:pt x="1620811" y="267325"/>
                  <a:pt x="1639813" y="284906"/>
                  <a:pt x="1672675" y="288992"/>
                </a:cubicBezTo>
                <a:lnTo>
                  <a:pt x="1687656" y="289884"/>
                </a:lnTo>
                <a:lnTo>
                  <a:pt x="1702991" y="288992"/>
                </a:lnTo>
                <a:lnTo>
                  <a:pt x="1734579" y="277678"/>
                </a:lnTo>
                <a:lnTo>
                  <a:pt x="1734579" y="296151"/>
                </a:lnTo>
                <a:lnTo>
                  <a:pt x="1696936" y="307595"/>
                </a:lnTo>
                <a:lnTo>
                  <a:pt x="1687656" y="307874"/>
                </a:lnTo>
                <a:lnTo>
                  <a:pt x="1678456" y="307595"/>
                </a:lnTo>
                <a:cubicBezTo>
                  <a:pt x="1633890" y="304835"/>
                  <a:pt x="1610048" y="282086"/>
                  <a:pt x="1588259" y="260869"/>
                </a:cubicBezTo>
                <a:cubicBezTo>
                  <a:pt x="1567905" y="241065"/>
                  <a:pt x="1548904" y="223484"/>
                  <a:pt x="1515254" y="219397"/>
                </a:cubicBezTo>
                <a:lnTo>
                  <a:pt x="1499902" y="218505"/>
                </a:lnTo>
                <a:lnTo>
                  <a:pt x="1484938" y="219397"/>
                </a:lnTo>
                <a:cubicBezTo>
                  <a:pt x="1452116" y="223484"/>
                  <a:pt x="1433131" y="241065"/>
                  <a:pt x="1412811" y="260869"/>
                </a:cubicBezTo>
                <a:cubicBezTo>
                  <a:pt x="1389009" y="283501"/>
                  <a:pt x="1363465" y="307874"/>
                  <a:pt x="1312376" y="307874"/>
                </a:cubicBezTo>
                <a:cubicBezTo>
                  <a:pt x="1261869" y="307874"/>
                  <a:pt x="1236325" y="283501"/>
                  <a:pt x="1213103" y="260869"/>
                </a:cubicBezTo>
                <a:cubicBezTo>
                  <a:pt x="1192784" y="241065"/>
                  <a:pt x="1173800" y="223484"/>
                  <a:pt x="1140202" y="219397"/>
                </a:cubicBezTo>
                <a:lnTo>
                  <a:pt x="1124860" y="218505"/>
                </a:lnTo>
                <a:lnTo>
                  <a:pt x="1109907" y="219397"/>
                </a:lnTo>
                <a:cubicBezTo>
                  <a:pt x="1077083" y="223484"/>
                  <a:pt x="1058099" y="241065"/>
                  <a:pt x="1037780" y="260869"/>
                </a:cubicBezTo>
                <a:cubicBezTo>
                  <a:pt x="1014563" y="283501"/>
                  <a:pt x="988431" y="307874"/>
                  <a:pt x="937343" y="307874"/>
                </a:cubicBezTo>
                <a:cubicBezTo>
                  <a:pt x="887352" y="307874"/>
                  <a:pt x="861195" y="283501"/>
                  <a:pt x="837942" y="260869"/>
                </a:cubicBezTo>
                <a:cubicBezTo>
                  <a:pt x="817603" y="241065"/>
                  <a:pt x="798587" y="223484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4"/>
                  <a:pt x="682830" y="241065"/>
                  <a:pt x="662511" y="260869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9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9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9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0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4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7"/>
                </a:lnTo>
                <a:cubicBezTo>
                  <a:pt x="803998" y="102943"/>
                  <a:pt x="828351" y="125742"/>
                  <a:pt x="850154" y="147008"/>
                </a:cubicBezTo>
                <a:cubicBezTo>
                  <a:pt x="873408" y="169691"/>
                  <a:pt x="894909" y="189466"/>
                  <a:pt x="937343" y="189466"/>
                </a:cubicBezTo>
                <a:cubicBezTo>
                  <a:pt x="980892" y="189466"/>
                  <a:pt x="1002368" y="169691"/>
                  <a:pt x="1025586" y="147008"/>
                </a:cubicBezTo>
                <a:cubicBezTo>
                  <a:pt x="1047357" y="126288"/>
                  <a:pt x="1071175" y="103012"/>
                  <a:pt x="1115684" y="100183"/>
                </a:cubicBezTo>
                <a:lnTo>
                  <a:pt x="1124860" y="99897"/>
                </a:lnTo>
                <a:lnTo>
                  <a:pt x="1134151" y="100177"/>
                </a:lnTo>
                <a:cubicBezTo>
                  <a:pt x="1179136" y="102943"/>
                  <a:pt x="1202980" y="125742"/>
                  <a:pt x="1225295" y="147008"/>
                </a:cubicBezTo>
                <a:cubicBezTo>
                  <a:pt x="1248517" y="169691"/>
                  <a:pt x="1270006" y="189466"/>
                  <a:pt x="1312376" y="189466"/>
                </a:cubicBezTo>
                <a:cubicBezTo>
                  <a:pt x="1355923" y="189466"/>
                  <a:pt x="1377398" y="169691"/>
                  <a:pt x="1400620" y="147008"/>
                </a:cubicBezTo>
                <a:cubicBezTo>
                  <a:pt x="1422391" y="126288"/>
                  <a:pt x="1446206" y="103012"/>
                  <a:pt x="1490714" y="100183"/>
                </a:cubicBezTo>
                <a:lnTo>
                  <a:pt x="1499902" y="99897"/>
                </a:lnTo>
                <a:lnTo>
                  <a:pt x="1509200" y="100177"/>
                </a:lnTo>
                <a:cubicBezTo>
                  <a:pt x="1554240" y="102943"/>
                  <a:pt x="1578118" y="125742"/>
                  <a:pt x="1600457" y="147008"/>
                </a:cubicBezTo>
                <a:cubicBezTo>
                  <a:pt x="1620811" y="166856"/>
                  <a:pt x="1639813" y="184477"/>
                  <a:pt x="1672675" y="188572"/>
                </a:cubicBezTo>
                <a:lnTo>
                  <a:pt x="1687656" y="189466"/>
                </a:lnTo>
                <a:lnTo>
                  <a:pt x="1702991" y="188572"/>
                </a:lnTo>
                <a:lnTo>
                  <a:pt x="1734579" y="177232"/>
                </a:lnTo>
                <a:lnTo>
                  <a:pt x="1734579" y="198262"/>
                </a:lnTo>
                <a:lnTo>
                  <a:pt x="1727021" y="201722"/>
                </a:lnTo>
                <a:cubicBezTo>
                  <a:pt x="1718110" y="204581"/>
                  <a:pt x="1708183" y="206525"/>
                  <a:pt x="1696936" y="207216"/>
                </a:cubicBezTo>
                <a:lnTo>
                  <a:pt x="1687656" y="207496"/>
                </a:lnTo>
                <a:lnTo>
                  <a:pt x="1678456" y="207216"/>
                </a:lnTo>
                <a:cubicBezTo>
                  <a:pt x="1633890" y="204450"/>
                  <a:pt x="1610048" y="181651"/>
                  <a:pt x="1588259" y="160385"/>
                </a:cubicBezTo>
                <a:cubicBezTo>
                  <a:pt x="1567905" y="140537"/>
                  <a:pt x="1548904" y="122916"/>
                  <a:pt x="1515254" y="118821"/>
                </a:cubicBezTo>
                <a:lnTo>
                  <a:pt x="1499902" y="117927"/>
                </a:lnTo>
                <a:lnTo>
                  <a:pt x="1484938" y="118821"/>
                </a:lnTo>
                <a:cubicBezTo>
                  <a:pt x="1452116" y="122916"/>
                  <a:pt x="1433131" y="140537"/>
                  <a:pt x="1412811" y="160385"/>
                </a:cubicBezTo>
                <a:cubicBezTo>
                  <a:pt x="1389009" y="183068"/>
                  <a:pt x="1363465" y="207496"/>
                  <a:pt x="1312376" y="207496"/>
                </a:cubicBezTo>
                <a:cubicBezTo>
                  <a:pt x="1261869" y="207496"/>
                  <a:pt x="1236325" y="183068"/>
                  <a:pt x="1213103" y="160385"/>
                </a:cubicBezTo>
                <a:cubicBezTo>
                  <a:pt x="1192784" y="140537"/>
                  <a:pt x="1173800" y="122916"/>
                  <a:pt x="1140202" y="118821"/>
                </a:cubicBezTo>
                <a:lnTo>
                  <a:pt x="1124860" y="117927"/>
                </a:lnTo>
                <a:lnTo>
                  <a:pt x="1109907" y="118821"/>
                </a:lnTo>
                <a:cubicBezTo>
                  <a:pt x="1077083" y="122916"/>
                  <a:pt x="1058099" y="140537"/>
                  <a:pt x="1037780" y="160385"/>
                </a:cubicBezTo>
                <a:cubicBezTo>
                  <a:pt x="1014563" y="183068"/>
                  <a:pt x="988431" y="207496"/>
                  <a:pt x="937343" y="207496"/>
                </a:cubicBezTo>
                <a:cubicBezTo>
                  <a:pt x="887352" y="207496"/>
                  <a:pt x="861195" y="183068"/>
                  <a:pt x="837942" y="160385"/>
                </a:cubicBezTo>
                <a:cubicBezTo>
                  <a:pt x="817603" y="140537"/>
                  <a:pt x="798587" y="122916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0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7"/>
                  <a:pt x="99855" y="47649"/>
                </a:cubicBezTo>
                <a:cubicBezTo>
                  <a:pt x="123076" y="69730"/>
                  <a:pt x="144556" y="90068"/>
                  <a:pt x="187517" y="90068"/>
                </a:cubicBezTo>
                <a:cubicBezTo>
                  <a:pt x="230477" y="90068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0" y="47649"/>
                </a:cubicBezTo>
                <a:cubicBezTo>
                  <a:pt x="498175" y="69730"/>
                  <a:pt x="519667" y="90068"/>
                  <a:pt x="562069" y="90068"/>
                </a:cubicBezTo>
                <a:cubicBezTo>
                  <a:pt x="605610" y="90068"/>
                  <a:pt x="627090" y="69730"/>
                  <a:pt x="650315" y="47649"/>
                </a:cubicBezTo>
                <a:cubicBezTo>
                  <a:pt x="672084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800740" y="0"/>
                  <a:pt x="826901" y="24987"/>
                  <a:pt x="850154" y="47649"/>
                </a:cubicBezTo>
                <a:cubicBezTo>
                  <a:pt x="873408" y="69730"/>
                  <a:pt x="894909" y="90068"/>
                  <a:pt x="937343" y="90068"/>
                </a:cubicBezTo>
                <a:cubicBezTo>
                  <a:pt x="980892" y="90068"/>
                  <a:pt x="1002368" y="69730"/>
                  <a:pt x="1025586" y="47649"/>
                </a:cubicBezTo>
                <a:cubicBezTo>
                  <a:pt x="1047357" y="26403"/>
                  <a:pt x="1071175" y="3114"/>
                  <a:pt x="1115684" y="286"/>
                </a:cubicBezTo>
                <a:lnTo>
                  <a:pt x="1124860" y="0"/>
                </a:lnTo>
                <a:cubicBezTo>
                  <a:pt x="1175948" y="0"/>
                  <a:pt x="1201492" y="24987"/>
                  <a:pt x="1225295" y="47649"/>
                </a:cubicBezTo>
                <a:cubicBezTo>
                  <a:pt x="1248517" y="69730"/>
                  <a:pt x="1270006" y="90068"/>
                  <a:pt x="1312376" y="90068"/>
                </a:cubicBezTo>
                <a:cubicBezTo>
                  <a:pt x="1355923" y="90068"/>
                  <a:pt x="1377398" y="69730"/>
                  <a:pt x="1400620" y="47649"/>
                </a:cubicBezTo>
                <a:cubicBezTo>
                  <a:pt x="1422391" y="26403"/>
                  <a:pt x="1446206" y="3114"/>
                  <a:pt x="1490714" y="286"/>
                </a:cubicBezTo>
                <a:lnTo>
                  <a:pt x="1499902" y="0"/>
                </a:lnTo>
                <a:cubicBezTo>
                  <a:pt x="1551049" y="0"/>
                  <a:pt x="1576632" y="24987"/>
                  <a:pt x="1600457" y="47649"/>
                </a:cubicBezTo>
                <a:cubicBezTo>
                  <a:pt x="1620811" y="66970"/>
                  <a:pt x="1639813" y="84956"/>
                  <a:pt x="1672675" y="89151"/>
                </a:cubicBezTo>
                <a:lnTo>
                  <a:pt x="1687656" y="90068"/>
                </a:lnTo>
                <a:lnTo>
                  <a:pt x="1702991" y="89151"/>
                </a:lnTo>
                <a:lnTo>
                  <a:pt x="1734579" y="77655"/>
                </a:lnTo>
                <a:lnTo>
                  <a:pt x="1734579" y="98671"/>
                </a:lnTo>
                <a:lnTo>
                  <a:pt x="1727021" y="102189"/>
                </a:lnTo>
                <a:cubicBezTo>
                  <a:pt x="1718110" y="105102"/>
                  <a:pt x="1708183" y="107088"/>
                  <a:pt x="1696936" y="107795"/>
                </a:cubicBezTo>
                <a:lnTo>
                  <a:pt x="1687656" y="108081"/>
                </a:lnTo>
                <a:lnTo>
                  <a:pt x="1678456" y="107795"/>
                </a:lnTo>
                <a:cubicBezTo>
                  <a:pt x="1633890" y="104967"/>
                  <a:pt x="1610048" y="81678"/>
                  <a:pt x="1588259" y="60433"/>
                </a:cubicBezTo>
                <a:cubicBezTo>
                  <a:pt x="1567905" y="41112"/>
                  <a:pt x="1548904" y="23125"/>
                  <a:pt x="1515254" y="18931"/>
                </a:cubicBezTo>
                <a:lnTo>
                  <a:pt x="1499902" y="18014"/>
                </a:lnTo>
                <a:lnTo>
                  <a:pt x="1484938" y="18931"/>
                </a:lnTo>
                <a:cubicBezTo>
                  <a:pt x="1452116" y="23125"/>
                  <a:pt x="1433131" y="41112"/>
                  <a:pt x="1412811" y="60433"/>
                </a:cubicBezTo>
                <a:cubicBezTo>
                  <a:pt x="1389009" y="83095"/>
                  <a:pt x="1363465" y="108081"/>
                  <a:pt x="1312376" y="108081"/>
                </a:cubicBezTo>
                <a:cubicBezTo>
                  <a:pt x="1261869" y="108081"/>
                  <a:pt x="1236325" y="83095"/>
                  <a:pt x="1213103" y="60433"/>
                </a:cubicBezTo>
                <a:cubicBezTo>
                  <a:pt x="1192784" y="41112"/>
                  <a:pt x="1173800" y="23125"/>
                  <a:pt x="1140202" y="18931"/>
                </a:cubicBezTo>
                <a:lnTo>
                  <a:pt x="1124860" y="18014"/>
                </a:lnTo>
                <a:lnTo>
                  <a:pt x="1109907" y="18931"/>
                </a:lnTo>
                <a:cubicBezTo>
                  <a:pt x="1077083" y="23125"/>
                  <a:pt x="1058099" y="41112"/>
                  <a:pt x="1037780" y="60433"/>
                </a:cubicBezTo>
                <a:cubicBezTo>
                  <a:pt x="1014563" y="83095"/>
                  <a:pt x="988431" y="108081"/>
                  <a:pt x="937343" y="108081"/>
                </a:cubicBezTo>
                <a:cubicBezTo>
                  <a:pt x="887352" y="108081"/>
                  <a:pt x="861195" y="83095"/>
                  <a:pt x="837942" y="60433"/>
                </a:cubicBezTo>
                <a:cubicBezTo>
                  <a:pt x="817603" y="41112"/>
                  <a:pt x="798587" y="23125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0" y="41112"/>
                  <a:pt x="662511" y="60433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3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3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09" y="108081"/>
                  <a:pt x="111465" y="83095"/>
                  <a:pt x="87663" y="60433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149D480D-E791-4D81-B0B8-06161205F5E6}"/>
              </a:ext>
            </a:extLst>
          </p:cNvPr>
          <p:cNvSpPr>
            <a:spLocks/>
          </p:cNvSpPr>
          <p:nvPr userDrawn="1"/>
        </p:nvSpPr>
        <p:spPr bwMode="auto">
          <a:xfrm>
            <a:off x="10457421" y="3443372"/>
            <a:ext cx="1734579" cy="1708593"/>
          </a:xfrm>
          <a:custGeom>
            <a:avLst/>
            <a:gdLst>
              <a:gd name="connsiteX0" fmla="*/ 0 w 1734579"/>
              <a:gd name="connsiteY0" fmla="*/ 1600512 h 1708593"/>
              <a:gd name="connsiteX1" fmla="*/ 99855 w 1734579"/>
              <a:gd name="connsiteY1" fmla="*/ 1648161 h 1708593"/>
              <a:gd name="connsiteX2" fmla="*/ 187517 w 1734579"/>
              <a:gd name="connsiteY2" fmla="*/ 1690580 h 1708593"/>
              <a:gd name="connsiteX3" fmla="*/ 275179 w 1734579"/>
              <a:gd name="connsiteY3" fmla="*/ 1648161 h 1708593"/>
              <a:gd name="connsiteX4" fmla="*/ 375034 w 1734579"/>
              <a:gd name="connsiteY4" fmla="*/ 1600512 h 1708593"/>
              <a:gd name="connsiteX5" fmla="*/ 474940 w 1734579"/>
              <a:gd name="connsiteY5" fmla="*/ 1648161 h 1708593"/>
              <a:gd name="connsiteX6" fmla="*/ 562069 w 1734579"/>
              <a:gd name="connsiteY6" fmla="*/ 1690580 h 1708593"/>
              <a:gd name="connsiteX7" fmla="*/ 650315 w 1734579"/>
              <a:gd name="connsiteY7" fmla="*/ 1648161 h 1708593"/>
              <a:gd name="connsiteX8" fmla="*/ 740506 w 1734579"/>
              <a:gd name="connsiteY8" fmla="*/ 1600798 h 1708593"/>
              <a:gd name="connsiteX9" fmla="*/ 749586 w 1734579"/>
              <a:gd name="connsiteY9" fmla="*/ 1600512 h 1708593"/>
              <a:gd name="connsiteX10" fmla="*/ 758889 w 1734579"/>
              <a:gd name="connsiteY10" fmla="*/ 1600798 h 1708593"/>
              <a:gd name="connsiteX11" fmla="*/ 850154 w 1734579"/>
              <a:gd name="connsiteY11" fmla="*/ 1648161 h 1708593"/>
              <a:gd name="connsiteX12" fmla="*/ 937343 w 1734579"/>
              <a:gd name="connsiteY12" fmla="*/ 1690580 h 1708593"/>
              <a:gd name="connsiteX13" fmla="*/ 1025586 w 1734579"/>
              <a:gd name="connsiteY13" fmla="*/ 1648161 h 1708593"/>
              <a:gd name="connsiteX14" fmla="*/ 1115684 w 1734579"/>
              <a:gd name="connsiteY14" fmla="*/ 1600798 h 1708593"/>
              <a:gd name="connsiteX15" fmla="*/ 1124860 w 1734579"/>
              <a:gd name="connsiteY15" fmla="*/ 1600512 h 1708593"/>
              <a:gd name="connsiteX16" fmla="*/ 1134151 w 1734579"/>
              <a:gd name="connsiteY16" fmla="*/ 1600798 h 1708593"/>
              <a:gd name="connsiteX17" fmla="*/ 1225295 w 1734579"/>
              <a:gd name="connsiteY17" fmla="*/ 1648161 h 1708593"/>
              <a:gd name="connsiteX18" fmla="*/ 1312376 w 1734579"/>
              <a:gd name="connsiteY18" fmla="*/ 1690580 h 1708593"/>
              <a:gd name="connsiteX19" fmla="*/ 1400620 w 1734579"/>
              <a:gd name="connsiteY19" fmla="*/ 1648161 h 1708593"/>
              <a:gd name="connsiteX20" fmla="*/ 1490714 w 1734579"/>
              <a:gd name="connsiteY20" fmla="*/ 1600798 h 1708593"/>
              <a:gd name="connsiteX21" fmla="*/ 1499902 w 1734579"/>
              <a:gd name="connsiteY21" fmla="*/ 1600512 h 1708593"/>
              <a:gd name="connsiteX22" fmla="*/ 1509200 w 1734579"/>
              <a:gd name="connsiteY22" fmla="*/ 1600798 h 1708593"/>
              <a:gd name="connsiteX23" fmla="*/ 1600457 w 1734579"/>
              <a:gd name="connsiteY23" fmla="*/ 1648161 h 1708593"/>
              <a:gd name="connsiteX24" fmla="*/ 1672675 w 1734579"/>
              <a:gd name="connsiteY24" fmla="*/ 1689663 h 1708593"/>
              <a:gd name="connsiteX25" fmla="*/ 1687656 w 1734579"/>
              <a:gd name="connsiteY25" fmla="*/ 1690580 h 1708593"/>
              <a:gd name="connsiteX26" fmla="*/ 1702991 w 1734579"/>
              <a:gd name="connsiteY26" fmla="*/ 1689663 h 1708593"/>
              <a:gd name="connsiteX27" fmla="*/ 1734579 w 1734579"/>
              <a:gd name="connsiteY27" fmla="*/ 1678168 h 1708593"/>
              <a:gd name="connsiteX28" fmla="*/ 1734579 w 1734579"/>
              <a:gd name="connsiteY28" fmla="*/ 1699184 h 1708593"/>
              <a:gd name="connsiteX29" fmla="*/ 1727021 w 1734579"/>
              <a:gd name="connsiteY29" fmla="*/ 1702701 h 1708593"/>
              <a:gd name="connsiteX30" fmla="*/ 1696936 w 1734579"/>
              <a:gd name="connsiteY30" fmla="*/ 1708307 h 1708593"/>
              <a:gd name="connsiteX31" fmla="*/ 1687656 w 1734579"/>
              <a:gd name="connsiteY31" fmla="*/ 1708593 h 1708593"/>
              <a:gd name="connsiteX32" fmla="*/ 1678456 w 1734579"/>
              <a:gd name="connsiteY32" fmla="*/ 1708307 h 1708593"/>
              <a:gd name="connsiteX33" fmla="*/ 1588259 w 1734579"/>
              <a:gd name="connsiteY33" fmla="*/ 1660945 h 1708593"/>
              <a:gd name="connsiteX34" fmla="*/ 1515254 w 1734579"/>
              <a:gd name="connsiteY34" fmla="*/ 1619443 h 1708593"/>
              <a:gd name="connsiteX35" fmla="*/ 1499902 w 1734579"/>
              <a:gd name="connsiteY35" fmla="*/ 1618526 h 1708593"/>
              <a:gd name="connsiteX36" fmla="*/ 1484938 w 1734579"/>
              <a:gd name="connsiteY36" fmla="*/ 1619443 h 1708593"/>
              <a:gd name="connsiteX37" fmla="*/ 1412811 w 1734579"/>
              <a:gd name="connsiteY37" fmla="*/ 1660945 h 1708593"/>
              <a:gd name="connsiteX38" fmla="*/ 1312376 w 1734579"/>
              <a:gd name="connsiteY38" fmla="*/ 1708593 h 1708593"/>
              <a:gd name="connsiteX39" fmla="*/ 1213103 w 1734579"/>
              <a:gd name="connsiteY39" fmla="*/ 1660945 h 1708593"/>
              <a:gd name="connsiteX40" fmla="*/ 1140202 w 1734579"/>
              <a:gd name="connsiteY40" fmla="*/ 1619443 h 1708593"/>
              <a:gd name="connsiteX41" fmla="*/ 1124860 w 1734579"/>
              <a:gd name="connsiteY41" fmla="*/ 1618526 h 1708593"/>
              <a:gd name="connsiteX42" fmla="*/ 1109907 w 1734579"/>
              <a:gd name="connsiteY42" fmla="*/ 1619443 h 1708593"/>
              <a:gd name="connsiteX43" fmla="*/ 1037780 w 1734579"/>
              <a:gd name="connsiteY43" fmla="*/ 1660945 h 1708593"/>
              <a:gd name="connsiteX44" fmla="*/ 937343 w 1734579"/>
              <a:gd name="connsiteY44" fmla="*/ 1708593 h 1708593"/>
              <a:gd name="connsiteX45" fmla="*/ 837942 w 1734579"/>
              <a:gd name="connsiteY45" fmla="*/ 1660945 h 1708593"/>
              <a:gd name="connsiteX46" fmla="*/ 764952 w 1734579"/>
              <a:gd name="connsiteY46" fmla="*/ 1619443 h 1708593"/>
              <a:gd name="connsiteX47" fmla="*/ 749586 w 1734579"/>
              <a:gd name="connsiteY47" fmla="*/ 1618526 h 1708593"/>
              <a:gd name="connsiteX48" fmla="*/ 734638 w 1734579"/>
              <a:gd name="connsiteY48" fmla="*/ 1619443 h 1708593"/>
              <a:gd name="connsiteX49" fmla="*/ 662511 w 1734579"/>
              <a:gd name="connsiteY49" fmla="*/ 1660945 h 1708593"/>
              <a:gd name="connsiteX50" fmla="*/ 562069 w 1734579"/>
              <a:gd name="connsiteY50" fmla="*/ 1708593 h 1708593"/>
              <a:gd name="connsiteX51" fmla="*/ 462743 w 1734579"/>
              <a:gd name="connsiteY51" fmla="*/ 1660945 h 1708593"/>
              <a:gd name="connsiteX52" fmla="*/ 375034 w 1734579"/>
              <a:gd name="connsiteY52" fmla="*/ 1618526 h 1708593"/>
              <a:gd name="connsiteX53" fmla="*/ 287371 w 1734579"/>
              <a:gd name="connsiteY53" fmla="*/ 1660945 h 1708593"/>
              <a:gd name="connsiteX54" fmla="*/ 187517 w 1734579"/>
              <a:gd name="connsiteY54" fmla="*/ 1708593 h 1708593"/>
              <a:gd name="connsiteX55" fmla="*/ 87663 w 1734579"/>
              <a:gd name="connsiteY55" fmla="*/ 1660945 h 1708593"/>
              <a:gd name="connsiteX56" fmla="*/ 0 w 1734579"/>
              <a:gd name="connsiteY56" fmla="*/ 1618526 h 1708593"/>
              <a:gd name="connsiteX57" fmla="*/ 0 w 1734579"/>
              <a:gd name="connsiteY57" fmla="*/ 1501097 h 1708593"/>
              <a:gd name="connsiteX58" fmla="*/ 99855 w 1734579"/>
              <a:gd name="connsiteY58" fmla="*/ 1548208 h 1708593"/>
              <a:gd name="connsiteX59" fmla="*/ 187517 w 1734579"/>
              <a:gd name="connsiteY59" fmla="*/ 1590666 h 1708593"/>
              <a:gd name="connsiteX60" fmla="*/ 275179 w 1734579"/>
              <a:gd name="connsiteY60" fmla="*/ 1548208 h 1708593"/>
              <a:gd name="connsiteX61" fmla="*/ 375034 w 1734579"/>
              <a:gd name="connsiteY61" fmla="*/ 1501097 h 1708593"/>
              <a:gd name="connsiteX62" fmla="*/ 474940 w 1734579"/>
              <a:gd name="connsiteY62" fmla="*/ 1548208 h 1708593"/>
              <a:gd name="connsiteX63" fmla="*/ 562069 w 1734579"/>
              <a:gd name="connsiteY63" fmla="*/ 1590666 h 1708593"/>
              <a:gd name="connsiteX64" fmla="*/ 650315 w 1734579"/>
              <a:gd name="connsiteY64" fmla="*/ 1548208 h 1708593"/>
              <a:gd name="connsiteX65" fmla="*/ 740506 w 1734579"/>
              <a:gd name="connsiteY65" fmla="*/ 1501377 h 1708593"/>
              <a:gd name="connsiteX66" fmla="*/ 749586 w 1734579"/>
              <a:gd name="connsiteY66" fmla="*/ 1501097 h 1708593"/>
              <a:gd name="connsiteX67" fmla="*/ 758889 w 1734579"/>
              <a:gd name="connsiteY67" fmla="*/ 1501377 h 1708593"/>
              <a:gd name="connsiteX68" fmla="*/ 850154 w 1734579"/>
              <a:gd name="connsiteY68" fmla="*/ 1548208 h 1708593"/>
              <a:gd name="connsiteX69" fmla="*/ 937343 w 1734579"/>
              <a:gd name="connsiteY69" fmla="*/ 1590666 h 1708593"/>
              <a:gd name="connsiteX70" fmla="*/ 1025586 w 1734579"/>
              <a:gd name="connsiteY70" fmla="*/ 1548208 h 1708593"/>
              <a:gd name="connsiteX71" fmla="*/ 1115684 w 1734579"/>
              <a:gd name="connsiteY71" fmla="*/ 1501377 h 1708593"/>
              <a:gd name="connsiteX72" fmla="*/ 1124860 w 1734579"/>
              <a:gd name="connsiteY72" fmla="*/ 1501097 h 1708593"/>
              <a:gd name="connsiteX73" fmla="*/ 1134151 w 1734579"/>
              <a:gd name="connsiteY73" fmla="*/ 1501377 h 1708593"/>
              <a:gd name="connsiteX74" fmla="*/ 1225295 w 1734579"/>
              <a:gd name="connsiteY74" fmla="*/ 1548208 h 1708593"/>
              <a:gd name="connsiteX75" fmla="*/ 1312376 w 1734579"/>
              <a:gd name="connsiteY75" fmla="*/ 1590666 h 1708593"/>
              <a:gd name="connsiteX76" fmla="*/ 1400620 w 1734579"/>
              <a:gd name="connsiteY76" fmla="*/ 1548208 h 1708593"/>
              <a:gd name="connsiteX77" fmla="*/ 1490714 w 1734579"/>
              <a:gd name="connsiteY77" fmla="*/ 1501377 h 1708593"/>
              <a:gd name="connsiteX78" fmla="*/ 1499902 w 1734579"/>
              <a:gd name="connsiteY78" fmla="*/ 1501097 h 1708593"/>
              <a:gd name="connsiteX79" fmla="*/ 1509200 w 1734579"/>
              <a:gd name="connsiteY79" fmla="*/ 1501377 h 1708593"/>
              <a:gd name="connsiteX80" fmla="*/ 1600457 w 1734579"/>
              <a:gd name="connsiteY80" fmla="*/ 1548208 h 1708593"/>
              <a:gd name="connsiteX81" fmla="*/ 1672675 w 1734579"/>
              <a:gd name="connsiteY81" fmla="*/ 1589772 h 1708593"/>
              <a:gd name="connsiteX82" fmla="*/ 1687656 w 1734579"/>
              <a:gd name="connsiteY82" fmla="*/ 1590666 h 1708593"/>
              <a:gd name="connsiteX83" fmla="*/ 1702991 w 1734579"/>
              <a:gd name="connsiteY83" fmla="*/ 1589748 h 1708593"/>
              <a:gd name="connsiteX84" fmla="*/ 1734579 w 1734579"/>
              <a:gd name="connsiteY84" fmla="*/ 1578243 h 1708593"/>
              <a:gd name="connsiteX85" fmla="*/ 1734579 w 1734579"/>
              <a:gd name="connsiteY85" fmla="*/ 1599278 h 1708593"/>
              <a:gd name="connsiteX86" fmla="*/ 1727021 w 1734579"/>
              <a:gd name="connsiteY86" fmla="*/ 1602799 h 1708593"/>
              <a:gd name="connsiteX87" fmla="*/ 1696936 w 1734579"/>
              <a:gd name="connsiteY87" fmla="*/ 1608410 h 1708593"/>
              <a:gd name="connsiteX88" fmla="*/ 1687656 w 1734579"/>
              <a:gd name="connsiteY88" fmla="*/ 1608697 h 1708593"/>
              <a:gd name="connsiteX89" fmla="*/ 1678456 w 1734579"/>
              <a:gd name="connsiteY89" fmla="*/ 1608410 h 1708593"/>
              <a:gd name="connsiteX90" fmla="*/ 1588259 w 1734579"/>
              <a:gd name="connsiteY90" fmla="*/ 1561004 h 1708593"/>
              <a:gd name="connsiteX91" fmla="*/ 1515254 w 1734579"/>
              <a:gd name="connsiteY91" fmla="*/ 1519464 h 1708593"/>
              <a:gd name="connsiteX92" fmla="*/ 1499902 w 1734579"/>
              <a:gd name="connsiteY92" fmla="*/ 1518546 h 1708593"/>
              <a:gd name="connsiteX93" fmla="*/ 1484938 w 1734579"/>
              <a:gd name="connsiteY93" fmla="*/ 1519464 h 1708593"/>
              <a:gd name="connsiteX94" fmla="*/ 1412811 w 1734579"/>
              <a:gd name="connsiteY94" fmla="*/ 1561004 h 1708593"/>
              <a:gd name="connsiteX95" fmla="*/ 1312376 w 1734579"/>
              <a:gd name="connsiteY95" fmla="*/ 1608697 h 1708593"/>
              <a:gd name="connsiteX96" fmla="*/ 1213103 w 1734579"/>
              <a:gd name="connsiteY96" fmla="*/ 1561004 h 1708593"/>
              <a:gd name="connsiteX97" fmla="*/ 1140202 w 1734579"/>
              <a:gd name="connsiteY97" fmla="*/ 1519464 h 1708593"/>
              <a:gd name="connsiteX98" fmla="*/ 1124860 w 1734579"/>
              <a:gd name="connsiteY98" fmla="*/ 1518546 h 1708593"/>
              <a:gd name="connsiteX99" fmla="*/ 1109907 w 1734579"/>
              <a:gd name="connsiteY99" fmla="*/ 1519464 h 1708593"/>
              <a:gd name="connsiteX100" fmla="*/ 1037780 w 1734579"/>
              <a:gd name="connsiteY100" fmla="*/ 1561004 h 1708593"/>
              <a:gd name="connsiteX101" fmla="*/ 937343 w 1734579"/>
              <a:gd name="connsiteY101" fmla="*/ 1608697 h 1708593"/>
              <a:gd name="connsiteX102" fmla="*/ 837942 w 1734579"/>
              <a:gd name="connsiteY102" fmla="*/ 1561004 h 1708593"/>
              <a:gd name="connsiteX103" fmla="*/ 764952 w 1734579"/>
              <a:gd name="connsiteY103" fmla="*/ 1519464 h 1708593"/>
              <a:gd name="connsiteX104" fmla="*/ 749586 w 1734579"/>
              <a:gd name="connsiteY104" fmla="*/ 1518546 h 1708593"/>
              <a:gd name="connsiteX105" fmla="*/ 734638 w 1734579"/>
              <a:gd name="connsiteY105" fmla="*/ 1519464 h 1708593"/>
              <a:gd name="connsiteX106" fmla="*/ 662511 w 1734579"/>
              <a:gd name="connsiteY106" fmla="*/ 1561004 h 1708593"/>
              <a:gd name="connsiteX107" fmla="*/ 562069 w 1734579"/>
              <a:gd name="connsiteY107" fmla="*/ 1608697 h 1708593"/>
              <a:gd name="connsiteX108" fmla="*/ 462743 w 1734579"/>
              <a:gd name="connsiteY108" fmla="*/ 1561004 h 1708593"/>
              <a:gd name="connsiteX109" fmla="*/ 375034 w 1734579"/>
              <a:gd name="connsiteY109" fmla="*/ 1518546 h 1708593"/>
              <a:gd name="connsiteX110" fmla="*/ 287371 w 1734579"/>
              <a:gd name="connsiteY110" fmla="*/ 1561004 h 1708593"/>
              <a:gd name="connsiteX111" fmla="*/ 187517 w 1734579"/>
              <a:gd name="connsiteY111" fmla="*/ 1608697 h 1708593"/>
              <a:gd name="connsiteX112" fmla="*/ 87663 w 1734579"/>
              <a:gd name="connsiteY112" fmla="*/ 1561004 h 1708593"/>
              <a:gd name="connsiteX113" fmla="*/ 0 w 1734579"/>
              <a:gd name="connsiteY113" fmla="*/ 1518546 h 1708593"/>
              <a:gd name="connsiteX114" fmla="*/ 0 w 1734579"/>
              <a:gd name="connsiteY114" fmla="*/ 1399997 h 1708593"/>
              <a:gd name="connsiteX115" fmla="*/ 99855 w 1734579"/>
              <a:gd name="connsiteY115" fmla="*/ 1447645 h 1708593"/>
              <a:gd name="connsiteX116" fmla="*/ 187517 w 1734579"/>
              <a:gd name="connsiteY116" fmla="*/ 1490064 h 1708593"/>
              <a:gd name="connsiteX117" fmla="*/ 275179 w 1734579"/>
              <a:gd name="connsiteY117" fmla="*/ 1447645 h 1708593"/>
              <a:gd name="connsiteX118" fmla="*/ 375034 w 1734579"/>
              <a:gd name="connsiteY118" fmla="*/ 1399997 h 1708593"/>
              <a:gd name="connsiteX119" fmla="*/ 474940 w 1734579"/>
              <a:gd name="connsiteY119" fmla="*/ 1447645 h 1708593"/>
              <a:gd name="connsiteX120" fmla="*/ 562069 w 1734579"/>
              <a:gd name="connsiteY120" fmla="*/ 1490064 h 1708593"/>
              <a:gd name="connsiteX121" fmla="*/ 650315 w 1734579"/>
              <a:gd name="connsiteY121" fmla="*/ 1447645 h 1708593"/>
              <a:gd name="connsiteX122" fmla="*/ 740506 w 1734579"/>
              <a:gd name="connsiteY122" fmla="*/ 1400283 h 1708593"/>
              <a:gd name="connsiteX123" fmla="*/ 749586 w 1734579"/>
              <a:gd name="connsiteY123" fmla="*/ 1399997 h 1708593"/>
              <a:gd name="connsiteX124" fmla="*/ 758889 w 1734579"/>
              <a:gd name="connsiteY124" fmla="*/ 1400283 h 1708593"/>
              <a:gd name="connsiteX125" fmla="*/ 850154 w 1734579"/>
              <a:gd name="connsiteY125" fmla="*/ 1447645 h 1708593"/>
              <a:gd name="connsiteX126" fmla="*/ 937343 w 1734579"/>
              <a:gd name="connsiteY126" fmla="*/ 1490064 h 1708593"/>
              <a:gd name="connsiteX127" fmla="*/ 1025586 w 1734579"/>
              <a:gd name="connsiteY127" fmla="*/ 1447645 h 1708593"/>
              <a:gd name="connsiteX128" fmla="*/ 1115684 w 1734579"/>
              <a:gd name="connsiteY128" fmla="*/ 1400283 h 1708593"/>
              <a:gd name="connsiteX129" fmla="*/ 1124860 w 1734579"/>
              <a:gd name="connsiteY129" fmla="*/ 1399997 h 1708593"/>
              <a:gd name="connsiteX130" fmla="*/ 1134151 w 1734579"/>
              <a:gd name="connsiteY130" fmla="*/ 1400283 h 1708593"/>
              <a:gd name="connsiteX131" fmla="*/ 1225295 w 1734579"/>
              <a:gd name="connsiteY131" fmla="*/ 1447645 h 1708593"/>
              <a:gd name="connsiteX132" fmla="*/ 1312376 w 1734579"/>
              <a:gd name="connsiteY132" fmla="*/ 1490064 h 1708593"/>
              <a:gd name="connsiteX133" fmla="*/ 1400620 w 1734579"/>
              <a:gd name="connsiteY133" fmla="*/ 1447645 h 1708593"/>
              <a:gd name="connsiteX134" fmla="*/ 1490714 w 1734579"/>
              <a:gd name="connsiteY134" fmla="*/ 1400283 h 1708593"/>
              <a:gd name="connsiteX135" fmla="*/ 1499902 w 1734579"/>
              <a:gd name="connsiteY135" fmla="*/ 1399997 h 1708593"/>
              <a:gd name="connsiteX136" fmla="*/ 1509200 w 1734579"/>
              <a:gd name="connsiteY136" fmla="*/ 1400283 h 1708593"/>
              <a:gd name="connsiteX137" fmla="*/ 1600457 w 1734579"/>
              <a:gd name="connsiteY137" fmla="*/ 1447645 h 1708593"/>
              <a:gd name="connsiteX138" fmla="*/ 1672675 w 1734579"/>
              <a:gd name="connsiteY138" fmla="*/ 1489147 h 1708593"/>
              <a:gd name="connsiteX139" fmla="*/ 1687656 w 1734579"/>
              <a:gd name="connsiteY139" fmla="*/ 1490064 h 1708593"/>
              <a:gd name="connsiteX140" fmla="*/ 1702991 w 1734579"/>
              <a:gd name="connsiteY140" fmla="*/ 1489147 h 1708593"/>
              <a:gd name="connsiteX141" fmla="*/ 1734579 w 1734579"/>
              <a:gd name="connsiteY141" fmla="*/ 1477652 h 1708593"/>
              <a:gd name="connsiteX142" fmla="*/ 1734579 w 1734579"/>
              <a:gd name="connsiteY142" fmla="*/ 1498668 h 1708593"/>
              <a:gd name="connsiteX143" fmla="*/ 1727021 w 1734579"/>
              <a:gd name="connsiteY143" fmla="*/ 1502186 h 1708593"/>
              <a:gd name="connsiteX144" fmla="*/ 1696936 w 1734579"/>
              <a:gd name="connsiteY144" fmla="*/ 1507792 h 1708593"/>
              <a:gd name="connsiteX145" fmla="*/ 1687656 w 1734579"/>
              <a:gd name="connsiteY145" fmla="*/ 1508078 h 1708593"/>
              <a:gd name="connsiteX146" fmla="*/ 1678456 w 1734579"/>
              <a:gd name="connsiteY146" fmla="*/ 1507792 h 1708593"/>
              <a:gd name="connsiteX147" fmla="*/ 1588259 w 1734579"/>
              <a:gd name="connsiteY147" fmla="*/ 1460429 h 1708593"/>
              <a:gd name="connsiteX148" fmla="*/ 1515254 w 1734579"/>
              <a:gd name="connsiteY148" fmla="*/ 1418928 h 1708593"/>
              <a:gd name="connsiteX149" fmla="*/ 1499902 w 1734579"/>
              <a:gd name="connsiteY149" fmla="*/ 1418010 h 1708593"/>
              <a:gd name="connsiteX150" fmla="*/ 1484938 w 1734579"/>
              <a:gd name="connsiteY150" fmla="*/ 1418928 h 1708593"/>
              <a:gd name="connsiteX151" fmla="*/ 1412811 w 1734579"/>
              <a:gd name="connsiteY151" fmla="*/ 1460429 h 1708593"/>
              <a:gd name="connsiteX152" fmla="*/ 1312376 w 1734579"/>
              <a:gd name="connsiteY152" fmla="*/ 1508078 h 1708593"/>
              <a:gd name="connsiteX153" fmla="*/ 1213103 w 1734579"/>
              <a:gd name="connsiteY153" fmla="*/ 1460429 h 1708593"/>
              <a:gd name="connsiteX154" fmla="*/ 1140202 w 1734579"/>
              <a:gd name="connsiteY154" fmla="*/ 1418928 h 1708593"/>
              <a:gd name="connsiteX155" fmla="*/ 1124860 w 1734579"/>
              <a:gd name="connsiteY155" fmla="*/ 1418010 h 1708593"/>
              <a:gd name="connsiteX156" fmla="*/ 1109907 w 1734579"/>
              <a:gd name="connsiteY156" fmla="*/ 1418928 h 1708593"/>
              <a:gd name="connsiteX157" fmla="*/ 1037780 w 1734579"/>
              <a:gd name="connsiteY157" fmla="*/ 1460429 h 1708593"/>
              <a:gd name="connsiteX158" fmla="*/ 937343 w 1734579"/>
              <a:gd name="connsiteY158" fmla="*/ 1508078 h 1708593"/>
              <a:gd name="connsiteX159" fmla="*/ 837942 w 1734579"/>
              <a:gd name="connsiteY159" fmla="*/ 1460429 h 1708593"/>
              <a:gd name="connsiteX160" fmla="*/ 764952 w 1734579"/>
              <a:gd name="connsiteY160" fmla="*/ 1418928 h 1708593"/>
              <a:gd name="connsiteX161" fmla="*/ 749586 w 1734579"/>
              <a:gd name="connsiteY161" fmla="*/ 1418010 h 1708593"/>
              <a:gd name="connsiteX162" fmla="*/ 734638 w 1734579"/>
              <a:gd name="connsiteY162" fmla="*/ 1418928 h 1708593"/>
              <a:gd name="connsiteX163" fmla="*/ 662511 w 1734579"/>
              <a:gd name="connsiteY163" fmla="*/ 1460429 h 1708593"/>
              <a:gd name="connsiteX164" fmla="*/ 562069 w 1734579"/>
              <a:gd name="connsiteY164" fmla="*/ 1508078 h 1708593"/>
              <a:gd name="connsiteX165" fmla="*/ 462743 w 1734579"/>
              <a:gd name="connsiteY165" fmla="*/ 1460429 h 1708593"/>
              <a:gd name="connsiteX166" fmla="*/ 375034 w 1734579"/>
              <a:gd name="connsiteY166" fmla="*/ 1418010 h 1708593"/>
              <a:gd name="connsiteX167" fmla="*/ 287371 w 1734579"/>
              <a:gd name="connsiteY167" fmla="*/ 1460429 h 1708593"/>
              <a:gd name="connsiteX168" fmla="*/ 187517 w 1734579"/>
              <a:gd name="connsiteY168" fmla="*/ 1508078 h 1708593"/>
              <a:gd name="connsiteX169" fmla="*/ 87663 w 1734579"/>
              <a:gd name="connsiteY169" fmla="*/ 1460429 h 1708593"/>
              <a:gd name="connsiteX170" fmla="*/ 0 w 1734579"/>
              <a:gd name="connsiteY170" fmla="*/ 1418010 h 1708593"/>
              <a:gd name="connsiteX171" fmla="*/ 0 w 1734579"/>
              <a:gd name="connsiteY171" fmla="*/ 1300582 h 1708593"/>
              <a:gd name="connsiteX172" fmla="*/ 99855 w 1734579"/>
              <a:gd name="connsiteY172" fmla="*/ 1347693 h 1708593"/>
              <a:gd name="connsiteX173" fmla="*/ 187517 w 1734579"/>
              <a:gd name="connsiteY173" fmla="*/ 1390151 h 1708593"/>
              <a:gd name="connsiteX174" fmla="*/ 275179 w 1734579"/>
              <a:gd name="connsiteY174" fmla="*/ 1347693 h 1708593"/>
              <a:gd name="connsiteX175" fmla="*/ 375034 w 1734579"/>
              <a:gd name="connsiteY175" fmla="*/ 1300582 h 1708593"/>
              <a:gd name="connsiteX176" fmla="*/ 474940 w 1734579"/>
              <a:gd name="connsiteY176" fmla="*/ 1347693 h 1708593"/>
              <a:gd name="connsiteX177" fmla="*/ 562069 w 1734579"/>
              <a:gd name="connsiteY177" fmla="*/ 1390151 h 1708593"/>
              <a:gd name="connsiteX178" fmla="*/ 650315 w 1734579"/>
              <a:gd name="connsiteY178" fmla="*/ 1347693 h 1708593"/>
              <a:gd name="connsiteX179" fmla="*/ 740506 w 1734579"/>
              <a:gd name="connsiteY179" fmla="*/ 1300868 h 1708593"/>
              <a:gd name="connsiteX180" fmla="*/ 749586 w 1734579"/>
              <a:gd name="connsiteY180" fmla="*/ 1300582 h 1708593"/>
              <a:gd name="connsiteX181" fmla="*/ 758889 w 1734579"/>
              <a:gd name="connsiteY181" fmla="*/ 1300868 h 1708593"/>
              <a:gd name="connsiteX182" fmla="*/ 850154 w 1734579"/>
              <a:gd name="connsiteY182" fmla="*/ 1347693 h 1708593"/>
              <a:gd name="connsiteX183" fmla="*/ 937343 w 1734579"/>
              <a:gd name="connsiteY183" fmla="*/ 1390151 h 1708593"/>
              <a:gd name="connsiteX184" fmla="*/ 1025586 w 1734579"/>
              <a:gd name="connsiteY184" fmla="*/ 1347693 h 1708593"/>
              <a:gd name="connsiteX185" fmla="*/ 1115684 w 1734579"/>
              <a:gd name="connsiteY185" fmla="*/ 1300868 h 1708593"/>
              <a:gd name="connsiteX186" fmla="*/ 1124860 w 1734579"/>
              <a:gd name="connsiteY186" fmla="*/ 1300582 h 1708593"/>
              <a:gd name="connsiteX187" fmla="*/ 1134151 w 1734579"/>
              <a:gd name="connsiteY187" fmla="*/ 1300868 h 1708593"/>
              <a:gd name="connsiteX188" fmla="*/ 1225295 w 1734579"/>
              <a:gd name="connsiteY188" fmla="*/ 1347693 h 1708593"/>
              <a:gd name="connsiteX189" fmla="*/ 1312376 w 1734579"/>
              <a:gd name="connsiteY189" fmla="*/ 1390151 h 1708593"/>
              <a:gd name="connsiteX190" fmla="*/ 1400620 w 1734579"/>
              <a:gd name="connsiteY190" fmla="*/ 1347693 h 1708593"/>
              <a:gd name="connsiteX191" fmla="*/ 1490714 w 1734579"/>
              <a:gd name="connsiteY191" fmla="*/ 1300868 h 1708593"/>
              <a:gd name="connsiteX192" fmla="*/ 1499902 w 1734579"/>
              <a:gd name="connsiteY192" fmla="*/ 1300582 h 1708593"/>
              <a:gd name="connsiteX193" fmla="*/ 1509200 w 1734579"/>
              <a:gd name="connsiteY193" fmla="*/ 1300868 h 1708593"/>
              <a:gd name="connsiteX194" fmla="*/ 1600457 w 1734579"/>
              <a:gd name="connsiteY194" fmla="*/ 1347693 h 1708593"/>
              <a:gd name="connsiteX195" fmla="*/ 1672675 w 1734579"/>
              <a:gd name="connsiteY195" fmla="*/ 1389257 h 1708593"/>
              <a:gd name="connsiteX196" fmla="*/ 1687656 w 1734579"/>
              <a:gd name="connsiteY196" fmla="*/ 1390151 h 1708593"/>
              <a:gd name="connsiteX197" fmla="*/ 1702991 w 1734579"/>
              <a:gd name="connsiteY197" fmla="*/ 1389257 h 1708593"/>
              <a:gd name="connsiteX198" fmla="*/ 1734579 w 1734579"/>
              <a:gd name="connsiteY198" fmla="*/ 1377917 h 1708593"/>
              <a:gd name="connsiteX199" fmla="*/ 1734579 w 1734579"/>
              <a:gd name="connsiteY199" fmla="*/ 1398947 h 1708593"/>
              <a:gd name="connsiteX200" fmla="*/ 1727021 w 1734579"/>
              <a:gd name="connsiteY200" fmla="*/ 1402407 h 1708593"/>
              <a:gd name="connsiteX201" fmla="*/ 1696936 w 1734579"/>
              <a:gd name="connsiteY201" fmla="*/ 1407901 h 1708593"/>
              <a:gd name="connsiteX202" fmla="*/ 1687656 w 1734579"/>
              <a:gd name="connsiteY202" fmla="*/ 1408181 h 1708593"/>
              <a:gd name="connsiteX203" fmla="*/ 1678456 w 1734579"/>
              <a:gd name="connsiteY203" fmla="*/ 1407901 h 1708593"/>
              <a:gd name="connsiteX204" fmla="*/ 1588259 w 1734579"/>
              <a:gd name="connsiteY204" fmla="*/ 1361070 h 1708593"/>
              <a:gd name="connsiteX205" fmla="*/ 1515254 w 1734579"/>
              <a:gd name="connsiteY205" fmla="*/ 1319506 h 1708593"/>
              <a:gd name="connsiteX206" fmla="*/ 1499902 w 1734579"/>
              <a:gd name="connsiteY206" fmla="*/ 1318612 h 1708593"/>
              <a:gd name="connsiteX207" fmla="*/ 1484938 w 1734579"/>
              <a:gd name="connsiteY207" fmla="*/ 1319506 h 1708593"/>
              <a:gd name="connsiteX208" fmla="*/ 1412811 w 1734579"/>
              <a:gd name="connsiteY208" fmla="*/ 1361070 h 1708593"/>
              <a:gd name="connsiteX209" fmla="*/ 1312376 w 1734579"/>
              <a:gd name="connsiteY209" fmla="*/ 1408181 h 1708593"/>
              <a:gd name="connsiteX210" fmla="*/ 1213103 w 1734579"/>
              <a:gd name="connsiteY210" fmla="*/ 1361070 h 1708593"/>
              <a:gd name="connsiteX211" fmla="*/ 1140202 w 1734579"/>
              <a:gd name="connsiteY211" fmla="*/ 1319506 h 1708593"/>
              <a:gd name="connsiteX212" fmla="*/ 1124860 w 1734579"/>
              <a:gd name="connsiteY212" fmla="*/ 1318612 h 1708593"/>
              <a:gd name="connsiteX213" fmla="*/ 1109907 w 1734579"/>
              <a:gd name="connsiteY213" fmla="*/ 1319506 h 1708593"/>
              <a:gd name="connsiteX214" fmla="*/ 1037780 w 1734579"/>
              <a:gd name="connsiteY214" fmla="*/ 1361070 h 1708593"/>
              <a:gd name="connsiteX215" fmla="*/ 937343 w 1734579"/>
              <a:gd name="connsiteY215" fmla="*/ 1408181 h 1708593"/>
              <a:gd name="connsiteX216" fmla="*/ 837942 w 1734579"/>
              <a:gd name="connsiteY216" fmla="*/ 1361070 h 1708593"/>
              <a:gd name="connsiteX217" fmla="*/ 764952 w 1734579"/>
              <a:gd name="connsiteY217" fmla="*/ 1319506 h 1708593"/>
              <a:gd name="connsiteX218" fmla="*/ 749586 w 1734579"/>
              <a:gd name="connsiteY218" fmla="*/ 1318612 h 1708593"/>
              <a:gd name="connsiteX219" fmla="*/ 734638 w 1734579"/>
              <a:gd name="connsiteY219" fmla="*/ 1319506 h 1708593"/>
              <a:gd name="connsiteX220" fmla="*/ 662511 w 1734579"/>
              <a:gd name="connsiteY220" fmla="*/ 1361070 h 1708593"/>
              <a:gd name="connsiteX221" fmla="*/ 562069 w 1734579"/>
              <a:gd name="connsiteY221" fmla="*/ 1408181 h 1708593"/>
              <a:gd name="connsiteX222" fmla="*/ 462743 w 1734579"/>
              <a:gd name="connsiteY222" fmla="*/ 1361070 h 1708593"/>
              <a:gd name="connsiteX223" fmla="*/ 375034 w 1734579"/>
              <a:gd name="connsiteY223" fmla="*/ 1318612 h 1708593"/>
              <a:gd name="connsiteX224" fmla="*/ 287371 w 1734579"/>
              <a:gd name="connsiteY224" fmla="*/ 1361070 h 1708593"/>
              <a:gd name="connsiteX225" fmla="*/ 187517 w 1734579"/>
              <a:gd name="connsiteY225" fmla="*/ 1408181 h 1708593"/>
              <a:gd name="connsiteX226" fmla="*/ 87663 w 1734579"/>
              <a:gd name="connsiteY226" fmla="*/ 1361070 h 1708593"/>
              <a:gd name="connsiteX227" fmla="*/ 0 w 1734579"/>
              <a:gd name="connsiteY227" fmla="*/ 1318612 h 1708593"/>
              <a:gd name="connsiteX228" fmla="*/ 0 w 1734579"/>
              <a:gd name="connsiteY228" fmla="*/ 1200685 h 1708593"/>
              <a:gd name="connsiteX229" fmla="*/ 99855 w 1734579"/>
              <a:gd name="connsiteY229" fmla="*/ 1248334 h 1708593"/>
              <a:gd name="connsiteX230" fmla="*/ 187517 w 1734579"/>
              <a:gd name="connsiteY230" fmla="*/ 1290753 h 1708593"/>
              <a:gd name="connsiteX231" fmla="*/ 275179 w 1734579"/>
              <a:gd name="connsiteY231" fmla="*/ 1248334 h 1708593"/>
              <a:gd name="connsiteX232" fmla="*/ 375034 w 1734579"/>
              <a:gd name="connsiteY232" fmla="*/ 1200685 h 1708593"/>
              <a:gd name="connsiteX233" fmla="*/ 474940 w 1734579"/>
              <a:gd name="connsiteY233" fmla="*/ 1248334 h 1708593"/>
              <a:gd name="connsiteX234" fmla="*/ 562069 w 1734579"/>
              <a:gd name="connsiteY234" fmla="*/ 1290753 h 1708593"/>
              <a:gd name="connsiteX235" fmla="*/ 650315 w 1734579"/>
              <a:gd name="connsiteY235" fmla="*/ 1248334 h 1708593"/>
              <a:gd name="connsiteX236" fmla="*/ 740506 w 1734579"/>
              <a:gd name="connsiteY236" fmla="*/ 1200971 h 1708593"/>
              <a:gd name="connsiteX237" fmla="*/ 749586 w 1734579"/>
              <a:gd name="connsiteY237" fmla="*/ 1200685 h 1708593"/>
              <a:gd name="connsiteX238" fmla="*/ 758889 w 1734579"/>
              <a:gd name="connsiteY238" fmla="*/ 1200971 h 1708593"/>
              <a:gd name="connsiteX239" fmla="*/ 850154 w 1734579"/>
              <a:gd name="connsiteY239" fmla="*/ 1248334 h 1708593"/>
              <a:gd name="connsiteX240" fmla="*/ 937343 w 1734579"/>
              <a:gd name="connsiteY240" fmla="*/ 1290753 h 1708593"/>
              <a:gd name="connsiteX241" fmla="*/ 1025586 w 1734579"/>
              <a:gd name="connsiteY241" fmla="*/ 1248334 h 1708593"/>
              <a:gd name="connsiteX242" fmla="*/ 1115684 w 1734579"/>
              <a:gd name="connsiteY242" fmla="*/ 1200971 h 1708593"/>
              <a:gd name="connsiteX243" fmla="*/ 1124860 w 1734579"/>
              <a:gd name="connsiteY243" fmla="*/ 1200685 h 1708593"/>
              <a:gd name="connsiteX244" fmla="*/ 1134151 w 1734579"/>
              <a:gd name="connsiteY244" fmla="*/ 1200971 h 1708593"/>
              <a:gd name="connsiteX245" fmla="*/ 1225295 w 1734579"/>
              <a:gd name="connsiteY245" fmla="*/ 1248334 h 1708593"/>
              <a:gd name="connsiteX246" fmla="*/ 1312376 w 1734579"/>
              <a:gd name="connsiteY246" fmla="*/ 1290753 h 1708593"/>
              <a:gd name="connsiteX247" fmla="*/ 1400620 w 1734579"/>
              <a:gd name="connsiteY247" fmla="*/ 1248334 h 1708593"/>
              <a:gd name="connsiteX248" fmla="*/ 1490714 w 1734579"/>
              <a:gd name="connsiteY248" fmla="*/ 1200971 h 1708593"/>
              <a:gd name="connsiteX249" fmla="*/ 1499902 w 1734579"/>
              <a:gd name="connsiteY249" fmla="*/ 1200685 h 1708593"/>
              <a:gd name="connsiteX250" fmla="*/ 1509200 w 1734579"/>
              <a:gd name="connsiteY250" fmla="*/ 1200971 h 1708593"/>
              <a:gd name="connsiteX251" fmla="*/ 1600457 w 1734579"/>
              <a:gd name="connsiteY251" fmla="*/ 1248334 h 1708593"/>
              <a:gd name="connsiteX252" fmla="*/ 1672675 w 1734579"/>
              <a:gd name="connsiteY252" fmla="*/ 1289836 h 1708593"/>
              <a:gd name="connsiteX253" fmla="*/ 1687656 w 1734579"/>
              <a:gd name="connsiteY253" fmla="*/ 1290753 h 1708593"/>
              <a:gd name="connsiteX254" fmla="*/ 1702991 w 1734579"/>
              <a:gd name="connsiteY254" fmla="*/ 1289836 h 1708593"/>
              <a:gd name="connsiteX255" fmla="*/ 1734579 w 1734579"/>
              <a:gd name="connsiteY255" fmla="*/ 1278340 h 1708593"/>
              <a:gd name="connsiteX256" fmla="*/ 1734579 w 1734579"/>
              <a:gd name="connsiteY256" fmla="*/ 1299356 h 1708593"/>
              <a:gd name="connsiteX257" fmla="*/ 1727021 w 1734579"/>
              <a:gd name="connsiteY257" fmla="*/ 1302874 h 1708593"/>
              <a:gd name="connsiteX258" fmla="*/ 1696936 w 1734579"/>
              <a:gd name="connsiteY258" fmla="*/ 1308480 h 1708593"/>
              <a:gd name="connsiteX259" fmla="*/ 1687656 w 1734579"/>
              <a:gd name="connsiteY259" fmla="*/ 1308766 h 1708593"/>
              <a:gd name="connsiteX260" fmla="*/ 1678456 w 1734579"/>
              <a:gd name="connsiteY260" fmla="*/ 1308480 h 1708593"/>
              <a:gd name="connsiteX261" fmla="*/ 1588259 w 1734579"/>
              <a:gd name="connsiteY261" fmla="*/ 1261118 h 1708593"/>
              <a:gd name="connsiteX262" fmla="*/ 1515254 w 1734579"/>
              <a:gd name="connsiteY262" fmla="*/ 1219616 h 1708593"/>
              <a:gd name="connsiteX263" fmla="*/ 1499902 w 1734579"/>
              <a:gd name="connsiteY263" fmla="*/ 1218699 h 1708593"/>
              <a:gd name="connsiteX264" fmla="*/ 1484938 w 1734579"/>
              <a:gd name="connsiteY264" fmla="*/ 1219616 h 1708593"/>
              <a:gd name="connsiteX265" fmla="*/ 1412811 w 1734579"/>
              <a:gd name="connsiteY265" fmla="*/ 1261118 h 1708593"/>
              <a:gd name="connsiteX266" fmla="*/ 1312376 w 1734579"/>
              <a:gd name="connsiteY266" fmla="*/ 1308766 h 1708593"/>
              <a:gd name="connsiteX267" fmla="*/ 1213103 w 1734579"/>
              <a:gd name="connsiteY267" fmla="*/ 1261118 h 1708593"/>
              <a:gd name="connsiteX268" fmla="*/ 1140202 w 1734579"/>
              <a:gd name="connsiteY268" fmla="*/ 1219616 h 1708593"/>
              <a:gd name="connsiteX269" fmla="*/ 1124860 w 1734579"/>
              <a:gd name="connsiteY269" fmla="*/ 1218699 h 1708593"/>
              <a:gd name="connsiteX270" fmla="*/ 1109907 w 1734579"/>
              <a:gd name="connsiteY270" fmla="*/ 1219616 h 1708593"/>
              <a:gd name="connsiteX271" fmla="*/ 1037780 w 1734579"/>
              <a:gd name="connsiteY271" fmla="*/ 1261118 h 1708593"/>
              <a:gd name="connsiteX272" fmla="*/ 937343 w 1734579"/>
              <a:gd name="connsiteY272" fmla="*/ 1308766 h 1708593"/>
              <a:gd name="connsiteX273" fmla="*/ 837942 w 1734579"/>
              <a:gd name="connsiteY273" fmla="*/ 1261118 h 1708593"/>
              <a:gd name="connsiteX274" fmla="*/ 764952 w 1734579"/>
              <a:gd name="connsiteY274" fmla="*/ 1219616 h 1708593"/>
              <a:gd name="connsiteX275" fmla="*/ 749586 w 1734579"/>
              <a:gd name="connsiteY275" fmla="*/ 1218699 h 1708593"/>
              <a:gd name="connsiteX276" fmla="*/ 734638 w 1734579"/>
              <a:gd name="connsiteY276" fmla="*/ 1219616 h 1708593"/>
              <a:gd name="connsiteX277" fmla="*/ 662511 w 1734579"/>
              <a:gd name="connsiteY277" fmla="*/ 1261118 h 1708593"/>
              <a:gd name="connsiteX278" fmla="*/ 562069 w 1734579"/>
              <a:gd name="connsiteY278" fmla="*/ 1308766 h 1708593"/>
              <a:gd name="connsiteX279" fmla="*/ 462743 w 1734579"/>
              <a:gd name="connsiteY279" fmla="*/ 1261118 h 1708593"/>
              <a:gd name="connsiteX280" fmla="*/ 375034 w 1734579"/>
              <a:gd name="connsiteY280" fmla="*/ 1218699 h 1708593"/>
              <a:gd name="connsiteX281" fmla="*/ 287371 w 1734579"/>
              <a:gd name="connsiteY281" fmla="*/ 1261118 h 1708593"/>
              <a:gd name="connsiteX282" fmla="*/ 187517 w 1734579"/>
              <a:gd name="connsiteY282" fmla="*/ 1308766 h 1708593"/>
              <a:gd name="connsiteX283" fmla="*/ 87663 w 1734579"/>
              <a:gd name="connsiteY283" fmla="*/ 1261118 h 1708593"/>
              <a:gd name="connsiteX284" fmla="*/ 0 w 1734579"/>
              <a:gd name="connsiteY284" fmla="*/ 1218699 h 1708593"/>
              <a:gd name="connsiteX285" fmla="*/ 0 w 1734579"/>
              <a:gd name="connsiteY285" fmla="*/ 1100066 h 1708593"/>
              <a:gd name="connsiteX286" fmla="*/ 99855 w 1734579"/>
              <a:gd name="connsiteY286" fmla="*/ 1147715 h 1708593"/>
              <a:gd name="connsiteX287" fmla="*/ 187517 w 1734579"/>
              <a:gd name="connsiteY287" fmla="*/ 1190134 h 1708593"/>
              <a:gd name="connsiteX288" fmla="*/ 275179 w 1734579"/>
              <a:gd name="connsiteY288" fmla="*/ 1147715 h 1708593"/>
              <a:gd name="connsiteX289" fmla="*/ 375034 w 1734579"/>
              <a:gd name="connsiteY289" fmla="*/ 1100066 h 1708593"/>
              <a:gd name="connsiteX290" fmla="*/ 474940 w 1734579"/>
              <a:gd name="connsiteY290" fmla="*/ 1147715 h 1708593"/>
              <a:gd name="connsiteX291" fmla="*/ 562069 w 1734579"/>
              <a:gd name="connsiteY291" fmla="*/ 1190134 h 1708593"/>
              <a:gd name="connsiteX292" fmla="*/ 650315 w 1734579"/>
              <a:gd name="connsiteY292" fmla="*/ 1147715 h 1708593"/>
              <a:gd name="connsiteX293" fmla="*/ 740506 w 1734579"/>
              <a:gd name="connsiteY293" fmla="*/ 1100352 h 1708593"/>
              <a:gd name="connsiteX294" fmla="*/ 749586 w 1734579"/>
              <a:gd name="connsiteY294" fmla="*/ 1100066 h 1708593"/>
              <a:gd name="connsiteX295" fmla="*/ 758889 w 1734579"/>
              <a:gd name="connsiteY295" fmla="*/ 1100352 h 1708593"/>
              <a:gd name="connsiteX296" fmla="*/ 850154 w 1734579"/>
              <a:gd name="connsiteY296" fmla="*/ 1147715 h 1708593"/>
              <a:gd name="connsiteX297" fmla="*/ 937343 w 1734579"/>
              <a:gd name="connsiteY297" fmla="*/ 1190134 h 1708593"/>
              <a:gd name="connsiteX298" fmla="*/ 1025586 w 1734579"/>
              <a:gd name="connsiteY298" fmla="*/ 1147715 h 1708593"/>
              <a:gd name="connsiteX299" fmla="*/ 1115684 w 1734579"/>
              <a:gd name="connsiteY299" fmla="*/ 1100352 h 1708593"/>
              <a:gd name="connsiteX300" fmla="*/ 1124860 w 1734579"/>
              <a:gd name="connsiteY300" fmla="*/ 1100066 h 1708593"/>
              <a:gd name="connsiteX301" fmla="*/ 1134151 w 1734579"/>
              <a:gd name="connsiteY301" fmla="*/ 1100352 h 1708593"/>
              <a:gd name="connsiteX302" fmla="*/ 1225295 w 1734579"/>
              <a:gd name="connsiteY302" fmla="*/ 1147715 h 1708593"/>
              <a:gd name="connsiteX303" fmla="*/ 1312376 w 1734579"/>
              <a:gd name="connsiteY303" fmla="*/ 1190134 h 1708593"/>
              <a:gd name="connsiteX304" fmla="*/ 1400620 w 1734579"/>
              <a:gd name="connsiteY304" fmla="*/ 1147715 h 1708593"/>
              <a:gd name="connsiteX305" fmla="*/ 1490714 w 1734579"/>
              <a:gd name="connsiteY305" fmla="*/ 1100352 h 1708593"/>
              <a:gd name="connsiteX306" fmla="*/ 1499902 w 1734579"/>
              <a:gd name="connsiteY306" fmla="*/ 1100066 h 1708593"/>
              <a:gd name="connsiteX307" fmla="*/ 1509200 w 1734579"/>
              <a:gd name="connsiteY307" fmla="*/ 1100352 h 1708593"/>
              <a:gd name="connsiteX308" fmla="*/ 1600457 w 1734579"/>
              <a:gd name="connsiteY308" fmla="*/ 1147715 h 1708593"/>
              <a:gd name="connsiteX309" fmla="*/ 1672675 w 1734579"/>
              <a:gd name="connsiteY309" fmla="*/ 1189217 h 1708593"/>
              <a:gd name="connsiteX310" fmla="*/ 1687656 w 1734579"/>
              <a:gd name="connsiteY310" fmla="*/ 1190134 h 1708593"/>
              <a:gd name="connsiteX311" fmla="*/ 1702991 w 1734579"/>
              <a:gd name="connsiteY311" fmla="*/ 1189217 h 1708593"/>
              <a:gd name="connsiteX312" fmla="*/ 1734579 w 1734579"/>
              <a:gd name="connsiteY312" fmla="*/ 1177722 h 1708593"/>
              <a:gd name="connsiteX313" fmla="*/ 1734579 w 1734579"/>
              <a:gd name="connsiteY313" fmla="*/ 1198738 h 1708593"/>
              <a:gd name="connsiteX314" fmla="*/ 1727021 w 1734579"/>
              <a:gd name="connsiteY314" fmla="*/ 1202255 h 1708593"/>
              <a:gd name="connsiteX315" fmla="*/ 1696936 w 1734579"/>
              <a:gd name="connsiteY315" fmla="*/ 1207861 h 1708593"/>
              <a:gd name="connsiteX316" fmla="*/ 1687656 w 1734579"/>
              <a:gd name="connsiteY316" fmla="*/ 1208147 h 1708593"/>
              <a:gd name="connsiteX317" fmla="*/ 1678456 w 1734579"/>
              <a:gd name="connsiteY317" fmla="*/ 1207861 h 1708593"/>
              <a:gd name="connsiteX318" fmla="*/ 1588259 w 1734579"/>
              <a:gd name="connsiteY318" fmla="*/ 1160499 h 1708593"/>
              <a:gd name="connsiteX319" fmla="*/ 1515254 w 1734579"/>
              <a:gd name="connsiteY319" fmla="*/ 1118997 h 1708593"/>
              <a:gd name="connsiteX320" fmla="*/ 1499902 w 1734579"/>
              <a:gd name="connsiteY320" fmla="*/ 1118080 h 1708593"/>
              <a:gd name="connsiteX321" fmla="*/ 1484938 w 1734579"/>
              <a:gd name="connsiteY321" fmla="*/ 1118997 h 1708593"/>
              <a:gd name="connsiteX322" fmla="*/ 1412811 w 1734579"/>
              <a:gd name="connsiteY322" fmla="*/ 1160499 h 1708593"/>
              <a:gd name="connsiteX323" fmla="*/ 1312376 w 1734579"/>
              <a:gd name="connsiteY323" fmla="*/ 1208147 h 1708593"/>
              <a:gd name="connsiteX324" fmla="*/ 1213103 w 1734579"/>
              <a:gd name="connsiteY324" fmla="*/ 1160499 h 1708593"/>
              <a:gd name="connsiteX325" fmla="*/ 1140202 w 1734579"/>
              <a:gd name="connsiteY325" fmla="*/ 1118997 h 1708593"/>
              <a:gd name="connsiteX326" fmla="*/ 1124860 w 1734579"/>
              <a:gd name="connsiteY326" fmla="*/ 1118080 h 1708593"/>
              <a:gd name="connsiteX327" fmla="*/ 1109907 w 1734579"/>
              <a:gd name="connsiteY327" fmla="*/ 1118997 h 1708593"/>
              <a:gd name="connsiteX328" fmla="*/ 1037780 w 1734579"/>
              <a:gd name="connsiteY328" fmla="*/ 1160499 h 1708593"/>
              <a:gd name="connsiteX329" fmla="*/ 937343 w 1734579"/>
              <a:gd name="connsiteY329" fmla="*/ 1208147 h 1708593"/>
              <a:gd name="connsiteX330" fmla="*/ 837942 w 1734579"/>
              <a:gd name="connsiteY330" fmla="*/ 1160499 h 1708593"/>
              <a:gd name="connsiteX331" fmla="*/ 764952 w 1734579"/>
              <a:gd name="connsiteY331" fmla="*/ 1118997 h 1708593"/>
              <a:gd name="connsiteX332" fmla="*/ 749586 w 1734579"/>
              <a:gd name="connsiteY332" fmla="*/ 1118080 h 1708593"/>
              <a:gd name="connsiteX333" fmla="*/ 734638 w 1734579"/>
              <a:gd name="connsiteY333" fmla="*/ 1118997 h 1708593"/>
              <a:gd name="connsiteX334" fmla="*/ 662511 w 1734579"/>
              <a:gd name="connsiteY334" fmla="*/ 1160499 h 1708593"/>
              <a:gd name="connsiteX335" fmla="*/ 562069 w 1734579"/>
              <a:gd name="connsiteY335" fmla="*/ 1208147 h 1708593"/>
              <a:gd name="connsiteX336" fmla="*/ 462743 w 1734579"/>
              <a:gd name="connsiteY336" fmla="*/ 1160499 h 1708593"/>
              <a:gd name="connsiteX337" fmla="*/ 375034 w 1734579"/>
              <a:gd name="connsiteY337" fmla="*/ 1118080 h 1708593"/>
              <a:gd name="connsiteX338" fmla="*/ 287371 w 1734579"/>
              <a:gd name="connsiteY338" fmla="*/ 1160499 h 1708593"/>
              <a:gd name="connsiteX339" fmla="*/ 187517 w 1734579"/>
              <a:gd name="connsiteY339" fmla="*/ 1208147 h 1708593"/>
              <a:gd name="connsiteX340" fmla="*/ 87663 w 1734579"/>
              <a:gd name="connsiteY340" fmla="*/ 1160499 h 1708593"/>
              <a:gd name="connsiteX341" fmla="*/ 0 w 1734579"/>
              <a:gd name="connsiteY341" fmla="*/ 1118080 h 1708593"/>
              <a:gd name="connsiteX342" fmla="*/ 0 w 1734579"/>
              <a:gd name="connsiteY342" fmla="*/ 1000651 h 1708593"/>
              <a:gd name="connsiteX343" fmla="*/ 99855 w 1734579"/>
              <a:gd name="connsiteY343" fmla="*/ 1047762 h 1708593"/>
              <a:gd name="connsiteX344" fmla="*/ 187517 w 1734579"/>
              <a:gd name="connsiteY344" fmla="*/ 1090220 h 1708593"/>
              <a:gd name="connsiteX345" fmla="*/ 275179 w 1734579"/>
              <a:gd name="connsiteY345" fmla="*/ 1047762 h 1708593"/>
              <a:gd name="connsiteX346" fmla="*/ 375034 w 1734579"/>
              <a:gd name="connsiteY346" fmla="*/ 1000651 h 1708593"/>
              <a:gd name="connsiteX347" fmla="*/ 474940 w 1734579"/>
              <a:gd name="connsiteY347" fmla="*/ 1047762 h 1708593"/>
              <a:gd name="connsiteX348" fmla="*/ 562069 w 1734579"/>
              <a:gd name="connsiteY348" fmla="*/ 1090220 h 1708593"/>
              <a:gd name="connsiteX349" fmla="*/ 650315 w 1734579"/>
              <a:gd name="connsiteY349" fmla="*/ 1047762 h 1708593"/>
              <a:gd name="connsiteX350" fmla="*/ 740506 w 1734579"/>
              <a:gd name="connsiteY350" fmla="*/ 1000937 h 1708593"/>
              <a:gd name="connsiteX351" fmla="*/ 749586 w 1734579"/>
              <a:gd name="connsiteY351" fmla="*/ 1000651 h 1708593"/>
              <a:gd name="connsiteX352" fmla="*/ 758889 w 1734579"/>
              <a:gd name="connsiteY352" fmla="*/ 1000931 h 1708593"/>
              <a:gd name="connsiteX353" fmla="*/ 850154 w 1734579"/>
              <a:gd name="connsiteY353" fmla="*/ 1047762 h 1708593"/>
              <a:gd name="connsiteX354" fmla="*/ 937343 w 1734579"/>
              <a:gd name="connsiteY354" fmla="*/ 1090220 h 1708593"/>
              <a:gd name="connsiteX355" fmla="*/ 1025586 w 1734579"/>
              <a:gd name="connsiteY355" fmla="*/ 1047762 h 1708593"/>
              <a:gd name="connsiteX356" fmla="*/ 1115684 w 1734579"/>
              <a:gd name="connsiteY356" fmla="*/ 1000937 h 1708593"/>
              <a:gd name="connsiteX357" fmla="*/ 1124860 w 1734579"/>
              <a:gd name="connsiteY357" fmla="*/ 1000651 h 1708593"/>
              <a:gd name="connsiteX358" fmla="*/ 1134151 w 1734579"/>
              <a:gd name="connsiteY358" fmla="*/ 1000931 h 1708593"/>
              <a:gd name="connsiteX359" fmla="*/ 1225295 w 1734579"/>
              <a:gd name="connsiteY359" fmla="*/ 1047762 h 1708593"/>
              <a:gd name="connsiteX360" fmla="*/ 1312376 w 1734579"/>
              <a:gd name="connsiteY360" fmla="*/ 1090220 h 1708593"/>
              <a:gd name="connsiteX361" fmla="*/ 1400620 w 1734579"/>
              <a:gd name="connsiteY361" fmla="*/ 1047762 h 1708593"/>
              <a:gd name="connsiteX362" fmla="*/ 1490714 w 1734579"/>
              <a:gd name="connsiteY362" fmla="*/ 1000937 h 1708593"/>
              <a:gd name="connsiteX363" fmla="*/ 1499902 w 1734579"/>
              <a:gd name="connsiteY363" fmla="*/ 1000651 h 1708593"/>
              <a:gd name="connsiteX364" fmla="*/ 1509200 w 1734579"/>
              <a:gd name="connsiteY364" fmla="*/ 1000931 h 1708593"/>
              <a:gd name="connsiteX365" fmla="*/ 1600457 w 1734579"/>
              <a:gd name="connsiteY365" fmla="*/ 1047762 h 1708593"/>
              <a:gd name="connsiteX366" fmla="*/ 1672675 w 1734579"/>
              <a:gd name="connsiteY366" fmla="*/ 1089326 h 1708593"/>
              <a:gd name="connsiteX367" fmla="*/ 1687656 w 1734579"/>
              <a:gd name="connsiteY367" fmla="*/ 1090220 h 1708593"/>
              <a:gd name="connsiteX368" fmla="*/ 1702991 w 1734579"/>
              <a:gd name="connsiteY368" fmla="*/ 1089326 h 1708593"/>
              <a:gd name="connsiteX369" fmla="*/ 1734579 w 1734579"/>
              <a:gd name="connsiteY369" fmla="*/ 1077987 h 1708593"/>
              <a:gd name="connsiteX370" fmla="*/ 1734579 w 1734579"/>
              <a:gd name="connsiteY370" fmla="*/ 1099017 h 1708593"/>
              <a:gd name="connsiteX371" fmla="*/ 1727021 w 1734579"/>
              <a:gd name="connsiteY371" fmla="*/ 1102477 h 1708593"/>
              <a:gd name="connsiteX372" fmla="*/ 1696936 w 1734579"/>
              <a:gd name="connsiteY372" fmla="*/ 1107971 h 1708593"/>
              <a:gd name="connsiteX373" fmla="*/ 1687656 w 1734579"/>
              <a:gd name="connsiteY373" fmla="*/ 1108251 h 1708593"/>
              <a:gd name="connsiteX374" fmla="*/ 1678456 w 1734579"/>
              <a:gd name="connsiteY374" fmla="*/ 1107971 h 1708593"/>
              <a:gd name="connsiteX375" fmla="*/ 1588259 w 1734579"/>
              <a:gd name="connsiteY375" fmla="*/ 1061140 h 1708593"/>
              <a:gd name="connsiteX376" fmla="*/ 1515254 w 1734579"/>
              <a:gd name="connsiteY376" fmla="*/ 1019575 h 1708593"/>
              <a:gd name="connsiteX377" fmla="*/ 1499902 w 1734579"/>
              <a:gd name="connsiteY377" fmla="*/ 1018681 h 1708593"/>
              <a:gd name="connsiteX378" fmla="*/ 1484938 w 1734579"/>
              <a:gd name="connsiteY378" fmla="*/ 1019575 h 1708593"/>
              <a:gd name="connsiteX379" fmla="*/ 1412811 w 1734579"/>
              <a:gd name="connsiteY379" fmla="*/ 1061140 h 1708593"/>
              <a:gd name="connsiteX380" fmla="*/ 1312376 w 1734579"/>
              <a:gd name="connsiteY380" fmla="*/ 1108251 h 1708593"/>
              <a:gd name="connsiteX381" fmla="*/ 1213103 w 1734579"/>
              <a:gd name="connsiteY381" fmla="*/ 1061140 h 1708593"/>
              <a:gd name="connsiteX382" fmla="*/ 1140202 w 1734579"/>
              <a:gd name="connsiteY382" fmla="*/ 1019575 h 1708593"/>
              <a:gd name="connsiteX383" fmla="*/ 1124860 w 1734579"/>
              <a:gd name="connsiteY383" fmla="*/ 1018681 h 1708593"/>
              <a:gd name="connsiteX384" fmla="*/ 1109907 w 1734579"/>
              <a:gd name="connsiteY384" fmla="*/ 1019575 h 1708593"/>
              <a:gd name="connsiteX385" fmla="*/ 1037780 w 1734579"/>
              <a:gd name="connsiteY385" fmla="*/ 1061140 h 1708593"/>
              <a:gd name="connsiteX386" fmla="*/ 937343 w 1734579"/>
              <a:gd name="connsiteY386" fmla="*/ 1108251 h 1708593"/>
              <a:gd name="connsiteX387" fmla="*/ 837942 w 1734579"/>
              <a:gd name="connsiteY387" fmla="*/ 1061140 h 1708593"/>
              <a:gd name="connsiteX388" fmla="*/ 764952 w 1734579"/>
              <a:gd name="connsiteY388" fmla="*/ 1019575 h 1708593"/>
              <a:gd name="connsiteX389" fmla="*/ 749586 w 1734579"/>
              <a:gd name="connsiteY389" fmla="*/ 1018681 h 1708593"/>
              <a:gd name="connsiteX390" fmla="*/ 734638 w 1734579"/>
              <a:gd name="connsiteY390" fmla="*/ 1019575 h 1708593"/>
              <a:gd name="connsiteX391" fmla="*/ 662511 w 1734579"/>
              <a:gd name="connsiteY391" fmla="*/ 1061140 h 1708593"/>
              <a:gd name="connsiteX392" fmla="*/ 562069 w 1734579"/>
              <a:gd name="connsiteY392" fmla="*/ 1108251 h 1708593"/>
              <a:gd name="connsiteX393" fmla="*/ 462743 w 1734579"/>
              <a:gd name="connsiteY393" fmla="*/ 1061140 h 1708593"/>
              <a:gd name="connsiteX394" fmla="*/ 375034 w 1734579"/>
              <a:gd name="connsiteY394" fmla="*/ 1018681 h 1708593"/>
              <a:gd name="connsiteX395" fmla="*/ 287371 w 1734579"/>
              <a:gd name="connsiteY395" fmla="*/ 1061140 h 1708593"/>
              <a:gd name="connsiteX396" fmla="*/ 187517 w 1734579"/>
              <a:gd name="connsiteY396" fmla="*/ 1108251 h 1708593"/>
              <a:gd name="connsiteX397" fmla="*/ 87663 w 1734579"/>
              <a:gd name="connsiteY397" fmla="*/ 1061140 h 1708593"/>
              <a:gd name="connsiteX398" fmla="*/ 0 w 1734579"/>
              <a:gd name="connsiteY398" fmla="*/ 1018681 h 1708593"/>
              <a:gd name="connsiteX399" fmla="*/ 0 w 1734579"/>
              <a:gd name="connsiteY399" fmla="*/ 900273 h 1708593"/>
              <a:gd name="connsiteX400" fmla="*/ 99855 w 1734579"/>
              <a:gd name="connsiteY400" fmla="*/ 947279 h 1708593"/>
              <a:gd name="connsiteX401" fmla="*/ 187517 w 1734579"/>
              <a:gd name="connsiteY401" fmla="*/ 989642 h 1708593"/>
              <a:gd name="connsiteX402" fmla="*/ 275179 w 1734579"/>
              <a:gd name="connsiteY402" fmla="*/ 947279 h 1708593"/>
              <a:gd name="connsiteX403" fmla="*/ 375034 w 1734579"/>
              <a:gd name="connsiteY403" fmla="*/ 900273 h 1708593"/>
              <a:gd name="connsiteX404" fmla="*/ 474940 w 1734579"/>
              <a:gd name="connsiteY404" fmla="*/ 947279 h 1708593"/>
              <a:gd name="connsiteX405" fmla="*/ 562069 w 1734579"/>
              <a:gd name="connsiteY405" fmla="*/ 989642 h 1708593"/>
              <a:gd name="connsiteX406" fmla="*/ 650315 w 1734579"/>
              <a:gd name="connsiteY406" fmla="*/ 947279 h 1708593"/>
              <a:gd name="connsiteX407" fmla="*/ 740506 w 1734579"/>
              <a:gd name="connsiteY407" fmla="*/ 900552 h 1708593"/>
              <a:gd name="connsiteX408" fmla="*/ 749586 w 1734579"/>
              <a:gd name="connsiteY408" fmla="*/ 900273 h 1708593"/>
              <a:gd name="connsiteX409" fmla="*/ 758889 w 1734579"/>
              <a:gd name="connsiteY409" fmla="*/ 900552 h 1708593"/>
              <a:gd name="connsiteX410" fmla="*/ 850154 w 1734579"/>
              <a:gd name="connsiteY410" fmla="*/ 947279 h 1708593"/>
              <a:gd name="connsiteX411" fmla="*/ 937343 w 1734579"/>
              <a:gd name="connsiteY411" fmla="*/ 989642 h 1708593"/>
              <a:gd name="connsiteX412" fmla="*/ 1025586 w 1734579"/>
              <a:gd name="connsiteY412" fmla="*/ 947279 h 1708593"/>
              <a:gd name="connsiteX413" fmla="*/ 1115684 w 1734579"/>
              <a:gd name="connsiteY413" fmla="*/ 900552 h 1708593"/>
              <a:gd name="connsiteX414" fmla="*/ 1124860 w 1734579"/>
              <a:gd name="connsiteY414" fmla="*/ 900273 h 1708593"/>
              <a:gd name="connsiteX415" fmla="*/ 1134151 w 1734579"/>
              <a:gd name="connsiteY415" fmla="*/ 900552 h 1708593"/>
              <a:gd name="connsiteX416" fmla="*/ 1225295 w 1734579"/>
              <a:gd name="connsiteY416" fmla="*/ 947279 h 1708593"/>
              <a:gd name="connsiteX417" fmla="*/ 1312376 w 1734579"/>
              <a:gd name="connsiteY417" fmla="*/ 989642 h 1708593"/>
              <a:gd name="connsiteX418" fmla="*/ 1400620 w 1734579"/>
              <a:gd name="connsiteY418" fmla="*/ 947279 h 1708593"/>
              <a:gd name="connsiteX419" fmla="*/ 1490714 w 1734579"/>
              <a:gd name="connsiteY419" fmla="*/ 900552 h 1708593"/>
              <a:gd name="connsiteX420" fmla="*/ 1499902 w 1734579"/>
              <a:gd name="connsiteY420" fmla="*/ 900273 h 1708593"/>
              <a:gd name="connsiteX421" fmla="*/ 1509200 w 1734579"/>
              <a:gd name="connsiteY421" fmla="*/ 900552 h 1708593"/>
              <a:gd name="connsiteX422" fmla="*/ 1600457 w 1734579"/>
              <a:gd name="connsiteY422" fmla="*/ 947279 h 1708593"/>
              <a:gd name="connsiteX423" fmla="*/ 1672675 w 1734579"/>
              <a:gd name="connsiteY423" fmla="*/ 988750 h 1708593"/>
              <a:gd name="connsiteX424" fmla="*/ 1687656 w 1734579"/>
              <a:gd name="connsiteY424" fmla="*/ 989642 h 1708593"/>
              <a:gd name="connsiteX425" fmla="*/ 1702991 w 1734579"/>
              <a:gd name="connsiteY425" fmla="*/ 988750 h 1708593"/>
              <a:gd name="connsiteX426" fmla="*/ 1734579 w 1734579"/>
              <a:gd name="connsiteY426" fmla="*/ 977436 h 1708593"/>
              <a:gd name="connsiteX427" fmla="*/ 1734579 w 1734579"/>
              <a:gd name="connsiteY427" fmla="*/ 995908 h 1708593"/>
              <a:gd name="connsiteX428" fmla="*/ 1696936 w 1734579"/>
              <a:gd name="connsiteY428" fmla="*/ 1007353 h 1708593"/>
              <a:gd name="connsiteX429" fmla="*/ 1687656 w 1734579"/>
              <a:gd name="connsiteY429" fmla="*/ 1007632 h 1708593"/>
              <a:gd name="connsiteX430" fmla="*/ 1678456 w 1734579"/>
              <a:gd name="connsiteY430" fmla="*/ 1007346 h 1708593"/>
              <a:gd name="connsiteX431" fmla="*/ 1588259 w 1734579"/>
              <a:gd name="connsiteY431" fmla="*/ 960626 h 1708593"/>
              <a:gd name="connsiteX432" fmla="*/ 1515254 w 1734579"/>
              <a:gd name="connsiteY432" fmla="*/ 919155 h 1708593"/>
              <a:gd name="connsiteX433" fmla="*/ 1499902 w 1734579"/>
              <a:gd name="connsiteY433" fmla="*/ 918263 h 1708593"/>
              <a:gd name="connsiteX434" fmla="*/ 1484938 w 1734579"/>
              <a:gd name="connsiteY434" fmla="*/ 919155 h 1708593"/>
              <a:gd name="connsiteX435" fmla="*/ 1412811 w 1734579"/>
              <a:gd name="connsiteY435" fmla="*/ 960626 h 1708593"/>
              <a:gd name="connsiteX436" fmla="*/ 1312376 w 1734579"/>
              <a:gd name="connsiteY436" fmla="*/ 1007632 h 1708593"/>
              <a:gd name="connsiteX437" fmla="*/ 1213103 w 1734579"/>
              <a:gd name="connsiteY437" fmla="*/ 960626 h 1708593"/>
              <a:gd name="connsiteX438" fmla="*/ 1140202 w 1734579"/>
              <a:gd name="connsiteY438" fmla="*/ 919155 h 1708593"/>
              <a:gd name="connsiteX439" fmla="*/ 1124860 w 1734579"/>
              <a:gd name="connsiteY439" fmla="*/ 918263 h 1708593"/>
              <a:gd name="connsiteX440" fmla="*/ 1109907 w 1734579"/>
              <a:gd name="connsiteY440" fmla="*/ 919155 h 1708593"/>
              <a:gd name="connsiteX441" fmla="*/ 1037780 w 1734579"/>
              <a:gd name="connsiteY441" fmla="*/ 960626 h 1708593"/>
              <a:gd name="connsiteX442" fmla="*/ 937343 w 1734579"/>
              <a:gd name="connsiteY442" fmla="*/ 1007632 h 1708593"/>
              <a:gd name="connsiteX443" fmla="*/ 837942 w 1734579"/>
              <a:gd name="connsiteY443" fmla="*/ 960626 h 1708593"/>
              <a:gd name="connsiteX444" fmla="*/ 764952 w 1734579"/>
              <a:gd name="connsiteY444" fmla="*/ 919155 h 1708593"/>
              <a:gd name="connsiteX445" fmla="*/ 749586 w 1734579"/>
              <a:gd name="connsiteY445" fmla="*/ 918263 h 1708593"/>
              <a:gd name="connsiteX446" fmla="*/ 734638 w 1734579"/>
              <a:gd name="connsiteY446" fmla="*/ 919155 h 1708593"/>
              <a:gd name="connsiteX447" fmla="*/ 662511 w 1734579"/>
              <a:gd name="connsiteY447" fmla="*/ 960626 h 1708593"/>
              <a:gd name="connsiteX448" fmla="*/ 562069 w 1734579"/>
              <a:gd name="connsiteY448" fmla="*/ 1007632 h 1708593"/>
              <a:gd name="connsiteX449" fmla="*/ 462743 w 1734579"/>
              <a:gd name="connsiteY449" fmla="*/ 960626 h 1708593"/>
              <a:gd name="connsiteX450" fmla="*/ 375034 w 1734579"/>
              <a:gd name="connsiteY450" fmla="*/ 918263 h 1708593"/>
              <a:gd name="connsiteX451" fmla="*/ 287371 w 1734579"/>
              <a:gd name="connsiteY451" fmla="*/ 960626 h 1708593"/>
              <a:gd name="connsiteX452" fmla="*/ 187517 w 1734579"/>
              <a:gd name="connsiteY452" fmla="*/ 1007632 h 1708593"/>
              <a:gd name="connsiteX453" fmla="*/ 87663 w 1734579"/>
              <a:gd name="connsiteY453" fmla="*/ 960626 h 1708593"/>
              <a:gd name="connsiteX454" fmla="*/ 0 w 1734579"/>
              <a:gd name="connsiteY454" fmla="*/ 918263 h 1708593"/>
              <a:gd name="connsiteX455" fmla="*/ 0 w 1734579"/>
              <a:gd name="connsiteY455" fmla="*/ 800136 h 1708593"/>
              <a:gd name="connsiteX456" fmla="*/ 99855 w 1734579"/>
              <a:gd name="connsiteY456" fmla="*/ 847784 h 1708593"/>
              <a:gd name="connsiteX457" fmla="*/ 187517 w 1734579"/>
              <a:gd name="connsiteY457" fmla="*/ 890203 h 1708593"/>
              <a:gd name="connsiteX458" fmla="*/ 275179 w 1734579"/>
              <a:gd name="connsiteY458" fmla="*/ 847784 h 1708593"/>
              <a:gd name="connsiteX459" fmla="*/ 375034 w 1734579"/>
              <a:gd name="connsiteY459" fmla="*/ 800136 h 1708593"/>
              <a:gd name="connsiteX460" fmla="*/ 474940 w 1734579"/>
              <a:gd name="connsiteY460" fmla="*/ 847784 h 1708593"/>
              <a:gd name="connsiteX461" fmla="*/ 562069 w 1734579"/>
              <a:gd name="connsiteY461" fmla="*/ 890203 h 1708593"/>
              <a:gd name="connsiteX462" fmla="*/ 650315 w 1734579"/>
              <a:gd name="connsiteY462" fmla="*/ 847784 h 1708593"/>
              <a:gd name="connsiteX463" fmla="*/ 740506 w 1734579"/>
              <a:gd name="connsiteY463" fmla="*/ 800422 h 1708593"/>
              <a:gd name="connsiteX464" fmla="*/ 749586 w 1734579"/>
              <a:gd name="connsiteY464" fmla="*/ 800136 h 1708593"/>
              <a:gd name="connsiteX465" fmla="*/ 758889 w 1734579"/>
              <a:gd name="connsiteY465" fmla="*/ 800422 h 1708593"/>
              <a:gd name="connsiteX466" fmla="*/ 850154 w 1734579"/>
              <a:gd name="connsiteY466" fmla="*/ 847784 h 1708593"/>
              <a:gd name="connsiteX467" fmla="*/ 937343 w 1734579"/>
              <a:gd name="connsiteY467" fmla="*/ 890203 h 1708593"/>
              <a:gd name="connsiteX468" fmla="*/ 1025586 w 1734579"/>
              <a:gd name="connsiteY468" fmla="*/ 847784 h 1708593"/>
              <a:gd name="connsiteX469" fmla="*/ 1115684 w 1734579"/>
              <a:gd name="connsiteY469" fmla="*/ 800422 h 1708593"/>
              <a:gd name="connsiteX470" fmla="*/ 1124860 w 1734579"/>
              <a:gd name="connsiteY470" fmla="*/ 800136 h 1708593"/>
              <a:gd name="connsiteX471" fmla="*/ 1134151 w 1734579"/>
              <a:gd name="connsiteY471" fmla="*/ 800422 h 1708593"/>
              <a:gd name="connsiteX472" fmla="*/ 1225295 w 1734579"/>
              <a:gd name="connsiteY472" fmla="*/ 847784 h 1708593"/>
              <a:gd name="connsiteX473" fmla="*/ 1312376 w 1734579"/>
              <a:gd name="connsiteY473" fmla="*/ 890203 h 1708593"/>
              <a:gd name="connsiteX474" fmla="*/ 1400620 w 1734579"/>
              <a:gd name="connsiteY474" fmla="*/ 847784 h 1708593"/>
              <a:gd name="connsiteX475" fmla="*/ 1490714 w 1734579"/>
              <a:gd name="connsiteY475" fmla="*/ 800422 h 1708593"/>
              <a:gd name="connsiteX476" fmla="*/ 1499902 w 1734579"/>
              <a:gd name="connsiteY476" fmla="*/ 800136 h 1708593"/>
              <a:gd name="connsiteX477" fmla="*/ 1509200 w 1734579"/>
              <a:gd name="connsiteY477" fmla="*/ 800422 h 1708593"/>
              <a:gd name="connsiteX478" fmla="*/ 1600457 w 1734579"/>
              <a:gd name="connsiteY478" fmla="*/ 847784 h 1708593"/>
              <a:gd name="connsiteX479" fmla="*/ 1672675 w 1734579"/>
              <a:gd name="connsiteY479" fmla="*/ 889286 h 1708593"/>
              <a:gd name="connsiteX480" fmla="*/ 1687656 w 1734579"/>
              <a:gd name="connsiteY480" fmla="*/ 890203 h 1708593"/>
              <a:gd name="connsiteX481" fmla="*/ 1702991 w 1734579"/>
              <a:gd name="connsiteY481" fmla="*/ 889286 h 1708593"/>
              <a:gd name="connsiteX482" fmla="*/ 1734579 w 1734579"/>
              <a:gd name="connsiteY482" fmla="*/ 877791 h 1708593"/>
              <a:gd name="connsiteX483" fmla="*/ 1734579 w 1734579"/>
              <a:gd name="connsiteY483" fmla="*/ 898807 h 1708593"/>
              <a:gd name="connsiteX484" fmla="*/ 1727021 w 1734579"/>
              <a:gd name="connsiteY484" fmla="*/ 902325 h 1708593"/>
              <a:gd name="connsiteX485" fmla="*/ 1696936 w 1734579"/>
              <a:gd name="connsiteY485" fmla="*/ 907931 h 1708593"/>
              <a:gd name="connsiteX486" fmla="*/ 1687656 w 1734579"/>
              <a:gd name="connsiteY486" fmla="*/ 908217 h 1708593"/>
              <a:gd name="connsiteX487" fmla="*/ 1678456 w 1734579"/>
              <a:gd name="connsiteY487" fmla="*/ 907931 h 1708593"/>
              <a:gd name="connsiteX488" fmla="*/ 1588259 w 1734579"/>
              <a:gd name="connsiteY488" fmla="*/ 860568 h 1708593"/>
              <a:gd name="connsiteX489" fmla="*/ 1515254 w 1734579"/>
              <a:gd name="connsiteY489" fmla="*/ 819066 h 1708593"/>
              <a:gd name="connsiteX490" fmla="*/ 1499902 w 1734579"/>
              <a:gd name="connsiteY490" fmla="*/ 818149 h 1708593"/>
              <a:gd name="connsiteX491" fmla="*/ 1484938 w 1734579"/>
              <a:gd name="connsiteY491" fmla="*/ 819066 h 1708593"/>
              <a:gd name="connsiteX492" fmla="*/ 1412811 w 1734579"/>
              <a:gd name="connsiteY492" fmla="*/ 860568 h 1708593"/>
              <a:gd name="connsiteX493" fmla="*/ 1312376 w 1734579"/>
              <a:gd name="connsiteY493" fmla="*/ 908217 h 1708593"/>
              <a:gd name="connsiteX494" fmla="*/ 1213103 w 1734579"/>
              <a:gd name="connsiteY494" fmla="*/ 860568 h 1708593"/>
              <a:gd name="connsiteX495" fmla="*/ 1140202 w 1734579"/>
              <a:gd name="connsiteY495" fmla="*/ 819066 h 1708593"/>
              <a:gd name="connsiteX496" fmla="*/ 1124860 w 1734579"/>
              <a:gd name="connsiteY496" fmla="*/ 818149 h 1708593"/>
              <a:gd name="connsiteX497" fmla="*/ 1109907 w 1734579"/>
              <a:gd name="connsiteY497" fmla="*/ 819066 h 1708593"/>
              <a:gd name="connsiteX498" fmla="*/ 1037780 w 1734579"/>
              <a:gd name="connsiteY498" fmla="*/ 860568 h 1708593"/>
              <a:gd name="connsiteX499" fmla="*/ 937343 w 1734579"/>
              <a:gd name="connsiteY499" fmla="*/ 908217 h 1708593"/>
              <a:gd name="connsiteX500" fmla="*/ 837942 w 1734579"/>
              <a:gd name="connsiteY500" fmla="*/ 860568 h 1708593"/>
              <a:gd name="connsiteX501" fmla="*/ 764952 w 1734579"/>
              <a:gd name="connsiteY501" fmla="*/ 819066 h 1708593"/>
              <a:gd name="connsiteX502" fmla="*/ 749586 w 1734579"/>
              <a:gd name="connsiteY502" fmla="*/ 818149 h 1708593"/>
              <a:gd name="connsiteX503" fmla="*/ 734638 w 1734579"/>
              <a:gd name="connsiteY503" fmla="*/ 819066 h 1708593"/>
              <a:gd name="connsiteX504" fmla="*/ 662511 w 1734579"/>
              <a:gd name="connsiteY504" fmla="*/ 860568 h 1708593"/>
              <a:gd name="connsiteX505" fmla="*/ 562069 w 1734579"/>
              <a:gd name="connsiteY505" fmla="*/ 908217 h 1708593"/>
              <a:gd name="connsiteX506" fmla="*/ 462743 w 1734579"/>
              <a:gd name="connsiteY506" fmla="*/ 860568 h 1708593"/>
              <a:gd name="connsiteX507" fmla="*/ 375034 w 1734579"/>
              <a:gd name="connsiteY507" fmla="*/ 818149 h 1708593"/>
              <a:gd name="connsiteX508" fmla="*/ 287371 w 1734579"/>
              <a:gd name="connsiteY508" fmla="*/ 860568 h 1708593"/>
              <a:gd name="connsiteX509" fmla="*/ 187517 w 1734579"/>
              <a:gd name="connsiteY509" fmla="*/ 908217 h 1708593"/>
              <a:gd name="connsiteX510" fmla="*/ 87663 w 1734579"/>
              <a:gd name="connsiteY510" fmla="*/ 860568 h 1708593"/>
              <a:gd name="connsiteX511" fmla="*/ 0 w 1734579"/>
              <a:gd name="connsiteY511" fmla="*/ 818149 h 1708593"/>
              <a:gd name="connsiteX512" fmla="*/ 0 w 1734579"/>
              <a:gd name="connsiteY512" fmla="*/ 700961 h 1708593"/>
              <a:gd name="connsiteX513" fmla="*/ 99855 w 1734579"/>
              <a:gd name="connsiteY513" fmla="*/ 747967 h 1708593"/>
              <a:gd name="connsiteX514" fmla="*/ 187517 w 1734579"/>
              <a:gd name="connsiteY514" fmla="*/ 790330 h 1708593"/>
              <a:gd name="connsiteX515" fmla="*/ 275179 w 1734579"/>
              <a:gd name="connsiteY515" fmla="*/ 747967 h 1708593"/>
              <a:gd name="connsiteX516" fmla="*/ 375034 w 1734579"/>
              <a:gd name="connsiteY516" fmla="*/ 700961 h 1708593"/>
              <a:gd name="connsiteX517" fmla="*/ 474940 w 1734579"/>
              <a:gd name="connsiteY517" fmla="*/ 747967 h 1708593"/>
              <a:gd name="connsiteX518" fmla="*/ 562069 w 1734579"/>
              <a:gd name="connsiteY518" fmla="*/ 790330 h 1708593"/>
              <a:gd name="connsiteX519" fmla="*/ 650315 w 1734579"/>
              <a:gd name="connsiteY519" fmla="*/ 747967 h 1708593"/>
              <a:gd name="connsiteX520" fmla="*/ 740506 w 1734579"/>
              <a:gd name="connsiteY520" fmla="*/ 701241 h 1708593"/>
              <a:gd name="connsiteX521" fmla="*/ 749586 w 1734579"/>
              <a:gd name="connsiteY521" fmla="*/ 700961 h 1708593"/>
              <a:gd name="connsiteX522" fmla="*/ 758889 w 1734579"/>
              <a:gd name="connsiteY522" fmla="*/ 701241 h 1708593"/>
              <a:gd name="connsiteX523" fmla="*/ 850154 w 1734579"/>
              <a:gd name="connsiteY523" fmla="*/ 747967 h 1708593"/>
              <a:gd name="connsiteX524" fmla="*/ 937343 w 1734579"/>
              <a:gd name="connsiteY524" fmla="*/ 790330 h 1708593"/>
              <a:gd name="connsiteX525" fmla="*/ 1025586 w 1734579"/>
              <a:gd name="connsiteY525" fmla="*/ 747967 h 1708593"/>
              <a:gd name="connsiteX526" fmla="*/ 1115684 w 1734579"/>
              <a:gd name="connsiteY526" fmla="*/ 701241 h 1708593"/>
              <a:gd name="connsiteX527" fmla="*/ 1124860 w 1734579"/>
              <a:gd name="connsiteY527" fmla="*/ 700961 h 1708593"/>
              <a:gd name="connsiteX528" fmla="*/ 1134151 w 1734579"/>
              <a:gd name="connsiteY528" fmla="*/ 701241 h 1708593"/>
              <a:gd name="connsiteX529" fmla="*/ 1225295 w 1734579"/>
              <a:gd name="connsiteY529" fmla="*/ 747967 h 1708593"/>
              <a:gd name="connsiteX530" fmla="*/ 1312376 w 1734579"/>
              <a:gd name="connsiteY530" fmla="*/ 790330 h 1708593"/>
              <a:gd name="connsiteX531" fmla="*/ 1400620 w 1734579"/>
              <a:gd name="connsiteY531" fmla="*/ 747967 h 1708593"/>
              <a:gd name="connsiteX532" fmla="*/ 1490714 w 1734579"/>
              <a:gd name="connsiteY532" fmla="*/ 701241 h 1708593"/>
              <a:gd name="connsiteX533" fmla="*/ 1499902 w 1734579"/>
              <a:gd name="connsiteY533" fmla="*/ 700961 h 1708593"/>
              <a:gd name="connsiteX534" fmla="*/ 1509200 w 1734579"/>
              <a:gd name="connsiteY534" fmla="*/ 701241 h 1708593"/>
              <a:gd name="connsiteX535" fmla="*/ 1600457 w 1734579"/>
              <a:gd name="connsiteY535" fmla="*/ 747967 h 1708593"/>
              <a:gd name="connsiteX536" fmla="*/ 1672675 w 1734579"/>
              <a:gd name="connsiteY536" fmla="*/ 789438 h 1708593"/>
              <a:gd name="connsiteX537" fmla="*/ 1687656 w 1734579"/>
              <a:gd name="connsiteY537" fmla="*/ 790330 h 1708593"/>
              <a:gd name="connsiteX538" fmla="*/ 1702991 w 1734579"/>
              <a:gd name="connsiteY538" fmla="*/ 789438 h 1708593"/>
              <a:gd name="connsiteX539" fmla="*/ 1734579 w 1734579"/>
              <a:gd name="connsiteY539" fmla="*/ 778124 h 1708593"/>
              <a:gd name="connsiteX540" fmla="*/ 1734579 w 1734579"/>
              <a:gd name="connsiteY540" fmla="*/ 798961 h 1708593"/>
              <a:gd name="connsiteX541" fmla="*/ 1727021 w 1734579"/>
              <a:gd name="connsiteY541" fmla="*/ 802451 h 1708593"/>
              <a:gd name="connsiteX542" fmla="*/ 1696936 w 1734579"/>
              <a:gd name="connsiteY542" fmla="*/ 808035 h 1708593"/>
              <a:gd name="connsiteX543" fmla="*/ 1687656 w 1734579"/>
              <a:gd name="connsiteY543" fmla="*/ 808320 h 1708593"/>
              <a:gd name="connsiteX544" fmla="*/ 1678456 w 1734579"/>
              <a:gd name="connsiteY544" fmla="*/ 808035 h 1708593"/>
              <a:gd name="connsiteX545" fmla="*/ 1588259 w 1734579"/>
              <a:gd name="connsiteY545" fmla="*/ 761314 h 1708593"/>
              <a:gd name="connsiteX546" fmla="*/ 1515254 w 1734579"/>
              <a:gd name="connsiteY546" fmla="*/ 719843 h 1708593"/>
              <a:gd name="connsiteX547" fmla="*/ 1499902 w 1734579"/>
              <a:gd name="connsiteY547" fmla="*/ 718951 h 1708593"/>
              <a:gd name="connsiteX548" fmla="*/ 1484938 w 1734579"/>
              <a:gd name="connsiteY548" fmla="*/ 719843 h 1708593"/>
              <a:gd name="connsiteX549" fmla="*/ 1412811 w 1734579"/>
              <a:gd name="connsiteY549" fmla="*/ 761314 h 1708593"/>
              <a:gd name="connsiteX550" fmla="*/ 1312376 w 1734579"/>
              <a:gd name="connsiteY550" fmla="*/ 808320 h 1708593"/>
              <a:gd name="connsiteX551" fmla="*/ 1213103 w 1734579"/>
              <a:gd name="connsiteY551" fmla="*/ 761314 h 1708593"/>
              <a:gd name="connsiteX552" fmla="*/ 1140202 w 1734579"/>
              <a:gd name="connsiteY552" fmla="*/ 719843 h 1708593"/>
              <a:gd name="connsiteX553" fmla="*/ 1124860 w 1734579"/>
              <a:gd name="connsiteY553" fmla="*/ 718951 h 1708593"/>
              <a:gd name="connsiteX554" fmla="*/ 1109907 w 1734579"/>
              <a:gd name="connsiteY554" fmla="*/ 719843 h 1708593"/>
              <a:gd name="connsiteX555" fmla="*/ 1037780 w 1734579"/>
              <a:gd name="connsiteY555" fmla="*/ 761314 h 1708593"/>
              <a:gd name="connsiteX556" fmla="*/ 937343 w 1734579"/>
              <a:gd name="connsiteY556" fmla="*/ 808320 h 1708593"/>
              <a:gd name="connsiteX557" fmla="*/ 837942 w 1734579"/>
              <a:gd name="connsiteY557" fmla="*/ 761314 h 1708593"/>
              <a:gd name="connsiteX558" fmla="*/ 764952 w 1734579"/>
              <a:gd name="connsiteY558" fmla="*/ 719843 h 1708593"/>
              <a:gd name="connsiteX559" fmla="*/ 749586 w 1734579"/>
              <a:gd name="connsiteY559" fmla="*/ 718951 h 1708593"/>
              <a:gd name="connsiteX560" fmla="*/ 734638 w 1734579"/>
              <a:gd name="connsiteY560" fmla="*/ 719843 h 1708593"/>
              <a:gd name="connsiteX561" fmla="*/ 662511 w 1734579"/>
              <a:gd name="connsiteY561" fmla="*/ 761314 h 1708593"/>
              <a:gd name="connsiteX562" fmla="*/ 562069 w 1734579"/>
              <a:gd name="connsiteY562" fmla="*/ 808320 h 1708593"/>
              <a:gd name="connsiteX563" fmla="*/ 462743 w 1734579"/>
              <a:gd name="connsiteY563" fmla="*/ 761314 h 1708593"/>
              <a:gd name="connsiteX564" fmla="*/ 375034 w 1734579"/>
              <a:gd name="connsiteY564" fmla="*/ 718951 h 1708593"/>
              <a:gd name="connsiteX565" fmla="*/ 287371 w 1734579"/>
              <a:gd name="connsiteY565" fmla="*/ 761314 h 1708593"/>
              <a:gd name="connsiteX566" fmla="*/ 187517 w 1734579"/>
              <a:gd name="connsiteY566" fmla="*/ 808320 h 1708593"/>
              <a:gd name="connsiteX567" fmla="*/ 87663 w 1734579"/>
              <a:gd name="connsiteY567" fmla="*/ 761314 h 1708593"/>
              <a:gd name="connsiteX568" fmla="*/ 0 w 1734579"/>
              <a:gd name="connsiteY568" fmla="*/ 718951 h 1708593"/>
              <a:gd name="connsiteX569" fmla="*/ 0 w 1734579"/>
              <a:gd name="connsiteY569" fmla="*/ 600343 h 1708593"/>
              <a:gd name="connsiteX570" fmla="*/ 99855 w 1734579"/>
              <a:gd name="connsiteY570" fmla="*/ 647348 h 1708593"/>
              <a:gd name="connsiteX571" fmla="*/ 187517 w 1734579"/>
              <a:gd name="connsiteY571" fmla="*/ 689712 h 1708593"/>
              <a:gd name="connsiteX572" fmla="*/ 275179 w 1734579"/>
              <a:gd name="connsiteY572" fmla="*/ 647348 h 1708593"/>
              <a:gd name="connsiteX573" fmla="*/ 375034 w 1734579"/>
              <a:gd name="connsiteY573" fmla="*/ 600343 h 1708593"/>
              <a:gd name="connsiteX574" fmla="*/ 474940 w 1734579"/>
              <a:gd name="connsiteY574" fmla="*/ 647348 h 1708593"/>
              <a:gd name="connsiteX575" fmla="*/ 562069 w 1734579"/>
              <a:gd name="connsiteY575" fmla="*/ 689712 h 1708593"/>
              <a:gd name="connsiteX576" fmla="*/ 650315 w 1734579"/>
              <a:gd name="connsiteY576" fmla="*/ 647348 h 1708593"/>
              <a:gd name="connsiteX577" fmla="*/ 740506 w 1734579"/>
              <a:gd name="connsiteY577" fmla="*/ 600622 h 1708593"/>
              <a:gd name="connsiteX578" fmla="*/ 749586 w 1734579"/>
              <a:gd name="connsiteY578" fmla="*/ 600343 h 1708593"/>
              <a:gd name="connsiteX579" fmla="*/ 758889 w 1734579"/>
              <a:gd name="connsiteY579" fmla="*/ 600622 h 1708593"/>
              <a:gd name="connsiteX580" fmla="*/ 850154 w 1734579"/>
              <a:gd name="connsiteY580" fmla="*/ 647348 h 1708593"/>
              <a:gd name="connsiteX581" fmla="*/ 937343 w 1734579"/>
              <a:gd name="connsiteY581" fmla="*/ 689712 h 1708593"/>
              <a:gd name="connsiteX582" fmla="*/ 1025586 w 1734579"/>
              <a:gd name="connsiteY582" fmla="*/ 647348 h 1708593"/>
              <a:gd name="connsiteX583" fmla="*/ 1115684 w 1734579"/>
              <a:gd name="connsiteY583" fmla="*/ 600622 h 1708593"/>
              <a:gd name="connsiteX584" fmla="*/ 1124860 w 1734579"/>
              <a:gd name="connsiteY584" fmla="*/ 600343 h 1708593"/>
              <a:gd name="connsiteX585" fmla="*/ 1134151 w 1734579"/>
              <a:gd name="connsiteY585" fmla="*/ 600622 h 1708593"/>
              <a:gd name="connsiteX586" fmla="*/ 1225295 w 1734579"/>
              <a:gd name="connsiteY586" fmla="*/ 647348 h 1708593"/>
              <a:gd name="connsiteX587" fmla="*/ 1312376 w 1734579"/>
              <a:gd name="connsiteY587" fmla="*/ 689712 h 1708593"/>
              <a:gd name="connsiteX588" fmla="*/ 1400620 w 1734579"/>
              <a:gd name="connsiteY588" fmla="*/ 647348 h 1708593"/>
              <a:gd name="connsiteX589" fmla="*/ 1490714 w 1734579"/>
              <a:gd name="connsiteY589" fmla="*/ 600622 h 1708593"/>
              <a:gd name="connsiteX590" fmla="*/ 1499902 w 1734579"/>
              <a:gd name="connsiteY590" fmla="*/ 600343 h 1708593"/>
              <a:gd name="connsiteX591" fmla="*/ 1509200 w 1734579"/>
              <a:gd name="connsiteY591" fmla="*/ 600622 h 1708593"/>
              <a:gd name="connsiteX592" fmla="*/ 1600457 w 1734579"/>
              <a:gd name="connsiteY592" fmla="*/ 647348 h 1708593"/>
              <a:gd name="connsiteX593" fmla="*/ 1672675 w 1734579"/>
              <a:gd name="connsiteY593" fmla="*/ 688820 h 1708593"/>
              <a:gd name="connsiteX594" fmla="*/ 1687656 w 1734579"/>
              <a:gd name="connsiteY594" fmla="*/ 689712 h 1708593"/>
              <a:gd name="connsiteX595" fmla="*/ 1702991 w 1734579"/>
              <a:gd name="connsiteY595" fmla="*/ 688796 h 1708593"/>
              <a:gd name="connsiteX596" fmla="*/ 1734579 w 1734579"/>
              <a:gd name="connsiteY596" fmla="*/ 677316 h 1708593"/>
              <a:gd name="connsiteX597" fmla="*/ 1734579 w 1734579"/>
              <a:gd name="connsiteY597" fmla="*/ 698304 h 1708593"/>
              <a:gd name="connsiteX598" fmla="*/ 1727021 w 1734579"/>
              <a:gd name="connsiteY598" fmla="*/ 701817 h 1708593"/>
              <a:gd name="connsiteX599" fmla="*/ 1696936 w 1734579"/>
              <a:gd name="connsiteY599" fmla="*/ 707416 h 1708593"/>
              <a:gd name="connsiteX600" fmla="*/ 1687656 w 1734579"/>
              <a:gd name="connsiteY600" fmla="*/ 707701 h 1708593"/>
              <a:gd name="connsiteX601" fmla="*/ 1678456 w 1734579"/>
              <a:gd name="connsiteY601" fmla="*/ 707416 h 1708593"/>
              <a:gd name="connsiteX602" fmla="*/ 1588259 w 1734579"/>
              <a:gd name="connsiteY602" fmla="*/ 660115 h 1708593"/>
              <a:gd name="connsiteX603" fmla="*/ 1515254 w 1734579"/>
              <a:gd name="connsiteY603" fmla="*/ 618668 h 1708593"/>
              <a:gd name="connsiteX604" fmla="*/ 1499902 w 1734579"/>
              <a:gd name="connsiteY604" fmla="*/ 617752 h 1708593"/>
              <a:gd name="connsiteX605" fmla="*/ 1484938 w 1734579"/>
              <a:gd name="connsiteY605" fmla="*/ 618668 h 1708593"/>
              <a:gd name="connsiteX606" fmla="*/ 1412811 w 1734579"/>
              <a:gd name="connsiteY606" fmla="*/ 660115 h 1708593"/>
              <a:gd name="connsiteX607" fmla="*/ 1312376 w 1734579"/>
              <a:gd name="connsiteY607" fmla="*/ 707701 h 1708593"/>
              <a:gd name="connsiteX608" fmla="*/ 1213103 w 1734579"/>
              <a:gd name="connsiteY608" fmla="*/ 660115 h 1708593"/>
              <a:gd name="connsiteX609" fmla="*/ 1140202 w 1734579"/>
              <a:gd name="connsiteY609" fmla="*/ 618668 h 1708593"/>
              <a:gd name="connsiteX610" fmla="*/ 1124860 w 1734579"/>
              <a:gd name="connsiteY610" fmla="*/ 617752 h 1708593"/>
              <a:gd name="connsiteX611" fmla="*/ 1109907 w 1734579"/>
              <a:gd name="connsiteY611" fmla="*/ 618668 h 1708593"/>
              <a:gd name="connsiteX612" fmla="*/ 1037780 w 1734579"/>
              <a:gd name="connsiteY612" fmla="*/ 660115 h 1708593"/>
              <a:gd name="connsiteX613" fmla="*/ 937343 w 1734579"/>
              <a:gd name="connsiteY613" fmla="*/ 707701 h 1708593"/>
              <a:gd name="connsiteX614" fmla="*/ 837942 w 1734579"/>
              <a:gd name="connsiteY614" fmla="*/ 660115 h 1708593"/>
              <a:gd name="connsiteX615" fmla="*/ 764952 w 1734579"/>
              <a:gd name="connsiteY615" fmla="*/ 618668 h 1708593"/>
              <a:gd name="connsiteX616" fmla="*/ 749586 w 1734579"/>
              <a:gd name="connsiteY616" fmla="*/ 617752 h 1708593"/>
              <a:gd name="connsiteX617" fmla="*/ 734638 w 1734579"/>
              <a:gd name="connsiteY617" fmla="*/ 618668 h 1708593"/>
              <a:gd name="connsiteX618" fmla="*/ 662511 w 1734579"/>
              <a:gd name="connsiteY618" fmla="*/ 660115 h 1708593"/>
              <a:gd name="connsiteX619" fmla="*/ 562069 w 1734579"/>
              <a:gd name="connsiteY619" fmla="*/ 707701 h 1708593"/>
              <a:gd name="connsiteX620" fmla="*/ 462743 w 1734579"/>
              <a:gd name="connsiteY620" fmla="*/ 660115 h 1708593"/>
              <a:gd name="connsiteX621" fmla="*/ 375034 w 1734579"/>
              <a:gd name="connsiteY621" fmla="*/ 617752 h 1708593"/>
              <a:gd name="connsiteX622" fmla="*/ 287371 w 1734579"/>
              <a:gd name="connsiteY622" fmla="*/ 660115 h 1708593"/>
              <a:gd name="connsiteX623" fmla="*/ 187517 w 1734579"/>
              <a:gd name="connsiteY623" fmla="*/ 707701 h 1708593"/>
              <a:gd name="connsiteX624" fmla="*/ 87663 w 1734579"/>
              <a:gd name="connsiteY624" fmla="*/ 660115 h 1708593"/>
              <a:gd name="connsiteX625" fmla="*/ 0 w 1734579"/>
              <a:gd name="connsiteY625" fmla="*/ 617752 h 1708593"/>
              <a:gd name="connsiteX626" fmla="*/ 0 w 1734579"/>
              <a:gd name="connsiteY626" fmla="*/ 500446 h 1708593"/>
              <a:gd name="connsiteX627" fmla="*/ 99855 w 1734579"/>
              <a:gd name="connsiteY627" fmla="*/ 548032 h 1708593"/>
              <a:gd name="connsiteX628" fmla="*/ 187517 w 1734579"/>
              <a:gd name="connsiteY628" fmla="*/ 590395 h 1708593"/>
              <a:gd name="connsiteX629" fmla="*/ 275179 w 1734579"/>
              <a:gd name="connsiteY629" fmla="*/ 548032 h 1708593"/>
              <a:gd name="connsiteX630" fmla="*/ 375034 w 1734579"/>
              <a:gd name="connsiteY630" fmla="*/ 500446 h 1708593"/>
              <a:gd name="connsiteX631" fmla="*/ 474940 w 1734579"/>
              <a:gd name="connsiteY631" fmla="*/ 548032 h 1708593"/>
              <a:gd name="connsiteX632" fmla="*/ 562069 w 1734579"/>
              <a:gd name="connsiteY632" fmla="*/ 590395 h 1708593"/>
              <a:gd name="connsiteX633" fmla="*/ 650315 w 1734579"/>
              <a:gd name="connsiteY633" fmla="*/ 548032 h 1708593"/>
              <a:gd name="connsiteX634" fmla="*/ 740506 w 1734579"/>
              <a:gd name="connsiteY634" fmla="*/ 500732 h 1708593"/>
              <a:gd name="connsiteX635" fmla="*/ 749586 w 1734579"/>
              <a:gd name="connsiteY635" fmla="*/ 500446 h 1708593"/>
              <a:gd name="connsiteX636" fmla="*/ 758889 w 1734579"/>
              <a:gd name="connsiteY636" fmla="*/ 500732 h 1708593"/>
              <a:gd name="connsiteX637" fmla="*/ 850154 w 1734579"/>
              <a:gd name="connsiteY637" fmla="*/ 548032 h 1708593"/>
              <a:gd name="connsiteX638" fmla="*/ 937343 w 1734579"/>
              <a:gd name="connsiteY638" fmla="*/ 590395 h 1708593"/>
              <a:gd name="connsiteX639" fmla="*/ 1025586 w 1734579"/>
              <a:gd name="connsiteY639" fmla="*/ 548032 h 1708593"/>
              <a:gd name="connsiteX640" fmla="*/ 1115684 w 1734579"/>
              <a:gd name="connsiteY640" fmla="*/ 500732 h 1708593"/>
              <a:gd name="connsiteX641" fmla="*/ 1124860 w 1734579"/>
              <a:gd name="connsiteY641" fmla="*/ 500446 h 1708593"/>
              <a:gd name="connsiteX642" fmla="*/ 1134151 w 1734579"/>
              <a:gd name="connsiteY642" fmla="*/ 500732 h 1708593"/>
              <a:gd name="connsiteX643" fmla="*/ 1225295 w 1734579"/>
              <a:gd name="connsiteY643" fmla="*/ 548032 h 1708593"/>
              <a:gd name="connsiteX644" fmla="*/ 1312376 w 1734579"/>
              <a:gd name="connsiteY644" fmla="*/ 590395 h 1708593"/>
              <a:gd name="connsiteX645" fmla="*/ 1400620 w 1734579"/>
              <a:gd name="connsiteY645" fmla="*/ 548032 h 1708593"/>
              <a:gd name="connsiteX646" fmla="*/ 1490714 w 1734579"/>
              <a:gd name="connsiteY646" fmla="*/ 500732 h 1708593"/>
              <a:gd name="connsiteX647" fmla="*/ 1499902 w 1734579"/>
              <a:gd name="connsiteY647" fmla="*/ 500446 h 1708593"/>
              <a:gd name="connsiteX648" fmla="*/ 1509200 w 1734579"/>
              <a:gd name="connsiteY648" fmla="*/ 500732 h 1708593"/>
              <a:gd name="connsiteX649" fmla="*/ 1600457 w 1734579"/>
              <a:gd name="connsiteY649" fmla="*/ 548032 h 1708593"/>
              <a:gd name="connsiteX650" fmla="*/ 1672675 w 1734579"/>
              <a:gd name="connsiteY650" fmla="*/ 589479 h 1708593"/>
              <a:gd name="connsiteX651" fmla="*/ 1687656 w 1734579"/>
              <a:gd name="connsiteY651" fmla="*/ 590395 h 1708593"/>
              <a:gd name="connsiteX652" fmla="*/ 1702991 w 1734579"/>
              <a:gd name="connsiteY652" fmla="*/ 589479 h 1708593"/>
              <a:gd name="connsiteX653" fmla="*/ 1734579 w 1734579"/>
              <a:gd name="connsiteY653" fmla="*/ 577999 h 1708593"/>
              <a:gd name="connsiteX654" fmla="*/ 1734579 w 1734579"/>
              <a:gd name="connsiteY654" fmla="*/ 596081 h 1708593"/>
              <a:gd name="connsiteX655" fmla="*/ 1696936 w 1734579"/>
              <a:gd name="connsiteY655" fmla="*/ 607526 h 1708593"/>
              <a:gd name="connsiteX656" fmla="*/ 1687656 w 1734579"/>
              <a:gd name="connsiteY656" fmla="*/ 607805 h 1708593"/>
              <a:gd name="connsiteX657" fmla="*/ 1678456 w 1734579"/>
              <a:gd name="connsiteY657" fmla="*/ 607526 h 1708593"/>
              <a:gd name="connsiteX658" fmla="*/ 1588259 w 1734579"/>
              <a:gd name="connsiteY658" fmla="*/ 560799 h 1708593"/>
              <a:gd name="connsiteX659" fmla="*/ 1515254 w 1734579"/>
              <a:gd name="connsiteY659" fmla="*/ 519352 h 1708593"/>
              <a:gd name="connsiteX660" fmla="*/ 1499902 w 1734579"/>
              <a:gd name="connsiteY660" fmla="*/ 518436 h 1708593"/>
              <a:gd name="connsiteX661" fmla="*/ 1484938 w 1734579"/>
              <a:gd name="connsiteY661" fmla="*/ 519352 h 1708593"/>
              <a:gd name="connsiteX662" fmla="*/ 1412811 w 1734579"/>
              <a:gd name="connsiteY662" fmla="*/ 560799 h 1708593"/>
              <a:gd name="connsiteX663" fmla="*/ 1312376 w 1734579"/>
              <a:gd name="connsiteY663" fmla="*/ 607805 h 1708593"/>
              <a:gd name="connsiteX664" fmla="*/ 1213103 w 1734579"/>
              <a:gd name="connsiteY664" fmla="*/ 560799 h 1708593"/>
              <a:gd name="connsiteX665" fmla="*/ 1140202 w 1734579"/>
              <a:gd name="connsiteY665" fmla="*/ 519352 h 1708593"/>
              <a:gd name="connsiteX666" fmla="*/ 1124860 w 1734579"/>
              <a:gd name="connsiteY666" fmla="*/ 518436 h 1708593"/>
              <a:gd name="connsiteX667" fmla="*/ 1109907 w 1734579"/>
              <a:gd name="connsiteY667" fmla="*/ 519352 h 1708593"/>
              <a:gd name="connsiteX668" fmla="*/ 1037780 w 1734579"/>
              <a:gd name="connsiteY668" fmla="*/ 560799 h 1708593"/>
              <a:gd name="connsiteX669" fmla="*/ 937343 w 1734579"/>
              <a:gd name="connsiteY669" fmla="*/ 607805 h 1708593"/>
              <a:gd name="connsiteX670" fmla="*/ 837942 w 1734579"/>
              <a:gd name="connsiteY670" fmla="*/ 560799 h 1708593"/>
              <a:gd name="connsiteX671" fmla="*/ 764952 w 1734579"/>
              <a:gd name="connsiteY671" fmla="*/ 519352 h 1708593"/>
              <a:gd name="connsiteX672" fmla="*/ 749586 w 1734579"/>
              <a:gd name="connsiteY672" fmla="*/ 518436 h 1708593"/>
              <a:gd name="connsiteX673" fmla="*/ 734638 w 1734579"/>
              <a:gd name="connsiteY673" fmla="*/ 519352 h 1708593"/>
              <a:gd name="connsiteX674" fmla="*/ 662511 w 1734579"/>
              <a:gd name="connsiteY674" fmla="*/ 560799 h 1708593"/>
              <a:gd name="connsiteX675" fmla="*/ 562069 w 1734579"/>
              <a:gd name="connsiteY675" fmla="*/ 607805 h 1708593"/>
              <a:gd name="connsiteX676" fmla="*/ 462743 w 1734579"/>
              <a:gd name="connsiteY676" fmla="*/ 560799 h 1708593"/>
              <a:gd name="connsiteX677" fmla="*/ 375034 w 1734579"/>
              <a:gd name="connsiteY677" fmla="*/ 518436 h 1708593"/>
              <a:gd name="connsiteX678" fmla="*/ 287371 w 1734579"/>
              <a:gd name="connsiteY678" fmla="*/ 560799 h 1708593"/>
              <a:gd name="connsiteX679" fmla="*/ 187517 w 1734579"/>
              <a:gd name="connsiteY679" fmla="*/ 607805 h 1708593"/>
              <a:gd name="connsiteX680" fmla="*/ 87663 w 1734579"/>
              <a:gd name="connsiteY680" fmla="*/ 560799 h 1708593"/>
              <a:gd name="connsiteX681" fmla="*/ 0 w 1734579"/>
              <a:gd name="connsiteY681" fmla="*/ 518436 h 1708593"/>
              <a:gd name="connsiteX682" fmla="*/ 0 w 1734579"/>
              <a:gd name="connsiteY682" fmla="*/ 399827 h 1708593"/>
              <a:gd name="connsiteX683" fmla="*/ 99855 w 1734579"/>
              <a:gd name="connsiteY683" fmla="*/ 447520 h 1708593"/>
              <a:gd name="connsiteX684" fmla="*/ 187517 w 1734579"/>
              <a:gd name="connsiteY684" fmla="*/ 489978 h 1708593"/>
              <a:gd name="connsiteX685" fmla="*/ 275179 w 1734579"/>
              <a:gd name="connsiteY685" fmla="*/ 447520 h 1708593"/>
              <a:gd name="connsiteX686" fmla="*/ 375034 w 1734579"/>
              <a:gd name="connsiteY686" fmla="*/ 399827 h 1708593"/>
              <a:gd name="connsiteX687" fmla="*/ 474940 w 1734579"/>
              <a:gd name="connsiteY687" fmla="*/ 447520 h 1708593"/>
              <a:gd name="connsiteX688" fmla="*/ 562069 w 1734579"/>
              <a:gd name="connsiteY688" fmla="*/ 489978 h 1708593"/>
              <a:gd name="connsiteX689" fmla="*/ 650315 w 1734579"/>
              <a:gd name="connsiteY689" fmla="*/ 447520 h 1708593"/>
              <a:gd name="connsiteX690" fmla="*/ 740506 w 1734579"/>
              <a:gd name="connsiteY690" fmla="*/ 400114 h 1708593"/>
              <a:gd name="connsiteX691" fmla="*/ 749586 w 1734579"/>
              <a:gd name="connsiteY691" fmla="*/ 399827 h 1708593"/>
              <a:gd name="connsiteX692" fmla="*/ 758889 w 1734579"/>
              <a:gd name="connsiteY692" fmla="*/ 400114 h 1708593"/>
              <a:gd name="connsiteX693" fmla="*/ 850154 w 1734579"/>
              <a:gd name="connsiteY693" fmla="*/ 447520 h 1708593"/>
              <a:gd name="connsiteX694" fmla="*/ 937343 w 1734579"/>
              <a:gd name="connsiteY694" fmla="*/ 489978 h 1708593"/>
              <a:gd name="connsiteX695" fmla="*/ 1025586 w 1734579"/>
              <a:gd name="connsiteY695" fmla="*/ 447520 h 1708593"/>
              <a:gd name="connsiteX696" fmla="*/ 1115684 w 1734579"/>
              <a:gd name="connsiteY696" fmla="*/ 400114 h 1708593"/>
              <a:gd name="connsiteX697" fmla="*/ 1124860 w 1734579"/>
              <a:gd name="connsiteY697" fmla="*/ 399827 h 1708593"/>
              <a:gd name="connsiteX698" fmla="*/ 1134151 w 1734579"/>
              <a:gd name="connsiteY698" fmla="*/ 400114 h 1708593"/>
              <a:gd name="connsiteX699" fmla="*/ 1225295 w 1734579"/>
              <a:gd name="connsiteY699" fmla="*/ 447520 h 1708593"/>
              <a:gd name="connsiteX700" fmla="*/ 1312376 w 1734579"/>
              <a:gd name="connsiteY700" fmla="*/ 489978 h 1708593"/>
              <a:gd name="connsiteX701" fmla="*/ 1400620 w 1734579"/>
              <a:gd name="connsiteY701" fmla="*/ 447520 h 1708593"/>
              <a:gd name="connsiteX702" fmla="*/ 1490714 w 1734579"/>
              <a:gd name="connsiteY702" fmla="*/ 400114 h 1708593"/>
              <a:gd name="connsiteX703" fmla="*/ 1499902 w 1734579"/>
              <a:gd name="connsiteY703" fmla="*/ 399827 h 1708593"/>
              <a:gd name="connsiteX704" fmla="*/ 1509200 w 1734579"/>
              <a:gd name="connsiteY704" fmla="*/ 400114 h 1708593"/>
              <a:gd name="connsiteX705" fmla="*/ 1600457 w 1734579"/>
              <a:gd name="connsiteY705" fmla="*/ 447520 h 1708593"/>
              <a:gd name="connsiteX706" fmla="*/ 1672675 w 1734579"/>
              <a:gd name="connsiteY706" fmla="*/ 489060 h 1708593"/>
              <a:gd name="connsiteX707" fmla="*/ 1687656 w 1734579"/>
              <a:gd name="connsiteY707" fmla="*/ 489978 h 1708593"/>
              <a:gd name="connsiteX708" fmla="*/ 1702991 w 1734579"/>
              <a:gd name="connsiteY708" fmla="*/ 489060 h 1708593"/>
              <a:gd name="connsiteX709" fmla="*/ 1734579 w 1734579"/>
              <a:gd name="connsiteY709" fmla="*/ 477554 h 1708593"/>
              <a:gd name="connsiteX710" fmla="*/ 1734579 w 1734579"/>
              <a:gd name="connsiteY710" fmla="*/ 498193 h 1708593"/>
              <a:gd name="connsiteX711" fmla="*/ 1727021 w 1734579"/>
              <a:gd name="connsiteY711" fmla="*/ 501653 h 1708593"/>
              <a:gd name="connsiteX712" fmla="*/ 1696936 w 1734579"/>
              <a:gd name="connsiteY712" fmla="*/ 507147 h 1708593"/>
              <a:gd name="connsiteX713" fmla="*/ 1687656 w 1734579"/>
              <a:gd name="connsiteY713" fmla="*/ 507427 h 1708593"/>
              <a:gd name="connsiteX714" fmla="*/ 1678456 w 1734579"/>
              <a:gd name="connsiteY714" fmla="*/ 507147 h 1708593"/>
              <a:gd name="connsiteX715" fmla="*/ 1588259 w 1734579"/>
              <a:gd name="connsiteY715" fmla="*/ 460316 h 1708593"/>
              <a:gd name="connsiteX716" fmla="*/ 1515254 w 1734579"/>
              <a:gd name="connsiteY716" fmla="*/ 418775 h 1708593"/>
              <a:gd name="connsiteX717" fmla="*/ 1499902 w 1734579"/>
              <a:gd name="connsiteY717" fmla="*/ 417857 h 1708593"/>
              <a:gd name="connsiteX718" fmla="*/ 1484938 w 1734579"/>
              <a:gd name="connsiteY718" fmla="*/ 418751 h 1708593"/>
              <a:gd name="connsiteX719" fmla="*/ 1412811 w 1734579"/>
              <a:gd name="connsiteY719" fmla="*/ 460316 h 1708593"/>
              <a:gd name="connsiteX720" fmla="*/ 1312376 w 1734579"/>
              <a:gd name="connsiteY720" fmla="*/ 507427 h 1708593"/>
              <a:gd name="connsiteX721" fmla="*/ 1213103 w 1734579"/>
              <a:gd name="connsiteY721" fmla="*/ 460316 h 1708593"/>
              <a:gd name="connsiteX722" fmla="*/ 1140202 w 1734579"/>
              <a:gd name="connsiteY722" fmla="*/ 418775 h 1708593"/>
              <a:gd name="connsiteX723" fmla="*/ 1124860 w 1734579"/>
              <a:gd name="connsiteY723" fmla="*/ 417857 h 1708593"/>
              <a:gd name="connsiteX724" fmla="*/ 1109907 w 1734579"/>
              <a:gd name="connsiteY724" fmla="*/ 418751 h 1708593"/>
              <a:gd name="connsiteX725" fmla="*/ 1037780 w 1734579"/>
              <a:gd name="connsiteY725" fmla="*/ 460316 h 1708593"/>
              <a:gd name="connsiteX726" fmla="*/ 937343 w 1734579"/>
              <a:gd name="connsiteY726" fmla="*/ 507427 h 1708593"/>
              <a:gd name="connsiteX727" fmla="*/ 837942 w 1734579"/>
              <a:gd name="connsiteY727" fmla="*/ 460316 h 1708593"/>
              <a:gd name="connsiteX728" fmla="*/ 764952 w 1734579"/>
              <a:gd name="connsiteY728" fmla="*/ 418775 h 1708593"/>
              <a:gd name="connsiteX729" fmla="*/ 749586 w 1734579"/>
              <a:gd name="connsiteY729" fmla="*/ 417857 h 1708593"/>
              <a:gd name="connsiteX730" fmla="*/ 734638 w 1734579"/>
              <a:gd name="connsiteY730" fmla="*/ 418751 h 1708593"/>
              <a:gd name="connsiteX731" fmla="*/ 662511 w 1734579"/>
              <a:gd name="connsiteY731" fmla="*/ 460316 h 1708593"/>
              <a:gd name="connsiteX732" fmla="*/ 562069 w 1734579"/>
              <a:gd name="connsiteY732" fmla="*/ 507427 h 1708593"/>
              <a:gd name="connsiteX733" fmla="*/ 462743 w 1734579"/>
              <a:gd name="connsiteY733" fmla="*/ 460316 h 1708593"/>
              <a:gd name="connsiteX734" fmla="*/ 375034 w 1734579"/>
              <a:gd name="connsiteY734" fmla="*/ 417857 h 1708593"/>
              <a:gd name="connsiteX735" fmla="*/ 287371 w 1734579"/>
              <a:gd name="connsiteY735" fmla="*/ 460316 h 1708593"/>
              <a:gd name="connsiteX736" fmla="*/ 187517 w 1734579"/>
              <a:gd name="connsiteY736" fmla="*/ 507427 h 1708593"/>
              <a:gd name="connsiteX737" fmla="*/ 87663 w 1734579"/>
              <a:gd name="connsiteY737" fmla="*/ 460316 h 1708593"/>
              <a:gd name="connsiteX738" fmla="*/ 0 w 1734579"/>
              <a:gd name="connsiteY738" fmla="*/ 417857 h 1708593"/>
              <a:gd name="connsiteX739" fmla="*/ 0 w 1734579"/>
              <a:gd name="connsiteY739" fmla="*/ 299931 h 1708593"/>
              <a:gd name="connsiteX740" fmla="*/ 99855 w 1734579"/>
              <a:gd name="connsiteY740" fmla="*/ 347579 h 1708593"/>
              <a:gd name="connsiteX741" fmla="*/ 187517 w 1734579"/>
              <a:gd name="connsiteY741" fmla="*/ 389998 h 1708593"/>
              <a:gd name="connsiteX742" fmla="*/ 275179 w 1734579"/>
              <a:gd name="connsiteY742" fmla="*/ 347579 h 1708593"/>
              <a:gd name="connsiteX743" fmla="*/ 375034 w 1734579"/>
              <a:gd name="connsiteY743" fmla="*/ 299931 h 1708593"/>
              <a:gd name="connsiteX744" fmla="*/ 474940 w 1734579"/>
              <a:gd name="connsiteY744" fmla="*/ 347579 h 1708593"/>
              <a:gd name="connsiteX745" fmla="*/ 562069 w 1734579"/>
              <a:gd name="connsiteY745" fmla="*/ 389998 h 1708593"/>
              <a:gd name="connsiteX746" fmla="*/ 650315 w 1734579"/>
              <a:gd name="connsiteY746" fmla="*/ 347579 h 1708593"/>
              <a:gd name="connsiteX747" fmla="*/ 740506 w 1734579"/>
              <a:gd name="connsiteY747" fmla="*/ 300217 h 1708593"/>
              <a:gd name="connsiteX748" fmla="*/ 749586 w 1734579"/>
              <a:gd name="connsiteY748" fmla="*/ 299931 h 1708593"/>
              <a:gd name="connsiteX749" fmla="*/ 758889 w 1734579"/>
              <a:gd name="connsiteY749" fmla="*/ 300217 h 1708593"/>
              <a:gd name="connsiteX750" fmla="*/ 850154 w 1734579"/>
              <a:gd name="connsiteY750" fmla="*/ 347579 h 1708593"/>
              <a:gd name="connsiteX751" fmla="*/ 937343 w 1734579"/>
              <a:gd name="connsiteY751" fmla="*/ 389998 h 1708593"/>
              <a:gd name="connsiteX752" fmla="*/ 1025586 w 1734579"/>
              <a:gd name="connsiteY752" fmla="*/ 347579 h 1708593"/>
              <a:gd name="connsiteX753" fmla="*/ 1115684 w 1734579"/>
              <a:gd name="connsiteY753" fmla="*/ 300217 h 1708593"/>
              <a:gd name="connsiteX754" fmla="*/ 1124860 w 1734579"/>
              <a:gd name="connsiteY754" fmla="*/ 299931 h 1708593"/>
              <a:gd name="connsiteX755" fmla="*/ 1134151 w 1734579"/>
              <a:gd name="connsiteY755" fmla="*/ 300217 h 1708593"/>
              <a:gd name="connsiteX756" fmla="*/ 1225295 w 1734579"/>
              <a:gd name="connsiteY756" fmla="*/ 347579 h 1708593"/>
              <a:gd name="connsiteX757" fmla="*/ 1312376 w 1734579"/>
              <a:gd name="connsiteY757" fmla="*/ 389998 h 1708593"/>
              <a:gd name="connsiteX758" fmla="*/ 1400620 w 1734579"/>
              <a:gd name="connsiteY758" fmla="*/ 347579 h 1708593"/>
              <a:gd name="connsiteX759" fmla="*/ 1490714 w 1734579"/>
              <a:gd name="connsiteY759" fmla="*/ 300217 h 1708593"/>
              <a:gd name="connsiteX760" fmla="*/ 1499902 w 1734579"/>
              <a:gd name="connsiteY760" fmla="*/ 299931 h 1708593"/>
              <a:gd name="connsiteX761" fmla="*/ 1509200 w 1734579"/>
              <a:gd name="connsiteY761" fmla="*/ 300217 h 1708593"/>
              <a:gd name="connsiteX762" fmla="*/ 1600457 w 1734579"/>
              <a:gd name="connsiteY762" fmla="*/ 347579 h 1708593"/>
              <a:gd name="connsiteX763" fmla="*/ 1672675 w 1734579"/>
              <a:gd name="connsiteY763" fmla="*/ 389081 h 1708593"/>
              <a:gd name="connsiteX764" fmla="*/ 1687656 w 1734579"/>
              <a:gd name="connsiteY764" fmla="*/ 389998 h 1708593"/>
              <a:gd name="connsiteX765" fmla="*/ 1702991 w 1734579"/>
              <a:gd name="connsiteY765" fmla="*/ 389081 h 1708593"/>
              <a:gd name="connsiteX766" fmla="*/ 1734579 w 1734579"/>
              <a:gd name="connsiteY766" fmla="*/ 377586 h 1708593"/>
              <a:gd name="connsiteX767" fmla="*/ 1734579 w 1734579"/>
              <a:gd name="connsiteY767" fmla="*/ 398602 h 1708593"/>
              <a:gd name="connsiteX768" fmla="*/ 1727021 w 1734579"/>
              <a:gd name="connsiteY768" fmla="*/ 402120 h 1708593"/>
              <a:gd name="connsiteX769" fmla="*/ 1696936 w 1734579"/>
              <a:gd name="connsiteY769" fmla="*/ 407725 h 1708593"/>
              <a:gd name="connsiteX770" fmla="*/ 1687656 w 1734579"/>
              <a:gd name="connsiteY770" fmla="*/ 408011 h 1708593"/>
              <a:gd name="connsiteX771" fmla="*/ 1678456 w 1734579"/>
              <a:gd name="connsiteY771" fmla="*/ 407725 h 1708593"/>
              <a:gd name="connsiteX772" fmla="*/ 1588259 w 1734579"/>
              <a:gd name="connsiteY772" fmla="*/ 360363 h 1708593"/>
              <a:gd name="connsiteX773" fmla="*/ 1515254 w 1734579"/>
              <a:gd name="connsiteY773" fmla="*/ 318861 h 1708593"/>
              <a:gd name="connsiteX774" fmla="*/ 1499902 w 1734579"/>
              <a:gd name="connsiteY774" fmla="*/ 317944 h 1708593"/>
              <a:gd name="connsiteX775" fmla="*/ 1484938 w 1734579"/>
              <a:gd name="connsiteY775" fmla="*/ 318861 h 1708593"/>
              <a:gd name="connsiteX776" fmla="*/ 1412811 w 1734579"/>
              <a:gd name="connsiteY776" fmla="*/ 360363 h 1708593"/>
              <a:gd name="connsiteX777" fmla="*/ 1312376 w 1734579"/>
              <a:gd name="connsiteY777" fmla="*/ 408011 h 1708593"/>
              <a:gd name="connsiteX778" fmla="*/ 1213103 w 1734579"/>
              <a:gd name="connsiteY778" fmla="*/ 360363 h 1708593"/>
              <a:gd name="connsiteX779" fmla="*/ 1140202 w 1734579"/>
              <a:gd name="connsiteY779" fmla="*/ 318861 h 1708593"/>
              <a:gd name="connsiteX780" fmla="*/ 1124860 w 1734579"/>
              <a:gd name="connsiteY780" fmla="*/ 317944 h 1708593"/>
              <a:gd name="connsiteX781" fmla="*/ 1109907 w 1734579"/>
              <a:gd name="connsiteY781" fmla="*/ 318861 h 1708593"/>
              <a:gd name="connsiteX782" fmla="*/ 1037780 w 1734579"/>
              <a:gd name="connsiteY782" fmla="*/ 360363 h 1708593"/>
              <a:gd name="connsiteX783" fmla="*/ 937343 w 1734579"/>
              <a:gd name="connsiteY783" fmla="*/ 408011 h 1708593"/>
              <a:gd name="connsiteX784" fmla="*/ 837942 w 1734579"/>
              <a:gd name="connsiteY784" fmla="*/ 360363 h 1708593"/>
              <a:gd name="connsiteX785" fmla="*/ 764952 w 1734579"/>
              <a:gd name="connsiteY785" fmla="*/ 318861 h 1708593"/>
              <a:gd name="connsiteX786" fmla="*/ 749586 w 1734579"/>
              <a:gd name="connsiteY786" fmla="*/ 317944 h 1708593"/>
              <a:gd name="connsiteX787" fmla="*/ 734638 w 1734579"/>
              <a:gd name="connsiteY787" fmla="*/ 318861 h 1708593"/>
              <a:gd name="connsiteX788" fmla="*/ 662511 w 1734579"/>
              <a:gd name="connsiteY788" fmla="*/ 360363 h 1708593"/>
              <a:gd name="connsiteX789" fmla="*/ 562069 w 1734579"/>
              <a:gd name="connsiteY789" fmla="*/ 408011 h 1708593"/>
              <a:gd name="connsiteX790" fmla="*/ 462743 w 1734579"/>
              <a:gd name="connsiteY790" fmla="*/ 360363 h 1708593"/>
              <a:gd name="connsiteX791" fmla="*/ 375034 w 1734579"/>
              <a:gd name="connsiteY791" fmla="*/ 317944 h 1708593"/>
              <a:gd name="connsiteX792" fmla="*/ 287371 w 1734579"/>
              <a:gd name="connsiteY792" fmla="*/ 360363 h 1708593"/>
              <a:gd name="connsiteX793" fmla="*/ 187517 w 1734579"/>
              <a:gd name="connsiteY793" fmla="*/ 408011 h 1708593"/>
              <a:gd name="connsiteX794" fmla="*/ 87663 w 1734579"/>
              <a:gd name="connsiteY794" fmla="*/ 360363 h 1708593"/>
              <a:gd name="connsiteX795" fmla="*/ 0 w 1734579"/>
              <a:gd name="connsiteY795" fmla="*/ 317944 h 1708593"/>
              <a:gd name="connsiteX796" fmla="*/ 0 w 1734579"/>
              <a:gd name="connsiteY796" fmla="*/ 200515 h 1708593"/>
              <a:gd name="connsiteX797" fmla="*/ 99855 w 1734579"/>
              <a:gd name="connsiteY797" fmla="*/ 247521 h 1708593"/>
              <a:gd name="connsiteX798" fmla="*/ 187517 w 1734579"/>
              <a:gd name="connsiteY798" fmla="*/ 289884 h 1708593"/>
              <a:gd name="connsiteX799" fmla="*/ 275179 w 1734579"/>
              <a:gd name="connsiteY799" fmla="*/ 247521 h 1708593"/>
              <a:gd name="connsiteX800" fmla="*/ 375034 w 1734579"/>
              <a:gd name="connsiteY800" fmla="*/ 200515 h 1708593"/>
              <a:gd name="connsiteX801" fmla="*/ 474940 w 1734579"/>
              <a:gd name="connsiteY801" fmla="*/ 247521 h 1708593"/>
              <a:gd name="connsiteX802" fmla="*/ 562069 w 1734579"/>
              <a:gd name="connsiteY802" fmla="*/ 289884 h 1708593"/>
              <a:gd name="connsiteX803" fmla="*/ 650315 w 1734579"/>
              <a:gd name="connsiteY803" fmla="*/ 247521 h 1708593"/>
              <a:gd name="connsiteX804" fmla="*/ 740506 w 1734579"/>
              <a:gd name="connsiteY804" fmla="*/ 200801 h 1708593"/>
              <a:gd name="connsiteX805" fmla="*/ 749586 w 1734579"/>
              <a:gd name="connsiteY805" fmla="*/ 200515 h 1708593"/>
              <a:gd name="connsiteX806" fmla="*/ 758889 w 1734579"/>
              <a:gd name="connsiteY806" fmla="*/ 200801 h 1708593"/>
              <a:gd name="connsiteX807" fmla="*/ 850154 w 1734579"/>
              <a:gd name="connsiteY807" fmla="*/ 247521 h 1708593"/>
              <a:gd name="connsiteX808" fmla="*/ 937343 w 1734579"/>
              <a:gd name="connsiteY808" fmla="*/ 289884 h 1708593"/>
              <a:gd name="connsiteX809" fmla="*/ 1025586 w 1734579"/>
              <a:gd name="connsiteY809" fmla="*/ 247521 h 1708593"/>
              <a:gd name="connsiteX810" fmla="*/ 1115684 w 1734579"/>
              <a:gd name="connsiteY810" fmla="*/ 200801 h 1708593"/>
              <a:gd name="connsiteX811" fmla="*/ 1124860 w 1734579"/>
              <a:gd name="connsiteY811" fmla="*/ 200515 h 1708593"/>
              <a:gd name="connsiteX812" fmla="*/ 1134151 w 1734579"/>
              <a:gd name="connsiteY812" fmla="*/ 200801 h 1708593"/>
              <a:gd name="connsiteX813" fmla="*/ 1225295 w 1734579"/>
              <a:gd name="connsiteY813" fmla="*/ 247521 h 1708593"/>
              <a:gd name="connsiteX814" fmla="*/ 1312376 w 1734579"/>
              <a:gd name="connsiteY814" fmla="*/ 289884 h 1708593"/>
              <a:gd name="connsiteX815" fmla="*/ 1400620 w 1734579"/>
              <a:gd name="connsiteY815" fmla="*/ 247521 h 1708593"/>
              <a:gd name="connsiteX816" fmla="*/ 1490714 w 1734579"/>
              <a:gd name="connsiteY816" fmla="*/ 200801 h 1708593"/>
              <a:gd name="connsiteX817" fmla="*/ 1499902 w 1734579"/>
              <a:gd name="connsiteY817" fmla="*/ 200515 h 1708593"/>
              <a:gd name="connsiteX818" fmla="*/ 1509200 w 1734579"/>
              <a:gd name="connsiteY818" fmla="*/ 200801 h 1708593"/>
              <a:gd name="connsiteX819" fmla="*/ 1600457 w 1734579"/>
              <a:gd name="connsiteY819" fmla="*/ 247521 h 1708593"/>
              <a:gd name="connsiteX820" fmla="*/ 1672675 w 1734579"/>
              <a:gd name="connsiteY820" fmla="*/ 288992 h 1708593"/>
              <a:gd name="connsiteX821" fmla="*/ 1687656 w 1734579"/>
              <a:gd name="connsiteY821" fmla="*/ 289884 h 1708593"/>
              <a:gd name="connsiteX822" fmla="*/ 1702991 w 1734579"/>
              <a:gd name="connsiteY822" fmla="*/ 288992 h 1708593"/>
              <a:gd name="connsiteX823" fmla="*/ 1734579 w 1734579"/>
              <a:gd name="connsiteY823" fmla="*/ 277678 h 1708593"/>
              <a:gd name="connsiteX824" fmla="*/ 1734579 w 1734579"/>
              <a:gd name="connsiteY824" fmla="*/ 296151 h 1708593"/>
              <a:gd name="connsiteX825" fmla="*/ 1696936 w 1734579"/>
              <a:gd name="connsiteY825" fmla="*/ 307595 h 1708593"/>
              <a:gd name="connsiteX826" fmla="*/ 1687656 w 1734579"/>
              <a:gd name="connsiteY826" fmla="*/ 307874 h 1708593"/>
              <a:gd name="connsiteX827" fmla="*/ 1678456 w 1734579"/>
              <a:gd name="connsiteY827" fmla="*/ 307595 h 1708593"/>
              <a:gd name="connsiteX828" fmla="*/ 1588259 w 1734579"/>
              <a:gd name="connsiteY828" fmla="*/ 260868 h 1708593"/>
              <a:gd name="connsiteX829" fmla="*/ 1515254 w 1734579"/>
              <a:gd name="connsiteY829" fmla="*/ 219397 h 1708593"/>
              <a:gd name="connsiteX830" fmla="*/ 1499902 w 1734579"/>
              <a:gd name="connsiteY830" fmla="*/ 218505 h 1708593"/>
              <a:gd name="connsiteX831" fmla="*/ 1484938 w 1734579"/>
              <a:gd name="connsiteY831" fmla="*/ 219397 h 1708593"/>
              <a:gd name="connsiteX832" fmla="*/ 1412811 w 1734579"/>
              <a:gd name="connsiteY832" fmla="*/ 260868 h 1708593"/>
              <a:gd name="connsiteX833" fmla="*/ 1312376 w 1734579"/>
              <a:gd name="connsiteY833" fmla="*/ 307874 h 1708593"/>
              <a:gd name="connsiteX834" fmla="*/ 1213103 w 1734579"/>
              <a:gd name="connsiteY834" fmla="*/ 260868 h 1708593"/>
              <a:gd name="connsiteX835" fmla="*/ 1140202 w 1734579"/>
              <a:gd name="connsiteY835" fmla="*/ 219397 h 1708593"/>
              <a:gd name="connsiteX836" fmla="*/ 1124860 w 1734579"/>
              <a:gd name="connsiteY836" fmla="*/ 218505 h 1708593"/>
              <a:gd name="connsiteX837" fmla="*/ 1109907 w 1734579"/>
              <a:gd name="connsiteY837" fmla="*/ 219397 h 1708593"/>
              <a:gd name="connsiteX838" fmla="*/ 1037780 w 1734579"/>
              <a:gd name="connsiteY838" fmla="*/ 260868 h 1708593"/>
              <a:gd name="connsiteX839" fmla="*/ 937343 w 1734579"/>
              <a:gd name="connsiteY839" fmla="*/ 307874 h 1708593"/>
              <a:gd name="connsiteX840" fmla="*/ 837942 w 1734579"/>
              <a:gd name="connsiteY840" fmla="*/ 260868 h 1708593"/>
              <a:gd name="connsiteX841" fmla="*/ 764952 w 1734579"/>
              <a:gd name="connsiteY841" fmla="*/ 219397 h 1708593"/>
              <a:gd name="connsiteX842" fmla="*/ 749586 w 1734579"/>
              <a:gd name="connsiteY842" fmla="*/ 218505 h 1708593"/>
              <a:gd name="connsiteX843" fmla="*/ 734638 w 1734579"/>
              <a:gd name="connsiteY843" fmla="*/ 219397 h 1708593"/>
              <a:gd name="connsiteX844" fmla="*/ 662511 w 1734579"/>
              <a:gd name="connsiteY844" fmla="*/ 260868 h 1708593"/>
              <a:gd name="connsiteX845" fmla="*/ 562069 w 1734579"/>
              <a:gd name="connsiteY845" fmla="*/ 307874 h 1708593"/>
              <a:gd name="connsiteX846" fmla="*/ 462743 w 1734579"/>
              <a:gd name="connsiteY846" fmla="*/ 260868 h 1708593"/>
              <a:gd name="connsiteX847" fmla="*/ 375034 w 1734579"/>
              <a:gd name="connsiteY847" fmla="*/ 218505 h 1708593"/>
              <a:gd name="connsiteX848" fmla="*/ 287371 w 1734579"/>
              <a:gd name="connsiteY848" fmla="*/ 260868 h 1708593"/>
              <a:gd name="connsiteX849" fmla="*/ 187517 w 1734579"/>
              <a:gd name="connsiteY849" fmla="*/ 307874 h 1708593"/>
              <a:gd name="connsiteX850" fmla="*/ 87663 w 1734579"/>
              <a:gd name="connsiteY850" fmla="*/ 260868 h 1708593"/>
              <a:gd name="connsiteX851" fmla="*/ 0 w 1734579"/>
              <a:gd name="connsiteY851" fmla="*/ 218505 h 1708593"/>
              <a:gd name="connsiteX852" fmla="*/ 0 w 1734579"/>
              <a:gd name="connsiteY852" fmla="*/ 99897 h 1708593"/>
              <a:gd name="connsiteX853" fmla="*/ 99855 w 1734579"/>
              <a:gd name="connsiteY853" fmla="*/ 147008 h 1708593"/>
              <a:gd name="connsiteX854" fmla="*/ 187517 w 1734579"/>
              <a:gd name="connsiteY854" fmla="*/ 189466 h 1708593"/>
              <a:gd name="connsiteX855" fmla="*/ 275179 w 1734579"/>
              <a:gd name="connsiteY855" fmla="*/ 147008 h 1708593"/>
              <a:gd name="connsiteX856" fmla="*/ 375034 w 1734579"/>
              <a:gd name="connsiteY856" fmla="*/ 99897 h 1708593"/>
              <a:gd name="connsiteX857" fmla="*/ 474940 w 1734579"/>
              <a:gd name="connsiteY857" fmla="*/ 147008 h 1708593"/>
              <a:gd name="connsiteX858" fmla="*/ 562069 w 1734579"/>
              <a:gd name="connsiteY858" fmla="*/ 189466 h 1708593"/>
              <a:gd name="connsiteX859" fmla="*/ 650315 w 1734579"/>
              <a:gd name="connsiteY859" fmla="*/ 147008 h 1708593"/>
              <a:gd name="connsiteX860" fmla="*/ 740506 w 1734579"/>
              <a:gd name="connsiteY860" fmla="*/ 100183 h 1708593"/>
              <a:gd name="connsiteX861" fmla="*/ 749586 w 1734579"/>
              <a:gd name="connsiteY861" fmla="*/ 99897 h 1708593"/>
              <a:gd name="connsiteX862" fmla="*/ 758889 w 1734579"/>
              <a:gd name="connsiteY862" fmla="*/ 100176 h 1708593"/>
              <a:gd name="connsiteX863" fmla="*/ 850154 w 1734579"/>
              <a:gd name="connsiteY863" fmla="*/ 147008 h 1708593"/>
              <a:gd name="connsiteX864" fmla="*/ 937343 w 1734579"/>
              <a:gd name="connsiteY864" fmla="*/ 189466 h 1708593"/>
              <a:gd name="connsiteX865" fmla="*/ 1025586 w 1734579"/>
              <a:gd name="connsiteY865" fmla="*/ 147008 h 1708593"/>
              <a:gd name="connsiteX866" fmla="*/ 1115684 w 1734579"/>
              <a:gd name="connsiteY866" fmla="*/ 100183 h 1708593"/>
              <a:gd name="connsiteX867" fmla="*/ 1124860 w 1734579"/>
              <a:gd name="connsiteY867" fmla="*/ 99897 h 1708593"/>
              <a:gd name="connsiteX868" fmla="*/ 1134151 w 1734579"/>
              <a:gd name="connsiteY868" fmla="*/ 100176 h 1708593"/>
              <a:gd name="connsiteX869" fmla="*/ 1225295 w 1734579"/>
              <a:gd name="connsiteY869" fmla="*/ 147008 h 1708593"/>
              <a:gd name="connsiteX870" fmla="*/ 1312376 w 1734579"/>
              <a:gd name="connsiteY870" fmla="*/ 189466 h 1708593"/>
              <a:gd name="connsiteX871" fmla="*/ 1400620 w 1734579"/>
              <a:gd name="connsiteY871" fmla="*/ 147008 h 1708593"/>
              <a:gd name="connsiteX872" fmla="*/ 1490714 w 1734579"/>
              <a:gd name="connsiteY872" fmla="*/ 100183 h 1708593"/>
              <a:gd name="connsiteX873" fmla="*/ 1499902 w 1734579"/>
              <a:gd name="connsiteY873" fmla="*/ 99897 h 1708593"/>
              <a:gd name="connsiteX874" fmla="*/ 1509200 w 1734579"/>
              <a:gd name="connsiteY874" fmla="*/ 100176 h 1708593"/>
              <a:gd name="connsiteX875" fmla="*/ 1600457 w 1734579"/>
              <a:gd name="connsiteY875" fmla="*/ 147008 h 1708593"/>
              <a:gd name="connsiteX876" fmla="*/ 1672675 w 1734579"/>
              <a:gd name="connsiteY876" fmla="*/ 188572 h 1708593"/>
              <a:gd name="connsiteX877" fmla="*/ 1687656 w 1734579"/>
              <a:gd name="connsiteY877" fmla="*/ 189466 h 1708593"/>
              <a:gd name="connsiteX878" fmla="*/ 1702991 w 1734579"/>
              <a:gd name="connsiteY878" fmla="*/ 188572 h 1708593"/>
              <a:gd name="connsiteX879" fmla="*/ 1734579 w 1734579"/>
              <a:gd name="connsiteY879" fmla="*/ 177232 h 1708593"/>
              <a:gd name="connsiteX880" fmla="*/ 1734579 w 1734579"/>
              <a:gd name="connsiteY880" fmla="*/ 198262 h 1708593"/>
              <a:gd name="connsiteX881" fmla="*/ 1727021 w 1734579"/>
              <a:gd name="connsiteY881" fmla="*/ 201722 h 1708593"/>
              <a:gd name="connsiteX882" fmla="*/ 1696936 w 1734579"/>
              <a:gd name="connsiteY882" fmla="*/ 207216 h 1708593"/>
              <a:gd name="connsiteX883" fmla="*/ 1687656 w 1734579"/>
              <a:gd name="connsiteY883" fmla="*/ 207496 h 1708593"/>
              <a:gd name="connsiteX884" fmla="*/ 1678456 w 1734579"/>
              <a:gd name="connsiteY884" fmla="*/ 207216 h 1708593"/>
              <a:gd name="connsiteX885" fmla="*/ 1588259 w 1734579"/>
              <a:gd name="connsiteY885" fmla="*/ 160385 h 1708593"/>
              <a:gd name="connsiteX886" fmla="*/ 1515254 w 1734579"/>
              <a:gd name="connsiteY886" fmla="*/ 118821 h 1708593"/>
              <a:gd name="connsiteX887" fmla="*/ 1499902 w 1734579"/>
              <a:gd name="connsiteY887" fmla="*/ 117927 h 1708593"/>
              <a:gd name="connsiteX888" fmla="*/ 1484938 w 1734579"/>
              <a:gd name="connsiteY888" fmla="*/ 118821 h 1708593"/>
              <a:gd name="connsiteX889" fmla="*/ 1412811 w 1734579"/>
              <a:gd name="connsiteY889" fmla="*/ 160385 h 1708593"/>
              <a:gd name="connsiteX890" fmla="*/ 1312376 w 1734579"/>
              <a:gd name="connsiteY890" fmla="*/ 207496 h 1708593"/>
              <a:gd name="connsiteX891" fmla="*/ 1213103 w 1734579"/>
              <a:gd name="connsiteY891" fmla="*/ 160385 h 1708593"/>
              <a:gd name="connsiteX892" fmla="*/ 1140202 w 1734579"/>
              <a:gd name="connsiteY892" fmla="*/ 118821 h 1708593"/>
              <a:gd name="connsiteX893" fmla="*/ 1124860 w 1734579"/>
              <a:gd name="connsiteY893" fmla="*/ 117927 h 1708593"/>
              <a:gd name="connsiteX894" fmla="*/ 1109907 w 1734579"/>
              <a:gd name="connsiteY894" fmla="*/ 118821 h 1708593"/>
              <a:gd name="connsiteX895" fmla="*/ 1037780 w 1734579"/>
              <a:gd name="connsiteY895" fmla="*/ 160385 h 1708593"/>
              <a:gd name="connsiteX896" fmla="*/ 937343 w 1734579"/>
              <a:gd name="connsiteY896" fmla="*/ 207496 h 1708593"/>
              <a:gd name="connsiteX897" fmla="*/ 837942 w 1734579"/>
              <a:gd name="connsiteY897" fmla="*/ 160385 h 1708593"/>
              <a:gd name="connsiteX898" fmla="*/ 764952 w 1734579"/>
              <a:gd name="connsiteY898" fmla="*/ 118821 h 1708593"/>
              <a:gd name="connsiteX899" fmla="*/ 749586 w 1734579"/>
              <a:gd name="connsiteY899" fmla="*/ 117927 h 1708593"/>
              <a:gd name="connsiteX900" fmla="*/ 734638 w 1734579"/>
              <a:gd name="connsiteY900" fmla="*/ 118821 h 1708593"/>
              <a:gd name="connsiteX901" fmla="*/ 662511 w 1734579"/>
              <a:gd name="connsiteY901" fmla="*/ 160385 h 1708593"/>
              <a:gd name="connsiteX902" fmla="*/ 562069 w 1734579"/>
              <a:gd name="connsiteY902" fmla="*/ 207496 h 1708593"/>
              <a:gd name="connsiteX903" fmla="*/ 462743 w 1734579"/>
              <a:gd name="connsiteY903" fmla="*/ 160385 h 1708593"/>
              <a:gd name="connsiteX904" fmla="*/ 375034 w 1734579"/>
              <a:gd name="connsiteY904" fmla="*/ 117927 h 1708593"/>
              <a:gd name="connsiteX905" fmla="*/ 287371 w 1734579"/>
              <a:gd name="connsiteY905" fmla="*/ 160385 h 1708593"/>
              <a:gd name="connsiteX906" fmla="*/ 187517 w 1734579"/>
              <a:gd name="connsiteY906" fmla="*/ 207496 h 1708593"/>
              <a:gd name="connsiteX907" fmla="*/ 87663 w 1734579"/>
              <a:gd name="connsiteY907" fmla="*/ 160385 h 1708593"/>
              <a:gd name="connsiteX908" fmla="*/ 0 w 1734579"/>
              <a:gd name="connsiteY908" fmla="*/ 117927 h 1708593"/>
              <a:gd name="connsiteX909" fmla="*/ 0 w 1734579"/>
              <a:gd name="connsiteY909" fmla="*/ 0 h 1708593"/>
              <a:gd name="connsiteX910" fmla="*/ 99855 w 1734579"/>
              <a:gd name="connsiteY910" fmla="*/ 47649 h 1708593"/>
              <a:gd name="connsiteX911" fmla="*/ 187517 w 1734579"/>
              <a:gd name="connsiteY911" fmla="*/ 90067 h 1708593"/>
              <a:gd name="connsiteX912" fmla="*/ 275179 w 1734579"/>
              <a:gd name="connsiteY912" fmla="*/ 47649 h 1708593"/>
              <a:gd name="connsiteX913" fmla="*/ 375034 w 1734579"/>
              <a:gd name="connsiteY913" fmla="*/ 0 h 1708593"/>
              <a:gd name="connsiteX914" fmla="*/ 474940 w 1734579"/>
              <a:gd name="connsiteY914" fmla="*/ 47649 h 1708593"/>
              <a:gd name="connsiteX915" fmla="*/ 562069 w 1734579"/>
              <a:gd name="connsiteY915" fmla="*/ 90067 h 1708593"/>
              <a:gd name="connsiteX916" fmla="*/ 650315 w 1734579"/>
              <a:gd name="connsiteY916" fmla="*/ 47649 h 1708593"/>
              <a:gd name="connsiteX917" fmla="*/ 740506 w 1734579"/>
              <a:gd name="connsiteY917" fmla="*/ 286 h 1708593"/>
              <a:gd name="connsiteX918" fmla="*/ 749586 w 1734579"/>
              <a:gd name="connsiteY918" fmla="*/ 0 h 1708593"/>
              <a:gd name="connsiteX919" fmla="*/ 850154 w 1734579"/>
              <a:gd name="connsiteY919" fmla="*/ 47649 h 1708593"/>
              <a:gd name="connsiteX920" fmla="*/ 937343 w 1734579"/>
              <a:gd name="connsiteY920" fmla="*/ 90067 h 1708593"/>
              <a:gd name="connsiteX921" fmla="*/ 1025586 w 1734579"/>
              <a:gd name="connsiteY921" fmla="*/ 47649 h 1708593"/>
              <a:gd name="connsiteX922" fmla="*/ 1115684 w 1734579"/>
              <a:gd name="connsiteY922" fmla="*/ 286 h 1708593"/>
              <a:gd name="connsiteX923" fmla="*/ 1124860 w 1734579"/>
              <a:gd name="connsiteY923" fmla="*/ 0 h 1708593"/>
              <a:gd name="connsiteX924" fmla="*/ 1225295 w 1734579"/>
              <a:gd name="connsiteY924" fmla="*/ 47649 h 1708593"/>
              <a:gd name="connsiteX925" fmla="*/ 1312376 w 1734579"/>
              <a:gd name="connsiteY925" fmla="*/ 90067 h 1708593"/>
              <a:gd name="connsiteX926" fmla="*/ 1400620 w 1734579"/>
              <a:gd name="connsiteY926" fmla="*/ 47649 h 1708593"/>
              <a:gd name="connsiteX927" fmla="*/ 1490714 w 1734579"/>
              <a:gd name="connsiteY927" fmla="*/ 286 h 1708593"/>
              <a:gd name="connsiteX928" fmla="*/ 1499902 w 1734579"/>
              <a:gd name="connsiteY928" fmla="*/ 0 h 1708593"/>
              <a:gd name="connsiteX929" fmla="*/ 1600457 w 1734579"/>
              <a:gd name="connsiteY929" fmla="*/ 47649 h 1708593"/>
              <a:gd name="connsiteX930" fmla="*/ 1672675 w 1734579"/>
              <a:gd name="connsiteY930" fmla="*/ 89150 h 1708593"/>
              <a:gd name="connsiteX931" fmla="*/ 1687656 w 1734579"/>
              <a:gd name="connsiteY931" fmla="*/ 90067 h 1708593"/>
              <a:gd name="connsiteX932" fmla="*/ 1702991 w 1734579"/>
              <a:gd name="connsiteY932" fmla="*/ 89150 h 1708593"/>
              <a:gd name="connsiteX933" fmla="*/ 1734579 w 1734579"/>
              <a:gd name="connsiteY933" fmla="*/ 77655 h 1708593"/>
              <a:gd name="connsiteX934" fmla="*/ 1734579 w 1734579"/>
              <a:gd name="connsiteY934" fmla="*/ 98671 h 1708593"/>
              <a:gd name="connsiteX935" fmla="*/ 1727021 w 1734579"/>
              <a:gd name="connsiteY935" fmla="*/ 102189 h 1708593"/>
              <a:gd name="connsiteX936" fmla="*/ 1696936 w 1734579"/>
              <a:gd name="connsiteY936" fmla="*/ 107795 h 1708593"/>
              <a:gd name="connsiteX937" fmla="*/ 1687656 w 1734579"/>
              <a:gd name="connsiteY937" fmla="*/ 108081 h 1708593"/>
              <a:gd name="connsiteX938" fmla="*/ 1678456 w 1734579"/>
              <a:gd name="connsiteY938" fmla="*/ 107795 h 1708593"/>
              <a:gd name="connsiteX939" fmla="*/ 1588259 w 1734579"/>
              <a:gd name="connsiteY939" fmla="*/ 60432 h 1708593"/>
              <a:gd name="connsiteX940" fmla="*/ 1515254 w 1734579"/>
              <a:gd name="connsiteY940" fmla="*/ 18931 h 1708593"/>
              <a:gd name="connsiteX941" fmla="*/ 1499902 w 1734579"/>
              <a:gd name="connsiteY941" fmla="*/ 18014 h 1708593"/>
              <a:gd name="connsiteX942" fmla="*/ 1484938 w 1734579"/>
              <a:gd name="connsiteY942" fmla="*/ 18931 h 1708593"/>
              <a:gd name="connsiteX943" fmla="*/ 1412811 w 1734579"/>
              <a:gd name="connsiteY943" fmla="*/ 60432 h 1708593"/>
              <a:gd name="connsiteX944" fmla="*/ 1312376 w 1734579"/>
              <a:gd name="connsiteY944" fmla="*/ 108081 h 1708593"/>
              <a:gd name="connsiteX945" fmla="*/ 1213103 w 1734579"/>
              <a:gd name="connsiteY945" fmla="*/ 60432 h 1708593"/>
              <a:gd name="connsiteX946" fmla="*/ 1140202 w 1734579"/>
              <a:gd name="connsiteY946" fmla="*/ 18931 h 1708593"/>
              <a:gd name="connsiteX947" fmla="*/ 1124860 w 1734579"/>
              <a:gd name="connsiteY947" fmla="*/ 18014 h 1708593"/>
              <a:gd name="connsiteX948" fmla="*/ 1109907 w 1734579"/>
              <a:gd name="connsiteY948" fmla="*/ 18931 h 1708593"/>
              <a:gd name="connsiteX949" fmla="*/ 1037780 w 1734579"/>
              <a:gd name="connsiteY949" fmla="*/ 60432 h 1708593"/>
              <a:gd name="connsiteX950" fmla="*/ 937343 w 1734579"/>
              <a:gd name="connsiteY950" fmla="*/ 108081 h 1708593"/>
              <a:gd name="connsiteX951" fmla="*/ 837942 w 1734579"/>
              <a:gd name="connsiteY951" fmla="*/ 60432 h 1708593"/>
              <a:gd name="connsiteX952" fmla="*/ 764952 w 1734579"/>
              <a:gd name="connsiteY952" fmla="*/ 18931 h 1708593"/>
              <a:gd name="connsiteX953" fmla="*/ 749586 w 1734579"/>
              <a:gd name="connsiteY953" fmla="*/ 18014 h 1708593"/>
              <a:gd name="connsiteX954" fmla="*/ 734638 w 1734579"/>
              <a:gd name="connsiteY954" fmla="*/ 18931 h 1708593"/>
              <a:gd name="connsiteX955" fmla="*/ 662511 w 1734579"/>
              <a:gd name="connsiteY955" fmla="*/ 60432 h 1708593"/>
              <a:gd name="connsiteX956" fmla="*/ 562069 w 1734579"/>
              <a:gd name="connsiteY956" fmla="*/ 108081 h 1708593"/>
              <a:gd name="connsiteX957" fmla="*/ 462743 w 1734579"/>
              <a:gd name="connsiteY957" fmla="*/ 60432 h 1708593"/>
              <a:gd name="connsiteX958" fmla="*/ 375034 w 1734579"/>
              <a:gd name="connsiteY958" fmla="*/ 18014 h 1708593"/>
              <a:gd name="connsiteX959" fmla="*/ 287371 w 1734579"/>
              <a:gd name="connsiteY959" fmla="*/ 60432 h 1708593"/>
              <a:gd name="connsiteX960" fmla="*/ 187517 w 1734579"/>
              <a:gd name="connsiteY960" fmla="*/ 108081 h 1708593"/>
              <a:gd name="connsiteX961" fmla="*/ 87663 w 1734579"/>
              <a:gd name="connsiteY961" fmla="*/ 60432 h 1708593"/>
              <a:gd name="connsiteX962" fmla="*/ 0 w 1734579"/>
              <a:gd name="connsiteY962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</a:cxnLst>
            <a:rect l="l" t="t" r="r" b="b"/>
            <a:pathLst>
              <a:path w="1734579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0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4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803998" y="1603627"/>
                  <a:pt x="828351" y="1626915"/>
                  <a:pt x="850154" y="1648161"/>
                </a:cubicBezTo>
                <a:cubicBezTo>
                  <a:pt x="873408" y="1670242"/>
                  <a:pt x="894909" y="1690580"/>
                  <a:pt x="937343" y="1690580"/>
                </a:cubicBezTo>
                <a:cubicBezTo>
                  <a:pt x="980892" y="1690580"/>
                  <a:pt x="1002368" y="1670242"/>
                  <a:pt x="1025586" y="1648161"/>
                </a:cubicBezTo>
                <a:cubicBezTo>
                  <a:pt x="1047357" y="1626915"/>
                  <a:pt x="1071175" y="1603627"/>
                  <a:pt x="1115684" y="1600798"/>
                </a:cubicBezTo>
                <a:lnTo>
                  <a:pt x="1124860" y="1600512"/>
                </a:lnTo>
                <a:lnTo>
                  <a:pt x="1134151" y="1600798"/>
                </a:lnTo>
                <a:cubicBezTo>
                  <a:pt x="1179136" y="1603627"/>
                  <a:pt x="1202980" y="1626915"/>
                  <a:pt x="1225295" y="1648161"/>
                </a:cubicBezTo>
                <a:cubicBezTo>
                  <a:pt x="1248517" y="1670242"/>
                  <a:pt x="1270006" y="1690580"/>
                  <a:pt x="1312376" y="1690580"/>
                </a:cubicBezTo>
                <a:cubicBezTo>
                  <a:pt x="1355923" y="1690580"/>
                  <a:pt x="1377398" y="1670242"/>
                  <a:pt x="1400620" y="1648161"/>
                </a:cubicBezTo>
                <a:cubicBezTo>
                  <a:pt x="1422391" y="1626915"/>
                  <a:pt x="1446206" y="1603627"/>
                  <a:pt x="1490714" y="1600798"/>
                </a:cubicBezTo>
                <a:lnTo>
                  <a:pt x="1499902" y="1600512"/>
                </a:lnTo>
                <a:lnTo>
                  <a:pt x="1509200" y="1600798"/>
                </a:lnTo>
                <a:cubicBezTo>
                  <a:pt x="1554240" y="1603627"/>
                  <a:pt x="1578118" y="1626915"/>
                  <a:pt x="1600457" y="1648161"/>
                </a:cubicBezTo>
                <a:cubicBezTo>
                  <a:pt x="1620811" y="1667482"/>
                  <a:pt x="1639813" y="1685468"/>
                  <a:pt x="1672675" y="1689663"/>
                </a:cubicBezTo>
                <a:lnTo>
                  <a:pt x="1687656" y="1690580"/>
                </a:lnTo>
                <a:lnTo>
                  <a:pt x="1702991" y="1689663"/>
                </a:lnTo>
                <a:lnTo>
                  <a:pt x="1734579" y="1678168"/>
                </a:lnTo>
                <a:lnTo>
                  <a:pt x="1734579" y="1699184"/>
                </a:lnTo>
                <a:lnTo>
                  <a:pt x="1727021" y="1702701"/>
                </a:lnTo>
                <a:cubicBezTo>
                  <a:pt x="1718110" y="1705614"/>
                  <a:pt x="1708183" y="1707600"/>
                  <a:pt x="1696936" y="1708307"/>
                </a:cubicBezTo>
                <a:lnTo>
                  <a:pt x="1687656" y="1708593"/>
                </a:lnTo>
                <a:lnTo>
                  <a:pt x="1678456" y="1708307"/>
                </a:lnTo>
                <a:cubicBezTo>
                  <a:pt x="1633890" y="1705479"/>
                  <a:pt x="1610048" y="1682190"/>
                  <a:pt x="1588259" y="1660945"/>
                </a:cubicBezTo>
                <a:cubicBezTo>
                  <a:pt x="1567905" y="1641624"/>
                  <a:pt x="1548904" y="1623638"/>
                  <a:pt x="1515254" y="1619443"/>
                </a:cubicBezTo>
                <a:lnTo>
                  <a:pt x="1499902" y="1618526"/>
                </a:lnTo>
                <a:lnTo>
                  <a:pt x="1484938" y="1619443"/>
                </a:lnTo>
                <a:cubicBezTo>
                  <a:pt x="1452116" y="1623638"/>
                  <a:pt x="1433131" y="1641624"/>
                  <a:pt x="1412811" y="1660945"/>
                </a:cubicBezTo>
                <a:cubicBezTo>
                  <a:pt x="1389009" y="1683607"/>
                  <a:pt x="1363465" y="1708593"/>
                  <a:pt x="1312376" y="1708593"/>
                </a:cubicBezTo>
                <a:cubicBezTo>
                  <a:pt x="1261869" y="1708593"/>
                  <a:pt x="1236325" y="1683607"/>
                  <a:pt x="1213103" y="1660945"/>
                </a:cubicBezTo>
                <a:cubicBezTo>
                  <a:pt x="1192784" y="1641624"/>
                  <a:pt x="1173800" y="1623638"/>
                  <a:pt x="1140202" y="1619443"/>
                </a:cubicBezTo>
                <a:lnTo>
                  <a:pt x="1124860" y="1618526"/>
                </a:lnTo>
                <a:lnTo>
                  <a:pt x="1109907" y="1619443"/>
                </a:lnTo>
                <a:cubicBezTo>
                  <a:pt x="1077083" y="1623638"/>
                  <a:pt x="1058099" y="1641624"/>
                  <a:pt x="1037780" y="1660945"/>
                </a:cubicBezTo>
                <a:cubicBezTo>
                  <a:pt x="1014563" y="1683607"/>
                  <a:pt x="988431" y="1708593"/>
                  <a:pt x="937343" y="1708593"/>
                </a:cubicBezTo>
                <a:cubicBezTo>
                  <a:pt x="887352" y="1708593"/>
                  <a:pt x="861195" y="1683607"/>
                  <a:pt x="837942" y="1660945"/>
                </a:cubicBezTo>
                <a:cubicBezTo>
                  <a:pt x="817603" y="1641624"/>
                  <a:pt x="798587" y="1623638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0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0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4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803998" y="1504144"/>
                  <a:pt x="828351" y="1526943"/>
                  <a:pt x="850154" y="1548208"/>
                </a:cubicBezTo>
                <a:cubicBezTo>
                  <a:pt x="873408" y="1570891"/>
                  <a:pt x="894909" y="1590666"/>
                  <a:pt x="937343" y="1590666"/>
                </a:cubicBezTo>
                <a:cubicBezTo>
                  <a:pt x="980892" y="1590666"/>
                  <a:pt x="1002368" y="1570310"/>
                  <a:pt x="1025586" y="1548208"/>
                </a:cubicBezTo>
                <a:cubicBezTo>
                  <a:pt x="1047357" y="1526943"/>
                  <a:pt x="1071175" y="1504144"/>
                  <a:pt x="1115684" y="1501377"/>
                </a:cubicBezTo>
                <a:lnTo>
                  <a:pt x="1124860" y="1501097"/>
                </a:lnTo>
                <a:lnTo>
                  <a:pt x="1134151" y="1501377"/>
                </a:lnTo>
                <a:cubicBezTo>
                  <a:pt x="1179136" y="1504144"/>
                  <a:pt x="1202980" y="1526943"/>
                  <a:pt x="1225295" y="1548208"/>
                </a:cubicBezTo>
                <a:cubicBezTo>
                  <a:pt x="1248517" y="1570891"/>
                  <a:pt x="1270006" y="1590666"/>
                  <a:pt x="1312376" y="1590666"/>
                </a:cubicBezTo>
                <a:cubicBezTo>
                  <a:pt x="1355923" y="1590666"/>
                  <a:pt x="1377398" y="1570310"/>
                  <a:pt x="1400620" y="1548208"/>
                </a:cubicBezTo>
                <a:cubicBezTo>
                  <a:pt x="1422391" y="1526943"/>
                  <a:pt x="1446206" y="1504144"/>
                  <a:pt x="1490714" y="1501377"/>
                </a:cubicBezTo>
                <a:lnTo>
                  <a:pt x="1499902" y="1501097"/>
                </a:lnTo>
                <a:lnTo>
                  <a:pt x="1509200" y="1501377"/>
                </a:lnTo>
                <a:cubicBezTo>
                  <a:pt x="1554240" y="1504144"/>
                  <a:pt x="1578118" y="1526943"/>
                  <a:pt x="1600457" y="1548208"/>
                </a:cubicBezTo>
                <a:cubicBezTo>
                  <a:pt x="1620811" y="1568056"/>
                  <a:pt x="1639813" y="1585677"/>
                  <a:pt x="1672675" y="1589772"/>
                </a:cubicBezTo>
                <a:lnTo>
                  <a:pt x="1687656" y="1590666"/>
                </a:lnTo>
                <a:lnTo>
                  <a:pt x="1702991" y="1589748"/>
                </a:lnTo>
                <a:lnTo>
                  <a:pt x="1734579" y="1578243"/>
                </a:lnTo>
                <a:lnTo>
                  <a:pt x="1734579" y="1599278"/>
                </a:lnTo>
                <a:lnTo>
                  <a:pt x="1727021" y="1602799"/>
                </a:lnTo>
                <a:cubicBezTo>
                  <a:pt x="1718110" y="1605715"/>
                  <a:pt x="1708183" y="1607703"/>
                  <a:pt x="1696936" y="1608410"/>
                </a:cubicBezTo>
                <a:lnTo>
                  <a:pt x="1687656" y="1608697"/>
                </a:lnTo>
                <a:lnTo>
                  <a:pt x="1678456" y="1608410"/>
                </a:lnTo>
                <a:cubicBezTo>
                  <a:pt x="1633890" y="1605580"/>
                  <a:pt x="1610048" y="1582269"/>
                  <a:pt x="1588259" y="1561004"/>
                </a:cubicBezTo>
                <a:cubicBezTo>
                  <a:pt x="1567905" y="1541665"/>
                  <a:pt x="1548904" y="1523662"/>
                  <a:pt x="1515254" y="1519464"/>
                </a:cubicBezTo>
                <a:lnTo>
                  <a:pt x="1499902" y="1518546"/>
                </a:lnTo>
                <a:lnTo>
                  <a:pt x="1484938" y="1519464"/>
                </a:lnTo>
                <a:cubicBezTo>
                  <a:pt x="1452116" y="1523662"/>
                  <a:pt x="1433131" y="1541665"/>
                  <a:pt x="1412811" y="1561004"/>
                </a:cubicBezTo>
                <a:cubicBezTo>
                  <a:pt x="1389009" y="1583687"/>
                  <a:pt x="1363465" y="1608697"/>
                  <a:pt x="1312376" y="1608697"/>
                </a:cubicBezTo>
                <a:cubicBezTo>
                  <a:pt x="1261869" y="1608697"/>
                  <a:pt x="1236325" y="1583687"/>
                  <a:pt x="1213103" y="1561004"/>
                </a:cubicBezTo>
                <a:cubicBezTo>
                  <a:pt x="1192784" y="1541665"/>
                  <a:pt x="1173800" y="1523662"/>
                  <a:pt x="1140202" y="1519464"/>
                </a:cubicBezTo>
                <a:lnTo>
                  <a:pt x="1124860" y="1518546"/>
                </a:lnTo>
                <a:lnTo>
                  <a:pt x="1109907" y="1519464"/>
                </a:lnTo>
                <a:cubicBezTo>
                  <a:pt x="1077083" y="1523662"/>
                  <a:pt x="1058099" y="1541665"/>
                  <a:pt x="1037780" y="1561004"/>
                </a:cubicBezTo>
                <a:cubicBezTo>
                  <a:pt x="1014563" y="1583687"/>
                  <a:pt x="988431" y="1608697"/>
                  <a:pt x="937343" y="1608697"/>
                </a:cubicBezTo>
                <a:cubicBezTo>
                  <a:pt x="887352" y="1608697"/>
                  <a:pt x="861195" y="1583687"/>
                  <a:pt x="837942" y="1561004"/>
                </a:cubicBezTo>
                <a:cubicBezTo>
                  <a:pt x="817603" y="1541665"/>
                  <a:pt x="798587" y="1523662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0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0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4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803998" y="1403111"/>
                  <a:pt x="828351" y="1426400"/>
                  <a:pt x="850154" y="1447645"/>
                </a:cubicBezTo>
                <a:cubicBezTo>
                  <a:pt x="873408" y="1469726"/>
                  <a:pt x="894909" y="1490064"/>
                  <a:pt x="937343" y="1490064"/>
                </a:cubicBezTo>
                <a:cubicBezTo>
                  <a:pt x="980892" y="1490064"/>
                  <a:pt x="1002368" y="1469726"/>
                  <a:pt x="1025586" y="1447645"/>
                </a:cubicBezTo>
                <a:cubicBezTo>
                  <a:pt x="1047357" y="1426400"/>
                  <a:pt x="1071175" y="1403111"/>
                  <a:pt x="1115684" y="1400283"/>
                </a:cubicBezTo>
                <a:lnTo>
                  <a:pt x="1124860" y="1399997"/>
                </a:lnTo>
                <a:lnTo>
                  <a:pt x="1134151" y="1400283"/>
                </a:lnTo>
                <a:cubicBezTo>
                  <a:pt x="1179136" y="1403111"/>
                  <a:pt x="1202980" y="1426400"/>
                  <a:pt x="1225295" y="1447645"/>
                </a:cubicBezTo>
                <a:cubicBezTo>
                  <a:pt x="1248517" y="1469726"/>
                  <a:pt x="1270006" y="1490064"/>
                  <a:pt x="1312376" y="1490064"/>
                </a:cubicBezTo>
                <a:cubicBezTo>
                  <a:pt x="1355923" y="1490064"/>
                  <a:pt x="1377398" y="1469726"/>
                  <a:pt x="1400620" y="1447645"/>
                </a:cubicBezTo>
                <a:cubicBezTo>
                  <a:pt x="1422391" y="1426400"/>
                  <a:pt x="1446206" y="1403111"/>
                  <a:pt x="1490714" y="1400283"/>
                </a:cubicBezTo>
                <a:lnTo>
                  <a:pt x="1499902" y="1399997"/>
                </a:lnTo>
                <a:lnTo>
                  <a:pt x="1509200" y="1400283"/>
                </a:lnTo>
                <a:cubicBezTo>
                  <a:pt x="1554240" y="1403111"/>
                  <a:pt x="1578118" y="1426400"/>
                  <a:pt x="1600457" y="1447645"/>
                </a:cubicBezTo>
                <a:cubicBezTo>
                  <a:pt x="1620811" y="1466966"/>
                  <a:pt x="1639813" y="1484953"/>
                  <a:pt x="1672675" y="1489147"/>
                </a:cubicBezTo>
                <a:lnTo>
                  <a:pt x="1687656" y="1490064"/>
                </a:lnTo>
                <a:lnTo>
                  <a:pt x="1702991" y="1489147"/>
                </a:lnTo>
                <a:lnTo>
                  <a:pt x="1734579" y="1477652"/>
                </a:lnTo>
                <a:lnTo>
                  <a:pt x="1734579" y="1498668"/>
                </a:lnTo>
                <a:lnTo>
                  <a:pt x="1727021" y="1502186"/>
                </a:lnTo>
                <a:cubicBezTo>
                  <a:pt x="1718110" y="1505099"/>
                  <a:pt x="1708183" y="1507085"/>
                  <a:pt x="1696936" y="1507792"/>
                </a:cubicBezTo>
                <a:lnTo>
                  <a:pt x="1687656" y="1508078"/>
                </a:lnTo>
                <a:lnTo>
                  <a:pt x="1678456" y="1507792"/>
                </a:lnTo>
                <a:cubicBezTo>
                  <a:pt x="1633890" y="1504964"/>
                  <a:pt x="1610048" y="1481675"/>
                  <a:pt x="1588259" y="1460429"/>
                </a:cubicBezTo>
                <a:cubicBezTo>
                  <a:pt x="1567905" y="1441108"/>
                  <a:pt x="1548904" y="1423122"/>
                  <a:pt x="1515254" y="1418928"/>
                </a:cubicBezTo>
                <a:lnTo>
                  <a:pt x="1499902" y="1418010"/>
                </a:lnTo>
                <a:lnTo>
                  <a:pt x="1484938" y="1418928"/>
                </a:lnTo>
                <a:cubicBezTo>
                  <a:pt x="1452116" y="1423122"/>
                  <a:pt x="1433131" y="1441108"/>
                  <a:pt x="1412811" y="1460429"/>
                </a:cubicBezTo>
                <a:cubicBezTo>
                  <a:pt x="1389009" y="1483091"/>
                  <a:pt x="1363465" y="1508078"/>
                  <a:pt x="1312376" y="1508078"/>
                </a:cubicBezTo>
                <a:cubicBezTo>
                  <a:pt x="1261869" y="1508078"/>
                  <a:pt x="1236325" y="1483091"/>
                  <a:pt x="1213103" y="1460429"/>
                </a:cubicBezTo>
                <a:cubicBezTo>
                  <a:pt x="1192784" y="1441108"/>
                  <a:pt x="1173800" y="1423122"/>
                  <a:pt x="1140202" y="1418928"/>
                </a:cubicBezTo>
                <a:lnTo>
                  <a:pt x="1124860" y="1418010"/>
                </a:lnTo>
                <a:lnTo>
                  <a:pt x="1109907" y="1418928"/>
                </a:lnTo>
                <a:cubicBezTo>
                  <a:pt x="1077083" y="1423122"/>
                  <a:pt x="1058099" y="1441108"/>
                  <a:pt x="1037780" y="1460429"/>
                </a:cubicBezTo>
                <a:cubicBezTo>
                  <a:pt x="1014563" y="1483091"/>
                  <a:pt x="988431" y="1508078"/>
                  <a:pt x="937343" y="1508078"/>
                </a:cubicBezTo>
                <a:cubicBezTo>
                  <a:pt x="887352" y="1508078"/>
                  <a:pt x="861195" y="1483091"/>
                  <a:pt x="837942" y="1460429"/>
                </a:cubicBezTo>
                <a:cubicBezTo>
                  <a:pt x="817603" y="1441108"/>
                  <a:pt x="798587" y="1423122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0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0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4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803998" y="1303697"/>
                  <a:pt x="828351" y="1326973"/>
                  <a:pt x="850154" y="1347693"/>
                </a:cubicBezTo>
                <a:cubicBezTo>
                  <a:pt x="873408" y="1370376"/>
                  <a:pt x="894909" y="1390151"/>
                  <a:pt x="937343" y="1390151"/>
                </a:cubicBezTo>
                <a:cubicBezTo>
                  <a:pt x="980892" y="1390151"/>
                  <a:pt x="1002368" y="1370376"/>
                  <a:pt x="1025586" y="1347693"/>
                </a:cubicBezTo>
                <a:cubicBezTo>
                  <a:pt x="1047357" y="1326973"/>
                  <a:pt x="1071175" y="1303697"/>
                  <a:pt x="1115684" y="1300868"/>
                </a:cubicBezTo>
                <a:lnTo>
                  <a:pt x="1124860" y="1300582"/>
                </a:lnTo>
                <a:lnTo>
                  <a:pt x="1134151" y="1300868"/>
                </a:lnTo>
                <a:cubicBezTo>
                  <a:pt x="1179136" y="1303697"/>
                  <a:pt x="1202980" y="1326973"/>
                  <a:pt x="1225295" y="1347693"/>
                </a:cubicBezTo>
                <a:cubicBezTo>
                  <a:pt x="1248517" y="1370376"/>
                  <a:pt x="1270006" y="1390151"/>
                  <a:pt x="1312376" y="1390151"/>
                </a:cubicBezTo>
                <a:cubicBezTo>
                  <a:pt x="1355923" y="1390151"/>
                  <a:pt x="1377398" y="1370376"/>
                  <a:pt x="1400620" y="1347693"/>
                </a:cubicBezTo>
                <a:cubicBezTo>
                  <a:pt x="1422391" y="1326973"/>
                  <a:pt x="1446206" y="1303697"/>
                  <a:pt x="1490714" y="1300868"/>
                </a:cubicBezTo>
                <a:lnTo>
                  <a:pt x="1499902" y="1300582"/>
                </a:lnTo>
                <a:lnTo>
                  <a:pt x="1509200" y="1300868"/>
                </a:lnTo>
                <a:cubicBezTo>
                  <a:pt x="1554240" y="1303697"/>
                  <a:pt x="1578118" y="1326973"/>
                  <a:pt x="1600457" y="1347693"/>
                </a:cubicBezTo>
                <a:cubicBezTo>
                  <a:pt x="1620811" y="1367541"/>
                  <a:pt x="1639813" y="1385162"/>
                  <a:pt x="1672675" y="1389257"/>
                </a:cubicBezTo>
                <a:lnTo>
                  <a:pt x="1687656" y="1390151"/>
                </a:lnTo>
                <a:lnTo>
                  <a:pt x="1702991" y="1389257"/>
                </a:lnTo>
                <a:lnTo>
                  <a:pt x="1734579" y="1377917"/>
                </a:lnTo>
                <a:lnTo>
                  <a:pt x="1734579" y="1398947"/>
                </a:lnTo>
                <a:lnTo>
                  <a:pt x="1727021" y="1402407"/>
                </a:lnTo>
                <a:cubicBezTo>
                  <a:pt x="1718110" y="1405266"/>
                  <a:pt x="1708183" y="1407210"/>
                  <a:pt x="1696936" y="1407901"/>
                </a:cubicBezTo>
                <a:lnTo>
                  <a:pt x="1687656" y="1408181"/>
                </a:lnTo>
                <a:lnTo>
                  <a:pt x="1678456" y="1407901"/>
                </a:lnTo>
                <a:cubicBezTo>
                  <a:pt x="1633890" y="1405135"/>
                  <a:pt x="1610048" y="1382336"/>
                  <a:pt x="1588259" y="1361070"/>
                </a:cubicBezTo>
                <a:cubicBezTo>
                  <a:pt x="1567905" y="1341222"/>
                  <a:pt x="1548904" y="1323601"/>
                  <a:pt x="1515254" y="1319506"/>
                </a:cubicBezTo>
                <a:lnTo>
                  <a:pt x="1499902" y="1318612"/>
                </a:lnTo>
                <a:lnTo>
                  <a:pt x="1484938" y="1319506"/>
                </a:lnTo>
                <a:cubicBezTo>
                  <a:pt x="1452116" y="1323601"/>
                  <a:pt x="1433131" y="1341222"/>
                  <a:pt x="1412811" y="1361070"/>
                </a:cubicBezTo>
                <a:cubicBezTo>
                  <a:pt x="1389009" y="1383753"/>
                  <a:pt x="1363465" y="1408181"/>
                  <a:pt x="1312376" y="1408181"/>
                </a:cubicBezTo>
                <a:cubicBezTo>
                  <a:pt x="1261869" y="1408181"/>
                  <a:pt x="1236325" y="1383753"/>
                  <a:pt x="1213103" y="1361070"/>
                </a:cubicBezTo>
                <a:cubicBezTo>
                  <a:pt x="1192784" y="1341222"/>
                  <a:pt x="1173800" y="1323601"/>
                  <a:pt x="1140202" y="1319506"/>
                </a:cubicBezTo>
                <a:lnTo>
                  <a:pt x="1124860" y="1318612"/>
                </a:lnTo>
                <a:lnTo>
                  <a:pt x="1109907" y="1319506"/>
                </a:lnTo>
                <a:cubicBezTo>
                  <a:pt x="1077083" y="1323601"/>
                  <a:pt x="1058099" y="1341222"/>
                  <a:pt x="1037780" y="1361070"/>
                </a:cubicBezTo>
                <a:cubicBezTo>
                  <a:pt x="1014563" y="1383753"/>
                  <a:pt x="988431" y="1408181"/>
                  <a:pt x="937343" y="1408181"/>
                </a:cubicBezTo>
                <a:cubicBezTo>
                  <a:pt x="887352" y="1408181"/>
                  <a:pt x="861195" y="1383753"/>
                  <a:pt x="837942" y="1361070"/>
                </a:cubicBezTo>
                <a:cubicBezTo>
                  <a:pt x="817603" y="1341222"/>
                  <a:pt x="798587" y="1323601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0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0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4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803998" y="1203799"/>
                  <a:pt x="828351" y="1227088"/>
                  <a:pt x="850154" y="1248334"/>
                </a:cubicBezTo>
                <a:cubicBezTo>
                  <a:pt x="873408" y="1270415"/>
                  <a:pt x="894909" y="1290753"/>
                  <a:pt x="937343" y="1290753"/>
                </a:cubicBezTo>
                <a:cubicBezTo>
                  <a:pt x="980892" y="1290753"/>
                  <a:pt x="1002368" y="1270415"/>
                  <a:pt x="1025586" y="1248334"/>
                </a:cubicBezTo>
                <a:cubicBezTo>
                  <a:pt x="1047357" y="1227088"/>
                  <a:pt x="1071175" y="1203799"/>
                  <a:pt x="1115684" y="1200971"/>
                </a:cubicBezTo>
                <a:lnTo>
                  <a:pt x="1124860" y="1200685"/>
                </a:lnTo>
                <a:lnTo>
                  <a:pt x="1134151" y="1200971"/>
                </a:lnTo>
                <a:cubicBezTo>
                  <a:pt x="1179136" y="1203799"/>
                  <a:pt x="1202980" y="1227088"/>
                  <a:pt x="1225295" y="1248334"/>
                </a:cubicBezTo>
                <a:cubicBezTo>
                  <a:pt x="1248517" y="1270415"/>
                  <a:pt x="1270006" y="1290753"/>
                  <a:pt x="1312376" y="1290753"/>
                </a:cubicBezTo>
                <a:cubicBezTo>
                  <a:pt x="1355923" y="1290753"/>
                  <a:pt x="1377398" y="1270415"/>
                  <a:pt x="1400620" y="1248334"/>
                </a:cubicBezTo>
                <a:cubicBezTo>
                  <a:pt x="1422391" y="1227088"/>
                  <a:pt x="1446206" y="1203799"/>
                  <a:pt x="1490714" y="1200971"/>
                </a:cubicBezTo>
                <a:lnTo>
                  <a:pt x="1499902" y="1200685"/>
                </a:lnTo>
                <a:lnTo>
                  <a:pt x="1509200" y="1200971"/>
                </a:lnTo>
                <a:cubicBezTo>
                  <a:pt x="1554240" y="1203799"/>
                  <a:pt x="1578118" y="1227088"/>
                  <a:pt x="1600457" y="1248334"/>
                </a:cubicBezTo>
                <a:cubicBezTo>
                  <a:pt x="1620811" y="1267654"/>
                  <a:pt x="1639813" y="1285641"/>
                  <a:pt x="1672675" y="1289836"/>
                </a:cubicBezTo>
                <a:lnTo>
                  <a:pt x="1687656" y="1290753"/>
                </a:lnTo>
                <a:lnTo>
                  <a:pt x="1702991" y="1289836"/>
                </a:lnTo>
                <a:lnTo>
                  <a:pt x="1734579" y="1278340"/>
                </a:lnTo>
                <a:lnTo>
                  <a:pt x="1734579" y="1299356"/>
                </a:lnTo>
                <a:lnTo>
                  <a:pt x="1727021" y="1302874"/>
                </a:lnTo>
                <a:cubicBezTo>
                  <a:pt x="1718110" y="1305787"/>
                  <a:pt x="1708183" y="1307773"/>
                  <a:pt x="1696936" y="1308480"/>
                </a:cubicBezTo>
                <a:lnTo>
                  <a:pt x="1687656" y="1308766"/>
                </a:lnTo>
                <a:lnTo>
                  <a:pt x="1678456" y="1308480"/>
                </a:lnTo>
                <a:cubicBezTo>
                  <a:pt x="1633890" y="1305652"/>
                  <a:pt x="1610048" y="1282363"/>
                  <a:pt x="1588259" y="1261118"/>
                </a:cubicBezTo>
                <a:cubicBezTo>
                  <a:pt x="1567905" y="1241797"/>
                  <a:pt x="1548904" y="1223810"/>
                  <a:pt x="1515254" y="1219616"/>
                </a:cubicBezTo>
                <a:lnTo>
                  <a:pt x="1499902" y="1218699"/>
                </a:lnTo>
                <a:lnTo>
                  <a:pt x="1484938" y="1219616"/>
                </a:lnTo>
                <a:cubicBezTo>
                  <a:pt x="1452116" y="1223810"/>
                  <a:pt x="1433131" y="1241797"/>
                  <a:pt x="1412811" y="1261118"/>
                </a:cubicBezTo>
                <a:cubicBezTo>
                  <a:pt x="1389009" y="1283779"/>
                  <a:pt x="1363465" y="1308766"/>
                  <a:pt x="1312376" y="1308766"/>
                </a:cubicBezTo>
                <a:cubicBezTo>
                  <a:pt x="1261869" y="1308766"/>
                  <a:pt x="1236325" y="1283779"/>
                  <a:pt x="1213103" y="1261118"/>
                </a:cubicBezTo>
                <a:cubicBezTo>
                  <a:pt x="1192784" y="1241797"/>
                  <a:pt x="1173800" y="1223810"/>
                  <a:pt x="1140202" y="1219616"/>
                </a:cubicBezTo>
                <a:lnTo>
                  <a:pt x="1124860" y="1218699"/>
                </a:lnTo>
                <a:lnTo>
                  <a:pt x="1109907" y="1219616"/>
                </a:lnTo>
                <a:cubicBezTo>
                  <a:pt x="1077083" y="1223810"/>
                  <a:pt x="1058099" y="1241797"/>
                  <a:pt x="1037780" y="1261118"/>
                </a:cubicBezTo>
                <a:cubicBezTo>
                  <a:pt x="1014563" y="1283779"/>
                  <a:pt x="988431" y="1308766"/>
                  <a:pt x="937343" y="1308766"/>
                </a:cubicBezTo>
                <a:cubicBezTo>
                  <a:pt x="887352" y="1308766"/>
                  <a:pt x="861195" y="1283779"/>
                  <a:pt x="837942" y="1261118"/>
                </a:cubicBezTo>
                <a:cubicBezTo>
                  <a:pt x="817603" y="1241797"/>
                  <a:pt x="798587" y="1223810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0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0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4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803998" y="1103181"/>
                  <a:pt x="828351" y="1126469"/>
                  <a:pt x="850154" y="1147715"/>
                </a:cubicBezTo>
                <a:cubicBezTo>
                  <a:pt x="873408" y="1169796"/>
                  <a:pt x="894909" y="1190134"/>
                  <a:pt x="937343" y="1190134"/>
                </a:cubicBezTo>
                <a:cubicBezTo>
                  <a:pt x="980892" y="1190134"/>
                  <a:pt x="1002368" y="1169796"/>
                  <a:pt x="1025586" y="1147715"/>
                </a:cubicBezTo>
                <a:cubicBezTo>
                  <a:pt x="1047357" y="1126469"/>
                  <a:pt x="1071175" y="1103181"/>
                  <a:pt x="1115684" y="1100352"/>
                </a:cubicBezTo>
                <a:lnTo>
                  <a:pt x="1124860" y="1100066"/>
                </a:lnTo>
                <a:lnTo>
                  <a:pt x="1134151" y="1100352"/>
                </a:lnTo>
                <a:cubicBezTo>
                  <a:pt x="1179136" y="1103181"/>
                  <a:pt x="1202980" y="1126469"/>
                  <a:pt x="1225295" y="1147715"/>
                </a:cubicBezTo>
                <a:cubicBezTo>
                  <a:pt x="1248517" y="1169796"/>
                  <a:pt x="1270006" y="1190134"/>
                  <a:pt x="1312376" y="1190134"/>
                </a:cubicBezTo>
                <a:cubicBezTo>
                  <a:pt x="1355923" y="1190134"/>
                  <a:pt x="1377398" y="1169796"/>
                  <a:pt x="1400620" y="1147715"/>
                </a:cubicBezTo>
                <a:cubicBezTo>
                  <a:pt x="1422391" y="1126469"/>
                  <a:pt x="1446206" y="1103181"/>
                  <a:pt x="1490714" y="1100352"/>
                </a:cubicBezTo>
                <a:lnTo>
                  <a:pt x="1499902" y="1100066"/>
                </a:lnTo>
                <a:lnTo>
                  <a:pt x="1509200" y="1100352"/>
                </a:lnTo>
                <a:cubicBezTo>
                  <a:pt x="1554240" y="1103181"/>
                  <a:pt x="1578118" y="1126469"/>
                  <a:pt x="1600457" y="1147715"/>
                </a:cubicBezTo>
                <a:cubicBezTo>
                  <a:pt x="1620811" y="1167036"/>
                  <a:pt x="1639813" y="1185022"/>
                  <a:pt x="1672675" y="1189217"/>
                </a:cubicBezTo>
                <a:lnTo>
                  <a:pt x="1687656" y="1190134"/>
                </a:lnTo>
                <a:lnTo>
                  <a:pt x="1702991" y="1189217"/>
                </a:lnTo>
                <a:lnTo>
                  <a:pt x="1734579" y="1177722"/>
                </a:lnTo>
                <a:lnTo>
                  <a:pt x="1734579" y="1198738"/>
                </a:lnTo>
                <a:lnTo>
                  <a:pt x="1727021" y="1202255"/>
                </a:lnTo>
                <a:cubicBezTo>
                  <a:pt x="1718110" y="1205168"/>
                  <a:pt x="1708183" y="1207154"/>
                  <a:pt x="1696936" y="1207861"/>
                </a:cubicBezTo>
                <a:lnTo>
                  <a:pt x="1687656" y="1208147"/>
                </a:lnTo>
                <a:lnTo>
                  <a:pt x="1678456" y="1207861"/>
                </a:lnTo>
                <a:cubicBezTo>
                  <a:pt x="1633890" y="1205033"/>
                  <a:pt x="1610048" y="1181744"/>
                  <a:pt x="1588259" y="1160499"/>
                </a:cubicBezTo>
                <a:cubicBezTo>
                  <a:pt x="1567905" y="1141178"/>
                  <a:pt x="1548904" y="1123191"/>
                  <a:pt x="1515254" y="1118997"/>
                </a:cubicBezTo>
                <a:lnTo>
                  <a:pt x="1499902" y="1118080"/>
                </a:lnTo>
                <a:lnTo>
                  <a:pt x="1484938" y="1118997"/>
                </a:lnTo>
                <a:cubicBezTo>
                  <a:pt x="1452116" y="1123191"/>
                  <a:pt x="1433131" y="1141178"/>
                  <a:pt x="1412811" y="1160499"/>
                </a:cubicBezTo>
                <a:cubicBezTo>
                  <a:pt x="1389009" y="1183161"/>
                  <a:pt x="1363465" y="1208147"/>
                  <a:pt x="1312376" y="1208147"/>
                </a:cubicBezTo>
                <a:cubicBezTo>
                  <a:pt x="1261869" y="1208147"/>
                  <a:pt x="1236325" y="1183161"/>
                  <a:pt x="1213103" y="1160499"/>
                </a:cubicBezTo>
                <a:cubicBezTo>
                  <a:pt x="1192784" y="1141178"/>
                  <a:pt x="1173800" y="1123191"/>
                  <a:pt x="1140202" y="1118997"/>
                </a:cubicBezTo>
                <a:lnTo>
                  <a:pt x="1124860" y="1118080"/>
                </a:lnTo>
                <a:lnTo>
                  <a:pt x="1109907" y="1118997"/>
                </a:lnTo>
                <a:cubicBezTo>
                  <a:pt x="1077083" y="1123191"/>
                  <a:pt x="1058099" y="1141178"/>
                  <a:pt x="1037780" y="1160499"/>
                </a:cubicBezTo>
                <a:cubicBezTo>
                  <a:pt x="1014563" y="1183161"/>
                  <a:pt x="988431" y="1208147"/>
                  <a:pt x="937343" y="1208147"/>
                </a:cubicBezTo>
                <a:cubicBezTo>
                  <a:pt x="887352" y="1208147"/>
                  <a:pt x="861195" y="1183161"/>
                  <a:pt x="837942" y="1160499"/>
                </a:cubicBezTo>
                <a:cubicBezTo>
                  <a:pt x="817603" y="1141178"/>
                  <a:pt x="798587" y="1123191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0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0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4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803998" y="1003698"/>
                  <a:pt x="828351" y="1026497"/>
                  <a:pt x="850154" y="1047762"/>
                </a:cubicBezTo>
                <a:cubicBezTo>
                  <a:pt x="873408" y="1070445"/>
                  <a:pt x="894909" y="1090220"/>
                  <a:pt x="937343" y="1090220"/>
                </a:cubicBezTo>
                <a:cubicBezTo>
                  <a:pt x="980892" y="1090220"/>
                  <a:pt x="1002368" y="1070445"/>
                  <a:pt x="1025586" y="1047762"/>
                </a:cubicBezTo>
                <a:cubicBezTo>
                  <a:pt x="1047357" y="1027042"/>
                  <a:pt x="1071175" y="1003766"/>
                  <a:pt x="1115684" y="1000937"/>
                </a:cubicBezTo>
                <a:lnTo>
                  <a:pt x="1124860" y="1000651"/>
                </a:lnTo>
                <a:lnTo>
                  <a:pt x="1134151" y="1000931"/>
                </a:lnTo>
                <a:cubicBezTo>
                  <a:pt x="1179136" y="1003698"/>
                  <a:pt x="1202980" y="1026497"/>
                  <a:pt x="1225295" y="1047762"/>
                </a:cubicBezTo>
                <a:cubicBezTo>
                  <a:pt x="1248517" y="1070445"/>
                  <a:pt x="1270006" y="1090220"/>
                  <a:pt x="1312376" y="1090220"/>
                </a:cubicBezTo>
                <a:cubicBezTo>
                  <a:pt x="1355923" y="1090220"/>
                  <a:pt x="1377398" y="1070445"/>
                  <a:pt x="1400620" y="1047762"/>
                </a:cubicBezTo>
                <a:cubicBezTo>
                  <a:pt x="1422391" y="1027042"/>
                  <a:pt x="1446206" y="1003766"/>
                  <a:pt x="1490714" y="1000937"/>
                </a:cubicBezTo>
                <a:lnTo>
                  <a:pt x="1499902" y="1000651"/>
                </a:lnTo>
                <a:lnTo>
                  <a:pt x="1509200" y="1000931"/>
                </a:lnTo>
                <a:cubicBezTo>
                  <a:pt x="1554240" y="1003698"/>
                  <a:pt x="1578118" y="1026497"/>
                  <a:pt x="1600457" y="1047762"/>
                </a:cubicBezTo>
                <a:cubicBezTo>
                  <a:pt x="1620811" y="1067610"/>
                  <a:pt x="1639813" y="1085231"/>
                  <a:pt x="1672675" y="1089326"/>
                </a:cubicBezTo>
                <a:lnTo>
                  <a:pt x="1687656" y="1090220"/>
                </a:lnTo>
                <a:lnTo>
                  <a:pt x="1702991" y="1089326"/>
                </a:lnTo>
                <a:lnTo>
                  <a:pt x="1734579" y="1077987"/>
                </a:lnTo>
                <a:lnTo>
                  <a:pt x="1734579" y="1099017"/>
                </a:lnTo>
                <a:lnTo>
                  <a:pt x="1727021" y="1102477"/>
                </a:lnTo>
                <a:cubicBezTo>
                  <a:pt x="1718110" y="1105336"/>
                  <a:pt x="1708183" y="1107279"/>
                  <a:pt x="1696936" y="1107971"/>
                </a:cubicBezTo>
                <a:lnTo>
                  <a:pt x="1687656" y="1108251"/>
                </a:lnTo>
                <a:lnTo>
                  <a:pt x="1678456" y="1107971"/>
                </a:lnTo>
                <a:cubicBezTo>
                  <a:pt x="1633890" y="1105204"/>
                  <a:pt x="1610048" y="1082405"/>
                  <a:pt x="1588259" y="1061140"/>
                </a:cubicBezTo>
                <a:cubicBezTo>
                  <a:pt x="1567905" y="1041292"/>
                  <a:pt x="1548904" y="1023671"/>
                  <a:pt x="1515254" y="1019575"/>
                </a:cubicBezTo>
                <a:lnTo>
                  <a:pt x="1499902" y="1018681"/>
                </a:lnTo>
                <a:lnTo>
                  <a:pt x="1484938" y="1019575"/>
                </a:lnTo>
                <a:cubicBezTo>
                  <a:pt x="1452116" y="1023671"/>
                  <a:pt x="1433131" y="1041292"/>
                  <a:pt x="1412811" y="1061140"/>
                </a:cubicBezTo>
                <a:cubicBezTo>
                  <a:pt x="1389009" y="1083823"/>
                  <a:pt x="1363465" y="1108251"/>
                  <a:pt x="1312376" y="1108251"/>
                </a:cubicBezTo>
                <a:cubicBezTo>
                  <a:pt x="1261869" y="1108251"/>
                  <a:pt x="1236325" y="1083823"/>
                  <a:pt x="1213103" y="1061140"/>
                </a:cubicBezTo>
                <a:cubicBezTo>
                  <a:pt x="1192784" y="1041292"/>
                  <a:pt x="1173800" y="1023671"/>
                  <a:pt x="1140202" y="1019575"/>
                </a:cubicBezTo>
                <a:lnTo>
                  <a:pt x="1124860" y="1018681"/>
                </a:lnTo>
                <a:lnTo>
                  <a:pt x="1109907" y="1019575"/>
                </a:lnTo>
                <a:cubicBezTo>
                  <a:pt x="1077083" y="1023671"/>
                  <a:pt x="1058099" y="1041292"/>
                  <a:pt x="1037780" y="1061140"/>
                </a:cubicBezTo>
                <a:cubicBezTo>
                  <a:pt x="1014563" y="1083823"/>
                  <a:pt x="988431" y="1108251"/>
                  <a:pt x="937343" y="1108251"/>
                </a:cubicBezTo>
                <a:cubicBezTo>
                  <a:pt x="887352" y="1108251"/>
                  <a:pt x="861195" y="1083823"/>
                  <a:pt x="837942" y="1061140"/>
                </a:cubicBezTo>
                <a:cubicBezTo>
                  <a:pt x="817603" y="1041292"/>
                  <a:pt x="798587" y="1023671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0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0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4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803998" y="903313"/>
                  <a:pt x="828351" y="926061"/>
                  <a:pt x="850154" y="947279"/>
                </a:cubicBezTo>
                <a:cubicBezTo>
                  <a:pt x="873408" y="969911"/>
                  <a:pt x="894909" y="989642"/>
                  <a:pt x="937343" y="989642"/>
                </a:cubicBezTo>
                <a:cubicBezTo>
                  <a:pt x="980892" y="989642"/>
                  <a:pt x="1002368" y="969911"/>
                  <a:pt x="1025586" y="947279"/>
                </a:cubicBezTo>
                <a:cubicBezTo>
                  <a:pt x="1047357" y="926061"/>
                  <a:pt x="1071175" y="903313"/>
                  <a:pt x="1115684" y="900552"/>
                </a:cubicBezTo>
                <a:lnTo>
                  <a:pt x="1124860" y="900273"/>
                </a:lnTo>
                <a:lnTo>
                  <a:pt x="1134151" y="900552"/>
                </a:lnTo>
                <a:cubicBezTo>
                  <a:pt x="1179136" y="903313"/>
                  <a:pt x="1202980" y="926061"/>
                  <a:pt x="1225295" y="947279"/>
                </a:cubicBezTo>
                <a:cubicBezTo>
                  <a:pt x="1248517" y="969911"/>
                  <a:pt x="1270006" y="989642"/>
                  <a:pt x="1312376" y="989642"/>
                </a:cubicBezTo>
                <a:cubicBezTo>
                  <a:pt x="1355923" y="989642"/>
                  <a:pt x="1377398" y="969911"/>
                  <a:pt x="1400620" y="947279"/>
                </a:cubicBezTo>
                <a:cubicBezTo>
                  <a:pt x="1422391" y="926061"/>
                  <a:pt x="1446206" y="903313"/>
                  <a:pt x="1490714" y="900552"/>
                </a:cubicBezTo>
                <a:lnTo>
                  <a:pt x="1499902" y="900273"/>
                </a:lnTo>
                <a:lnTo>
                  <a:pt x="1509200" y="900552"/>
                </a:lnTo>
                <a:cubicBezTo>
                  <a:pt x="1554240" y="903313"/>
                  <a:pt x="1578118" y="926061"/>
                  <a:pt x="1600457" y="947279"/>
                </a:cubicBezTo>
                <a:cubicBezTo>
                  <a:pt x="1620811" y="967082"/>
                  <a:pt x="1639813" y="984664"/>
                  <a:pt x="1672675" y="988750"/>
                </a:cubicBezTo>
                <a:lnTo>
                  <a:pt x="1687656" y="989642"/>
                </a:lnTo>
                <a:lnTo>
                  <a:pt x="1702991" y="988750"/>
                </a:lnTo>
                <a:lnTo>
                  <a:pt x="1734579" y="977436"/>
                </a:lnTo>
                <a:lnTo>
                  <a:pt x="1734579" y="995908"/>
                </a:lnTo>
                <a:lnTo>
                  <a:pt x="1696936" y="1007353"/>
                </a:lnTo>
                <a:lnTo>
                  <a:pt x="1687656" y="1007632"/>
                </a:lnTo>
                <a:lnTo>
                  <a:pt x="1678456" y="1007346"/>
                </a:lnTo>
                <a:cubicBezTo>
                  <a:pt x="1633890" y="1004524"/>
                  <a:pt x="1610048" y="981300"/>
                  <a:pt x="1588259" y="960626"/>
                </a:cubicBezTo>
                <a:cubicBezTo>
                  <a:pt x="1567905" y="940823"/>
                  <a:pt x="1548904" y="923241"/>
                  <a:pt x="1515254" y="919155"/>
                </a:cubicBezTo>
                <a:lnTo>
                  <a:pt x="1499902" y="918263"/>
                </a:lnTo>
                <a:lnTo>
                  <a:pt x="1484938" y="919155"/>
                </a:lnTo>
                <a:cubicBezTo>
                  <a:pt x="1452116" y="923241"/>
                  <a:pt x="1433131" y="940823"/>
                  <a:pt x="1412811" y="960626"/>
                </a:cubicBezTo>
                <a:cubicBezTo>
                  <a:pt x="1389009" y="983259"/>
                  <a:pt x="1363465" y="1007632"/>
                  <a:pt x="1312376" y="1007632"/>
                </a:cubicBezTo>
                <a:cubicBezTo>
                  <a:pt x="1261869" y="1007632"/>
                  <a:pt x="1236325" y="982678"/>
                  <a:pt x="1213103" y="960626"/>
                </a:cubicBezTo>
                <a:cubicBezTo>
                  <a:pt x="1192784" y="940823"/>
                  <a:pt x="1173800" y="923241"/>
                  <a:pt x="1140202" y="919155"/>
                </a:cubicBezTo>
                <a:lnTo>
                  <a:pt x="1124860" y="918263"/>
                </a:lnTo>
                <a:lnTo>
                  <a:pt x="1109907" y="919155"/>
                </a:lnTo>
                <a:cubicBezTo>
                  <a:pt x="1077083" y="923241"/>
                  <a:pt x="1058099" y="940823"/>
                  <a:pt x="1037780" y="960626"/>
                </a:cubicBezTo>
                <a:cubicBezTo>
                  <a:pt x="1014563" y="983259"/>
                  <a:pt x="988431" y="1007632"/>
                  <a:pt x="937343" y="1007632"/>
                </a:cubicBezTo>
                <a:cubicBezTo>
                  <a:pt x="887352" y="1007632"/>
                  <a:pt x="861195" y="982678"/>
                  <a:pt x="837942" y="960626"/>
                </a:cubicBezTo>
                <a:cubicBezTo>
                  <a:pt x="817603" y="940823"/>
                  <a:pt x="798587" y="923241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0" y="940823"/>
                  <a:pt x="662511" y="960626"/>
                </a:cubicBezTo>
                <a:cubicBezTo>
                  <a:pt x="639282" y="983259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9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0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4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803998" y="803250"/>
                  <a:pt x="828351" y="826539"/>
                  <a:pt x="850154" y="847784"/>
                </a:cubicBezTo>
                <a:cubicBezTo>
                  <a:pt x="873408" y="869865"/>
                  <a:pt x="894909" y="890203"/>
                  <a:pt x="937343" y="890203"/>
                </a:cubicBezTo>
                <a:cubicBezTo>
                  <a:pt x="980892" y="890203"/>
                  <a:pt x="1002368" y="869865"/>
                  <a:pt x="1025586" y="847784"/>
                </a:cubicBezTo>
                <a:cubicBezTo>
                  <a:pt x="1047357" y="826539"/>
                  <a:pt x="1071175" y="803250"/>
                  <a:pt x="1115684" y="800422"/>
                </a:cubicBezTo>
                <a:lnTo>
                  <a:pt x="1124860" y="800136"/>
                </a:lnTo>
                <a:lnTo>
                  <a:pt x="1134151" y="800422"/>
                </a:lnTo>
                <a:cubicBezTo>
                  <a:pt x="1179136" y="803250"/>
                  <a:pt x="1202980" y="826539"/>
                  <a:pt x="1225295" y="847784"/>
                </a:cubicBezTo>
                <a:cubicBezTo>
                  <a:pt x="1248517" y="869865"/>
                  <a:pt x="1270006" y="890203"/>
                  <a:pt x="1312376" y="890203"/>
                </a:cubicBezTo>
                <a:cubicBezTo>
                  <a:pt x="1355923" y="890203"/>
                  <a:pt x="1377398" y="869865"/>
                  <a:pt x="1400620" y="847784"/>
                </a:cubicBezTo>
                <a:cubicBezTo>
                  <a:pt x="1422391" y="826539"/>
                  <a:pt x="1446206" y="803250"/>
                  <a:pt x="1490714" y="800422"/>
                </a:cubicBezTo>
                <a:lnTo>
                  <a:pt x="1499902" y="800136"/>
                </a:lnTo>
                <a:lnTo>
                  <a:pt x="1509200" y="800422"/>
                </a:lnTo>
                <a:cubicBezTo>
                  <a:pt x="1554240" y="803250"/>
                  <a:pt x="1578118" y="826539"/>
                  <a:pt x="1600457" y="847784"/>
                </a:cubicBezTo>
                <a:cubicBezTo>
                  <a:pt x="1620811" y="867105"/>
                  <a:pt x="1639813" y="885092"/>
                  <a:pt x="1672675" y="889286"/>
                </a:cubicBezTo>
                <a:lnTo>
                  <a:pt x="1687656" y="890203"/>
                </a:lnTo>
                <a:lnTo>
                  <a:pt x="1702991" y="889286"/>
                </a:lnTo>
                <a:lnTo>
                  <a:pt x="1734579" y="877791"/>
                </a:lnTo>
                <a:lnTo>
                  <a:pt x="1734579" y="898807"/>
                </a:lnTo>
                <a:lnTo>
                  <a:pt x="1727021" y="902325"/>
                </a:lnTo>
                <a:cubicBezTo>
                  <a:pt x="1718110" y="905238"/>
                  <a:pt x="1708183" y="907224"/>
                  <a:pt x="1696936" y="907931"/>
                </a:cubicBezTo>
                <a:lnTo>
                  <a:pt x="1687656" y="908217"/>
                </a:lnTo>
                <a:lnTo>
                  <a:pt x="1678456" y="907931"/>
                </a:lnTo>
                <a:cubicBezTo>
                  <a:pt x="1633890" y="905103"/>
                  <a:pt x="1610048" y="881814"/>
                  <a:pt x="1588259" y="860568"/>
                </a:cubicBezTo>
                <a:cubicBezTo>
                  <a:pt x="1567905" y="841247"/>
                  <a:pt x="1548904" y="823261"/>
                  <a:pt x="1515254" y="819066"/>
                </a:cubicBezTo>
                <a:lnTo>
                  <a:pt x="1499902" y="818149"/>
                </a:lnTo>
                <a:lnTo>
                  <a:pt x="1484938" y="819066"/>
                </a:lnTo>
                <a:cubicBezTo>
                  <a:pt x="1452116" y="823261"/>
                  <a:pt x="1433131" y="841247"/>
                  <a:pt x="1412811" y="860568"/>
                </a:cubicBezTo>
                <a:cubicBezTo>
                  <a:pt x="1389009" y="883230"/>
                  <a:pt x="1363465" y="908217"/>
                  <a:pt x="1312376" y="908217"/>
                </a:cubicBezTo>
                <a:cubicBezTo>
                  <a:pt x="1261869" y="908217"/>
                  <a:pt x="1236325" y="883230"/>
                  <a:pt x="1213103" y="860568"/>
                </a:cubicBezTo>
                <a:cubicBezTo>
                  <a:pt x="1192784" y="841247"/>
                  <a:pt x="1173800" y="823261"/>
                  <a:pt x="1140202" y="819066"/>
                </a:cubicBezTo>
                <a:lnTo>
                  <a:pt x="1124860" y="818149"/>
                </a:lnTo>
                <a:lnTo>
                  <a:pt x="1109907" y="819066"/>
                </a:lnTo>
                <a:cubicBezTo>
                  <a:pt x="1077083" y="823261"/>
                  <a:pt x="1058099" y="841247"/>
                  <a:pt x="1037780" y="860568"/>
                </a:cubicBezTo>
                <a:cubicBezTo>
                  <a:pt x="1014563" y="883230"/>
                  <a:pt x="988431" y="908217"/>
                  <a:pt x="937343" y="908217"/>
                </a:cubicBezTo>
                <a:cubicBezTo>
                  <a:pt x="887352" y="908217"/>
                  <a:pt x="861195" y="883230"/>
                  <a:pt x="837942" y="860568"/>
                </a:cubicBezTo>
                <a:cubicBezTo>
                  <a:pt x="817603" y="841247"/>
                  <a:pt x="798587" y="823261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0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0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4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803998" y="704001"/>
                  <a:pt x="828351" y="726749"/>
                  <a:pt x="850154" y="747967"/>
                </a:cubicBezTo>
                <a:cubicBezTo>
                  <a:pt x="873408" y="770599"/>
                  <a:pt x="894909" y="790330"/>
                  <a:pt x="937343" y="790330"/>
                </a:cubicBezTo>
                <a:cubicBezTo>
                  <a:pt x="980892" y="790330"/>
                  <a:pt x="1002368" y="770599"/>
                  <a:pt x="1025586" y="747967"/>
                </a:cubicBezTo>
                <a:cubicBezTo>
                  <a:pt x="1047357" y="726749"/>
                  <a:pt x="1071175" y="704001"/>
                  <a:pt x="1115684" y="701241"/>
                </a:cubicBezTo>
                <a:lnTo>
                  <a:pt x="1124860" y="700961"/>
                </a:lnTo>
                <a:lnTo>
                  <a:pt x="1134151" y="701241"/>
                </a:lnTo>
                <a:cubicBezTo>
                  <a:pt x="1179136" y="704001"/>
                  <a:pt x="1202980" y="726749"/>
                  <a:pt x="1225295" y="747967"/>
                </a:cubicBezTo>
                <a:cubicBezTo>
                  <a:pt x="1248517" y="770599"/>
                  <a:pt x="1270006" y="790330"/>
                  <a:pt x="1312376" y="790330"/>
                </a:cubicBezTo>
                <a:cubicBezTo>
                  <a:pt x="1355923" y="790330"/>
                  <a:pt x="1377398" y="770599"/>
                  <a:pt x="1400620" y="747967"/>
                </a:cubicBezTo>
                <a:cubicBezTo>
                  <a:pt x="1422391" y="726749"/>
                  <a:pt x="1446206" y="704001"/>
                  <a:pt x="1490714" y="701241"/>
                </a:cubicBezTo>
                <a:lnTo>
                  <a:pt x="1499902" y="700961"/>
                </a:lnTo>
                <a:lnTo>
                  <a:pt x="1509200" y="701241"/>
                </a:lnTo>
                <a:cubicBezTo>
                  <a:pt x="1554240" y="704001"/>
                  <a:pt x="1578118" y="726749"/>
                  <a:pt x="1600457" y="747967"/>
                </a:cubicBezTo>
                <a:cubicBezTo>
                  <a:pt x="1620811" y="767771"/>
                  <a:pt x="1639813" y="785352"/>
                  <a:pt x="1672675" y="789438"/>
                </a:cubicBezTo>
                <a:lnTo>
                  <a:pt x="1687656" y="790330"/>
                </a:lnTo>
                <a:lnTo>
                  <a:pt x="1702991" y="789438"/>
                </a:lnTo>
                <a:lnTo>
                  <a:pt x="1734579" y="778124"/>
                </a:lnTo>
                <a:lnTo>
                  <a:pt x="1734579" y="798961"/>
                </a:lnTo>
                <a:lnTo>
                  <a:pt x="1727021" y="802451"/>
                </a:lnTo>
                <a:cubicBezTo>
                  <a:pt x="1718110" y="805348"/>
                  <a:pt x="1708183" y="807329"/>
                  <a:pt x="1696936" y="808035"/>
                </a:cubicBezTo>
                <a:lnTo>
                  <a:pt x="1687656" y="808320"/>
                </a:lnTo>
                <a:lnTo>
                  <a:pt x="1678456" y="808035"/>
                </a:lnTo>
                <a:cubicBezTo>
                  <a:pt x="1633890" y="805212"/>
                  <a:pt x="1610048" y="781988"/>
                  <a:pt x="1588259" y="761314"/>
                </a:cubicBezTo>
                <a:cubicBezTo>
                  <a:pt x="1567905" y="741511"/>
                  <a:pt x="1548904" y="723929"/>
                  <a:pt x="1515254" y="719843"/>
                </a:cubicBezTo>
                <a:lnTo>
                  <a:pt x="1499902" y="718951"/>
                </a:lnTo>
                <a:lnTo>
                  <a:pt x="1484938" y="719843"/>
                </a:lnTo>
                <a:cubicBezTo>
                  <a:pt x="1452116" y="723929"/>
                  <a:pt x="1433131" y="741511"/>
                  <a:pt x="1412811" y="761314"/>
                </a:cubicBezTo>
                <a:cubicBezTo>
                  <a:pt x="1389009" y="783367"/>
                  <a:pt x="1363465" y="808320"/>
                  <a:pt x="1312376" y="808320"/>
                </a:cubicBezTo>
                <a:cubicBezTo>
                  <a:pt x="1261869" y="808320"/>
                  <a:pt x="1236325" y="783367"/>
                  <a:pt x="1213103" y="761314"/>
                </a:cubicBezTo>
                <a:cubicBezTo>
                  <a:pt x="1192784" y="741511"/>
                  <a:pt x="1173800" y="723929"/>
                  <a:pt x="1140202" y="719843"/>
                </a:cubicBezTo>
                <a:lnTo>
                  <a:pt x="1124860" y="718951"/>
                </a:lnTo>
                <a:lnTo>
                  <a:pt x="1109907" y="719843"/>
                </a:lnTo>
                <a:cubicBezTo>
                  <a:pt x="1077083" y="723929"/>
                  <a:pt x="1058099" y="741511"/>
                  <a:pt x="1037780" y="761314"/>
                </a:cubicBezTo>
                <a:cubicBezTo>
                  <a:pt x="1014563" y="783367"/>
                  <a:pt x="988431" y="808320"/>
                  <a:pt x="937343" y="808320"/>
                </a:cubicBezTo>
                <a:cubicBezTo>
                  <a:pt x="887352" y="808320"/>
                  <a:pt x="861195" y="783367"/>
                  <a:pt x="837942" y="761314"/>
                </a:cubicBezTo>
                <a:cubicBezTo>
                  <a:pt x="817603" y="741511"/>
                  <a:pt x="798587" y="723929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0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0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4" y="626130"/>
                  <a:pt x="696405" y="603382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803998" y="603382"/>
                  <a:pt x="828351" y="626130"/>
                  <a:pt x="850154" y="647348"/>
                </a:cubicBezTo>
                <a:cubicBezTo>
                  <a:pt x="873408" y="669981"/>
                  <a:pt x="894909" y="689712"/>
                  <a:pt x="937343" y="689712"/>
                </a:cubicBezTo>
                <a:cubicBezTo>
                  <a:pt x="980892" y="689712"/>
                  <a:pt x="1002368" y="669400"/>
                  <a:pt x="1025586" y="647348"/>
                </a:cubicBezTo>
                <a:cubicBezTo>
                  <a:pt x="1047357" y="626130"/>
                  <a:pt x="1071175" y="603382"/>
                  <a:pt x="1115684" y="600622"/>
                </a:cubicBezTo>
                <a:lnTo>
                  <a:pt x="1124860" y="600343"/>
                </a:lnTo>
                <a:lnTo>
                  <a:pt x="1134151" y="600622"/>
                </a:lnTo>
                <a:cubicBezTo>
                  <a:pt x="1179136" y="603382"/>
                  <a:pt x="1202980" y="626130"/>
                  <a:pt x="1225295" y="647348"/>
                </a:cubicBezTo>
                <a:cubicBezTo>
                  <a:pt x="1248517" y="669981"/>
                  <a:pt x="1270006" y="689712"/>
                  <a:pt x="1312376" y="689712"/>
                </a:cubicBezTo>
                <a:cubicBezTo>
                  <a:pt x="1355923" y="689712"/>
                  <a:pt x="1377398" y="669400"/>
                  <a:pt x="1400620" y="647348"/>
                </a:cubicBezTo>
                <a:cubicBezTo>
                  <a:pt x="1422391" y="626130"/>
                  <a:pt x="1446206" y="603382"/>
                  <a:pt x="1490714" y="600622"/>
                </a:cubicBezTo>
                <a:lnTo>
                  <a:pt x="1499902" y="600343"/>
                </a:lnTo>
                <a:lnTo>
                  <a:pt x="1509200" y="600622"/>
                </a:lnTo>
                <a:cubicBezTo>
                  <a:pt x="1554240" y="603382"/>
                  <a:pt x="1578118" y="626130"/>
                  <a:pt x="1600457" y="647348"/>
                </a:cubicBezTo>
                <a:cubicBezTo>
                  <a:pt x="1620811" y="667152"/>
                  <a:pt x="1639813" y="684734"/>
                  <a:pt x="1672675" y="688820"/>
                </a:cubicBezTo>
                <a:lnTo>
                  <a:pt x="1687656" y="689712"/>
                </a:lnTo>
                <a:lnTo>
                  <a:pt x="1702991" y="688796"/>
                </a:lnTo>
                <a:lnTo>
                  <a:pt x="1734579" y="677316"/>
                </a:lnTo>
                <a:lnTo>
                  <a:pt x="1734579" y="698304"/>
                </a:lnTo>
                <a:lnTo>
                  <a:pt x="1727021" y="701817"/>
                </a:lnTo>
                <a:cubicBezTo>
                  <a:pt x="1718110" y="704726"/>
                  <a:pt x="1708183" y="706710"/>
                  <a:pt x="1696936" y="707416"/>
                </a:cubicBezTo>
                <a:lnTo>
                  <a:pt x="1687656" y="707701"/>
                </a:lnTo>
                <a:lnTo>
                  <a:pt x="1678456" y="707416"/>
                </a:lnTo>
                <a:cubicBezTo>
                  <a:pt x="1633890" y="704591"/>
                  <a:pt x="1610048" y="681333"/>
                  <a:pt x="1588259" y="660115"/>
                </a:cubicBezTo>
                <a:cubicBezTo>
                  <a:pt x="1567905" y="640820"/>
                  <a:pt x="1548904" y="622857"/>
                  <a:pt x="1515254" y="618668"/>
                </a:cubicBezTo>
                <a:lnTo>
                  <a:pt x="1499902" y="617752"/>
                </a:lnTo>
                <a:lnTo>
                  <a:pt x="1484938" y="618668"/>
                </a:lnTo>
                <a:cubicBezTo>
                  <a:pt x="1452116" y="622857"/>
                  <a:pt x="1433131" y="640820"/>
                  <a:pt x="1412811" y="660115"/>
                </a:cubicBezTo>
                <a:cubicBezTo>
                  <a:pt x="1389009" y="682748"/>
                  <a:pt x="1363465" y="707701"/>
                  <a:pt x="1312376" y="707701"/>
                </a:cubicBezTo>
                <a:cubicBezTo>
                  <a:pt x="1261869" y="707701"/>
                  <a:pt x="1236325" y="682748"/>
                  <a:pt x="1213103" y="660115"/>
                </a:cubicBezTo>
                <a:cubicBezTo>
                  <a:pt x="1192784" y="640820"/>
                  <a:pt x="1173800" y="622857"/>
                  <a:pt x="1140202" y="618668"/>
                </a:cubicBezTo>
                <a:lnTo>
                  <a:pt x="1124860" y="617752"/>
                </a:lnTo>
                <a:lnTo>
                  <a:pt x="1109907" y="618668"/>
                </a:lnTo>
                <a:cubicBezTo>
                  <a:pt x="1077083" y="622857"/>
                  <a:pt x="1058099" y="640820"/>
                  <a:pt x="1037780" y="660115"/>
                </a:cubicBezTo>
                <a:cubicBezTo>
                  <a:pt x="1014563" y="682748"/>
                  <a:pt x="988431" y="707701"/>
                  <a:pt x="937343" y="707701"/>
                </a:cubicBezTo>
                <a:cubicBezTo>
                  <a:pt x="887352" y="707701"/>
                  <a:pt x="861195" y="682748"/>
                  <a:pt x="837942" y="660115"/>
                </a:cubicBezTo>
                <a:cubicBezTo>
                  <a:pt x="817603" y="640820"/>
                  <a:pt x="798587" y="622857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0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0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4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803998" y="503556"/>
                  <a:pt x="828351" y="526814"/>
                  <a:pt x="850154" y="548032"/>
                </a:cubicBezTo>
                <a:cubicBezTo>
                  <a:pt x="873408" y="570084"/>
                  <a:pt x="894909" y="590395"/>
                  <a:pt x="937343" y="590395"/>
                </a:cubicBezTo>
                <a:cubicBezTo>
                  <a:pt x="980892" y="590395"/>
                  <a:pt x="1002368" y="570084"/>
                  <a:pt x="1025586" y="548032"/>
                </a:cubicBezTo>
                <a:cubicBezTo>
                  <a:pt x="1047357" y="526814"/>
                  <a:pt x="1071175" y="503556"/>
                  <a:pt x="1115684" y="500732"/>
                </a:cubicBezTo>
                <a:lnTo>
                  <a:pt x="1124860" y="500446"/>
                </a:lnTo>
                <a:lnTo>
                  <a:pt x="1134151" y="500732"/>
                </a:lnTo>
                <a:cubicBezTo>
                  <a:pt x="1179136" y="503556"/>
                  <a:pt x="1202980" y="526814"/>
                  <a:pt x="1225295" y="548032"/>
                </a:cubicBezTo>
                <a:cubicBezTo>
                  <a:pt x="1248517" y="570084"/>
                  <a:pt x="1270006" y="590395"/>
                  <a:pt x="1312376" y="590395"/>
                </a:cubicBezTo>
                <a:cubicBezTo>
                  <a:pt x="1355923" y="590395"/>
                  <a:pt x="1377398" y="570084"/>
                  <a:pt x="1400620" y="548032"/>
                </a:cubicBezTo>
                <a:cubicBezTo>
                  <a:pt x="1422391" y="526814"/>
                  <a:pt x="1446206" y="503556"/>
                  <a:pt x="1490714" y="500732"/>
                </a:cubicBezTo>
                <a:lnTo>
                  <a:pt x="1499902" y="500446"/>
                </a:lnTo>
                <a:lnTo>
                  <a:pt x="1509200" y="500732"/>
                </a:lnTo>
                <a:cubicBezTo>
                  <a:pt x="1554240" y="503556"/>
                  <a:pt x="1578118" y="526814"/>
                  <a:pt x="1600457" y="548032"/>
                </a:cubicBezTo>
                <a:cubicBezTo>
                  <a:pt x="1620811" y="567328"/>
                  <a:pt x="1639813" y="585290"/>
                  <a:pt x="1672675" y="589479"/>
                </a:cubicBezTo>
                <a:lnTo>
                  <a:pt x="1687656" y="590395"/>
                </a:lnTo>
                <a:lnTo>
                  <a:pt x="1702991" y="589479"/>
                </a:lnTo>
                <a:lnTo>
                  <a:pt x="1734579" y="577999"/>
                </a:lnTo>
                <a:lnTo>
                  <a:pt x="1734579" y="596081"/>
                </a:lnTo>
                <a:lnTo>
                  <a:pt x="1696936" y="607526"/>
                </a:lnTo>
                <a:lnTo>
                  <a:pt x="1687656" y="607805"/>
                </a:lnTo>
                <a:lnTo>
                  <a:pt x="1678456" y="607526"/>
                </a:lnTo>
                <a:cubicBezTo>
                  <a:pt x="1633890" y="604765"/>
                  <a:pt x="1610048" y="582017"/>
                  <a:pt x="1588259" y="560799"/>
                </a:cubicBezTo>
                <a:cubicBezTo>
                  <a:pt x="1567905" y="541504"/>
                  <a:pt x="1548904" y="523541"/>
                  <a:pt x="1515254" y="519352"/>
                </a:cubicBezTo>
                <a:lnTo>
                  <a:pt x="1499902" y="518436"/>
                </a:lnTo>
                <a:lnTo>
                  <a:pt x="1484938" y="519352"/>
                </a:lnTo>
                <a:cubicBezTo>
                  <a:pt x="1452116" y="523541"/>
                  <a:pt x="1433131" y="541504"/>
                  <a:pt x="1412811" y="560799"/>
                </a:cubicBezTo>
                <a:cubicBezTo>
                  <a:pt x="1389009" y="583431"/>
                  <a:pt x="1363465" y="607805"/>
                  <a:pt x="1312376" y="607805"/>
                </a:cubicBezTo>
                <a:cubicBezTo>
                  <a:pt x="1261869" y="607805"/>
                  <a:pt x="1236325" y="583431"/>
                  <a:pt x="1213103" y="560799"/>
                </a:cubicBezTo>
                <a:cubicBezTo>
                  <a:pt x="1192784" y="541504"/>
                  <a:pt x="1173800" y="523541"/>
                  <a:pt x="1140202" y="519352"/>
                </a:cubicBezTo>
                <a:lnTo>
                  <a:pt x="1124860" y="518436"/>
                </a:lnTo>
                <a:lnTo>
                  <a:pt x="1109907" y="519352"/>
                </a:lnTo>
                <a:cubicBezTo>
                  <a:pt x="1077083" y="523541"/>
                  <a:pt x="1058099" y="541504"/>
                  <a:pt x="1037780" y="560799"/>
                </a:cubicBezTo>
                <a:cubicBezTo>
                  <a:pt x="1014563" y="583431"/>
                  <a:pt x="988431" y="607805"/>
                  <a:pt x="937343" y="607805"/>
                </a:cubicBezTo>
                <a:cubicBezTo>
                  <a:pt x="887352" y="607805"/>
                  <a:pt x="861195" y="583431"/>
                  <a:pt x="837942" y="560799"/>
                </a:cubicBezTo>
                <a:cubicBezTo>
                  <a:pt x="817603" y="541504"/>
                  <a:pt x="798587" y="523541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0" y="541504"/>
                  <a:pt x="662511" y="560799"/>
                </a:cubicBezTo>
                <a:cubicBezTo>
                  <a:pt x="639282" y="583431"/>
                  <a:pt x="613157" y="607805"/>
                  <a:pt x="562069" y="607805"/>
                </a:cubicBezTo>
                <a:cubicBezTo>
                  <a:pt x="512115" y="607805"/>
                  <a:pt x="485977" y="583431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1"/>
                  <a:pt x="238024" y="607805"/>
                  <a:pt x="187517" y="607805"/>
                </a:cubicBezTo>
                <a:cubicBezTo>
                  <a:pt x="137009" y="607805"/>
                  <a:pt x="111465" y="583431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1"/>
                  <a:pt x="144556" y="489978"/>
                  <a:pt x="187517" y="489978"/>
                </a:cubicBezTo>
                <a:cubicBezTo>
                  <a:pt x="230477" y="489978"/>
                  <a:pt x="251957" y="469621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0" y="447520"/>
                </a:cubicBezTo>
                <a:cubicBezTo>
                  <a:pt x="498175" y="469621"/>
                  <a:pt x="519667" y="489978"/>
                  <a:pt x="562069" y="489978"/>
                </a:cubicBezTo>
                <a:cubicBezTo>
                  <a:pt x="605610" y="489978"/>
                  <a:pt x="627090" y="469621"/>
                  <a:pt x="650315" y="447520"/>
                </a:cubicBezTo>
                <a:cubicBezTo>
                  <a:pt x="672084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803998" y="402944"/>
                  <a:pt x="828351" y="426255"/>
                  <a:pt x="850154" y="447520"/>
                </a:cubicBezTo>
                <a:cubicBezTo>
                  <a:pt x="873408" y="469621"/>
                  <a:pt x="894909" y="489978"/>
                  <a:pt x="937343" y="489978"/>
                </a:cubicBezTo>
                <a:cubicBezTo>
                  <a:pt x="980892" y="489978"/>
                  <a:pt x="1002368" y="469621"/>
                  <a:pt x="1025586" y="447520"/>
                </a:cubicBezTo>
                <a:cubicBezTo>
                  <a:pt x="1047357" y="426255"/>
                  <a:pt x="1071175" y="402944"/>
                  <a:pt x="1115684" y="400114"/>
                </a:cubicBezTo>
                <a:lnTo>
                  <a:pt x="1124860" y="399827"/>
                </a:lnTo>
                <a:lnTo>
                  <a:pt x="1134151" y="400114"/>
                </a:lnTo>
                <a:cubicBezTo>
                  <a:pt x="1179136" y="402944"/>
                  <a:pt x="1202980" y="426255"/>
                  <a:pt x="1225295" y="447520"/>
                </a:cubicBezTo>
                <a:cubicBezTo>
                  <a:pt x="1248517" y="469621"/>
                  <a:pt x="1270006" y="489978"/>
                  <a:pt x="1312376" y="489978"/>
                </a:cubicBezTo>
                <a:cubicBezTo>
                  <a:pt x="1355923" y="489978"/>
                  <a:pt x="1377398" y="469621"/>
                  <a:pt x="1400620" y="447520"/>
                </a:cubicBezTo>
                <a:cubicBezTo>
                  <a:pt x="1422391" y="426255"/>
                  <a:pt x="1446206" y="402944"/>
                  <a:pt x="1490714" y="400114"/>
                </a:cubicBezTo>
                <a:lnTo>
                  <a:pt x="1499902" y="399827"/>
                </a:lnTo>
                <a:lnTo>
                  <a:pt x="1509200" y="400114"/>
                </a:lnTo>
                <a:cubicBezTo>
                  <a:pt x="1554240" y="402944"/>
                  <a:pt x="1578118" y="426255"/>
                  <a:pt x="1600457" y="447520"/>
                </a:cubicBezTo>
                <a:cubicBezTo>
                  <a:pt x="1620811" y="466859"/>
                  <a:pt x="1639813" y="484862"/>
                  <a:pt x="1672675" y="489060"/>
                </a:cubicBezTo>
                <a:lnTo>
                  <a:pt x="1687656" y="489978"/>
                </a:lnTo>
                <a:lnTo>
                  <a:pt x="1702991" y="489060"/>
                </a:lnTo>
                <a:lnTo>
                  <a:pt x="1734579" y="477554"/>
                </a:lnTo>
                <a:lnTo>
                  <a:pt x="1734579" y="498193"/>
                </a:lnTo>
                <a:lnTo>
                  <a:pt x="1727021" y="501653"/>
                </a:lnTo>
                <a:cubicBezTo>
                  <a:pt x="1718110" y="504511"/>
                  <a:pt x="1708183" y="506455"/>
                  <a:pt x="1696936" y="507147"/>
                </a:cubicBezTo>
                <a:lnTo>
                  <a:pt x="1687656" y="507427"/>
                </a:lnTo>
                <a:lnTo>
                  <a:pt x="1678456" y="507147"/>
                </a:lnTo>
                <a:cubicBezTo>
                  <a:pt x="1633890" y="504380"/>
                  <a:pt x="1610048" y="481581"/>
                  <a:pt x="1588259" y="460316"/>
                </a:cubicBezTo>
                <a:cubicBezTo>
                  <a:pt x="1567905" y="440977"/>
                  <a:pt x="1548904" y="422974"/>
                  <a:pt x="1515254" y="418775"/>
                </a:cubicBezTo>
                <a:lnTo>
                  <a:pt x="1499902" y="417857"/>
                </a:lnTo>
                <a:lnTo>
                  <a:pt x="1484938" y="418751"/>
                </a:lnTo>
                <a:cubicBezTo>
                  <a:pt x="1452116" y="422847"/>
                  <a:pt x="1433131" y="440468"/>
                  <a:pt x="1412811" y="460316"/>
                </a:cubicBezTo>
                <a:cubicBezTo>
                  <a:pt x="1389009" y="482999"/>
                  <a:pt x="1363465" y="507427"/>
                  <a:pt x="1312376" y="507427"/>
                </a:cubicBezTo>
                <a:cubicBezTo>
                  <a:pt x="1261869" y="507427"/>
                  <a:pt x="1236325" y="482999"/>
                  <a:pt x="1213103" y="460316"/>
                </a:cubicBezTo>
                <a:cubicBezTo>
                  <a:pt x="1192784" y="440977"/>
                  <a:pt x="1173800" y="422974"/>
                  <a:pt x="1140202" y="418775"/>
                </a:cubicBezTo>
                <a:lnTo>
                  <a:pt x="1124860" y="417857"/>
                </a:lnTo>
                <a:lnTo>
                  <a:pt x="1109907" y="418751"/>
                </a:lnTo>
                <a:cubicBezTo>
                  <a:pt x="1077083" y="422847"/>
                  <a:pt x="1058099" y="440468"/>
                  <a:pt x="1037780" y="460316"/>
                </a:cubicBezTo>
                <a:cubicBezTo>
                  <a:pt x="1014563" y="482999"/>
                  <a:pt x="988431" y="507427"/>
                  <a:pt x="937343" y="507427"/>
                </a:cubicBezTo>
                <a:cubicBezTo>
                  <a:pt x="887352" y="507427"/>
                  <a:pt x="861195" y="482999"/>
                  <a:pt x="837942" y="460316"/>
                </a:cubicBezTo>
                <a:cubicBezTo>
                  <a:pt x="817603" y="440977"/>
                  <a:pt x="798587" y="422974"/>
                  <a:pt x="764952" y="418775"/>
                </a:cubicBezTo>
                <a:lnTo>
                  <a:pt x="749586" y="417857"/>
                </a:lnTo>
                <a:lnTo>
                  <a:pt x="734638" y="418751"/>
                </a:lnTo>
                <a:cubicBezTo>
                  <a:pt x="701811" y="422847"/>
                  <a:pt x="682830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2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0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4" y="326333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803998" y="303045"/>
                  <a:pt x="828351" y="326333"/>
                  <a:pt x="850154" y="347579"/>
                </a:cubicBezTo>
                <a:cubicBezTo>
                  <a:pt x="873408" y="369660"/>
                  <a:pt x="894909" y="389998"/>
                  <a:pt x="937343" y="389998"/>
                </a:cubicBezTo>
                <a:cubicBezTo>
                  <a:pt x="980892" y="389998"/>
                  <a:pt x="1002368" y="369660"/>
                  <a:pt x="1025586" y="347579"/>
                </a:cubicBezTo>
                <a:cubicBezTo>
                  <a:pt x="1047357" y="326333"/>
                  <a:pt x="1071175" y="303045"/>
                  <a:pt x="1115684" y="300217"/>
                </a:cubicBezTo>
                <a:lnTo>
                  <a:pt x="1124860" y="299931"/>
                </a:lnTo>
                <a:lnTo>
                  <a:pt x="1134151" y="300217"/>
                </a:lnTo>
                <a:cubicBezTo>
                  <a:pt x="1179136" y="303045"/>
                  <a:pt x="1202980" y="326333"/>
                  <a:pt x="1225295" y="347579"/>
                </a:cubicBezTo>
                <a:cubicBezTo>
                  <a:pt x="1248517" y="369660"/>
                  <a:pt x="1270006" y="389998"/>
                  <a:pt x="1312376" y="389998"/>
                </a:cubicBezTo>
                <a:cubicBezTo>
                  <a:pt x="1355923" y="389998"/>
                  <a:pt x="1377398" y="369660"/>
                  <a:pt x="1400620" y="347579"/>
                </a:cubicBezTo>
                <a:cubicBezTo>
                  <a:pt x="1422391" y="326333"/>
                  <a:pt x="1446206" y="303045"/>
                  <a:pt x="1490714" y="300217"/>
                </a:cubicBezTo>
                <a:lnTo>
                  <a:pt x="1499902" y="299931"/>
                </a:lnTo>
                <a:lnTo>
                  <a:pt x="1509200" y="300217"/>
                </a:lnTo>
                <a:cubicBezTo>
                  <a:pt x="1554240" y="303045"/>
                  <a:pt x="1578118" y="326333"/>
                  <a:pt x="1600457" y="347579"/>
                </a:cubicBezTo>
                <a:cubicBezTo>
                  <a:pt x="1620811" y="366900"/>
                  <a:pt x="1639813" y="384886"/>
                  <a:pt x="1672675" y="389081"/>
                </a:cubicBezTo>
                <a:lnTo>
                  <a:pt x="1687656" y="389998"/>
                </a:lnTo>
                <a:lnTo>
                  <a:pt x="1702991" y="389081"/>
                </a:lnTo>
                <a:lnTo>
                  <a:pt x="1734579" y="377586"/>
                </a:lnTo>
                <a:lnTo>
                  <a:pt x="1734579" y="398602"/>
                </a:lnTo>
                <a:lnTo>
                  <a:pt x="1727021" y="402120"/>
                </a:lnTo>
                <a:cubicBezTo>
                  <a:pt x="1718110" y="405032"/>
                  <a:pt x="1708183" y="407018"/>
                  <a:pt x="1696936" y="407725"/>
                </a:cubicBezTo>
                <a:lnTo>
                  <a:pt x="1687656" y="408011"/>
                </a:lnTo>
                <a:lnTo>
                  <a:pt x="1678456" y="407725"/>
                </a:lnTo>
                <a:cubicBezTo>
                  <a:pt x="1633890" y="404897"/>
                  <a:pt x="1610048" y="381609"/>
                  <a:pt x="1588259" y="360363"/>
                </a:cubicBezTo>
                <a:cubicBezTo>
                  <a:pt x="1567905" y="341042"/>
                  <a:pt x="1548904" y="323056"/>
                  <a:pt x="1515254" y="318861"/>
                </a:cubicBezTo>
                <a:lnTo>
                  <a:pt x="1499902" y="317944"/>
                </a:lnTo>
                <a:lnTo>
                  <a:pt x="1484938" y="318861"/>
                </a:lnTo>
                <a:cubicBezTo>
                  <a:pt x="1452116" y="323056"/>
                  <a:pt x="1433131" y="341042"/>
                  <a:pt x="1412811" y="360363"/>
                </a:cubicBezTo>
                <a:cubicBezTo>
                  <a:pt x="1389009" y="383025"/>
                  <a:pt x="1363465" y="408011"/>
                  <a:pt x="1312376" y="408011"/>
                </a:cubicBezTo>
                <a:cubicBezTo>
                  <a:pt x="1261869" y="408011"/>
                  <a:pt x="1236325" y="383025"/>
                  <a:pt x="1213103" y="360363"/>
                </a:cubicBezTo>
                <a:cubicBezTo>
                  <a:pt x="1192784" y="341042"/>
                  <a:pt x="1173800" y="323056"/>
                  <a:pt x="1140202" y="318861"/>
                </a:cubicBezTo>
                <a:lnTo>
                  <a:pt x="1124860" y="317944"/>
                </a:lnTo>
                <a:lnTo>
                  <a:pt x="1109907" y="318861"/>
                </a:lnTo>
                <a:cubicBezTo>
                  <a:pt x="1077083" y="323056"/>
                  <a:pt x="1058099" y="341042"/>
                  <a:pt x="1037780" y="360363"/>
                </a:cubicBezTo>
                <a:cubicBezTo>
                  <a:pt x="1014563" y="383025"/>
                  <a:pt x="988431" y="408011"/>
                  <a:pt x="937343" y="408011"/>
                </a:cubicBezTo>
                <a:cubicBezTo>
                  <a:pt x="887352" y="408011"/>
                  <a:pt x="861195" y="383025"/>
                  <a:pt x="837942" y="360363"/>
                </a:cubicBezTo>
                <a:cubicBezTo>
                  <a:pt x="817603" y="341042"/>
                  <a:pt x="798587" y="323056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0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0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4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803998" y="203623"/>
                  <a:pt x="828351" y="226847"/>
                  <a:pt x="850154" y="247521"/>
                </a:cubicBezTo>
                <a:cubicBezTo>
                  <a:pt x="873408" y="270154"/>
                  <a:pt x="894909" y="289884"/>
                  <a:pt x="937343" y="289884"/>
                </a:cubicBezTo>
                <a:cubicBezTo>
                  <a:pt x="980892" y="289884"/>
                  <a:pt x="1002368" y="270154"/>
                  <a:pt x="1025586" y="247521"/>
                </a:cubicBezTo>
                <a:cubicBezTo>
                  <a:pt x="1047357" y="226847"/>
                  <a:pt x="1071175" y="203623"/>
                  <a:pt x="1115684" y="200801"/>
                </a:cubicBezTo>
                <a:lnTo>
                  <a:pt x="1124860" y="200515"/>
                </a:lnTo>
                <a:lnTo>
                  <a:pt x="1134151" y="200801"/>
                </a:lnTo>
                <a:cubicBezTo>
                  <a:pt x="1179136" y="203623"/>
                  <a:pt x="1202980" y="226847"/>
                  <a:pt x="1225295" y="247521"/>
                </a:cubicBezTo>
                <a:cubicBezTo>
                  <a:pt x="1248517" y="270154"/>
                  <a:pt x="1270006" y="289884"/>
                  <a:pt x="1312376" y="289884"/>
                </a:cubicBezTo>
                <a:cubicBezTo>
                  <a:pt x="1355923" y="289884"/>
                  <a:pt x="1377398" y="270154"/>
                  <a:pt x="1400620" y="247521"/>
                </a:cubicBezTo>
                <a:cubicBezTo>
                  <a:pt x="1422391" y="226847"/>
                  <a:pt x="1446206" y="203623"/>
                  <a:pt x="1490714" y="200801"/>
                </a:cubicBezTo>
                <a:lnTo>
                  <a:pt x="1499902" y="200515"/>
                </a:lnTo>
                <a:lnTo>
                  <a:pt x="1509200" y="200801"/>
                </a:lnTo>
                <a:cubicBezTo>
                  <a:pt x="1554240" y="203623"/>
                  <a:pt x="1578118" y="226847"/>
                  <a:pt x="1600457" y="247521"/>
                </a:cubicBezTo>
                <a:cubicBezTo>
                  <a:pt x="1620811" y="267325"/>
                  <a:pt x="1639813" y="284906"/>
                  <a:pt x="1672675" y="288992"/>
                </a:cubicBezTo>
                <a:lnTo>
                  <a:pt x="1687656" y="289884"/>
                </a:lnTo>
                <a:lnTo>
                  <a:pt x="1702991" y="288992"/>
                </a:lnTo>
                <a:lnTo>
                  <a:pt x="1734579" y="277678"/>
                </a:lnTo>
                <a:lnTo>
                  <a:pt x="1734579" y="296151"/>
                </a:lnTo>
                <a:lnTo>
                  <a:pt x="1696936" y="307595"/>
                </a:lnTo>
                <a:lnTo>
                  <a:pt x="1687656" y="307874"/>
                </a:lnTo>
                <a:lnTo>
                  <a:pt x="1678456" y="307595"/>
                </a:lnTo>
                <a:cubicBezTo>
                  <a:pt x="1633890" y="304834"/>
                  <a:pt x="1610048" y="282086"/>
                  <a:pt x="1588259" y="260868"/>
                </a:cubicBezTo>
                <a:cubicBezTo>
                  <a:pt x="1567905" y="241065"/>
                  <a:pt x="1548904" y="223483"/>
                  <a:pt x="1515254" y="219397"/>
                </a:cubicBezTo>
                <a:lnTo>
                  <a:pt x="1499902" y="218505"/>
                </a:lnTo>
                <a:lnTo>
                  <a:pt x="1484938" y="219397"/>
                </a:lnTo>
                <a:cubicBezTo>
                  <a:pt x="1452116" y="223483"/>
                  <a:pt x="1433131" y="241065"/>
                  <a:pt x="1412811" y="260868"/>
                </a:cubicBezTo>
                <a:cubicBezTo>
                  <a:pt x="1389009" y="283501"/>
                  <a:pt x="1363465" y="307874"/>
                  <a:pt x="1312376" y="307874"/>
                </a:cubicBezTo>
                <a:cubicBezTo>
                  <a:pt x="1261869" y="307874"/>
                  <a:pt x="1236325" y="283501"/>
                  <a:pt x="1213103" y="260868"/>
                </a:cubicBezTo>
                <a:cubicBezTo>
                  <a:pt x="1192784" y="241065"/>
                  <a:pt x="1173800" y="223483"/>
                  <a:pt x="1140202" y="219397"/>
                </a:cubicBezTo>
                <a:lnTo>
                  <a:pt x="1124860" y="218505"/>
                </a:lnTo>
                <a:lnTo>
                  <a:pt x="1109907" y="219397"/>
                </a:lnTo>
                <a:cubicBezTo>
                  <a:pt x="1077083" y="223483"/>
                  <a:pt x="1058099" y="241065"/>
                  <a:pt x="1037780" y="260868"/>
                </a:cubicBezTo>
                <a:cubicBezTo>
                  <a:pt x="1014563" y="283501"/>
                  <a:pt x="988431" y="307874"/>
                  <a:pt x="937343" y="307874"/>
                </a:cubicBezTo>
                <a:cubicBezTo>
                  <a:pt x="887352" y="307874"/>
                  <a:pt x="861195" y="283501"/>
                  <a:pt x="837942" y="260868"/>
                </a:cubicBezTo>
                <a:cubicBezTo>
                  <a:pt x="817603" y="241065"/>
                  <a:pt x="798587" y="223483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3"/>
                  <a:pt x="682830" y="241065"/>
                  <a:pt x="662511" y="260868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8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8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8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0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4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6"/>
                </a:lnTo>
                <a:cubicBezTo>
                  <a:pt x="803998" y="102943"/>
                  <a:pt x="828351" y="125742"/>
                  <a:pt x="850154" y="147008"/>
                </a:cubicBezTo>
                <a:cubicBezTo>
                  <a:pt x="873408" y="169691"/>
                  <a:pt x="894909" y="189466"/>
                  <a:pt x="937343" y="189466"/>
                </a:cubicBezTo>
                <a:cubicBezTo>
                  <a:pt x="980892" y="189466"/>
                  <a:pt x="1002368" y="169691"/>
                  <a:pt x="1025586" y="147008"/>
                </a:cubicBezTo>
                <a:cubicBezTo>
                  <a:pt x="1047357" y="126288"/>
                  <a:pt x="1071175" y="103012"/>
                  <a:pt x="1115684" y="100183"/>
                </a:cubicBezTo>
                <a:lnTo>
                  <a:pt x="1124860" y="99897"/>
                </a:lnTo>
                <a:lnTo>
                  <a:pt x="1134151" y="100176"/>
                </a:lnTo>
                <a:cubicBezTo>
                  <a:pt x="1179136" y="102943"/>
                  <a:pt x="1202980" y="125742"/>
                  <a:pt x="1225295" y="147008"/>
                </a:cubicBezTo>
                <a:cubicBezTo>
                  <a:pt x="1248517" y="169691"/>
                  <a:pt x="1270006" y="189466"/>
                  <a:pt x="1312376" y="189466"/>
                </a:cubicBezTo>
                <a:cubicBezTo>
                  <a:pt x="1355923" y="189466"/>
                  <a:pt x="1377398" y="169691"/>
                  <a:pt x="1400620" y="147008"/>
                </a:cubicBezTo>
                <a:cubicBezTo>
                  <a:pt x="1422391" y="126288"/>
                  <a:pt x="1446206" y="103012"/>
                  <a:pt x="1490714" y="100183"/>
                </a:cubicBezTo>
                <a:lnTo>
                  <a:pt x="1499902" y="99897"/>
                </a:lnTo>
                <a:lnTo>
                  <a:pt x="1509200" y="100176"/>
                </a:lnTo>
                <a:cubicBezTo>
                  <a:pt x="1554240" y="102943"/>
                  <a:pt x="1578118" y="125742"/>
                  <a:pt x="1600457" y="147008"/>
                </a:cubicBezTo>
                <a:cubicBezTo>
                  <a:pt x="1620811" y="166856"/>
                  <a:pt x="1639813" y="184477"/>
                  <a:pt x="1672675" y="188572"/>
                </a:cubicBezTo>
                <a:lnTo>
                  <a:pt x="1687656" y="189466"/>
                </a:lnTo>
                <a:lnTo>
                  <a:pt x="1702991" y="188572"/>
                </a:lnTo>
                <a:lnTo>
                  <a:pt x="1734579" y="177232"/>
                </a:lnTo>
                <a:lnTo>
                  <a:pt x="1734579" y="198262"/>
                </a:lnTo>
                <a:lnTo>
                  <a:pt x="1727021" y="201722"/>
                </a:lnTo>
                <a:cubicBezTo>
                  <a:pt x="1718110" y="204581"/>
                  <a:pt x="1708183" y="206524"/>
                  <a:pt x="1696936" y="207216"/>
                </a:cubicBezTo>
                <a:lnTo>
                  <a:pt x="1687656" y="207496"/>
                </a:lnTo>
                <a:lnTo>
                  <a:pt x="1678456" y="207216"/>
                </a:lnTo>
                <a:cubicBezTo>
                  <a:pt x="1633890" y="204449"/>
                  <a:pt x="1610048" y="181651"/>
                  <a:pt x="1588259" y="160385"/>
                </a:cubicBezTo>
                <a:cubicBezTo>
                  <a:pt x="1567905" y="140537"/>
                  <a:pt x="1548904" y="122916"/>
                  <a:pt x="1515254" y="118821"/>
                </a:cubicBezTo>
                <a:lnTo>
                  <a:pt x="1499902" y="117927"/>
                </a:lnTo>
                <a:lnTo>
                  <a:pt x="1484938" y="118821"/>
                </a:lnTo>
                <a:cubicBezTo>
                  <a:pt x="1452116" y="122916"/>
                  <a:pt x="1433131" y="140537"/>
                  <a:pt x="1412811" y="160385"/>
                </a:cubicBezTo>
                <a:cubicBezTo>
                  <a:pt x="1389009" y="183068"/>
                  <a:pt x="1363465" y="207496"/>
                  <a:pt x="1312376" y="207496"/>
                </a:cubicBezTo>
                <a:cubicBezTo>
                  <a:pt x="1261869" y="207496"/>
                  <a:pt x="1236325" y="183068"/>
                  <a:pt x="1213103" y="160385"/>
                </a:cubicBezTo>
                <a:cubicBezTo>
                  <a:pt x="1192784" y="140537"/>
                  <a:pt x="1173800" y="122916"/>
                  <a:pt x="1140202" y="118821"/>
                </a:cubicBezTo>
                <a:lnTo>
                  <a:pt x="1124860" y="117927"/>
                </a:lnTo>
                <a:lnTo>
                  <a:pt x="1109907" y="118821"/>
                </a:lnTo>
                <a:cubicBezTo>
                  <a:pt x="1077083" y="122916"/>
                  <a:pt x="1058099" y="140537"/>
                  <a:pt x="1037780" y="160385"/>
                </a:cubicBezTo>
                <a:cubicBezTo>
                  <a:pt x="1014563" y="183068"/>
                  <a:pt x="988431" y="207496"/>
                  <a:pt x="937343" y="207496"/>
                </a:cubicBezTo>
                <a:cubicBezTo>
                  <a:pt x="887352" y="207496"/>
                  <a:pt x="861195" y="183068"/>
                  <a:pt x="837942" y="160385"/>
                </a:cubicBezTo>
                <a:cubicBezTo>
                  <a:pt x="817603" y="140537"/>
                  <a:pt x="798587" y="122916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0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6"/>
                  <a:pt x="99855" y="47649"/>
                </a:cubicBezTo>
                <a:cubicBezTo>
                  <a:pt x="123076" y="69730"/>
                  <a:pt x="144556" y="90067"/>
                  <a:pt x="187517" y="90067"/>
                </a:cubicBezTo>
                <a:cubicBezTo>
                  <a:pt x="230477" y="90067"/>
                  <a:pt x="251957" y="69730"/>
                  <a:pt x="275179" y="47649"/>
                </a:cubicBezTo>
                <a:cubicBezTo>
                  <a:pt x="298982" y="24986"/>
                  <a:pt x="324526" y="0"/>
                  <a:pt x="375034" y="0"/>
                </a:cubicBezTo>
                <a:cubicBezTo>
                  <a:pt x="425568" y="0"/>
                  <a:pt x="451706" y="24986"/>
                  <a:pt x="474940" y="47649"/>
                </a:cubicBezTo>
                <a:cubicBezTo>
                  <a:pt x="498175" y="69730"/>
                  <a:pt x="519667" y="90067"/>
                  <a:pt x="562069" y="90067"/>
                </a:cubicBezTo>
                <a:cubicBezTo>
                  <a:pt x="605610" y="90067"/>
                  <a:pt x="627090" y="69730"/>
                  <a:pt x="650315" y="47649"/>
                </a:cubicBezTo>
                <a:cubicBezTo>
                  <a:pt x="672084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800740" y="0"/>
                  <a:pt x="826901" y="24986"/>
                  <a:pt x="850154" y="47649"/>
                </a:cubicBezTo>
                <a:cubicBezTo>
                  <a:pt x="873408" y="69730"/>
                  <a:pt x="894909" y="90067"/>
                  <a:pt x="937343" y="90067"/>
                </a:cubicBezTo>
                <a:cubicBezTo>
                  <a:pt x="980892" y="90067"/>
                  <a:pt x="1002368" y="69730"/>
                  <a:pt x="1025586" y="47649"/>
                </a:cubicBezTo>
                <a:cubicBezTo>
                  <a:pt x="1047357" y="26403"/>
                  <a:pt x="1071175" y="3114"/>
                  <a:pt x="1115684" y="286"/>
                </a:cubicBezTo>
                <a:lnTo>
                  <a:pt x="1124860" y="0"/>
                </a:lnTo>
                <a:cubicBezTo>
                  <a:pt x="1175948" y="0"/>
                  <a:pt x="1201492" y="24986"/>
                  <a:pt x="1225295" y="47649"/>
                </a:cubicBezTo>
                <a:cubicBezTo>
                  <a:pt x="1248517" y="69730"/>
                  <a:pt x="1270006" y="90067"/>
                  <a:pt x="1312376" y="90067"/>
                </a:cubicBezTo>
                <a:cubicBezTo>
                  <a:pt x="1355923" y="90067"/>
                  <a:pt x="1377398" y="69730"/>
                  <a:pt x="1400620" y="47649"/>
                </a:cubicBezTo>
                <a:cubicBezTo>
                  <a:pt x="1422391" y="26403"/>
                  <a:pt x="1446206" y="3114"/>
                  <a:pt x="1490714" y="286"/>
                </a:cubicBezTo>
                <a:lnTo>
                  <a:pt x="1499902" y="0"/>
                </a:lnTo>
                <a:cubicBezTo>
                  <a:pt x="1551049" y="0"/>
                  <a:pt x="1576632" y="24986"/>
                  <a:pt x="1600457" y="47649"/>
                </a:cubicBezTo>
                <a:cubicBezTo>
                  <a:pt x="1620811" y="66970"/>
                  <a:pt x="1639813" y="84956"/>
                  <a:pt x="1672675" y="89150"/>
                </a:cubicBezTo>
                <a:lnTo>
                  <a:pt x="1687656" y="90067"/>
                </a:lnTo>
                <a:lnTo>
                  <a:pt x="1702991" y="89150"/>
                </a:lnTo>
                <a:lnTo>
                  <a:pt x="1734579" y="77655"/>
                </a:lnTo>
                <a:lnTo>
                  <a:pt x="1734579" y="98671"/>
                </a:lnTo>
                <a:lnTo>
                  <a:pt x="1727021" y="102189"/>
                </a:lnTo>
                <a:cubicBezTo>
                  <a:pt x="1718110" y="105102"/>
                  <a:pt x="1708183" y="107088"/>
                  <a:pt x="1696936" y="107795"/>
                </a:cubicBezTo>
                <a:lnTo>
                  <a:pt x="1687656" y="108081"/>
                </a:lnTo>
                <a:lnTo>
                  <a:pt x="1678456" y="107795"/>
                </a:lnTo>
                <a:cubicBezTo>
                  <a:pt x="1633890" y="104967"/>
                  <a:pt x="1610048" y="81678"/>
                  <a:pt x="1588259" y="60432"/>
                </a:cubicBezTo>
                <a:cubicBezTo>
                  <a:pt x="1567905" y="41111"/>
                  <a:pt x="1548904" y="23125"/>
                  <a:pt x="1515254" y="18931"/>
                </a:cubicBezTo>
                <a:lnTo>
                  <a:pt x="1499902" y="18014"/>
                </a:lnTo>
                <a:lnTo>
                  <a:pt x="1484938" y="18931"/>
                </a:lnTo>
                <a:cubicBezTo>
                  <a:pt x="1452116" y="23125"/>
                  <a:pt x="1433131" y="41111"/>
                  <a:pt x="1412811" y="60432"/>
                </a:cubicBezTo>
                <a:cubicBezTo>
                  <a:pt x="1389009" y="83094"/>
                  <a:pt x="1363465" y="108081"/>
                  <a:pt x="1312376" y="108081"/>
                </a:cubicBezTo>
                <a:cubicBezTo>
                  <a:pt x="1261869" y="108081"/>
                  <a:pt x="1236325" y="83094"/>
                  <a:pt x="1213103" y="60432"/>
                </a:cubicBezTo>
                <a:cubicBezTo>
                  <a:pt x="1192784" y="41111"/>
                  <a:pt x="1173800" y="23125"/>
                  <a:pt x="1140202" y="18931"/>
                </a:cubicBezTo>
                <a:lnTo>
                  <a:pt x="1124860" y="18014"/>
                </a:lnTo>
                <a:lnTo>
                  <a:pt x="1109907" y="18931"/>
                </a:lnTo>
                <a:cubicBezTo>
                  <a:pt x="1077083" y="23125"/>
                  <a:pt x="1058099" y="41111"/>
                  <a:pt x="1037780" y="60432"/>
                </a:cubicBezTo>
                <a:cubicBezTo>
                  <a:pt x="1014563" y="83094"/>
                  <a:pt x="988431" y="108081"/>
                  <a:pt x="937343" y="108081"/>
                </a:cubicBezTo>
                <a:cubicBezTo>
                  <a:pt x="887352" y="108081"/>
                  <a:pt x="861195" y="83094"/>
                  <a:pt x="837942" y="60432"/>
                </a:cubicBezTo>
                <a:cubicBezTo>
                  <a:pt x="817603" y="41111"/>
                  <a:pt x="798587" y="23125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0" y="41111"/>
                  <a:pt x="662511" y="60432"/>
                </a:cubicBezTo>
                <a:cubicBezTo>
                  <a:pt x="639282" y="83094"/>
                  <a:pt x="613157" y="108081"/>
                  <a:pt x="562069" y="108081"/>
                </a:cubicBezTo>
                <a:cubicBezTo>
                  <a:pt x="512115" y="108081"/>
                  <a:pt x="485977" y="83094"/>
                  <a:pt x="462743" y="60432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2"/>
                </a:cubicBezTo>
                <a:cubicBezTo>
                  <a:pt x="264149" y="83094"/>
                  <a:pt x="238024" y="108081"/>
                  <a:pt x="187517" y="108081"/>
                </a:cubicBezTo>
                <a:cubicBezTo>
                  <a:pt x="137009" y="108081"/>
                  <a:pt x="111465" y="83094"/>
                  <a:pt x="87663" y="60432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CB457A0F-D13A-4A65-A984-7E798E2AB82F}"/>
              </a:ext>
            </a:extLst>
          </p:cNvPr>
          <p:cNvSpPr>
            <a:spLocks/>
          </p:cNvSpPr>
          <p:nvPr userDrawn="1"/>
        </p:nvSpPr>
        <p:spPr bwMode="auto">
          <a:xfrm>
            <a:off x="10457421" y="1726903"/>
            <a:ext cx="1734579" cy="1708593"/>
          </a:xfrm>
          <a:custGeom>
            <a:avLst/>
            <a:gdLst>
              <a:gd name="connsiteX0" fmla="*/ 0 w 1734579"/>
              <a:gd name="connsiteY0" fmla="*/ 1600512 h 1708593"/>
              <a:gd name="connsiteX1" fmla="*/ 99855 w 1734579"/>
              <a:gd name="connsiteY1" fmla="*/ 1648161 h 1708593"/>
              <a:gd name="connsiteX2" fmla="*/ 187517 w 1734579"/>
              <a:gd name="connsiteY2" fmla="*/ 1690580 h 1708593"/>
              <a:gd name="connsiteX3" fmla="*/ 275179 w 1734579"/>
              <a:gd name="connsiteY3" fmla="*/ 1648161 h 1708593"/>
              <a:gd name="connsiteX4" fmla="*/ 375034 w 1734579"/>
              <a:gd name="connsiteY4" fmla="*/ 1600512 h 1708593"/>
              <a:gd name="connsiteX5" fmla="*/ 474940 w 1734579"/>
              <a:gd name="connsiteY5" fmla="*/ 1648161 h 1708593"/>
              <a:gd name="connsiteX6" fmla="*/ 562069 w 1734579"/>
              <a:gd name="connsiteY6" fmla="*/ 1690580 h 1708593"/>
              <a:gd name="connsiteX7" fmla="*/ 650315 w 1734579"/>
              <a:gd name="connsiteY7" fmla="*/ 1648161 h 1708593"/>
              <a:gd name="connsiteX8" fmla="*/ 740506 w 1734579"/>
              <a:gd name="connsiteY8" fmla="*/ 1600798 h 1708593"/>
              <a:gd name="connsiteX9" fmla="*/ 749586 w 1734579"/>
              <a:gd name="connsiteY9" fmla="*/ 1600512 h 1708593"/>
              <a:gd name="connsiteX10" fmla="*/ 758889 w 1734579"/>
              <a:gd name="connsiteY10" fmla="*/ 1600798 h 1708593"/>
              <a:gd name="connsiteX11" fmla="*/ 850154 w 1734579"/>
              <a:gd name="connsiteY11" fmla="*/ 1648161 h 1708593"/>
              <a:gd name="connsiteX12" fmla="*/ 937343 w 1734579"/>
              <a:gd name="connsiteY12" fmla="*/ 1690580 h 1708593"/>
              <a:gd name="connsiteX13" fmla="*/ 1025586 w 1734579"/>
              <a:gd name="connsiteY13" fmla="*/ 1648161 h 1708593"/>
              <a:gd name="connsiteX14" fmla="*/ 1115684 w 1734579"/>
              <a:gd name="connsiteY14" fmla="*/ 1600798 h 1708593"/>
              <a:gd name="connsiteX15" fmla="*/ 1124860 w 1734579"/>
              <a:gd name="connsiteY15" fmla="*/ 1600512 h 1708593"/>
              <a:gd name="connsiteX16" fmla="*/ 1134151 w 1734579"/>
              <a:gd name="connsiteY16" fmla="*/ 1600798 h 1708593"/>
              <a:gd name="connsiteX17" fmla="*/ 1225295 w 1734579"/>
              <a:gd name="connsiteY17" fmla="*/ 1648161 h 1708593"/>
              <a:gd name="connsiteX18" fmla="*/ 1312376 w 1734579"/>
              <a:gd name="connsiteY18" fmla="*/ 1690580 h 1708593"/>
              <a:gd name="connsiteX19" fmla="*/ 1400620 w 1734579"/>
              <a:gd name="connsiteY19" fmla="*/ 1648161 h 1708593"/>
              <a:gd name="connsiteX20" fmla="*/ 1490714 w 1734579"/>
              <a:gd name="connsiteY20" fmla="*/ 1600798 h 1708593"/>
              <a:gd name="connsiteX21" fmla="*/ 1499902 w 1734579"/>
              <a:gd name="connsiteY21" fmla="*/ 1600512 h 1708593"/>
              <a:gd name="connsiteX22" fmla="*/ 1509200 w 1734579"/>
              <a:gd name="connsiteY22" fmla="*/ 1600798 h 1708593"/>
              <a:gd name="connsiteX23" fmla="*/ 1600457 w 1734579"/>
              <a:gd name="connsiteY23" fmla="*/ 1648161 h 1708593"/>
              <a:gd name="connsiteX24" fmla="*/ 1672675 w 1734579"/>
              <a:gd name="connsiteY24" fmla="*/ 1689663 h 1708593"/>
              <a:gd name="connsiteX25" fmla="*/ 1687656 w 1734579"/>
              <a:gd name="connsiteY25" fmla="*/ 1690580 h 1708593"/>
              <a:gd name="connsiteX26" fmla="*/ 1702991 w 1734579"/>
              <a:gd name="connsiteY26" fmla="*/ 1689663 h 1708593"/>
              <a:gd name="connsiteX27" fmla="*/ 1734579 w 1734579"/>
              <a:gd name="connsiteY27" fmla="*/ 1678167 h 1708593"/>
              <a:gd name="connsiteX28" fmla="*/ 1734579 w 1734579"/>
              <a:gd name="connsiteY28" fmla="*/ 1699183 h 1708593"/>
              <a:gd name="connsiteX29" fmla="*/ 1727021 w 1734579"/>
              <a:gd name="connsiteY29" fmla="*/ 1702701 h 1708593"/>
              <a:gd name="connsiteX30" fmla="*/ 1696936 w 1734579"/>
              <a:gd name="connsiteY30" fmla="*/ 1708307 h 1708593"/>
              <a:gd name="connsiteX31" fmla="*/ 1687656 w 1734579"/>
              <a:gd name="connsiteY31" fmla="*/ 1708593 h 1708593"/>
              <a:gd name="connsiteX32" fmla="*/ 1678456 w 1734579"/>
              <a:gd name="connsiteY32" fmla="*/ 1708307 h 1708593"/>
              <a:gd name="connsiteX33" fmla="*/ 1588259 w 1734579"/>
              <a:gd name="connsiteY33" fmla="*/ 1660945 h 1708593"/>
              <a:gd name="connsiteX34" fmla="*/ 1515254 w 1734579"/>
              <a:gd name="connsiteY34" fmla="*/ 1619443 h 1708593"/>
              <a:gd name="connsiteX35" fmla="*/ 1499902 w 1734579"/>
              <a:gd name="connsiteY35" fmla="*/ 1618526 h 1708593"/>
              <a:gd name="connsiteX36" fmla="*/ 1484938 w 1734579"/>
              <a:gd name="connsiteY36" fmla="*/ 1619443 h 1708593"/>
              <a:gd name="connsiteX37" fmla="*/ 1412811 w 1734579"/>
              <a:gd name="connsiteY37" fmla="*/ 1660945 h 1708593"/>
              <a:gd name="connsiteX38" fmla="*/ 1312376 w 1734579"/>
              <a:gd name="connsiteY38" fmla="*/ 1708593 h 1708593"/>
              <a:gd name="connsiteX39" fmla="*/ 1213103 w 1734579"/>
              <a:gd name="connsiteY39" fmla="*/ 1660945 h 1708593"/>
              <a:gd name="connsiteX40" fmla="*/ 1140202 w 1734579"/>
              <a:gd name="connsiteY40" fmla="*/ 1619443 h 1708593"/>
              <a:gd name="connsiteX41" fmla="*/ 1124860 w 1734579"/>
              <a:gd name="connsiteY41" fmla="*/ 1618526 h 1708593"/>
              <a:gd name="connsiteX42" fmla="*/ 1109907 w 1734579"/>
              <a:gd name="connsiteY42" fmla="*/ 1619443 h 1708593"/>
              <a:gd name="connsiteX43" fmla="*/ 1037780 w 1734579"/>
              <a:gd name="connsiteY43" fmla="*/ 1660945 h 1708593"/>
              <a:gd name="connsiteX44" fmla="*/ 937343 w 1734579"/>
              <a:gd name="connsiteY44" fmla="*/ 1708593 h 1708593"/>
              <a:gd name="connsiteX45" fmla="*/ 837942 w 1734579"/>
              <a:gd name="connsiteY45" fmla="*/ 1660945 h 1708593"/>
              <a:gd name="connsiteX46" fmla="*/ 764952 w 1734579"/>
              <a:gd name="connsiteY46" fmla="*/ 1619443 h 1708593"/>
              <a:gd name="connsiteX47" fmla="*/ 749586 w 1734579"/>
              <a:gd name="connsiteY47" fmla="*/ 1618526 h 1708593"/>
              <a:gd name="connsiteX48" fmla="*/ 734638 w 1734579"/>
              <a:gd name="connsiteY48" fmla="*/ 1619443 h 1708593"/>
              <a:gd name="connsiteX49" fmla="*/ 662511 w 1734579"/>
              <a:gd name="connsiteY49" fmla="*/ 1660945 h 1708593"/>
              <a:gd name="connsiteX50" fmla="*/ 562069 w 1734579"/>
              <a:gd name="connsiteY50" fmla="*/ 1708593 h 1708593"/>
              <a:gd name="connsiteX51" fmla="*/ 462743 w 1734579"/>
              <a:gd name="connsiteY51" fmla="*/ 1660945 h 1708593"/>
              <a:gd name="connsiteX52" fmla="*/ 375034 w 1734579"/>
              <a:gd name="connsiteY52" fmla="*/ 1618526 h 1708593"/>
              <a:gd name="connsiteX53" fmla="*/ 287371 w 1734579"/>
              <a:gd name="connsiteY53" fmla="*/ 1660945 h 1708593"/>
              <a:gd name="connsiteX54" fmla="*/ 187517 w 1734579"/>
              <a:gd name="connsiteY54" fmla="*/ 1708593 h 1708593"/>
              <a:gd name="connsiteX55" fmla="*/ 87663 w 1734579"/>
              <a:gd name="connsiteY55" fmla="*/ 1660945 h 1708593"/>
              <a:gd name="connsiteX56" fmla="*/ 0 w 1734579"/>
              <a:gd name="connsiteY56" fmla="*/ 1618526 h 1708593"/>
              <a:gd name="connsiteX57" fmla="*/ 0 w 1734579"/>
              <a:gd name="connsiteY57" fmla="*/ 1501097 h 1708593"/>
              <a:gd name="connsiteX58" fmla="*/ 99855 w 1734579"/>
              <a:gd name="connsiteY58" fmla="*/ 1548208 h 1708593"/>
              <a:gd name="connsiteX59" fmla="*/ 187517 w 1734579"/>
              <a:gd name="connsiteY59" fmla="*/ 1590666 h 1708593"/>
              <a:gd name="connsiteX60" fmla="*/ 275179 w 1734579"/>
              <a:gd name="connsiteY60" fmla="*/ 1548208 h 1708593"/>
              <a:gd name="connsiteX61" fmla="*/ 375034 w 1734579"/>
              <a:gd name="connsiteY61" fmla="*/ 1501097 h 1708593"/>
              <a:gd name="connsiteX62" fmla="*/ 474940 w 1734579"/>
              <a:gd name="connsiteY62" fmla="*/ 1548208 h 1708593"/>
              <a:gd name="connsiteX63" fmla="*/ 562069 w 1734579"/>
              <a:gd name="connsiteY63" fmla="*/ 1590666 h 1708593"/>
              <a:gd name="connsiteX64" fmla="*/ 650315 w 1734579"/>
              <a:gd name="connsiteY64" fmla="*/ 1548208 h 1708593"/>
              <a:gd name="connsiteX65" fmla="*/ 740506 w 1734579"/>
              <a:gd name="connsiteY65" fmla="*/ 1501377 h 1708593"/>
              <a:gd name="connsiteX66" fmla="*/ 749586 w 1734579"/>
              <a:gd name="connsiteY66" fmla="*/ 1501097 h 1708593"/>
              <a:gd name="connsiteX67" fmla="*/ 758889 w 1734579"/>
              <a:gd name="connsiteY67" fmla="*/ 1501377 h 1708593"/>
              <a:gd name="connsiteX68" fmla="*/ 850154 w 1734579"/>
              <a:gd name="connsiteY68" fmla="*/ 1548208 h 1708593"/>
              <a:gd name="connsiteX69" fmla="*/ 937343 w 1734579"/>
              <a:gd name="connsiteY69" fmla="*/ 1590666 h 1708593"/>
              <a:gd name="connsiteX70" fmla="*/ 1025586 w 1734579"/>
              <a:gd name="connsiteY70" fmla="*/ 1548208 h 1708593"/>
              <a:gd name="connsiteX71" fmla="*/ 1115684 w 1734579"/>
              <a:gd name="connsiteY71" fmla="*/ 1501377 h 1708593"/>
              <a:gd name="connsiteX72" fmla="*/ 1124860 w 1734579"/>
              <a:gd name="connsiteY72" fmla="*/ 1501097 h 1708593"/>
              <a:gd name="connsiteX73" fmla="*/ 1134151 w 1734579"/>
              <a:gd name="connsiteY73" fmla="*/ 1501377 h 1708593"/>
              <a:gd name="connsiteX74" fmla="*/ 1225295 w 1734579"/>
              <a:gd name="connsiteY74" fmla="*/ 1548208 h 1708593"/>
              <a:gd name="connsiteX75" fmla="*/ 1312376 w 1734579"/>
              <a:gd name="connsiteY75" fmla="*/ 1590666 h 1708593"/>
              <a:gd name="connsiteX76" fmla="*/ 1400620 w 1734579"/>
              <a:gd name="connsiteY76" fmla="*/ 1548208 h 1708593"/>
              <a:gd name="connsiteX77" fmla="*/ 1490714 w 1734579"/>
              <a:gd name="connsiteY77" fmla="*/ 1501377 h 1708593"/>
              <a:gd name="connsiteX78" fmla="*/ 1499902 w 1734579"/>
              <a:gd name="connsiteY78" fmla="*/ 1501097 h 1708593"/>
              <a:gd name="connsiteX79" fmla="*/ 1509200 w 1734579"/>
              <a:gd name="connsiteY79" fmla="*/ 1501377 h 1708593"/>
              <a:gd name="connsiteX80" fmla="*/ 1600457 w 1734579"/>
              <a:gd name="connsiteY80" fmla="*/ 1548208 h 1708593"/>
              <a:gd name="connsiteX81" fmla="*/ 1672675 w 1734579"/>
              <a:gd name="connsiteY81" fmla="*/ 1589772 h 1708593"/>
              <a:gd name="connsiteX82" fmla="*/ 1687656 w 1734579"/>
              <a:gd name="connsiteY82" fmla="*/ 1590666 h 1708593"/>
              <a:gd name="connsiteX83" fmla="*/ 1702991 w 1734579"/>
              <a:gd name="connsiteY83" fmla="*/ 1589748 h 1708593"/>
              <a:gd name="connsiteX84" fmla="*/ 1734579 w 1734579"/>
              <a:gd name="connsiteY84" fmla="*/ 1578243 h 1708593"/>
              <a:gd name="connsiteX85" fmla="*/ 1734579 w 1734579"/>
              <a:gd name="connsiteY85" fmla="*/ 1599278 h 1708593"/>
              <a:gd name="connsiteX86" fmla="*/ 1727021 w 1734579"/>
              <a:gd name="connsiteY86" fmla="*/ 1602799 h 1708593"/>
              <a:gd name="connsiteX87" fmla="*/ 1696936 w 1734579"/>
              <a:gd name="connsiteY87" fmla="*/ 1608410 h 1708593"/>
              <a:gd name="connsiteX88" fmla="*/ 1687656 w 1734579"/>
              <a:gd name="connsiteY88" fmla="*/ 1608697 h 1708593"/>
              <a:gd name="connsiteX89" fmla="*/ 1678456 w 1734579"/>
              <a:gd name="connsiteY89" fmla="*/ 1608410 h 1708593"/>
              <a:gd name="connsiteX90" fmla="*/ 1588259 w 1734579"/>
              <a:gd name="connsiteY90" fmla="*/ 1561004 h 1708593"/>
              <a:gd name="connsiteX91" fmla="*/ 1515254 w 1734579"/>
              <a:gd name="connsiteY91" fmla="*/ 1519464 h 1708593"/>
              <a:gd name="connsiteX92" fmla="*/ 1499902 w 1734579"/>
              <a:gd name="connsiteY92" fmla="*/ 1518546 h 1708593"/>
              <a:gd name="connsiteX93" fmla="*/ 1484938 w 1734579"/>
              <a:gd name="connsiteY93" fmla="*/ 1519464 h 1708593"/>
              <a:gd name="connsiteX94" fmla="*/ 1412811 w 1734579"/>
              <a:gd name="connsiteY94" fmla="*/ 1561004 h 1708593"/>
              <a:gd name="connsiteX95" fmla="*/ 1312376 w 1734579"/>
              <a:gd name="connsiteY95" fmla="*/ 1608697 h 1708593"/>
              <a:gd name="connsiteX96" fmla="*/ 1213103 w 1734579"/>
              <a:gd name="connsiteY96" fmla="*/ 1561004 h 1708593"/>
              <a:gd name="connsiteX97" fmla="*/ 1140202 w 1734579"/>
              <a:gd name="connsiteY97" fmla="*/ 1519464 h 1708593"/>
              <a:gd name="connsiteX98" fmla="*/ 1124860 w 1734579"/>
              <a:gd name="connsiteY98" fmla="*/ 1518546 h 1708593"/>
              <a:gd name="connsiteX99" fmla="*/ 1109907 w 1734579"/>
              <a:gd name="connsiteY99" fmla="*/ 1519464 h 1708593"/>
              <a:gd name="connsiteX100" fmla="*/ 1037780 w 1734579"/>
              <a:gd name="connsiteY100" fmla="*/ 1561004 h 1708593"/>
              <a:gd name="connsiteX101" fmla="*/ 937343 w 1734579"/>
              <a:gd name="connsiteY101" fmla="*/ 1608697 h 1708593"/>
              <a:gd name="connsiteX102" fmla="*/ 837942 w 1734579"/>
              <a:gd name="connsiteY102" fmla="*/ 1561004 h 1708593"/>
              <a:gd name="connsiteX103" fmla="*/ 764952 w 1734579"/>
              <a:gd name="connsiteY103" fmla="*/ 1519464 h 1708593"/>
              <a:gd name="connsiteX104" fmla="*/ 749586 w 1734579"/>
              <a:gd name="connsiteY104" fmla="*/ 1518546 h 1708593"/>
              <a:gd name="connsiteX105" fmla="*/ 734638 w 1734579"/>
              <a:gd name="connsiteY105" fmla="*/ 1519464 h 1708593"/>
              <a:gd name="connsiteX106" fmla="*/ 662511 w 1734579"/>
              <a:gd name="connsiteY106" fmla="*/ 1561004 h 1708593"/>
              <a:gd name="connsiteX107" fmla="*/ 562069 w 1734579"/>
              <a:gd name="connsiteY107" fmla="*/ 1608697 h 1708593"/>
              <a:gd name="connsiteX108" fmla="*/ 462743 w 1734579"/>
              <a:gd name="connsiteY108" fmla="*/ 1561004 h 1708593"/>
              <a:gd name="connsiteX109" fmla="*/ 375034 w 1734579"/>
              <a:gd name="connsiteY109" fmla="*/ 1518546 h 1708593"/>
              <a:gd name="connsiteX110" fmla="*/ 287371 w 1734579"/>
              <a:gd name="connsiteY110" fmla="*/ 1561004 h 1708593"/>
              <a:gd name="connsiteX111" fmla="*/ 187517 w 1734579"/>
              <a:gd name="connsiteY111" fmla="*/ 1608697 h 1708593"/>
              <a:gd name="connsiteX112" fmla="*/ 87663 w 1734579"/>
              <a:gd name="connsiteY112" fmla="*/ 1561004 h 1708593"/>
              <a:gd name="connsiteX113" fmla="*/ 0 w 1734579"/>
              <a:gd name="connsiteY113" fmla="*/ 1518546 h 1708593"/>
              <a:gd name="connsiteX114" fmla="*/ 0 w 1734579"/>
              <a:gd name="connsiteY114" fmla="*/ 1399997 h 1708593"/>
              <a:gd name="connsiteX115" fmla="*/ 99855 w 1734579"/>
              <a:gd name="connsiteY115" fmla="*/ 1447645 h 1708593"/>
              <a:gd name="connsiteX116" fmla="*/ 187517 w 1734579"/>
              <a:gd name="connsiteY116" fmla="*/ 1490064 h 1708593"/>
              <a:gd name="connsiteX117" fmla="*/ 275179 w 1734579"/>
              <a:gd name="connsiteY117" fmla="*/ 1447645 h 1708593"/>
              <a:gd name="connsiteX118" fmla="*/ 375034 w 1734579"/>
              <a:gd name="connsiteY118" fmla="*/ 1399997 h 1708593"/>
              <a:gd name="connsiteX119" fmla="*/ 474940 w 1734579"/>
              <a:gd name="connsiteY119" fmla="*/ 1447645 h 1708593"/>
              <a:gd name="connsiteX120" fmla="*/ 562069 w 1734579"/>
              <a:gd name="connsiteY120" fmla="*/ 1490064 h 1708593"/>
              <a:gd name="connsiteX121" fmla="*/ 650315 w 1734579"/>
              <a:gd name="connsiteY121" fmla="*/ 1447645 h 1708593"/>
              <a:gd name="connsiteX122" fmla="*/ 740506 w 1734579"/>
              <a:gd name="connsiteY122" fmla="*/ 1400283 h 1708593"/>
              <a:gd name="connsiteX123" fmla="*/ 749586 w 1734579"/>
              <a:gd name="connsiteY123" fmla="*/ 1399997 h 1708593"/>
              <a:gd name="connsiteX124" fmla="*/ 758889 w 1734579"/>
              <a:gd name="connsiteY124" fmla="*/ 1400283 h 1708593"/>
              <a:gd name="connsiteX125" fmla="*/ 850154 w 1734579"/>
              <a:gd name="connsiteY125" fmla="*/ 1447645 h 1708593"/>
              <a:gd name="connsiteX126" fmla="*/ 937343 w 1734579"/>
              <a:gd name="connsiteY126" fmla="*/ 1490064 h 1708593"/>
              <a:gd name="connsiteX127" fmla="*/ 1025586 w 1734579"/>
              <a:gd name="connsiteY127" fmla="*/ 1447645 h 1708593"/>
              <a:gd name="connsiteX128" fmla="*/ 1115684 w 1734579"/>
              <a:gd name="connsiteY128" fmla="*/ 1400283 h 1708593"/>
              <a:gd name="connsiteX129" fmla="*/ 1124860 w 1734579"/>
              <a:gd name="connsiteY129" fmla="*/ 1399997 h 1708593"/>
              <a:gd name="connsiteX130" fmla="*/ 1134151 w 1734579"/>
              <a:gd name="connsiteY130" fmla="*/ 1400283 h 1708593"/>
              <a:gd name="connsiteX131" fmla="*/ 1225295 w 1734579"/>
              <a:gd name="connsiteY131" fmla="*/ 1447645 h 1708593"/>
              <a:gd name="connsiteX132" fmla="*/ 1312376 w 1734579"/>
              <a:gd name="connsiteY132" fmla="*/ 1490064 h 1708593"/>
              <a:gd name="connsiteX133" fmla="*/ 1400620 w 1734579"/>
              <a:gd name="connsiteY133" fmla="*/ 1447645 h 1708593"/>
              <a:gd name="connsiteX134" fmla="*/ 1490714 w 1734579"/>
              <a:gd name="connsiteY134" fmla="*/ 1400283 h 1708593"/>
              <a:gd name="connsiteX135" fmla="*/ 1499902 w 1734579"/>
              <a:gd name="connsiteY135" fmla="*/ 1399997 h 1708593"/>
              <a:gd name="connsiteX136" fmla="*/ 1509200 w 1734579"/>
              <a:gd name="connsiteY136" fmla="*/ 1400283 h 1708593"/>
              <a:gd name="connsiteX137" fmla="*/ 1600457 w 1734579"/>
              <a:gd name="connsiteY137" fmla="*/ 1447645 h 1708593"/>
              <a:gd name="connsiteX138" fmla="*/ 1672675 w 1734579"/>
              <a:gd name="connsiteY138" fmla="*/ 1489147 h 1708593"/>
              <a:gd name="connsiteX139" fmla="*/ 1687656 w 1734579"/>
              <a:gd name="connsiteY139" fmla="*/ 1490064 h 1708593"/>
              <a:gd name="connsiteX140" fmla="*/ 1702991 w 1734579"/>
              <a:gd name="connsiteY140" fmla="*/ 1489147 h 1708593"/>
              <a:gd name="connsiteX141" fmla="*/ 1734579 w 1734579"/>
              <a:gd name="connsiteY141" fmla="*/ 1477652 h 1708593"/>
              <a:gd name="connsiteX142" fmla="*/ 1734579 w 1734579"/>
              <a:gd name="connsiteY142" fmla="*/ 1498668 h 1708593"/>
              <a:gd name="connsiteX143" fmla="*/ 1727021 w 1734579"/>
              <a:gd name="connsiteY143" fmla="*/ 1502186 h 1708593"/>
              <a:gd name="connsiteX144" fmla="*/ 1696936 w 1734579"/>
              <a:gd name="connsiteY144" fmla="*/ 1507792 h 1708593"/>
              <a:gd name="connsiteX145" fmla="*/ 1687656 w 1734579"/>
              <a:gd name="connsiteY145" fmla="*/ 1508078 h 1708593"/>
              <a:gd name="connsiteX146" fmla="*/ 1678456 w 1734579"/>
              <a:gd name="connsiteY146" fmla="*/ 1507792 h 1708593"/>
              <a:gd name="connsiteX147" fmla="*/ 1588259 w 1734579"/>
              <a:gd name="connsiteY147" fmla="*/ 1460429 h 1708593"/>
              <a:gd name="connsiteX148" fmla="*/ 1515254 w 1734579"/>
              <a:gd name="connsiteY148" fmla="*/ 1418928 h 1708593"/>
              <a:gd name="connsiteX149" fmla="*/ 1499902 w 1734579"/>
              <a:gd name="connsiteY149" fmla="*/ 1418010 h 1708593"/>
              <a:gd name="connsiteX150" fmla="*/ 1484938 w 1734579"/>
              <a:gd name="connsiteY150" fmla="*/ 1418928 h 1708593"/>
              <a:gd name="connsiteX151" fmla="*/ 1412811 w 1734579"/>
              <a:gd name="connsiteY151" fmla="*/ 1460429 h 1708593"/>
              <a:gd name="connsiteX152" fmla="*/ 1312376 w 1734579"/>
              <a:gd name="connsiteY152" fmla="*/ 1508078 h 1708593"/>
              <a:gd name="connsiteX153" fmla="*/ 1213103 w 1734579"/>
              <a:gd name="connsiteY153" fmla="*/ 1460429 h 1708593"/>
              <a:gd name="connsiteX154" fmla="*/ 1140202 w 1734579"/>
              <a:gd name="connsiteY154" fmla="*/ 1418928 h 1708593"/>
              <a:gd name="connsiteX155" fmla="*/ 1124860 w 1734579"/>
              <a:gd name="connsiteY155" fmla="*/ 1418010 h 1708593"/>
              <a:gd name="connsiteX156" fmla="*/ 1109907 w 1734579"/>
              <a:gd name="connsiteY156" fmla="*/ 1418928 h 1708593"/>
              <a:gd name="connsiteX157" fmla="*/ 1037780 w 1734579"/>
              <a:gd name="connsiteY157" fmla="*/ 1460429 h 1708593"/>
              <a:gd name="connsiteX158" fmla="*/ 937343 w 1734579"/>
              <a:gd name="connsiteY158" fmla="*/ 1508078 h 1708593"/>
              <a:gd name="connsiteX159" fmla="*/ 837942 w 1734579"/>
              <a:gd name="connsiteY159" fmla="*/ 1460429 h 1708593"/>
              <a:gd name="connsiteX160" fmla="*/ 764952 w 1734579"/>
              <a:gd name="connsiteY160" fmla="*/ 1418928 h 1708593"/>
              <a:gd name="connsiteX161" fmla="*/ 749586 w 1734579"/>
              <a:gd name="connsiteY161" fmla="*/ 1418010 h 1708593"/>
              <a:gd name="connsiteX162" fmla="*/ 734638 w 1734579"/>
              <a:gd name="connsiteY162" fmla="*/ 1418928 h 1708593"/>
              <a:gd name="connsiteX163" fmla="*/ 662511 w 1734579"/>
              <a:gd name="connsiteY163" fmla="*/ 1460429 h 1708593"/>
              <a:gd name="connsiteX164" fmla="*/ 562069 w 1734579"/>
              <a:gd name="connsiteY164" fmla="*/ 1508078 h 1708593"/>
              <a:gd name="connsiteX165" fmla="*/ 462743 w 1734579"/>
              <a:gd name="connsiteY165" fmla="*/ 1460429 h 1708593"/>
              <a:gd name="connsiteX166" fmla="*/ 375034 w 1734579"/>
              <a:gd name="connsiteY166" fmla="*/ 1418010 h 1708593"/>
              <a:gd name="connsiteX167" fmla="*/ 287371 w 1734579"/>
              <a:gd name="connsiteY167" fmla="*/ 1460429 h 1708593"/>
              <a:gd name="connsiteX168" fmla="*/ 187517 w 1734579"/>
              <a:gd name="connsiteY168" fmla="*/ 1508078 h 1708593"/>
              <a:gd name="connsiteX169" fmla="*/ 87663 w 1734579"/>
              <a:gd name="connsiteY169" fmla="*/ 1460429 h 1708593"/>
              <a:gd name="connsiteX170" fmla="*/ 0 w 1734579"/>
              <a:gd name="connsiteY170" fmla="*/ 1418010 h 1708593"/>
              <a:gd name="connsiteX171" fmla="*/ 0 w 1734579"/>
              <a:gd name="connsiteY171" fmla="*/ 1300582 h 1708593"/>
              <a:gd name="connsiteX172" fmla="*/ 99855 w 1734579"/>
              <a:gd name="connsiteY172" fmla="*/ 1347693 h 1708593"/>
              <a:gd name="connsiteX173" fmla="*/ 187517 w 1734579"/>
              <a:gd name="connsiteY173" fmla="*/ 1390151 h 1708593"/>
              <a:gd name="connsiteX174" fmla="*/ 275179 w 1734579"/>
              <a:gd name="connsiteY174" fmla="*/ 1347693 h 1708593"/>
              <a:gd name="connsiteX175" fmla="*/ 375034 w 1734579"/>
              <a:gd name="connsiteY175" fmla="*/ 1300582 h 1708593"/>
              <a:gd name="connsiteX176" fmla="*/ 474940 w 1734579"/>
              <a:gd name="connsiteY176" fmla="*/ 1347693 h 1708593"/>
              <a:gd name="connsiteX177" fmla="*/ 562069 w 1734579"/>
              <a:gd name="connsiteY177" fmla="*/ 1390151 h 1708593"/>
              <a:gd name="connsiteX178" fmla="*/ 650315 w 1734579"/>
              <a:gd name="connsiteY178" fmla="*/ 1347693 h 1708593"/>
              <a:gd name="connsiteX179" fmla="*/ 740506 w 1734579"/>
              <a:gd name="connsiteY179" fmla="*/ 1300868 h 1708593"/>
              <a:gd name="connsiteX180" fmla="*/ 749586 w 1734579"/>
              <a:gd name="connsiteY180" fmla="*/ 1300582 h 1708593"/>
              <a:gd name="connsiteX181" fmla="*/ 758889 w 1734579"/>
              <a:gd name="connsiteY181" fmla="*/ 1300868 h 1708593"/>
              <a:gd name="connsiteX182" fmla="*/ 850154 w 1734579"/>
              <a:gd name="connsiteY182" fmla="*/ 1347693 h 1708593"/>
              <a:gd name="connsiteX183" fmla="*/ 937343 w 1734579"/>
              <a:gd name="connsiteY183" fmla="*/ 1390151 h 1708593"/>
              <a:gd name="connsiteX184" fmla="*/ 1025586 w 1734579"/>
              <a:gd name="connsiteY184" fmla="*/ 1347693 h 1708593"/>
              <a:gd name="connsiteX185" fmla="*/ 1115684 w 1734579"/>
              <a:gd name="connsiteY185" fmla="*/ 1300868 h 1708593"/>
              <a:gd name="connsiteX186" fmla="*/ 1124860 w 1734579"/>
              <a:gd name="connsiteY186" fmla="*/ 1300582 h 1708593"/>
              <a:gd name="connsiteX187" fmla="*/ 1134151 w 1734579"/>
              <a:gd name="connsiteY187" fmla="*/ 1300868 h 1708593"/>
              <a:gd name="connsiteX188" fmla="*/ 1225295 w 1734579"/>
              <a:gd name="connsiteY188" fmla="*/ 1347693 h 1708593"/>
              <a:gd name="connsiteX189" fmla="*/ 1312376 w 1734579"/>
              <a:gd name="connsiteY189" fmla="*/ 1390151 h 1708593"/>
              <a:gd name="connsiteX190" fmla="*/ 1400620 w 1734579"/>
              <a:gd name="connsiteY190" fmla="*/ 1347693 h 1708593"/>
              <a:gd name="connsiteX191" fmla="*/ 1490714 w 1734579"/>
              <a:gd name="connsiteY191" fmla="*/ 1300868 h 1708593"/>
              <a:gd name="connsiteX192" fmla="*/ 1499902 w 1734579"/>
              <a:gd name="connsiteY192" fmla="*/ 1300582 h 1708593"/>
              <a:gd name="connsiteX193" fmla="*/ 1509200 w 1734579"/>
              <a:gd name="connsiteY193" fmla="*/ 1300868 h 1708593"/>
              <a:gd name="connsiteX194" fmla="*/ 1600457 w 1734579"/>
              <a:gd name="connsiteY194" fmla="*/ 1347693 h 1708593"/>
              <a:gd name="connsiteX195" fmla="*/ 1672675 w 1734579"/>
              <a:gd name="connsiteY195" fmla="*/ 1389257 h 1708593"/>
              <a:gd name="connsiteX196" fmla="*/ 1687656 w 1734579"/>
              <a:gd name="connsiteY196" fmla="*/ 1390151 h 1708593"/>
              <a:gd name="connsiteX197" fmla="*/ 1702991 w 1734579"/>
              <a:gd name="connsiteY197" fmla="*/ 1389257 h 1708593"/>
              <a:gd name="connsiteX198" fmla="*/ 1734579 w 1734579"/>
              <a:gd name="connsiteY198" fmla="*/ 1377917 h 1708593"/>
              <a:gd name="connsiteX199" fmla="*/ 1734579 w 1734579"/>
              <a:gd name="connsiteY199" fmla="*/ 1398947 h 1708593"/>
              <a:gd name="connsiteX200" fmla="*/ 1727021 w 1734579"/>
              <a:gd name="connsiteY200" fmla="*/ 1402407 h 1708593"/>
              <a:gd name="connsiteX201" fmla="*/ 1696936 w 1734579"/>
              <a:gd name="connsiteY201" fmla="*/ 1407901 h 1708593"/>
              <a:gd name="connsiteX202" fmla="*/ 1687656 w 1734579"/>
              <a:gd name="connsiteY202" fmla="*/ 1408181 h 1708593"/>
              <a:gd name="connsiteX203" fmla="*/ 1678456 w 1734579"/>
              <a:gd name="connsiteY203" fmla="*/ 1407901 h 1708593"/>
              <a:gd name="connsiteX204" fmla="*/ 1588259 w 1734579"/>
              <a:gd name="connsiteY204" fmla="*/ 1361070 h 1708593"/>
              <a:gd name="connsiteX205" fmla="*/ 1515254 w 1734579"/>
              <a:gd name="connsiteY205" fmla="*/ 1319506 h 1708593"/>
              <a:gd name="connsiteX206" fmla="*/ 1499902 w 1734579"/>
              <a:gd name="connsiteY206" fmla="*/ 1318612 h 1708593"/>
              <a:gd name="connsiteX207" fmla="*/ 1484938 w 1734579"/>
              <a:gd name="connsiteY207" fmla="*/ 1319506 h 1708593"/>
              <a:gd name="connsiteX208" fmla="*/ 1412811 w 1734579"/>
              <a:gd name="connsiteY208" fmla="*/ 1361070 h 1708593"/>
              <a:gd name="connsiteX209" fmla="*/ 1312376 w 1734579"/>
              <a:gd name="connsiteY209" fmla="*/ 1408181 h 1708593"/>
              <a:gd name="connsiteX210" fmla="*/ 1213103 w 1734579"/>
              <a:gd name="connsiteY210" fmla="*/ 1361070 h 1708593"/>
              <a:gd name="connsiteX211" fmla="*/ 1140202 w 1734579"/>
              <a:gd name="connsiteY211" fmla="*/ 1319506 h 1708593"/>
              <a:gd name="connsiteX212" fmla="*/ 1124860 w 1734579"/>
              <a:gd name="connsiteY212" fmla="*/ 1318612 h 1708593"/>
              <a:gd name="connsiteX213" fmla="*/ 1109907 w 1734579"/>
              <a:gd name="connsiteY213" fmla="*/ 1319506 h 1708593"/>
              <a:gd name="connsiteX214" fmla="*/ 1037780 w 1734579"/>
              <a:gd name="connsiteY214" fmla="*/ 1361070 h 1708593"/>
              <a:gd name="connsiteX215" fmla="*/ 937343 w 1734579"/>
              <a:gd name="connsiteY215" fmla="*/ 1408181 h 1708593"/>
              <a:gd name="connsiteX216" fmla="*/ 837942 w 1734579"/>
              <a:gd name="connsiteY216" fmla="*/ 1361070 h 1708593"/>
              <a:gd name="connsiteX217" fmla="*/ 764952 w 1734579"/>
              <a:gd name="connsiteY217" fmla="*/ 1319506 h 1708593"/>
              <a:gd name="connsiteX218" fmla="*/ 749586 w 1734579"/>
              <a:gd name="connsiteY218" fmla="*/ 1318612 h 1708593"/>
              <a:gd name="connsiteX219" fmla="*/ 734638 w 1734579"/>
              <a:gd name="connsiteY219" fmla="*/ 1319506 h 1708593"/>
              <a:gd name="connsiteX220" fmla="*/ 662511 w 1734579"/>
              <a:gd name="connsiteY220" fmla="*/ 1361070 h 1708593"/>
              <a:gd name="connsiteX221" fmla="*/ 562069 w 1734579"/>
              <a:gd name="connsiteY221" fmla="*/ 1408181 h 1708593"/>
              <a:gd name="connsiteX222" fmla="*/ 462743 w 1734579"/>
              <a:gd name="connsiteY222" fmla="*/ 1361070 h 1708593"/>
              <a:gd name="connsiteX223" fmla="*/ 375034 w 1734579"/>
              <a:gd name="connsiteY223" fmla="*/ 1318612 h 1708593"/>
              <a:gd name="connsiteX224" fmla="*/ 287371 w 1734579"/>
              <a:gd name="connsiteY224" fmla="*/ 1361070 h 1708593"/>
              <a:gd name="connsiteX225" fmla="*/ 187517 w 1734579"/>
              <a:gd name="connsiteY225" fmla="*/ 1408181 h 1708593"/>
              <a:gd name="connsiteX226" fmla="*/ 87663 w 1734579"/>
              <a:gd name="connsiteY226" fmla="*/ 1361070 h 1708593"/>
              <a:gd name="connsiteX227" fmla="*/ 0 w 1734579"/>
              <a:gd name="connsiteY227" fmla="*/ 1318612 h 1708593"/>
              <a:gd name="connsiteX228" fmla="*/ 0 w 1734579"/>
              <a:gd name="connsiteY228" fmla="*/ 1200685 h 1708593"/>
              <a:gd name="connsiteX229" fmla="*/ 99855 w 1734579"/>
              <a:gd name="connsiteY229" fmla="*/ 1248334 h 1708593"/>
              <a:gd name="connsiteX230" fmla="*/ 187517 w 1734579"/>
              <a:gd name="connsiteY230" fmla="*/ 1290753 h 1708593"/>
              <a:gd name="connsiteX231" fmla="*/ 275179 w 1734579"/>
              <a:gd name="connsiteY231" fmla="*/ 1248334 h 1708593"/>
              <a:gd name="connsiteX232" fmla="*/ 375034 w 1734579"/>
              <a:gd name="connsiteY232" fmla="*/ 1200685 h 1708593"/>
              <a:gd name="connsiteX233" fmla="*/ 474940 w 1734579"/>
              <a:gd name="connsiteY233" fmla="*/ 1248334 h 1708593"/>
              <a:gd name="connsiteX234" fmla="*/ 562069 w 1734579"/>
              <a:gd name="connsiteY234" fmla="*/ 1290753 h 1708593"/>
              <a:gd name="connsiteX235" fmla="*/ 650315 w 1734579"/>
              <a:gd name="connsiteY235" fmla="*/ 1248334 h 1708593"/>
              <a:gd name="connsiteX236" fmla="*/ 740506 w 1734579"/>
              <a:gd name="connsiteY236" fmla="*/ 1200971 h 1708593"/>
              <a:gd name="connsiteX237" fmla="*/ 749586 w 1734579"/>
              <a:gd name="connsiteY237" fmla="*/ 1200685 h 1708593"/>
              <a:gd name="connsiteX238" fmla="*/ 758889 w 1734579"/>
              <a:gd name="connsiteY238" fmla="*/ 1200971 h 1708593"/>
              <a:gd name="connsiteX239" fmla="*/ 850154 w 1734579"/>
              <a:gd name="connsiteY239" fmla="*/ 1248334 h 1708593"/>
              <a:gd name="connsiteX240" fmla="*/ 937343 w 1734579"/>
              <a:gd name="connsiteY240" fmla="*/ 1290753 h 1708593"/>
              <a:gd name="connsiteX241" fmla="*/ 1025586 w 1734579"/>
              <a:gd name="connsiteY241" fmla="*/ 1248334 h 1708593"/>
              <a:gd name="connsiteX242" fmla="*/ 1115684 w 1734579"/>
              <a:gd name="connsiteY242" fmla="*/ 1200971 h 1708593"/>
              <a:gd name="connsiteX243" fmla="*/ 1124860 w 1734579"/>
              <a:gd name="connsiteY243" fmla="*/ 1200685 h 1708593"/>
              <a:gd name="connsiteX244" fmla="*/ 1134151 w 1734579"/>
              <a:gd name="connsiteY244" fmla="*/ 1200971 h 1708593"/>
              <a:gd name="connsiteX245" fmla="*/ 1225295 w 1734579"/>
              <a:gd name="connsiteY245" fmla="*/ 1248334 h 1708593"/>
              <a:gd name="connsiteX246" fmla="*/ 1312376 w 1734579"/>
              <a:gd name="connsiteY246" fmla="*/ 1290753 h 1708593"/>
              <a:gd name="connsiteX247" fmla="*/ 1400620 w 1734579"/>
              <a:gd name="connsiteY247" fmla="*/ 1248334 h 1708593"/>
              <a:gd name="connsiteX248" fmla="*/ 1490714 w 1734579"/>
              <a:gd name="connsiteY248" fmla="*/ 1200971 h 1708593"/>
              <a:gd name="connsiteX249" fmla="*/ 1499902 w 1734579"/>
              <a:gd name="connsiteY249" fmla="*/ 1200685 h 1708593"/>
              <a:gd name="connsiteX250" fmla="*/ 1509200 w 1734579"/>
              <a:gd name="connsiteY250" fmla="*/ 1200971 h 1708593"/>
              <a:gd name="connsiteX251" fmla="*/ 1600457 w 1734579"/>
              <a:gd name="connsiteY251" fmla="*/ 1248334 h 1708593"/>
              <a:gd name="connsiteX252" fmla="*/ 1672675 w 1734579"/>
              <a:gd name="connsiteY252" fmla="*/ 1289836 h 1708593"/>
              <a:gd name="connsiteX253" fmla="*/ 1687656 w 1734579"/>
              <a:gd name="connsiteY253" fmla="*/ 1290753 h 1708593"/>
              <a:gd name="connsiteX254" fmla="*/ 1702991 w 1734579"/>
              <a:gd name="connsiteY254" fmla="*/ 1289836 h 1708593"/>
              <a:gd name="connsiteX255" fmla="*/ 1734579 w 1734579"/>
              <a:gd name="connsiteY255" fmla="*/ 1278340 h 1708593"/>
              <a:gd name="connsiteX256" fmla="*/ 1734579 w 1734579"/>
              <a:gd name="connsiteY256" fmla="*/ 1299356 h 1708593"/>
              <a:gd name="connsiteX257" fmla="*/ 1727021 w 1734579"/>
              <a:gd name="connsiteY257" fmla="*/ 1302874 h 1708593"/>
              <a:gd name="connsiteX258" fmla="*/ 1696936 w 1734579"/>
              <a:gd name="connsiteY258" fmla="*/ 1308480 h 1708593"/>
              <a:gd name="connsiteX259" fmla="*/ 1687656 w 1734579"/>
              <a:gd name="connsiteY259" fmla="*/ 1308766 h 1708593"/>
              <a:gd name="connsiteX260" fmla="*/ 1678456 w 1734579"/>
              <a:gd name="connsiteY260" fmla="*/ 1308480 h 1708593"/>
              <a:gd name="connsiteX261" fmla="*/ 1588259 w 1734579"/>
              <a:gd name="connsiteY261" fmla="*/ 1261118 h 1708593"/>
              <a:gd name="connsiteX262" fmla="*/ 1515254 w 1734579"/>
              <a:gd name="connsiteY262" fmla="*/ 1219616 h 1708593"/>
              <a:gd name="connsiteX263" fmla="*/ 1499902 w 1734579"/>
              <a:gd name="connsiteY263" fmla="*/ 1218699 h 1708593"/>
              <a:gd name="connsiteX264" fmla="*/ 1484938 w 1734579"/>
              <a:gd name="connsiteY264" fmla="*/ 1219616 h 1708593"/>
              <a:gd name="connsiteX265" fmla="*/ 1412811 w 1734579"/>
              <a:gd name="connsiteY265" fmla="*/ 1261118 h 1708593"/>
              <a:gd name="connsiteX266" fmla="*/ 1312376 w 1734579"/>
              <a:gd name="connsiteY266" fmla="*/ 1308766 h 1708593"/>
              <a:gd name="connsiteX267" fmla="*/ 1213103 w 1734579"/>
              <a:gd name="connsiteY267" fmla="*/ 1261118 h 1708593"/>
              <a:gd name="connsiteX268" fmla="*/ 1140202 w 1734579"/>
              <a:gd name="connsiteY268" fmla="*/ 1219616 h 1708593"/>
              <a:gd name="connsiteX269" fmla="*/ 1124860 w 1734579"/>
              <a:gd name="connsiteY269" fmla="*/ 1218699 h 1708593"/>
              <a:gd name="connsiteX270" fmla="*/ 1109907 w 1734579"/>
              <a:gd name="connsiteY270" fmla="*/ 1219616 h 1708593"/>
              <a:gd name="connsiteX271" fmla="*/ 1037780 w 1734579"/>
              <a:gd name="connsiteY271" fmla="*/ 1261118 h 1708593"/>
              <a:gd name="connsiteX272" fmla="*/ 937343 w 1734579"/>
              <a:gd name="connsiteY272" fmla="*/ 1308766 h 1708593"/>
              <a:gd name="connsiteX273" fmla="*/ 837942 w 1734579"/>
              <a:gd name="connsiteY273" fmla="*/ 1261118 h 1708593"/>
              <a:gd name="connsiteX274" fmla="*/ 764952 w 1734579"/>
              <a:gd name="connsiteY274" fmla="*/ 1219616 h 1708593"/>
              <a:gd name="connsiteX275" fmla="*/ 749586 w 1734579"/>
              <a:gd name="connsiteY275" fmla="*/ 1218699 h 1708593"/>
              <a:gd name="connsiteX276" fmla="*/ 734638 w 1734579"/>
              <a:gd name="connsiteY276" fmla="*/ 1219616 h 1708593"/>
              <a:gd name="connsiteX277" fmla="*/ 662511 w 1734579"/>
              <a:gd name="connsiteY277" fmla="*/ 1261118 h 1708593"/>
              <a:gd name="connsiteX278" fmla="*/ 562069 w 1734579"/>
              <a:gd name="connsiteY278" fmla="*/ 1308766 h 1708593"/>
              <a:gd name="connsiteX279" fmla="*/ 462743 w 1734579"/>
              <a:gd name="connsiteY279" fmla="*/ 1261118 h 1708593"/>
              <a:gd name="connsiteX280" fmla="*/ 375034 w 1734579"/>
              <a:gd name="connsiteY280" fmla="*/ 1218699 h 1708593"/>
              <a:gd name="connsiteX281" fmla="*/ 287371 w 1734579"/>
              <a:gd name="connsiteY281" fmla="*/ 1261118 h 1708593"/>
              <a:gd name="connsiteX282" fmla="*/ 187517 w 1734579"/>
              <a:gd name="connsiteY282" fmla="*/ 1308766 h 1708593"/>
              <a:gd name="connsiteX283" fmla="*/ 87663 w 1734579"/>
              <a:gd name="connsiteY283" fmla="*/ 1261118 h 1708593"/>
              <a:gd name="connsiteX284" fmla="*/ 0 w 1734579"/>
              <a:gd name="connsiteY284" fmla="*/ 1218699 h 1708593"/>
              <a:gd name="connsiteX285" fmla="*/ 0 w 1734579"/>
              <a:gd name="connsiteY285" fmla="*/ 1100066 h 1708593"/>
              <a:gd name="connsiteX286" fmla="*/ 99855 w 1734579"/>
              <a:gd name="connsiteY286" fmla="*/ 1147715 h 1708593"/>
              <a:gd name="connsiteX287" fmla="*/ 187517 w 1734579"/>
              <a:gd name="connsiteY287" fmla="*/ 1190134 h 1708593"/>
              <a:gd name="connsiteX288" fmla="*/ 275179 w 1734579"/>
              <a:gd name="connsiteY288" fmla="*/ 1147715 h 1708593"/>
              <a:gd name="connsiteX289" fmla="*/ 375034 w 1734579"/>
              <a:gd name="connsiteY289" fmla="*/ 1100066 h 1708593"/>
              <a:gd name="connsiteX290" fmla="*/ 474940 w 1734579"/>
              <a:gd name="connsiteY290" fmla="*/ 1147715 h 1708593"/>
              <a:gd name="connsiteX291" fmla="*/ 562069 w 1734579"/>
              <a:gd name="connsiteY291" fmla="*/ 1190134 h 1708593"/>
              <a:gd name="connsiteX292" fmla="*/ 650315 w 1734579"/>
              <a:gd name="connsiteY292" fmla="*/ 1147715 h 1708593"/>
              <a:gd name="connsiteX293" fmla="*/ 740506 w 1734579"/>
              <a:gd name="connsiteY293" fmla="*/ 1100352 h 1708593"/>
              <a:gd name="connsiteX294" fmla="*/ 749586 w 1734579"/>
              <a:gd name="connsiteY294" fmla="*/ 1100066 h 1708593"/>
              <a:gd name="connsiteX295" fmla="*/ 758889 w 1734579"/>
              <a:gd name="connsiteY295" fmla="*/ 1100352 h 1708593"/>
              <a:gd name="connsiteX296" fmla="*/ 850154 w 1734579"/>
              <a:gd name="connsiteY296" fmla="*/ 1147715 h 1708593"/>
              <a:gd name="connsiteX297" fmla="*/ 937343 w 1734579"/>
              <a:gd name="connsiteY297" fmla="*/ 1190134 h 1708593"/>
              <a:gd name="connsiteX298" fmla="*/ 1025586 w 1734579"/>
              <a:gd name="connsiteY298" fmla="*/ 1147715 h 1708593"/>
              <a:gd name="connsiteX299" fmla="*/ 1115684 w 1734579"/>
              <a:gd name="connsiteY299" fmla="*/ 1100352 h 1708593"/>
              <a:gd name="connsiteX300" fmla="*/ 1124860 w 1734579"/>
              <a:gd name="connsiteY300" fmla="*/ 1100066 h 1708593"/>
              <a:gd name="connsiteX301" fmla="*/ 1134151 w 1734579"/>
              <a:gd name="connsiteY301" fmla="*/ 1100352 h 1708593"/>
              <a:gd name="connsiteX302" fmla="*/ 1225295 w 1734579"/>
              <a:gd name="connsiteY302" fmla="*/ 1147715 h 1708593"/>
              <a:gd name="connsiteX303" fmla="*/ 1312376 w 1734579"/>
              <a:gd name="connsiteY303" fmla="*/ 1190134 h 1708593"/>
              <a:gd name="connsiteX304" fmla="*/ 1400620 w 1734579"/>
              <a:gd name="connsiteY304" fmla="*/ 1147715 h 1708593"/>
              <a:gd name="connsiteX305" fmla="*/ 1490714 w 1734579"/>
              <a:gd name="connsiteY305" fmla="*/ 1100352 h 1708593"/>
              <a:gd name="connsiteX306" fmla="*/ 1499902 w 1734579"/>
              <a:gd name="connsiteY306" fmla="*/ 1100066 h 1708593"/>
              <a:gd name="connsiteX307" fmla="*/ 1509200 w 1734579"/>
              <a:gd name="connsiteY307" fmla="*/ 1100352 h 1708593"/>
              <a:gd name="connsiteX308" fmla="*/ 1600457 w 1734579"/>
              <a:gd name="connsiteY308" fmla="*/ 1147715 h 1708593"/>
              <a:gd name="connsiteX309" fmla="*/ 1672675 w 1734579"/>
              <a:gd name="connsiteY309" fmla="*/ 1189217 h 1708593"/>
              <a:gd name="connsiteX310" fmla="*/ 1687656 w 1734579"/>
              <a:gd name="connsiteY310" fmla="*/ 1190134 h 1708593"/>
              <a:gd name="connsiteX311" fmla="*/ 1702991 w 1734579"/>
              <a:gd name="connsiteY311" fmla="*/ 1189217 h 1708593"/>
              <a:gd name="connsiteX312" fmla="*/ 1734579 w 1734579"/>
              <a:gd name="connsiteY312" fmla="*/ 1177722 h 1708593"/>
              <a:gd name="connsiteX313" fmla="*/ 1734579 w 1734579"/>
              <a:gd name="connsiteY313" fmla="*/ 1198738 h 1708593"/>
              <a:gd name="connsiteX314" fmla="*/ 1727021 w 1734579"/>
              <a:gd name="connsiteY314" fmla="*/ 1202255 h 1708593"/>
              <a:gd name="connsiteX315" fmla="*/ 1696936 w 1734579"/>
              <a:gd name="connsiteY315" fmla="*/ 1207861 h 1708593"/>
              <a:gd name="connsiteX316" fmla="*/ 1687656 w 1734579"/>
              <a:gd name="connsiteY316" fmla="*/ 1208147 h 1708593"/>
              <a:gd name="connsiteX317" fmla="*/ 1678456 w 1734579"/>
              <a:gd name="connsiteY317" fmla="*/ 1207861 h 1708593"/>
              <a:gd name="connsiteX318" fmla="*/ 1588259 w 1734579"/>
              <a:gd name="connsiteY318" fmla="*/ 1160499 h 1708593"/>
              <a:gd name="connsiteX319" fmla="*/ 1515254 w 1734579"/>
              <a:gd name="connsiteY319" fmla="*/ 1118997 h 1708593"/>
              <a:gd name="connsiteX320" fmla="*/ 1499902 w 1734579"/>
              <a:gd name="connsiteY320" fmla="*/ 1118080 h 1708593"/>
              <a:gd name="connsiteX321" fmla="*/ 1484938 w 1734579"/>
              <a:gd name="connsiteY321" fmla="*/ 1118997 h 1708593"/>
              <a:gd name="connsiteX322" fmla="*/ 1412811 w 1734579"/>
              <a:gd name="connsiteY322" fmla="*/ 1160499 h 1708593"/>
              <a:gd name="connsiteX323" fmla="*/ 1312376 w 1734579"/>
              <a:gd name="connsiteY323" fmla="*/ 1208147 h 1708593"/>
              <a:gd name="connsiteX324" fmla="*/ 1213103 w 1734579"/>
              <a:gd name="connsiteY324" fmla="*/ 1160499 h 1708593"/>
              <a:gd name="connsiteX325" fmla="*/ 1140202 w 1734579"/>
              <a:gd name="connsiteY325" fmla="*/ 1118997 h 1708593"/>
              <a:gd name="connsiteX326" fmla="*/ 1124860 w 1734579"/>
              <a:gd name="connsiteY326" fmla="*/ 1118080 h 1708593"/>
              <a:gd name="connsiteX327" fmla="*/ 1109907 w 1734579"/>
              <a:gd name="connsiteY327" fmla="*/ 1118997 h 1708593"/>
              <a:gd name="connsiteX328" fmla="*/ 1037780 w 1734579"/>
              <a:gd name="connsiteY328" fmla="*/ 1160499 h 1708593"/>
              <a:gd name="connsiteX329" fmla="*/ 937343 w 1734579"/>
              <a:gd name="connsiteY329" fmla="*/ 1208147 h 1708593"/>
              <a:gd name="connsiteX330" fmla="*/ 837942 w 1734579"/>
              <a:gd name="connsiteY330" fmla="*/ 1160499 h 1708593"/>
              <a:gd name="connsiteX331" fmla="*/ 764952 w 1734579"/>
              <a:gd name="connsiteY331" fmla="*/ 1118997 h 1708593"/>
              <a:gd name="connsiteX332" fmla="*/ 749586 w 1734579"/>
              <a:gd name="connsiteY332" fmla="*/ 1118080 h 1708593"/>
              <a:gd name="connsiteX333" fmla="*/ 734638 w 1734579"/>
              <a:gd name="connsiteY333" fmla="*/ 1118997 h 1708593"/>
              <a:gd name="connsiteX334" fmla="*/ 662511 w 1734579"/>
              <a:gd name="connsiteY334" fmla="*/ 1160499 h 1708593"/>
              <a:gd name="connsiteX335" fmla="*/ 562069 w 1734579"/>
              <a:gd name="connsiteY335" fmla="*/ 1208147 h 1708593"/>
              <a:gd name="connsiteX336" fmla="*/ 462743 w 1734579"/>
              <a:gd name="connsiteY336" fmla="*/ 1160499 h 1708593"/>
              <a:gd name="connsiteX337" fmla="*/ 375034 w 1734579"/>
              <a:gd name="connsiteY337" fmla="*/ 1118080 h 1708593"/>
              <a:gd name="connsiteX338" fmla="*/ 287371 w 1734579"/>
              <a:gd name="connsiteY338" fmla="*/ 1160499 h 1708593"/>
              <a:gd name="connsiteX339" fmla="*/ 187517 w 1734579"/>
              <a:gd name="connsiteY339" fmla="*/ 1208147 h 1708593"/>
              <a:gd name="connsiteX340" fmla="*/ 87663 w 1734579"/>
              <a:gd name="connsiteY340" fmla="*/ 1160499 h 1708593"/>
              <a:gd name="connsiteX341" fmla="*/ 0 w 1734579"/>
              <a:gd name="connsiteY341" fmla="*/ 1118080 h 1708593"/>
              <a:gd name="connsiteX342" fmla="*/ 0 w 1734579"/>
              <a:gd name="connsiteY342" fmla="*/ 1000651 h 1708593"/>
              <a:gd name="connsiteX343" fmla="*/ 99855 w 1734579"/>
              <a:gd name="connsiteY343" fmla="*/ 1047762 h 1708593"/>
              <a:gd name="connsiteX344" fmla="*/ 187517 w 1734579"/>
              <a:gd name="connsiteY344" fmla="*/ 1090220 h 1708593"/>
              <a:gd name="connsiteX345" fmla="*/ 275179 w 1734579"/>
              <a:gd name="connsiteY345" fmla="*/ 1047762 h 1708593"/>
              <a:gd name="connsiteX346" fmla="*/ 375034 w 1734579"/>
              <a:gd name="connsiteY346" fmla="*/ 1000651 h 1708593"/>
              <a:gd name="connsiteX347" fmla="*/ 474940 w 1734579"/>
              <a:gd name="connsiteY347" fmla="*/ 1047762 h 1708593"/>
              <a:gd name="connsiteX348" fmla="*/ 562069 w 1734579"/>
              <a:gd name="connsiteY348" fmla="*/ 1090220 h 1708593"/>
              <a:gd name="connsiteX349" fmla="*/ 650315 w 1734579"/>
              <a:gd name="connsiteY349" fmla="*/ 1047762 h 1708593"/>
              <a:gd name="connsiteX350" fmla="*/ 740506 w 1734579"/>
              <a:gd name="connsiteY350" fmla="*/ 1000937 h 1708593"/>
              <a:gd name="connsiteX351" fmla="*/ 749586 w 1734579"/>
              <a:gd name="connsiteY351" fmla="*/ 1000651 h 1708593"/>
              <a:gd name="connsiteX352" fmla="*/ 758889 w 1734579"/>
              <a:gd name="connsiteY352" fmla="*/ 1000931 h 1708593"/>
              <a:gd name="connsiteX353" fmla="*/ 850154 w 1734579"/>
              <a:gd name="connsiteY353" fmla="*/ 1047762 h 1708593"/>
              <a:gd name="connsiteX354" fmla="*/ 937343 w 1734579"/>
              <a:gd name="connsiteY354" fmla="*/ 1090220 h 1708593"/>
              <a:gd name="connsiteX355" fmla="*/ 1025586 w 1734579"/>
              <a:gd name="connsiteY355" fmla="*/ 1047762 h 1708593"/>
              <a:gd name="connsiteX356" fmla="*/ 1115684 w 1734579"/>
              <a:gd name="connsiteY356" fmla="*/ 1000937 h 1708593"/>
              <a:gd name="connsiteX357" fmla="*/ 1124860 w 1734579"/>
              <a:gd name="connsiteY357" fmla="*/ 1000651 h 1708593"/>
              <a:gd name="connsiteX358" fmla="*/ 1134151 w 1734579"/>
              <a:gd name="connsiteY358" fmla="*/ 1000931 h 1708593"/>
              <a:gd name="connsiteX359" fmla="*/ 1225295 w 1734579"/>
              <a:gd name="connsiteY359" fmla="*/ 1047762 h 1708593"/>
              <a:gd name="connsiteX360" fmla="*/ 1312376 w 1734579"/>
              <a:gd name="connsiteY360" fmla="*/ 1090220 h 1708593"/>
              <a:gd name="connsiteX361" fmla="*/ 1400620 w 1734579"/>
              <a:gd name="connsiteY361" fmla="*/ 1047762 h 1708593"/>
              <a:gd name="connsiteX362" fmla="*/ 1490714 w 1734579"/>
              <a:gd name="connsiteY362" fmla="*/ 1000937 h 1708593"/>
              <a:gd name="connsiteX363" fmla="*/ 1499902 w 1734579"/>
              <a:gd name="connsiteY363" fmla="*/ 1000651 h 1708593"/>
              <a:gd name="connsiteX364" fmla="*/ 1509200 w 1734579"/>
              <a:gd name="connsiteY364" fmla="*/ 1000931 h 1708593"/>
              <a:gd name="connsiteX365" fmla="*/ 1600457 w 1734579"/>
              <a:gd name="connsiteY365" fmla="*/ 1047762 h 1708593"/>
              <a:gd name="connsiteX366" fmla="*/ 1672675 w 1734579"/>
              <a:gd name="connsiteY366" fmla="*/ 1089326 h 1708593"/>
              <a:gd name="connsiteX367" fmla="*/ 1687656 w 1734579"/>
              <a:gd name="connsiteY367" fmla="*/ 1090220 h 1708593"/>
              <a:gd name="connsiteX368" fmla="*/ 1702991 w 1734579"/>
              <a:gd name="connsiteY368" fmla="*/ 1089326 h 1708593"/>
              <a:gd name="connsiteX369" fmla="*/ 1734579 w 1734579"/>
              <a:gd name="connsiteY369" fmla="*/ 1077986 h 1708593"/>
              <a:gd name="connsiteX370" fmla="*/ 1734579 w 1734579"/>
              <a:gd name="connsiteY370" fmla="*/ 1099017 h 1708593"/>
              <a:gd name="connsiteX371" fmla="*/ 1727021 w 1734579"/>
              <a:gd name="connsiteY371" fmla="*/ 1102477 h 1708593"/>
              <a:gd name="connsiteX372" fmla="*/ 1696936 w 1734579"/>
              <a:gd name="connsiteY372" fmla="*/ 1107971 h 1708593"/>
              <a:gd name="connsiteX373" fmla="*/ 1687656 w 1734579"/>
              <a:gd name="connsiteY373" fmla="*/ 1108251 h 1708593"/>
              <a:gd name="connsiteX374" fmla="*/ 1678456 w 1734579"/>
              <a:gd name="connsiteY374" fmla="*/ 1107971 h 1708593"/>
              <a:gd name="connsiteX375" fmla="*/ 1588259 w 1734579"/>
              <a:gd name="connsiteY375" fmla="*/ 1061140 h 1708593"/>
              <a:gd name="connsiteX376" fmla="*/ 1515254 w 1734579"/>
              <a:gd name="connsiteY376" fmla="*/ 1019575 h 1708593"/>
              <a:gd name="connsiteX377" fmla="*/ 1499902 w 1734579"/>
              <a:gd name="connsiteY377" fmla="*/ 1018681 h 1708593"/>
              <a:gd name="connsiteX378" fmla="*/ 1484938 w 1734579"/>
              <a:gd name="connsiteY378" fmla="*/ 1019575 h 1708593"/>
              <a:gd name="connsiteX379" fmla="*/ 1412811 w 1734579"/>
              <a:gd name="connsiteY379" fmla="*/ 1061140 h 1708593"/>
              <a:gd name="connsiteX380" fmla="*/ 1312376 w 1734579"/>
              <a:gd name="connsiteY380" fmla="*/ 1108251 h 1708593"/>
              <a:gd name="connsiteX381" fmla="*/ 1213103 w 1734579"/>
              <a:gd name="connsiteY381" fmla="*/ 1061140 h 1708593"/>
              <a:gd name="connsiteX382" fmla="*/ 1140202 w 1734579"/>
              <a:gd name="connsiteY382" fmla="*/ 1019575 h 1708593"/>
              <a:gd name="connsiteX383" fmla="*/ 1124860 w 1734579"/>
              <a:gd name="connsiteY383" fmla="*/ 1018681 h 1708593"/>
              <a:gd name="connsiteX384" fmla="*/ 1109907 w 1734579"/>
              <a:gd name="connsiteY384" fmla="*/ 1019575 h 1708593"/>
              <a:gd name="connsiteX385" fmla="*/ 1037780 w 1734579"/>
              <a:gd name="connsiteY385" fmla="*/ 1061140 h 1708593"/>
              <a:gd name="connsiteX386" fmla="*/ 937343 w 1734579"/>
              <a:gd name="connsiteY386" fmla="*/ 1108251 h 1708593"/>
              <a:gd name="connsiteX387" fmla="*/ 837942 w 1734579"/>
              <a:gd name="connsiteY387" fmla="*/ 1061140 h 1708593"/>
              <a:gd name="connsiteX388" fmla="*/ 764952 w 1734579"/>
              <a:gd name="connsiteY388" fmla="*/ 1019575 h 1708593"/>
              <a:gd name="connsiteX389" fmla="*/ 749586 w 1734579"/>
              <a:gd name="connsiteY389" fmla="*/ 1018681 h 1708593"/>
              <a:gd name="connsiteX390" fmla="*/ 734638 w 1734579"/>
              <a:gd name="connsiteY390" fmla="*/ 1019575 h 1708593"/>
              <a:gd name="connsiteX391" fmla="*/ 662511 w 1734579"/>
              <a:gd name="connsiteY391" fmla="*/ 1061140 h 1708593"/>
              <a:gd name="connsiteX392" fmla="*/ 562069 w 1734579"/>
              <a:gd name="connsiteY392" fmla="*/ 1108251 h 1708593"/>
              <a:gd name="connsiteX393" fmla="*/ 462743 w 1734579"/>
              <a:gd name="connsiteY393" fmla="*/ 1061140 h 1708593"/>
              <a:gd name="connsiteX394" fmla="*/ 375034 w 1734579"/>
              <a:gd name="connsiteY394" fmla="*/ 1018681 h 1708593"/>
              <a:gd name="connsiteX395" fmla="*/ 287371 w 1734579"/>
              <a:gd name="connsiteY395" fmla="*/ 1061140 h 1708593"/>
              <a:gd name="connsiteX396" fmla="*/ 187517 w 1734579"/>
              <a:gd name="connsiteY396" fmla="*/ 1108251 h 1708593"/>
              <a:gd name="connsiteX397" fmla="*/ 87663 w 1734579"/>
              <a:gd name="connsiteY397" fmla="*/ 1061140 h 1708593"/>
              <a:gd name="connsiteX398" fmla="*/ 0 w 1734579"/>
              <a:gd name="connsiteY398" fmla="*/ 1018681 h 1708593"/>
              <a:gd name="connsiteX399" fmla="*/ 0 w 1734579"/>
              <a:gd name="connsiteY399" fmla="*/ 900273 h 1708593"/>
              <a:gd name="connsiteX400" fmla="*/ 99855 w 1734579"/>
              <a:gd name="connsiteY400" fmla="*/ 947279 h 1708593"/>
              <a:gd name="connsiteX401" fmla="*/ 187517 w 1734579"/>
              <a:gd name="connsiteY401" fmla="*/ 989642 h 1708593"/>
              <a:gd name="connsiteX402" fmla="*/ 275179 w 1734579"/>
              <a:gd name="connsiteY402" fmla="*/ 947279 h 1708593"/>
              <a:gd name="connsiteX403" fmla="*/ 375034 w 1734579"/>
              <a:gd name="connsiteY403" fmla="*/ 900273 h 1708593"/>
              <a:gd name="connsiteX404" fmla="*/ 474940 w 1734579"/>
              <a:gd name="connsiteY404" fmla="*/ 947279 h 1708593"/>
              <a:gd name="connsiteX405" fmla="*/ 562069 w 1734579"/>
              <a:gd name="connsiteY405" fmla="*/ 989642 h 1708593"/>
              <a:gd name="connsiteX406" fmla="*/ 650315 w 1734579"/>
              <a:gd name="connsiteY406" fmla="*/ 947279 h 1708593"/>
              <a:gd name="connsiteX407" fmla="*/ 740506 w 1734579"/>
              <a:gd name="connsiteY407" fmla="*/ 900552 h 1708593"/>
              <a:gd name="connsiteX408" fmla="*/ 749586 w 1734579"/>
              <a:gd name="connsiteY408" fmla="*/ 900273 h 1708593"/>
              <a:gd name="connsiteX409" fmla="*/ 758889 w 1734579"/>
              <a:gd name="connsiteY409" fmla="*/ 900552 h 1708593"/>
              <a:gd name="connsiteX410" fmla="*/ 850154 w 1734579"/>
              <a:gd name="connsiteY410" fmla="*/ 947279 h 1708593"/>
              <a:gd name="connsiteX411" fmla="*/ 937343 w 1734579"/>
              <a:gd name="connsiteY411" fmla="*/ 989642 h 1708593"/>
              <a:gd name="connsiteX412" fmla="*/ 1025586 w 1734579"/>
              <a:gd name="connsiteY412" fmla="*/ 947279 h 1708593"/>
              <a:gd name="connsiteX413" fmla="*/ 1115684 w 1734579"/>
              <a:gd name="connsiteY413" fmla="*/ 900552 h 1708593"/>
              <a:gd name="connsiteX414" fmla="*/ 1124860 w 1734579"/>
              <a:gd name="connsiteY414" fmla="*/ 900273 h 1708593"/>
              <a:gd name="connsiteX415" fmla="*/ 1134151 w 1734579"/>
              <a:gd name="connsiteY415" fmla="*/ 900552 h 1708593"/>
              <a:gd name="connsiteX416" fmla="*/ 1225295 w 1734579"/>
              <a:gd name="connsiteY416" fmla="*/ 947279 h 1708593"/>
              <a:gd name="connsiteX417" fmla="*/ 1312376 w 1734579"/>
              <a:gd name="connsiteY417" fmla="*/ 989642 h 1708593"/>
              <a:gd name="connsiteX418" fmla="*/ 1400620 w 1734579"/>
              <a:gd name="connsiteY418" fmla="*/ 947279 h 1708593"/>
              <a:gd name="connsiteX419" fmla="*/ 1490714 w 1734579"/>
              <a:gd name="connsiteY419" fmla="*/ 900552 h 1708593"/>
              <a:gd name="connsiteX420" fmla="*/ 1499902 w 1734579"/>
              <a:gd name="connsiteY420" fmla="*/ 900273 h 1708593"/>
              <a:gd name="connsiteX421" fmla="*/ 1509200 w 1734579"/>
              <a:gd name="connsiteY421" fmla="*/ 900552 h 1708593"/>
              <a:gd name="connsiteX422" fmla="*/ 1600457 w 1734579"/>
              <a:gd name="connsiteY422" fmla="*/ 947279 h 1708593"/>
              <a:gd name="connsiteX423" fmla="*/ 1672675 w 1734579"/>
              <a:gd name="connsiteY423" fmla="*/ 988750 h 1708593"/>
              <a:gd name="connsiteX424" fmla="*/ 1687656 w 1734579"/>
              <a:gd name="connsiteY424" fmla="*/ 989642 h 1708593"/>
              <a:gd name="connsiteX425" fmla="*/ 1702991 w 1734579"/>
              <a:gd name="connsiteY425" fmla="*/ 988750 h 1708593"/>
              <a:gd name="connsiteX426" fmla="*/ 1734579 w 1734579"/>
              <a:gd name="connsiteY426" fmla="*/ 977436 h 1708593"/>
              <a:gd name="connsiteX427" fmla="*/ 1734579 w 1734579"/>
              <a:gd name="connsiteY427" fmla="*/ 995908 h 1708593"/>
              <a:gd name="connsiteX428" fmla="*/ 1696936 w 1734579"/>
              <a:gd name="connsiteY428" fmla="*/ 1007353 h 1708593"/>
              <a:gd name="connsiteX429" fmla="*/ 1687656 w 1734579"/>
              <a:gd name="connsiteY429" fmla="*/ 1007632 h 1708593"/>
              <a:gd name="connsiteX430" fmla="*/ 1678456 w 1734579"/>
              <a:gd name="connsiteY430" fmla="*/ 1007346 h 1708593"/>
              <a:gd name="connsiteX431" fmla="*/ 1588259 w 1734579"/>
              <a:gd name="connsiteY431" fmla="*/ 960626 h 1708593"/>
              <a:gd name="connsiteX432" fmla="*/ 1515254 w 1734579"/>
              <a:gd name="connsiteY432" fmla="*/ 919155 h 1708593"/>
              <a:gd name="connsiteX433" fmla="*/ 1499902 w 1734579"/>
              <a:gd name="connsiteY433" fmla="*/ 918263 h 1708593"/>
              <a:gd name="connsiteX434" fmla="*/ 1484938 w 1734579"/>
              <a:gd name="connsiteY434" fmla="*/ 919155 h 1708593"/>
              <a:gd name="connsiteX435" fmla="*/ 1412811 w 1734579"/>
              <a:gd name="connsiteY435" fmla="*/ 960626 h 1708593"/>
              <a:gd name="connsiteX436" fmla="*/ 1312376 w 1734579"/>
              <a:gd name="connsiteY436" fmla="*/ 1007632 h 1708593"/>
              <a:gd name="connsiteX437" fmla="*/ 1213103 w 1734579"/>
              <a:gd name="connsiteY437" fmla="*/ 960626 h 1708593"/>
              <a:gd name="connsiteX438" fmla="*/ 1140202 w 1734579"/>
              <a:gd name="connsiteY438" fmla="*/ 919155 h 1708593"/>
              <a:gd name="connsiteX439" fmla="*/ 1124860 w 1734579"/>
              <a:gd name="connsiteY439" fmla="*/ 918263 h 1708593"/>
              <a:gd name="connsiteX440" fmla="*/ 1109907 w 1734579"/>
              <a:gd name="connsiteY440" fmla="*/ 919155 h 1708593"/>
              <a:gd name="connsiteX441" fmla="*/ 1037780 w 1734579"/>
              <a:gd name="connsiteY441" fmla="*/ 960626 h 1708593"/>
              <a:gd name="connsiteX442" fmla="*/ 937343 w 1734579"/>
              <a:gd name="connsiteY442" fmla="*/ 1007632 h 1708593"/>
              <a:gd name="connsiteX443" fmla="*/ 837942 w 1734579"/>
              <a:gd name="connsiteY443" fmla="*/ 960626 h 1708593"/>
              <a:gd name="connsiteX444" fmla="*/ 764952 w 1734579"/>
              <a:gd name="connsiteY444" fmla="*/ 919155 h 1708593"/>
              <a:gd name="connsiteX445" fmla="*/ 749586 w 1734579"/>
              <a:gd name="connsiteY445" fmla="*/ 918263 h 1708593"/>
              <a:gd name="connsiteX446" fmla="*/ 734638 w 1734579"/>
              <a:gd name="connsiteY446" fmla="*/ 919155 h 1708593"/>
              <a:gd name="connsiteX447" fmla="*/ 662511 w 1734579"/>
              <a:gd name="connsiteY447" fmla="*/ 960626 h 1708593"/>
              <a:gd name="connsiteX448" fmla="*/ 562069 w 1734579"/>
              <a:gd name="connsiteY448" fmla="*/ 1007632 h 1708593"/>
              <a:gd name="connsiteX449" fmla="*/ 462743 w 1734579"/>
              <a:gd name="connsiteY449" fmla="*/ 960626 h 1708593"/>
              <a:gd name="connsiteX450" fmla="*/ 375034 w 1734579"/>
              <a:gd name="connsiteY450" fmla="*/ 918263 h 1708593"/>
              <a:gd name="connsiteX451" fmla="*/ 287371 w 1734579"/>
              <a:gd name="connsiteY451" fmla="*/ 960626 h 1708593"/>
              <a:gd name="connsiteX452" fmla="*/ 187517 w 1734579"/>
              <a:gd name="connsiteY452" fmla="*/ 1007632 h 1708593"/>
              <a:gd name="connsiteX453" fmla="*/ 87663 w 1734579"/>
              <a:gd name="connsiteY453" fmla="*/ 960626 h 1708593"/>
              <a:gd name="connsiteX454" fmla="*/ 0 w 1734579"/>
              <a:gd name="connsiteY454" fmla="*/ 918263 h 1708593"/>
              <a:gd name="connsiteX455" fmla="*/ 0 w 1734579"/>
              <a:gd name="connsiteY455" fmla="*/ 800136 h 1708593"/>
              <a:gd name="connsiteX456" fmla="*/ 99855 w 1734579"/>
              <a:gd name="connsiteY456" fmla="*/ 847785 h 1708593"/>
              <a:gd name="connsiteX457" fmla="*/ 187517 w 1734579"/>
              <a:gd name="connsiteY457" fmla="*/ 890203 h 1708593"/>
              <a:gd name="connsiteX458" fmla="*/ 275179 w 1734579"/>
              <a:gd name="connsiteY458" fmla="*/ 847785 h 1708593"/>
              <a:gd name="connsiteX459" fmla="*/ 375034 w 1734579"/>
              <a:gd name="connsiteY459" fmla="*/ 800136 h 1708593"/>
              <a:gd name="connsiteX460" fmla="*/ 474940 w 1734579"/>
              <a:gd name="connsiteY460" fmla="*/ 847785 h 1708593"/>
              <a:gd name="connsiteX461" fmla="*/ 562069 w 1734579"/>
              <a:gd name="connsiteY461" fmla="*/ 890203 h 1708593"/>
              <a:gd name="connsiteX462" fmla="*/ 650315 w 1734579"/>
              <a:gd name="connsiteY462" fmla="*/ 847785 h 1708593"/>
              <a:gd name="connsiteX463" fmla="*/ 740506 w 1734579"/>
              <a:gd name="connsiteY463" fmla="*/ 800422 h 1708593"/>
              <a:gd name="connsiteX464" fmla="*/ 749586 w 1734579"/>
              <a:gd name="connsiteY464" fmla="*/ 800136 h 1708593"/>
              <a:gd name="connsiteX465" fmla="*/ 758889 w 1734579"/>
              <a:gd name="connsiteY465" fmla="*/ 800422 h 1708593"/>
              <a:gd name="connsiteX466" fmla="*/ 850154 w 1734579"/>
              <a:gd name="connsiteY466" fmla="*/ 847785 h 1708593"/>
              <a:gd name="connsiteX467" fmla="*/ 937343 w 1734579"/>
              <a:gd name="connsiteY467" fmla="*/ 890203 h 1708593"/>
              <a:gd name="connsiteX468" fmla="*/ 1025586 w 1734579"/>
              <a:gd name="connsiteY468" fmla="*/ 847785 h 1708593"/>
              <a:gd name="connsiteX469" fmla="*/ 1115684 w 1734579"/>
              <a:gd name="connsiteY469" fmla="*/ 800422 h 1708593"/>
              <a:gd name="connsiteX470" fmla="*/ 1124860 w 1734579"/>
              <a:gd name="connsiteY470" fmla="*/ 800136 h 1708593"/>
              <a:gd name="connsiteX471" fmla="*/ 1134151 w 1734579"/>
              <a:gd name="connsiteY471" fmla="*/ 800422 h 1708593"/>
              <a:gd name="connsiteX472" fmla="*/ 1225295 w 1734579"/>
              <a:gd name="connsiteY472" fmla="*/ 847785 h 1708593"/>
              <a:gd name="connsiteX473" fmla="*/ 1312376 w 1734579"/>
              <a:gd name="connsiteY473" fmla="*/ 890203 h 1708593"/>
              <a:gd name="connsiteX474" fmla="*/ 1400620 w 1734579"/>
              <a:gd name="connsiteY474" fmla="*/ 847785 h 1708593"/>
              <a:gd name="connsiteX475" fmla="*/ 1490714 w 1734579"/>
              <a:gd name="connsiteY475" fmla="*/ 800422 h 1708593"/>
              <a:gd name="connsiteX476" fmla="*/ 1499902 w 1734579"/>
              <a:gd name="connsiteY476" fmla="*/ 800136 h 1708593"/>
              <a:gd name="connsiteX477" fmla="*/ 1509200 w 1734579"/>
              <a:gd name="connsiteY477" fmla="*/ 800422 h 1708593"/>
              <a:gd name="connsiteX478" fmla="*/ 1600457 w 1734579"/>
              <a:gd name="connsiteY478" fmla="*/ 847785 h 1708593"/>
              <a:gd name="connsiteX479" fmla="*/ 1672675 w 1734579"/>
              <a:gd name="connsiteY479" fmla="*/ 889286 h 1708593"/>
              <a:gd name="connsiteX480" fmla="*/ 1687656 w 1734579"/>
              <a:gd name="connsiteY480" fmla="*/ 890203 h 1708593"/>
              <a:gd name="connsiteX481" fmla="*/ 1702991 w 1734579"/>
              <a:gd name="connsiteY481" fmla="*/ 889286 h 1708593"/>
              <a:gd name="connsiteX482" fmla="*/ 1734579 w 1734579"/>
              <a:gd name="connsiteY482" fmla="*/ 877791 h 1708593"/>
              <a:gd name="connsiteX483" fmla="*/ 1734579 w 1734579"/>
              <a:gd name="connsiteY483" fmla="*/ 898807 h 1708593"/>
              <a:gd name="connsiteX484" fmla="*/ 1727021 w 1734579"/>
              <a:gd name="connsiteY484" fmla="*/ 902325 h 1708593"/>
              <a:gd name="connsiteX485" fmla="*/ 1696936 w 1734579"/>
              <a:gd name="connsiteY485" fmla="*/ 907931 h 1708593"/>
              <a:gd name="connsiteX486" fmla="*/ 1687656 w 1734579"/>
              <a:gd name="connsiteY486" fmla="*/ 908217 h 1708593"/>
              <a:gd name="connsiteX487" fmla="*/ 1678456 w 1734579"/>
              <a:gd name="connsiteY487" fmla="*/ 907931 h 1708593"/>
              <a:gd name="connsiteX488" fmla="*/ 1588259 w 1734579"/>
              <a:gd name="connsiteY488" fmla="*/ 860568 h 1708593"/>
              <a:gd name="connsiteX489" fmla="*/ 1515254 w 1734579"/>
              <a:gd name="connsiteY489" fmla="*/ 819066 h 1708593"/>
              <a:gd name="connsiteX490" fmla="*/ 1499902 w 1734579"/>
              <a:gd name="connsiteY490" fmla="*/ 818149 h 1708593"/>
              <a:gd name="connsiteX491" fmla="*/ 1484938 w 1734579"/>
              <a:gd name="connsiteY491" fmla="*/ 819066 h 1708593"/>
              <a:gd name="connsiteX492" fmla="*/ 1412811 w 1734579"/>
              <a:gd name="connsiteY492" fmla="*/ 860568 h 1708593"/>
              <a:gd name="connsiteX493" fmla="*/ 1312376 w 1734579"/>
              <a:gd name="connsiteY493" fmla="*/ 908217 h 1708593"/>
              <a:gd name="connsiteX494" fmla="*/ 1213103 w 1734579"/>
              <a:gd name="connsiteY494" fmla="*/ 860568 h 1708593"/>
              <a:gd name="connsiteX495" fmla="*/ 1140202 w 1734579"/>
              <a:gd name="connsiteY495" fmla="*/ 819066 h 1708593"/>
              <a:gd name="connsiteX496" fmla="*/ 1124860 w 1734579"/>
              <a:gd name="connsiteY496" fmla="*/ 818149 h 1708593"/>
              <a:gd name="connsiteX497" fmla="*/ 1109907 w 1734579"/>
              <a:gd name="connsiteY497" fmla="*/ 819066 h 1708593"/>
              <a:gd name="connsiteX498" fmla="*/ 1037780 w 1734579"/>
              <a:gd name="connsiteY498" fmla="*/ 860568 h 1708593"/>
              <a:gd name="connsiteX499" fmla="*/ 937343 w 1734579"/>
              <a:gd name="connsiteY499" fmla="*/ 908217 h 1708593"/>
              <a:gd name="connsiteX500" fmla="*/ 837942 w 1734579"/>
              <a:gd name="connsiteY500" fmla="*/ 860568 h 1708593"/>
              <a:gd name="connsiteX501" fmla="*/ 764952 w 1734579"/>
              <a:gd name="connsiteY501" fmla="*/ 819066 h 1708593"/>
              <a:gd name="connsiteX502" fmla="*/ 749586 w 1734579"/>
              <a:gd name="connsiteY502" fmla="*/ 818149 h 1708593"/>
              <a:gd name="connsiteX503" fmla="*/ 734638 w 1734579"/>
              <a:gd name="connsiteY503" fmla="*/ 819066 h 1708593"/>
              <a:gd name="connsiteX504" fmla="*/ 662511 w 1734579"/>
              <a:gd name="connsiteY504" fmla="*/ 860568 h 1708593"/>
              <a:gd name="connsiteX505" fmla="*/ 562069 w 1734579"/>
              <a:gd name="connsiteY505" fmla="*/ 908217 h 1708593"/>
              <a:gd name="connsiteX506" fmla="*/ 462743 w 1734579"/>
              <a:gd name="connsiteY506" fmla="*/ 860568 h 1708593"/>
              <a:gd name="connsiteX507" fmla="*/ 375034 w 1734579"/>
              <a:gd name="connsiteY507" fmla="*/ 818149 h 1708593"/>
              <a:gd name="connsiteX508" fmla="*/ 287371 w 1734579"/>
              <a:gd name="connsiteY508" fmla="*/ 860568 h 1708593"/>
              <a:gd name="connsiteX509" fmla="*/ 187517 w 1734579"/>
              <a:gd name="connsiteY509" fmla="*/ 908217 h 1708593"/>
              <a:gd name="connsiteX510" fmla="*/ 87663 w 1734579"/>
              <a:gd name="connsiteY510" fmla="*/ 860568 h 1708593"/>
              <a:gd name="connsiteX511" fmla="*/ 0 w 1734579"/>
              <a:gd name="connsiteY511" fmla="*/ 818149 h 1708593"/>
              <a:gd name="connsiteX512" fmla="*/ 0 w 1734579"/>
              <a:gd name="connsiteY512" fmla="*/ 700961 h 1708593"/>
              <a:gd name="connsiteX513" fmla="*/ 99855 w 1734579"/>
              <a:gd name="connsiteY513" fmla="*/ 747967 h 1708593"/>
              <a:gd name="connsiteX514" fmla="*/ 187517 w 1734579"/>
              <a:gd name="connsiteY514" fmla="*/ 790330 h 1708593"/>
              <a:gd name="connsiteX515" fmla="*/ 275179 w 1734579"/>
              <a:gd name="connsiteY515" fmla="*/ 747967 h 1708593"/>
              <a:gd name="connsiteX516" fmla="*/ 375034 w 1734579"/>
              <a:gd name="connsiteY516" fmla="*/ 700961 h 1708593"/>
              <a:gd name="connsiteX517" fmla="*/ 474940 w 1734579"/>
              <a:gd name="connsiteY517" fmla="*/ 747967 h 1708593"/>
              <a:gd name="connsiteX518" fmla="*/ 562069 w 1734579"/>
              <a:gd name="connsiteY518" fmla="*/ 790330 h 1708593"/>
              <a:gd name="connsiteX519" fmla="*/ 650315 w 1734579"/>
              <a:gd name="connsiteY519" fmla="*/ 747967 h 1708593"/>
              <a:gd name="connsiteX520" fmla="*/ 740506 w 1734579"/>
              <a:gd name="connsiteY520" fmla="*/ 701241 h 1708593"/>
              <a:gd name="connsiteX521" fmla="*/ 749586 w 1734579"/>
              <a:gd name="connsiteY521" fmla="*/ 700961 h 1708593"/>
              <a:gd name="connsiteX522" fmla="*/ 758889 w 1734579"/>
              <a:gd name="connsiteY522" fmla="*/ 701241 h 1708593"/>
              <a:gd name="connsiteX523" fmla="*/ 850154 w 1734579"/>
              <a:gd name="connsiteY523" fmla="*/ 747967 h 1708593"/>
              <a:gd name="connsiteX524" fmla="*/ 937343 w 1734579"/>
              <a:gd name="connsiteY524" fmla="*/ 790330 h 1708593"/>
              <a:gd name="connsiteX525" fmla="*/ 1025586 w 1734579"/>
              <a:gd name="connsiteY525" fmla="*/ 747967 h 1708593"/>
              <a:gd name="connsiteX526" fmla="*/ 1115684 w 1734579"/>
              <a:gd name="connsiteY526" fmla="*/ 701241 h 1708593"/>
              <a:gd name="connsiteX527" fmla="*/ 1124860 w 1734579"/>
              <a:gd name="connsiteY527" fmla="*/ 700961 h 1708593"/>
              <a:gd name="connsiteX528" fmla="*/ 1134151 w 1734579"/>
              <a:gd name="connsiteY528" fmla="*/ 701241 h 1708593"/>
              <a:gd name="connsiteX529" fmla="*/ 1225295 w 1734579"/>
              <a:gd name="connsiteY529" fmla="*/ 747967 h 1708593"/>
              <a:gd name="connsiteX530" fmla="*/ 1312376 w 1734579"/>
              <a:gd name="connsiteY530" fmla="*/ 790330 h 1708593"/>
              <a:gd name="connsiteX531" fmla="*/ 1400620 w 1734579"/>
              <a:gd name="connsiteY531" fmla="*/ 747967 h 1708593"/>
              <a:gd name="connsiteX532" fmla="*/ 1490714 w 1734579"/>
              <a:gd name="connsiteY532" fmla="*/ 701241 h 1708593"/>
              <a:gd name="connsiteX533" fmla="*/ 1499902 w 1734579"/>
              <a:gd name="connsiteY533" fmla="*/ 700961 h 1708593"/>
              <a:gd name="connsiteX534" fmla="*/ 1509200 w 1734579"/>
              <a:gd name="connsiteY534" fmla="*/ 701241 h 1708593"/>
              <a:gd name="connsiteX535" fmla="*/ 1600457 w 1734579"/>
              <a:gd name="connsiteY535" fmla="*/ 747967 h 1708593"/>
              <a:gd name="connsiteX536" fmla="*/ 1672675 w 1734579"/>
              <a:gd name="connsiteY536" fmla="*/ 789438 h 1708593"/>
              <a:gd name="connsiteX537" fmla="*/ 1687656 w 1734579"/>
              <a:gd name="connsiteY537" fmla="*/ 790330 h 1708593"/>
              <a:gd name="connsiteX538" fmla="*/ 1702991 w 1734579"/>
              <a:gd name="connsiteY538" fmla="*/ 789438 h 1708593"/>
              <a:gd name="connsiteX539" fmla="*/ 1734579 w 1734579"/>
              <a:gd name="connsiteY539" fmla="*/ 778124 h 1708593"/>
              <a:gd name="connsiteX540" fmla="*/ 1734579 w 1734579"/>
              <a:gd name="connsiteY540" fmla="*/ 798960 h 1708593"/>
              <a:gd name="connsiteX541" fmla="*/ 1727021 w 1734579"/>
              <a:gd name="connsiteY541" fmla="*/ 802451 h 1708593"/>
              <a:gd name="connsiteX542" fmla="*/ 1696936 w 1734579"/>
              <a:gd name="connsiteY542" fmla="*/ 808034 h 1708593"/>
              <a:gd name="connsiteX543" fmla="*/ 1687656 w 1734579"/>
              <a:gd name="connsiteY543" fmla="*/ 808320 h 1708593"/>
              <a:gd name="connsiteX544" fmla="*/ 1678456 w 1734579"/>
              <a:gd name="connsiteY544" fmla="*/ 808034 h 1708593"/>
              <a:gd name="connsiteX545" fmla="*/ 1588259 w 1734579"/>
              <a:gd name="connsiteY545" fmla="*/ 761314 h 1708593"/>
              <a:gd name="connsiteX546" fmla="*/ 1515254 w 1734579"/>
              <a:gd name="connsiteY546" fmla="*/ 719843 h 1708593"/>
              <a:gd name="connsiteX547" fmla="*/ 1499902 w 1734579"/>
              <a:gd name="connsiteY547" fmla="*/ 718951 h 1708593"/>
              <a:gd name="connsiteX548" fmla="*/ 1484938 w 1734579"/>
              <a:gd name="connsiteY548" fmla="*/ 719843 h 1708593"/>
              <a:gd name="connsiteX549" fmla="*/ 1412811 w 1734579"/>
              <a:gd name="connsiteY549" fmla="*/ 761314 h 1708593"/>
              <a:gd name="connsiteX550" fmla="*/ 1312376 w 1734579"/>
              <a:gd name="connsiteY550" fmla="*/ 808320 h 1708593"/>
              <a:gd name="connsiteX551" fmla="*/ 1213103 w 1734579"/>
              <a:gd name="connsiteY551" fmla="*/ 761314 h 1708593"/>
              <a:gd name="connsiteX552" fmla="*/ 1140202 w 1734579"/>
              <a:gd name="connsiteY552" fmla="*/ 719843 h 1708593"/>
              <a:gd name="connsiteX553" fmla="*/ 1124860 w 1734579"/>
              <a:gd name="connsiteY553" fmla="*/ 718951 h 1708593"/>
              <a:gd name="connsiteX554" fmla="*/ 1109907 w 1734579"/>
              <a:gd name="connsiteY554" fmla="*/ 719843 h 1708593"/>
              <a:gd name="connsiteX555" fmla="*/ 1037780 w 1734579"/>
              <a:gd name="connsiteY555" fmla="*/ 761314 h 1708593"/>
              <a:gd name="connsiteX556" fmla="*/ 937343 w 1734579"/>
              <a:gd name="connsiteY556" fmla="*/ 808320 h 1708593"/>
              <a:gd name="connsiteX557" fmla="*/ 837942 w 1734579"/>
              <a:gd name="connsiteY557" fmla="*/ 761314 h 1708593"/>
              <a:gd name="connsiteX558" fmla="*/ 764952 w 1734579"/>
              <a:gd name="connsiteY558" fmla="*/ 719843 h 1708593"/>
              <a:gd name="connsiteX559" fmla="*/ 749586 w 1734579"/>
              <a:gd name="connsiteY559" fmla="*/ 718951 h 1708593"/>
              <a:gd name="connsiteX560" fmla="*/ 734638 w 1734579"/>
              <a:gd name="connsiteY560" fmla="*/ 719843 h 1708593"/>
              <a:gd name="connsiteX561" fmla="*/ 662511 w 1734579"/>
              <a:gd name="connsiteY561" fmla="*/ 761314 h 1708593"/>
              <a:gd name="connsiteX562" fmla="*/ 562069 w 1734579"/>
              <a:gd name="connsiteY562" fmla="*/ 808320 h 1708593"/>
              <a:gd name="connsiteX563" fmla="*/ 462743 w 1734579"/>
              <a:gd name="connsiteY563" fmla="*/ 761314 h 1708593"/>
              <a:gd name="connsiteX564" fmla="*/ 375034 w 1734579"/>
              <a:gd name="connsiteY564" fmla="*/ 718951 h 1708593"/>
              <a:gd name="connsiteX565" fmla="*/ 287371 w 1734579"/>
              <a:gd name="connsiteY565" fmla="*/ 761314 h 1708593"/>
              <a:gd name="connsiteX566" fmla="*/ 187517 w 1734579"/>
              <a:gd name="connsiteY566" fmla="*/ 808320 h 1708593"/>
              <a:gd name="connsiteX567" fmla="*/ 87663 w 1734579"/>
              <a:gd name="connsiteY567" fmla="*/ 761314 h 1708593"/>
              <a:gd name="connsiteX568" fmla="*/ 0 w 1734579"/>
              <a:gd name="connsiteY568" fmla="*/ 718951 h 1708593"/>
              <a:gd name="connsiteX569" fmla="*/ 0 w 1734579"/>
              <a:gd name="connsiteY569" fmla="*/ 600343 h 1708593"/>
              <a:gd name="connsiteX570" fmla="*/ 99855 w 1734579"/>
              <a:gd name="connsiteY570" fmla="*/ 647348 h 1708593"/>
              <a:gd name="connsiteX571" fmla="*/ 187517 w 1734579"/>
              <a:gd name="connsiteY571" fmla="*/ 689712 h 1708593"/>
              <a:gd name="connsiteX572" fmla="*/ 275179 w 1734579"/>
              <a:gd name="connsiteY572" fmla="*/ 647348 h 1708593"/>
              <a:gd name="connsiteX573" fmla="*/ 375034 w 1734579"/>
              <a:gd name="connsiteY573" fmla="*/ 600343 h 1708593"/>
              <a:gd name="connsiteX574" fmla="*/ 474940 w 1734579"/>
              <a:gd name="connsiteY574" fmla="*/ 647348 h 1708593"/>
              <a:gd name="connsiteX575" fmla="*/ 562069 w 1734579"/>
              <a:gd name="connsiteY575" fmla="*/ 689712 h 1708593"/>
              <a:gd name="connsiteX576" fmla="*/ 650315 w 1734579"/>
              <a:gd name="connsiteY576" fmla="*/ 647348 h 1708593"/>
              <a:gd name="connsiteX577" fmla="*/ 740506 w 1734579"/>
              <a:gd name="connsiteY577" fmla="*/ 600622 h 1708593"/>
              <a:gd name="connsiteX578" fmla="*/ 749586 w 1734579"/>
              <a:gd name="connsiteY578" fmla="*/ 600343 h 1708593"/>
              <a:gd name="connsiteX579" fmla="*/ 758889 w 1734579"/>
              <a:gd name="connsiteY579" fmla="*/ 600622 h 1708593"/>
              <a:gd name="connsiteX580" fmla="*/ 850154 w 1734579"/>
              <a:gd name="connsiteY580" fmla="*/ 647348 h 1708593"/>
              <a:gd name="connsiteX581" fmla="*/ 937343 w 1734579"/>
              <a:gd name="connsiteY581" fmla="*/ 689712 h 1708593"/>
              <a:gd name="connsiteX582" fmla="*/ 1025586 w 1734579"/>
              <a:gd name="connsiteY582" fmla="*/ 647348 h 1708593"/>
              <a:gd name="connsiteX583" fmla="*/ 1115684 w 1734579"/>
              <a:gd name="connsiteY583" fmla="*/ 600622 h 1708593"/>
              <a:gd name="connsiteX584" fmla="*/ 1124860 w 1734579"/>
              <a:gd name="connsiteY584" fmla="*/ 600343 h 1708593"/>
              <a:gd name="connsiteX585" fmla="*/ 1134151 w 1734579"/>
              <a:gd name="connsiteY585" fmla="*/ 600622 h 1708593"/>
              <a:gd name="connsiteX586" fmla="*/ 1225295 w 1734579"/>
              <a:gd name="connsiteY586" fmla="*/ 647348 h 1708593"/>
              <a:gd name="connsiteX587" fmla="*/ 1312376 w 1734579"/>
              <a:gd name="connsiteY587" fmla="*/ 689712 h 1708593"/>
              <a:gd name="connsiteX588" fmla="*/ 1400620 w 1734579"/>
              <a:gd name="connsiteY588" fmla="*/ 647348 h 1708593"/>
              <a:gd name="connsiteX589" fmla="*/ 1490714 w 1734579"/>
              <a:gd name="connsiteY589" fmla="*/ 600622 h 1708593"/>
              <a:gd name="connsiteX590" fmla="*/ 1499902 w 1734579"/>
              <a:gd name="connsiteY590" fmla="*/ 600343 h 1708593"/>
              <a:gd name="connsiteX591" fmla="*/ 1509200 w 1734579"/>
              <a:gd name="connsiteY591" fmla="*/ 600622 h 1708593"/>
              <a:gd name="connsiteX592" fmla="*/ 1600457 w 1734579"/>
              <a:gd name="connsiteY592" fmla="*/ 647348 h 1708593"/>
              <a:gd name="connsiteX593" fmla="*/ 1672675 w 1734579"/>
              <a:gd name="connsiteY593" fmla="*/ 688820 h 1708593"/>
              <a:gd name="connsiteX594" fmla="*/ 1687656 w 1734579"/>
              <a:gd name="connsiteY594" fmla="*/ 689712 h 1708593"/>
              <a:gd name="connsiteX595" fmla="*/ 1702991 w 1734579"/>
              <a:gd name="connsiteY595" fmla="*/ 688796 h 1708593"/>
              <a:gd name="connsiteX596" fmla="*/ 1734579 w 1734579"/>
              <a:gd name="connsiteY596" fmla="*/ 677316 h 1708593"/>
              <a:gd name="connsiteX597" fmla="*/ 1734579 w 1734579"/>
              <a:gd name="connsiteY597" fmla="*/ 698304 h 1708593"/>
              <a:gd name="connsiteX598" fmla="*/ 1727021 w 1734579"/>
              <a:gd name="connsiteY598" fmla="*/ 701817 h 1708593"/>
              <a:gd name="connsiteX599" fmla="*/ 1696936 w 1734579"/>
              <a:gd name="connsiteY599" fmla="*/ 707416 h 1708593"/>
              <a:gd name="connsiteX600" fmla="*/ 1687656 w 1734579"/>
              <a:gd name="connsiteY600" fmla="*/ 707702 h 1708593"/>
              <a:gd name="connsiteX601" fmla="*/ 1678456 w 1734579"/>
              <a:gd name="connsiteY601" fmla="*/ 707416 h 1708593"/>
              <a:gd name="connsiteX602" fmla="*/ 1588259 w 1734579"/>
              <a:gd name="connsiteY602" fmla="*/ 660115 h 1708593"/>
              <a:gd name="connsiteX603" fmla="*/ 1515254 w 1734579"/>
              <a:gd name="connsiteY603" fmla="*/ 618668 h 1708593"/>
              <a:gd name="connsiteX604" fmla="*/ 1499902 w 1734579"/>
              <a:gd name="connsiteY604" fmla="*/ 617752 h 1708593"/>
              <a:gd name="connsiteX605" fmla="*/ 1484938 w 1734579"/>
              <a:gd name="connsiteY605" fmla="*/ 618668 h 1708593"/>
              <a:gd name="connsiteX606" fmla="*/ 1412811 w 1734579"/>
              <a:gd name="connsiteY606" fmla="*/ 660115 h 1708593"/>
              <a:gd name="connsiteX607" fmla="*/ 1312376 w 1734579"/>
              <a:gd name="connsiteY607" fmla="*/ 707702 h 1708593"/>
              <a:gd name="connsiteX608" fmla="*/ 1213103 w 1734579"/>
              <a:gd name="connsiteY608" fmla="*/ 660115 h 1708593"/>
              <a:gd name="connsiteX609" fmla="*/ 1140202 w 1734579"/>
              <a:gd name="connsiteY609" fmla="*/ 618668 h 1708593"/>
              <a:gd name="connsiteX610" fmla="*/ 1124860 w 1734579"/>
              <a:gd name="connsiteY610" fmla="*/ 617752 h 1708593"/>
              <a:gd name="connsiteX611" fmla="*/ 1109907 w 1734579"/>
              <a:gd name="connsiteY611" fmla="*/ 618668 h 1708593"/>
              <a:gd name="connsiteX612" fmla="*/ 1037780 w 1734579"/>
              <a:gd name="connsiteY612" fmla="*/ 660115 h 1708593"/>
              <a:gd name="connsiteX613" fmla="*/ 937343 w 1734579"/>
              <a:gd name="connsiteY613" fmla="*/ 707702 h 1708593"/>
              <a:gd name="connsiteX614" fmla="*/ 837942 w 1734579"/>
              <a:gd name="connsiteY614" fmla="*/ 660115 h 1708593"/>
              <a:gd name="connsiteX615" fmla="*/ 764952 w 1734579"/>
              <a:gd name="connsiteY615" fmla="*/ 618668 h 1708593"/>
              <a:gd name="connsiteX616" fmla="*/ 749586 w 1734579"/>
              <a:gd name="connsiteY616" fmla="*/ 617752 h 1708593"/>
              <a:gd name="connsiteX617" fmla="*/ 734638 w 1734579"/>
              <a:gd name="connsiteY617" fmla="*/ 618668 h 1708593"/>
              <a:gd name="connsiteX618" fmla="*/ 662511 w 1734579"/>
              <a:gd name="connsiteY618" fmla="*/ 660115 h 1708593"/>
              <a:gd name="connsiteX619" fmla="*/ 562069 w 1734579"/>
              <a:gd name="connsiteY619" fmla="*/ 707702 h 1708593"/>
              <a:gd name="connsiteX620" fmla="*/ 462743 w 1734579"/>
              <a:gd name="connsiteY620" fmla="*/ 660115 h 1708593"/>
              <a:gd name="connsiteX621" fmla="*/ 375034 w 1734579"/>
              <a:gd name="connsiteY621" fmla="*/ 617752 h 1708593"/>
              <a:gd name="connsiteX622" fmla="*/ 287371 w 1734579"/>
              <a:gd name="connsiteY622" fmla="*/ 660115 h 1708593"/>
              <a:gd name="connsiteX623" fmla="*/ 187517 w 1734579"/>
              <a:gd name="connsiteY623" fmla="*/ 707702 h 1708593"/>
              <a:gd name="connsiteX624" fmla="*/ 87663 w 1734579"/>
              <a:gd name="connsiteY624" fmla="*/ 660115 h 1708593"/>
              <a:gd name="connsiteX625" fmla="*/ 0 w 1734579"/>
              <a:gd name="connsiteY625" fmla="*/ 617752 h 1708593"/>
              <a:gd name="connsiteX626" fmla="*/ 0 w 1734579"/>
              <a:gd name="connsiteY626" fmla="*/ 500446 h 1708593"/>
              <a:gd name="connsiteX627" fmla="*/ 99855 w 1734579"/>
              <a:gd name="connsiteY627" fmla="*/ 548032 h 1708593"/>
              <a:gd name="connsiteX628" fmla="*/ 187517 w 1734579"/>
              <a:gd name="connsiteY628" fmla="*/ 590395 h 1708593"/>
              <a:gd name="connsiteX629" fmla="*/ 275179 w 1734579"/>
              <a:gd name="connsiteY629" fmla="*/ 548032 h 1708593"/>
              <a:gd name="connsiteX630" fmla="*/ 375034 w 1734579"/>
              <a:gd name="connsiteY630" fmla="*/ 500446 h 1708593"/>
              <a:gd name="connsiteX631" fmla="*/ 474940 w 1734579"/>
              <a:gd name="connsiteY631" fmla="*/ 548032 h 1708593"/>
              <a:gd name="connsiteX632" fmla="*/ 562069 w 1734579"/>
              <a:gd name="connsiteY632" fmla="*/ 590395 h 1708593"/>
              <a:gd name="connsiteX633" fmla="*/ 650315 w 1734579"/>
              <a:gd name="connsiteY633" fmla="*/ 548032 h 1708593"/>
              <a:gd name="connsiteX634" fmla="*/ 740506 w 1734579"/>
              <a:gd name="connsiteY634" fmla="*/ 500732 h 1708593"/>
              <a:gd name="connsiteX635" fmla="*/ 749586 w 1734579"/>
              <a:gd name="connsiteY635" fmla="*/ 500446 h 1708593"/>
              <a:gd name="connsiteX636" fmla="*/ 758889 w 1734579"/>
              <a:gd name="connsiteY636" fmla="*/ 500732 h 1708593"/>
              <a:gd name="connsiteX637" fmla="*/ 850154 w 1734579"/>
              <a:gd name="connsiteY637" fmla="*/ 548032 h 1708593"/>
              <a:gd name="connsiteX638" fmla="*/ 937343 w 1734579"/>
              <a:gd name="connsiteY638" fmla="*/ 590395 h 1708593"/>
              <a:gd name="connsiteX639" fmla="*/ 1025586 w 1734579"/>
              <a:gd name="connsiteY639" fmla="*/ 548032 h 1708593"/>
              <a:gd name="connsiteX640" fmla="*/ 1115684 w 1734579"/>
              <a:gd name="connsiteY640" fmla="*/ 500732 h 1708593"/>
              <a:gd name="connsiteX641" fmla="*/ 1124860 w 1734579"/>
              <a:gd name="connsiteY641" fmla="*/ 500446 h 1708593"/>
              <a:gd name="connsiteX642" fmla="*/ 1134151 w 1734579"/>
              <a:gd name="connsiteY642" fmla="*/ 500732 h 1708593"/>
              <a:gd name="connsiteX643" fmla="*/ 1225295 w 1734579"/>
              <a:gd name="connsiteY643" fmla="*/ 548032 h 1708593"/>
              <a:gd name="connsiteX644" fmla="*/ 1312376 w 1734579"/>
              <a:gd name="connsiteY644" fmla="*/ 590395 h 1708593"/>
              <a:gd name="connsiteX645" fmla="*/ 1400620 w 1734579"/>
              <a:gd name="connsiteY645" fmla="*/ 548032 h 1708593"/>
              <a:gd name="connsiteX646" fmla="*/ 1490714 w 1734579"/>
              <a:gd name="connsiteY646" fmla="*/ 500732 h 1708593"/>
              <a:gd name="connsiteX647" fmla="*/ 1499902 w 1734579"/>
              <a:gd name="connsiteY647" fmla="*/ 500446 h 1708593"/>
              <a:gd name="connsiteX648" fmla="*/ 1509200 w 1734579"/>
              <a:gd name="connsiteY648" fmla="*/ 500732 h 1708593"/>
              <a:gd name="connsiteX649" fmla="*/ 1600457 w 1734579"/>
              <a:gd name="connsiteY649" fmla="*/ 548032 h 1708593"/>
              <a:gd name="connsiteX650" fmla="*/ 1672675 w 1734579"/>
              <a:gd name="connsiteY650" fmla="*/ 589479 h 1708593"/>
              <a:gd name="connsiteX651" fmla="*/ 1687656 w 1734579"/>
              <a:gd name="connsiteY651" fmla="*/ 590395 h 1708593"/>
              <a:gd name="connsiteX652" fmla="*/ 1702991 w 1734579"/>
              <a:gd name="connsiteY652" fmla="*/ 589479 h 1708593"/>
              <a:gd name="connsiteX653" fmla="*/ 1734579 w 1734579"/>
              <a:gd name="connsiteY653" fmla="*/ 577999 h 1708593"/>
              <a:gd name="connsiteX654" fmla="*/ 1734579 w 1734579"/>
              <a:gd name="connsiteY654" fmla="*/ 596081 h 1708593"/>
              <a:gd name="connsiteX655" fmla="*/ 1696936 w 1734579"/>
              <a:gd name="connsiteY655" fmla="*/ 607526 h 1708593"/>
              <a:gd name="connsiteX656" fmla="*/ 1687656 w 1734579"/>
              <a:gd name="connsiteY656" fmla="*/ 607805 h 1708593"/>
              <a:gd name="connsiteX657" fmla="*/ 1678456 w 1734579"/>
              <a:gd name="connsiteY657" fmla="*/ 607526 h 1708593"/>
              <a:gd name="connsiteX658" fmla="*/ 1588259 w 1734579"/>
              <a:gd name="connsiteY658" fmla="*/ 560799 h 1708593"/>
              <a:gd name="connsiteX659" fmla="*/ 1515254 w 1734579"/>
              <a:gd name="connsiteY659" fmla="*/ 519352 h 1708593"/>
              <a:gd name="connsiteX660" fmla="*/ 1499902 w 1734579"/>
              <a:gd name="connsiteY660" fmla="*/ 518436 h 1708593"/>
              <a:gd name="connsiteX661" fmla="*/ 1484938 w 1734579"/>
              <a:gd name="connsiteY661" fmla="*/ 519352 h 1708593"/>
              <a:gd name="connsiteX662" fmla="*/ 1412811 w 1734579"/>
              <a:gd name="connsiteY662" fmla="*/ 560799 h 1708593"/>
              <a:gd name="connsiteX663" fmla="*/ 1312376 w 1734579"/>
              <a:gd name="connsiteY663" fmla="*/ 607805 h 1708593"/>
              <a:gd name="connsiteX664" fmla="*/ 1213103 w 1734579"/>
              <a:gd name="connsiteY664" fmla="*/ 560799 h 1708593"/>
              <a:gd name="connsiteX665" fmla="*/ 1140202 w 1734579"/>
              <a:gd name="connsiteY665" fmla="*/ 519352 h 1708593"/>
              <a:gd name="connsiteX666" fmla="*/ 1124860 w 1734579"/>
              <a:gd name="connsiteY666" fmla="*/ 518436 h 1708593"/>
              <a:gd name="connsiteX667" fmla="*/ 1109907 w 1734579"/>
              <a:gd name="connsiteY667" fmla="*/ 519352 h 1708593"/>
              <a:gd name="connsiteX668" fmla="*/ 1037780 w 1734579"/>
              <a:gd name="connsiteY668" fmla="*/ 560799 h 1708593"/>
              <a:gd name="connsiteX669" fmla="*/ 937343 w 1734579"/>
              <a:gd name="connsiteY669" fmla="*/ 607805 h 1708593"/>
              <a:gd name="connsiteX670" fmla="*/ 837942 w 1734579"/>
              <a:gd name="connsiteY670" fmla="*/ 560799 h 1708593"/>
              <a:gd name="connsiteX671" fmla="*/ 764952 w 1734579"/>
              <a:gd name="connsiteY671" fmla="*/ 519352 h 1708593"/>
              <a:gd name="connsiteX672" fmla="*/ 749586 w 1734579"/>
              <a:gd name="connsiteY672" fmla="*/ 518436 h 1708593"/>
              <a:gd name="connsiteX673" fmla="*/ 734638 w 1734579"/>
              <a:gd name="connsiteY673" fmla="*/ 519352 h 1708593"/>
              <a:gd name="connsiteX674" fmla="*/ 662511 w 1734579"/>
              <a:gd name="connsiteY674" fmla="*/ 560799 h 1708593"/>
              <a:gd name="connsiteX675" fmla="*/ 562069 w 1734579"/>
              <a:gd name="connsiteY675" fmla="*/ 607805 h 1708593"/>
              <a:gd name="connsiteX676" fmla="*/ 462743 w 1734579"/>
              <a:gd name="connsiteY676" fmla="*/ 560799 h 1708593"/>
              <a:gd name="connsiteX677" fmla="*/ 375034 w 1734579"/>
              <a:gd name="connsiteY677" fmla="*/ 518436 h 1708593"/>
              <a:gd name="connsiteX678" fmla="*/ 287371 w 1734579"/>
              <a:gd name="connsiteY678" fmla="*/ 560799 h 1708593"/>
              <a:gd name="connsiteX679" fmla="*/ 187517 w 1734579"/>
              <a:gd name="connsiteY679" fmla="*/ 607805 h 1708593"/>
              <a:gd name="connsiteX680" fmla="*/ 87663 w 1734579"/>
              <a:gd name="connsiteY680" fmla="*/ 560799 h 1708593"/>
              <a:gd name="connsiteX681" fmla="*/ 0 w 1734579"/>
              <a:gd name="connsiteY681" fmla="*/ 518436 h 1708593"/>
              <a:gd name="connsiteX682" fmla="*/ 0 w 1734579"/>
              <a:gd name="connsiteY682" fmla="*/ 399827 h 1708593"/>
              <a:gd name="connsiteX683" fmla="*/ 99855 w 1734579"/>
              <a:gd name="connsiteY683" fmla="*/ 447520 h 1708593"/>
              <a:gd name="connsiteX684" fmla="*/ 187517 w 1734579"/>
              <a:gd name="connsiteY684" fmla="*/ 489978 h 1708593"/>
              <a:gd name="connsiteX685" fmla="*/ 275179 w 1734579"/>
              <a:gd name="connsiteY685" fmla="*/ 447520 h 1708593"/>
              <a:gd name="connsiteX686" fmla="*/ 375034 w 1734579"/>
              <a:gd name="connsiteY686" fmla="*/ 399827 h 1708593"/>
              <a:gd name="connsiteX687" fmla="*/ 474940 w 1734579"/>
              <a:gd name="connsiteY687" fmla="*/ 447520 h 1708593"/>
              <a:gd name="connsiteX688" fmla="*/ 562069 w 1734579"/>
              <a:gd name="connsiteY688" fmla="*/ 489978 h 1708593"/>
              <a:gd name="connsiteX689" fmla="*/ 650315 w 1734579"/>
              <a:gd name="connsiteY689" fmla="*/ 447520 h 1708593"/>
              <a:gd name="connsiteX690" fmla="*/ 740506 w 1734579"/>
              <a:gd name="connsiteY690" fmla="*/ 400114 h 1708593"/>
              <a:gd name="connsiteX691" fmla="*/ 749586 w 1734579"/>
              <a:gd name="connsiteY691" fmla="*/ 399827 h 1708593"/>
              <a:gd name="connsiteX692" fmla="*/ 758889 w 1734579"/>
              <a:gd name="connsiteY692" fmla="*/ 400114 h 1708593"/>
              <a:gd name="connsiteX693" fmla="*/ 850154 w 1734579"/>
              <a:gd name="connsiteY693" fmla="*/ 447520 h 1708593"/>
              <a:gd name="connsiteX694" fmla="*/ 937343 w 1734579"/>
              <a:gd name="connsiteY694" fmla="*/ 489978 h 1708593"/>
              <a:gd name="connsiteX695" fmla="*/ 1025586 w 1734579"/>
              <a:gd name="connsiteY695" fmla="*/ 447520 h 1708593"/>
              <a:gd name="connsiteX696" fmla="*/ 1115684 w 1734579"/>
              <a:gd name="connsiteY696" fmla="*/ 400114 h 1708593"/>
              <a:gd name="connsiteX697" fmla="*/ 1124860 w 1734579"/>
              <a:gd name="connsiteY697" fmla="*/ 399827 h 1708593"/>
              <a:gd name="connsiteX698" fmla="*/ 1134151 w 1734579"/>
              <a:gd name="connsiteY698" fmla="*/ 400114 h 1708593"/>
              <a:gd name="connsiteX699" fmla="*/ 1225295 w 1734579"/>
              <a:gd name="connsiteY699" fmla="*/ 447520 h 1708593"/>
              <a:gd name="connsiteX700" fmla="*/ 1312376 w 1734579"/>
              <a:gd name="connsiteY700" fmla="*/ 489978 h 1708593"/>
              <a:gd name="connsiteX701" fmla="*/ 1400620 w 1734579"/>
              <a:gd name="connsiteY701" fmla="*/ 447520 h 1708593"/>
              <a:gd name="connsiteX702" fmla="*/ 1490714 w 1734579"/>
              <a:gd name="connsiteY702" fmla="*/ 400114 h 1708593"/>
              <a:gd name="connsiteX703" fmla="*/ 1499902 w 1734579"/>
              <a:gd name="connsiteY703" fmla="*/ 399827 h 1708593"/>
              <a:gd name="connsiteX704" fmla="*/ 1509200 w 1734579"/>
              <a:gd name="connsiteY704" fmla="*/ 400114 h 1708593"/>
              <a:gd name="connsiteX705" fmla="*/ 1600457 w 1734579"/>
              <a:gd name="connsiteY705" fmla="*/ 447520 h 1708593"/>
              <a:gd name="connsiteX706" fmla="*/ 1672675 w 1734579"/>
              <a:gd name="connsiteY706" fmla="*/ 489060 h 1708593"/>
              <a:gd name="connsiteX707" fmla="*/ 1687656 w 1734579"/>
              <a:gd name="connsiteY707" fmla="*/ 489978 h 1708593"/>
              <a:gd name="connsiteX708" fmla="*/ 1702991 w 1734579"/>
              <a:gd name="connsiteY708" fmla="*/ 489060 h 1708593"/>
              <a:gd name="connsiteX709" fmla="*/ 1734579 w 1734579"/>
              <a:gd name="connsiteY709" fmla="*/ 477554 h 1708593"/>
              <a:gd name="connsiteX710" fmla="*/ 1734579 w 1734579"/>
              <a:gd name="connsiteY710" fmla="*/ 498193 h 1708593"/>
              <a:gd name="connsiteX711" fmla="*/ 1727021 w 1734579"/>
              <a:gd name="connsiteY711" fmla="*/ 501653 h 1708593"/>
              <a:gd name="connsiteX712" fmla="*/ 1696936 w 1734579"/>
              <a:gd name="connsiteY712" fmla="*/ 507147 h 1708593"/>
              <a:gd name="connsiteX713" fmla="*/ 1687656 w 1734579"/>
              <a:gd name="connsiteY713" fmla="*/ 507427 h 1708593"/>
              <a:gd name="connsiteX714" fmla="*/ 1678456 w 1734579"/>
              <a:gd name="connsiteY714" fmla="*/ 507147 h 1708593"/>
              <a:gd name="connsiteX715" fmla="*/ 1588259 w 1734579"/>
              <a:gd name="connsiteY715" fmla="*/ 460316 h 1708593"/>
              <a:gd name="connsiteX716" fmla="*/ 1515254 w 1734579"/>
              <a:gd name="connsiteY716" fmla="*/ 418776 h 1708593"/>
              <a:gd name="connsiteX717" fmla="*/ 1499902 w 1734579"/>
              <a:gd name="connsiteY717" fmla="*/ 417857 h 1708593"/>
              <a:gd name="connsiteX718" fmla="*/ 1484938 w 1734579"/>
              <a:gd name="connsiteY718" fmla="*/ 418752 h 1708593"/>
              <a:gd name="connsiteX719" fmla="*/ 1412811 w 1734579"/>
              <a:gd name="connsiteY719" fmla="*/ 460316 h 1708593"/>
              <a:gd name="connsiteX720" fmla="*/ 1312376 w 1734579"/>
              <a:gd name="connsiteY720" fmla="*/ 507427 h 1708593"/>
              <a:gd name="connsiteX721" fmla="*/ 1213103 w 1734579"/>
              <a:gd name="connsiteY721" fmla="*/ 460316 h 1708593"/>
              <a:gd name="connsiteX722" fmla="*/ 1140202 w 1734579"/>
              <a:gd name="connsiteY722" fmla="*/ 418776 h 1708593"/>
              <a:gd name="connsiteX723" fmla="*/ 1124860 w 1734579"/>
              <a:gd name="connsiteY723" fmla="*/ 417857 h 1708593"/>
              <a:gd name="connsiteX724" fmla="*/ 1109907 w 1734579"/>
              <a:gd name="connsiteY724" fmla="*/ 418752 h 1708593"/>
              <a:gd name="connsiteX725" fmla="*/ 1037780 w 1734579"/>
              <a:gd name="connsiteY725" fmla="*/ 460316 h 1708593"/>
              <a:gd name="connsiteX726" fmla="*/ 937343 w 1734579"/>
              <a:gd name="connsiteY726" fmla="*/ 507427 h 1708593"/>
              <a:gd name="connsiteX727" fmla="*/ 837942 w 1734579"/>
              <a:gd name="connsiteY727" fmla="*/ 460316 h 1708593"/>
              <a:gd name="connsiteX728" fmla="*/ 764952 w 1734579"/>
              <a:gd name="connsiteY728" fmla="*/ 418776 h 1708593"/>
              <a:gd name="connsiteX729" fmla="*/ 749586 w 1734579"/>
              <a:gd name="connsiteY729" fmla="*/ 417857 h 1708593"/>
              <a:gd name="connsiteX730" fmla="*/ 734638 w 1734579"/>
              <a:gd name="connsiteY730" fmla="*/ 418752 h 1708593"/>
              <a:gd name="connsiteX731" fmla="*/ 662511 w 1734579"/>
              <a:gd name="connsiteY731" fmla="*/ 460316 h 1708593"/>
              <a:gd name="connsiteX732" fmla="*/ 562069 w 1734579"/>
              <a:gd name="connsiteY732" fmla="*/ 507427 h 1708593"/>
              <a:gd name="connsiteX733" fmla="*/ 462743 w 1734579"/>
              <a:gd name="connsiteY733" fmla="*/ 460316 h 1708593"/>
              <a:gd name="connsiteX734" fmla="*/ 375034 w 1734579"/>
              <a:gd name="connsiteY734" fmla="*/ 417857 h 1708593"/>
              <a:gd name="connsiteX735" fmla="*/ 287371 w 1734579"/>
              <a:gd name="connsiteY735" fmla="*/ 460316 h 1708593"/>
              <a:gd name="connsiteX736" fmla="*/ 187517 w 1734579"/>
              <a:gd name="connsiteY736" fmla="*/ 507427 h 1708593"/>
              <a:gd name="connsiteX737" fmla="*/ 87663 w 1734579"/>
              <a:gd name="connsiteY737" fmla="*/ 460316 h 1708593"/>
              <a:gd name="connsiteX738" fmla="*/ 0 w 1734579"/>
              <a:gd name="connsiteY738" fmla="*/ 417857 h 1708593"/>
              <a:gd name="connsiteX739" fmla="*/ 0 w 1734579"/>
              <a:gd name="connsiteY739" fmla="*/ 299931 h 1708593"/>
              <a:gd name="connsiteX740" fmla="*/ 99855 w 1734579"/>
              <a:gd name="connsiteY740" fmla="*/ 347579 h 1708593"/>
              <a:gd name="connsiteX741" fmla="*/ 187517 w 1734579"/>
              <a:gd name="connsiteY741" fmla="*/ 389998 h 1708593"/>
              <a:gd name="connsiteX742" fmla="*/ 275179 w 1734579"/>
              <a:gd name="connsiteY742" fmla="*/ 347579 h 1708593"/>
              <a:gd name="connsiteX743" fmla="*/ 375034 w 1734579"/>
              <a:gd name="connsiteY743" fmla="*/ 299931 h 1708593"/>
              <a:gd name="connsiteX744" fmla="*/ 474940 w 1734579"/>
              <a:gd name="connsiteY744" fmla="*/ 347579 h 1708593"/>
              <a:gd name="connsiteX745" fmla="*/ 562069 w 1734579"/>
              <a:gd name="connsiteY745" fmla="*/ 389998 h 1708593"/>
              <a:gd name="connsiteX746" fmla="*/ 650315 w 1734579"/>
              <a:gd name="connsiteY746" fmla="*/ 347579 h 1708593"/>
              <a:gd name="connsiteX747" fmla="*/ 740506 w 1734579"/>
              <a:gd name="connsiteY747" fmla="*/ 300217 h 1708593"/>
              <a:gd name="connsiteX748" fmla="*/ 749586 w 1734579"/>
              <a:gd name="connsiteY748" fmla="*/ 299931 h 1708593"/>
              <a:gd name="connsiteX749" fmla="*/ 758889 w 1734579"/>
              <a:gd name="connsiteY749" fmla="*/ 300217 h 1708593"/>
              <a:gd name="connsiteX750" fmla="*/ 850154 w 1734579"/>
              <a:gd name="connsiteY750" fmla="*/ 347579 h 1708593"/>
              <a:gd name="connsiteX751" fmla="*/ 937343 w 1734579"/>
              <a:gd name="connsiteY751" fmla="*/ 389998 h 1708593"/>
              <a:gd name="connsiteX752" fmla="*/ 1025586 w 1734579"/>
              <a:gd name="connsiteY752" fmla="*/ 347579 h 1708593"/>
              <a:gd name="connsiteX753" fmla="*/ 1115684 w 1734579"/>
              <a:gd name="connsiteY753" fmla="*/ 300217 h 1708593"/>
              <a:gd name="connsiteX754" fmla="*/ 1124860 w 1734579"/>
              <a:gd name="connsiteY754" fmla="*/ 299931 h 1708593"/>
              <a:gd name="connsiteX755" fmla="*/ 1134151 w 1734579"/>
              <a:gd name="connsiteY755" fmla="*/ 300217 h 1708593"/>
              <a:gd name="connsiteX756" fmla="*/ 1225295 w 1734579"/>
              <a:gd name="connsiteY756" fmla="*/ 347579 h 1708593"/>
              <a:gd name="connsiteX757" fmla="*/ 1312376 w 1734579"/>
              <a:gd name="connsiteY757" fmla="*/ 389998 h 1708593"/>
              <a:gd name="connsiteX758" fmla="*/ 1400620 w 1734579"/>
              <a:gd name="connsiteY758" fmla="*/ 347579 h 1708593"/>
              <a:gd name="connsiteX759" fmla="*/ 1490714 w 1734579"/>
              <a:gd name="connsiteY759" fmla="*/ 300217 h 1708593"/>
              <a:gd name="connsiteX760" fmla="*/ 1499902 w 1734579"/>
              <a:gd name="connsiteY760" fmla="*/ 299931 h 1708593"/>
              <a:gd name="connsiteX761" fmla="*/ 1509200 w 1734579"/>
              <a:gd name="connsiteY761" fmla="*/ 300217 h 1708593"/>
              <a:gd name="connsiteX762" fmla="*/ 1600457 w 1734579"/>
              <a:gd name="connsiteY762" fmla="*/ 347579 h 1708593"/>
              <a:gd name="connsiteX763" fmla="*/ 1672675 w 1734579"/>
              <a:gd name="connsiteY763" fmla="*/ 389081 h 1708593"/>
              <a:gd name="connsiteX764" fmla="*/ 1687656 w 1734579"/>
              <a:gd name="connsiteY764" fmla="*/ 389998 h 1708593"/>
              <a:gd name="connsiteX765" fmla="*/ 1702991 w 1734579"/>
              <a:gd name="connsiteY765" fmla="*/ 389081 h 1708593"/>
              <a:gd name="connsiteX766" fmla="*/ 1734579 w 1734579"/>
              <a:gd name="connsiteY766" fmla="*/ 377586 h 1708593"/>
              <a:gd name="connsiteX767" fmla="*/ 1734579 w 1734579"/>
              <a:gd name="connsiteY767" fmla="*/ 398602 h 1708593"/>
              <a:gd name="connsiteX768" fmla="*/ 1727021 w 1734579"/>
              <a:gd name="connsiteY768" fmla="*/ 402120 h 1708593"/>
              <a:gd name="connsiteX769" fmla="*/ 1696936 w 1734579"/>
              <a:gd name="connsiteY769" fmla="*/ 407725 h 1708593"/>
              <a:gd name="connsiteX770" fmla="*/ 1687656 w 1734579"/>
              <a:gd name="connsiteY770" fmla="*/ 408012 h 1708593"/>
              <a:gd name="connsiteX771" fmla="*/ 1678456 w 1734579"/>
              <a:gd name="connsiteY771" fmla="*/ 407725 h 1708593"/>
              <a:gd name="connsiteX772" fmla="*/ 1588259 w 1734579"/>
              <a:gd name="connsiteY772" fmla="*/ 360363 h 1708593"/>
              <a:gd name="connsiteX773" fmla="*/ 1515254 w 1734579"/>
              <a:gd name="connsiteY773" fmla="*/ 318861 h 1708593"/>
              <a:gd name="connsiteX774" fmla="*/ 1499902 w 1734579"/>
              <a:gd name="connsiteY774" fmla="*/ 317944 h 1708593"/>
              <a:gd name="connsiteX775" fmla="*/ 1484938 w 1734579"/>
              <a:gd name="connsiteY775" fmla="*/ 318861 h 1708593"/>
              <a:gd name="connsiteX776" fmla="*/ 1412811 w 1734579"/>
              <a:gd name="connsiteY776" fmla="*/ 360363 h 1708593"/>
              <a:gd name="connsiteX777" fmla="*/ 1312376 w 1734579"/>
              <a:gd name="connsiteY777" fmla="*/ 408012 h 1708593"/>
              <a:gd name="connsiteX778" fmla="*/ 1213103 w 1734579"/>
              <a:gd name="connsiteY778" fmla="*/ 360363 h 1708593"/>
              <a:gd name="connsiteX779" fmla="*/ 1140202 w 1734579"/>
              <a:gd name="connsiteY779" fmla="*/ 318861 h 1708593"/>
              <a:gd name="connsiteX780" fmla="*/ 1124860 w 1734579"/>
              <a:gd name="connsiteY780" fmla="*/ 317944 h 1708593"/>
              <a:gd name="connsiteX781" fmla="*/ 1109907 w 1734579"/>
              <a:gd name="connsiteY781" fmla="*/ 318861 h 1708593"/>
              <a:gd name="connsiteX782" fmla="*/ 1037780 w 1734579"/>
              <a:gd name="connsiteY782" fmla="*/ 360363 h 1708593"/>
              <a:gd name="connsiteX783" fmla="*/ 937343 w 1734579"/>
              <a:gd name="connsiteY783" fmla="*/ 408012 h 1708593"/>
              <a:gd name="connsiteX784" fmla="*/ 837942 w 1734579"/>
              <a:gd name="connsiteY784" fmla="*/ 360363 h 1708593"/>
              <a:gd name="connsiteX785" fmla="*/ 764952 w 1734579"/>
              <a:gd name="connsiteY785" fmla="*/ 318861 h 1708593"/>
              <a:gd name="connsiteX786" fmla="*/ 749586 w 1734579"/>
              <a:gd name="connsiteY786" fmla="*/ 317944 h 1708593"/>
              <a:gd name="connsiteX787" fmla="*/ 734638 w 1734579"/>
              <a:gd name="connsiteY787" fmla="*/ 318861 h 1708593"/>
              <a:gd name="connsiteX788" fmla="*/ 662511 w 1734579"/>
              <a:gd name="connsiteY788" fmla="*/ 360363 h 1708593"/>
              <a:gd name="connsiteX789" fmla="*/ 562069 w 1734579"/>
              <a:gd name="connsiteY789" fmla="*/ 408012 h 1708593"/>
              <a:gd name="connsiteX790" fmla="*/ 462743 w 1734579"/>
              <a:gd name="connsiteY790" fmla="*/ 360363 h 1708593"/>
              <a:gd name="connsiteX791" fmla="*/ 375034 w 1734579"/>
              <a:gd name="connsiteY791" fmla="*/ 317944 h 1708593"/>
              <a:gd name="connsiteX792" fmla="*/ 287371 w 1734579"/>
              <a:gd name="connsiteY792" fmla="*/ 360363 h 1708593"/>
              <a:gd name="connsiteX793" fmla="*/ 187517 w 1734579"/>
              <a:gd name="connsiteY793" fmla="*/ 408012 h 1708593"/>
              <a:gd name="connsiteX794" fmla="*/ 87663 w 1734579"/>
              <a:gd name="connsiteY794" fmla="*/ 360363 h 1708593"/>
              <a:gd name="connsiteX795" fmla="*/ 0 w 1734579"/>
              <a:gd name="connsiteY795" fmla="*/ 317944 h 1708593"/>
              <a:gd name="connsiteX796" fmla="*/ 0 w 1734579"/>
              <a:gd name="connsiteY796" fmla="*/ 200515 h 1708593"/>
              <a:gd name="connsiteX797" fmla="*/ 99855 w 1734579"/>
              <a:gd name="connsiteY797" fmla="*/ 247521 h 1708593"/>
              <a:gd name="connsiteX798" fmla="*/ 187517 w 1734579"/>
              <a:gd name="connsiteY798" fmla="*/ 289885 h 1708593"/>
              <a:gd name="connsiteX799" fmla="*/ 275179 w 1734579"/>
              <a:gd name="connsiteY799" fmla="*/ 247521 h 1708593"/>
              <a:gd name="connsiteX800" fmla="*/ 375034 w 1734579"/>
              <a:gd name="connsiteY800" fmla="*/ 200515 h 1708593"/>
              <a:gd name="connsiteX801" fmla="*/ 474940 w 1734579"/>
              <a:gd name="connsiteY801" fmla="*/ 247521 h 1708593"/>
              <a:gd name="connsiteX802" fmla="*/ 562069 w 1734579"/>
              <a:gd name="connsiteY802" fmla="*/ 289885 h 1708593"/>
              <a:gd name="connsiteX803" fmla="*/ 650315 w 1734579"/>
              <a:gd name="connsiteY803" fmla="*/ 247521 h 1708593"/>
              <a:gd name="connsiteX804" fmla="*/ 740506 w 1734579"/>
              <a:gd name="connsiteY804" fmla="*/ 200801 h 1708593"/>
              <a:gd name="connsiteX805" fmla="*/ 749586 w 1734579"/>
              <a:gd name="connsiteY805" fmla="*/ 200515 h 1708593"/>
              <a:gd name="connsiteX806" fmla="*/ 758889 w 1734579"/>
              <a:gd name="connsiteY806" fmla="*/ 200801 h 1708593"/>
              <a:gd name="connsiteX807" fmla="*/ 850154 w 1734579"/>
              <a:gd name="connsiteY807" fmla="*/ 247521 h 1708593"/>
              <a:gd name="connsiteX808" fmla="*/ 937343 w 1734579"/>
              <a:gd name="connsiteY808" fmla="*/ 289885 h 1708593"/>
              <a:gd name="connsiteX809" fmla="*/ 1025586 w 1734579"/>
              <a:gd name="connsiteY809" fmla="*/ 247521 h 1708593"/>
              <a:gd name="connsiteX810" fmla="*/ 1115684 w 1734579"/>
              <a:gd name="connsiteY810" fmla="*/ 200801 h 1708593"/>
              <a:gd name="connsiteX811" fmla="*/ 1124860 w 1734579"/>
              <a:gd name="connsiteY811" fmla="*/ 200515 h 1708593"/>
              <a:gd name="connsiteX812" fmla="*/ 1134151 w 1734579"/>
              <a:gd name="connsiteY812" fmla="*/ 200801 h 1708593"/>
              <a:gd name="connsiteX813" fmla="*/ 1225295 w 1734579"/>
              <a:gd name="connsiteY813" fmla="*/ 247521 h 1708593"/>
              <a:gd name="connsiteX814" fmla="*/ 1312376 w 1734579"/>
              <a:gd name="connsiteY814" fmla="*/ 289885 h 1708593"/>
              <a:gd name="connsiteX815" fmla="*/ 1400620 w 1734579"/>
              <a:gd name="connsiteY815" fmla="*/ 247521 h 1708593"/>
              <a:gd name="connsiteX816" fmla="*/ 1490714 w 1734579"/>
              <a:gd name="connsiteY816" fmla="*/ 200801 h 1708593"/>
              <a:gd name="connsiteX817" fmla="*/ 1499902 w 1734579"/>
              <a:gd name="connsiteY817" fmla="*/ 200515 h 1708593"/>
              <a:gd name="connsiteX818" fmla="*/ 1509200 w 1734579"/>
              <a:gd name="connsiteY818" fmla="*/ 200801 h 1708593"/>
              <a:gd name="connsiteX819" fmla="*/ 1600457 w 1734579"/>
              <a:gd name="connsiteY819" fmla="*/ 247521 h 1708593"/>
              <a:gd name="connsiteX820" fmla="*/ 1672675 w 1734579"/>
              <a:gd name="connsiteY820" fmla="*/ 288992 h 1708593"/>
              <a:gd name="connsiteX821" fmla="*/ 1687656 w 1734579"/>
              <a:gd name="connsiteY821" fmla="*/ 289885 h 1708593"/>
              <a:gd name="connsiteX822" fmla="*/ 1702991 w 1734579"/>
              <a:gd name="connsiteY822" fmla="*/ 288992 h 1708593"/>
              <a:gd name="connsiteX823" fmla="*/ 1734579 w 1734579"/>
              <a:gd name="connsiteY823" fmla="*/ 277678 h 1708593"/>
              <a:gd name="connsiteX824" fmla="*/ 1734579 w 1734579"/>
              <a:gd name="connsiteY824" fmla="*/ 296151 h 1708593"/>
              <a:gd name="connsiteX825" fmla="*/ 1696936 w 1734579"/>
              <a:gd name="connsiteY825" fmla="*/ 307595 h 1708593"/>
              <a:gd name="connsiteX826" fmla="*/ 1687656 w 1734579"/>
              <a:gd name="connsiteY826" fmla="*/ 307874 h 1708593"/>
              <a:gd name="connsiteX827" fmla="*/ 1678456 w 1734579"/>
              <a:gd name="connsiteY827" fmla="*/ 307595 h 1708593"/>
              <a:gd name="connsiteX828" fmla="*/ 1588259 w 1734579"/>
              <a:gd name="connsiteY828" fmla="*/ 260868 h 1708593"/>
              <a:gd name="connsiteX829" fmla="*/ 1515254 w 1734579"/>
              <a:gd name="connsiteY829" fmla="*/ 219397 h 1708593"/>
              <a:gd name="connsiteX830" fmla="*/ 1499902 w 1734579"/>
              <a:gd name="connsiteY830" fmla="*/ 218505 h 1708593"/>
              <a:gd name="connsiteX831" fmla="*/ 1484938 w 1734579"/>
              <a:gd name="connsiteY831" fmla="*/ 219397 h 1708593"/>
              <a:gd name="connsiteX832" fmla="*/ 1412811 w 1734579"/>
              <a:gd name="connsiteY832" fmla="*/ 260868 h 1708593"/>
              <a:gd name="connsiteX833" fmla="*/ 1312376 w 1734579"/>
              <a:gd name="connsiteY833" fmla="*/ 307874 h 1708593"/>
              <a:gd name="connsiteX834" fmla="*/ 1213103 w 1734579"/>
              <a:gd name="connsiteY834" fmla="*/ 260868 h 1708593"/>
              <a:gd name="connsiteX835" fmla="*/ 1140202 w 1734579"/>
              <a:gd name="connsiteY835" fmla="*/ 219397 h 1708593"/>
              <a:gd name="connsiteX836" fmla="*/ 1124860 w 1734579"/>
              <a:gd name="connsiteY836" fmla="*/ 218505 h 1708593"/>
              <a:gd name="connsiteX837" fmla="*/ 1109907 w 1734579"/>
              <a:gd name="connsiteY837" fmla="*/ 219397 h 1708593"/>
              <a:gd name="connsiteX838" fmla="*/ 1037780 w 1734579"/>
              <a:gd name="connsiteY838" fmla="*/ 260868 h 1708593"/>
              <a:gd name="connsiteX839" fmla="*/ 937343 w 1734579"/>
              <a:gd name="connsiteY839" fmla="*/ 307874 h 1708593"/>
              <a:gd name="connsiteX840" fmla="*/ 837942 w 1734579"/>
              <a:gd name="connsiteY840" fmla="*/ 260868 h 1708593"/>
              <a:gd name="connsiteX841" fmla="*/ 764952 w 1734579"/>
              <a:gd name="connsiteY841" fmla="*/ 219397 h 1708593"/>
              <a:gd name="connsiteX842" fmla="*/ 749586 w 1734579"/>
              <a:gd name="connsiteY842" fmla="*/ 218505 h 1708593"/>
              <a:gd name="connsiteX843" fmla="*/ 734638 w 1734579"/>
              <a:gd name="connsiteY843" fmla="*/ 219397 h 1708593"/>
              <a:gd name="connsiteX844" fmla="*/ 662511 w 1734579"/>
              <a:gd name="connsiteY844" fmla="*/ 260868 h 1708593"/>
              <a:gd name="connsiteX845" fmla="*/ 562069 w 1734579"/>
              <a:gd name="connsiteY845" fmla="*/ 307874 h 1708593"/>
              <a:gd name="connsiteX846" fmla="*/ 462743 w 1734579"/>
              <a:gd name="connsiteY846" fmla="*/ 260868 h 1708593"/>
              <a:gd name="connsiteX847" fmla="*/ 375034 w 1734579"/>
              <a:gd name="connsiteY847" fmla="*/ 218505 h 1708593"/>
              <a:gd name="connsiteX848" fmla="*/ 287371 w 1734579"/>
              <a:gd name="connsiteY848" fmla="*/ 260868 h 1708593"/>
              <a:gd name="connsiteX849" fmla="*/ 187517 w 1734579"/>
              <a:gd name="connsiteY849" fmla="*/ 307874 h 1708593"/>
              <a:gd name="connsiteX850" fmla="*/ 87663 w 1734579"/>
              <a:gd name="connsiteY850" fmla="*/ 260868 h 1708593"/>
              <a:gd name="connsiteX851" fmla="*/ 0 w 1734579"/>
              <a:gd name="connsiteY851" fmla="*/ 218505 h 1708593"/>
              <a:gd name="connsiteX852" fmla="*/ 0 w 1734579"/>
              <a:gd name="connsiteY852" fmla="*/ 99897 h 1708593"/>
              <a:gd name="connsiteX853" fmla="*/ 99855 w 1734579"/>
              <a:gd name="connsiteY853" fmla="*/ 147008 h 1708593"/>
              <a:gd name="connsiteX854" fmla="*/ 187517 w 1734579"/>
              <a:gd name="connsiteY854" fmla="*/ 189466 h 1708593"/>
              <a:gd name="connsiteX855" fmla="*/ 275179 w 1734579"/>
              <a:gd name="connsiteY855" fmla="*/ 147008 h 1708593"/>
              <a:gd name="connsiteX856" fmla="*/ 375034 w 1734579"/>
              <a:gd name="connsiteY856" fmla="*/ 99897 h 1708593"/>
              <a:gd name="connsiteX857" fmla="*/ 474940 w 1734579"/>
              <a:gd name="connsiteY857" fmla="*/ 147008 h 1708593"/>
              <a:gd name="connsiteX858" fmla="*/ 562069 w 1734579"/>
              <a:gd name="connsiteY858" fmla="*/ 189466 h 1708593"/>
              <a:gd name="connsiteX859" fmla="*/ 650315 w 1734579"/>
              <a:gd name="connsiteY859" fmla="*/ 147008 h 1708593"/>
              <a:gd name="connsiteX860" fmla="*/ 740506 w 1734579"/>
              <a:gd name="connsiteY860" fmla="*/ 100183 h 1708593"/>
              <a:gd name="connsiteX861" fmla="*/ 749586 w 1734579"/>
              <a:gd name="connsiteY861" fmla="*/ 99897 h 1708593"/>
              <a:gd name="connsiteX862" fmla="*/ 758889 w 1734579"/>
              <a:gd name="connsiteY862" fmla="*/ 100177 h 1708593"/>
              <a:gd name="connsiteX863" fmla="*/ 850154 w 1734579"/>
              <a:gd name="connsiteY863" fmla="*/ 147008 h 1708593"/>
              <a:gd name="connsiteX864" fmla="*/ 937343 w 1734579"/>
              <a:gd name="connsiteY864" fmla="*/ 189466 h 1708593"/>
              <a:gd name="connsiteX865" fmla="*/ 1025586 w 1734579"/>
              <a:gd name="connsiteY865" fmla="*/ 147008 h 1708593"/>
              <a:gd name="connsiteX866" fmla="*/ 1115684 w 1734579"/>
              <a:gd name="connsiteY866" fmla="*/ 100183 h 1708593"/>
              <a:gd name="connsiteX867" fmla="*/ 1124860 w 1734579"/>
              <a:gd name="connsiteY867" fmla="*/ 99897 h 1708593"/>
              <a:gd name="connsiteX868" fmla="*/ 1134151 w 1734579"/>
              <a:gd name="connsiteY868" fmla="*/ 100177 h 1708593"/>
              <a:gd name="connsiteX869" fmla="*/ 1225295 w 1734579"/>
              <a:gd name="connsiteY869" fmla="*/ 147008 h 1708593"/>
              <a:gd name="connsiteX870" fmla="*/ 1312376 w 1734579"/>
              <a:gd name="connsiteY870" fmla="*/ 189466 h 1708593"/>
              <a:gd name="connsiteX871" fmla="*/ 1400620 w 1734579"/>
              <a:gd name="connsiteY871" fmla="*/ 147008 h 1708593"/>
              <a:gd name="connsiteX872" fmla="*/ 1490714 w 1734579"/>
              <a:gd name="connsiteY872" fmla="*/ 100183 h 1708593"/>
              <a:gd name="connsiteX873" fmla="*/ 1499902 w 1734579"/>
              <a:gd name="connsiteY873" fmla="*/ 99897 h 1708593"/>
              <a:gd name="connsiteX874" fmla="*/ 1509200 w 1734579"/>
              <a:gd name="connsiteY874" fmla="*/ 100177 h 1708593"/>
              <a:gd name="connsiteX875" fmla="*/ 1600457 w 1734579"/>
              <a:gd name="connsiteY875" fmla="*/ 147008 h 1708593"/>
              <a:gd name="connsiteX876" fmla="*/ 1672675 w 1734579"/>
              <a:gd name="connsiteY876" fmla="*/ 188572 h 1708593"/>
              <a:gd name="connsiteX877" fmla="*/ 1687656 w 1734579"/>
              <a:gd name="connsiteY877" fmla="*/ 189466 h 1708593"/>
              <a:gd name="connsiteX878" fmla="*/ 1702991 w 1734579"/>
              <a:gd name="connsiteY878" fmla="*/ 188572 h 1708593"/>
              <a:gd name="connsiteX879" fmla="*/ 1734579 w 1734579"/>
              <a:gd name="connsiteY879" fmla="*/ 177232 h 1708593"/>
              <a:gd name="connsiteX880" fmla="*/ 1734579 w 1734579"/>
              <a:gd name="connsiteY880" fmla="*/ 198262 h 1708593"/>
              <a:gd name="connsiteX881" fmla="*/ 1727021 w 1734579"/>
              <a:gd name="connsiteY881" fmla="*/ 201722 h 1708593"/>
              <a:gd name="connsiteX882" fmla="*/ 1696936 w 1734579"/>
              <a:gd name="connsiteY882" fmla="*/ 207216 h 1708593"/>
              <a:gd name="connsiteX883" fmla="*/ 1687656 w 1734579"/>
              <a:gd name="connsiteY883" fmla="*/ 207496 h 1708593"/>
              <a:gd name="connsiteX884" fmla="*/ 1678456 w 1734579"/>
              <a:gd name="connsiteY884" fmla="*/ 207216 h 1708593"/>
              <a:gd name="connsiteX885" fmla="*/ 1588259 w 1734579"/>
              <a:gd name="connsiteY885" fmla="*/ 160385 h 1708593"/>
              <a:gd name="connsiteX886" fmla="*/ 1515254 w 1734579"/>
              <a:gd name="connsiteY886" fmla="*/ 118821 h 1708593"/>
              <a:gd name="connsiteX887" fmla="*/ 1499902 w 1734579"/>
              <a:gd name="connsiteY887" fmla="*/ 117927 h 1708593"/>
              <a:gd name="connsiteX888" fmla="*/ 1484938 w 1734579"/>
              <a:gd name="connsiteY888" fmla="*/ 118821 h 1708593"/>
              <a:gd name="connsiteX889" fmla="*/ 1412811 w 1734579"/>
              <a:gd name="connsiteY889" fmla="*/ 160385 h 1708593"/>
              <a:gd name="connsiteX890" fmla="*/ 1312376 w 1734579"/>
              <a:gd name="connsiteY890" fmla="*/ 207496 h 1708593"/>
              <a:gd name="connsiteX891" fmla="*/ 1213103 w 1734579"/>
              <a:gd name="connsiteY891" fmla="*/ 160385 h 1708593"/>
              <a:gd name="connsiteX892" fmla="*/ 1140202 w 1734579"/>
              <a:gd name="connsiteY892" fmla="*/ 118821 h 1708593"/>
              <a:gd name="connsiteX893" fmla="*/ 1124860 w 1734579"/>
              <a:gd name="connsiteY893" fmla="*/ 117927 h 1708593"/>
              <a:gd name="connsiteX894" fmla="*/ 1109907 w 1734579"/>
              <a:gd name="connsiteY894" fmla="*/ 118821 h 1708593"/>
              <a:gd name="connsiteX895" fmla="*/ 1037780 w 1734579"/>
              <a:gd name="connsiteY895" fmla="*/ 160385 h 1708593"/>
              <a:gd name="connsiteX896" fmla="*/ 937343 w 1734579"/>
              <a:gd name="connsiteY896" fmla="*/ 207496 h 1708593"/>
              <a:gd name="connsiteX897" fmla="*/ 837942 w 1734579"/>
              <a:gd name="connsiteY897" fmla="*/ 160385 h 1708593"/>
              <a:gd name="connsiteX898" fmla="*/ 764952 w 1734579"/>
              <a:gd name="connsiteY898" fmla="*/ 118821 h 1708593"/>
              <a:gd name="connsiteX899" fmla="*/ 749586 w 1734579"/>
              <a:gd name="connsiteY899" fmla="*/ 117927 h 1708593"/>
              <a:gd name="connsiteX900" fmla="*/ 734638 w 1734579"/>
              <a:gd name="connsiteY900" fmla="*/ 118821 h 1708593"/>
              <a:gd name="connsiteX901" fmla="*/ 662511 w 1734579"/>
              <a:gd name="connsiteY901" fmla="*/ 160385 h 1708593"/>
              <a:gd name="connsiteX902" fmla="*/ 562069 w 1734579"/>
              <a:gd name="connsiteY902" fmla="*/ 207496 h 1708593"/>
              <a:gd name="connsiteX903" fmla="*/ 462743 w 1734579"/>
              <a:gd name="connsiteY903" fmla="*/ 160385 h 1708593"/>
              <a:gd name="connsiteX904" fmla="*/ 375034 w 1734579"/>
              <a:gd name="connsiteY904" fmla="*/ 117927 h 1708593"/>
              <a:gd name="connsiteX905" fmla="*/ 287371 w 1734579"/>
              <a:gd name="connsiteY905" fmla="*/ 160385 h 1708593"/>
              <a:gd name="connsiteX906" fmla="*/ 187517 w 1734579"/>
              <a:gd name="connsiteY906" fmla="*/ 207496 h 1708593"/>
              <a:gd name="connsiteX907" fmla="*/ 87663 w 1734579"/>
              <a:gd name="connsiteY907" fmla="*/ 160385 h 1708593"/>
              <a:gd name="connsiteX908" fmla="*/ 0 w 1734579"/>
              <a:gd name="connsiteY908" fmla="*/ 117927 h 1708593"/>
              <a:gd name="connsiteX909" fmla="*/ 0 w 1734579"/>
              <a:gd name="connsiteY909" fmla="*/ 0 h 1708593"/>
              <a:gd name="connsiteX910" fmla="*/ 99855 w 1734579"/>
              <a:gd name="connsiteY910" fmla="*/ 47649 h 1708593"/>
              <a:gd name="connsiteX911" fmla="*/ 187517 w 1734579"/>
              <a:gd name="connsiteY911" fmla="*/ 90067 h 1708593"/>
              <a:gd name="connsiteX912" fmla="*/ 275179 w 1734579"/>
              <a:gd name="connsiteY912" fmla="*/ 47649 h 1708593"/>
              <a:gd name="connsiteX913" fmla="*/ 375034 w 1734579"/>
              <a:gd name="connsiteY913" fmla="*/ 0 h 1708593"/>
              <a:gd name="connsiteX914" fmla="*/ 474940 w 1734579"/>
              <a:gd name="connsiteY914" fmla="*/ 47649 h 1708593"/>
              <a:gd name="connsiteX915" fmla="*/ 562069 w 1734579"/>
              <a:gd name="connsiteY915" fmla="*/ 90067 h 1708593"/>
              <a:gd name="connsiteX916" fmla="*/ 650315 w 1734579"/>
              <a:gd name="connsiteY916" fmla="*/ 47649 h 1708593"/>
              <a:gd name="connsiteX917" fmla="*/ 740506 w 1734579"/>
              <a:gd name="connsiteY917" fmla="*/ 286 h 1708593"/>
              <a:gd name="connsiteX918" fmla="*/ 749586 w 1734579"/>
              <a:gd name="connsiteY918" fmla="*/ 0 h 1708593"/>
              <a:gd name="connsiteX919" fmla="*/ 850154 w 1734579"/>
              <a:gd name="connsiteY919" fmla="*/ 47649 h 1708593"/>
              <a:gd name="connsiteX920" fmla="*/ 937343 w 1734579"/>
              <a:gd name="connsiteY920" fmla="*/ 90067 h 1708593"/>
              <a:gd name="connsiteX921" fmla="*/ 1025586 w 1734579"/>
              <a:gd name="connsiteY921" fmla="*/ 47649 h 1708593"/>
              <a:gd name="connsiteX922" fmla="*/ 1115684 w 1734579"/>
              <a:gd name="connsiteY922" fmla="*/ 286 h 1708593"/>
              <a:gd name="connsiteX923" fmla="*/ 1124860 w 1734579"/>
              <a:gd name="connsiteY923" fmla="*/ 0 h 1708593"/>
              <a:gd name="connsiteX924" fmla="*/ 1225295 w 1734579"/>
              <a:gd name="connsiteY924" fmla="*/ 47649 h 1708593"/>
              <a:gd name="connsiteX925" fmla="*/ 1312376 w 1734579"/>
              <a:gd name="connsiteY925" fmla="*/ 90067 h 1708593"/>
              <a:gd name="connsiteX926" fmla="*/ 1400620 w 1734579"/>
              <a:gd name="connsiteY926" fmla="*/ 47649 h 1708593"/>
              <a:gd name="connsiteX927" fmla="*/ 1490714 w 1734579"/>
              <a:gd name="connsiteY927" fmla="*/ 286 h 1708593"/>
              <a:gd name="connsiteX928" fmla="*/ 1499902 w 1734579"/>
              <a:gd name="connsiteY928" fmla="*/ 0 h 1708593"/>
              <a:gd name="connsiteX929" fmla="*/ 1600457 w 1734579"/>
              <a:gd name="connsiteY929" fmla="*/ 47649 h 1708593"/>
              <a:gd name="connsiteX930" fmla="*/ 1672675 w 1734579"/>
              <a:gd name="connsiteY930" fmla="*/ 89151 h 1708593"/>
              <a:gd name="connsiteX931" fmla="*/ 1687656 w 1734579"/>
              <a:gd name="connsiteY931" fmla="*/ 90067 h 1708593"/>
              <a:gd name="connsiteX932" fmla="*/ 1702991 w 1734579"/>
              <a:gd name="connsiteY932" fmla="*/ 89151 h 1708593"/>
              <a:gd name="connsiteX933" fmla="*/ 1734579 w 1734579"/>
              <a:gd name="connsiteY933" fmla="*/ 77655 h 1708593"/>
              <a:gd name="connsiteX934" fmla="*/ 1734579 w 1734579"/>
              <a:gd name="connsiteY934" fmla="*/ 98671 h 1708593"/>
              <a:gd name="connsiteX935" fmla="*/ 1727021 w 1734579"/>
              <a:gd name="connsiteY935" fmla="*/ 102189 h 1708593"/>
              <a:gd name="connsiteX936" fmla="*/ 1696936 w 1734579"/>
              <a:gd name="connsiteY936" fmla="*/ 107795 h 1708593"/>
              <a:gd name="connsiteX937" fmla="*/ 1687656 w 1734579"/>
              <a:gd name="connsiteY937" fmla="*/ 108081 h 1708593"/>
              <a:gd name="connsiteX938" fmla="*/ 1678456 w 1734579"/>
              <a:gd name="connsiteY938" fmla="*/ 107795 h 1708593"/>
              <a:gd name="connsiteX939" fmla="*/ 1588259 w 1734579"/>
              <a:gd name="connsiteY939" fmla="*/ 60433 h 1708593"/>
              <a:gd name="connsiteX940" fmla="*/ 1515254 w 1734579"/>
              <a:gd name="connsiteY940" fmla="*/ 18931 h 1708593"/>
              <a:gd name="connsiteX941" fmla="*/ 1499902 w 1734579"/>
              <a:gd name="connsiteY941" fmla="*/ 18014 h 1708593"/>
              <a:gd name="connsiteX942" fmla="*/ 1484938 w 1734579"/>
              <a:gd name="connsiteY942" fmla="*/ 18931 h 1708593"/>
              <a:gd name="connsiteX943" fmla="*/ 1412811 w 1734579"/>
              <a:gd name="connsiteY943" fmla="*/ 60433 h 1708593"/>
              <a:gd name="connsiteX944" fmla="*/ 1312376 w 1734579"/>
              <a:gd name="connsiteY944" fmla="*/ 108081 h 1708593"/>
              <a:gd name="connsiteX945" fmla="*/ 1213103 w 1734579"/>
              <a:gd name="connsiteY945" fmla="*/ 60433 h 1708593"/>
              <a:gd name="connsiteX946" fmla="*/ 1140202 w 1734579"/>
              <a:gd name="connsiteY946" fmla="*/ 18931 h 1708593"/>
              <a:gd name="connsiteX947" fmla="*/ 1124860 w 1734579"/>
              <a:gd name="connsiteY947" fmla="*/ 18014 h 1708593"/>
              <a:gd name="connsiteX948" fmla="*/ 1109907 w 1734579"/>
              <a:gd name="connsiteY948" fmla="*/ 18931 h 1708593"/>
              <a:gd name="connsiteX949" fmla="*/ 1037780 w 1734579"/>
              <a:gd name="connsiteY949" fmla="*/ 60433 h 1708593"/>
              <a:gd name="connsiteX950" fmla="*/ 937343 w 1734579"/>
              <a:gd name="connsiteY950" fmla="*/ 108081 h 1708593"/>
              <a:gd name="connsiteX951" fmla="*/ 837942 w 1734579"/>
              <a:gd name="connsiteY951" fmla="*/ 60433 h 1708593"/>
              <a:gd name="connsiteX952" fmla="*/ 764952 w 1734579"/>
              <a:gd name="connsiteY952" fmla="*/ 18931 h 1708593"/>
              <a:gd name="connsiteX953" fmla="*/ 749586 w 1734579"/>
              <a:gd name="connsiteY953" fmla="*/ 18014 h 1708593"/>
              <a:gd name="connsiteX954" fmla="*/ 734638 w 1734579"/>
              <a:gd name="connsiteY954" fmla="*/ 18931 h 1708593"/>
              <a:gd name="connsiteX955" fmla="*/ 662511 w 1734579"/>
              <a:gd name="connsiteY955" fmla="*/ 60433 h 1708593"/>
              <a:gd name="connsiteX956" fmla="*/ 562069 w 1734579"/>
              <a:gd name="connsiteY956" fmla="*/ 108081 h 1708593"/>
              <a:gd name="connsiteX957" fmla="*/ 462743 w 1734579"/>
              <a:gd name="connsiteY957" fmla="*/ 60433 h 1708593"/>
              <a:gd name="connsiteX958" fmla="*/ 375034 w 1734579"/>
              <a:gd name="connsiteY958" fmla="*/ 18014 h 1708593"/>
              <a:gd name="connsiteX959" fmla="*/ 287371 w 1734579"/>
              <a:gd name="connsiteY959" fmla="*/ 60433 h 1708593"/>
              <a:gd name="connsiteX960" fmla="*/ 187517 w 1734579"/>
              <a:gd name="connsiteY960" fmla="*/ 108081 h 1708593"/>
              <a:gd name="connsiteX961" fmla="*/ 87663 w 1734579"/>
              <a:gd name="connsiteY961" fmla="*/ 60433 h 1708593"/>
              <a:gd name="connsiteX962" fmla="*/ 0 w 1734579"/>
              <a:gd name="connsiteY962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</a:cxnLst>
            <a:rect l="l" t="t" r="r" b="b"/>
            <a:pathLst>
              <a:path w="1734579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0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4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803998" y="1603627"/>
                  <a:pt x="828351" y="1626915"/>
                  <a:pt x="850154" y="1648161"/>
                </a:cubicBezTo>
                <a:cubicBezTo>
                  <a:pt x="873408" y="1670242"/>
                  <a:pt x="894909" y="1690580"/>
                  <a:pt x="937343" y="1690580"/>
                </a:cubicBezTo>
                <a:cubicBezTo>
                  <a:pt x="980892" y="1690580"/>
                  <a:pt x="1002368" y="1670242"/>
                  <a:pt x="1025586" y="1648161"/>
                </a:cubicBezTo>
                <a:cubicBezTo>
                  <a:pt x="1047357" y="1626915"/>
                  <a:pt x="1071175" y="1603627"/>
                  <a:pt x="1115684" y="1600798"/>
                </a:cubicBezTo>
                <a:lnTo>
                  <a:pt x="1124860" y="1600512"/>
                </a:lnTo>
                <a:lnTo>
                  <a:pt x="1134151" y="1600798"/>
                </a:lnTo>
                <a:cubicBezTo>
                  <a:pt x="1179136" y="1603627"/>
                  <a:pt x="1202980" y="1626915"/>
                  <a:pt x="1225295" y="1648161"/>
                </a:cubicBezTo>
                <a:cubicBezTo>
                  <a:pt x="1248517" y="1670242"/>
                  <a:pt x="1270006" y="1690580"/>
                  <a:pt x="1312376" y="1690580"/>
                </a:cubicBezTo>
                <a:cubicBezTo>
                  <a:pt x="1355923" y="1690580"/>
                  <a:pt x="1377398" y="1670242"/>
                  <a:pt x="1400620" y="1648161"/>
                </a:cubicBezTo>
                <a:cubicBezTo>
                  <a:pt x="1422391" y="1626915"/>
                  <a:pt x="1446206" y="1603627"/>
                  <a:pt x="1490714" y="1600798"/>
                </a:cubicBezTo>
                <a:lnTo>
                  <a:pt x="1499902" y="1600512"/>
                </a:lnTo>
                <a:lnTo>
                  <a:pt x="1509200" y="1600798"/>
                </a:lnTo>
                <a:cubicBezTo>
                  <a:pt x="1554240" y="1603627"/>
                  <a:pt x="1578118" y="1626915"/>
                  <a:pt x="1600457" y="1648161"/>
                </a:cubicBezTo>
                <a:cubicBezTo>
                  <a:pt x="1620811" y="1667482"/>
                  <a:pt x="1639813" y="1685468"/>
                  <a:pt x="1672675" y="1689663"/>
                </a:cubicBezTo>
                <a:lnTo>
                  <a:pt x="1687656" y="1690580"/>
                </a:lnTo>
                <a:lnTo>
                  <a:pt x="1702991" y="1689663"/>
                </a:lnTo>
                <a:lnTo>
                  <a:pt x="1734579" y="1678167"/>
                </a:lnTo>
                <a:lnTo>
                  <a:pt x="1734579" y="1699183"/>
                </a:lnTo>
                <a:lnTo>
                  <a:pt x="1727021" y="1702701"/>
                </a:lnTo>
                <a:cubicBezTo>
                  <a:pt x="1718110" y="1705614"/>
                  <a:pt x="1708183" y="1707600"/>
                  <a:pt x="1696936" y="1708307"/>
                </a:cubicBezTo>
                <a:lnTo>
                  <a:pt x="1687656" y="1708593"/>
                </a:lnTo>
                <a:lnTo>
                  <a:pt x="1678456" y="1708307"/>
                </a:lnTo>
                <a:cubicBezTo>
                  <a:pt x="1633890" y="1705479"/>
                  <a:pt x="1610048" y="1682190"/>
                  <a:pt x="1588259" y="1660945"/>
                </a:cubicBezTo>
                <a:cubicBezTo>
                  <a:pt x="1567905" y="1641624"/>
                  <a:pt x="1548904" y="1623638"/>
                  <a:pt x="1515254" y="1619443"/>
                </a:cubicBezTo>
                <a:lnTo>
                  <a:pt x="1499902" y="1618526"/>
                </a:lnTo>
                <a:lnTo>
                  <a:pt x="1484938" y="1619443"/>
                </a:lnTo>
                <a:cubicBezTo>
                  <a:pt x="1452116" y="1623638"/>
                  <a:pt x="1433131" y="1641624"/>
                  <a:pt x="1412811" y="1660945"/>
                </a:cubicBezTo>
                <a:cubicBezTo>
                  <a:pt x="1389009" y="1683607"/>
                  <a:pt x="1363465" y="1708593"/>
                  <a:pt x="1312376" y="1708593"/>
                </a:cubicBezTo>
                <a:cubicBezTo>
                  <a:pt x="1261869" y="1708593"/>
                  <a:pt x="1236325" y="1683607"/>
                  <a:pt x="1213103" y="1660945"/>
                </a:cubicBezTo>
                <a:cubicBezTo>
                  <a:pt x="1192784" y="1641624"/>
                  <a:pt x="1173800" y="1623638"/>
                  <a:pt x="1140202" y="1619443"/>
                </a:cubicBezTo>
                <a:lnTo>
                  <a:pt x="1124860" y="1618526"/>
                </a:lnTo>
                <a:lnTo>
                  <a:pt x="1109907" y="1619443"/>
                </a:lnTo>
                <a:cubicBezTo>
                  <a:pt x="1077083" y="1623638"/>
                  <a:pt x="1058099" y="1641624"/>
                  <a:pt x="1037780" y="1660945"/>
                </a:cubicBezTo>
                <a:cubicBezTo>
                  <a:pt x="1014563" y="1683607"/>
                  <a:pt x="988431" y="1708593"/>
                  <a:pt x="937343" y="1708593"/>
                </a:cubicBezTo>
                <a:cubicBezTo>
                  <a:pt x="887352" y="1708593"/>
                  <a:pt x="861195" y="1683607"/>
                  <a:pt x="837942" y="1660945"/>
                </a:cubicBezTo>
                <a:cubicBezTo>
                  <a:pt x="817603" y="1641624"/>
                  <a:pt x="798587" y="1623638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0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0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4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803998" y="1504144"/>
                  <a:pt x="828351" y="1526943"/>
                  <a:pt x="850154" y="1548208"/>
                </a:cubicBezTo>
                <a:cubicBezTo>
                  <a:pt x="873408" y="1570891"/>
                  <a:pt x="894909" y="1590666"/>
                  <a:pt x="937343" y="1590666"/>
                </a:cubicBezTo>
                <a:cubicBezTo>
                  <a:pt x="980892" y="1590666"/>
                  <a:pt x="1002368" y="1570310"/>
                  <a:pt x="1025586" y="1548208"/>
                </a:cubicBezTo>
                <a:cubicBezTo>
                  <a:pt x="1047357" y="1526943"/>
                  <a:pt x="1071175" y="1504144"/>
                  <a:pt x="1115684" y="1501377"/>
                </a:cubicBezTo>
                <a:lnTo>
                  <a:pt x="1124860" y="1501097"/>
                </a:lnTo>
                <a:lnTo>
                  <a:pt x="1134151" y="1501377"/>
                </a:lnTo>
                <a:cubicBezTo>
                  <a:pt x="1179136" y="1504144"/>
                  <a:pt x="1202980" y="1526943"/>
                  <a:pt x="1225295" y="1548208"/>
                </a:cubicBezTo>
                <a:cubicBezTo>
                  <a:pt x="1248517" y="1570891"/>
                  <a:pt x="1270006" y="1590666"/>
                  <a:pt x="1312376" y="1590666"/>
                </a:cubicBezTo>
                <a:cubicBezTo>
                  <a:pt x="1355923" y="1590666"/>
                  <a:pt x="1377398" y="1570310"/>
                  <a:pt x="1400620" y="1548208"/>
                </a:cubicBezTo>
                <a:cubicBezTo>
                  <a:pt x="1422391" y="1526943"/>
                  <a:pt x="1446206" y="1504144"/>
                  <a:pt x="1490714" y="1501377"/>
                </a:cubicBezTo>
                <a:lnTo>
                  <a:pt x="1499902" y="1501097"/>
                </a:lnTo>
                <a:lnTo>
                  <a:pt x="1509200" y="1501377"/>
                </a:lnTo>
                <a:cubicBezTo>
                  <a:pt x="1554240" y="1504144"/>
                  <a:pt x="1578118" y="1526943"/>
                  <a:pt x="1600457" y="1548208"/>
                </a:cubicBezTo>
                <a:cubicBezTo>
                  <a:pt x="1620811" y="1568056"/>
                  <a:pt x="1639813" y="1585677"/>
                  <a:pt x="1672675" y="1589772"/>
                </a:cubicBezTo>
                <a:lnTo>
                  <a:pt x="1687656" y="1590666"/>
                </a:lnTo>
                <a:lnTo>
                  <a:pt x="1702991" y="1589748"/>
                </a:lnTo>
                <a:lnTo>
                  <a:pt x="1734579" y="1578243"/>
                </a:lnTo>
                <a:lnTo>
                  <a:pt x="1734579" y="1599278"/>
                </a:lnTo>
                <a:lnTo>
                  <a:pt x="1727021" y="1602799"/>
                </a:lnTo>
                <a:cubicBezTo>
                  <a:pt x="1718110" y="1605715"/>
                  <a:pt x="1708183" y="1607703"/>
                  <a:pt x="1696936" y="1608410"/>
                </a:cubicBezTo>
                <a:lnTo>
                  <a:pt x="1687656" y="1608697"/>
                </a:lnTo>
                <a:lnTo>
                  <a:pt x="1678456" y="1608410"/>
                </a:lnTo>
                <a:cubicBezTo>
                  <a:pt x="1633890" y="1605580"/>
                  <a:pt x="1610048" y="1582269"/>
                  <a:pt x="1588259" y="1561004"/>
                </a:cubicBezTo>
                <a:cubicBezTo>
                  <a:pt x="1567905" y="1541665"/>
                  <a:pt x="1548904" y="1523662"/>
                  <a:pt x="1515254" y="1519464"/>
                </a:cubicBezTo>
                <a:lnTo>
                  <a:pt x="1499902" y="1518546"/>
                </a:lnTo>
                <a:lnTo>
                  <a:pt x="1484938" y="1519464"/>
                </a:lnTo>
                <a:cubicBezTo>
                  <a:pt x="1452116" y="1523662"/>
                  <a:pt x="1433131" y="1541665"/>
                  <a:pt x="1412811" y="1561004"/>
                </a:cubicBezTo>
                <a:cubicBezTo>
                  <a:pt x="1389009" y="1583687"/>
                  <a:pt x="1363465" y="1608697"/>
                  <a:pt x="1312376" y="1608697"/>
                </a:cubicBezTo>
                <a:cubicBezTo>
                  <a:pt x="1261869" y="1608697"/>
                  <a:pt x="1236325" y="1583687"/>
                  <a:pt x="1213103" y="1561004"/>
                </a:cubicBezTo>
                <a:cubicBezTo>
                  <a:pt x="1192784" y="1541665"/>
                  <a:pt x="1173800" y="1523662"/>
                  <a:pt x="1140202" y="1519464"/>
                </a:cubicBezTo>
                <a:lnTo>
                  <a:pt x="1124860" y="1518546"/>
                </a:lnTo>
                <a:lnTo>
                  <a:pt x="1109907" y="1519464"/>
                </a:lnTo>
                <a:cubicBezTo>
                  <a:pt x="1077083" y="1523662"/>
                  <a:pt x="1058099" y="1541665"/>
                  <a:pt x="1037780" y="1561004"/>
                </a:cubicBezTo>
                <a:cubicBezTo>
                  <a:pt x="1014563" y="1583687"/>
                  <a:pt x="988431" y="1608697"/>
                  <a:pt x="937343" y="1608697"/>
                </a:cubicBezTo>
                <a:cubicBezTo>
                  <a:pt x="887352" y="1608697"/>
                  <a:pt x="861195" y="1583687"/>
                  <a:pt x="837942" y="1561004"/>
                </a:cubicBezTo>
                <a:cubicBezTo>
                  <a:pt x="817603" y="1541665"/>
                  <a:pt x="798587" y="1523662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0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0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4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803998" y="1403111"/>
                  <a:pt x="828351" y="1426400"/>
                  <a:pt x="850154" y="1447645"/>
                </a:cubicBezTo>
                <a:cubicBezTo>
                  <a:pt x="873408" y="1469726"/>
                  <a:pt x="894909" y="1490064"/>
                  <a:pt x="937343" y="1490064"/>
                </a:cubicBezTo>
                <a:cubicBezTo>
                  <a:pt x="980892" y="1490064"/>
                  <a:pt x="1002368" y="1469726"/>
                  <a:pt x="1025586" y="1447645"/>
                </a:cubicBezTo>
                <a:cubicBezTo>
                  <a:pt x="1047357" y="1426400"/>
                  <a:pt x="1071175" y="1403111"/>
                  <a:pt x="1115684" y="1400283"/>
                </a:cubicBezTo>
                <a:lnTo>
                  <a:pt x="1124860" y="1399997"/>
                </a:lnTo>
                <a:lnTo>
                  <a:pt x="1134151" y="1400283"/>
                </a:lnTo>
                <a:cubicBezTo>
                  <a:pt x="1179136" y="1403111"/>
                  <a:pt x="1202980" y="1426400"/>
                  <a:pt x="1225295" y="1447645"/>
                </a:cubicBezTo>
                <a:cubicBezTo>
                  <a:pt x="1248517" y="1469726"/>
                  <a:pt x="1270006" y="1490064"/>
                  <a:pt x="1312376" y="1490064"/>
                </a:cubicBezTo>
                <a:cubicBezTo>
                  <a:pt x="1355923" y="1490064"/>
                  <a:pt x="1377398" y="1469726"/>
                  <a:pt x="1400620" y="1447645"/>
                </a:cubicBezTo>
                <a:cubicBezTo>
                  <a:pt x="1422391" y="1426400"/>
                  <a:pt x="1446206" y="1403111"/>
                  <a:pt x="1490714" y="1400283"/>
                </a:cubicBezTo>
                <a:lnTo>
                  <a:pt x="1499902" y="1399997"/>
                </a:lnTo>
                <a:lnTo>
                  <a:pt x="1509200" y="1400283"/>
                </a:lnTo>
                <a:cubicBezTo>
                  <a:pt x="1554240" y="1403111"/>
                  <a:pt x="1578118" y="1426400"/>
                  <a:pt x="1600457" y="1447645"/>
                </a:cubicBezTo>
                <a:cubicBezTo>
                  <a:pt x="1620811" y="1466966"/>
                  <a:pt x="1639813" y="1484953"/>
                  <a:pt x="1672675" y="1489147"/>
                </a:cubicBezTo>
                <a:lnTo>
                  <a:pt x="1687656" y="1490064"/>
                </a:lnTo>
                <a:lnTo>
                  <a:pt x="1702991" y="1489147"/>
                </a:lnTo>
                <a:lnTo>
                  <a:pt x="1734579" y="1477652"/>
                </a:lnTo>
                <a:lnTo>
                  <a:pt x="1734579" y="1498668"/>
                </a:lnTo>
                <a:lnTo>
                  <a:pt x="1727021" y="1502186"/>
                </a:lnTo>
                <a:cubicBezTo>
                  <a:pt x="1718110" y="1505099"/>
                  <a:pt x="1708183" y="1507085"/>
                  <a:pt x="1696936" y="1507792"/>
                </a:cubicBezTo>
                <a:lnTo>
                  <a:pt x="1687656" y="1508078"/>
                </a:lnTo>
                <a:lnTo>
                  <a:pt x="1678456" y="1507792"/>
                </a:lnTo>
                <a:cubicBezTo>
                  <a:pt x="1633890" y="1504964"/>
                  <a:pt x="1610048" y="1481675"/>
                  <a:pt x="1588259" y="1460429"/>
                </a:cubicBezTo>
                <a:cubicBezTo>
                  <a:pt x="1567905" y="1441108"/>
                  <a:pt x="1548904" y="1423122"/>
                  <a:pt x="1515254" y="1418928"/>
                </a:cubicBezTo>
                <a:lnTo>
                  <a:pt x="1499902" y="1418010"/>
                </a:lnTo>
                <a:lnTo>
                  <a:pt x="1484938" y="1418928"/>
                </a:lnTo>
                <a:cubicBezTo>
                  <a:pt x="1452116" y="1423122"/>
                  <a:pt x="1433131" y="1441108"/>
                  <a:pt x="1412811" y="1460429"/>
                </a:cubicBezTo>
                <a:cubicBezTo>
                  <a:pt x="1389009" y="1483091"/>
                  <a:pt x="1363465" y="1508078"/>
                  <a:pt x="1312376" y="1508078"/>
                </a:cubicBezTo>
                <a:cubicBezTo>
                  <a:pt x="1261869" y="1508078"/>
                  <a:pt x="1236325" y="1483091"/>
                  <a:pt x="1213103" y="1460429"/>
                </a:cubicBezTo>
                <a:cubicBezTo>
                  <a:pt x="1192784" y="1441108"/>
                  <a:pt x="1173800" y="1423122"/>
                  <a:pt x="1140202" y="1418928"/>
                </a:cubicBezTo>
                <a:lnTo>
                  <a:pt x="1124860" y="1418010"/>
                </a:lnTo>
                <a:lnTo>
                  <a:pt x="1109907" y="1418928"/>
                </a:lnTo>
                <a:cubicBezTo>
                  <a:pt x="1077083" y="1423122"/>
                  <a:pt x="1058099" y="1441108"/>
                  <a:pt x="1037780" y="1460429"/>
                </a:cubicBezTo>
                <a:cubicBezTo>
                  <a:pt x="1014563" y="1483091"/>
                  <a:pt x="988431" y="1508078"/>
                  <a:pt x="937343" y="1508078"/>
                </a:cubicBezTo>
                <a:cubicBezTo>
                  <a:pt x="887352" y="1508078"/>
                  <a:pt x="861195" y="1483091"/>
                  <a:pt x="837942" y="1460429"/>
                </a:cubicBezTo>
                <a:cubicBezTo>
                  <a:pt x="817603" y="1441108"/>
                  <a:pt x="798587" y="1423122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0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0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4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803998" y="1303697"/>
                  <a:pt x="828351" y="1326973"/>
                  <a:pt x="850154" y="1347693"/>
                </a:cubicBezTo>
                <a:cubicBezTo>
                  <a:pt x="873408" y="1370376"/>
                  <a:pt x="894909" y="1390151"/>
                  <a:pt x="937343" y="1390151"/>
                </a:cubicBezTo>
                <a:cubicBezTo>
                  <a:pt x="980892" y="1390151"/>
                  <a:pt x="1002368" y="1370376"/>
                  <a:pt x="1025586" y="1347693"/>
                </a:cubicBezTo>
                <a:cubicBezTo>
                  <a:pt x="1047357" y="1326973"/>
                  <a:pt x="1071175" y="1303697"/>
                  <a:pt x="1115684" y="1300868"/>
                </a:cubicBezTo>
                <a:lnTo>
                  <a:pt x="1124860" y="1300582"/>
                </a:lnTo>
                <a:lnTo>
                  <a:pt x="1134151" y="1300868"/>
                </a:lnTo>
                <a:cubicBezTo>
                  <a:pt x="1179136" y="1303697"/>
                  <a:pt x="1202980" y="1326973"/>
                  <a:pt x="1225295" y="1347693"/>
                </a:cubicBezTo>
                <a:cubicBezTo>
                  <a:pt x="1248517" y="1370376"/>
                  <a:pt x="1270006" y="1390151"/>
                  <a:pt x="1312376" y="1390151"/>
                </a:cubicBezTo>
                <a:cubicBezTo>
                  <a:pt x="1355923" y="1390151"/>
                  <a:pt x="1377398" y="1370376"/>
                  <a:pt x="1400620" y="1347693"/>
                </a:cubicBezTo>
                <a:cubicBezTo>
                  <a:pt x="1422391" y="1326973"/>
                  <a:pt x="1446206" y="1303697"/>
                  <a:pt x="1490714" y="1300868"/>
                </a:cubicBezTo>
                <a:lnTo>
                  <a:pt x="1499902" y="1300582"/>
                </a:lnTo>
                <a:lnTo>
                  <a:pt x="1509200" y="1300868"/>
                </a:lnTo>
                <a:cubicBezTo>
                  <a:pt x="1554240" y="1303697"/>
                  <a:pt x="1578118" y="1326973"/>
                  <a:pt x="1600457" y="1347693"/>
                </a:cubicBezTo>
                <a:cubicBezTo>
                  <a:pt x="1620811" y="1367541"/>
                  <a:pt x="1639813" y="1385162"/>
                  <a:pt x="1672675" y="1389257"/>
                </a:cubicBezTo>
                <a:lnTo>
                  <a:pt x="1687656" y="1390151"/>
                </a:lnTo>
                <a:lnTo>
                  <a:pt x="1702991" y="1389257"/>
                </a:lnTo>
                <a:lnTo>
                  <a:pt x="1734579" y="1377917"/>
                </a:lnTo>
                <a:lnTo>
                  <a:pt x="1734579" y="1398947"/>
                </a:lnTo>
                <a:lnTo>
                  <a:pt x="1727021" y="1402407"/>
                </a:lnTo>
                <a:cubicBezTo>
                  <a:pt x="1718110" y="1405266"/>
                  <a:pt x="1708183" y="1407209"/>
                  <a:pt x="1696936" y="1407901"/>
                </a:cubicBezTo>
                <a:lnTo>
                  <a:pt x="1687656" y="1408181"/>
                </a:lnTo>
                <a:lnTo>
                  <a:pt x="1678456" y="1407901"/>
                </a:lnTo>
                <a:cubicBezTo>
                  <a:pt x="1633890" y="1405135"/>
                  <a:pt x="1610048" y="1382336"/>
                  <a:pt x="1588259" y="1361070"/>
                </a:cubicBezTo>
                <a:cubicBezTo>
                  <a:pt x="1567905" y="1341222"/>
                  <a:pt x="1548904" y="1323601"/>
                  <a:pt x="1515254" y="1319506"/>
                </a:cubicBezTo>
                <a:lnTo>
                  <a:pt x="1499902" y="1318612"/>
                </a:lnTo>
                <a:lnTo>
                  <a:pt x="1484938" y="1319506"/>
                </a:lnTo>
                <a:cubicBezTo>
                  <a:pt x="1452116" y="1323601"/>
                  <a:pt x="1433131" y="1341222"/>
                  <a:pt x="1412811" y="1361070"/>
                </a:cubicBezTo>
                <a:cubicBezTo>
                  <a:pt x="1389009" y="1383753"/>
                  <a:pt x="1363465" y="1408181"/>
                  <a:pt x="1312376" y="1408181"/>
                </a:cubicBezTo>
                <a:cubicBezTo>
                  <a:pt x="1261869" y="1408181"/>
                  <a:pt x="1236325" y="1383753"/>
                  <a:pt x="1213103" y="1361070"/>
                </a:cubicBezTo>
                <a:cubicBezTo>
                  <a:pt x="1192784" y="1341222"/>
                  <a:pt x="1173800" y="1323601"/>
                  <a:pt x="1140202" y="1319506"/>
                </a:cubicBezTo>
                <a:lnTo>
                  <a:pt x="1124860" y="1318612"/>
                </a:lnTo>
                <a:lnTo>
                  <a:pt x="1109907" y="1319506"/>
                </a:lnTo>
                <a:cubicBezTo>
                  <a:pt x="1077083" y="1323601"/>
                  <a:pt x="1058099" y="1341222"/>
                  <a:pt x="1037780" y="1361070"/>
                </a:cubicBezTo>
                <a:cubicBezTo>
                  <a:pt x="1014563" y="1383753"/>
                  <a:pt x="988431" y="1408181"/>
                  <a:pt x="937343" y="1408181"/>
                </a:cubicBezTo>
                <a:cubicBezTo>
                  <a:pt x="887352" y="1408181"/>
                  <a:pt x="861195" y="1383753"/>
                  <a:pt x="837942" y="1361070"/>
                </a:cubicBezTo>
                <a:cubicBezTo>
                  <a:pt x="817603" y="1341222"/>
                  <a:pt x="798587" y="1323601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0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0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4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803998" y="1203799"/>
                  <a:pt x="828351" y="1227088"/>
                  <a:pt x="850154" y="1248334"/>
                </a:cubicBezTo>
                <a:cubicBezTo>
                  <a:pt x="873408" y="1270415"/>
                  <a:pt x="894909" y="1290753"/>
                  <a:pt x="937343" y="1290753"/>
                </a:cubicBezTo>
                <a:cubicBezTo>
                  <a:pt x="980892" y="1290753"/>
                  <a:pt x="1002368" y="1270415"/>
                  <a:pt x="1025586" y="1248334"/>
                </a:cubicBezTo>
                <a:cubicBezTo>
                  <a:pt x="1047357" y="1227088"/>
                  <a:pt x="1071175" y="1203799"/>
                  <a:pt x="1115684" y="1200971"/>
                </a:cubicBezTo>
                <a:lnTo>
                  <a:pt x="1124860" y="1200685"/>
                </a:lnTo>
                <a:lnTo>
                  <a:pt x="1134151" y="1200971"/>
                </a:lnTo>
                <a:cubicBezTo>
                  <a:pt x="1179136" y="1203799"/>
                  <a:pt x="1202980" y="1227088"/>
                  <a:pt x="1225295" y="1248334"/>
                </a:cubicBezTo>
                <a:cubicBezTo>
                  <a:pt x="1248517" y="1270415"/>
                  <a:pt x="1270006" y="1290753"/>
                  <a:pt x="1312376" y="1290753"/>
                </a:cubicBezTo>
                <a:cubicBezTo>
                  <a:pt x="1355923" y="1290753"/>
                  <a:pt x="1377398" y="1270415"/>
                  <a:pt x="1400620" y="1248334"/>
                </a:cubicBezTo>
                <a:cubicBezTo>
                  <a:pt x="1422391" y="1227088"/>
                  <a:pt x="1446206" y="1203799"/>
                  <a:pt x="1490714" y="1200971"/>
                </a:cubicBezTo>
                <a:lnTo>
                  <a:pt x="1499902" y="1200685"/>
                </a:lnTo>
                <a:lnTo>
                  <a:pt x="1509200" y="1200971"/>
                </a:lnTo>
                <a:cubicBezTo>
                  <a:pt x="1554240" y="1203799"/>
                  <a:pt x="1578118" y="1227088"/>
                  <a:pt x="1600457" y="1248334"/>
                </a:cubicBezTo>
                <a:cubicBezTo>
                  <a:pt x="1620811" y="1267654"/>
                  <a:pt x="1639813" y="1285641"/>
                  <a:pt x="1672675" y="1289836"/>
                </a:cubicBezTo>
                <a:lnTo>
                  <a:pt x="1687656" y="1290753"/>
                </a:lnTo>
                <a:lnTo>
                  <a:pt x="1702991" y="1289836"/>
                </a:lnTo>
                <a:lnTo>
                  <a:pt x="1734579" y="1278340"/>
                </a:lnTo>
                <a:lnTo>
                  <a:pt x="1734579" y="1299356"/>
                </a:lnTo>
                <a:lnTo>
                  <a:pt x="1727021" y="1302874"/>
                </a:lnTo>
                <a:cubicBezTo>
                  <a:pt x="1718110" y="1305787"/>
                  <a:pt x="1708183" y="1307773"/>
                  <a:pt x="1696936" y="1308480"/>
                </a:cubicBezTo>
                <a:lnTo>
                  <a:pt x="1687656" y="1308766"/>
                </a:lnTo>
                <a:lnTo>
                  <a:pt x="1678456" y="1308480"/>
                </a:lnTo>
                <a:cubicBezTo>
                  <a:pt x="1633890" y="1305652"/>
                  <a:pt x="1610048" y="1282363"/>
                  <a:pt x="1588259" y="1261118"/>
                </a:cubicBezTo>
                <a:cubicBezTo>
                  <a:pt x="1567905" y="1241797"/>
                  <a:pt x="1548904" y="1223810"/>
                  <a:pt x="1515254" y="1219616"/>
                </a:cubicBezTo>
                <a:lnTo>
                  <a:pt x="1499902" y="1218699"/>
                </a:lnTo>
                <a:lnTo>
                  <a:pt x="1484938" y="1219616"/>
                </a:lnTo>
                <a:cubicBezTo>
                  <a:pt x="1452116" y="1223810"/>
                  <a:pt x="1433131" y="1241797"/>
                  <a:pt x="1412811" y="1261118"/>
                </a:cubicBezTo>
                <a:cubicBezTo>
                  <a:pt x="1389009" y="1283779"/>
                  <a:pt x="1363465" y="1308766"/>
                  <a:pt x="1312376" y="1308766"/>
                </a:cubicBezTo>
                <a:cubicBezTo>
                  <a:pt x="1261869" y="1308766"/>
                  <a:pt x="1236325" y="1283779"/>
                  <a:pt x="1213103" y="1261118"/>
                </a:cubicBezTo>
                <a:cubicBezTo>
                  <a:pt x="1192784" y="1241797"/>
                  <a:pt x="1173800" y="1223810"/>
                  <a:pt x="1140202" y="1219616"/>
                </a:cubicBezTo>
                <a:lnTo>
                  <a:pt x="1124860" y="1218699"/>
                </a:lnTo>
                <a:lnTo>
                  <a:pt x="1109907" y="1219616"/>
                </a:lnTo>
                <a:cubicBezTo>
                  <a:pt x="1077083" y="1223810"/>
                  <a:pt x="1058099" y="1241797"/>
                  <a:pt x="1037780" y="1261118"/>
                </a:cubicBezTo>
                <a:cubicBezTo>
                  <a:pt x="1014563" y="1283779"/>
                  <a:pt x="988431" y="1308766"/>
                  <a:pt x="937343" y="1308766"/>
                </a:cubicBezTo>
                <a:cubicBezTo>
                  <a:pt x="887352" y="1308766"/>
                  <a:pt x="861195" y="1283779"/>
                  <a:pt x="837942" y="1261118"/>
                </a:cubicBezTo>
                <a:cubicBezTo>
                  <a:pt x="817603" y="1241797"/>
                  <a:pt x="798587" y="1223810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0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0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4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803998" y="1103181"/>
                  <a:pt x="828351" y="1126469"/>
                  <a:pt x="850154" y="1147715"/>
                </a:cubicBezTo>
                <a:cubicBezTo>
                  <a:pt x="873408" y="1169796"/>
                  <a:pt x="894909" y="1190134"/>
                  <a:pt x="937343" y="1190134"/>
                </a:cubicBezTo>
                <a:cubicBezTo>
                  <a:pt x="980892" y="1190134"/>
                  <a:pt x="1002368" y="1169796"/>
                  <a:pt x="1025586" y="1147715"/>
                </a:cubicBezTo>
                <a:cubicBezTo>
                  <a:pt x="1047357" y="1126469"/>
                  <a:pt x="1071175" y="1103181"/>
                  <a:pt x="1115684" y="1100352"/>
                </a:cubicBezTo>
                <a:lnTo>
                  <a:pt x="1124860" y="1100066"/>
                </a:lnTo>
                <a:lnTo>
                  <a:pt x="1134151" y="1100352"/>
                </a:lnTo>
                <a:cubicBezTo>
                  <a:pt x="1179136" y="1103181"/>
                  <a:pt x="1202980" y="1126469"/>
                  <a:pt x="1225295" y="1147715"/>
                </a:cubicBezTo>
                <a:cubicBezTo>
                  <a:pt x="1248517" y="1169796"/>
                  <a:pt x="1270006" y="1190134"/>
                  <a:pt x="1312376" y="1190134"/>
                </a:cubicBezTo>
                <a:cubicBezTo>
                  <a:pt x="1355923" y="1190134"/>
                  <a:pt x="1377398" y="1169796"/>
                  <a:pt x="1400620" y="1147715"/>
                </a:cubicBezTo>
                <a:cubicBezTo>
                  <a:pt x="1422391" y="1126469"/>
                  <a:pt x="1446206" y="1103181"/>
                  <a:pt x="1490714" y="1100352"/>
                </a:cubicBezTo>
                <a:lnTo>
                  <a:pt x="1499902" y="1100066"/>
                </a:lnTo>
                <a:lnTo>
                  <a:pt x="1509200" y="1100352"/>
                </a:lnTo>
                <a:cubicBezTo>
                  <a:pt x="1554240" y="1103181"/>
                  <a:pt x="1578118" y="1126469"/>
                  <a:pt x="1600457" y="1147715"/>
                </a:cubicBezTo>
                <a:cubicBezTo>
                  <a:pt x="1620811" y="1167036"/>
                  <a:pt x="1639813" y="1185022"/>
                  <a:pt x="1672675" y="1189217"/>
                </a:cubicBezTo>
                <a:lnTo>
                  <a:pt x="1687656" y="1190134"/>
                </a:lnTo>
                <a:lnTo>
                  <a:pt x="1702991" y="1189217"/>
                </a:lnTo>
                <a:lnTo>
                  <a:pt x="1734579" y="1177722"/>
                </a:lnTo>
                <a:lnTo>
                  <a:pt x="1734579" y="1198738"/>
                </a:lnTo>
                <a:lnTo>
                  <a:pt x="1727021" y="1202255"/>
                </a:lnTo>
                <a:cubicBezTo>
                  <a:pt x="1718110" y="1205168"/>
                  <a:pt x="1708183" y="1207154"/>
                  <a:pt x="1696936" y="1207861"/>
                </a:cubicBezTo>
                <a:lnTo>
                  <a:pt x="1687656" y="1208147"/>
                </a:lnTo>
                <a:lnTo>
                  <a:pt x="1678456" y="1207861"/>
                </a:lnTo>
                <a:cubicBezTo>
                  <a:pt x="1633890" y="1205033"/>
                  <a:pt x="1610048" y="1181744"/>
                  <a:pt x="1588259" y="1160499"/>
                </a:cubicBezTo>
                <a:cubicBezTo>
                  <a:pt x="1567905" y="1141178"/>
                  <a:pt x="1548904" y="1123191"/>
                  <a:pt x="1515254" y="1118997"/>
                </a:cubicBezTo>
                <a:lnTo>
                  <a:pt x="1499902" y="1118080"/>
                </a:lnTo>
                <a:lnTo>
                  <a:pt x="1484938" y="1118997"/>
                </a:lnTo>
                <a:cubicBezTo>
                  <a:pt x="1452116" y="1123191"/>
                  <a:pt x="1433131" y="1141178"/>
                  <a:pt x="1412811" y="1160499"/>
                </a:cubicBezTo>
                <a:cubicBezTo>
                  <a:pt x="1389009" y="1183161"/>
                  <a:pt x="1363465" y="1208147"/>
                  <a:pt x="1312376" y="1208147"/>
                </a:cubicBezTo>
                <a:cubicBezTo>
                  <a:pt x="1261869" y="1208147"/>
                  <a:pt x="1236325" y="1183161"/>
                  <a:pt x="1213103" y="1160499"/>
                </a:cubicBezTo>
                <a:cubicBezTo>
                  <a:pt x="1192784" y="1141178"/>
                  <a:pt x="1173800" y="1123191"/>
                  <a:pt x="1140202" y="1118997"/>
                </a:cubicBezTo>
                <a:lnTo>
                  <a:pt x="1124860" y="1118080"/>
                </a:lnTo>
                <a:lnTo>
                  <a:pt x="1109907" y="1118997"/>
                </a:lnTo>
                <a:cubicBezTo>
                  <a:pt x="1077083" y="1123191"/>
                  <a:pt x="1058099" y="1141178"/>
                  <a:pt x="1037780" y="1160499"/>
                </a:cubicBezTo>
                <a:cubicBezTo>
                  <a:pt x="1014563" y="1183161"/>
                  <a:pt x="988431" y="1208147"/>
                  <a:pt x="937343" y="1208147"/>
                </a:cubicBezTo>
                <a:cubicBezTo>
                  <a:pt x="887352" y="1208147"/>
                  <a:pt x="861195" y="1183161"/>
                  <a:pt x="837942" y="1160499"/>
                </a:cubicBezTo>
                <a:cubicBezTo>
                  <a:pt x="817603" y="1141178"/>
                  <a:pt x="798587" y="1123191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0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0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4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803998" y="1003698"/>
                  <a:pt x="828351" y="1026497"/>
                  <a:pt x="850154" y="1047762"/>
                </a:cubicBezTo>
                <a:cubicBezTo>
                  <a:pt x="873408" y="1070445"/>
                  <a:pt x="894909" y="1090220"/>
                  <a:pt x="937343" y="1090220"/>
                </a:cubicBezTo>
                <a:cubicBezTo>
                  <a:pt x="980892" y="1090220"/>
                  <a:pt x="1002368" y="1070445"/>
                  <a:pt x="1025586" y="1047762"/>
                </a:cubicBezTo>
                <a:cubicBezTo>
                  <a:pt x="1047357" y="1027042"/>
                  <a:pt x="1071175" y="1003766"/>
                  <a:pt x="1115684" y="1000937"/>
                </a:cubicBezTo>
                <a:lnTo>
                  <a:pt x="1124860" y="1000651"/>
                </a:lnTo>
                <a:lnTo>
                  <a:pt x="1134151" y="1000931"/>
                </a:lnTo>
                <a:cubicBezTo>
                  <a:pt x="1179136" y="1003698"/>
                  <a:pt x="1202980" y="1026497"/>
                  <a:pt x="1225295" y="1047762"/>
                </a:cubicBezTo>
                <a:cubicBezTo>
                  <a:pt x="1248517" y="1070445"/>
                  <a:pt x="1270006" y="1090220"/>
                  <a:pt x="1312376" y="1090220"/>
                </a:cubicBezTo>
                <a:cubicBezTo>
                  <a:pt x="1355923" y="1090220"/>
                  <a:pt x="1377398" y="1070445"/>
                  <a:pt x="1400620" y="1047762"/>
                </a:cubicBezTo>
                <a:cubicBezTo>
                  <a:pt x="1422391" y="1027042"/>
                  <a:pt x="1446206" y="1003766"/>
                  <a:pt x="1490714" y="1000937"/>
                </a:cubicBezTo>
                <a:lnTo>
                  <a:pt x="1499902" y="1000651"/>
                </a:lnTo>
                <a:lnTo>
                  <a:pt x="1509200" y="1000931"/>
                </a:lnTo>
                <a:cubicBezTo>
                  <a:pt x="1554240" y="1003698"/>
                  <a:pt x="1578118" y="1026497"/>
                  <a:pt x="1600457" y="1047762"/>
                </a:cubicBezTo>
                <a:cubicBezTo>
                  <a:pt x="1620811" y="1067610"/>
                  <a:pt x="1639813" y="1085231"/>
                  <a:pt x="1672675" y="1089326"/>
                </a:cubicBezTo>
                <a:lnTo>
                  <a:pt x="1687656" y="1090220"/>
                </a:lnTo>
                <a:lnTo>
                  <a:pt x="1702991" y="1089326"/>
                </a:lnTo>
                <a:lnTo>
                  <a:pt x="1734579" y="1077986"/>
                </a:lnTo>
                <a:lnTo>
                  <a:pt x="1734579" y="1099017"/>
                </a:lnTo>
                <a:lnTo>
                  <a:pt x="1727021" y="1102477"/>
                </a:lnTo>
                <a:cubicBezTo>
                  <a:pt x="1718110" y="1105335"/>
                  <a:pt x="1708183" y="1107279"/>
                  <a:pt x="1696936" y="1107971"/>
                </a:cubicBezTo>
                <a:lnTo>
                  <a:pt x="1687656" y="1108251"/>
                </a:lnTo>
                <a:lnTo>
                  <a:pt x="1678456" y="1107971"/>
                </a:lnTo>
                <a:cubicBezTo>
                  <a:pt x="1633890" y="1105204"/>
                  <a:pt x="1610048" y="1082405"/>
                  <a:pt x="1588259" y="1061140"/>
                </a:cubicBezTo>
                <a:cubicBezTo>
                  <a:pt x="1567905" y="1041292"/>
                  <a:pt x="1548904" y="1023671"/>
                  <a:pt x="1515254" y="1019575"/>
                </a:cubicBezTo>
                <a:lnTo>
                  <a:pt x="1499902" y="1018681"/>
                </a:lnTo>
                <a:lnTo>
                  <a:pt x="1484938" y="1019575"/>
                </a:lnTo>
                <a:cubicBezTo>
                  <a:pt x="1452116" y="1023671"/>
                  <a:pt x="1433131" y="1041292"/>
                  <a:pt x="1412811" y="1061140"/>
                </a:cubicBezTo>
                <a:cubicBezTo>
                  <a:pt x="1389009" y="1083823"/>
                  <a:pt x="1363465" y="1108251"/>
                  <a:pt x="1312376" y="1108251"/>
                </a:cubicBezTo>
                <a:cubicBezTo>
                  <a:pt x="1261869" y="1108251"/>
                  <a:pt x="1236325" y="1083823"/>
                  <a:pt x="1213103" y="1061140"/>
                </a:cubicBezTo>
                <a:cubicBezTo>
                  <a:pt x="1192784" y="1041292"/>
                  <a:pt x="1173800" y="1023671"/>
                  <a:pt x="1140202" y="1019575"/>
                </a:cubicBezTo>
                <a:lnTo>
                  <a:pt x="1124860" y="1018681"/>
                </a:lnTo>
                <a:lnTo>
                  <a:pt x="1109907" y="1019575"/>
                </a:lnTo>
                <a:cubicBezTo>
                  <a:pt x="1077083" y="1023671"/>
                  <a:pt x="1058099" y="1041292"/>
                  <a:pt x="1037780" y="1061140"/>
                </a:cubicBezTo>
                <a:cubicBezTo>
                  <a:pt x="1014563" y="1083823"/>
                  <a:pt x="988431" y="1108251"/>
                  <a:pt x="937343" y="1108251"/>
                </a:cubicBezTo>
                <a:cubicBezTo>
                  <a:pt x="887352" y="1108251"/>
                  <a:pt x="861195" y="1083823"/>
                  <a:pt x="837942" y="1061140"/>
                </a:cubicBezTo>
                <a:cubicBezTo>
                  <a:pt x="817603" y="1041292"/>
                  <a:pt x="798587" y="1023671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0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0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4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803998" y="903313"/>
                  <a:pt x="828351" y="926061"/>
                  <a:pt x="850154" y="947279"/>
                </a:cubicBezTo>
                <a:cubicBezTo>
                  <a:pt x="873408" y="969911"/>
                  <a:pt x="894909" y="989642"/>
                  <a:pt x="937343" y="989642"/>
                </a:cubicBezTo>
                <a:cubicBezTo>
                  <a:pt x="980892" y="989642"/>
                  <a:pt x="1002368" y="969911"/>
                  <a:pt x="1025586" y="947279"/>
                </a:cubicBezTo>
                <a:cubicBezTo>
                  <a:pt x="1047357" y="926061"/>
                  <a:pt x="1071175" y="903313"/>
                  <a:pt x="1115684" y="900552"/>
                </a:cubicBezTo>
                <a:lnTo>
                  <a:pt x="1124860" y="900273"/>
                </a:lnTo>
                <a:lnTo>
                  <a:pt x="1134151" y="900552"/>
                </a:lnTo>
                <a:cubicBezTo>
                  <a:pt x="1179136" y="903313"/>
                  <a:pt x="1202980" y="926061"/>
                  <a:pt x="1225295" y="947279"/>
                </a:cubicBezTo>
                <a:cubicBezTo>
                  <a:pt x="1248517" y="969911"/>
                  <a:pt x="1270006" y="989642"/>
                  <a:pt x="1312376" y="989642"/>
                </a:cubicBezTo>
                <a:cubicBezTo>
                  <a:pt x="1355923" y="989642"/>
                  <a:pt x="1377398" y="969911"/>
                  <a:pt x="1400620" y="947279"/>
                </a:cubicBezTo>
                <a:cubicBezTo>
                  <a:pt x="1422391" y="926061"/>
                  <a:pt x="1446206" y="903313"/>
                  <a:pt x="1490714" y="900552"/>
                </a:cubicBezTo>
                <a:lnTo>
                  <a:pt x="1499902" y="900273"/>
                </a:lnTo>
                <a:lnTo>
                  <a:pt x="1509200" y="900552"/>
                </a:lnTo>
                <a:cubicBezTo>
                  <a:pt x="1554240" y="903313"/>
                  <a:pt x="1578118" y="926061"/>
                  <a:pt x="1600457" y="947279"/>
                </a:cubicBezTo>
                <a:cubicBezTo>
                  <a:pt x="1620811" y="967082"/>
                  <a:pt x="1639813" y="984664"/>
                  <a:pt x="1672675" y="988750"/>
                </a:cubicBezTo>
                <a:lnTo>
                  <a:pt x="1687656" y="989642"/>
                </a:lnTo>
                <a:lnTo>
                  <a:pt x="1702991" y="988750"/>
                </a:lnTo>
                <a:lnTo>
                  <a:pt x="1734579" y="977436"/>
                </a:lnTo>
                <a:lnTo>
                  <a:pt x="1734579" y="995908"/>
                </a:lnTo>
                <a:lnTo>
                  <a:pt x="1696936" y="1007353"/>
                </a:lnTo>
                <a:lnTo>
                  <a:pt x="1687656" y="1007632"/>
                </a:lnTo>
                <a:lnTo>
                  <a:pt x="1678456" y="1007346"/>
                </a:lnTo>
                <a:cubicBezTo>
                  <a:pt x="1633890" y="1004524"/>
                  <a:pt x="1610048" y="981300"/>
                  <a:pt x="1588259" y="960626"/>
                </a:cubicBezTo>
                <a:cubicBezTo>
                  <a:pt x="1567905" y="940823"/>
                  <a:pt x="1548904" y="923241"/>
                  <a:pt x="1515254" y="919155"/>
                </a:cubicBezTo>
                <a:lnTo>
                  <a:pt x="1499902" y="918263"/>
                </a:lnTo>
                <a:lnTo>
                  <a:pt x="1484938" y="919155"/>
                </a:lnTo>
                <a:cubicBezTo>
                  <a:pt x="1452116" y="923241"/>
                  <a:pt x="1433131" y="940823"/>
                  <a:pt x="1412811" y="960626"/>
                </a:cubicBezTo>
                <a:cubicBezTo>
                  <a:pt x="1389009" y="983258"/>
                  <a:pt x="1363465" y="1007632"/>
                  <a:pt x="1312376" y="1007632"/>
                </a:cubicBezTo>
                <a:cubicBezTo>
                  <a:pt x="1261869" y="1007632"/>
                  <a:pt x="1236325" y="982678"/>
                  <a:pt x="1213103" y="960626"/>
                </a:cubicBezTo>
                <a:cubicBezTo>
                  <a:pt x="1192784" y="940823"/>
                  <a:pt x="1173800" y="923241"/>
                  <a:pt x="1140202" y="919155"/>
                </a:cubicBezTo>
                <a:lnTo>
                  <a:pt x="1124860" y="918263"/>
                </a:lnTo>
                <a:lnTo>
                  <a:pt x="1109907" y="919155"/>
                </a:lnTo>
                <a:cubicBezTo>
                  <a:pt x="1077083" y="923241"/>
                  <a:pt x="1058099" y="940823"/>
                  <a:pt x="1037780" y="960626"/>
                </a:cubicBezTo>
                <a:cubicBezTo>
                  <a:pt x="1014563" y="983258"/>
                  <a:pt x="988431" y="1007632"/>
                  <a:pt x="937343" y="1007632"/>
                </a:cubicBezTo>
                <a:cubicBezTo>
                  <a:pt x="887352" y="1007632"/>
                  <a:pt x="861195" y="982678"/>
                  <a:pt x="837942" y="960626"/>
                </a:cubicBezTo>
                <a:cubicBezTo>
                  <a:pt x="817603" y="940823"/>
                  <a:pt x="798587" y="923241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0" y="940823"/>
                  <a:pt x="662511" y="960626"/>
                </a:cubicBezTo>
                <a:cubicBezTo>
                  <a:pt x="639282" y="983258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8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5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5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0" y="847785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5"/>
                </a:cubicBezTo>
                <a:cubicBezTo>
                  <a:pt x="672084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803998" y="803250"/>
                  <a:pt x="828351" y="826539"/>
                  <a:pt x="850154" y="847785"/>
                </a:cubicBezTo>
                <a:cubicBezTo>
                  <a:pt x="873408" y="869865"/>
                  <a:pt x="894909" y="890203"/>
                  <a:pt x="937343" y="890203"/>
                </a:cubicBezTo>
                <a:cubicBezTo>
                  <a:pt x="980892" y="890203"/>
                  <a:pt x="1002368" y="869865"/>
                  <a:pt x="1025586" y="847785"/>
                </a:cubicBezTo>
                <a:cubicBezTo>
                  <a:pt x="1047357" y="826539"/>
                  <a:pt x="1071175" y="803250"/>
                  <a:pt x="1115684" y="800422"/>
                </a:cubicBezTo>
                <a:lnTo>
                  <a:pt x="1124860" y="800136"/>
                </a:lnTo>
                <a:lnTo>
                  <a:pt x="1134151" y="800422"/>
                </a:lnTo>
                <a:cubicBezTo>
                  <a:pt x="1179136" y="803250"/>
                  <a:pt x="1202980" y="826539"/>
                  <a:pt x="1225295" y="847785"/>
                </a:cubicBezTo>
                <a:cubicBezTo>
                  <a:pt x="1248517" y="869865"/>
                  <a:pt x="1270006" y="890203"/>
                  <a:pt x="1312376" y="890203"/>
                </a:cubicBezTo>
                <a:cubicBezTo>
                  <a:pt x="1355923" y="890203"/>
                  <a:pt x="1377398" y="869865"/>
                  <a:pt x="1400620" y="847785"/>
                </a:cubicBezTo>
                <a:cubicBezTo>
                  <a:pt x="1422391" y="826539"/>
                  <a:pt x="1446206" y="803250"/>
                  <a:pt x="1490714" y="800422"/>
                </a:cubicBezTo>
                <a:lnTo>
                  <a:pt x="1499902" y="800136"/>
                </a:lnTo>
                <a:lnTo>
                  <a:pt x="1509200" y="800422"/>
                </a:lnTo>
                <a:cubicBezTo>
                  <a:pt x="1554240" y="803250"/>
                  <a:pt x="1578118" y="826539"/>
                  <a:pt x="1600457" y="847785"/>
                </a:cubicBezTo>
                <a:cubicBezTo>
                  <a:pt x="1620811" y="867105"/>
                  <a:pt x="1639813" y="885092"/>
                  <a:pt x="1672675" y="889286"/>
                </a:cubicBezTo>
                <a:lnTo>
                  <a:pt x="1687656" y="890203"/>
                </a:lnTo>
                <a:lnTo>
                  <a:pt x="1702991" y="889286"/>
                </a:lnTo>
                <a:lnTo>
                  <a:pt x="1734579" y="877791"/>
                </a:lnTo>
                <a:lnTo>
                  <a:pt x="1734579" y="898807"/>
                </a:lnTo>
                <a:lnTo>
                  <a:pt x="1727021" y="902325"/>
                </a:lnTo>
                <a:cubicBezTo>
                  <a:pt x="1718110" y="905238"/>
                  <a:pt x="1708183" y="907224"/>
                  <a:pt x="1696936" y="907931"/>
                </a:cubicBezTo>
                <a:lnTo>
                  <a:pt x="1687656" y="908217"/>
                </a:lnTo>
                <a:lnTo>
                  <a:pt x="1678456" y="907931"/>
                </a:lnTo>
                <a:cubicBezTo>
                  <a:pt x="1633890" y="905102"/>
                  <a:pt x="1610048" y="881814"/>
                  <a:pt x="1588259" y="860568"/>
                </a:cubicBezTo>
                <a:cubicBezTo>
                  <a:pt x="1567905" y="841247"/>
                  <a:pt x="1548904" y="823261"/>
                  <a:pt x="1515254" y="819066"/>
                </a:cubicBezTo>
                <a:lnTo>
                  <a:pt x="1499902" y="818149"/>
                </a:lnTo>
                <a:lnTo>
                  <a:pt x="1484938" y="819066"/>
                </a:lnTo>
                <a:cubicBezTo>
                  <a:pt x="1452116" y="823261"/>
                  <a:pt x="1433131" y="841247"/>
                  <a:pt x="1412811" y="860568"/>
                </a:cubicBezTo>
                <a:cubicBezTo>
                  <a:pt x="1389009" y="883230"/>
                  <a:pt x="1363465" y="908217"/>
                  <a:pt x="1312376" y="908217"/>
                </a:cubicBezTo>
                <a:cubicBezTo>
                  <a:pt x="1261869" y="908217"/>
                  <a:pt x="1236325" y="883230"/>
                  <a:pt x="1213103" y="860568"/>
                </a:cubicBezTo>
                <a:cubicBezTo>
                  <a:pt x="1192784" y="841247"/>
                  <a:pt x="1173800" y="823261"/>
                  <a:pt x="1140202" y="819066"/>
                </a:cubicBezTo>
                <a:lnTo>
                  <a:pt x="1124860" y="818149"/>
                </a:lnTo>
                <a:lnTo>
                  <a:pt x="1109907" y="819066"/>
                </a:lnTo>
                <a:cubicBezTo>
                  <a:pt x="1077083" y="823261"/>
                  <a:pt x="1058099" y="841247"/>
                  <a:pt x="1037780" y="860568"/>
                </a:cubicBezTo>
                <a:cubicBezTo>
                  <a:pt x="1014563" y="883230"/>
                  <a:pt x="988431" y="908217"/>
                  <a:pt x="937343" y="908217"/>
                </a:cubicBezTo>
                <a:cubicBezTo>
                  <a:pt x="887352" y="908217"/>
                  <a:pt x="861195" y="883230"/>
                  <a:pt x="837942" y="860568"/>
                </a:cubicBezTo>
                <a:cubicBezTo>
                  <a:pt x="817603" y="841247"/>
                  <a:pt x="798587" y="823261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0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600"/>
                  <a:pt x="144556" y="790330"/>
                  <a:pt x="187517" y="790330"/>
                </a:cubicBezTo>
                <a:cubicBezTo>
                  <a:pt x="230477" y="790330"/>
                  <a:pt x="251957" y="770600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0" y="747967"/>
                </a:cubicBezTo>
                <a:cubicBezTo>
                  <a:pt x="498175" y="770600"/>
                  <a:pt x="519667" y="790330"/>
                  <a:pt x="562069" y="790330"/>
                </a:cubicBezTo>
                <a:cubicBezTo>
                  <a:pt x="605610" y="790330"/>
                  <a:pt x="627090" y="770600"/>
                  <a:pt x="650315" y="747967"/>
                </a:cubicBezTo>
                <a:cubicBezTo>
                  <a:pt x="672084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803998" y="704001"/>
                  <a:pt x="828351" y="726749"/>
                  <a:pt x="850154" y="747967"/>
                </a:cubicBezTo>
                <a:cubicBezTo>
                  <a:pt x="873408" y="770600"/>
                  <a:pt x="894909" y="790330"/>
                  <a:pt x="937343" y="790330"/>
                </a:cubicBezTo>
                <a:cubicBezTo>
                  <a:pt x="980892" y="790330"/>
                  <a:pt x="1002368" y="770600"/>
                  <a:pt x="1025586" y="747967"/>
                </a:cubicBezTo>
                <a:cubicBezTo>
                  <a:pt x="1047357" y="726749"/>
                  <a:pt x="1071175" y="704001"/>
                  <a:pt x="1115684" y="701241"/>
                </a:cubicBezTo>
                <a:lnTo>
                  <a:pt x="1124860" y="700961"/>
                </a:lnTo>
                <a:lnTo>
                  <a:pt x="1134151" y="701241"/>
                </a:lnTo>
                <a:cubicBezTo>
                  <a:pt x="1179136" y="704001"/>
                  <a:pt x="1202980" y="726749"/>
                  <a:pt x="1225295" y="747967"/>
                </a:cubicBezTo>
                <a:cubicBezTo>
                  <a:pt x="1248517" y="770600"/>
                  <a:pt x="1270006" y="790330"/>
                  <a:pt x="1312376" y="790330"/>
                </a:cubicBezTo>
                <a:cubicBezTo>
                  <a:pt x="1355923" y="790330"/>
                  <a:pt x="1377398" y="770600"/>
                  <a:pt x="1400620" y="747967"/>
                </a:cubicBezTo>
                <a:cubicBezTo>
                  <a:pt x="1422391" y="726749"/>
                  <a:pt x="1446206" y="704001"/>
                  <a:pt x="1490714" y="701241"/>
                </a:cubicBezTo>
                <a:lnTo>
                  <a:pt x="1499902" y="700961"/>
                </a:lnTo>
                <a:lnTo>
                  <a:pt x="1509200" y="701241"/>
                </a:lnTo>
                <a:cubicBezTo>
                  <a:pt x="1554240" y="704001"/>
                  <a:pt x="1578118" y="726749"/>
                  <a:pt x="1600457" y="747967"/>
                </a:cubicBezTo>
                <a:cubicBezTo>
                  <a:pt x="1620811" y="767771"/>
                  <a:pt x="1639813" y="785352"/>
                  <a:pt x="1672675" y="789438"/>
                </a:cubicBezTo>
                <a:lnTo>
                  <a:pt x="1687656" y="790330"/>
                </a:lnTo>
                <a:lnTo>
                  <a:pt x="1702991" y="789438"/>
                </a:lnTo>
                <a:lnTo>
                  <a:pt x="1734579" y="778124"/>
                </a:lnTo>
                <a:lnTo>
                  <a:pt x="1734579" y="798960"/>
                </a:lnTo>
                <a:lnTo>
                  <a:pt x="1727021" y="802451"/>
                </a:lnTo>
                <a:cubicBezTo>
                  <a:pt x="1718110" y="805348"/>
                  <a:pt x="1708183" y="807329"/>
                  <a:pt x="1696936" y="808034"/>
                </a:cubicBezTo>
                <a:lnTo>
                  <a:pt x="1687656" y="808320"/>
                </a:lnTo>
                <a:lnTo>
                  <a:pt x="1678456" y="808034"/>
                </a:lnTo>
                <a:cubicBezTo>
                  <a:pt x="1633890" y="805212"/>
                  <a:pt x="1610048" y="781988"/>
                  <a:pt x="1588259" y="761314"/>
                </a:cubicBezTo>
                <a:cubicBezTo>
                  <a:pt x="1567905" y="741511"/>
                  <a:pt x="1548904" y="723929"/>
                  <a:pt x="1515254" y="719843"/>
                </a:cubicBezTo>
                <a:lnTo>
                  <a:pt x="1499902" y="718951"/>
                </a:lnTo>
                <a:lnTo>
                  <a:pt x="1484938" y="719843"/>
                </a:lnTo>
                <a:cubicBezTo>
                  <a:pt x="1452116" y="723929"/>
                  <a:pt x="1433131" y="741511"/>
                  <a:pt x="1412811" y="761314"/>
                </a:cubicBezTo>
                <a:cubicBezTo>
                  <a:pt x="1389009" y="783366"/>
                  <a:pt x="1363465" y="808320"/>
                  <a:pt x="1312376" y="808320"/>
                </a:cubicBezTo>
                <a:cubicBezTo>
                  <a:pt x="1261869" y="808320"/>
                  <a:pt x="1236325" y="783366"/>
                  <a:pt x="1213103" y="761314"/>
                </a:cubicBezTo>
                <a:cubicBezTo>
                  <a:pt x="1192784" y="741511"/>
                  <a:pt x="1173800" y="723929"/>
                  <a:pt x="1140202" y="719843"/>
                </a:cubicBezTo>
                <a:lnTo>
                  <a:pt x="1124860" y="718951"/>
                </a:lnTo>
                <a:lnTo>
                  <a:pt x="1109907" y="719843"/>
                </a:lnTo>
                <a:cubicBezTo>
                  <a:pt x="1077083" y="723929"/>
                  <a:pt x="1058099" y="741511"/>
                  <a:pt x="1037780" y="761314"/>
                </a:cubicBezTo>
                <a:cubicBezTo>
                  <a:pt x="1014563" y="783366"/>
                  <a:pt x="988431" y="808320"/>
                  <a:pt x="937343" y="808320"/>
                </a:cubicBezTo>
                <a:cubicBezTo>
                  <a:pt x="887352" y="808320"/>
                  <a:pt x="861195" y="783366"/>
                  <a:pt x="837942" y="761314"/>
                </a:cubicBezTo>
                <a:cubicBezTo>
                  <a:pt x="817603" y="741511"/>
                  <a:pt x="798587" y="723929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0" y="741511"/>
                  <a:pt x="662511" y="761314"/>
                </a:cubicBezTo>
                <a:cubicBezTo>
                  <a:pt x="639282" y="783366"/>
                  <a:pt x="613157" y="808320"/>
                  <a:pt x="562069" y="808320"/>
                </a:cubicBezTo>
                <a:cubicBezTo>
                  <a:pt x="512115" y="808320"/>
                  <a:pt x="485977" y="783366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6"/>
                  <a:pt x="238024" y="808320"/>
                  <a:pt x="187517" y="808320"/>
                </a:cubicBezTo>
                <a:cubicBezTo>
                  <a:pt x="137009" y="808320"/>
                  <a:pt x="111465" y="783366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1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0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1"/>
                  <a:pt x="650315" y="647348"/>
                </a:cubicBezTo>
                <a:cubicBezTo>
                  <a:pt x="672084" y="626131"/>
                  <a:pt x="696405" y="603383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803998" y="603383"/>
                  <a:pt x="828351" y="626131"/>
                  <a:pt x="850154" y="647348"/>
                </a:cubicBezTo>
                <a:cubicBezTo>
                  <a:pt x="873408" y="669981"/>
                  <a:pt x="894909" y="689712"/>
                  <a:pt x="937343" y="689712"/>
                </a:cubicBezTo>
                <a:cubicBezTo>
                  <a:pt x="980892" y="689712"/>
                  <a:pt x="1002368" y="669401"/>
                  <a:pt x="1025586" y="647348"/>
                </a:cubicBezTo>
                <a:cubicBezTo>
                  <a:pt x="1047357" y="626131"/>
                  <a:pt x="1071175" y="603383"/>
                  <a:pt x="1115684" y="600622"/>
                </a:cubicBezTo>
                <a:lnTo>
                  <a:pt x="1124860" y="600343"/>
                </a:lnTo>
                <a:lnTo>
                  <a:pt x="1134151" y="600622"/>
                </a:lnTo>
                <a:cubicBezTo>
                  <a:pt x="1179136" y="603383"/>
                  <a:pt x="1202980" y="626131"/>
                  <a:pt x="1225295" y="647348"/>
                </a:cubicBezTo>
                <a:cubicBezTo>
                  <a:pt x="1248517" y="669981"/>
                  <a:pt x="1270006" y="689712"/>
                  <a:pt x="1312376" y="689712"/>
                </a:cubicBezTo>
                <a:cubicBezTo>
                  <a:pt x="1355923" y="689712"/>
                  <a:pt x="1377398" y="669401"/>
                  <a:pt x="1400620" y="647348"/>
                </a:cubicBezTo>
                <a:cubicBezTo>
                  <a:pt x="1422391" y="626131"/>
                  <a:pt x="1446206" y="603383"/>
                  <a:pt x="1490714" y="600622"/>
                </a:cubicBezTo>
                <a:lnTo>
                  <a:pt x="1499902" y="600343"/>
                </a:lnTo>
                <a:lnTo>
                  <a:pt x="1509200" y="600622"/>
                </a:lnTo>
                <a:cubicBezTo>
                  <a:pt x="1554240" y="603383"/>
                  <a:pt x="1578118" y="626131"/>
                  <a:pt x="1600457" y="647348"/>
                </a:cubicBezTo>
                <a:cubicBezTo>
                  <a:pt x="1620811" y="667152"/>
                  <a:pt x="1639813" y="684734"/>
                  <a:pt x="1672675" y="688820"/>
                </a:cubicBezTo>
                <a:lnTo>
                  <a:pt x="1687656" y="689712"/>
                </a:lnTo>
                <a:lnTo>
                  <a:pt x="1702991" y="688796"/>
                </a:lnTo>
                <a:lnTo>
                  <a:pt x="1734579" y="677316"/>
                </a:lnTo>
                <a:lnTo>
                  <a:pt x="1734579" y="698304"/>
                </a:lnTo>
                <a:lnTo>
                  <a:pt x="1727021" y="701817"/>
                </a:lnTo>
                <a:cubicBezTo>
                  <a:pt x="1718110" y="704726"/>
                  <a:pt x="1708183" y="706710"/>
                  <a:pt x="1696936" y="707416"/>
                </a:cubicBezTo>
                <a:lnTo>
                  <a:pt x="1687656" y="707702"/>
                </a:lnTo>
                <a:lnTo>
                  <a:pt x="1678456" y="707416"/>
                </a:lnTo>
                <a:cubicBezTo>
                  <a:pt x="1633890" y="704591"/>
                  <a:pt x="1610048" y="681333"/>
                  <a:pt x="1588259" y="660115"/>
                </a:cubicBezTo>
                <a:cubicBezTo>
                  <a:pt x="1567905" y="640820"/>
                  <a:pt x="1548904" y="622857"/>
                  <a:pt x="1515254" y="618668"/>
                </a:cubicBezTo>
                <a:lnTo>
                  <a:pt x="1499902" y="617752"/>
                </a:lnTo>
                <a:lnTo>
                  <a:pt x="1484938" y="618668"/>
                </a:lnTo>
                <a:cubicBezTo>
                  <a:pt x="1452116" y="622857"/>
                  <a:pt x="1433131" y="640820"/>
                  <a:pt x="1412811" y="660115"/>
                </a:cubicBezTo>
                <a:cubicBezTo>
                  <a:pt x="1389009" y="682748"/>
                  <a:pt x="1363465" y="707702"/>
                  <a:pt x="1312376" y="707702"/>
                </a:cubicBezTo>
                <a:cubicBezTo>
                  <a:pt x="1261869" y="707702"/>
                  <a:pt x="1236325" y="682748"/>
                  <a:pt x="1213103" y="660115"/>
                </a:cubicBezTo>
                <a:cubicBezTo>
                  <a:pt x="1192784" y="640820"/>
                  <a:pt x="1173800" y="622857"/>
                  <a:pt x="1140202" y="618668"/>
                </a:cubicBezTo>
                <a:lnTo>
                  <a:pt x="1124860" y="617752"/>
                </a:lnTo>
                <a:lnTo>
                  <a:pt x="1109907" y="618668"/>
                </a:lnTo>
                <a:cubicBezTo>
                  <a:pt x="1077083" y="622857"/>
                  <a:pt x="1058099" y="640820"/>
                  <a:pt x="1037780" y="660115"/>
                </a:cubicBezTo>
                <a:cubicBezTo>
                  <a:pt x="1014563" y="682748"/>
                  <a:pt x="988431" y="707702"/>
                  <a:pt x="937343" y="707702"/>
                </a:cubicBezTo>
                <a:cubicBezTo>
                  <a:pt x="887352" y="707702"/>
                  <a:pt x="861195" y="682748"/>
                  <a:pt x="837942" y="660115"/>
                </a:cubicBezTo>
                <a:cubicBezTo>
                  <a:pt x="817603" y="640820"/>
                  <a:pt x="798587" y="622857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0" y="640820"/>
                  <a:pt x="662511" y="660115"/>
                </a:cubicBezTo>
                <a:cubicBezTo>
                  <a:pt x="639282" y="682748"/>
                  <a:pt x="613157" y="707702"/>
                  <a:pt x="562069" y="707702"/>
                </a:cubicBezTo>
                <a:cubicBezTo>
                  <a:pt x="512115" y="707702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2"/>
                  <a:pt x="187517" y="707702"/>
                </a:cubicBezTo>
                <a:cubicBezTo>
                  <a:pt x="137009" y="707702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0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4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803998" y="503556"/>
                  <a:pt x="828351" y="526814"/>
                  <a:pt x="850154" y="548032"/>
                </a:cubicBezTo>
                <a:cubicBezTo>
                  <a:pt x="873408" y="570084"/>
                  <a:pt x="894909" y="590395"/>
                  <a:pt x="937343" y="590395"/>
                </a:cubicBezTo>
                <a:cubicBezTo>
                  <a:pt x="980892" y="590395"/>
                  <a:pt x="1002368" y="570084"/>
                  <a:pt x="1025586" y="548032"/>
                </a:cubicBezTo>
                <a:cubicBezTo>
                  <a:pt x="1047357" y="526814"/>
                  <a:pt x="1071175" y="503556"/>
                  <a:pt x="1115684" y="500732"/>
                </a:cubicBezTo>
                <a:lnTo>
                  <a:pt x="1124860" y="500446"/>
                </a:lnTo>
                <a:lnTo>
                  <a:pt x="1134151" y="500732"/>
                </a:lnTo>
                <a:cubicBezTo>
                  <a:pt x="1179136" y="503556"/>
                  <a:pt x="1202980" y="526814"/>
                  <a:pt x="1225295" y="548032"/>
                </a:cubicBezTo>
                <a:cubicBezTo>
                  <a:pt x="1248517" y="570084"/>
                  <a:pt x="1270006" y="590395"/>
                  <a:pt x="1312376" y="590395"/>
                </a:cubicBezTo>
                <a:cubicBezTo>
                  <a:pt x="1355923" y="590395"/>
                  <a:pt x="1377398" y="570084"/>
                  <a:pt x="1400620" y="548032"/>
                </a:cubicBezTo>
                <a:cubicBezTo>
                  <a:pt x="1422391" y="526814"/>
                  <a:pt x="1446206" y="503556"/>
                  <a:pt x="1490714" y="500732"/>
                </a:cubicBezTo>
                <a:lnTo>
                  <a:pt x="1499902" y="500446"/>
                </a:lnTo>
                <a:lnTo>
                  <a:pt x="1509200" y="500732"/>
                </a:lnTo>
                <a:cubicBezTo>
                  <a:pt x="1554240" y="503556"/>
                  <a:pt x="1578118" y="526814"/>
                  <a:pt x="1600457" y="548032"/>
                </a:cubicBezTo>
                <a:cubicBezTo>
                  <a:pt x="1620811" y="567328"/>
                  <a:pt x="1639813" y="585291"/>
                  <a:pt x="1672675" y="589479"/>
                </a:cubicBezTo>
                <a:lnTo>
                  <a:pt x="1687656" y="590395"/>
                </a:lnTo>
                <a:lnTo>
                  <a:pt x="1702991" y="589479"/>
                </a:lnTo>
                <a:lnTo>
                  <a:pt x="1734579" y="577999"/>
                </a:lnTo>
                <a:lnTo>
                  <a:pt x="1734579" y="596081"/>
                </a:lnTo>
                <a:lnTo>
                  <a:pt x="1696936" y="607526"/>
                </a:lnTo>
                <a:lnTo>
                  <a:pt x="1687656" y="607805"/>
                </a:lnTo>
                <a:lnTo>
                  <a:pt x="1678456" y="607526"/>
                </a:lnTo>
                <a:cubicBezTo>
                  <a:pt x="1633890" y="604765"/>
                  <a:pt x="1610048" y="582017"/>
                  <a:pt x="1588259" y="560799"/>
                </a:cubicBezTo>
                <a:cubicBezTo>
                  <a:pt x="1567905" y="541504"/>
                  <a:pt x="1548904" y="523541"/>
                  <a:pt x="1515254" y="519352"/>
                </a:cubicBezTo>
                <a:lnTo>
                  <a:pt x="1499902" y="518436"/>
                </a:lnTo>
                <a:lnTo>
                  <a:pt x="1484938" y="519352"/>
                </a:lnTo>
                <a:cubicBezTo>
                  <a:pt x="1452116" y="523541"/>
                  <a:pt x="1433131" y="541504"/>
                  <a:pt x="1412811" y="560799"/>
                </a:cubicBezTo>
                <a:cubicBezTo>
                  <a:pt x="1389009" y="583431"/>
                  <a:pt x="1363465" y="607805"/>
                  <a:pt x="1312376" y="607805"/>
                </a:cubicBezTo>
                <a:cubicBezTo>
                  <a:pt x="1261869" y="607805"/>
                  <a:pt x="1236325" y="583431"/>
                  <a:pt x="1213103" y="560799"/>
                </a:cubicBezTo>
                <a:cubicBezTo>
                  <a:pt x="1192784" y="541504"/>
                  <a:pt x="1173800" y="523541"/>
                  <a:pt x="1140202" y="519352"/>
                </a:cubicBezTo>
                <a:lnTo>
                  <a:pt x="1124860" y="518436"/>
                </a:lnTo>
                <a:lnTo>
                  <a:pt x="1109907" y="519352"/>
                </a:lnTo>
                <a:cubicBezTo>
                  <a:pt x="1077083" y="523541"/>
                  <a:pt x="1058099" y="541504"/>
                  <a:pt x="1037780" y="560799"/>
                </a:cubicBezTo>
                <a:cubicBezTo>
                  <a:pt x="1014563" y="583431"/>
                  <a:pt x="988431" y="607805"/>
                  <a:pt x="937343" y="607805"/>
                </a:cubicBezTo>
                <a:cubicBezTo>
                  <a:pt x="887352" y="607805"/>
                  <a:pt x="861195" y="583431"/>
                  <a:pt x="837942" y="560799"/>
                </a:cubicBezTo>
                <a:cubicBezTo>
                  <a:pt x="817603" y="541504"/>
                  <a:pt x="798587" y="523541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0" y="541504"/>
                  <a:pt x="662511" y="560799"/>
                </a:cubicBezTo>
                <a:cubicBezTo>
                  <a:pt x="639282" y="583431"/>
                  <a:pt x="613157" y="607805"/>
                  <a:pt x="562069" y="607805"/>
                </a:cubicBezTo>
                <a:cubicBezTo>
                  <a:pt x="512115" y="607805"/>
                  <a:pt x="485977" y="583431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1"/>
                  <a:pt x="238024" y="607805"/>
                  <a:pt x="187517" y="607805"/>
                </a:cubicBezTo>
                <a:cubicBezTo>
                  <a:pt x="137009" y="607805"/>
                  <a:pt x="111465" y="583431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1"/>
                  <a:pt x="144556" y="489978"/>
                  <a:pt x="187517" y="489978"/>
                </a:cubicBezTo>
                <a:cubicBezTo>
                  <a:pt x="230477" y="489978"/>
                  <a:pt x="251957" y="469621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0" y="447520"/>
                </a:cubicBezTo>
                <a:cubicBezTo>
                  <a:pt x="498175" y="469621"/>
                  <a:pt x="519667" y="489978"/>
                  <a:pt x="562069" y="489978"/>
                </a:cubicBezTo>
                <a:cubicBezTo>
                  <a:pt x="605610" y="489978"/>
                  <a:pt x="627090" y="469621"/>
                  <a:pt x="650315" y="447520"/>
                </a:cubicBezTo>
                <a:cubicBezTo>
                  <a:pt x="672084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803998" y="402944"/>
                  <a:pt x="828351" y="426255"/>
                  <a:pt x="850154" y="447520"/>
                </a:cubicBezTo>
                <a:cubicBezTo>
                  <a:pt x="873408" y="469621"/>
                  <a:pt x="894909" y="489978"/>
                  <a:pt x="937343" y="489978"/>
                </a:cubicBezTo>
                <a:cubicBezTo>
                  <a:pt x="980892" y="489978"/>
                  <a:pt x="1002368" y="469621"/>
                  <a:pt x="1025586" y="447520"/>
                </a:cubicBezTo>
                <a:cubicBezTo>
                  <a:pt x="1047357" y="426255"/>
                  <a:pt x="1071175" y="402944"/>
                  <a:pt x="1115684" y="400114"/>
                </a:cubicBezTo>
                <a:lnTo>
                  <a:pt x="1124860" y="399827"/>
                </a:lnTo>
                <a:lnTo>
                  <a:pt x="1134151" y="400114"/>
                </a:lnTo>
                <a:cubicBezTo>
                  <a:pt x="1179136" y="402944"/>
                  <a:pt x="1202980" y="426255"/>
                  <a:pt x="1225295" y="447520"/>
                </a:cubicBezTo>
                <a:cubicBezTo>
                  <a:pt x="1248517" y="469621"/>
                  <a:pt x="1270006" y="489978"/>
                  <a:pt x="1312376" y="489978"/>
                </a:cubicBezTo>
                <a:cubicBezTo>
                  <a:pt x="1355923" y="489978"/>
                  <a:pt x="1377398" y="469621"/>
                  <a:pt x="1400620" y="447520"/>
                </a:cubicBezTo>
                <a:cubicBezTo>
                  <a:pt x="1422391" y="426255"/>
                  <a:pt x="1446206" y="402944"/>
                  <a:pt x="1490714" y="400114"/>
                </a:cubicBezTo>
                <a:lnTo>
                  <a:pt x="1499902" y="399827"/>
                </a:lnTo>
                <a:lnTo>
                  <a:pt x="1509200" y="400114"/>
                </a:lnTo>
                <a:cubicBezTo>
                  <a:pt x="1554240" y="402944"/>
                  <a:pt x="1578118" y="426255"/>
                  <a:pt x="1600457" y="447520"/>
                </a:cubicBezTo>
                <a:cubicBezTo>
                  <a:pt x="1620811" y="466859"/>
                  <a:pt x="1639813" y="484862"/>
                  <a:pt x="1672675" y="489060"/>
                </a:cubicBezTo>
                <a:lnTo>
                  <a:pt x="1687656" y="489978"/>
                </a:lnTo>
                <a:lnTo>
                  <a:pt x="1702991" y="489060"/>
                </a:lnTo>
                <a:lnTo>
                  <a:pt x="1734579" y="477554"/>
                </a:lnTo>
                <a:lnTo>
                  <a:pt x="1734579" y="498193"/>
                </a:lnTo>
                <a:lnTo>
                  <a:pt x="1727021" y="501653"/>
                </a:lnTo>
                <a:cubicBezTo>
                  <a:pt x="1718110" y="504512"/>
                  <a:pt x="1708183" y="506455"/>
                  <a:pt x="1696936" y="507147"/>
                </a:cubicBezTo>
                <a:lnTo>
                  <a:pt x="1687656" y="507427"/>
                </a:lnTo>
                <a:lnTo>
                  <a:pt x="1678456" y="507147"/>
                </a:lnTo>
                <a:cubicBezTo>
                  <a:pt x="1633890" y="504380"/>
                  <a:pt x="1610048" y="481581"/>
                  <a:pt x="1588259" y="460316"/>
                </a:cubicBezTo>
                <a:cubicBezTo>
                  <a:pt x="1567905" y="440977"/>
                  <a:pt x="1548904" y="422974"/>
                  <a:pt x="1515254" y="418776"/>
                </a:cubicBezTo>
                <a:lnTo>
                  <a:pt x="1499902" y="417857"/>
                </a:lnTo>
                <a:lnTo>
                  <a:pt x="1484938" y="418752"/>
                </a:lnTo>
                <a:cubicBezTo>
                  <a:pt x="1452116" y="422847"/>
                  <a:pt x="1433131" y="440468"/>
                  <a:pt x="1412811" y="460316"/>
                </a:cubicBezTo>
                <a:cubicBezTo>
                  <a:pt x="1389009" y="482999"/>
                  <a:pt x="1363465" y="507427"/>
                  <a:pt x="1312376" y="507427"/>
                </a:cubicBezTo>
                <a:cubicBezTo>
                  <a:pt x="1261869" y="507427"/>
                  <a:pt x="1236325" y="482999"/>
                  <a:pt x="1213103" y="460316"/>
                </a:cubicBezTo>
                <a:cubicBezTo>
                  <a:pt x="1192784" y="440977"/>
                  <a:pt x="1173800" y="422974"/>
                  <a:pt x="1140202" y="418776"/>
                </a:cubicBezTo>
                <a:lnTo>
                  <a:pt x="1124860" y="417857"/>
                </a:lnTo>
                <a:lnTo>
                  <a:pt x="1109907" y="418752"/>
                </a:lnTo>
                <a:cubicBezTo>
                  <a:pt x="1077083" y="422847"/>
                  <a:pt x="1058099" y="440468"/>
                  <a:pt x="1037780" y="460316"/>
                </a:cubicBezTo>
                <a:cubicBezTo>
                  <a:pt x="1014563" y="482999"/>
                  <a:pt x="988431" y="507427"/>
                  <a:pt x="937343" y="507427"/>
                </a:cubicBezTo>
                <a:cubicBezTo>
                  <a:pt x="887352" y="507427"/>
                  <a:pt x="861195" y="482999"/>
                  <a:pt x="837942" y="460316"/>
                </a:cubicBezTo>
                <a:cubicBezTo>
                  <a:pt x="817603" y="440977"/>
                  <a:pt x="798587" y="422974"/>
                  <a:pt x="764952" y="418776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0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2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0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4" y="326334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803998" y="303045"/>
                  <a:pt x="828351" y="326334"/>
                  <a:pt x="850154" y="347579"/>
                </a:cubicBezTo>
                <a:cubicBezTo>
                  <a:pt x="873408" y="369660"/>
                  <a:pt x="894909" y="389998"/>
                  <a:pt x="937343" y="389998"/>
                </a:cubicBezTo>
                <a:cubicBezTo>
                  <a:pt x="980892" y="389998"/>
                  <a:pt x="1002368" y="369660"/>
                  <a:pt x="1025586" y="347579"/>
                </a:cubicBezTo>
                <a:cubicBezTo>
                  <a:pt x="1047357" y="326334"/>
                  <a:pt x="1071175" y="303045"/>
                  <a:pt x="1115684" y="300217"/>
                </a:cubicBezTo>
                <a:lnTo>
                  <a:pt x="1124860" y="299931"/>
                </a:lnTo>
                <a:lnTo>
                  <a:pt x="1134151" y="300217"/>
                </a:lnTo>
                <a:cubicBezTo>
                  <a:pt x="1179136" y="303045"/>
                  <a:pt x="1202980" y="326334"/>
                  <a:pt x="1225295" y="347579"/>
                </a:cubicBezTo>
                <a:cubicBezTo>
                  <a:pt x="1248517" y="369660"/>
                  <a:pt x="1270006" y="389998"/>
                  <a:pt x="1312376" y="389998"/>
                </a:cubicBezTo>
                <a:cubicBezTo>
                  <a:pt x="1355923" y="389998"/>
                  <a:pt x="1377398" y="369660"/>
                  <a:pt x="1400620" y="347579"/>
                </a:cubicBezTo>
                <a:cubicBezTo>
                  <a:pt x="1422391" y="326334"/>
                  <a:pt x="1446206" y="303045"/>
                  <a:pt x="1490714" y="300217"/>
                </a:cubicBezTo>
                <a:lnTo>
                  <a:pt x="1499902" y="299931"/>
                </a:lnTo>
                <a:lnTo>
                  <a:pt x="1509200" y="300217"/>
                </a:lnTo>
                <a:cubicBezTo>
                  <a:pt x="1554240" y="303045"/>
                  <a:pt x="1578118" y="326334"/>
                  <a:pt x="1600457" y="347579"/>
                </a:cubicBezTo>
                <a:cubicBezTo>
                  <a:pt x="1620811" y="366900"/>
                  <a:pt x="1639813" y="384886"/>
                  <a:pt x="1672675" y="389081"/>
                </a:cubicBezTo>
                <a:lnTo>
                  <a:pt x="1687656" y="389998"/>
                </a:lnTo>
                <a:lnTo>
                  <a:pt x="1702991" y="389081"/>
                </a:lnTo>
                <a:lnTo>
                  <a:pt x="1734579" y="377586"/>
                </a:lnTo>
                <a:lnTo>
                  <a:pt x="1734579" y="398602"/>
                </a:lnTo>
                <a:lnTo>
                  <a:pt x="1727021" y="402120"/>
                </a:lnTo>
                <a:cubicBezTo>
                  <a:pt x="1718110" y="405033"/>
                  <a:pt x="1708183" y="407018"/>
                  <a:pt x="1696936" y="407725"/>
                </a:cubicBezTo>
                <a:lnTo>
                  <a:pt x="1687656" y="408012"/>
                </a:lnTo>
                <a:lnTo>
                  <a:pt x="1678456" y="407725"/>
                </a:lnTo>
                <a:cubicBezTo>
                  <a:pt x="1633890" y="404897"/>
                  <a:pt x="1610048" y="381609"/>
                  <a:pt x="1588259" y="360363"/>
                </a:cubicBezTo>
                <a:cubicBezTo>
                  <a:pt x="1567905" y="341042"/>
                  <a:pt x="1548904" y="323056"/>
                  <a:pt x="1515254" y="318861"/>
                </a:cubicBezTo>
                <a:lnTo>
                  <a:pt x="1499902" y="317944"/>
                </a:lnTo>
                <a:lnTo>
                  <a:pt x="1484938" y="318861"/>
                </a:lnTo>
                <a:cubicBezTo>
                  <a:pt x="1452116" y="323056"/>
                  <a:pt x="1433131" y="341042"/>
                  <a:pt x="1412811" y="360363"/>
                </a:cubicBezTo>
                <a:cubicBezTo>
                  <a:pt x="1389009" y="383025"/>
                  <a:pt x="1363465" y="408012"/>
                  <a:pt x="1312376" y="408012"/>
                </a:cubicBezTo>
                <a:cubicBezTo>
                  <a:pt x="1261869" y="408012"/>
                  <a:pt x="1236325" y="383025"/>
                  <a:pt x="1213103" y="360363"/>
                </a:cubicBezTo>
                <a:cubicBezTo>
                  <a:pt x="1192784" y="341042"/>
                  <a:pt x="1173800" y="323056"/>
                  <a:pt x="1140202" y="318861"/>
                </a:cubicBezTo>
                <a:lnTo>
                  <a:pt x="1124860" y="317944"/>
                </a:lnTo>
                <a:lnTo>
                  <a:pt x="1109907" y="318861"/>
                </a:lnTo>
                <a:cubicBezTo>
                  <a:pt x="1077083" y="323056"/>
                  <a:pt x="1058099" y="341042"/>
                  <a:pt x="1037780" y="360363"/>
                </a:cubicBezTo>
                <a:cubicBezTo>
                  <a:pt x="1014563" y="383025"/>
                  <a:pt x="988431" y="408012"/>
                  <a:pt x="937343" y="408012"/>
                </a:cubicBezTo>
                <a:cubicBezTo>
                  <a:pt x="887352" y="408012"/>
                  <a:pt x="861195" y="383025"/>
                  <a:pt x="837942" y="360363"/>
                </a:cubicBezTo>
                <a:cubicBezTo>
                  <a:pt x="817603" y="341042"/>
                  <a:pt x="798587" y="323056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0" y="341042"/>
                  <a:pt x="662511" y="360363"/>
                </a:cubicBezTo>
                <a:cubicBezTo>
                  <a:pt x="639282" y="383025"/>
                  <a:pt x="613157" y="408012"/>
                  <a:pt x="562069" y="408012"/>
                </a:cubicBezTo>
                <a:cubicBezTo>
                  <a:pt x="512115" y="408012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2"/>
                  <a:pt x="187517" y="408012"/>
                </a:cubicBezTo>
                <a:cubicBezTo>
                  <a:pt x="137009" y="408012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5"/>
                  <a:pt x="187517" y="289885"/>
                </a:cubicBezTo>
                <a:cubicBezTo>
                  <a:pt x="230477" y="289885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0" y="247521"/>
                </a:cubicBezTo>
                <a:cubicBezTo>
                  <a:pt x="498175" y="270154"/>
                  <a:pt x="519667" y="289885"/>
                  <a:pt x="562069" y="289885"/>
                </a:cubicBezTo>
                <a:cubicBezTo>
                  <a:pt x="605610" y="289885"/>
                  <a:pt x="627090" y="270154"/>
                  <a:pt x="650315" y="247521"/>
                </a:cubicBezTo>
                <a:cubicBezTo>
                  <a:pt x="672084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803998" y="203623"/>
                  <a:pt x="828351" y="226847"/>
                  <a:pt x="850154" y="247521"/>
                </a:cubicBezTo>
                <a:cubicBezTo>
                  <a:pt x="873408" y="270154"/>
                  <a:pt x="894909" y="289885"/>
                  <a:pt x="937343" y="289885"/>
                </a:cubicBezTo>
                <a:cubicBezTo>
                  <a:pt x="980892" y="289885"/>
                  <a:pt x="1002368" y="270154"/>
                  <a:pt x="1025586" y="247521"/>
                </a:cubicBezTo>
                <a:cubicBezTo>
                  <a:pt x="1047357" y="226847"/>
                  <a:pt x="1071175" y="203623"/>
                  <a:pt x="1115684" y="200801"/>
                </a:cubicBezTo>
                <a:lnTo>
                  <a:pt x="1124860" y="200515"/>
                </a:lnTo>
                <a:lnTo>
                  <a:pt x="1134151" y="200801"/>
                </a:lnTo>
                <a:cubicBezTo>
                  <a:pt x="1179136" y="203623"/>
                  <a:pt x="1202980" y="226847"/>
                  <a:pt x="1225295" y="247521"/>
                </a:cubicBezTo>
                <a:cubicBezTo>
                  <a:pt x="1248517" y="270154"/>
                  <a:pt x="1270006" y="289885"/>
                  <a:pt x="1312376" y="289885"/>
                </a:cubicBezTo>
                <a:cubicBezTo>
                  <a:pt x="1355923" y="289885"/>
                  <a:pt x="1377398" y="270154"/>
                  <a:pt x="1400620" y="247521"/>
                </a:cubicBezTo>
                <a:cubicBezTo>
                  <a:pt x="1422391" y="226847"/>
                  <a:pt x="1446206" y="203623"/>
                  <a:pt x="1490714" y="200801"/>
                </a:cubicBezTo>
                <a:lnTo>
                  <a:pt x="1499902" y="200515"/>
                </a:lnTo>
                <a:lnTo>
                  <a:pt x="1509200" y="200801"/>
                </a:lnTo>
                <a:cubicBezTo>
                  <a:pt x="1554240" y="203623"/>
                  <a:pt x="1578118" y="226847"/>
                  <a:pt x="1600457" y="247521"/>
                </a:cubicBezTo>
                <a:cubicBezTo>
                  <a:pt x="1620811" y="267325"/>
                  <a:pt x="1639813" y="284906"/>
                  <a:pt x="1672675" y="288992"/>
                </a:cubicBezTo>
                <a:lnTo>
                  <a:pt x="1687656" y="289885"/>
                </a:lnTo>
                <a:lnTo>
                  <a:pt x="1702991" y="288992"/>
                </a:lnTo>
                <a:lnTo>
                  <a:pt x="1734579" y="277678"/>
                </a:lnTo>
                <a:lnTo>
                  <a:pt x="1734579" y="296151"/>
                </a:lnTo>
                <a:lnTo>
                  <a:pt x="1696936" y="307595"/>
                </a:lnTo>
                <a:lnTo>
                  <a:pt x="1687656" y="307874"/>
                </a:lnTo>
                <a:lnTo>
                  <a:pt x="1678456" y="307595"/>
                </a:lnTo>
                <a:cubicBezTo>
                  <a:pt x="1633890" y="304834"/>
                  <a:pt x="1610048" y="282086"/>
                  <a:pt x="1588259" y="260868"/>
                </a:cubicBezTo>
                <a:cubicBezTo>
                  <a:pt x="1567905" y="241065"/>
                  <a:pt x="1548904" y="223483"/>
                  <a:pt x="1515254" y="219397"/>
                </a:cubicBezTo>
                <a:lnTo>
                  <a:pt x="1499902" y="218505"/>
                </a:lnTo>
                <a:lnTo>
                  <a:pt x="1484938" y="219397"/>
                </a:lnTo>
                <a:cubicBezTo>
                  <a:pt x="1452116" y="223483"/>
                  <a:pt x="1433131" y="241065"/>
                  <a:pt x="1412811" y="260868"/>
                </a:cubicBezTo>
                <a:cubicBezTo>
                  <a:pt x="1389009" y="283501"/>
                  <a:pt x="1363465" y="307874"/>
                  <a:pt x="1312376" y="307874"/>
                </a:cubicBezTo>
                <a:cubicBezTo>
                  <a:pt x="1261869" y="307874"/>
                  <a:pt x="1236325" y="283501"/>
                  <a:pt x="1213103" y="260868"/>
                </a:cubicBezTo>
                <a:cubicBezTo>
                  <a:pt x="1192784" y="241065"/>
                  <a:pt x="1173800" y="223483"/>
                  <a:pt x="1140202" y="219397"/>
                </a:cubicBezTo>
                <a:lnTo>
                  <a:pt x="1124860" y="218505"/>
                </a:lnTo>
                <a:lnTo>
                  <a:pt x="1109907" y="219397"/>
                </a:lnTo>
                <a:cubicBezTo>
                  <a:pt x="1077083" y="223483"/>
                  <a:pt x="1058099" y="241065"/>
                  <a:pt x="1037780" y="260868"/>
                </a:cubicBezTo>
                <a:cubicBezTo>
                  <a:pt x="1014563" y="283501"/>
                  <a:pt x="988431" y="307874"/>
                  <a:pt x="937343" y="307874"/>
                </a:cubicBezTo>
                <a:cubicBezTo>
                  <a:pt x="887352" y="307874"/>
                  <a:pt x="861195" y="283501"/>
                  <a:pt x="837942" y="260868"/>
                </a:cubicBezTo>
                <a:cubicBezTo>
                  <a:pt x="817603" y="241065"/>
                  <a:pt x="798587" y="223483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3"/>
                  <a:pt x="682830" y="241065"/>
                  <a:pt x="662511" y="260868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8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8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8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0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4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7"/>
                </a:lnTo>
                <a:cubicBezTo>
                  <a:pt x="803998" y="102944"/>
                  <a:pt x="828351" y="125742"/>
                  <a:pt x="850154" y="147008"/>
                </a:cubicBezTo>
                <a:cubicBezTo>
                  <a:pt x="873408" y="169691"/>
                  <a:pt x="894909" y="189466"/>
                  <a:pt x="937343" y="189466"/>
                </a:cubicBezTo>
                <a:cubicBezTo>
                  <a:pt x="980892" y="189466"/>
                  <a:pt x="1002368" y="169691"/>
                  <a:pt x="1025586" y="147008"/>
                </a:cubicBezTo>
                <a:cubicBezTo>
                  <a:pt x="1047357" y="126288"/>
                  <a:pt x="1071175" y="103012"/>
                  <a:pt x="1115684" y="100183"/>
                </a:cubicBezTo>
                <a:lnTo>
                  <a:pt x="1124860" y="99897"/>
                </a:lnTo>
                <a:lnTo>
                  <a:pt x="1134151" y="100177"/>
                </a:lnTo>
                <a:cubicBezTo>
                  <a:pt x="1179136" y="102944"/>
                  <a:pt x="1202980" y="125742"/>
                  <a:pt x="1225295" y="147008"/>
                </a:cubicBezTo>
                <a:cubicBezTo>
                  <a:pt x="1248517" y="169691"/>
                  <a:pt x="1270006" y="189466"/>
                  <a:pt x="1312376" y="189466"/>
                </a:cubicBezTo>
                <a:cubicBezTo>
                  <a:pt x="1355923" y="189466"/>
                  <a:pt x="1377398" y="169691"/>
                  <a:pt x="1400620" y="147008"/>
                </a:cubicBezTo>
                <a:cubicBezTo>
                  <a:pt x="1422391" y="126288"/>
                  <a:pt x="1446206" y="103012"/>
                  <a:pt x="1490714" y="100183"/>
                </a:cubicBezTo>
                <a:lnTo>
                  <a:pt x="1499902" y="99897"/>
                </a:lnTo>
                <a:lnTo>
                  <a:pt x="1509200" y="100177"/>
                </a:lnTo>
                <a:cubicBezTo>
                  <a:pt x="1554240" y="102944"/>
                  <a:pt x="1578118" y="125742"/>
                  <a:pt x="1600457" y="147008"/>
                </a:cubicBezTo>
                <a:cubicBezTo>
                  <a:pt x="1620811" y="166856"/>
                  <a:pt x="1639813" y="184477"/>
                  <a:pt x="1672675" y="188572"/>
                </a:cubicBezTo>
                <a:lnTo>
                  <a:pt x="1687656" y="189466"/>
                </a:lnTo>
                <a:lnTo>
                  <a:pt x="1702991" y="188572"/>
                </a:lnTo>
                <a:lnTo>
                  <a:pt x="1734579" y="177232"/>
                </a:lnTo>
                <a:lnTo>
                  <a:pt x="1734579" y="198262"/>
                </a:lnTo>
                <a:lnTo>
                  <a:pt x="1727021" y="201722"/>
                </a:lnTo>
                <a:cubicBezTo>
                  <a:pt x="1718110" y="204581"/>
                  <a:pt x="1708183" y="206525"/>
                  <a:pt x="1696936" y="207216"/>
                </a:cubicBezTo>
                <a:lnTo>
                  <a:pt x="1687656" y="207496"/>
                </a:lnTo>
                <a:lnTo>
                  <a:pt x="1678456" y="207216"/>
                </a:lnTo>
                <a:cubicBezTo>
                  <a:pt x="1633890" y="204450"/>
                  <a:pt x="1610048" y="181651"/>
                  <a:pt x="1588259" y="160385"/>
                </a:cubicBezTo>
                <a:cubicBezTo>
                  <a:pt x="1567905" y="140537"/>
                  <a:pt x="1548904" y="122916"/>
                  <a:pt x="1515254" y="118821"/>
                </a:cubicBezTo>
                <a:lnTo>
                  <a:pt x="1499902" y="117927"/>
                </a:lnTo>
                <a:lnTo>
                  <a:pt x="1484938" y="118821"/>
                </a:lnTo>
                <a:cubicBezTo>
                  <a:pt x="1452116" y="122916"/>
                  <a:pt x="1433131" y="140537"/>
                  <a:pt x="1412811" y="160385"/>
                </a:cubicBezTo>
                <a:cubicBezTo>
                  <a:pt x="1389009" y="183068"/>
                  <a:pt x="1363465" y="207496"/>
                  <a:pt x="1312376" y="207496"/>
                </a:cubicBezTo>
                <a:cubicBezTo>
                  <a:pt x="1261869" y="207496"/>
                  <a:pt x="1236325" y="183068"/>
                  <a:pt x="1213103" y="160385"/>
                </a:cubicBezTo>
                <a:cubicBezTo>
                  <a:pt x="1192784" y="140537"/>
                  <a:pt x="1173800" y="122916"/>
                  <a:pt x="1140202" y="118821"/>
                </a:cubicBezTo>
                <a:lnTo>
                  <a:pt x="1124860" y="117927"/>
                </a:lnTo>
                <a:lnTo>
                  <a:pt x="1109907" y="118821"/>
                </a:lnTo>
                <a:cubicBezTo>
                  <a:pt x="1077083" y="122916"/>
                  <a:pt x="1058099" y="140537"/>
                  <a:pt x="1037780" y="160385"/>
                </a:cubicBezTo>
                <a:cubicBezTo>
                  <a:pt x="1014563" y="183068"/>
                  <a:pt x="988431" y="207496"/>
                  <a:pt x="937343" y="207496"/>
                </a:cubicBezTo>
                <a:cubicBezTo>
                  <a:pt x="887352" y="207496"/>
                  <a:pt x="861195" y="183068"/>
                  <a:pt x="837942" y="160385"/>
                </a:cubicBezTo>
                <a:cubicBezTo>
                  <a:pt x="817603" y="140537"/>
                  <a:pt x="798587" y="122916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0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7"/>
                  <a:pt x="99855" y="47649"/>
                </a:cubicBezTo>
                <a:cubicBezTo>
                  <a:pt x="123076" y="69730"/>
                  <a:pt x="144556" y="90067"/>
                  <a:pt x="187517" y="90067"/>
                </a:cubicBezTo>
                <a:cubicBezTo>
                  <a:pt x="230477" y="90067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0" y="47649"/>
                </a:cubicBezTo>
                <a:cubicBezTo>
                  <a:pt x="498175" y="69730"/>
                  <a:pt x="519667" y="90067"/>
                  <a:pt x="562069" y="90067"/>
                </a:cubicBezTo>
                <a:cubicBezTo>
                  <a:pt x="605610" y="90067"/>
                  <a:pt x="627090" y="69730"/>
                  <a:pt x="650315" y="47649"/>
                </a:cubicBezTo>
                <a:cubicBezTo>
                  <a:pt x="672084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800740" y="0"/>
                  <a:pt x="826901" y="24987"/>
                  <a:pt x="850154" y="47649"/>
                </a:cubicBezTo>
                <a:cubicBezTo>
                  <a:pt x="873408" y="69730"/>
                  <a:pt x="894909" y="90067"/>
                  <a:pt x="937343" y="90067"/>
                </a:cubicBezTo>
                <a:cubicBezTo>
                  <a:pt x="980892" y="90067"/>
                  <a:pt x="1002368" y="69730"/>
                  <a:pt x="1025586" y="47649"/>
                </a:cubicBezTo>
                <a:cubicBezTo>
                  <a:pt x="1047357" y="26403"/>
                  <a:pt x="1071175" y="3114"/>
                  <a:pt x="1115684" y="286"/>
                </a:cubicBezTo>
                <a:lnTo>
                  <a:pt x="1124860" y="0"/>
                </a:lnTo>
                <a:cubicBezTo>
                  <a:pt x="1175948" y="0"/>
                  <a:pt x="1201492" y="24987"/>
                  <a:pt x="1225295" y="47649"/>
                </a:cubicBezTo>
                <a:cubicBezTo>
                  <a:pt x="1248517" y="69730"/>
                  <a:pt x="1270006" y="90067"/>
                  <a:pt x="1312376" y="90067"/>
                </a:cubicBezTo>
                <a:cubicBezTo>
                  <a:pt x="1355923" y="90067"/>
                  <a:pt x="1377398" y="69730"/>
                  <a:pt x="1400620" y="47649"/>
                </a:cubicBezTo>
                <a:cubicBezTo>
                  <a:pt x="1422391" y="26403"/>
                  <a:pt x="1446206" y="3114"/>
                  <a:pt x="1490714" y="286"/>
                </a:cubicBezTo>
                <a:lnTo>
                  <a:pt x="1499902" y="0"/>
                </a:lnTo>
                <a:cubicBezTo>
                  <a:pt x="1551049" y="0"/>
                  <a:pt x="1576632" y="24987"/>
                  <a:pt x="1600457" y="47649"/>
                </a:cubicBezTo>
                <a:cubicBezTo>
                  <a:pt x="1620811" y="66970"/>
                  <a:pt x="1639813" y="84956"/>
                  <a:pt x="1672675" y="89151"/>
                </a:cubicBezTo>
                <a:lnTo>
                  <a:pt x="1687656" y="90067"/>
                </a:lnTo>
                <a:lnTo>
                  <a:pt x="1702991" y="89151"/>
                </a:lnTo>
                <a:lnTo>
                  <a:pt x="1734579" y="77655"/>
                </a:lnTo>
                <a:lnTo>
                  <a:pt x="1734579" y="98671"/>
                </a:lnTo>
                <a:lnTo>
                  <a:pt x="1727021" y="102189"/>
                </a:lnTo>
                <a:cubicBezTo>
                  <a:pt x="1718110" y="105102"/>
                  <a:pt x="1708183" y="107088"/>
                  <a:pt x="1696936" y="107795"/>
                </a:cubicBezTo>
                <a:lnTo>
                  <a:pt x="1687656" y="108081"/>
                </a:lnTo>
                <a:lnTo>
                  <a:pt x="1678456" y="107795"/>
                </a:lnTo>
                <a:cubicBezTo>
                  <a:pt x="1633890" y="104967"/>
                  <a:pt x="1610048" y="81678"/>
                  <a:pt x="1588259" y="60433"/>
                </a:cubicBezTo>
                <a:cubicBezTo>
                  <a:pt x="1567905" y="41112"/>
                  <a:pt x="1548904" y="23125"/>
                  <a:pt x="1515254" y="18931"/>
                </a:cubicBezTo>
                <a:lnTo>
                  <a:pt x="1499902" y="18014"/>
                </a:lnTo>
                <a:lnTo>
                  <a:pt x="1484938" y="18931"/>
                </a:lnTo>
                <a:cubicBezTo>
                  <a:pt x="1452116" y="23125"/>
                  <a:pt x="1433131" y="41112"/>
                  <a:pt x="1412811" y="60433"/>
                </a:cubicBezTo>
                <a:cubicBezTo>
                  <a:pt x="1389009" y="83095"/>
                  <a:pt x="1363465" y="108081"/>
                  <a:pt x="1312376" y="108081"/>
                </a:cubicBezTo>
                <a:cubicBezTo>
                  <a:pt x="1261869" y="108081"/>
                  <a:pt x="1236325" y="83095"/>
                  <a:pt x="1213103" y="60433"/>
                </a:cubicBezTo>
                <a:cubicBezTo>
                  <a:pt x="1192784" y="41112"/>
                  <a:pt x="1173800" y="23125"/>
                  <a:pt x="1140202" y="18931"/>
                </a:cubicBezTo>
                <a:lnTo>
                  <a:pt x="1124860" y="18014"/>
                </a:lnTo>
                <a:lnTo>
                  <a:pt x="1109907" y="18931"/>
                </a:lnTo>
                <a:cubicBezTo>
                  <a:pt x="1077083" y="23125"/>
                  <a:pt x="1058099" y="41112"/>
                  <a:pt x="1037780" y="60433"/>
                </a:cubicBezTo>
                <a:cubicBezTo>
                  <a:pt x="1014563" y="83095"/>
                  <a:pt x="988431" y="108081"/>
                  <a:pt x="937343" y="108081"/>
                </a:cubicBezTo>
                <a:cubicBezTo>
                  <a:pt x="887352" y="108081"/>
                  <a:pt x="861195" y="83095"/>
                  <a:pt x="837942" y="60433"/>
                </a:cubicBezTo>
                <a:cubicBezTo>
                  <a:pt x="817603" y="41112"/>
                  <a:pt x="798587" y="23125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0" y="41112"/>
                  <a:pt x="662511" y="60433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3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3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09" y="108081"/>
                  <a:pt x="111465" y="83095"/>
                  <a:pt x="87663" y="60433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286492F3-BC51-4D6A-B601-07BC0AE00B3A}"/>
              </a:ext>
            </a:extLst>
          </p:cNvPr>
          <p:cNvSpPr>
            <a:spLocks/>
          </p:cNvSpPr>
          <p:nvPr userDrawn="1"/>
        </p:nvSpPr>
        <p:spPr bwMode="auto">
          <a:xfrm>
            <a:off x="10457421" y="10434"/>
            <a:ext cx="1734579" cy="1708593"/>
          </a:xfrm>
          <a:custGeom>
            <a:avLst/>
            <a:gdLst>
              <a:gd name="connsiteX0" fmla="*/ 0 w 1734579"/>
              <a:gd name="connsiteY0" fmla="*/ 1600512 h 1708593"/>
              <a:gd name="connsiteX1" fmla="*/ 99855 w 1734579"/>
              <a:gd name="connsiteY1" fmla="*/ 1648161 h 1708593"/>
              <a:gd name="connsiteX2" fmla="*/ 187517 w 1734579"/>
              <a:gd name="connsiteY2" fmla="*/ 1690580 h 1708593"/>
              <a:gd name="connsiteX3" fmla="*/ 275179 w 1734579"/>
              <a:gd name="connsiteY3" fmla="*/ 1648161 h 1708593"/>
              <a:gd name="connsiteX4" fmla="*/ 375034 w 1734579"/>
              <a:gd name="connsiteY4" fmla="*/ 1600512 h 1708593"/>
              <a:gd name="connsiteX5" fmla="*/ 474940 w 1734579"/>
              <a:gd name="connsiteY5" fmla="*/ 1648161 h 1708593"/>
              <a:gd name="connsiteX6" fmla="*/ 562069 w 1734579"/>
              <a:gd name="connsiteY6" fmla="*/ 1690580 h 1708593"/>
              <a:gd name="connsiteX7" fmla="*/ 650315 w 1734579"/>
              <a:gd name="connsiteY7" fmla="*/ 1648161 h 1708593"/>
              <a:gd name="connsiteX8" fmla="*/ 740506 w 1734579"/>
              <a:gd name="connsiteY8" fmla="*/ 1600798 h 1708593"/>
              <a:gd name="connsiteX9" fmla="*/ 749586 w 1734579"/>
              <a:gd name="connsiteY9" fmla="*/ 1600512 h 1708593"/>
              <a:gd name="connsiteX10" fmla="*/ 758889 w 1734579"/>
              <a:gd name="connsiteY10" fmla="*/ 1600798 h 1708593"/>
              <a:gd name="connsiteX11" fmla="*/ 850154 w 1734579"/>
              <a:gd name="connsiteY11" fmla="*/ 1648161 h 1708593"/>
              <a:gd name="connsiteX12" fmla="*/ 937343 w 1734579"/>
              <a:gd name="connsiteY12" fmla="*/ 1690580 h 1708593"/>
              <a:gd name="connsiteX13" fmla="*/ 1025586 w 1734579"/>
              <a:gd name="connsiteY13" fmla="*/ 1648161 h 1708593"/>
              <a:gd name="connsiteX14" fmla="*/ 1115684 w 1734579"/>
              <a:gd name="connsiteY14" fmla="*/ 1600798 h 1708593"/>
              <a:gd name="connsiteX15" fmla="*/ 1124860 w 1734579"/>
              <a:gd name="connsiteY15" fmla="*/ 1600512 h 1708593"/>
              <a:gd name="connsiteX16" fmla="*/ 1134151 w 1734579"/>
              <a:gd name="connsiteY16" fmla="*/ 1600798 h 1708593"/>
              <a:gd name="connsiteX17" fmla="*/ 1225295 w 1734579"/>
              <a:gd name="connsiteY17" fmla="*/ 1648161 h 1708593"/>
              <a:gd name="connsiteX18" fmla="*/ 1312376 w 1734579"/>
              <a:gd name="connsiteY18" fmla="*/ 1690580 h 1708593"/>
              <a:gd name="connsiteX19" fmla="*/ 1400620 w 1734579"/>
              <a:gd name="connsiteY19" fmla="*/ 1648161 h 1708593"/>
              <a:gd name="connsiteX20" fmla="*/ 1490714 w 1734579"/>
              <a:gd name="connsiteY20" fmla="*/ 1600798 h 1708593"/>
              <a:gd name="connsiteX21" fmla="*/ 1499902 w 1734579"/>
              <a:gd name="connsiteY21" fmla="*/ 1600512 h 1708593"/>
              <a:gd name="connsiteX22" fmla="*/ 1509200 w 1734579"/>
              <a:gd name="connsiteY22" fmla="*/ 1600798 h 1708593"/>
              <a:gd name="connsiteX23" fmla="*/ 1600457 w 1734579"/>
              <a:gd name="connsiteY23" fmla="*/ 1648161 h 1708593"/>
              <a:gd name="connsiteX24" fmla="*/ 1672675 w 1734579"/>
              <a:gd name="connsiteY24" fmla="*/ 1689663 h 1708593"/>
              <a:gd name="connsiteX25" fmla="*/ 1687656 w 1734579"/>
              <a:gd name="connsiteY25" fmla="*/ 1690580 h 1708593"/>
              <a:gd name="connsiteX26" fmla="*/ 1702991 w 1734579"/>
              <a:gd name="connsiteY26" fmla="*/ 1689663 h 1708593"/>
              <a:gd name="connsiteX27" fmla="*/ 1734579 w 1734579"/>
              <a:gd name="connsiteY27" fmla="*/ 1678167 h 1708593"/>
              <a:gd name="connsiteX28" fmla="*/ 1734579 w 1734579"/>
              <a:gd name="connsiteY28" fmla="*/ 1699183 h 1708593"/>
              <a:gd name="connsiteX29" fmla="*/ 1727021 w 1734579"/>
              <a:gd name="connsiteY29" fmla="*/ 1702701 h 1708593"/>
              <a:gd name="connsiteX30" fmla="*/ 1696936 w 1734579"/>
              <a:gd name="connsiteY30" fmla="*/ 1708307 h 1708593"/>
              <a:gd name="connsiteX31" fmla="*/ 1687656 w 1734579"/>
              <a:gd name="connsiteY31" fmla="*/ 1708593 h 1708593"/>
              <a:gd name="connsiteX32" fmla="*/ 1678456 w 1734579"/>
              <a:gd name="connsiteY32" fmla="*/ 1708307 h 1708593"/>
              <a:gd name="connsiteX33" fmla="*/ 1588259 w 1734579"/>
              <a:gd name="connsiteY33" fmla="*/ 1660945 h 1708593"/>
              <a:gd name="connsiteX34" fmla="*/ 1515254 w 1734579"/>
              <a:gd name="connsiteY34" fmla="*/ 1619443 h 1708593"/>
              <a:gd name="connsiteX35" fmla="*/ 1499902 w 1734579"/>
              <a:gd name="connsiteY35" fmla="*/ 1618526 h 1708593"/>
              <a:gd name="connsiteX36" fmla="*/ 1484938 w 1734579"/>
              <a:gd name="connsiteY36" fmla="*/ 1619443 h 1708593"/>
              <a:gd name="connsiteX37" fmla="*/ 1412811 w 1734579"/>
              <a:gd name="connsiteY37" fmla="*/ 1660945 h 1708593"/>
              <a:gd name="connsiteX38" fmla="*/ 1312376 w 1734579"/>
              <a:gd name="connsiteY38" fmla="*/ 1708593 h 1708593"/>
              <a:gd name="connsiteX39" fmla="*/ 1213103 w 1734579"/>
              <a:gd name="connsiteY39" fmla="*/ 1660945 h 1708593"/>
              <a:gd name="connsiteX40" fmla="*/ 1140202 w 1734579"/>
              <a:gd name="connsiteY40" fmla="*/ 1619443 h 1708593"/>
              <a:gd name="connsiteX41" fmla="*/ 1124860 w 1734579"/>
              <a:gd name="connsiteY41" fmla="*/ 1618526 h 1708593"/>
              <a:gd name="connsiteX42" fmla="*/ 1109907 w 1734579"/>
              <a:gd name="connsiteY42" fmla="*/ 1619443 h 1708593"/>
              <a:gd name="connsiteX43" fmla="*/ 1037780 w 1734579"/>
              <a:gd name="connsiteY43" fmla="*/ 1660945 h 1708593"/>
              <a:gd name="connsiteX44" fmla="*/ 937343 w 1734579"/>
              <a:gd name="connsiteY44" fmla="*/ 1708593 h 1708593"/>
              <a:gd name="connsiteX45" fmla="*/ 837942 w 1734579"/>
              <a:gd name="connsiteY45" fmla="*/ 1660945 h 1708593"/>
              <a:gd name="connsiteX46" fmla="*/ 764952 w 1734579"/>
              <a:gd name="connsiteY46" fmla="*/ 1619443 h 1708593"/>
              <a:gd name="connsiteX47" fmla="*/ 749586 w 1734579"/>
              <a:gd name="connsiteY47" fmla="*/ 1618526 h 1708593"/>
              <a:gd name="connsiteX48" fmla="*/ 734638 w 1734579"/>
              <a:gd name="connsiteY48" fmla="*/ 1619443 h 1708593"/>
              <a:gd name="connsiteX49" fmla="*/ 662511 w 1734579"/>
              <a:gd name="connsiteY49" fmla="*/ 1660945 h 1708593"/>
              <a:gd name="connsiteX50" fmla="*/ 562069 w 1734579"/>
              <a:gd name="connsiteY50" fmla="*/ 1708593 h 1708593"/>
              <a:gd name="connsiteX51" fmla="*/ 462743 w 1734579"/>
              <a:gd name="connsiteY51" fmla="*/ 1660945 h 1708593"/>
              <a:gd name="connsiteX52" fmla="*/ 375034 w 1734579"/>
              <a:gd name="connsiteY52" fmla="*/ 1618526 h 1708593"/>
              <a:gd name="connsiteX53" fmla="*/ 287371 w 1734579"/>
              <a:gd name="connsiteY53" fmla="*/ 1660945 h 1708593"/>
              <a:gd name="connsiteX54" fmla="*/ 187517 w 1734579"/>
              <a:gd name="connsiteY54" fmla="*/ 1708593 h 1708593"/>
              <a:gd name="connsiteX55" fmla="*/ 87663 w 1734579"/>
              <a:gd name="connsiteY55" fmla="*/ 1660945 h 1708593"/>
              <a:gd name="connsiteX56" fmla="*/ 0 w 1734579"/>
              <a:gd name="connsiteY56" fmla="*/ 1618526 h 1708593"/>
              <a:gd name="connsiteX57" fmla="*/ 0 w 1734579"/>
              <a:gd name="connsiteY57" fmla="*/ 1501097 h 1708593"/>
              <a:gd name="connsiteX58" fmla="*/ 99855 w 1734579"/>
              <a:gd name="connsiteY58" fmla="*/ 1548208 h 1708593"/>
              <a:gd name="connsiteX59" fmla="*/ 187517 w 1734579"/>
              <a:gd name="connsiteY59" fmla="*/ 1590666 h 1708593"/>
              <a:gd name="connsiteX60" fmla="*/ 275179 w 1734579"/>
              <a:gd name="connsiteY60" fmla="*/ 1548208 h 1708593"/>
              <a:gd name="connsiteX61" fmla="*/ 375034 w 1734579"/>
              <a:gd name="connsiteY61" fmla="*/ 1501097 h 1708593"/>
              <a:gd name="connsiteX62" fmla="*/ 474940 w 1734579"/>
              <a:gd name="connsiteY62" fmla="*/ 1548208 h 1708593"/>
              <a:gd name="connsiteX63" fmla="*/ 562069 w 1734579"/>
              <a:gd name="connsiteY63" fmla="*/ 1590666 h 1708593"/>
              <a:gd name="connsiteX64" fmla="*/ 650315 w 1734579"/>
              <a:gd name="connsiteY64" fmla="*/ 1548208 h 1708593"/>
              <a:gd name="connsiteX65" fmla="*/ 740506 w 1734579"/>
              <a:gd name="connsiteY65" fmla="*/ 1501377 h 1708593"/>
              <a:gd name="connsiteX66" fmla="*/ 749586 w 1734579"/>
              <a:gd name="connsiteY66" fmla="*/ 1501097 h 1708593"/>
              <a:gd name="connsiteX67" fmla="*/ 758889 w 1734579"/>
              <a:gd name="connsiteY67" fmla="*/ 1501377 h 1708593"/>
              <a:gd name="connsiteX68" fmla="*/ 850154 w 1734579"/>
              <a:gd name="connsiteY68" fmla="*/ 1548208 h 1708593"/>
              <a:gd name="connsiteX69" fmla="*/ 937343 w 1734579"/>
              <a:gd name="connsiteY69" fmla="*/ 1590666 h 1708593"/>
              <a:gd name="connsiteX70" fmla="*/ 1025586 w 1734579"/>
              <a:gd name="connsiteY70" fmla="*/ 1548208 h 1708593"/>
              <a:gd name="connsiteX71" fmla="*/ 1115684 w 1734579"/>
              <a:gd name="connsiteY71" fmla="*/ 1501377 h 1708593"/>
              <a:gd name="connsiteX72" fmla="*/ 1124860 w 1734579"/>
              <a:gd name="connsiteY72" fmla="*/ 1501097 h 1708593"/>
              <a:gd name="connsiteX73" fmla="*/ 1134151 w 1734579"/>
              <a:gd name="connsiteY73" fmla="*/ 1501377 h 1708593"/>
              <a:gd name="connsiteX74" fmla="*/ 1225295 w 1734579"/>
              <a:gd name="connsiteY74" fmla="*/ 1548208 h 1708593"/>
              <a:gd name="connsiteX75" fmla="*/ 1312376 w 1734579"/>
              <a:gd name="connsiteY75" fmla="*/ 1590666 h 1708593"/>
              <a:gd name="connsiteX76" fmla="*/ 1400620 w 1734579"/>
              <a:gd name="connsiteY76" fmla="*/ 1548208 h 1708593"/>
              <a:gd name="connsiteX77" fmla="*/ 1490714 w 1734579"/>
              <a:gd name="connsiteY77" fmla="*/ 1501377 h 1708593"/>
              <a:gd name="connsiteX78" fmla="*/ 1499902 w 1734579"/>
              <a:gd name="connsiteY78" fmla="*/ 1501097 h 1708593"/>
              <a:gd name="connsiteX79" fmla="*/ 1509200 w 1734579"/>
              <a:gd name="connsiteY79" fmla="*/ 1501377 h 1708593"/>
              <a:gd name="connsiteX80" fmla="*/ 1600457 w 1734579"/>
              <a:gd name="connsiteY80" fmla="*/ 1548208 h 1708593"/>
              <a:gd name="connsiteX81" fmla="*/ 1672675 w 1734579"/>
              <a:gd name="connsiteY81" fmla="*/ 1589772 h 1708593"/>
              <a:gd name="connsiteX82" fmla="*/ 1687656 w 1734579"/>
              <a:gd name="connsiteY82" fmla="*/ 1590666 h 1708593"/>
              <a:gd name="connsiteX83" fmla="*/ 1702991 w 1734579"/>
              <a:gd name="connsiteY83" fmla="*/ 1589748 h 1708593"/>
              <a:gd name="connsiteX84" fmla="*/ 1734579 w 1734579"/>
              <a:gd name="connsiteY84" fmla="*/ 1578243 h 1708593"/>
              <a:gd name="connsiteX85" fmla="*/ 1734579 w 1734579"/>
              <a:gd name="connsiteY85" fmla="*/ 1599278 h 1708593"/>
              <a:gd name="connsiteX86" fmla="*/ 1727021 w 1734579"/>
              <a:gd name="connsiteY86" fmla="*/ 1602799 h 1708593"/>
              <a:gd name="connsiteX87" fmla="*/ 1696936 w 1734579"/>
              <a:gd name="connsiteY87" fmla="*/ 1608410 h 1708593"/>
              <a:gd name="connsiteX88" fmla="*/ 1687656 w 1734579"/>
              <a:gd name="connsiteY88" fmla="*/ 1608697 h 1708593"/>
              <a:gd name="connsiteX89" fmla="*/ 1678456 w 1734579"/>
              <a:gd name="connsiteY89" fmla="*/ 1608410 h 1708593"/>
              <a:gd name="connsiteX90" fmla="*/ 1588259 w 1734579"/>
              <a:gd name="connsiteY90" fmla="*/ 1561004 h 1708593"/>
              <a:gd name="connsiteX91" fmla="*/ 1515254 w 1734579"/>
              <a:gd name="connsiteY91" fmla="*/ 1519464 h 1708593"/>
              <a:gd name="connsiteX92" fmla="*/ 1499902 w 1734579"/>
              <a:gd name="connsiteY92" fmla="*/ 1518546 h 1708593"/>
              <a:gd name="connsiteX93" fmla="*/ 1484938 w 1734579"/>
              <a:gd name="connsiteY93" fmla="*/ 1519464 h 1708593"/>
              <a:gd name="connsiteX94" fmla="*/ 1412811 w 1734579"/>
              <a:gd name="connsiteY94" fmla="*/ 1561004 h 1708593"/>
              <a:gd name="connsiteX95" fmla="*/ 1312376 w 1734579"/>
              <a:gd name="connsiteY95" fmla="*/ 1608697 h 1708593"/>
              <a:gd name="connsiteX96" fmla="*/ 1213103 w 1734579"/>
              <a:gd name="connsiteY96" fmla="*/ 1561004 h 1708593"/>
              <a:gd name="connsiteX97" fmla="*/ 1140202 w 1734579"/>
              <a:gd name="connsiteY97" fmla="*/ 1519464 h 1708593"/>
              <a:gd name="connsiteX98" fmla="*/ 1124860 w 1734579"/>
              <a:gd name="connsiteY98" fmla="*/ 1518546 h 1708593"/>
              <a:gd name="connsiteX99" fmla="*/ 1109907 w 1734579"/>
              <a:gd name="connsiteY99" fmla="*/ 1519464 h 1708593"/>
              <a:gd name="connsiteX100" fmla="*/ 1037780 w 1734579"/>
              <a:gd name="connsiteY100" fmla="*/ 1561004 h 1708593"/>
              <a:gd name="connsiteX101" fmla="*/ 937343 w 1734579"/>
              <a:gd name="connsiteY101" fmla="*/ 1608697 h 1708593"/>
              <a:gd name="connsiteX102" fmla="*/ 837942 w 1734579"/>
              <a:gd name="connsiteY102" fmla="*/ 1561004 h 1708593"/>
              <a:gd name="connsiteX103" fmla="*/ 764952 w 1734579"/>
              <a:gd name="connsiteY103" fmla="*/ 1519464 h 1708593"/>
              <a:gd name="connsiteX104" fmla="*/ 749586 w 1734579"/>
              <a:gd name="connsiteY104" fmla="*/ 1518546 h 1708593"/>
              <a:gd name="connsiteX105" fmla="*/ 734638 w 1734579"/>
              <a:gd name="connsiteY105" fmla="*/ 1519464 h 1708593"/>
              <a:gd name="connsiteX106" fmla="*/ 662511 w 1734579"/>
              <a:gd name="connsiteY106" fmla="*/ 1561004 h 1708593"/>
              <a:gd name="connsiteX107" fmla="*/ 562069 w 1734579"/>
              <a:gd name="connsiteY107" fmla="*/ 1608697 h 1708593"/>
              <a:gd name="connsiteX108" fmla="*/ 462743 w 1734579"/>
              <a:gd name="connsiteY108" fmla="*/ 1561004 h 1708593"/>
              <a:gd name="connsiteX109" fmla="*/ 375034 w 1734579"/>
              <a:gd name="connsiteY109" fmla="*/ 1518546 h 1708593"/>
              <a:gd name="connsiteX110" fmla="*/ 287371 w 1734579"/>
              <a:gd name="connsiteY110" fmla="*/ 1561004 h 1708593"/>
              <a:gd name="connsiteX111" fmla="*/ 187517 w 1734579"/>
              <a:gd name="connsiteY111" fmla="*/ 1608697 h 1708593"/>
              <a:gd name="connsiteX112" fmla="*/ 87663 w 1734579"/>
              <a:gd name="connsiteY112" fmla="*/ 1561004 h 1708593"/>
              <a:gd name="connsiteX113" fmla="*/ 0 w 1734579"/>
              <a:gd name="connsiteY113" fmla="*/ 1518546 h 1708593"/>
              <a:gd name="connsiteX114" fmla="*/ 0 w 1734579"/>
              <a:gd name="connsiteY114" fmla="*/ 1399997 h 1708593"/>
              <a:gd name="connsiteX115" fmla="*/ 99855 w 1734579"/>
              <a:gd name="connsiteY115" fmla="*/ 1447645 h 1708593"/>
              <a:gd name="connsiteX116" fmla="*/ 187517 w 1734579"/>
              <a:gd name="connsiteY116" fmla="*/ 1490065 h 1708593"/>
              <a:gd name="connsiteX117" fmla="*/ 275179 w 1734579"/>
              <a:gd name="connsiteY117" fmla="*/ 1447645 h 1708593"/>
              <a:gd name="connsiteX118" fmla="*/ 375034 w 1734579"/>
              <a:gd name="connsiteY118" fmla="*/ 1399997 h 1708593"/>
              <a:gd name="connsiteX119" fmla="*/ 474940 w 1734579"/>
              <a:gd name="connsiteY119" fmla="*/ 1447645 h 1708593"/>
              <a:gd name="connsiteX120" fmla="*/ 562069 w 1734579"/>
              <a:gd name="connsiteY120" fmla="*/ 1490065 h 1708593"/>
              <a:gd name="connsiteX121" fmla="*/ 650315 w 1734579"/>
              <a:gd name="connsiteY121" fmla="*/ 1447645 h 1708593"/>
              <a:gd name="connsiteX122" fmla="*/ 740506 w 1734579"/>
              <a:gd name="connsiteY122" fmla="*/ 1400283 h 1708593"/>
              <a:gd name="connsiteX123" fmla="*/ 749586 w 1734579"/>
              <a:gd name="connsiteY123" fmla="*/ 1399997 h 1708593"/>
              <a:gd name="connsiteX124" fmla="*/ 758889 w 1734579"/>
              <a:gd name="connsiteY124" fmla="*/ 1400283 h 1708593"/>
              <a:gd name="connsiteX125" fmla="*/ 850154 w 1734579"/>
              <a:gd name="connsiteY125" fmla="*/ 1447645 h 1708593"/>
              <a:gd name="connsiteX126" fmla="*/ 937343 w 1734579"/>
              <a:gd name="connsiteY126" fmla="*/ 1490065 h 1708593"/>
              <a:gd name="connsiteX127" fmla="*/ 1025586 w 1734579"/>
              <a:gd name="connsiteY127" fmla="*/ 1447645 h 1708593"/>
              <a:gd name="connsiteX128" fmla="*/ 1115684 w 1734579"/>
              <a:gd name="connsiteY128" fmla="*/ 1400283 h 1708593"/>
              <a:gd name="connsiteX129" fmla="*/ 1124860 w 1734579"/>
              <a:gd name="connsiteY129" fmla="*/ 1399997 h 1708593"/>
              <a:gd name="connsiteX130" fmla="*/ 1134151 w 1734579"/>
              <a:gd name="connsiteY130" fmla="*/ 1400283 h 1708593"/>
              <a:gd name="connsiteX131" fmla="*/ 1225295 w 1734579"/>
              <a:gd name="connsiteY131" fmla="*/ 1447645 h 1708593"/>
              <a:gd name="connsiteX132" fmla="*/ 1312376 w 1734579"/>
              <a:gd name="connsiteY132" fmla="*/ 1490065 h 1708593"/>
              <a:gd name="connsiteX133" fmla="*/ 1400620 w 1734579"/>
              <a:gd name="connsiteY133" fmla="*/ 1447645 h 1708593"/>
              <a:gd name="connsiteX134" fmla="*/ 1490714 w 1734579"/>
              <a:gd name="connsiteY134" fmla="*/ 1400283 h 1708593"/>
              <a:gd name="connsiteX135" fmla="*/ 1499902 w 1734579"/>
              <a:gd name="connsiteY135" fmla="*/ 1399997 h 1708593"/>
              <a:gd name="connsiteX136" fmla="*/ 1509200 w 1734579"/>
              <a:gd name="connsiteY136" fmla="*/ 1400283 h 1708593"/>
              <a:gd name="connsiteX137" fmla="*/ 1600457 w 1734579"/>
              <a:gd name="connsiteY137" fmla="*/ 1447645 h 1708593"/>
              <a:gd name="connsiteX138" fmla="*/ 1672675 w 1734579"/>
              <a:gd name="connsiteY138" fmla="*/ 1489147 h 1708593"/>
              <a:gd name="connsiteX139" fmla="*/ 1687656 w 1734579"/>
              <a:gd name="connsiteY139" fmla="*/ 1490065 h 1708593"/>
              <a:gd name="connsiteX140" fmla="*/ 1702991 w 1734579"/>
              <a:gd name="connsiteY140" fmla="*/ 1489147 h 1708593"/>
              <a:gd name="connsiteX141" fmla="*/ 1734579 w 1734579"/>
              <a:gd name="connsiteY141" fmla="*/ 1477652 h 1708593"/>
              <a:gd name="connsiteX142" fmla="*/ 1734579 w 1734579"/>
              <a:gd name="connsiteY142" fmla="*/ 1498668 h 1708593"/>
              <a:gd name="connsiteX143" fmla="*/ 1727021 w 1734579"/>
              <a:gd name="connsiteY143" fmla="*/ 1502186 h 1708593"/>
              <a:gd name="connsiteX144" fmla="*/ 1696936 w 1734579"/>
              <a:gd name="connsiteY144" fmla="*/ 1507792 h 1708593"/>
              <a:gd name="connsiteX145" fmla="*/ 1687656 w 1734579"/>
              <a:gd name="connsiteY145" fmla="*/ 1508078 h 1708593"/>
              <a:gd name="connsiteX146" fmla="*/ 1678456 w 1734579"/>
              <a:gd name="connsiteY146" fmla="*/ 1507792 h 1708593"/>
              <a:gd name="connsiteX147" fmla="*/ 1588259 w 1734579"/>
              <a:gd name="connsiteY147" fmla="*/ 1460429 h 1708593"/>
              <a:gd name="connsiteX148" fmla="*/ 1515254 w 1734579"/>
              <a:gd name="connsiteY148" fmla="*/ 1418928 h 1708593"/>
              <a:gd name="connsiteX149" fmla="*/ 1499902 w 1734579"/>
              <a:gd name="connsiteY149" fmla="*/ 1418010 h 1708593"/>
              <a:gd name="connsiteX150" fmla="*/ 1484938 w 1734579"/>
              <a:gd name="connsiteY150" fmla="*/ 1418928 h 1708593"/>
              <a:gd name="connsiteX151" fmla="*/ 1412811 w 1734579"/>
              <a:gd name="connsiteY151" fmla="*/ 1460429 h 1708593"/>
              <a:gd name="connsiteX152" fmla="*/ 1312376 w 1734579"/>
              <a:gd name="connsiteY152" fmla="*/ 1508078 h 1708593"/>
              <a:gd name="connsiteX153" fmla="*/ 1213103 w 1734579"/>
              <a:gd name="connsiteY153" fmla="*/ 1460429 h 1708593"/>
              <a:gd name="connsiteX154" fmla="*/ 1140202 w 1734579"/>
              <a:gd name="connsiteY154" fmla="*/ 1418928 h 1708593"/>
              <a:gd name="connsiteX155" fmla="*/ 1124860 w 1734579"/>
              <a:gd name="connsiteY155" fmla="*/ 1418010 h 1708593"/>
              <a:gd name="connsiteX156" fmla="*/ 1109907 w 1734579"/>
              <a:gd name="connsiteY156" fmla="*/ 1418928 h 1708593"/>
              <a:gd name="connsiteX157" fmla="*/ 1037780 w 1734579"/>
              <a:gd name="connsiteY157" fmla="*/ 1460429 h 1708593"/>
              <a:gd name="connsiteX158" fmla="*/ 937343 w 1734579"/>
              <a:gd name="connsiteY158" fmla="*/ 1508078 h 1708593"/>
              <a:gd name="connsiteX159" fmla="*/ 837942 w 1734579"/>
              <a:gd name="connsiteY159" fmla="*/ 1460429 h 1708593"/>
              <a:gd name="connsiteX160" fmla="*/ 764952 w 1734579"/>
              <a:gd name="connsiteY160" fmla="*/ 1418928 h 1708593"/>
              <a:gd name="connsiteX161" fmla="*/ 749586 w 1734579"/>
              <a:gd name="connsiteY161" fmla="*/ 1418010 h 1708593"/>
              <a:gd name="connsiteX162" fmla="*/ 734638 w 1734579"/>
              <a:gd name="connsiteY162" fmla="*/ 1418928 h 1708593"/>
              <a:gd name="connsiteX163" fmla="*/ 662511 w 1734579"/>
              <a:gd name="connsiteY163" fmla="*/ 1460429 h 1708593"/>
              <a:gd name="connsiteX164" fmla="*/ 562069 w 1734579"/>
              <a:gd name="connsiteY164" fmla="*/ 1508078 h 1708593"/>
              <a:gd name="connsiteX165" fmla="*/ 462743 w 1734579"/>
              <a:gd name="connsiteY165" fmla="*/ 1460429 h 1708593"/>
              <a:gd name="connsiteX166" fmla="*/ 375034 w 1734579"/>
              <a:gd name="connsiteY166" fmla="*/ 1418010 h 1708593"/>
              <a:gd name="connsiteX167" fmla="*/ 287371 w 1734579"/>
              <a:gd name="connsiteY167" fmla="*/ 1460429 h 1708593"/>
              <a:gd name="connsiteX168" fmla="*/ 187517 w 1734579"/>
              <a:gd name="connsiteY168" fmla="*/ 1508078 h 1708593"/>
              <a:gd name="connsiteX169" fmla="*/ 87663 w 1734579"/>
              <a:gd name="connsiteY169" fmla="*/ 1460429 h 1708593"/>
              <a:gd name="connsiteX170" fmla="*/ 0 w 1734579"/>
              <a:gd name="connsiteY170" fmla="*/ 1418010 h 1708593"/>
              <a:gd name="connsiteX171" fmla="*/ 0 w 1734579"/>
              <a:gd name="connsiteY171" fmla="*/ 1300582 h 1708593"/>
              <a:gd name="connsiteX172" fmla="*/ 99855 w 1734579"/>
              <a:gd name="connsiteY172" fmla="*/ 1347693 h 1708593"/>
              <a:gd name="connsiteX173" fmla="*/ 187517 w 1734579"/>
              <a:gd name="connsiteY173" fmla="*/ 1390151 h 1708593"/>
              <a:gd name="connsiteX174" fmla="*/ 275179 w 1734579"/>
              <a:gd name="connsiteY174" fmla="*/ 1347693 h 1708593"/>
              <a:gd name="connsiteX175" fmla="*/ 375034 w 1734579"/>
              <a:gd name="connsiteY175" fmla="*/ 1300582 h 1708593"/>
              <a:gd name="connsiteX176" fmla="*/ 474940 w 1734579"/>
              <a:gd name="connsiteY176" fmla="*/ 1347693 h 1708593"/>
              <a:gd name="connsiteX177" fmla="*/ 562069 w 1734579"/>
              <a:gd name="connsiteY177" fmla="*/ 1390151 h 1708593"/>
              <a:gd name="connsiteX178" fmla="*/ 650315 w 1734579"/>
              <a:gd name="connsiteY178" fmla="*/ 1347693 h 1708593"/>
              <a:gd name="connsiteX179" fmla="*/ 740506 w 1734579"/>
              <a:gd name="connsiteY179" fmla="*/ 1300868 h 1708593"/>
              <a:gd name="connsiteX180" fmla="*/ 749586 w 1734579"/>
              <a:gd name="connsiteY180" fmla="*/ 1300582 h 1708593"/>
              <a:gd name="connsiteX181" fmla="*/ 758889 w 1734579"/>
              <a:gd name="connsiteY181" fmla="*/ 1300868 h 1708593"/>
              <a:gd name="connsiteX182" fmla="*/ 850154 w 1734579"/>
              <a:gd name="connsiteY182" fmla="*/ 1347693 h 1708593"/>
              <a:gd name="connsiteX183" fmla="*/ 937343 w 1734579"/>
              <a:gd name="connsiteY183" fmla="*/ 1390151 h 1708593"/>
              <a:gd name="connsiteX184" fmla="*/ 1025586 w 1734579"/>
              <a:gd name="connsiteY184" fmla="*/ 1347693 h 1708593"/>
              <a:gd name="connsiteX185" fmla="*/ 1115684 w 1734579"/>
              <a:gd name="connsiteY185" fmla="*/ 1300868 h 1708593"/>
              <a:gd name="connsiteX186" fmla="*/ 1124860 w 1734579"/>
              <a:gd name="connsiteY186" fmla="*/ 1300582 h 1708593"/>
              <a:gd name="connsiteX187" fmla="*/ 1134151 w 1734579"/>
              <a:gd name="connsiteY187" fmla="*/ 1300868 h 1708593"/>
              <a:gd name="connsiteX188" fmla="*/ 1225295 w 1734579"/>
              <a:gd name="connsiteY188" fmla="*/ 1347693 h 1708593"/>
              <a:gd name="connsiteX189" fmla="*/ 1312376 w 1734579"/>
              <a:gd name="connsiteY189" fmla="*/ 1390151 h 1708593"/>
              <a:gd name="connsiteX190" fmla="*/ 1400620 w 1734579"/>
              <a:gd name="connsiteY190" fmla="*/ 1347693 h 1708593"/>
              <a:gd name="connsiteX191" fmla="*/ 1490714 w 1734579"/>
              <a:gd name="connsiteY191" fmla="*/ 1300868 h 1708593"/>
              <a:gd name="connsiteX192" fmla="*/ 1499902 w 1734579"/>
              <a:gd name="connsiteY192" fmla="*/ 1300582 h 1708593"/>
              <a:gd name="connsiteX193" fmla="*/ 1509200 w 1734579"/>
              <a:gd name="connsiteY193" fmla="*/ 1300868 h 1708593"/>
              <a:gd name="connsiteX194" fmla="*/ 1600457 w 1734579"/>
              <a:gd name="connsiteY194" fmla="*/ 1347693 h 1708593"/>
              <a:gd name="connsiteX195" fmla="*/ 1672675 w 1734579"/>
              <a:gd name="connsiteY195" fmla="*/ 1389257 h 1708593"/>
              <a:gd name="connsiteX196" fmla="*/ 1687656 w 1734579"/>
              <a:gd name="connsiteY196" fmla="*/ 1390151 h 1708593"/>
              <a:gd name="connsiteX197" fmla="*/ 1702991 w 1734579"/>
              <a:gd name="connsiteY197" fmla="*/ 1389257 h 1708593"/>
              <a:gd name="connsiteX198" fmla="*/ 1734579 w 1734579"/>
              <a:gd name="connsiteY198" fmla="*/ 1377917 h 1708593"/>
              <a:gd name="connsiteX199" fmla="*/ 1734579 w 1734579"/>
              <a:gd name="connsiteY199" fmla="*/ 1398947 h 1708593"/>
              <a:gd name="connsiteX200" fmla="*/ 1727021 w 1734579"/>
              <a:gd name="connsiteY200" fmla="*/ 1402407 h 1708593"/>
              <a:gd name="connsiteX201" fmla="*/ 1696936 w 1734579"/>
              <a:gd name="connsiteY201" fmla="*/ 1407901 h 1708593"/>
              <a:gd name="connsiteX202" fmla="*/ 1687656 w 1734579"/>
              <a:gd name="connsiteY202" fmla="*/ 1408181 h 1708593"/>
              <a:gd name="connsiteX203" fmla="*/ 1678456 w 1734579"/>
              <a:gd name="connsiteY203" fmla="*/ 1407901 h 1708593"/>
              <a:gd name="connsiteX204" fmla="*/ 1588259 w 1734579"/>
              <a:gd name="connsiteY204" fmla="*/ 1361070 h 1708593"/>
              <a:gd name="connsiteX205" fmla="*/ 1515254 w 1734579"/>
              <a:gd name="connsiteY205" fmla="*/ 1319506 h 1708593"/>
              <a:gd name="connsiteX206" fmla="*/ 1499902 w 1734579"/>
              <a:gd name="connsiteY206" fmla="*/ 1318612 h 1708593"/>
              <a:gd name="connsiteX207" fmla="*/ 1484938 w 1734579"/>
              <a:gd name="connsiteY207" fmla="*/ 1319506 h 1708593"/>
              <a:gd name="connsiteX208" fmla="*/ 1412811 w 1734579"/>
              <a:gd name="connsiteY208" fmla="*/ 1361070 h 1708593"/>
              <a:gd name="connsiteX209" fmla="*/ 1312376 w 1734579"/>
              <a:gd name="connsiteY209" fmla="*/ 1408181 h 1708593"/>
              <a:gd name="connsiteX210" fmla="*/ 1213103 w 1734579"/>
              <a:gd name="connsiteY210" fmla="*/ 1361070 h 1708593"/>
              <a:gd name="connsiteX211" fmla="*/ 1140202 w 1734579"/>
              <a:gd name="connsiteY211" fmla="*/ 1319506 h 1708593"/>
              <a:gd name="connsiteX212" fmla="*/ 1124860 w 1734579"/>
              <a:gd name="connsiteY212" fmla="*/ 1318612 h 1708593"/>
              <a:gd name="connsiteX213" fmla="*/ 1109907 w 1734579"/>
              <a:gd name="connsiteY213" fmla="*/ 1319506 h 1708593"/>
              <a:gd name="connsiteX214" fmla="*/ 1037780 w 1734579"/>
              <a:gd name="connsiteY214" fmla="*/ 1361070 h 1708593"/>
              <a:gd name="connsiteX215" fmla="*/ 937343 w 1734579"/>
              <a:gd name="connsiteY215" fmla="*/ 1408181 h 1708593"/>
              <a:gd name="connsiteX216" fmla="*/ 837942 w 1734579"/>
              <a:gd name="connsiteY216" fmla="*/ 1361070 h 1708593"/>
              <a:gd name="connsiteX217" fmla="*/ 764952 w 1734579"/>
              <a:gd name="connsiteY217" fmla="*/ 1319506 h 1708593"/>
              <a:gd name="connsiteX218" fmla="*/ 749586 w 1734579"/>
              <a:gd name="connsiteY218" fmla="*/ 1318612 h 1708593"/>
              <a:gd name="connsiteX219" fmla="*/ 734638 w 1734579"/>
              <a:gd name="connsiteY219" fmla="*/ 1319506 h 1708593"/>
              <a:gd name="connsiteX220" fmla="*/ 662511 w 1734579"/>
              <a:gd name="connsiteY220" fmla="*/ 1361070 h 1708593"/>
              <a:gd name="connsiteX221" fmla="*/ 562069 w 1734579"/>
              <a:gd name="connsiteY221" fmla="*/ 1408181 h 1708593"/>
              <a:gd name="connsiteX222" fmla="*/ 462743 w 1734579"/>
              <a:gd name="connsiteY222" fmla="*/ 1361070 h 1708593"/>
              <a:gd name="connsiteX223" fmla="*/ 375034 w 1734579"/>
              <a:gd name="connsiteY223" fmla="*/ 1318612 h 1708593"/>
              <a:gd name="connsiteX224" fmla="*/ 287371 w 1734579"/>
              <a:gd name="connsiteY224" fmla="*/ 1361070 h 1708593"/>
              <a:gd name="connsiteX225" fmla="*/ 187517 w 1734579"/>
              <a:gd name="connsiteY225" fmla="*/ 1408181 h 1708593"/>
              <a:gd name="connsiteX226" fmla="*/ 87663 w 1734579"/>
              <a:gd name="connsiteY226" fmla="*/ 1361070 h 1708593"/>
              <a:gd name="connsiteX227" fmla="*/ 0 w 1734579"/>
              <a:gd name="connsiteY227" fmla="*/ 1318612 h 1708593"/>
              <a:gd name="connsiteX228" fmla="*/ 0 w 1734579"/>
              <a:gd name="connsiteY228" fmla="*/ 1200685 h 1708593"/>
              <a:gd name="connsiteX229" fmla="*/ 99855 w 1734579"/>
              <a:gd name="connsiteY229" fmla="*/ 1248334 h 1708593"/>
              <a:gd name="connsiteX230" fmla="*/ 187517 w 1734579"/>
              <a:gd name="connsiteY230" fmla="*/ 1290753 h 1708593"/>
              <a:gd name="connsiteX231" fmla="*/ 275179 w 1734579"/>
              <a:gd name="connsiteY231" fmla="*/ 1248334 h 1708593"/>
              <a:gd name="connsiteX232" fmla="*/ 375034 w 1734579"/>
              <a:gd name="connsiteY232" fmla="*/ 1200685 h 1708593"/>
              <a:gd name="connsiteX233" fmla="*/ 474940 w 1734579"/>
              <a:gd name="connsiteY233" fmla="*/ 1248334 h 1708593"/>
              <a:gd name="connsiteX234" fmla="*/ 562069 w 1734579"/>
              <a:gd name="connsiteY234" fmla="*/ 1290753 h 1708593"/>
              <a:gd name="connsiteX235" fmla="*/ 650315 w 1734579"/>
              <a:gd name="connsiteY235" fmla="*/ 1248334 h 1708593"/>
              <a:gd name="connsiteX236" fmla="*/ 740506 w 1734579"/>
              <a:gd name="connsiteY236" fmla="*/ 1200971 h 1708593"/>
              <a:gd name="connsiteX237" fmla="*/ 749586 w 1734579"/>
              <a:gd name="connsiteY237" fmla="*/ 1200685 h 1708593"/>
              <a:gd name="connsiteX238" fmla="*/ 758889 w 1734579"/>
              <a:gd name="connsiteY238" fmla="*/ 1200971 h 1708593"/>
              <a:gd name="connsiteX239" fmla="*/ 850154 w 1734579"/>
              <a:gd name="connsiteY239" fmla="*/ 1248334 h 1708593"/>
              <a:gd name="connsiteX240" fmla="*/ 937343 w 1734579"/>
              <a:gd name="connsiteY240" fmla="*/ 1290753 h 1708593"/>
              <a:gd name="connsiteX241" fmla="*/ 1025586 w 1734579"/>
              <a:gd name="connsiteY241" fmla="*/ 1248334 h 1708593"/>
              <a:gd name="connsiteX242" fmla="*/ 1115684 w 1734579"/>
              <a:gd name="connsiteY242" fmla="*/ 1200971 h 1708593"/>
              <a:gd name="connsiteX243" fmla="*/ 1124860 w 1734579"/>
              <a:gd name="connsiteY243" fmla="*/ 1200685 h 1708593"/>
              <a:gd name="connsiteX244" fmla="*/ 1134151 w 1734579"/>
              <a:gd name="connsiteY244" fmla="*/ 1200971 h 1708593"/>
              <a:gd name="connsiteX245" fmla="*/ 1225295 w 1734579"/>
              <a:gd name="connsiteY245" fmla="*/ 1248334 h 1708593"/>
              <a:gd name="connsiteX246" fmla="*/ 1312376 w 1734579"/>
              <a:gd name="connsiteY246" fmla="*/ 1290753 h 1708593"/>
              <a:gd name="connsiteX247" fmla="*/ 1400620 w 1734579"/>
              <a:gd name="connsiteY247" fmla="*/ 1248334 h 1708593"/>
              <a:gd name="connsiteX248" fmla="*/ 1490714 w 1734579"/>
              <a:gd name="connsiteY248" fmla="*/ 1200971 h 1708593"/>
              <a:gd name="connsiteX249" fmla="*/ 1499902 w 1734579"/>
              <a:gd name="connsiteY249" fmla="*/ 1200685 h 1708593"/>
              <a:gd name="connsiteX250" fmla="*/ 1509200 w 1734579"/>
              <a:gd name="connsiteY250" fmla="*/ 1200971 h 1708593"/>
              <a:gd name="connsiteX251" fmla="*/ 1600457 w 1734579"/>
              <a:gd name="connsiteY251" fmla="*/ 1248334 h 1708593"/>
              <a:gd name="connsiteX252" fmla="*/ 1672675 w 1734579"/>
              <a:gd name="connsiteY252" fmla="*/ 1289836 h 1708593"/>
              <a:gd name="connsiteX253" fmla="*/ 1687656 w 1734579"/>
              <a:gd name="connsiteY253" fmla="*/ 1290753 h 1708593"/>
              <a:gd name="connsiteX254" fmla="*/ 1702991 w 1734579"/>
              <a:gd name="connsiteY254" fmla="*/ 1289836 h 1708593"/>
              <a:gd name="connsiteX255" fmla="*/ 1734579 w 1734579"/>
              <a:gd name="connsiteY255" fmla="*/ 1278340 h 1708593"/>
              <a:gd name="connsiteX256" fmla="*/ 1734579 w 1734579"/>
              <a:gd name="connsiteY256" fmla="*/ 1299356 h 1708593"/>
              <a:gd name="connsiteX257" fmla="*/ 1727021 w 1734579"/>
              <a:gd name="connsiteY257" fmla="*/ 1302874 h 1708593"/>
              <a:gd name="connsiteX258" fmla="*/ 1696936 w 1734579"/>
              <a:gd name="connsiteY258" fmla="*/ 1308480 h 1708593"/>
              <a:gd name="connsiteX259" fmla="*/ 1687656 w 1734579"/>
              <a:gd name="connsiteY259" fmla="*/ 1308766 h 1708593"/>
              <a:gd name="connsiteX260" fmla="*/ 1678456 w 1734579"/>
              <a:gd name="connsiteY260" fmla="*/ 1308480 h 1708593"/>
              <a:gd name="connsiteX261" fmla="*/ 1588259 w 1734579"/>
              <a:gd name="connsiteY261" fmla="*/ 1261118 h 1708593"/>
              <a:gd name="connsiteX262" fmla="*/ 1515254 w 1734579"/>
              <a:gd name="connsiteY262" fmla="*/ 1219616 h 1708593"/>
              <a:gd name="connsiteX263" fmla="*/ 1499902 w 1734579"/>
              <a:gd name="connsiteY263" fmla="*/ 1218699 h 1708593"/>
              <a:gd name="connsiteX264" fmla="*/ 1484938 w 1734579"/>
              <a:gd name="connsiteY264" fmla="*/ 1219616 h 1708593"/>
              <a:gd name="connsiteX265" fmla="*/ 1412811 w 1734579"/>
              <a:gd name="connsiteY265" fmla="*/ 1261118 h 1708593"/>
              <a:gd name="connsiteX266" fmla="*/ 1312376 w 1734579"/>
              <a:gd name="connsiteY266" fmla="*/ 1308766 h 1708593"/>
              <a:gd name="connsiteX267" fmla="*/ 1213103 w 1734579"/>
              <a:gd name="connsiteY267" fmla="*/ 1261118 h 1708593"/>
              <a:gd name="connsiteX268" fmla="*/ 1140202 w 1734579"/>
              <a:gd name="connsiteY268" fmla="*/ 1219616 h 1708593"/>
              <a:gd name="connsiteX269" fmla="*/ 1124860 w 1734579"/>
              <a:gd name="connsiteY269" fmla="*/ 1218699 h 1708593"/>
              <a:gd name="connsiteX270" fmla="*/ 1109907 w 1734579"/>
              <a:gd name="connsiteY270" fmla="*/ 1219616 h 1708593"/>
              <a:gd name="connsiteX271" fmla="*/ 1037780 w 1734579"/>
              <a:gd name="connsiteY271" fmla="*/ 1261118 h 1708593"/>
              <a:gd name="connsiteX272" fmla="*/ 937343 w 1734579"/>
              <a:gd name="connsiteY272" fmla="*/ 1308766 h 1708593"/>
              <a:gd name="connsiteX273" fmla="*/ 837942 w 1734579"/>
              <a:gd name="connsiteY273" fmla="*/ 1261118 h 1708593"/>
              <a:gd name="connsiteX274" fmla="*/ 764952 w 1734579"/>
              <a:gd name="connsiteY274" fmla="*/ 1219616 h 1708593"/>
              <a:gd name="connsiteX275" fmla="*/ 749586 w 1734579"/>
              <a:gd name="connsiteY275" fmla="*/ 1218699 h 1708593"/>
              <a:gd name="connsiteX276" fmla="*/ 734638 w 1734579"/>
              <a:gd name="connsiteY276" fmla="*/ 1219616 h 1708593"/>
              <a:gd name="connsiteX277" fmla="*/ 662511 w 1734579"/>
              <a:gd name="connsiteY277" fmla="*/ 1261118 h 1708593"/>
              <a:gd name="connsiteX278" fmla="*/ 562069 w 1734579"/>
              <a:gd name="connsiteY278" fmla="*/ 1308766 h 1708593"/>
              <a:gd name="connsiteX279" fmla="*/ 462743 w 1734579"/>
              <a:gd name="connsiteY279" fmla="*/ 1261118 h 1708593"/>
              <a:gd name="connsiteX280" fmla="*/ 375034 w 1734579"/>
              <a:gd name="connsiteY280" fmla="*/ 1218699 h 1708593"/>
              <a:gd name="connsiteX281" fmla="*/ 287371 w 1734579"/>
              <a:gd name="connsiteY281" fmla="*/ 1261118 h 1708593"/>
              <a:gd name="connsiteX282" fmla="*/ 187517 w 1734579"/>
              <a:gd name="connsiteY282" fmla="*/ 1308766 h 1708593"/>
              <a:gd name="connsiteX283" fmla="*/ 87663 w 1734579"/>
              <a:gd name="connsiteY283" fmla="*/ 1261118 h 1708593"/>
              <a:gd name="connsiteX284" fmla="*/ 0 w 1734579"/>
              <a:gd name="connsiteY284" fmla="*/ 1218699 h 1708593"/>
              <a:gd name="connsiteX285" fmla="*/ 0 w 1734579"/>
              <a:gd name="connsiteY285" fmla="*/ 1100066 h 1708593"/>
              <a:gd name="connsiteX286" fmla="*/ 99855 w 1734579"/>
              <a:gd name="connsiteY286" fmla="*/ 1147715 h 1708593"/>
              <a:gd name="connsiteX287" fmla="*/ 187517 w 1734579"/>
              <a:gd name="connsiteY287" fmla="*/ 1190134 h 1708593"/>
              <a:gd name="connsiteX288" fmla="*/ 275179 w 1734579"/>
              <a:gd name="connsiteY288" fmla="*/ 1147715 h 1708593"/>
              <a:gd name="connsiteX289" fmla="*/ 375034 w 1734579"/>
              <a:gd name="connsiteY289" fmla="*/ 1100066 h 1708593"/>
              <a:gd name="connsiteX290" fmla="*/ 474940 w 1734579"/>
              <a:gd name="connsiteY290" fmla="*/ 1147715 h 1708593"/>
              <a:gd name="connsiteX291" fmla="*/ 562069 w 1734579"/>
              <a:gd name="connsiteY291" fmla="*/ 1190134 h 1708593"/>
              <a:gd name="connsiteX292" fmla="*/ 650315 w 1734579"/>
              <a:gd name="connsiteY292" fmla="*/ 1147715 h 1708593"/>
              <a:gd name="connsiteX293" fmla="*/ 740506 w 1734579"/>
              <a:gd name="connsiteY293" fmla="*/ 1100352 h 1708593"/>
              <a:gd name="connsiteX294" fmla="*/ 749586 w 1734579"/>
              <a:gd name="connsiteY294" fmla="*/ 1100066 h 1708593"/>
              <a:gd name="connsiteX295" fmla="*/ 758889 w 1734579"/>
              <a:gd name="connsiteY295" fmla="*/ 1100352 h 1708593"/>
              <a:gd name="connsiteX296" fmla="*/ 850154 w 1734579"/>
              <a:gd name="connsiteY296" fmla="*/ 1147715 h 1708593"/>
              <a:gd name="connsiteX297" fmla="*/ 937343 w 1734579"/>
              <a:gd name="connsiteY297" fmla="*/ 1190134 h 1708593"/>
              <a:gd name="connsiteX298" fmla="*/ 1025586 w 1734579"/>
              <a:gd name="connsiteY298" fmla="*/ 1147715 h 1708593"/>
              <a:gd name="connsiteX299" fmla="*/ 1115684 w 1734579"/>
              <a:gd name="connsiteY299" fmla="*/ 1100352 h 1708593"/>
              <a:gd name="connsiteX300" fmla="*/ 1124860 w 1734579"/>
              <a:gd name="connsiteY300" fmla="*/ 1100066 h 1708593"/>
              <a:gd name="connsiteX301" fmla="*/ 1134151 w 1734579"/>
              <a:gd name="connsiteY301" fmla="*/ 1100352 h 1708593"/>
              <a:gd name="connsiteX302" fmla="*/ 1225295 w 1734579"/>
              <a:gd name="connsiteY302" fmla="*/ 1147715 h 1708593"/>
              <a:gd name="connsiteX303" fmla="*/ 1312376 w 1734579"/>
              <a:gd name="connsiteY303" fmla="*/ 1190134 h 1708593"/>
              <a:gd name="connsiteX304" fmla="*/ 1400620 w 1734579"/>
              <a:gd name="connsiteY304" fmla="*/ 1147715 h 1708593"/>
              <a:gd name="connsiteX305" fmla="*/ 1490714 w 1734579"/>
              <a:gd name="connsiteY305" fmla="*/ 1100352 h 1708593"/>
              <a:gd name="connsiteX306" fmla="*/ 1499902 w 1734579"/>
              <a:gd name="connsiteY306" fmla="*/ 1100066 h 1708593"/>
              <a:gd name="connsiteX307" fmla="*/ 1509200 w 1734579"/>
              <a:gd name="connsiteY307" fmla="*/ 1100352 h 1708593"/>
              <a:gd name="connsiteX308" fmla="*/ 1600457 w 1734579"/>
              <a:gd name="connsiteY308" fmla="*/ 1147715 h 1708593"/>
              <a:gd name="connsiteX309" fmla="*/ 1672675 w 1734579"/>
              <a:gd name="connsiteY309" fmla="*/ 1189217 h 1708593"/>
              <a:gd name="connsiteX310" fmla="*/ 1687656 w 1734579"/>
              <a:gd name="connsiteY310" fmla="*/ 1190134 h 1708593"/>
              <a:gd name="connsiteX311" fmla="*/ 1702991 w 1734579"/>
              <a:gd name="connsiteY311" fmla="*/ 1189217 h 1708593"/>
              <a:gd name="connsiteX312" fmla="*/ 1734579 w 1734579"/>
              <a:gd name="connsiteY312" fmla="*/ 1177722 h 1708593"/>
              <a:gd name="connsiteX313" fmla="*/ 1734579 w 1734579"/>
              <a:gd name="connsiteY313" fmla="*/ 1198738 h 1708593"/>
              <a:gd name="connsiteX314" fmla="*/ 1727021 w 1734579"/>
              <a:gd name="connsiteY314" fmla="*/ 1202255 h 1708593"/>
              <a:gd name="connsiteX315" fmla="*/ 1696936 w 1734579"/>
              <a:gd name="connsiteY315" fmla="*/ 1207861 h 1708593"/>
              <a:gd name="connsiteX316" fmla="*/ 1687656 w 1734579"/>
              <a:gd name="connsiteY316" fmla="*/ 1208147 h 1708593"/>
              <a:gd name="connsiteX317" fmla="*/ 1678456 w 1734579"/>
              <a:gd name="connsiteY317" fmla="*/ 1207861 h 1708593"/>
              <a:gd name="connsiteX318" fmla="*/ 1588259 w 1734579"/>
              <a:gd name="connsiteY318" fmla="*/ 1160499 h 1708593"/>
              <a:gd name="connsiteX319" fmla="*/ 1515254 w 1734579"/>
              <a:gd name="connsiteY319" fmla="*/ 1118997 h 1708593"/>
              <a:gd name="connsiteX320" fmla="*/ 1499902 w 1734579"/>
              <a:gd name="connsiteY320" fmla="*/ 1118080 h 1708593"/>
              <a:gd name="connsiteX321" fmla="*/ 1484938 w 1734579"/>
              <a:gd name="connsiteY321" fmla="*/ 1118997 h 1708593"/>
              <a:gd name="connsiteX322" fmla="*/ 1412811 w 1734579"/>
              <a:gd name="connsiteY322" fmla="*/ 1160499 h 1708593"/>
              <a:gd name="connsiteX323" fmla="*/ 1312376 w 1734579"/>
              <a:gd name="connsiteY323" fmla="*/ 1208147 h 1708593"/>
              <a:gd name="connsiteX324" fmla="*/ 1213103 w 1734579"/>
              <a:gd name="connsiteY324" fmla="*/ 1160499 h 1708593"/>
              <a:gd name="connsiteX325" fmla="*/ 1140202 w 1734579"/>
              <a:gd name="connsiteY325" fmla="*/ 1118997 h 1708593"/>
              <a:gd name="connsiteX326" fmla="*/ 1124860 w 1734579"/>
              <a:gd name="connsiteY326" fmla="*/ 1118080 h 1708593"/>
              <a:gd name="connsiteX327" fmla="*/ 1109907 w 1734579"/>
              <a:gd name="connsiteY327" fmla="*/ 1118997 h 1708593"/>
              <a:gd name="connsiteX328" fmla="*/ 1037780 w 1734579"/>
              <a:gd name="connsiteY328" fmla="*/ 1160499 h 1708593"/>
              <a:gd name="connsiteX329" fmla="*/ 937343 w 1734579"/>
              <a:gd name="connsiteY329" fmla="*/ 1208147 h 1708593"/>
              <a:gd name="connsiteX330" fmla="*/ 837942 w 1734579"/>
              <a:gd name="connsiteY330" fmla="*/ 1160499 h 1708593"/>
              <a:gd name="connsiteX331" fmla="*/ 764952 w 1734579"/>
              <a:gd name="connsiteY331" fmla="*/ 1118997 h 1708593"/>
              <a:gd name="connsiteX332" fmla="*/ 749586 w 1734579"/>
              <a:gd name="connsiteY332" fmla="*/ 1118080 h 1708593"/>
              <a:gd name="connsiteX333" fmla="*/ 734638 w 1734579"/>
              <a:gd name="connsiteY333" fmla="*/ 1118997 h 1708593"/>
              <a:gd name="connsiteX334" fmla="*/ 662511 w 1734579"/>
              <a:gd name="connsiteY334" fmla="*/ 1160499 h 1708593"/>
              <a:gd name="connsiteX335" fmla="*/ 562069 w 1734579"/>
              <a:gd name="connsiteY335" fmla="*/ 1208147 h 1708593"/>
              <a:gd name="connsiteX336" fmla="*/ 462743 w 1734579"/>
              <a:gd name="connsiteY336" fmla="*/ 1160499 h 1708593"/>
              <a:gd name="connsiteX337" fmla="*/ 375034 w 1734579"/>
              <a:gd name="connsiteY337" fmla="*/ 1118080 h 1708593"/>
              <a:gd name="connsiteX338" fmla="*/ 287371 w 1734579"/>
              <a:gd name="connsiteY338" fmla="*/ 1160499 h 1708593"/>
              <a:gd name="connsiteX339" fmla="*/ 187517 w 1734579"/>
              <a:gd name="connsiteY339" fmla="*/ 1208147 h 1708593"/>
              <a:gd name="connsiteX340" fmla="*/ 87663 w 1734579"/>
              <a:gd name="connsiteY340" fmla="*/ 1160499 h 1708593"/>
              <a:gd name="connsiteX341" fmla="*/ 0 w 1734579"/>
              <a:gd name="connsiteY341" fmla="*/ 1118080 h 1708593"/>
              <a:gd name="connsiteX342" fmla="*/ 0 w 1734579"/>
              <a:gd name="connsiteY342" fmla="*/ 1000651 h 1708593"/>
              <a:gd name="connsiteX343" fmla="*/ 99855 w 1734579"/>
              <a:gd name="connsiteY343" fmla="*/ 1047762 h 1708593"/>
              <a:gd name="connsiteX344" fmla="*/ 187517 w 1734579"/>
              <a:gd name="connsiteY344" fmla="*/ 1090220 h 1708593"/>
              <a:gd name="connsiteX345" fmla="*/ 275179 w 1734579"/>
              <a:gd name="connsiteY345" fmla="*/ 1047762 h 1708593"/>
              <a:gd name="connsiteX346" fmla="*/ 375034 w 1734579"/>
              <a:gd name="connsiteY346" fmla="*/ 1000651 h 1708593"/>
              <a:gd name="connsiteX347" fmla="*/ 474940 w 1734579"/>
              <a:gd name="connsiteY347" fmla="*/ 1047762 h 1708593"/>
              <a:gd name="connsiteX348" fmla="*/ 562069 w 1734579"/>
              <a:gd name="connsiteY348" fmla="*/ 1090220 h 1708593"/>
              <a:gd name="connsiteX349" fmla="*/ 650315 w 1734579"/>
              <a:gd name="connsiteY349" fmla="*/ 1047762 h 1708593"/>
              <a:gd name="connsiteX350" fmla="*/ 740506 w 1734579"/>
              <a:gd name="connsiteY350" fmla="*/ 1000937 h 1708593"/>
              <a:gd name="connsiteX351" fmla="*/ 749586 w 1734579"/>
              <a:gd name="connsiteY351" fmla="*/ 1000651 h 1708593"/>
              <a:gd name="connsiteX352" fmla="*/ 758889 w 1734579"/>
              <a:gd name="connsiteY352" fmla="*/ 1000931 h 1708593"/>
              <a:gd name="connsiteX353" fmla="*/ 850154 w 1734579"/>
              <a:gd name="connsiteY353" fmla="*/ 1047762 h 1708593"/>
              <a:gd name="connsiteX354" fmla="*/ 937343 w 1734579"/>
              <a:gd name="connsiteY354" fmla="*/ 1090220 h 1708593"/>
              <a:gd name="connsiteX355" fmla="*/ 1025586 w 1734579"/>
              <a:gd name="connsiteY355" fmla="*/ 1047762 h 1708593"/>
              <a:gd name="connsiteX356" fmla="*/ 1115684 w 1734579"/>
              <a:gd name="connsiteY356" fmla="*/ 1000937 h 1708593"/>
              <a:gd name="connsiteX357" fmla="*/ 1124860 w 1734579"/>
              <a:gd name="connsiteY357" fmla="*/ 1000651 h 1708593"/>
              <a:gd name="connsiteX358" fmla="*/ 1134151 w 1734579"/>
              <a:gd name="connsiteY358" fmla="*/ 1000931 h 1708593"/>
              <a:gd name="connsiteX359" fmla="*/ 1225295 w 1734579"/>
              <a:gd name="connsiteY359" fmla="*/ 1047762 h 1708593"/>
              <a:gd name="connsiteX360" fmla="*/ 1312376 w 1734579"/>
              <a:gd name="connsiteY360" fmla="*/ 1090220 h 1708593"/>
              <a:gd name="connsiteX361" fmla="*/ 1400620 w 1734579"/>
              <a:gd name="connsiteY361" fmla="*/ 1047762 h 1708593"/>
              <a:gd name="connsiteX362" fmla="*/ 1490714 w 1734579"/>
              <a:gd name="connsiteY362" fmla="*/ 1000937 h 1708593"/>
              <a:gd name="connsiteX363" fmla="*/ 1499902 w 1734579"/>
              <a:gd name="connsiteY363" fmla="*/ 1000651 h 1708593"/>
              <a:gd name="connsiteX364" fmla="*/ 1509200 w 1734579"/>
              <a:gd name="connsiteY364" fmla="*/ 1000931 h 1708593"/>
              <a:gd name="connsiteX365" fmla="*/ 1600457 w 1734579"/>
              <a:gd name="connsiteY365" fmla="*/ 1047762 h 1708593"/>
              <a:gd name="connsiteX366" fmla="*/ 1672675 w 1734579"/>
              <a:gd name="connsiteY366" fmla="*/ 1089326 h 1708593"/>
              <a:gd name="connsiteX367" fmla="*/ 1687656 w 1734579"/>
              <a:gd name="connsiteY367" fmla="*/ 1090220 h 1708593"/>
              <a:gd name="connsiteX368" fmla="*/ 1702991 w 1734579"/>
              <a:gd name="connsiteY368" fmla="*/ 1089326 h 1708593"/>
              <a:gd name="connsiteX369" fmla="*/ 1734579 w 1734579"/>
              <a:gd name="connsiteY369" fmla="*/ 1077987 h 1708593"/>
              <a:gd name="connsiteX370" fmla="*/ 1734579 w 1734579"/>
              <a:gd name="connsiteY370" fmla="*/ 1099017 h 1708593"/>
              <a:gd name="connsiteX371" fmla="*/ 1727021 w 1734579"/>
              <a:gd name="connsiteY371" fmla="*/ 1102477 h 1708593"/>
              <a:gd name="connsiteX372" fmla="*/ 1696936 w 1734579"/>
              <a:gd name="connsiteY372" fmla="*/ 1107971 h 1708593"/>
              <a:gd name="connsiteX373" fmla="*/ 1687656 w 1734579"/>
              <a:gd name="connsiteY373" fmla="*/ 1108251 h 1708593"/>
              <a:gd name="connsiteX374" fmla="*/ 1678456 w 1734579"/>
              <a:gd name="connsiteY374" fmla="*/ 1107971 h 1708593"/>
              <a:gd name="connsiteX375" fmla="*/ 1588259 w 1734579"/>
              <a:gd name="connsiteY375" fmla="*/ 1061140 h 1708593"/>
              <a:gd name="connsiteX376" fmla="*/ 1515254 w 1734579"/>
              <a:gd name="connsiteY376" fmla="*/ 1019575 h 1708593"/>
              <a:gd name="connsiteX377" fmla="*/ 1499902 w 1734579"/>
              <a:gd name="connsiteY377" fmla="*/ 1018681 h 1708593"/>
              <a:gd name="connsiteX378" fmla="*/ 1484938 w 1734579"/>
              <a:gd name="connsiteY378" fmla="*/ 1019575 h 1708593"/>
              <a:gd name="connsiteX379" fmla="*/ 1412811 w 1734579"/>
              <a:gd name="connsiteY379" fmla="*/ 1061140 h 1708593"/>
              <a:gd name="connsiteX380" fmla="*/ 1312376 w 1734579"/>
              <a:gd name="connsiteY380" fmla="*/ 1108251 h 1708593"/>
              <a:gd name="connsiteX381" fmla="*/ 1213103 w 1734579"/>
              <a:gd name="connsiteY381" fmla="*/ 1061140 h 1708593"/>
              <a:gd name="connsiteX382" fmla="*/ 1140202 w 1734579"/>
              <a:gd name="connsiteY382" fmla="*/ 1019575 h 1708593"/>
              <a:gd name="connsiteX383" fmla="*/ 1124860 w 1734579"/>
              <a:gd name="connsiteY383" fmla="*/ 1018681 h 1708593"/>
              <a:gd name="connsiteX384" fmla="*/ 1109907 w 1734579"/>
              <a:gd name="connsiteY384" fmla="*/ 1019575 h 1708593"/>
              <a:gd name="connsiteX385" fmla="*/ 1037780 w 1734579"/>
              <a:gd name="connsiteY385" fmla="*/ 1061140 h 1708593"/>
              <a:gd name="connsiteX386" fmla="*/ 937343 w 1734579"/>
              <a:gd name="connsiteY386" fmla="*/ 1108251 h 1708593"/>
              <a:gd name="connsiteX387" fmla="*/ 837942 w 1734579"/>
              <a:gd name="connsiteY387" fmla="*/ 1061140 h 1708593"/>
              <a:gd name="connsiteX388" fmla="*/ 764952 w 1734579"/>
              <a:gd name="connsiteY388" fmla="*/ 1019575 h 1708593"/>
              <a:gd name="connsiteX389" fmla="*/ 749586 w 1734579"/>
              <a:gd name="connsiteY389" fmla="*/ 1018681 h 1708593"/>
              <a:gd name="connsiteX390" fmla="*/ 734638 w 1734579"/>
              <a:gd name="connsiteY390" fmla="*/ 1019575 h 1708593"/>
              <a:gd name="connsiteX391" fmla="*/ 662511 w 1734579"/>
              <a:gd name="connsiteY391" fmla="*/ 1061140 h 1708593"/>
              <a:gd name="connsiteX392" fmla="*/ 562069 w 1734579"/>
              <a:gd name="connsiteY392" fmla="*/ 1108251 h 1708593"/>
              <a:gd name="connsiteX393" fmla="*/ 462743 w 1734579"/>
              <a:gd name="connsiteY393" fmla="*/ 1061140 h 1708593"/>
              <a:gd name="connsiteX394" fmla="*/ 375034 w 1734579"/>
              <a:gd name="connsiteY394" fmla="*/ 1018681 h 1708593"/>
              <a:gd name="connsiteX395" fmla="*/ 287371 w 1734579"/>
              <a:gd name="connsiteY395" fmla="*/ 1061140 h 1708593"/>
              <a:gd name="connsiteX396" fmla="*/ 187517 w 1734579"/>
              <a:gd name="connsiteY396" fmla="*/ 1108251 h 1708593"/>
              <a:gd name="connsiteX397" fmla="*/ 87663 w 1734579"/>
              <a:gd name="connsiteY397" fmla="*/ 1061140 h 1708593"/>
              <a:gd name="connsiteX398" fmla="*/ 0 w 1734579"/>
              <a:gd name="connsiteY398" fmla="*/ 1018681 h 1708593"/>
              <a:gd name="connsiteX399" fmla="*/ 0 w 1734579"/>
              <a:gd name="connsiteY399" fmla="*/ 900273 h 1708593"/>
              <a:gd name="connsiteX400" fmla="*/ 99855 w 1734579"/>
              <a:gd name="connsiteY400" fmla="*/ 947279 h 1708593"/>
              <a:gd name="connsiteX401" fmla="*/ 187517 w 1734579"/>
              <a:gd name="connsiteY401" fmla="*/ 989642 h 1708593"/>
              <a:gd name="connsiteX402" fmla="*/ 275179 w 1734579"/>
              <a:gd name="connsiteY402" fmla="*/ 947279 h 1708593"/>
              <a:gd name="connsiteX403" fmla="*/ 375034 w 1734579"/>
              <a:gd name="connsiteY403" fmla="*/ 900273 h 1708593"/>
              <a:gd name="connsiteX404" fmla="*/ 474940 w 1734579"/>
              <a:gd name="connsiteY404" fmla="*/ 947279 h 1708593"/>
              <a:gd name="connsiteX405" fmla="*/ 562069 w 1734579"/>
              <a:gd name="connsiteY405" fmla="*/ 989642 h 1708593"/>
              <a:gd name="connsiteX406" fmla="*/ 650315 w 1734579"/>
              <a:gd name="connsiteY406" fmla="*/ 947279 h 1708593"/>
              <a:gd name="connsiteX407" fmla="*/ 740506 w 1734579"/>
              <a:gd name="connsiteY407" fmla="*/ 900552 h 1708593"/>
              <a:gd name="connsiteX408" fmla="*/ 749586 w 1734579"/>
              <a:gd name="connsiteY408" fmla="*/ 900273 h 1708593"/>
              <a:gd name="connsiteX409" fmla="*/ 758889 w 1734579"/>
              <a:gd name="connsiteY409" fmla="*/ 900552 h 1708593"/>
              <a:gd name="connsiteX410" fmla="*/ 850154 w 1734579"/>
              <a:gd name="connsiteY410" fmla="*/ 947279 h 1708593"/>
              <a:gd name="connsiteX411" fmla="*/ 937343 w 1734579"/>
              <a:gd name="connsiteY411" fmla="*/ 989642 h 1708593"/>
              <a:gd name="connsiteX412" fmla="*/ 1025586 w 1734579"/>
              <a:gd name="connsiteY412" fmla="*/ 947279 h 1708593"/>
              <a:gd name="connsiteX413" fmla="*/ 1115684 w 1734579"/>
              <a:gd name="connsiteY413" fmla="*/ 900552 h 1708593"/>
              <a:gd name="connsiteX414" fmla="*/ 1124860 w 1734579"/>
              <a:gd name="connsiteY414" fmla="*/ 900273 h 1708593"/>
              <a:gd name="connsiteX415" fmla="*/ 1134151 w 1734579"/>
              <a:gd name="connsiteY415" fmla="*/ 900552 h 1708593"/>
              <a:gd name="connsiteX416" fmla="*/ 1225295 w 1734579"/>
              <a:gd name="connsiteY416" fmla="*/ 947279 h 1708593"/>
              <a:gd name="connsiteX417" fmla="*/ 1312376 w 1734579"/>
              <a:gd name="connsiteY417" fmla="*/ 989642 h 1708593"/>
              <a:gd name="connsiteX418" fmla="*/ 1400620 w 1734579"/>
              <a:gd name="connsiteY418" fmla="*/ 947279 h 1708593"/>
              <a:gd name="connsiteX419" fmla="*/ 1490714 w 1734579"/>
              <a:gd name="connsiteY419" fmla="*/ 900552 h 1708593"/>
              <a:gd name="connsiteX420" fmla="*/ 1499902 w 1734579"/>
              <a:gd name="connsiteY420" fmla="*/ 900273 h 1708593"/>
              <a:gd name="connsiteX421" fmla="*/ 1509200 w 1734579"/>
              <a:gd name="connsiteY421" fmla="*/ 900552 h 1708593"/>
              <a:gd name="connsiteX422" fmla="*/ 1600457 w 1734579"/>
              <a:gd name="connsiteY422" fmla="*/ 947279 h 1708593"/>
              <a:gd name="connsiteX423" fmla="*/ 1672675 w 1734579"/>
              <a:gd name="connsiteY423" fmla="*/ 988750 h 1708593"/>
              <a:gd name="connsiteX424" fmla="*/ 1687656 w 1734579"/>
              <a:gd name="connsiteY424" fmla="*/ 989642 h 1708593"/>
              <a:gd name="connsiteX425" fmla="*/ 1702991 w 1734579"/>
              <a:gd name="connsiteY425" fmla="*/ 988750 h 1708593"/>
              <a:gd name="connsiteX426" fmla="*/ 1734579 w 1734579"/>
              <a:gd name="connsiteY426" fmla="*/ 977436 h 1708593"/>
              <a:gd name="connsiteX427" fmla="*/ 1734579 w 1734579"/>
              <a:gd name="connsiteY427" fmla="*/ 995908 h 1708593"/>
              <a:gd name="connsiteX428" fmla="*/ 1696936 w 1734579"/>
              <a:gd name="connsiteY428" fmla="*/ 1007353 h 1708593"/>
              <a:gd name="connsiteX429" fmla="*/ 1687656 w 1734579"/>
              <a:gd name="connsiteY429" fmla="*/ 1007632 h 1708593"/>
              <a:gd name="connsiteX430" fmla="*/ 1678456 w 1734579"/>
              <a:gd name="connsiteY430" fmla="*/ 1007346 h 1708593"/>
              <a:gd name="connsiteX431" fmla="*/ 1588259 w 1734579"/>
              <a:gd name="connsiteY431" fmla="*/ 960626 h 1708593"/>
              <a:gd name="connsiteX432" fmla="*/ 1515254 w 1734579"/>
              <a:gd name="connsiteY432" fmla="*/ 919155 h 1708593"/>
              <a:gd name="connsiteX433" fmla="*/ 1499902 w 1734579"/>
              <a:gd name="connsiteY433" fmla="*/ 918263 h 1708593"/>
              <a:gd name="connsiteX434" fmla="*/ 1484938 w 1734579"/>
              <a:gd name="connsiteY434" fmla="*/ 919155 h 1708593"/>
              <a:gd name="connsiteX435" fmla="*/ 1412811 w 1734579"/>
              <a:gd name="connsiteY435" fmla="*/ 960626 h 1708593"/>
              <a:gd name="connsiteX436" fmla="*/ 1312376 w 1734579"/>
              <a:gd name="connsiteY436" fmla="*/ 1007632 h 1708593"/>
              <a:gd name="connsiteX437" fmla="*/ 1213103 w 1734579"/>
              <a:gd name="connsiteY437" fmla="*/ 960626 h 1708593"/>
              <a:gd name="connsiteX438" fmla="*/ 1140202 w 1734579"/>
              <a:gd name="connsiteY438" fmla="*/ 919155 h 1708593"/>
              <a:gd name="connsiteX439" fmla="*/ 1124860 w 1734579"/>
              <a:gd name="connsiteY439" fmla="*/ 918263 h 1708593"/>
              <a:gd name="connsiteX440" fmla="*/ 1109907 w 1734579"/>
              <a:gd name="connsiteY440" fmla="*/ 919155 h 1708593"/>
              <a:gd name="connsiteX441" fmla="*/ 1037780 w 1734579"/>
              <a:gd name="connsiteY441" fmla="*/ 960626 h 1708593"/>
              <a:gd name="connsiteX442" fmla="*/ 937343 w 1734579"/>
              <a:gd name="connsiteY442" fmla="*/ 1007632 h 1708593"/>
              <a:gd name="connsiteX443" fmla="*/ 837942 w 1734579"/>
              <a:gd name="connsiteY443" fmla="*/ 960626 h 1708593"/>
              <a:gd name="connsiteX444" fmla="*/ 764952 w 1734579"/>
              <a:gd name="connsiteY444" fmla="*/ 919155 h 1708593"/>
              <a:gd name="connsiteX445" fmla="*/ 749586 w 1734579"/>
              <a:gd name="connsiteY445" fmla="*/ 918263 h 1708593"/>
              <a:gd name="connsiteX446" fmla="*/ 734638 w 1734579"/>
              <a:gd name="connsiteY446" fmla="*/ 919155 h 1708593"/>
              <a:gd name="connsiteX447" fmla="*/ 662511 w 1734579"/>
              <a:gd name="connsiteY447" fmla="*/ 960626 h 1708593"/>
              <a:gd name="connsiteX448" fmla="*/ 562069 w 1734579"/>
              <a:gd name="connsiteY448" fmla="*/ 1007632 h 1708593"/>
              <a:gd name="connsiteX449" fmla="*/ 462743 w 1734579"/>
              <a:gd name="connsiteY449" fmla="*/ 960626 h 1708593"/>
              <a:gd name="connsiteX450" fmla="*/ 375034 w 1734579"/>
              <a:gd name="connsiteY450" fmla="*/ 918263 h 1708593"/>
              <a:gd name="connsiteX451" fmla="*/ 287371 w 1734579"/>
              <a:gd name="connsiteY451" fmla="*/ 960626 h 1708593"/>
              <a:gd name="connsiteX452" fmla="*/ 187517 w 1734579"/>
              <a:gd name="connsiteY452" fmla="*/ 1007632 h 1708593"/>
              <a:gd name="connsiteX453" fmla="*/ 87663 w 1734579"/>
              <a:gd name="connsiteY453" fmla="*/ 960626 h 1708593"/>
              <a:gd name="connsiteX454" fmla="*/ 0 w 1734579"/>
              <a:gd name="connsiteY454" fmla="*/ 918263 h 1708593"/>
              <a:gd name="connsiteX455" fmla="*/ 0 w 1734579"/>
              <a:gd name="connsiteY455" fmla="*/ 800136 h 1708593"/>
              <a:gd name="connsiteX456" fmla="*/ 99855 w 1734579"/>
              <a:gd name="connsiteY456" fmla="*/ 847784 h 1708593"/>
              <a:gd name="connsiteX457" fmla="*/ 187517 w 1734579"/>
              <a:gd name="connsiteY457" fmla="*/ 890203 h 1708593"/>
              <a:gd name="connsiteX458" fmla="*/ 275179 w 1734579"/>
              <a:gd name="connsiteY458" fmla="*/ 847784 h 1708593"/>
              <a:gd name="connsiteX459" fmla="*/ 375034 w 1734579"/>
              <a:gd name="connsiteY459" fmla="*/ 800136 h 1708593"/>
              <a:gd name="connsiteX460" fmla="*/ 474940 w 1734579"/>
              <a:gd name="connsiteY460" fmla="*/ 847784 h 1708593"/>
              <a:gd name="connsiteX461" fmla="*/ 562069 w 1734579"/>
              <a:gd name="connsiteY461" fmla="*/ 890203 h 1708593"/>
              <a:gd name="connsiteX462" fmla="*/ 650315 w 1734579"/>
              <a:gd name="connsiteY462" fmla="*/ 847784 h 1708593"/>
              <a:gd name="connsiteX463" fmla="*/ 740506 w 1734579"/>
              <a:gd name="connsiteY463" fmla="*/ 800422 h 1708593"/>
              <a:gd name="connsiteX464" fmla="*/ 749586 w 1734579"/>
              <a:gd name="connsiteY464" fmla="*/ 800136 h 1708593"/>
              <a:gd name="connsiteX465" fmla="*/ 758889 w 1734579"/>
              <a:gd name="connsiteY465" fmla="*/ 800422 h 1708593"/>
              <a:gd name="connsiteX466" fmla="*/ 850154 w 1734579"/>
              <a:gd name="connsiteY466" fmla="*/ 847784 h 1708593"/>
              <a:gd name="connsiteX467" fmla="*/ 937343 w 1734579"/>
              <a:gd name="connsiteY467" fmla="*/ 890203 h 1708593"/>
              <a:gd name="connsiteX468" fmla="*/ 1025586 w 1734579"/>
              <a:gd name="connsiteY468" fmla="*/ 847784 h 1708593"/>
              <a:gd name="connsiteX469" fmla="*/ 1115684 w 1734579"/>
              <a:gd name="connsiteY469" fmla="*/ 800422 h 1708593"/>
              <a:gd name="connsiteX470" fmla="*/ 1124860 w 1734579"/>
              <a:gd name="connsiteY470" fmla="*/ 800136 h 1708593"/>
              <a:gd name="connsiteX471" fmla="*/ 1134151 w 1734579"/>
              <a:gd name="connsiteY471" fmla="*/ 800422 h 1708593"/>
              <a:gd name="connsiteX472" fmla="*/ 1225295 w 1734579"/>
              <a:gd name="connsiteY472" fmla="*/ 847784 h 1708593"/>
              <a:gd name="connsiteX473" fmla="*/ 1312376 w 1734579"/>
              <a:gd name="connsiteY473" fmla="*/ 890203 h 1708593"/>
              <a:gd name="connsiteX474" fmla="*/ 1400620 w 1734579"/>
              <a:gd name="connsiteY474" fmla="*/ 847784 h 1708593"/>
              <a:gd name="connsiteX475" fmla="*/ 1490714 w 1734579"/>
              <a:gd name="connsiteY475" fmla="*/ 800422 h 1708593"/>
              <a:gd name="connsiteX476" fmla="*/ 1499902 w 1734579"/>
              <a:gd name="connsiteY476" fmla="*/ 800136 h 1708593"/>
              <a:gd name="connsiteX477" fmla="*/ 1509200 w 1734579"/>
              <a:gd name="connsiteY477" fmla="*/ 800422 h 1708593"/>
              <a:gd name="connsiteX478" fmla="*/ 1600457 w 1734579"/>
              <a:gd name="connsiteY478" fmla="*/ 847784 h 1708593"/>
              <a:gd name="connsiteX479" fmla="*/ 1672675 w 1734579"/>
              <a:gd name="connsiteY479" fmla="*/ 889286 h 1708593"/>
              <a:gd name="connsiteX480" fmla="*/ 1687656 w 1734579"/>
              <a:gd name="connsiteY480" fmla="*/ 890203 h 1708593"/>
              <a:gd name="connsiteX481" fmla="*/ 1702991 w 1734579"/>
              <a:gd name="connsiteY481" fmla="*/ 889286 h 1708593"/>
              <a:gd name="connsiteX482" fmla="*/ 1734579 w 1734579"/>
              <a:gd name="connsiteY482" fmla="*/ 877791 h 1708593"/>
              <a:gd name="connsiteX483" fmla="*/ 1734579 w 1734579"/>
              <a:gd name="connsiteY483" fmla="*/ 898807 h 1708593"/>
              <a:gd name="connsiteX484" fmla="*/ 1727021 w 1734579"/>
              <a:gd name="connsiteY484" fmla="*/ 902325 h 1708593"/>
              <a:gd name="connsiteX485" fmla="*/ 1696936 w 1734579"/>
              <a:gd name="connsiteY485" fmla="*/ 907931 h 1708593"/>
              <a:gd name="connsiteX486" fmla="*/ 1687656 w 1734579"/>
              <a:gd name="connsiteY486" fmla="*/ 908217 h 1708593"/>
              <a:gd name="connsiteX487" fmla="*/ 1678456 w 1734579"/>
              <a:gd name="connsiteY487" fmla="*/ 907931 h 1708593"/>
              <a:gd name="connsiteX488" fmla="*/ 1588259 w 1734579"/>
              <a:gd name="connsiteY488" fmla="*/ 860568 h 1708593"/>
              <a:gd name="connsiteX489" fmla="*/ 1515254 w 1734579"/>
              <a:gd name="connsiteY489" fmla="*/ 819066 h 1708593"/>
              <a:gd name="connsiteX490" fmla="*/ 1499902 w 1734579"/>
              <a:gd name="connsiteY490" fmla="*/ 818149 h 1708593"/>
              <a:gd name="connsiteX491" fmla="*/ 1484938 w 1734579"/>
              <a:gd name="connsiteY491" fmla="*/ 819066 h 1708593"/>
              <a:gd name="connsiteX492" fmla="*/ 1412811 w 1734579"/>
              <a:gd name="connsiteY492" fmla="*/ 860568 h 1708593"/>
              <a:gd name="connsiteX493" fmla="*/ 1312376 w 1734579"/>
              <a:gd name="connsiteY493" fmla="*/ 908217 h 1708593"/>
              <a:gd name="connsiteX494" fmla="*/ 1213103 w 1734579"/>
              <a:gd name="connsiteY494" fmla="*/ 860568 h 1708593"/>
              <a:gd name="connsiteX495" fmla="*/ 1140202 w 1734579"/>
              <a:gd name="connsiteY495" fmla="*/ 819066 h 1708593"/>
              <a:gd name="connsiteX496" fmla="*/ 1124860 w 1734579"/>
              <a:gd name="connsiteY496" fmla="*/ 818149 h 1708593"/>
              <a:gd name="connsiteX497" fmla="*/ 1109907 w 1734579"/>
              <a:gd name="connsiteY497" fmla="*/ 819066 h 1708593"/>
              <a:gd name="connsiteX498" fmla="*/ 1037780 w 1734579"/>
              <a:gd name="connsiteY498" fmla="*/ 860568 h 1708593"/>
              <a:gd name="connsiteX499" fmla="*/ 937343 w 1734579"/>
              <a:gd name="connsiteY499" fmla="*/ 908217 h 1708593"/>
              <a:gd name="connsiteX500" fmla="*/ 837942 w 1734579"/>
              <a:gd name="connsiteY500" fmla="*/ 860568 h 1708593"/>
              <a:gd name="connsiteX501" fmla="*/ 764952 w 1734579"/>
              <a:gd name="connsiteY501" fmla="*/ 819066 h 1708593"/>
              <a:gd name="connsiteX502" fmla="*/ 749586 w 1734579"/>
              <a:gd name="connsiteY502" fmla="*/ 818149 h 1708593"/>
              <a:gd name="connsiteX503" fmla="*/ 734638 w 1734579"/>
              <a:gd name="connsiteY503" fmla="*/ 819066 h 1708593"/>
              <a:gd name="connsiteX504" fmla="*/ 662511 w 1734579"/>
              <a:gd name="connsiteY504" fmla="*/ 860568 h 1708593"/>
              <a:gd name="connsiteX505" fmla="*/ 562069 w 1734579"/>
              <a:gd name="connsiteY505" fmla="*/ 908217 h 1708593"/>
              <a:gd name="connsiteX506" fmla="*/ 462743 w 1734579"/>
              <a:gd name="connsiteY506" fmla="*/ 860568 h 1708593"/>
              <a:gd name="connsiteX507" fmla="*/ 375034 w 1734579"/>
              <a:gd name="connsiteY507" fmla="*/ 818149 h 1708593"/>
              <a:gd name="connsiteX508" fmla="*/ 287371 w 1734579"/>
              <a:gd name="connsiteY508" fmla="*/ 860568 h 1708593"/>
              <a:gd name="connsiteX509" fmla="*/ 187517 w 1734579"/>
              <a:gd name="connsiteY509" fmla="*/ 908217 h 1708593"/>
              <a:gd name="connsiteX510" fmla="*/ 87663 w 1734579"/>
              <a:gd name="connsiteY510" fmla="*/ 860568 h 1708593"/>
              <a:gd name="connsiteX511" fmla="*/ 0 w 1734579"/>
              <a:gd name="connsiteY511" fmla="*/ 818149 h 1708593"/>
              <a:gd name="connsiteX512" fmla="*/ 0 w 1734579"/>
              <a:gd name="connsiteY512" fmla="*/ 700961 h 1708593"/>
              <a:gd name="connsiteX513" fmla="*/ 99855 w 1734579"/>
              <a:gd name="connsiteY513" fmla="*/ 747967 h 1708593"/>
              <a:gd name="connsiteX514" fmla="*/ 187517 w 1734579"/>
              <a:gd name="connsiteY514" fmla="*/ 790330 h 1708593"/>
              <a:gd name="connsiteX515" fmla="*/ 275179 w 1734579"/>
              <a:gd name="connsiteY515" fmla="*/ 747967 h 1708593"/>
              <a:gd name="connsiteX516" fmla="*/ 375034 w 1734579"/>
              <a:gd name="connsiteY516" fmla="*/ 700961 h 1708593"/>
              <a:gd name="connsiteX517" fmla="*/ 474940 w 1734579"/>
              <a:gd name="connsiteY517" fmla="*/ 747967 h 1708593"/>
              <a:gd name="connsiteX518" fmla="*/ 562069 w 1734579"/>
              <a:gd name="connsiteY518" fmla="*/ 790330 h 1708593"/>
              <a:gd name="connsiteX519" fmla="*/ 650315 w 1734579"/>
              <a:gd name="connsiteY519" fmla="*/ 747967 h 1708593"/>
              <a:gd name="connsiteX520" fmla="*/ 740506 w 1734579"/>
              <a:gd name="connsiteY520" fmla="*/ 701241 h 1708593"/>
              <a:gd name="connsiteX521" fmla="*/ 749586 w 1734579"/>
              <a:gd name="connsiteY521" fmla="*/ 700961 h 1708593"/>
              <a:gd name="connsiteX522" fmla="*/ 758889 w 1734579"/>
              <a:gd name="connsiteY522" fmla="*/ 701241 h 1708593"/>
              <a:gd name="connsiteX523" fmla="*/ 850154 w 1734579"/>
              <a:gd name="connsiteY523" fmla="*/ 747967 h 1708593"/>
              <a:gd name="connsiteX524" fmla="*/ 937343 w 1734579"/>
              <a:gd name="connsiteY524" fmla="*/ 790330 h 1708593"/>
              <a:gd name="connsiteX525" fmla="*/ 1025586 w 1734579"/>
              <a:gd name="connsiteY525" fmla="*/ 747967 h 1708593"/>
              <a:gd name="connsiteX526" fmla="*/ 1115684 w 1734579"/>
              <a:gd name="connsiteY526" fmla="*/ 701241 h 1708593"/>
              <a:gd name="connsiteX527" fmla="*/ 1124860 w 1734579"/>
              <a:gd name="connsiteY527" fmla="*/ 700961 h 1708593"/>
              <a:gd name="connsiteX528" fmla="*/ 1134151 w 1734579"/>
              <a:gd name="connsiteY528" fmla="*/ 701241 h 1708593"/>
              <a:gd name="connsiteX529" fmla="*/ 1225295 w 1734579"/>
              <a:gd name="connsiteY529" fmla="*/ 747967 h 1708593"/>
              <a:gd name="connsiteX530" fmla="*/ 1312376 w 1734579"/>
              <a:gd name="connsiteY530" fmla="*/ 790330 h 1708593"/>
              <a:gd name="connsiteX531" fmla="*/ 1400620 w 1734579"/>
              <a:gd name="connsiteY531" fmla="*/ 747967 h 1708593"/>
              <a:gd name="connsiteX532" fmla="*/ 1490714 w 1734579"/>
              <a:gd name="connsiteY532" fmla="*/ 701241 h 1708593"/>
              <a:gd name="connsiteX533" fmla="*/ 1499902 w 1734579"/>
              <a:gd name="connsiteY533" fmla="*/ 700961 h 1708593"/>
              <a:gd name="connsiteX534" fmla="*/ 1509200 w 1734579"/>
              <a:gd name="connsiteY534" fmla="*/ 701241 h 1708593"/>
              <a:gd name="connsiteX535" fmla="*/ 1600457 w 1734579"/>
              <a:gd name="connsiteY535" fmla="*/ 747967 h 1708593"/>
              <a:gd name="connsiteX536" fmla="*/ 1672675 w 1734579"/>
              <a:gd name="connsiteY536" fmla="*/ 789438 h 1708593"/>
              <a:gd name="connsiteX537" fmla="*/ 1687656 w 1734579"/>
              <a:gd name="connsiteY537" fmla="*/ 790330 h 1708593"/>
              <a:gd name="connsiteX538" fmla="*/ 1702991 w 1734579"/>
              <a:gd name="connsiteY538" fmla="*/ 789438 h 1708593"/>
              <a:gd name="connsiteX539" fmla="*/ 1734579 w 1734579"/>
              <a:gd name="connsiteY539" fmla="*/ 778124 h 1708593"/>
              <a:gd name="connsiteX540" fmla="*/ 1734579 w 1734579"/>
              <a:gd name="connsiteY540" fmla="*/ 798960 h 1708593"/>
              <a:gd name="connsiteX541" fmla="*/ 1727021 w 1734579"/>
              <a:gd name="connsiteY541" fmla="*/ 802451 h 1708593"/>
              <a:gd name="connsiteX542" fmla="*/ 1696936 w 1734579"/>
              <a:gd name="connsiteY542" fmla="*/ 808034 h 1708593"/>
              <a:gd name="connsiteX543" fmla="*/ 1687656 w 1734579"/>
              <a:gd name="connsiteY543" fmla="*/ 808320 h 1708593"/>
              <a:gd name="connsiteX544" fmla="*/ 1678456 w 1734579"/>
              <a:gd name="connsiteY544" fmla="*/ 808034 h 1708593"/>
              <a:gd name="connsiteX545" fmla="*/ 1588259 w 1734579"/>
              <a:gd name="connsiteY545" fmla="*/ 761314 h 1708593"/>
              <a:gd name="connsiteX546" fmla="*/ 1515254 w 1734579"/>
              <a:gd name="connsiteY546" fmla="*/ 719843 h 1708593"/>
              <a:gd name="connsiteX547" fmla="*/ 1499902 w 1734579"/>
              <a:gd name="connsiteY547" fmla="*/ 718951 h 1708593"/>
              <a:gd name="connsiteX548" fmla="*/ 1484938 w 1734579"/>
              <a:gd name="connsiteY548" fmla="*/ 719843 h 1708593"/>
              <a:gd name="connsiteX549" fmla="*/ 1412811 w 1734579"/>
              <a:gd name="connsiteY549" fmla="*/ 761314 h 1708593"/>
              <a:gd name="connsiteX550" fmla="*/ 1312376 w 1734579"/>
              <a:gd name="connsiteY550" fmla="*/ 808320 h 1708593"/>
              <a:gd name="connsiteX551" fmla="*/ 1213103 w 1734579"/>
              <a:gd name="connsiteY551" fmla="*/ 761314 h 1708593"/>
              <a:gd name="connsiteX552" fmla="*/ 1140202 w 1734579"/>
              <a:gd name="connsiteY552" fmla="*/ 719843 h 1708593"/>
              <a:gd name="connsiteX553" fmla="*/ 1124860 w 1734579"/>
              <a:gd name="connsiteY553" fmla="*/ 718951 h 1708593"/>
              <a:gd name="connsiteX554" fmla="*/ 1109907 w 1734579"/>
              <a:gd name="connsiteY554" fmla="*/ 719843 h 1708593"/>
              <a:gd name="connsiteX555" fmla="*/ 1037780 w 1734579"/>
              <a:gd name="connsiteY555" fmla="*/ 761314 h 1708593"/>
              <a:gd name="connsiteX556" fmla="*/ 937343 w 1734579"/>
              <a:gd name="connsiteY556" fmla="*/ 808320 h 1708593"/>
              <a:gd name="connsiteX557" fmla="*/ 837942 w 1734579"/>
              <a:gd name="connsiteY557" fmla="*/ 761314 h 1708593"/>
              <a:gd name="connsiteX558" fmla="*/ 764952 w 1734579"/>
              <a:gd name="connsiteY558" fmla="*/ 719843 h 1708593"/>
              <a:gd name="connsiteX559" fmla="*/ 749586 w 1734579"/>
              <a:gd name="connsiteY559" fmla="*/ 718951 h 1708593"/>
              <a:gd name="connsiteX560" fmla="*/ 734638 w 1734579"/>
              <a:gd name="connsiteY560" fmla="*/ 719843 h 1708593"/>
              <a:gd name="connsiteX561" fmla="*/ 662511 w 1734579"/>
              <a:gd name="connsiteY561" fmla="*/ 761314 h 1708593"/>
              <a:gd name="connsiteX562" fmla="*/ 562069 w 1734579"/>
              <a:gd name="connsiteY562" fmla="*/ 808320 h 1708593"/>
              <a:gd name="connsiteX563" fmla="*/ 462743 w 1734579"/>
              <a:gd name="connsiteY563" fmla="*/ 761314 h 1708593"/>
              <a:gd name="connsiteX564" fmla="*/ 375034 w 1734579"/>
              <a:gd name="connsiteY564" fmla="*/ 718951 h 1708593"/>
              <a:gd name="connsiteX565" fmla="*/ 287371 w 1734579"/>
              <a:gd name="connsiteY565" fmla="*/ 761314 h 1708593"/>
              <a:gd name="connsiteX566" fmla="*/ 187517 w 1734579"/>
              <a:gd name="connsiteY566" fmla="*/ 808320 h 1708593"/>
              <a:gd name="connsiteX567" fmla="*/ 87663 w 1734579"/>
              <a:gd name="connsiteY567" fmla="*/ 761314 h 1708593"/>
              <a:gd name="connsiteX568" fmla="*/ 0 w 1734579"/>
              <a:gd name="connsiteY568" fmla="*/ 718951 h 1708593"/>
              <a:gd name="connsiteX569" fmla="*/ 0 w 1734579"/>
              <a:gd name="connsiteY569" fmla="*/ 600343 h 1708593"/>
              <a:gd name="connsiteX570" fmla="*/ 99855 w 1734579"/>
              <a:gd name="connsiteY570" fmla="*/ 647348 h 1708593"/>
              <a:gd name="connsiteX571" fmla="*/ 187517 w 1734579"/>
              <a:gd name="connsiteY571" fmla="*/ 689712 h 1708593"/>
              <a:gd name="connsiteX572" fmla="*/ 275179 w 1734579"/>
              <a:gd name="connsiteY572" fmla="*/ 647348 h 1708593"/>
              <a:gd name="connsiteX573" fmla="*/ 375034 w 1734579"/>
              <a:gd name="connsiteY573" fmla="*/ 600343 h 1708593"/>
              <a:gd name="connsiteX574" fmla="*/ 474940 w 1734579"/>
              <a:gd name="connsiteY574" fmla="*/ 647348 h 1708593"/>
              <a:gd name="connsiteX575" fmla="*/ 562069 w 1734579"/>
              <a:gd name="connsiteY575" fmla="*/ 689712 h 1708593"/>
              <a:gd name="connsiteX576" fmla="*/ 650315 w 1734579"/>
              <a:gd name="connsiteY576" fmla="*/ 647348 h 1708593"/>
              <a:gd name="connsiteX577" fmla="*/ 740506 w 1734579"/>
              <a:gd name="connsiteY577" fmla="*/ 600622 h 1708593"/>
              <a:gd name="connsiteX578" fmla="*/ 749586 w 1734579"/>
              <a:gd name="connsiteY578" fmla="*/ 600343 h 1708593"/>
              <a:gd name="connsiteX579" fmla="*/ 758889 w 1734579"/>
              <a:gd name="connsiteY579" fmla="*/ 600622 h 1708593"/>
              <a:gd name="connsiteX580" fmla="*/ 850154 w 1734579"/>
              <a:gd name="connsiteY580" fmla="*/ 647348 h 1708593"/>
              <a:gd name="connsiteX581" fmla="*/ 937343 w 1734579"/>
              <a:gd name="connsiteY581" fmla="*/ 689712 h 1708593"/>
              <a:gd name="connsiteX582" fmla="*/ 1025586 w 1734579"/>
              <a:gd name="connsiteY582" fmla="*/ 647348 h 1708593"/>
              <a:gd name="connsiteX583" fmla="*/ 1115684 w 1734579"/>
              <a:gd name="connsiteY583" fmla="*/ 600622 h 1708593"/>
              <a:gd name="connsiteX584" fmla="*/ 1124860 w 1734579"/>
              <a:gd name="connsiteY584" fmla="*/ 600343 h 1708593"/>
              <a:gd name="connsiteX585" fmla="*/ 1134151 w 1734579"/>
              <a:gd name="connsiteY585" fmla="*/ 600622 h 1708593"/>
              <a:gd name="connsiteX586" fmla="*/ 1225295 w 1734579"/>
              <a:gd name="connsiteY586" fmla="*/ 647348 h 1708593"/>
              <a:gd name="connsiteX587" fmla="*/ 1312376 w 1734579"/>
              <a:gd name="connsiteY587" fmla="*/ 689712 h 1708593"/>
              <a:gd name="connsiteX588" fmla="*/ 1400620 w 1734579"/>
              <a:gd name="connsiteY588" fmla="*/ 647348 h 1708593"/>
              <a:gd name="connsiteX589" fmla="*/ 1490714 w 1734579"/>
              <a:gd name="connsiteY589" fmla="*/ 600622 h 1708593"/>
              <a:gd name="connsiteX590" fmla="*/ 1499902 w 1734579"/>
              <a:gd name="connsiteY590" fmla="*/ 600343 h 1708593"/>
              <a:gd name="connsiteX591" fmla="*/ 1509200 w 1734579"/>
              <a:gd name="connsiteY591" fmla="*/ 600622 h 1708593"/>
              <a:gd name="connsiteX592" fmla="*/ 1600457 w 1734579"/>
              <a:gd name="connsiteY592" fmla="*/ 647348 h 1708593"/>
              <a:gd name="connsiteX593" fmla="*/ 1672675 w 1734579"/>
              <a:gd name="connsiteY593" fmla="*/ 688820 h 1708593"/>
              <a:gd name="connsiteX594" fmla="*/ 1687656 w 1734579"/>
              <a:gd name="connsiteY594" fmla="*/ 689712 h 1708593"/>
              <a:gd name="connsiteX595" fmla="*/ 1702991 w 1734579"/>
              <a:gd name="connsiteY595" fmla="*/ 688796 h 1708593"/>
              <a:gd name="connsiteX596" fmla="*/ 1734579 w 1734579"/>
              <a:gd name="connsiteY596" fmla="*/ 677316 h 1708593"/>
              <a:gd name="connsiteX597" fmla="*/ 1734579 w 1734579"/>
              <a:gd name="connsiteY597" fmla="*/ 698304 h 1708593"/>
              <a:gd name="connsiteX598" fmla="*/ 1727021 w 1734579"/>
              <a:gd name="connsiteY598" fmla="*/ 701817 h 1708593"/>
              <a:gd name="connsiteX599" fmla="*/ 1696936 w 1734579"/>
              <a:gd name="connsiteY599" fmla="*/ 707416 h 1708593"/>
              <a:gd name="connsiteX600" fmla="*/ 1687656 w 1734579"/>
              <a:gd name="connsiteY600" fmla="*/ 707701 h 1708593"/>
              <a:gd name="connsiteX601" fmla="*/ 1678456 w 1734579"/>
              <a:gd name="connsiteY601" fmla="*/ 707416 h 1708593"/>
              <a:gd name="connsiteX602" fmla="*/ 1588259 w 1734579"/>
              <a:gd name="connsiteY602" fmla="*/ 660115 h 1708593"/>
              <a:gd name="connsiteX603" fmla="*/ 1515254 w 1734579"/>
              <a:gd name="connsiteY603" fmla="*/ 618668 h 1708593"/>
              <a:gd name="connsiteX604" fmla="*/ 1499902 w 1734579"/>
              <a:gd name="connsiteY604" fmla="*/ 617752 h 1708593"/>
              <a:gd name="connsiteX605" fmla="*/ 1484938 w 1734579"/>
              <a:gd name="connsiteY605" fmla="*/ 618668 h 1708593"/>
              <a:gd name="connsiteX606" fmla="*/ 1412811 w 1734579"/>
              <a:gd name="connsiteY606" fmla="*/ 660115 h 1708593"/>
              <a:gd name="connsiteX607" fmla="*/ 1312376 w 1734579"/>
              <a:gd name="connsiteY607" fmla="*/ 707701 h 1708593"/>
              <a:gd name="connsiteX608" fmla="*/ 1213103 w 1734579"/>
              <a:gd name="connsiteY608" fmla="*/ 660115 h 1708593"/>
              <a:gd name="connsiteX609" fmla="*/ 1140202 w 1734579"/>
              <a:gd name="connsiteY609" fmla="*/ 618668 h 1708593"/>
              <a:gd name="connsiteX610" fmla="*/ 1124860 w 1734579"/>
              <a:gd name="connsiteY610" fmla="*/ 617752 h 1708593"/>
              <a:gd name="connsiteX611" fmla="*/ 1109907 w 1734579"/>
              <a:gd name="connsiteY611" fmla="*/ 618668 h 1708593"/>
              <a:gd name="connsiteX612" fmla="*/ 1037780 w 1734579"/>
              <a:gd name="connsiteY612" fmla="*/ 660115 h 1708593"/>
              <a:gd name="connsiteX613" fmla="*/ 937343 w 1734579"/>
              <a:gd name="connsiteY613" fmla="*/ 707701 h 1708593"/>
              <a:gd name="connsiteX614" fmla="*/ 837942 w 1734579"/>
              <a:gd name="connsiteY614" fmla="*/ 660115 h 1708593"/>
              <a:gd name="connsiteX615" fmla="*/ 764952 w 1734579"/>
              <a:gd name="connsiteY615" fmla="*/ 618668 h 1708593"/>
              <a:gd name="connsiteX616" fmla="*/ 749586 w 1734579"/>
              <a:gd name="connsiteY616" fmla="*/ 617752 h 1708593"/>
              <a:gd name="connsiteX617" fmla="*/ 734638 w 1734579"/>
              <a:gd name="connsiteY617" fmla="*/ 618668 h 1708593"/>
              <a:gd name="connsiteX618" fmla="*/ 662511 w 1734579"/>
              <a:gd name="connsiteY618" fmla="*/ 660115 h 1708593"/>
              <a:gd name="connsiteX619" fmla="*/ 562069 w 1734579"/>
              <a:gd name="connsiteY619" fmla="*/ 707701 h 1708593"/>
              <a:gd name="connsiteX620" fmla="*/ 462743 w 1734579"/>
              <a:gd name="connsiteY620" fmla="*/ 660115 h 1708593"/>
              <a:gd name="connsiteX621" fmla="*/ 375034 w 1734579"/>
              <a:gd name="connsiteY621" fmla="*/ 617752 h 1708593"/>
              <a:gd name="connsiteX622" fmla="*/ 287371 w 1734579"/>
              <a:gd name="connsiteY622" fmla="*/ 660115 h 1708593"/>
              <a:gd name="connsiteX623" fmla="*/ 187517 w 1734579"/>
              <a:gd name="connsiteY623" fmla="*/ 707701 h 1708593"/>
              <a:gd name="connsiteX624" fmla="*/ 87663 w 1734579"/>
              <a:gd name="connsiteY624" fmla="*/ 660115 h 1708593"/>
              <a:gd name="connsiteX625" fmla="*/ 0 w 1734579"/>
              <a:gd name="connsiteY625" fmla="*/ 617752 h 1708593"/>
              <a:gd name="connsiteX626" fmla="*/ 0 w 1734579"/>
              <a:gd name="connsiteY626" fmla="*/ 500446 h 1708593"/>
              <a:gd name="connsiteX627" fmla="*/ 99855 w 1734579"/>
              <a:gd name="connsiteY627" fmla="*/ 548032 h 1708593"/>
              <a:gd name="connsiteX628" fmla="*/ 187517 w 1734579"/>
              <a:gd name="connsiteY628" fmla="*/ 590395 h 1708593"/>
              <a:gd name="connsiteX629" fmla="*/ 275179 w 1734579"/>
              <a:gd name="connsiteY629" fmla="*/ 548032 h 1708593"/>
              <a:gd name="connsiteX630" fmla="*/ 375034 w 1734579"/>
              <a:gd name="connsiteY630" fmla="*/ 500446 h 1708593"/>
              <a:gd name="connsiteX631" fmla="*/ 474940 w 1734579"/>
              <a:gd name="connsiteY631" fmla="*/ 548032 h 1708593"/>
              <a:gd name="connsiteX632" fmla="*/ 562069 w 1734579"/>
              <a:gd name="connsiteY632" fmla="*/ 590395 h 1708593"/>
              <a:gd name="connsiteX633" fmla="*/ 650315 w 1734579"/>
              <a:gd name="connsiteY633" fmla="*/ 548032 h 1708593"/>
              <a:gd name="connsiteX634" fmla="*/ 740506 w 1734579"/>
              <a:gd name="connsiteY634" fmla="*/ 500732 h 1708593"/>
              <a:gd name="connsiteX635" fmla="*/ 749586 w 1734579"/>
              <a:gd name="connsiteY635" fmla="*/ 500446 h 1708593"/>
              <a:gd name="connsiteX636" fmla="*/ 758889 w 1734579"/>
              <a:gd name="connsiteY636" fmla="*/ 500732 h 1708593"/>
              <a:gd name="connsiteX637" fmla="*/ 850154 w 1734579"/>
              <a:gd name="connsiteY637" fmla="*/ 548032 h 1708593"/>
              <a:gd name="connsiteX638" fmla="*/ 937343 w 1734579"/>
              <a:gd name="connsiteY638" fmla="*/ 590395 h 1708593"/>
              <a:gd name="connsiteX639" fmla="*/ 1025586 w 1734579"/>
              <a:gd name="connsiteY639" fmla="*/ 548032 h 1708593"/>
              <a:gd name="connsiteX640" fmla="*/ 1115684 w 1734579"/>
              <a:gd name="connsiteY640" fmla="*/ 500732 h 1708593"/>
              <a:gd name="connsiteX641" fmla="*/ 1124860 w 1734579"/>
              <a:gd name="connsiteY641" fmla="*/ 500446 h 1708593"/>
              <a:gd name="connsiteX642" fmla="*/ 1134151 w 1734579"/>
              <a:gd name="connsiteY642" fmla="*/ 500732 h 1708593"/>
              <a:gd name="connsiteX643" fmla="*/ 1225295 w 1734579"/>
              <a:gd name="connsiteY643" fmla="*/ 548032 h 1708593"/>
              <a:gd name="connsiteX644" fmla="*/ 1312376 w 1734579"/>
              <a:gd name="connsiteY644" fmla="*/ 590395 h 1708593"/>
              <a:gd name="connsiteX645" fmla="*/ 1400620 w 1734579"/>
              <a:gd name="connsiteY645" fmla="*/ 548032 h 1708593"/>
              <a:gd name="connsiteX646" fmla="*/ 1490714 w 1734579"/>
              <a:gd name="connsiteY646" fmla="*/ 500732 h 1708593"/>
              <a:gd name="connsiteX647" fmla="*/ 1499902 w 1734579"/>
              <a:gd name="connsiteY647" fmla="*/ 500446 h 1708593"/>
              <a:gd name="connsiteX648" fmla="*/ 1509200 w 1734579"/>
              <a:gd name="connsiteY648" fmla="*/ 500732 h 1708593"/>
              <a:gd name="connsiteX649" fmla="*/ 1600457 w 1734579"/>
              <a:gd name="connsiteY649" fmla="*/ 548032 h 1708593"/>
              <a:gd name="connsiteX650" fmla="*/ 1672675 w 1734579"/>
              <a:gd name="connsiteY650" fmla="*/ 589479 h 1708593"/>
              <a:gd name="connsiteX651" fmla="*/ 1687656 w 1734579"/>
              <a:gd name="connsiteY651" fmla="*/ 590395 h 1708593"/>
              <a:gd name="connsiteX652" fmla="*/ 1702991 w 1734579"/>
              <a:gd name="connsiteY652" fmla="*/ 589479 h 1708593"/>
              <a:gd name="connsiteX653" fmla="*/ 1734579 w 1734579"/>
              <a:gd name="connsiteY653" fmla="*/ 577999 h 1708593"/>
              <a:gd name="connsiteX654" fmla="*/ 1734579 w 1734579"/>
              <a:gd name="connsiteY654" fmla="*/ 596081 h 1708593"/>
              <a:gd name="connsiteX655" fmla="*/ 1696936 w 1734579"/>
              <a:gd name="connsiteY655" fmla="*/ 607526 h 1708593"/>
              <a:gd name="connsiteX656" fmla="*/ 1687656 w 1734579"/>
              <a:gd name="connsiteY656" fmla="*/ 607805 h 1708593"/>
              <a:gd name="connsiteX657" fmla="*/ 1678456 w 1734579"/>
              <a:gd name="connsiteY657" fmla="*/ 607526 h 1708593"/>
              <a:gd name="connsiteX658" fmla="*/ 1588259 w 1734579"/>
              <a:gd name="connsiteY658" fmla="*/ 560799 h 1708593"/>
              <a:gd name="connsiteX659" fmla="*/ 1515254 w 1734579"/>
              <a:gd name="connsiteY659" fmla="*/ 519352 h 1708593"/>
              <a:gd name="connsiteX660" fmla="*/ 1499902 w 1734579"/>
              <a:gd name="connsiteY660" fmla="*/ 518436 h 1708593"/>
              <a:gd name="connsiteX661" fmla="*/ 1484938 w 1734579"/>
              <a:gd name="connsiteY661" fmla="*/ 519352 h 1708593"/>
              <a:gd name="connsiteX662" fmla="*/ 1412811 w 1734579"/>
              <a:gd name="connsiteY662" fmla="*/ 560799 h 1708593"/>
              <a:gd name="connsiteX663" fmla="*/ 1312376 w 1734579"/>
              <a:gd name="connsiteY663" fmla="*/ 607805 h 1708593"/>
              <a:gd name="connsiteX664" fmla="*/ 1213103 w 1734579"/>
              <a:gd name="connsiteY664" fmla="*/ 560799 h 1708593"/>
              <a:gd name="connsiteX665" fmla="*/ 1140202 w 1734579"/>
              <a:gd name="connsiteY665" fmla="*/ 519352 h 1708593"/>
              <a:gd name="connsiteX666" fmla="*/ 1124860 w 1734579"/>
              <a:gd name="connsiteY666" fmla="*/ 518436 h 1708593"/>
              <a:gd name="connsiteX667" fmla="*/ 1109907 w 1734579"/>
              <a:gd name="connsiteY667" fmla="*/ 519352 h 1708593"/>
              <a:gd name="connsiteX668" fmla="*/ 1037780 w 1734579"/>
              <a:gd name="connsiteY668" fmla="*/ 560799 h 1708593"/>
              <a:gd name="connsiteX669" fmla="*/ 937343 w 1734579"/>
              <a:gd name="connsiteY669" fmla="*/ 607805 h 1708593"/>
              <a:gd name="connsiteX670" fmla="*/ 837942 w 1734579"/>
              <a:gd name="connsiteY670" fmla="*/ 560799 h 1708593"/>
              <a:gd name="connsiteX671" fmla="*/ 764952 w 1734579"/>
              <a:gd name="connsiteY671" fmla="*/ 519352 h 1708593"/>
              <a:gd name="connsiteX672" fmla="*/ 749586 w 1734579"/>
              <a:gd name="connsiteY672" fmla="*/ 518436 h 1708593"/>
              <a:gd name="connsiteX673" fmla="*/ 734638 w 1734579"/>
              <a:gd name="connsiteY673" fmla="*/ 519352 h 1708593"/>
              <a:gd name="connsiteX674" fmla="*/ 662511 w 1734579"/>
              <a:gd name="connsiteY674" fmla="*/ 560799 h 1708593"/>
              <a:gd name="connsiteX675" fmla="*/ 562069 w 1734579"/>
              <a:gd name="connsiteY675" fmla="*/ 607805 h 1708593"/>
              <a:gd name="connsiteX676" fmla="*/ 462743 w 1734579"/>
              <a:gd name="connsiteY676" fmla="*/ 560799 h 1708593"/>
              <a:gd name="connsiteX677" fmla="*/ 375034 w 1734579"/>
              <a:gd name="connsiteY677" fmla="*/ 518436 h 1708593"/>
              <a:gd name="connsiteX678" fmla="*/ 287371 w 1734579"/>
              <a:gd name="connsiteY678" fmla="*/ 560799 h 1708593"/>
              <a:gd name="connsiteX679" fmla="*/ 187517 w 1734579"/>
              <a:gd name="connsiteY679" fmla="*/ 607805 h 1708593"/>
              <a:gd name="connsiteX680" fmla="*/ 87663 w 1734579"/>
              <a:gd name="connsiteY680" fmla="*/ 560799 h 1708593"/>
              <a:gd name="connsiteX681" fmla="*/ 0 w 1734579"/>
              <a:gd name="connsiteY681" fmla="*/ 518436 h 1708593"/>
              <a:gd name="connsiteX682" fmla="*/ 0 w 1734579"/>
              <a:gd name="connsiteY682" fmla="*/ 399827 h 1708593"/>
              <a:gd name="connsiteX683" fmla="*/ 99855 w 1734579"/>
              <a:gd name="connsiteY683" fmla="*/ 447520 h 1708593"/>
              <a:gd name="connsiteX684" fmla="*/ 187517 w 1734579"/>
              <a:gd name="connsiteY684" fmla="*/ 489978 h 1708593"/>
              <a:gd name="connsiteX685" fmla="*/ 275179 w 1734579"/>
              <a:gd name="connsiteY685" fmla="*/ 447520 h 1708593"/>
              <a:gd name="connsiteX686" fmla="*/ 375034 w 1734579"/>
              <a:gd name="connsiteY686" fmla="*/ 399827 h 1708593"/>
              <a:gd name="connsiteX687" fmla="*/ 474940 w 1734579"/>
              <a:gd name="connsiteY687" fmla="*/ 447520 h 1708593"/>
              <a:gd name="connsiteX688" fmla="*/ 562069 w 1734579"/>
              <a:gd name="connsiteY688" fmla="*/ 489978 h 1708593"/>
              <a:gd name="connsiteX689" fmla="*/ 650315 w 1734579"/>
              <a:gd name="connsiteY689" fmla="*/ 447520 h 1708593"/>
              <a:gd name="connsiteX690" fmla="*/ 740506 w 1734579"/>
              <a:gd name="connsiteY690" fmla="*/ 400114 h 1708593"/>
              <a:gd name="connsiteX691" fmla="*/ 749586 w 1734579"/>
              <a:gd name="connsiteY691" fmla="*/ 399827 h 1708593"/>
              <a:gd name="connsiteX692" fmla="*/ 758889 w 1734579"/>
              <a:gd name="connsiteY692" fmla="*/ 400114 h 1708593"/>
              <a:gd name="connsiteX693" fmla="*/ 850154 w 1734579"/>
              <a:gd name="connsiteY693" fmla="*/ 447520 h 1708593"/>
              <a:gd name="connsiteX694" fmla="*/ 937343 w 1734579"/>
              <a:gd name="connsiteY694" fmla="*/ 489978 h 1708593"/>
              <a:gd name="connsiteX695" fmla="*/ 1025586 w 1734579"/>
              <a:gd name="connsiteY695" fmla="*/ 447520 h 1708593"/>
              <a:gd name="connsiteX696" fmla="*/ 1115684 w 1734579"/>
              <a:gd name="connsiteY696" fmla="*/ 400114 h 1708593"/>
              <a:gd name="connsiteX697" fmla="*/ 1124860 w 1734579"/>
              <a:gd name="connsiteY697" fmla="*/ 399827 h 1708593"/>
              <a:gd name="connsiteX698" fmla="*/ 1134151 w 1734579"/>
              <a:gd name="connsiteY698" fmla="*/ 400114 h 1708593"/>
              <a:gd name="connsiteX699" fmla="*/ 1225295 w 1734579"/>
              <a:gd name="connsiteY699" fmla="*/ 447520 h 1708593"/>
              <a:gd name="connsiteX700" fmla="*/ 1312376 w 1734579"/>
              <a:gd name="connsiteY700" fmla="*/ 489978 h 1708593"/>
              <a:gd name="connsiteX701" fmla="*/ 1400620 w 1734579"/>
              <a:gd name="connsiteY701" fmla="*/ 447520 h 1708593"/>
              <a:gd name="connsiteX702" fmla="*/ 1490714 w 1734579"/>
              <a:gd name="connsiteY702" fmla="*/ 400114 h 1708593"/>
              <a:gd name="connsiteX703" fmla="*/ 1499902 w 1734579"/>
              <a:gd name="connsiteY703" fmla="*/ 399827 h 1708593"/>
              <a:gd name="connsiteX704" fmla="*/ 1509200 w 1734579"/>
              <a:gd name="connsiteY704" fmla="*/ 400114 h 1708593"/>
              <a:gd name="connsiteX705" fmla="*/ 1600457 w 1734579"/>
              <a:gd name="connsiteY705" fmla="*/ 447520 h 1708593"/>
              <a:gd name="connsiteX706" fmla="*/ 1672675 w 1734579"/>
              <a:gd name="connsiteY706" fmla="*/ 489060 h 1708593"/>
              <a:gd name="connsiteX707" fmla="*/ 1687656 w 1734579"/>
              <a:gd name="connsiteY707" fmla="*/ 489978 h 1708593"/>
              <a:gd name="connsiteX708" fmla="*/ 1702991 w 1734579"/>
              <a:gd name="connsiteY708" fmla="*/ 489060 h 1708593"/>
              <a:gd name="connsiteX709" fmla="*/ 1734579 w 1734579"/>
              <a:gd name="connsiteY709" fmla="*/ 477554 h 1708593"/>
              <a:gd name="connsiteX710" fmla="*/ 1734579 w 1734579"/>
              <a:gd name="connsiteY710" fmla="*/ 498193 h 1708593"/>
              <a:gd name="connsiteX711" fmla="*/ 1727021 w 1734579"/>
              <a:gd name="connsiteY711" fmla="*/ 501653 h 1708593"/>
              <a:gd name="connsiteX712" fmla="*/ 1696936 w 1734579"/>
              <a:gd name="connsiteY712" fmla="*/ 507147 h 1708593"/>
              <a:gd name="connsiteX713" fmla="*/ 1687656 w 1734579"/>
              <a:gd name="connsiteY713" fmla="*/ 507427 h 1708593"/>
              <a:gd name="connsiteX714" fmla="*/ 1678456 w 1734579"/>
              <a:gd name="connsiteY714" fmla="*/ 507147 h 1708593"/>
              <a:gd name="connsiteX715" fmla="*/ 1588259 w 1734579"/>
              <a:gd name="connsiteY715" fmla="*/ 460316 h 1708593"/>
              <a:gd name="connsiteX716" fmla="*/ 1515254 w 1734579"/>
              <a:gd name="connsiteY716" fmla="*/ 418775 h 1708593"/>
              <a:gd name="connsiteX717" fmla="*/ 1499902 w 1734579"/>
              <a:gd name="connsiteY717" fmla="*/ 417857 h 1708593"/>
              <a:gd name="connsiteX718" fmla="*/ 1484938 w 1734579"/>
              <a:gd name="connsiteY718" fmla="*/ 418752 h 1708593"/>
              <a:gd name="connsiteX719" fmla="*/ 1412811 w 1734579"/>
              <a:gd name="connsiteY719" fmla="*/ 460316 h 1708593"/>
              <a:gd name="connsiteX720" fmla="*/ 1312376 w 1734579"/>
              <a:gd name="connsiteY720" fmla="*/ 507427 h 1708593"/>
              <a:gd name="connsiteX721" fmla="*/ 1213103 w 1734579"/>
              <a:gd name="connsiteY721" fmla="*/ 460316 h 1708593"/>
              <a:gd name="connsiteX722" fmla="*/ 1140202 w 1734579"/>
              <a:gd name="connsiteY722" fmla="*/ 418775 h 1708593"/>
              <a:gd name="connsiteX723" fmla="*/ 1124860 w 1734579"/>
              <a:gd name="connsiteY723" fmla="*/ 417857 h 1708593"/>
              <a:gd name="connsiteX724" fmla="*/ 1109907 w 1734579"/>
              <a:gd name="connsiteY724" fmla="*/ 418752 h 1708593"/>
              <a:gd name="connsiteX725" fmla="*/ 1037780 w 1734579"/>
              <a:gd name="connsiteY725" fmla="*/ 460316 h 1708593"/>
              <a:gd name="connsiteX726" fmla="*/ 937343 w 1734579"/>
              <a:gd name="connsiteY726" fmla="*/ 507427 h 1708593"/>
              <a:gd name="connsiteX727" fmla="*/ 837942 w 1734579"/>
              <a:gd name="connsiteY727" fmla="*/ 460316 h 1708593"/>
              <a:gd name="connsiteX728" fmla="*/ 764952 w 1734579"/>
              <a:gd name="connsiteY728" fmla="*/ 418775 h 1708593"/>
              <a:gd name="connsiteX729" fmla="*/ 749586 w 1734579"/>
              <a:gd name="connsiteY729" fmla="*/ 417857 h 1708593"/>
              <a:gd name="connsiteX730" fmla="*/ 734638 w 1734579"/>
              <a:gd name="connsiteY730" fmla="*/ 418752 h 1708593"/>
              <a:gd name="connsiteX731" fmla="*/ 662511 w 1734579"/>
              <a:gd name="connsiteY731" fmla="*/ 460316 h 1708593"/>
              <a:gd name="connsiteX732" fmla="*/ 562069 w 1734579"/>
              <a:gd name="connsiteY732" fmla="*/ 507427 h 1708593"/>
              <a:gd name="connsiteX733" fmla="*/ 462743 w 1734579"/>
              <a:gd name="connsiteY733" fmla="*/ 460316 h 1708593"/>
              <a:gd name="connsiteX734" fmla="*/ 375034 w 1734579"/>
              <a:gd name="connsiteY734" fmla="*/ 417857 h 1708593"/>
              <a:gd name="connsiteX735" fmla="*/ 287371 w 1734579"/>
              <a:gd name="connsiteY735" fmla="*/ 460316 h 1708593"/>
              <a:gd name="connsiteX736" fmla="*/ 187517 w 1734579"/>
              <a:gd name="connsiteY736" fmla="*/ 507427 h 1708593"/>
              <a:gd name="connsiteX737" fmla="*/ 87663 w 1734579"/>
              <a:gd name="connsiteY737" fmla="*/ 460316 h 1708593"/>
              <a:gd name="connsiteX738" fmla="*/ 0 w 1734579"/>
              <a:gd name="connsiteY738" fmla="*/ 417857 h 1708593"/>
              <a:gd name="connsiteX739" fmla="*/ 0 w 1734579"/>
              <a:gd name="connsiteY739" fmla="*/ 299931 h 1708593"/>
              <a:gd name="connsiteX740" fmla="*/ 99855 w 1734579"/>
              <a:gd name="connsiteY740" fmla="*/ 347579 h 1708593"/>
              <a:gd name="connsiteX741" fmla="*/ 187517 w 1734579"/>
              <a:gd name="connsiteY741" fmla="*/ 389998 h 1708593"/>
              <a:gd name="connsiteX742" fmla="*/ 275179 w 1734579"/>
              <a:gd name="connsiteY742" fmla="*/ 347579 h 1708593"/>
              <a:gd name="connsiteX743" fmla="*/ 375034 w 1734579"/>
              <a:gd name="connsiteY743" fmla="*/ 299931 h 1708593"/>
              <a:gd name="connsiteX744" fmla="*/ 474940 w 1734579"/>
              <a:gd name="connsiteY744" fmla="*/ 347579 h 1708593"/>
              <a:gd name="connsiteX745" fmla="*/ 562069 w 1734579"/>
              <a:gd name="connsiteY745" fmla="*/ 389998 h 1708593"/>
              <a:gd name="connsiteX746" fmla="*/ 650315 w 1734579"/>
              <a:gd name="connsiteY746" fmla="*/ 347579 h 1708593"/>
              <a:gd name="connsiteX747" fmla="*/ 740506 w 1734579"/>
              <a:gd name="connsiteY747" fmla="*/ 300217 h 1708593"/>
              <a:gd name="connsiteX748" fmla="*/ 749586 w 1734579"/>
              <a:gd name="connsiteY748" fmla="*/ 299931 h 1708593"/>
              <a:gd name="connsiteX749" fmla="*/ 758889 w 1734579"/>
              <a:gd name="connsiteY749" fmla="*/ 300217 h 1708593"/>
              <a:gd name="connsiteX750" fmla="*/ 850154 w 1734579"/>
              <a:gd name="connsiteY750" fmla="*/ 347579 h 1708593"/>
              <a:gd name="connsiteX751" fmla="*/ 937343 w 1734579"/>
              <a:gd name="connsiteY751" fmla="*/ 389998 h 1708593"/>
              <a:gd name="connsiteX752" fmla="*/ 1025586 w 1734579"/>
              <a:gd name="connsiteY752" fmla="*/ 347579 h 1708593"/>
              <a:gd name="connsiteX753" fmla="*/ 1115684 w 1734579"/>
              <a:gd name="connsiteY753" fmla="*/ 300217 h 1708593"/>
              <a:gd name="connsiteX754" fmla="*/ 1124860 w 1734579"/>
              <a:gd name="connsiteY754" fmla="*/ 299931 h 1708593"/>
              <a:gd name="connsiteX755" fmla="*/ 1134151 w 1734579"/>
              <a:gd name="connsiteY755" fmla="*/ 300217 h 1708593"/>
              <a:gd name="connsiteX756" fmla="*/ 1225295 w 1734579"/>
              <a:gd name="connsiteY756" fmla="*/ 347579 h 1708593"/>
              <a:gd name="connsiteX757" fmla="*/ 1312376 w 1734579"/>
              <a:gd name="connsiteY757" fmla="*/ 389998 h 1708593"/>
              <a:gd name="connsiteX758" fmla="*/ 1400620 w 1734579"/>
              <a:gd name="connsiteY758" fmla="*/ 347579 h 1708593"/>
              <a:gd name="connsiteX759" fmla="*/ 1490714 w 1734579"/>
              <a:gd name="connsiteY759" fmla="*/ 300217 h 1708593"/>
              <a:gd name="connsiteX760" fmla="*/ 1499902 w 1734579"/>
              <a:gd name="connsiteY760" fmla="*/ 299931 h 1708593"/>
              <a:gd name="connsiteX761" fmla="*/ 1509200 w 1734579"/>
              <a:gd name="connsiteY761" fmla="*/ 300217 h 1708593"/>
              <a:gd name="connsiteX762" fmla="*/ 1600457 w 1734579"/>
              <a:gd name="connsiteY762" fmla="*/ 347579 h 1708593"/>
              <a:gd name="connsiteX763" fmla="*/ 1672675 w 1734579"/>
              <a:gd name="connsiteY763" fmla="*/ 389081 h 1708593"/>
              <a:gd name="connsiteX764" fmla="*/ 1687656 w 1734579"/>
              <a:gd name="connsiteY764" fmla="*/ 389998 h 1708593"/>
              <a:gd name="connsiteX765" fmla="*/ 1702991 w 1734579"/>
              <a:gd name="connsiteY765" fmla="*/ 389081 h 1708593"/>
              <a:gd name="connsiteX766" fmla="*/ 1734579 w 1734579"/>
              <a:gd name="connsiteY766" fmla="*/ 377586 h 1708593"/>
              <a:gd name="connsiteX767" fmla="*/ 1734579 w 1734579"/>
              <a:gd name="connsiteY767" fmla="*/ 398602 h 1708593"/>
              <a:gd name="connsiteX768" fmla="*/ 1727021 w 1734579"/>
              <a:gd name="connsiteY768" fmla="*/ 402120 h 1708593"/>
              <a:gd name="connsiteX769" fmla="*/ 1696936 w 1734579"/>
              <a:gd name="connsiteY769" fmla="*/ 407725 h 1708593"/>
              <a:gd name="connsiteX770" fmla="*/ 1687656 w 1734579"/>
              <a:gd name="connsiteY770" fmla="*/ 408011 h 1708593"/>
              <a:gd name="connsiteX771" fmla="*/ 1678456 w 1734579"/>
              <a:gd name="connsiteY771" fmla="*/ 407725 h 1708593"/>
              <a:gd name="connsiteX772" fmla="*/ 1588259 w 1734579"/>
              <a:gd name="connsiteY772" fmla="*/ 360363 h 1708593"/>
              <a:gd name="connsiteX773" fmla="*/ 1515254 w 1734579"/>
              <a:gd name="connsiteY773" fmla="*/ 318861 h 1708593"/>
              <a:gd name="connsiteX774" fmla="*/ 1499902 w 1734579"/>
              <a:gd name="connsiteY774" fmla="*/ 317944 h 1708593"/>
              <a:gd name="connsiteX775" fmla="*/ 1484938 w 1734579"/>
              <a:gd name="connsiteY775" fmla="*/ 318861 h 1708593"/>
              <a:gd name="connsiteX776" fmla="*/ 1412811 w 1734579"/>
              <a:gd name="connsiteY776" fmla="*/ 360363 h 1708593"/>
              <a:gd name="connsiteX777" fmla="*/ 1312376 w 1734579"/>
              <a:gd name="connsiteY777" fmla="*/ 408011 h 1708593"/>
              <a:gd name="connsiteX778" fmla="*/ 1213103 w 1734579"/>
              <a:gd name="connsiteY778" fmla="*/ 360363 h 1708593"/>
              <a:gd name="connsiteX779" fmla="*/ 1140202 w 1734579"/>
              <a:gd name="connsiteY779" fmla="*/ 318861 h 1708593"/>
              <a:gd name="connsiteX780" fmla="*/ 1124860 w 1734579"/>
              <a:gd name="connsiteY780" fmla="*/ 317944 h 1708593"/>
              <a:gd name="connsiteX781" fmla="*/ 1109907 w 1734579"/>
              <a:gd name="connsiteY781" fmla="*/ 318861 h 1708593"/>
              <a:gd name="connsiteX782" fmla="*/ 1037780 w 1734579"/>
              <a:gd name="connsiteY782" fmla="*/ 360363 h 1708593"/>
              <a:gd name="connsiteX783" fmla="*/ 937343 w 1734579"/>
              <a:gd name="connsiteY783" fmla="*/ 408011 h 1708593"/>
              <a:gd name="connsiteX784" fmla="*/ 837942 w 1734579"/>
              <a:gd name="connsiteY784" fmla="*/ 360363 h 1708593"/>
              <a:gd name="connsiteX785" fmla="*/ 764952 w 1734579"/>
              <a:gd name="connsiteY785" fmla="*/ 318861 h 1708593"/>
              <a:gd name="connsiteX786" fmla="*/ 749586 w 1734579"/>
              <a:gd name="connsiteY786" fmla="*/ 317944 h 1708593"/>
              <a:gd name="connsiteX787" fmla="*/ 734638 w 1734579"/>
              <a:gd name="connsiteY787" fmla="*/ 318861 h 1708593"/>
              <a:gd name="connsiteX788" fmla="*/ 662511 w 1734579"/>
              <a:gd name="connsiteY788" fmla="*/ 360363 h 1708593"/>
              <a:gd name="connsiteX789" fmla="*/ 562069 w 1734579"/>
              <a:gd name="connsiteY789" fmla="*/ 408011 h 1708593"/>
              <a:gd name="connsiteX790" fmla="*/ 462743 w 1734579"/>
              <a:gd name="connsiteY790" fmla="*/ 360363 h 1708593"/>
              <a:gd name="connsiteX791" fmla="*/ 375034 w 1734579"/>
              <a:gd name="connsiteY791" fmla="*/ 317944 h 1708593"/>
              <a:gd name="connsiteX792" fmla="*/ 287371 w 1734579"/>
              <a:gd name="connsiteY792" fmla="*/ 360363 h 1708593"/>
              <a:gd name="connsiteX793" fmla="*/ 187517 w 1734579"/>
              <a:gd name="connsiteY793" fmla="*/ 408011 h 1708593"/>
              <a:gd name="connsiteX794" fmla="*/ 87663 w 1734579"/>
              <a:gd name="connsiteY794" fmla="*/ 360363 h 1708593"/>
              <a:gd name="connsiteX795" fmla="*/ 0 w 1734579"/>
              <a:gd name="connsiteY795" fmla="*/ 317944 h 1708593"/>
              <a:gd name="connsiteX796" fmla="*/ 0 w 1734579"/>
              <a:gd name="connsiteY796" fmla="*/ 200515 h 1708593"/>
              <a:gd name="connsiteX797" fmla="*/ 99855 w 1734579"/>
              <a:gd name="connsiteY797" fmla="*/ 247521 h 1708593"/>
              <a:gd name="connsiteX798" fmla="*/ 187517 w 1734579"/>
              <a:gd name="connsiteY798" fmla="*/ 289884 h 1708593"/>
              <a:gd name="connsiteX799" fmla="*/ 275179 w 1734579"/>
              <a:gd name="connsiteY799" fmla="*/ 247521 h 1708593"/>
              <a:gd name="connsiteX800" fmla="*/ 375034 w 1734579"/>
              <a:gd name="connsiteY800" fmla="*/ 200515 h 1708593"/>
              <a:gd name="connsiteX801" fmla="*/ 474940 w 1734579"/>
              <a:gd name="connsiteY801" fmla="*/ 247521 h 1708593"/>
              <a:gd name="connsiteX802" fmla="*/ 562069 w 1734579"/>
              <a:gd name="connsiteY802" fmla="*/ 289884 h 1708593"/>
              <a:gd name="connsiteX803" fmla="*/ 650315 w 1734579"/>
              <a:gd name="connsiteY803" fmla="*/ 247521 h 1708593"/>
              <a:gd name="connsiteX804" fmla="*/ 740506 w 1734579"/>
              <a:gd name="connsiteY804" fmla="*/ 200801 h 1708593"/>
              <a:gd name="connsiteX805" fmla="*/ 749586 w 1734579"/>
              <a:gd name="connsiteY805" fmla="*/ 200515 h 1708593"/>
              <a:gd name="connsiteX806" fmla="*/ 758889 w 1734579"/>
              <a:gd name="connsiteY806" fmla="*/ 200801 h 1708593"/>
              <a:gd name="connsiteX807" fmla="*/ 850154 w 1734579"/>
              <a:gd name="connsiteY807" fmla="*/ 247521 h 1708593"/>
              <a:gd name="connsiteX808" fmla="*/ 937343 w 1734579"/>
              <a:gd name="connsiteY808" fmla="*/ 289884 h 1708593"/>
              <a:gd name="connsiteX809" fmla="*/ 1025586 w 1734579"/>
              <a:gd name="connsiteY809" fmla="*/ 247521 h 1708593"/>
              <a:gd name="connsiteX810" fmla="*/ 1115684 w 1734579"/>
              <a:gd name="connsiteY810" fmla="*/ 200801 h 1708593"/>
              <a:gd name="connsiteX811" fmla="*/ 1124860 w 1734579"/>
              <a:gd name="connsiteY811" fmla="*/ 200515 h 1708593"/>
              <a:gd name="connsiteX812" fmla="*/ 1134151 w 1734579"/>
              <a:gd name="connsiteY812" fmla="*/ 200801 h 1708593"/>
              <a:gd name="connsiteX813" fmla="*/ 1225295 w 1734579"/>
              <a:gd name="connsiteY813" fmla="*/ 247521 h 1708593"/>
              <a:gd name="connsiteX814" fmla="*/ 1312376 w 1734579"/>
              <a:gd name="connsiteY814" fmla="*/ 289884 h 1708593"/>
              <a:gd name="connsiteX815" fmla="*/ 1400620 w 1734579"/>
              <a:gd name="connsiteY815" fmla="*/ 247521 h 1708593"/>
              <a:gd name="connsiteX816" fmla="*/ 1490714 w 1734579"/>
              <a:gd name="connsiteY816" fmla="*/ 200801 h 1708593"/>
              <a:gd name="connsiteX817" fmla="*/ 1499902 w 1734579"/>
              <a:gd name="connsiteY817" fmla="*/ 200515 h 1708593"/>
              <a:gd name="connsiteX818" fmla="*/ 1509200 w 1734579"/>
              <a:gd name="connsiteY818" fmla="*/ 200801 h 1708593"/>
              <a:gd name="connsiteX819" fmla="*/ 1600457 w 1734579"/>
              <a:gd name="connsiteY819" fmla="*/ 247521 h 1708593"/>
              <a:gd name="connsiteX820" fmla="*/ 1672675 w 1734579"/>
              <a:gd name="connsiteY820" fmla="*/ 288992 h 1708593"/>
              <a:gd name="connsiteX821" fmla="*/ 1687656 w 1734579"/>
              <a:gd name="connsiteY821" fmla="*/ 289884 h 1708593"/>
              <a:gd name="connsiteX822" fmla="*/ 1702991 w 1734579"/>
              <a:gd name="connsiteY822" fmla="*/ 288992 h 1708593"/>
              <a:gd name="connsiteX823" fmla="*/ 1734579 w 1734579"/>
              <a:gd name="connsiteY823" fmla="*/ 277678 h 1708593"/>
              <a:gd name="connsiteX824" fmla="*/ 1734579 w 1734579"/>
              <a:gd name="connsiteY824" fmla="*/ 296151 h 1708593"/>
              <a:gd name="connsiteX825" fmla="*/ 1696936 w 1734579"/>
              <a:gd name="connsiteY825" fmla="*/ 307595 h 1708593"/>
              <a:gd name="connsiteX826" fmla="*/ 1687656 w 1734579"/>
              <a:gd name="connsiteY826" fmla="*/ 307874 h 1708593"/>
              <a:gd name="connsiteX827" fmla="*/ 1678456 w 1734579"/>
              <a:gd name="connsiteY827" fmla="*/ 307595 h 1708593"/>
              <a:gd name="connsiteX828" fmla="*/ 1588259 w 1734579"/>
              <a:gd name="connsiteY828" fmla="*/ 260869 h 1708593"/>
              <a:gd name="connsiteX829" fmla="*/ 1515254 w 1734579"/>
              <a:gd name="connsiteY829" fmla="*/ 219397 h 1708593"/>
              <a:gd name="connsiteX830" fmla="*/ 1499902 w 1734579"/>
              <a:gd name="connsiteY830" fmla="*/ 218505 h 1708593"/>
              <a:gd name="connsiteX831" fmla="*/ 1484938 w 1734579"/>
              <a:gd name="connsiteY831" fmla="*/ 219397 h 1708593"/>
              <a:gd name="connsiteX832" fmla="*/ 1412811 w 1734579"/>
              <a:gd name="connsiteY832" fmla="*/ 260869 h 1708593"/>
              <a:gd name="connsiteX833" fmla="*/ 1312376 w 1734579"/>
              <a:gd name="connsiteY833" fmla="*/ 307874 h 1708593"/>
              <a:gd name="connsiteX834" fmla="*/ 1213103 w 1734579"/>
              <a:gd name="connsiteY834" fmla="*/ 260869 h 1708593"/>
              <a:gd name="connsiteX835" fmla="*/ 1140202 w 1734579"/>
              <a:gd name="connsiteY835" fmla="*/ 219397 h 1708593"/>
              <a:gd name="connsiteX836" fmla="*/ 1124860 w 1734579"/>
              <a:gd name="connsiteY836" fmla="*/ 218505 h 1708593"/>
              <a:gd name="connsiteX837" fmla="*/ 1109907 w 1734579"/>
              <a:gd name="connsiteY837" fmla="*/ 219397 h 1708593"/>
              <a:gd name="connsiteX838" fmla="*/ 1037780 w 1734579"/>
              <a:gd name="connsiteY838" fmla="*/ 260869 h 1708593"/>
              <a:gd name="connsiteX839" fmla="*/ 937343 w 1734579"/>
              <a:gd name="connsiteY839" fmla="*/ 307874 h 1708593"/>
              <a:gd name="connsiteX840" fmla="*/ 837942 w 1734579"/>
              <a:gd name="connsiteY840" fmla="*/ 260869 h 1708593"/>
              <a:gd name="connsiteX841" fmla="*/ 764952 w 1734579"/>
              <a:gd name="connsiteY841" fmla="*/ 219397 h 1708593"/>
              <a:gd name="connsiteX842" fmla="*/ 749586 w 1734579"/>
              <a:gd name="connsiteY842" fmla="*/ 218505 h 1708593"/>
              <a:gd name="connsiteX843" fmla="*/ 734638 w 1734579"/>
              <a:gd name="connsiteY843" fmla="*/ 219397 h 1708593"/>
              <a:gd name="connsiteX844" fmla="*/ 662511 w 1734579"/>
              <a:gd name="connsiteY844" fmla="*/ 260869 h 1708593"/>
              <a:gd name="connsiteX845" fmla="*/ 562069 w 1734579"/>
              <a:gd name="connsiteY845" fmla="*/ 307874 h 1708593"/>
              <a:gd name="connsiteX846" fmla="*/ 462743 w 1734579"/>
              <a:gd name="connsiteY846" fmla="*/ 260869 h 1708593"/>
              <a:gd name="connsiteX847" fmla="*/ 375034 w 1734579"/>
              <a:gd name="connsiteY847" fmla="*/ 218505 h 1708593"/>
              <a:gd name="connsiteX848" fmla="*/ 287371 w 1734579"/>
              <a:gd name="connsiteY848" fmla="*/ 260869 h 1708593"/>
              <a:gd name="connsiteX849" fmla="*/ 187517 w 1734579"/>
              <a:gd name="connsiteY849" fmla="*/ 307874 h 1708593"/>
              <a:gd name="connsiteX850" fmla="*/ 87663 w 1734579"/>
              <a:gd name="connsiteY850" fmla="*/ 260869 h 1708593"/>
              <a:gd name="connsiteX851" fmla="*/ 0 w 1734579"/>
              <a:gd name="connsiteY851" fmla="*/ 218505 h 1708593"/>
              <a:gd name="connsiteX852" fmla="*/ 0 w 1734579"/>
              <a:gd name="connsiteY852" fmla="*/ 99897 h 1708593"/>
              <a:gd name="connsiteX853" fmla="*/ 99855 w 1734579"/>
              <a:gd name="connsiteY853" fmla="*/ 147008 h 1708593"/>
              <a:gd name="connsiteX854" fmla="*/ 187517 w 1734579"/>
              <a:gd name="connsiteY854" fmla="*/ 189466 h 1708593"/>
              <a:gd name="connsiteX855" fmla="*/ 275179 w 1734579"/>
              <a:gd name="connsiteY855" fmla="*/ 147008 h 1708593"/>
              <a:gd name="connsiteX856" fmla="*/ 375034 w 1734579"/>
              <a:gd name="connsiteY856" fmla="*/ 99897 h 1708593"/>
              <a:gd name="connsiteX857" fmla="*/ 474940 w 1734579"/>
              <a:gd name="connsiteY857" fmla="*/ 147008 h 1708593"/>
              <a:gd name="connsiteX858" fmla="*/ 562069 w 1734579"/>
              <a:gd name="connsiteY858" fmla="*/ 189466 h 1708593"/>
              <a:gd name="connsiteX859" fmla="*/ 650315 w 1734579"/>
              <a:gd name="connsiteY859" fmla="*/ 147008 h 1708593"/>
              <a:gd name="connsiteX860" fmla="*/ 740506 w 1734579"/>
              <a:gd name="connsiteY860" fmla="*/ 100183 h 1708593"/>
              <a:gd name="connsiteX861" fmla="*/ 749586 w 1734579"/>
              <a:gd name="connsiteY861" fmla="*/ 99897 h 1708593"/>
              <a:gd name="connsiteX862" fmla="*/ 758889 w 1734579"/>
              <a:gd name="connsiteY862" fmla="*/ 100176 h 1708593"/>
              <a:gd name="connsiteX863" fmla="*/ 850154 w 1734579"/>
              <a:gd name="connsiteY863" fmla="*/ 147008 h 1708593"/>
              <a:gd name="connsiteX864" fmla="*/ 937343 w 1734579"/>
              <a:gd name="connsiteY864" fmla="*/ 189466 h 1708593"/>
              <a:gd name="connsiteX865" fmla="*/ 1025586 w 1734579"/>
              <a:gd name="connsiteY865" fmla="*/ 147008 h 1708593"/>
              <a:gd name="connsiteX866" fmla="*/ 1115684 w 1734579"/>
              <a:gd name="connsiteY866" fmla="*/ 100183 h 1708593"/>
              <a:gd name="connsiteX867" fmla="*/ 1124860 w 1734579"/>
              <a:gd name="connsiteY867" fmla="*/ 99897 h 1708593"/>
              <a:gd name="connsiteX868" fmla="*/ 1134151 w 1734579"/>
              <a:gd name="connsiteY868" fmla="*/ 100176 h 1708593"/>
              <a:gd name="connsiteX869" fmla="*/ 1225295 w 1734579"/>
              <a:gd name="connsiteY869" fmla="*/ 147008 h 1708593"/>
              <a:gd name="connsiteX870" fmla="*/ 1312376 w 1734579"/>
              <a:gd name="connsiteY870" fmla="*/ 189466 h 1708593"/>
              <a:gd name="connsiteX871" fmla="*/ 1400620 w 1734579"/>
              <a:gd name="connsiteY871" fmla="*/ 147008 h 1708593"/>
              <a:gd name="connsiteX872" fmla="*/ 1490714 w 1734579"/>
              <a:gd name="connsiteY872" fmla="*/ 100183 h 1708593"/>
              <a:gd name="connsiteX873" fmla="*/ 1499902 w 1734579"/>
              <a:gd name="connsiteY873" fmla="*/ 99897 h 1708593"/>
              <a:gd name="connsiteX874" fmla="*/ 1509200 w 1734579"/>
              <a:gd name="connsiteY874" fmla="*/ 100176 h 1708593"/>
              <a:gd name="connsiteX875" fmla="*/ 1600457 w 1734579"/>
              <a:gd name="connsiteY875" fmla="*/ 147008 h 1708593"/>
              <a:gd name="connsiteX876" fmla="*/ 1672675 w 1734579"/>
              <a:gd name="connsiteY876" fmla="*/ 188572 h 1708593"/>
              <a:gd name="connsiteX877" fmla="*/ 1687656 w 1734579"/>
              <a:gd name="connsiteY877" fmla="*/ 189466 h 1708593"/>
              <a:gd name="connsiteX878" fmla="*/ 1702991 w 1734579"/>
              <a:gd name="connsiteY878" fmla="*/ 188572 h 1708593"/>
              <a:gd name="connsiteX879" fmla="*/ 1734579 w 1734579"/>
              <a:gd name="connsiteY879" fmla="*/ 177232 h 1708593"/>
              <a:gd name="connsiteX880" fmla="*/ 1734579 w 1734579"/>
              <a:gd name="connsiteY880" fmla="*/ 198262 h 1708593"/>
              <a:gd name="connsiteX881" fmla="*/ 1727021 w 1734579"/>
              <a:gd name="connsiteY881" fmla="*/ 201722 h 1708593"/>
              <a:gd name="connsiteX882" fmla="*/ 1696936 w 1734579"/>
              <a:gd name="connsiteY882" fmla="*/ 207216 h 1708593"/>
              <a:gd name="connsiteX883" fmla="*/ 1687656 w 1734579"/>
              <a:gd name="connsiteY883" fmla="*/ 207496 h 1708593"/>
              <a:gd name="connsiteX884" fmla="*/ 1678456 w 1734579"/>
              <a:gd name="connsiteY884" fmla="*/ 207216 h 1708593"/>
              <a:gd name="connsiteX885" fmla="*/ 1588259 w 1734579"/>
              <a:gd name="connsiteY885" fmla="*/ 160385 h 1708593"/>
              <a:gd name="connsiteX886" fmla="*/ 1515254 w 1734579"/>
              <a:gd name="connsiteY886" fmla="*/ 118821 h 1708593"/>
              <a:gd name="connsiteX887" fmla="*/ 1499902 w 1734579"/>
              <a:gd name="connsiteY887" fmla="*/ 117927 h 1708593"/>
              <a:gd name="connsiteX888" fmla="*/ 1484938 w 1734579"/>
              <a:gd name="connsiteY888" fmla="*/ 118821 h 1708593"/>
              <a:gd name="connsiteX889" fmla="*/ 1412811 w 1734579"/>
              <a:gd name="connsiteY889" fmla="*/ 160385 h 1708593"/>
              <a:gd name="connsiteX890" fmla="*/ 1312376 w 1734579"/>
              <a:gd name="connsiteY890" fmla="*/ 207496 h 1708593"/>
              <a:gd name="connsiteX891" fmla="*/ 1213103 w 1734579"/>
              <a:gd name="connsiteY891" fmla="*/ 160385 h 1708593"/>
              <a:gd name="connsiteX892" fmla="*/ 1140202 w 1734579"/>
              <a:gd name="connsiteY892" fmla="*/ 118821 h 1708593"/>
              <a:gd name="connsiteX893" fmla="*/ 1124860 w 1734579"/>
              <a:gd name="connsiteY893" fmla="*/ 117927 h 1708593"/>
              <a:gd name="connsiteX894" fmla="*/ 1109907 w 1734579"/>
              <a:gd name="connsiteY894" fmla="*/ 118821 h 1708593"/>
              <a:gd name="connsiteX895" fmla="*/ 1037780 w 1734579"/>
              <a:gd name="connsiteY895" fmla="*/ 160385 h 1708593"/>
              <a:gd name="connsiteX896" fmla="*/ 937343 w 1734579"/>
              <a:gd name="connsiteY896" fmla="*/ 207496 h 1708593"/>
              <a:gd name="connsiteX897" fmla="*/ 837942 w 1734579"/>
              <a:gd name="connsiteY897" fmla="*/ 160385 h 1708593"/>
              <a:gd name="connsiteX898" fmla="*/ 764952 w 1734579"/>
              <a:gd name="connsiteY898" fmla="*/ 118821 h 1708593"/>
              <a:gd name="connsiteX899" fmla="*/ 749586 w 1734579"/>
              <a:gd name="connsiteY899" fmla="*/ 117927 h 1708593"/>
              <a:gd name="connsiteX900" fmla="*/ 734638 w 1734579"/>
              <a:gd name="connsiteY900" fmla="*/ 118821 h 1708593"/>
              <a:gd name="connsiteX901" fmla="*/ 662511 w 1734579"/>
              <a:gd name="connsiteY901" fmla="*/ 160385 h 1708593"/>
              <a:gd name="connsiteX902" fmla="*/ 562069 w 1734579"/>
              <a:gd name="connsiteY902" fmla="*/ 207496 h 1708593"/>
              <a:gd name="connsiteX903" fmla="*/ 462743 w 1734579"/>
              <a:gd name="connsiteY903" fmla="*/ 160385 h 1708593"/>
              <a:gd name="connsiteX904" fmla="*/ 375034 w 1734579"/>
              <a:gd name="connsiteY904" fmla="*/ 117927 h 1708593"/>
              <a:gd name="connsiteX905" fmla="*/ 287371 w 1734579"/>
              <a:gd name="connsiteY905" fmla="*/ 160385 h 1708593"/>
              <a:gd name="connsiteX906" fmla="*/ 187517 w 1734579"/>
              <a:gd name="connsiteY906" fmla="*/ 207496 h 1708593"/>
              <a:gd name="connsiteX907" fmla="*/ 87663 w 1734579"/>
              <a:gd name="connsiteY907" fmla="*/ 160385 h 1708593"/>
              <a:gd name="connsiteX908" fmla="*/ 0 w 1734579"/>
              <a:gd name="connsiteY908" fmla="*/ 117927 h 1708593"/>
              <a:gd name="connsiteX909" fmla="*/ 0 w 1734579"/>
              <a:gd name="connsiteY909" fmla="*/ 0 h 1708593"/>
              <a:gd name="connsiteX910" fmla="*/ 99855 w 1734579"/>
              <a:gd name="connsiteY910" fmla="*/ 47649 h 1708593"/>
              <a:gd name="connsiteX911" fmla="*/ 187517 w 1734579"/>
              <a:gd name="connsiteY911" fmla="*/ 90068 h 1708593"/>
              <a:gd name="connsiteX912" fmla="*/ 275179 w 1734579"/>
              <a:gd name="connsiteY912" fmla="*/ 47649 h 1708593"/>
              <a:gd name="connsiteX913" fmla="*/ 375034 w 1734579"/>
              <a:gd name="connsiteY913" fmla="*/ 0 h 1708593"/>
              <a:gd name="connsiteX914" fmla="*/ 474940 w 1734579"/>
              <a:gd name="connsiteY914" fmla="*/ 47649 h 1708593"/>
              <a:gd name="connsiteX915" fmla="*/ 562069 w 1734579"/>
              <a:gd name="connsiteY915" fmla="*/ 90068 h 1708593"/>
              <a:gd name="connsiteX916" fmla="*/ 650315 w 1734579"/>
              <a:gd name="connsiteY916" fmla="*/ 47649 h 1708593"/>
              <a:gd name="connsiteX917" fmla="*/ 740506 w 1734579"/>
              <a:gd name="connsiteY917" fmla="*/ 286 h 1708593"/>
              <a:gd name="connsiteX918" fmla="*/ 749586 w 1734579"/>
              <a:gd name="connsiteY918" fmla="*/ 0 h 1708593"/>
              <a:gd name="connsiteX919" fmla="*/ 850154 w 1734579"/>
              <a:gd name="connsiteY919" fmla="*/ 47649 h 1708593"/>
              <a:gd name="connsiteX920" fmla="*/ 937343 w 1734579"/>
              <a:gd name="connsiteY920" fmla="*/ 90068 h 1708593"/>
              <a:gd name="connsiteX921" fmla="*/ 1025586 w 1734579"/>
              <a:gd name="connsiteY921" fmla="*/ 47649 h 1708593"/>
              <a:gd name="connsiteX922" fmla="*/ 1115684 w 1734579"/>
              <a:gd name="connsiteY922" fmla="*/ 286 h 1708593"/>
              <a:gd name="connsiteX923" fmla="*/ 1124860 w 1734579"/>
              <a:gd name="connsiteY923" fmla="*/ 0 h 1708593"/>
              <a:gd name="connsiteX924" fmla="*/ 1225295 w 1734579"/>
              <a:gd name="connsiteY924" fmla="*/ 47649 h 1708593"/>
              <a:gd name="connsiteX925" fmla="*/ 1312376 w 1734579"/>
              <a:gd name="connsiteY925" fmla="*/ 90068 h 1708593"/>
              <a:gd name="connsiteX926" fmla="*/ 1400620 w 1734579"/>
              <a:gd name="connsiteY926" fmla="*/ 47649 h 1708593"/>
              <a:gd name="connsiteX927" fmla="*/ 1490714 w 1734579"/>
              <a:gd name="connsiteY927" fmla="*/ 286 h 1708593"/>
              <a:gd name="connsiteX928" fmla="*/ 1499902 w 1734579"/>
              <a:gd name="connsiteY928" fmla="*/ 0 h 1708593"/>
              <a:gd name="connsiteX929" fmla="*/ 1600457 w 1734579"/>
              <a:gd name="connsiteY929" fmla="*/ 47649 h 1708593"/>
              <a:gd name="connsiteX930" fmla="*/ 1672675 w 1734579"/>
              <a:gd name="connsiteY930" fmla="*/ 89150 h 1708593"/>
              <a:gd name="connsiteX931" fmla="*/ 1687656 w 1734579"/>
              <a:gd name="connsiteY931" fmla="*/ 90068 h 1708593"/>
              <a:gd name="connsiteX932" fmla="*/ 1702991 w 1734579"/>
              <a:gd name="connsiteY932" fmla="*/ 89150 h 1708593"/>
              <a:gd name="connsiteX933" fmla="*/ 1734579 w 1734579"/>
              <a:gd name="connsiteY933" fmla="*/ 77655 h 1708593"/>
              <a:gd name="connsiteX934" fmla="*/ 1734579 w 1734579"/>
              <a:gd name="connsiteY934" fmla="*/ 98671 h 1708593"/>
              <a:gd name="connsiteX935" fmla="*/ 1727021 w 1734579"/>
              <a:gd name="connsiteY935" fmla="*/ 102189 h 1708593"/>
              <a:gd name="connsiteX936" fmla="*/ 1696936 w 1734579"/>
              <a:gd name="connsiteY936" fmla="*/ 107795 h 1708593"/>
              <a:gd name="connsiteX937" fmla="*/ 1687656 w 1734579"/>
              <a:gd name="connsiteY937" fmla="*/ 108081 h 1708593"/>
              <a:gd name="connsiteX938" fmla="*/ 1678456 w 1734579"/>
              <a:gd name="connsiteY938" fmla="*/ 107795 h 1708593"/>
              <a:gd name="connsiteX939" fmla="*/ 1588259 w 1734579"/>
              <a:gd name="connsiteY939" fmla="*/ 60432 h 1708593"/>
              <a:gd name="connsiteX940" fmla="*/ 1515254 w 1734579"/>
              <a:gd name="connsiteY940" fmla="*/ 18931 h 1708593"/>
              <a:gd name="connsiteX941" fmla="*/ 1499902 w 1734579"/>
              <a:gd name="connsiteY941" fmla="*/ 18014 h 1708593"/>
              <a:gd name="connsiteX942" fmla="*/ 1484938 w 1734579"/>
              <a:gd name="connsiteY942" fmla="*/ 18931 h 1708593"/>
              <a:gd name="connsiteX943" fmla="*/ 1412811 w 1734579"/>
              <a:gd name="connsiteY943" fmla="*/ 60432 h 1708593"/>
              <a:gd name="connsiteX944" fmla="*/ 1312376 w 1734579"/>
              <a:gd name="connsiteY944" fmla="*/ 108081 h 1708593"/>
              <a:gd name="connsiteX945" fmla="*/ 1213103 w 1734579"/>
              <a:gd name="connsiteY945" fmla="*/ 60432 h 1708593"/>
              <a:gd name="connsiteX946" fmla="*/ 1140202 w 1734579"/>
              <a:gd name="connsiteY946" fmla="*/ 18931 h 1708593"/>
              <a:gd name="connsiteX947" fmla="*/ 1124860 w 1734579"/>
              <a:gd name="connsiteY947" fmla="*/ 18014 h 1708593"/>
              <a:gd name="connsiteX948" fmla="*/ 1109907 w 1734579"/>
              <a:gd name="connsiteY948" fmla="*/ 18931 h 1708593"/>
              <a:gd name="connsiteX949" fmla="*/ 1037780 w 1734579"/>
              <a:gd name="connsiteY949" fmla="*/ 60432 h 1708593"/>
              <a:gd name="connsiteX950" fmla="*/ 937343 w 1734579"/>
              <a:gd name="connsiteY950" fmla="*/ 108081 h 1708593"/>
              <a:gd name="connsiteX951" fmla="*/ 837942 w 1734579"/>
              <a:gd name="connsiteY951" fmla="*/ 60432 h 1708593"/>
              <a:gd name="connsiteX952" fmla="*/ 764952 w 1734579"/>
              <a:gd name="connsiteY952" fmla="*/ 18931 h 1708593"/>
              <a:gd name="connsiteX953" fmla="*/ 749586 w 1734579"/>
              <a:gd name="connsiteY953" fmla="*/ 18014 h 1708593"/>
              <a:gd name="connsiteX954" fmla="*/ 734638 w 1734579"/>
              <a:gd name="connsiteY954" fmla="*/ 18931 h 1708593"/>
              <a:gd name="connsiteX955" fmla="*/ 662511 w 1734579"/>
              <a:gd name="connsiteY955" fmla="*/ 60432 h 1708593"/>
              <a:gd name="connsiteX956" fmla="*/ 562069 w 1734579"/>
              <a:gd name="connsiteY956" fmla="*/ 108081 h 1708593"/>
              <a:gd name="connsiteX957" fmla="*/ 462743 w 1734579"/>
              <a:gd name="connsiteY957" fmla="*/ 60432 h 1708593"/>
              <a:gd name="connsiteX958" fmla="*/ 375034 w 1734579"/>
              <a:gd name="connsiteY958" fmla="*/ 18014 h 1708593"/>
              <a:gd name="connsiteX959" fmla="*/ 287371 w 1734579"/>
              <a:gd name="connsiteY959" fmla="*/ 60432 h 1708593"/>
              <a:gd name="connsiteX960" fmla="*/ 187517 w 1734579"/>
              <a:gd name="connsiteY960" fmla="*/ 108081 h 1708593"/>
              <a:gd name="connsiteX961" fmla="*/ 87663 w 1734579"/>
              <a:gd name="connsiteY961" fmla="*/ 60432 h 1708593"/>
              <a:gd name="connsiteX962" fmla="*/ 0 w 1734579"/>
              <a:gd name="connsiteY962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</a:cxnLst>
            <a:rect l="l" t="t" r="r" b="b"/>
            <a:pathLst>
              <a:path w="1734579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0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4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803998" y="1603627"/>
                  <a:pt x="828351" y="1626915"/>
                  <a:pt x="850154" y="1648161"/>
                </a:cubicBezTo>
                <a:cubicBezTo>
                  <a:pt x="873408" y="1670242"/>
                  <a:pt x="894909" y="1690580"/>
                  <a:pt x="937343" y="1690580"/>
                </a:cubicBezTo>
                <a:cubicBezTo>
                  <a:pt x="980892" y="1690580"/>
                  <a:pt x="1002368" y="1670242"/>
                  <a:pt x="1025586" y="1648161"/>
                </a:cubicBezTo>
                <a:cubicBezTo>
                  <a:pt x="1047357" y="1626915"/>
                  <a:pt x="1071175" y="1603627"/>
                  <a:pt x="1115684" y="1600798"/>
                </a:cubicBezTo>
                <a:lnTo>
                  <a:pt x="1124860" y="1600512"/>
                </a:lnTo>
                <a:lnTo>
                  <a:pt x="1134151" y="1600798"/>
                </a:lnTo>
                <a:cubicBezTo>
                  <a:pt x="1179136" y="1603627"/>
                  <a:pt x="1202980" y="1626915"/>
                  <a:pt x="1225295" y="1648161"/>
                </a:cubicBezTo>
                <a:cubicBezTo>
                  <a:pt x="1248517" y="1670242"/>
                  <a:pt x="1270006" y="1690580"/>
                  <a:pt x="1312376" y="1690580"/>
                </a:cubicBezTo>
                <a:cubicBezTo>
                  <a:pt x="1355923" y="1690580"/>
                  <a:pt x="1377398" y="1670242"/>
                  <a:pt x="1400620" y="1648161"/>
                </a:cubicBezTo>
                <a:cubicBezTo>
                  <a:pt x="1422391" y="1626915"/>
                  <a:pt x="1446206" y="1603627"/>
                  <a:pt x="1490714" y="1600798"/>
                </a:cubicBezTo>
                <a:lnTo>
                  <a:pt x="1499902" y="1600512"/>
                </a:lnTo>
                <a:lnTo>
                  <a:pt x="1509200" y="1600798"/>
                </a:lnTo>
                <a:cubicBezTo>
                  <a:pt x="1554240" y="1603627"/>
                  <a:pt x="1578118" y="1626915"/>
                  <a:pt x="1600457" y="1648161"/>
                </a:cubicBezTo>
                <a:cubicBezTo>
                  <a:pt x="1620811" y="1667482"/>
                  <a:pt x="1639813" y="1685468"/>
                  <a:pt x="1672675" y="1689663"/>
                </a:cubicBezTo>
                <a:lnTo>
                  <a:pt x="1687656" y="1690580"/>
                </a:lnTo>
                <a:lnTo>
                  <a:pt x="1702991" y="1689663"/>
                </a:lnTo>
                <a:lnTo>
                  <a:pt x="1734579" y="1678167"/>
                </a:lnTo>
                <a:lnTo>
                  <a:pt x="1734579" y="1699183"/>
                </a:lnTo>
                <a:lnTo>
                  <a:pt x="1727021" y="1702701"/>
                </a:lnTo>
                <a:cubicBezTo>
                  <a:pt x="1718110" y="1705614"/>
                  <a:pt x="1708183" y="1707600"/>
                  <a:pt x="1696936" y="1708307"/>
                </a:cubicBezTo>
                <a:lnTo>
                  <a:pt x="1687656" y="1708593"/>
                </a:lnTo>
                <a:lnTo>
                  <a:pt x="1678456" y="1708307"/>
                </a:lnTo>
                <a:cubicBezTo>
                  <a:pt x="1633890" y="1705479"/>
                  <a:pt x="1610048" y="1682190"/>
                  <a:pt x="1588259" y="1660945"/>
                </a:cubicBezTo>
                <a:cubicBezTo>
                  <a:pt x="1567905" y="1641624"/>
                  <a:pt x="1548904" y="1623638"/>
                  <a:pt x="1515254" y="1619443"/>
                </a:cubicBezTo>
                <a:lnTo>
                  <a:pt x="1499902" y="1618526"/>
                </a:lnTo>
                <a:lnTo>
                  <a:pt x="1484938" y="1619443"/>
                </a:lnTo>
                <a:cubicBezTo>
                  <a:pt x="1452116" y="1623638"/>
                  <a:pt x="1433131" y="1641624"/>
                  <a:pt x="1412811" y="1660945"/>
                </a:cubicBezTo>
                <a:cubicBezTo>
                  <a:pt x="1389009" y="1683607"/>
                  <a:pt x="1363465" y="1708593"/>
                  <a:pt x="1312376" y="1708593"/>
                </a:cubicBezTo>
                <a:cubicBezTo>
                  <a:pt x="1261869" y="1708593"/>
                  <a:pt x="1236325" y="1683607"/>
                  <a:pt x="1213103" y="1660945"/>
                </a:cubicBezTo>
                <a:cubicBezTo>
                  <a:pt x="1192784" y="1641624"/>
                  <a:pt x="1173800" y="1623638"/>
                  <a:pt x="1140202" y="1619443"/>
                </a:cubicBezTo>
                <a:lnTo>
                  <a:pt x="1124860" y="1618526"/>
                </a:lnTo>
                <a:lnTo>
                  <a:pt x="1109907" y="1619443"/>
                </a:lnTo>
                <a:cubicBezTo>
                  <a:pt x="1077083" y="1623638"/>
                  <a:pt x="1058099" y="1641624"/>
                  <a:pt x="1037780" y="1660945"/>
                </a:cubicBezTo>
                <a:cubicBezTo>
                  <a:pt x="1014563" y="1683607"/>
                  <a:pt x="988431" y="1708593"/>
                  <a:pt x="937343" y="1708593"/>
                </a:cubicBezTo>
                <a:cubicBezTo>
                  <a:pt x="887352" y="1708593"/>
                  <a:pt x="861195" y="1683607"/>
                  <a:pt x="837942" y="1660945"/>
                </a:cubicBezTo>
                <a:cubicBezTo>
                  <a:pt x="817603" y="1641624"/>
                  <a:pt x="798587" y="1623638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0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0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4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803998" y="1504144"/>
                  <a:pt x="828351" y="1526943"/>
                  <a:pt x="850154" y="1548208"/>
                </a:cubicBezTo>
                <a:cubicBezTo>
                  <a:pt x="873408" y="1570891"/>
                  <a:pt x="894909" y="1590666"/>
                  <a:pt x="937343" y="1590666"/>
                </a:cubicBezTo>
                <a:cubicBezTo>
                  <a:pt x="980892" y="1590666"/>
                  <a:pt x="1002368" y="1570310"/>
                  <a:pt x="1025586" y="1548208"/>
                </a:cubicBezTo>
                <a:cubicBezTo>
                  <a:pt x="1047357" y="1526943"/>
                  <a:pt x="1071175" y="1504144"/>
                  <a:pt x="1115684" y="1501377"/>
                </a:cubicBezTo>
                <a:lnTo>
                  <a:pt x="1124860" y="1501097"/>
                </a:lnTo>
                <a:lnTo>
                  <a:pt x="1134151" y="1501377"/>
                </a:lnTo>
                <a:cubicBezTo>
                  <a:pt x="1179136" y="1504144"/>
                  <a:pt x="1202980" y="1526943"/>
                  <a:pt x="1225295" y="1548208"/>
                </a:cubicBezTo>
                <a:cubicBezTo>
                  <a:pt x="1248517" y="1570891"/>
                  <a:pt x="1270006" y="1590666"/>
                  <a:pt x="1312376" y="1590666"/>
                </a:cubicBezTo>
                <a:cubicBezTo>
                  <a:pt x="1355923" y="1590666"/>
                  <a:pt x="1377398" y="1570310"/>
                  <a:pt x="1400620" y="1548208"/>
                </a:cubicBezTo>
                <a:cubicBezTo>
                  <a:pt x="1422391" y="1526943"/>
                  <a:pt x="1446206" y="1504144"/>
                  <a:pt x="1490714" y="1501377"/>
                </a:cubicBezTo>
                <a:lnTo>
                  <a:pt x="1499902" y="1501097"/>
                </a:lnTo>
                <a:lnTo>
                  <a:pt x="1509200" y="1501377"/>
                </a:lnTo>
                <a:cubicBezTo>
                  <a:pt x="1554240" y="1504144"/>
                  <a:pt x="1578118" y="1526943"/>
                  <a:pt x="1600457" y="1548208"/>
                </a:cubicBezTo>
                <a:cubicBezTo>
                  <a:pt x="1620811" y="1568056"/>
                  <a:pt x="1639813" y="1585677"/>
                  <a:pt x="1672675" y="1589772"/>
                </a:cubicBezTo>
                <a:lnTo>
                  <a:pt x="1687656" y="1590666"/>
                </a:lnTo>
                <a:lnTo>
                  <a:pt x="1702991" y="1589748"/>
                </a:lnTo>
                <a:lnTo>
                  <a:pt x="1734579" y="1578243"/>
                </a:lnTo>
                <a:lnTo>
                  <a:pt x="1734579" y="1599278"/>
                </a:lnTo>
                <a:lnTo>
                  <a:pt x="1727021" y="1602799"/>
                </a:lnTo>
                <a:cubicBezTo>
                  <a:pt x="1718110" y="1605715"/>
                  <a:pt x="1708183" y="1607703"/>
                  <a:pt x="1696936" y="1608410"/>
                </a:cubicBezTo>
                <a:lnTo>
                  <a:pt x="1687656" y="1608697"/>
                </a:lnTo>
                <a:lnTo>
                  <a:pt x="1678456" y="1608410"/>
                </a:lnTo>
                <a:cubicBezTo>
                  <a:pt x="1633890" y="1605580"/>
                  <a:pt x="1610048" y="1582269"/>
                  <a:pt x="1588259" y="1561004"/>
                </a:cubicBezTo>
                <a:cubicBezTo>
                  <a:pt x="1567905" y="1541665"/>
                  <a:pt x="1548904" y="1523662"/>
                  <a:pt x="1515254" y="1519464"/>
                </a:cubicBezTo>
                <a:lnTo>
                  <a:pt x="1499902" y="1518546"/>
                </a:lnTo>
                <a:lnTo>
                  <a:pt x="1484938" y="1519464"/>
                </a:lnTo>
                <a:cubicBezTo>
                  <a:pt x="1452116" y="1523662"/>
                  <a:pt x="1433131" y="1541665"/>
                  <a:pt x="1412811" y="1561004"/>
                </a:cubicBezTo>
                <a:cubicBezTo>
                  <a:pt x="1389009" y="1583687"/>
                  <a:pt x="1363465" y="1608697"/>
                  <a:pt x="1312376" y="1608697"/>
                </a:cubicBezTo>
                <a:cubicBezTo>
                  <a:pt x="1261869" y="1608697"/>
                  <a:pt x="1236325" y="1583687"/>
                  <a:pt x="1213103" y="1561004"/>
                </a:cubicBezTo>
                <a:cubicBezTo>
                  <a:pt x="1192784" y="1541665"/>
                  <a:pt x="1173800" y="1523662"/>
                  <a:pt x="1140202" y="1519464"/>
                </a:cubicBezTo>
                <a:lnTo>
                  <a:pt x="1124860" y="1518546"/>
                </a:lnTo>
                <a:lnTo>
                  <a:pt x="1109907" y="1519464"/>
                </a:lnTo>
                <a:cubicBezTo>
                  <a:pt x="1077083" y="1523662"/>
                  <a:pt x="1058099" y="1541665"/>
                  <a:pt x="1037780" y="1561004"/>
                </a:cubicBezTo>
                <a:cubicBezTo>
                  <a:pt x="1014563" y="1583687"/>
                  <a:pt x="988431" y="1608697"/>
                  <a:pt x="937343" y="1608697"/>
                </a:cubicBezTo>
                <a:cubicBezTo>
                  <a:pt x="887352" y="1608697"/>
                  <a:pt x="861195" y="1583687"/>
                  <a:pt x="837942" y="1561004"/>
                </a:cubicBezTo>
                <a:cubicBezTo>
                  <a:pt x="817603" y="1541665"/>
                  <a:pt x="798587" y="1523662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0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5"/>
                  <a:pt x="187517" y="1490065"/>
                </a:cubicBezTo>
                <a:cubicBezTo>
                  <a:pt x="230477" y="1490065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0" y="1447645"/>
                </a:cubicBezTo>
                <a:cubicBezTo>
                  <a:pt x="498175" y="1469726"/>
                  <a:pt x="519667" y="1490065"/>
                  <a:pt x="562069" y="1490065"/>
                </a:cubicBezTo>
                <a:cubicBezTo>
                  <a:pt x="605610" y="1490065"/>
                  <a:pt x="627090" y="1469726"/>
                  <a:pt x="650315" y="1447645"/>
                </a:cubicBezTo>
                <a:cubicBezTo>
                  <a:pt x="672084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803998" y="1403111"/>
                  <a:pt x="828351" y="1426400"/>
                  <a:pt x="850154" y="1447645"/>
                </a:cubicBezTo>
                <a:cubicBezTo>
                  <a:pt x="873408" y="1469726"/>
                  <a:pt x="894909" y="1490065"/>
                  <a:pt x="937343" y="1490065"/>
                </a:cubicBezTo>
                <a:cubicBezTo>
                  <a:pt x="980892" y="1490065"/>
                  <a:pt x="1002368" y="1469726"/>
                  <a:pt x="1025586" y="1447645"/>
                </a:cubicBezTo>
                <a:cubicBezTo>
                  <a:pt x="1047357" y="1426400"/>
                  <a:pt x="1071175" y="1403111"/>
                  <a:pt x="1115684" y="1400283"/>
                </a:cubicBezTo>
                <a:lnTo>
                  <a:pt x="1124860" y="1399997"/>
                </a:lnTo>
                <a:lnTo>
                  <a:pt x="1134151" y="1400283"/>
                </a:lnTo>
                <a:cubicBezTo>
                  <a:pt x="1179136" y="1403111"/>
                  <a:pt x="1202980" y="1426400"/>
                  <a:pt x="1225295" y="1447645"/>
                </a:cubicBezTo>
                <a:cubicBezTo>
                  <a:pt x="1248517" y="1469726"/>
                  <a:pt x="1270006" y="1490065"/>
                  <a:pt x="1312376" y="1490065"/>
                </a:cubicBezTo>
                <a:cubicBezTo>
                  <a:pt x="1355923" y="1490065"/>
                  <a:pt x="1377398" y="1469726"/>
                  <a:pt x="1400620" y="1447645"/>
                </a:cubicBezTo>
                <a:cubicBezTo>
                  <a:pt x="1422391" y="1426400"/>
                  <a:pt x="1446206" y="1403111"/>
                  <a:pt x="1490714" y="1400283"/>
                </a:cubicBezTo>
                <a:lnTo>
                  <a:pt x="1499902" y="1399997"/>
                </a:lnTo>
                <a:lnTo>
                  <a:pt x="1509200" y="1400283"/>
                </a:lnTo>
                <a:cubicBezTo>
                  <a:pt x="1554240" y="1403111"/>
                  <a:pt x="1578118" y="1426400"/>
                  <a:pt x="1600457" y="1447645"/>
                </a:cubicBezTo>
                <a:cubicBezTo>
                  <a:pt x="1620811" y="1466966"/>
                  <a:pt x="1639813" y="1484953"/>
                  <a:pt x="1672675" y="1489147"/>
                </a:cubicBezTo>
                <a:lnTo>
                  <a:pt x="1687656" y="1490065"/>
                </a:lnTo>
                <a:lnTo>
                  <a:pt x="1702991" y="1489147"/>
                </a:lnTo>
                <a:lnTo>
                  <a:pt x="1734579" y="1477652"/>
                </a:lnTo>
                <a:lnTo>
                  <a:pt x="1734579" y="1498668"/>
                </a:lnTo>
                <a:lnTo>
                  <a:pt x="1727021" y="1502186"/>
                </a:lnTo>
                <a:cubicBezTo>
                  <a:pt x="1718110" y="1505099"/>
                  <a:pt x="1708183" y="1507085"/>
                  <a:pt x="1696936" y="1507792"/>
                </a:cubicBezTo>
                <a:lnTo>
                  <a:pt x="1687656" y="1508078"/>
                </a:lnTo>
                <a:lnTo>
                  <a:pt x="1678456" y="1507792"/>
                </a:lnTo>
                <a:cubicBezTo>
                  <a:pt x="1633890" y="1504964"/>
                  <a:pt x="1610048" y="1481675"/>
                  <a:pt x="1588259" y="1460429"/>
                </a:cubicBezTo>
                <a:cubicBezTo>
                  <a:pt x="1567905" y="1441108"/>
                  <a:pt x="1548904" y="1423122"/>
                  <a:pt x="1515254" y="1418928"/>
                </a:cubicBezTo>
                <a:lnTo>
                  <a:pt x="1499902" y="1418010"/>
                </a:lnTo>
                <a:lnTo>
                  <a:pt x="1484938" y="1418928"/>
                </a:lnTo>
                <a:cubicBezTo>
                  <a:pt x="1452116" y="1423122"/>
                  <a:pt x="1433131" y="1441108"/>
                  <a:pt x="1412811" y="1460429"/>
                </a:cubicBezTo>
                <a:cubicBezTo>
                  <a:pt x="1389009" y="1483091"/>
                  <a:pt x="1363465" y="1508078"/>
                  <a:pt x="1312376" y="1508078"/>
                </a:cubicBezTo>
                <a:cubicBezTo>
                  <a:pt x="1261869" y="1508078"/>
                  <a:pt x="1236325" y="1483091"/>
                  <a:pt x="1213103" y="1460429"/>
                </a:cubicBezTo>
                <a:cubicBezTo>
                  <a:pt x="1192784" y="1441108"/>
                  <a:pt x="1173800" y="1423122"/>
                  <a:pt x="1140202" y="1418928"/>
                </a:cubicBezTo>
                <a:lnTo>
                  <a:pt x="1124860" y="1418010"/>
                </a:lnTo>
                <a:lnTo>
                  <a:pt x="1109907" y="1418928"/>
                </a:lnTo>
                <a:cubicBezTo>
                  <a:pt x="1077083" y="1423122"/>
                  <a:pt x="1058099" y="1441108"/>
                  <a:pt x="1037780" y="1460429"/>
                </a:cubicBezTo>
                <a:cubicBezTo>
                  <a:pt x="1014563" y="1483091"/>
                  <a:pt x="988431" y="1508078"/>
                  <a:pt x="937343" y="1508078"/>
                </a:cubicBezTo>
                <a:cubicBezTo>
                  <a:pt x="887352" y="1508078"/>
                  <a:pt x="861195" y="1483091"/>
                  <a:pt x="837942" y="1460429"/>
                </a:cubicBezTo>
                <a:cubicBezTo>
                  <a:pt x="817603" y="1441108"/>
                  <a:pt x="798587" y="1423122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0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0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4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803998" y="1303697"/>
                  <a:pt x="828351" y="1326973"/>
                  <a:pt x="850154" y="1347693"/>
                </a:cubicBezTo>
                <a:cubicBezTo>
                  <a:pt x="873408" y="1370376"/>
                  <a:pt x="894909" y="1390151"/>
                  <a:pt x="937343" y="1390151"/>
                </a:cubicBezTo>
                <a:cubicBezTo>
                  <a:pt x="980892" y="1390151"/>
                  <a:pt x="1002368" y="1370376"/>
                  <a:pt x="1025586" y="1347693"/>
                </a:cubicBezTo>
                <a:cubicBezTo>
                  <a:pt x="1047357" y="1326973"/>
                  <a:pt x="1071175" y="1303697"/>
                  <a:pt x="1115684" y="1300868"/>
                </a:cubicBezTo>
                <a:lnTo>
                  <a:pt x="1124860" y="1300582"/>
                </a:lnTo>
                <a:lnTo>
                  <a:pt x="1134151" y="1300868"/>
                </a:lnTo>
                <a:cubicBezTo>
                  <a:pt x="1179136" y="1303697"/>
                  <a:pt x="1202980" y="1326973"/>
                  <a:pt x="1225295" y="1347693"/>
                </a:cubicBezTo>
                <a:cubicBezTo>
                  <a:pt x="1248517" y="1370376"/>
                  <a:pt x="1270006" y="1390151"/>
                  <a:pt x="1312376" y="1390151"/>
                </a:cubicBezTo>
                <a:cubicBezTo>
                  <a:pt x="1355923" y="1390151"/>
                  <a:pt x="1377398" y="1370376"/>
                  <a:pt x="1400620" y="1347693"/>
                </a:cubicBezTo>
                <a:cubicBezTo>
                  <a:pt x="1422391" y="1326973"/>
                  <a:pt x="1446206" y="1303697"/>
                  <a:pt x="1490714" y="1300868"/>
                </a:cubicBezTo>
                <a:lnTo>
                  <a:pt x="1499902" y="1300582"/>
                </a:lnTo>
                <a:lnTo>
                  <a:pt x="1509200" y="1300868"/>
                </a:lnTo>
                <a:cubicBezTo>
                  <a:pt x="1554240" y="1303697"/>
                  <a:pt x="1578118" y="1326973"/>
                  <a:pt x="1600457" y="1347693"/>
                </a:cubicBezTo>
                <a:cubicBezTo>
                  <a:pt x="1620811" y="1367541"/>
                  <a:pt x="1639813" y="1385162"/>
                  <a:pt x="1672675" y="1389257"/>
                </a:cubicBezTo>
                <a:lnTo>
                  <a:pt x="1687656" y="1390151"/>
                </a:lnTo>
                <a:lnTo>
                  <a:pt x="1702991" y="1389257"/>
                </a:lnTo>
                <a:lnTo>
                  <a:pt x="1734579" y="1377917"/>
                </a:lnTo>
                <a:lnTo>
                  <a:pt x="1734579" y="1398947"/>
                </a:lnTo>
                <a:lnTo>
                  <a:pt x="1727021" y="1402407"/>
                </a:lnTo>
                <a:cubicBezTo>
                  <a:pt x="1718110" y="1405266"/>
                  <a:pt x="1708183" y="1407210"/>
                  <a:pt x="1696936" y="1407901"/>
                </a:cubicBezTo>
                <a:lnTo>
                  <a:pt x="1687656" y="1408181"/>
                </a:lnTo>
                <a:lnTo>
                  <a:pt x="1678456" y="1407901"/>
                </a:lnTo>
                <a:cubicBezTo>
                  <a:pt x="1633890" y="1405135"/>
                  <a:pt x="1610048" y="1382336"/>
                  <a:pt x="1588259" y="1361070"/>
                </a:cubicBezTo>
                <a:cubicBezTo>
                  <a:pt x="1567905" y="1341222"/>
                  <a:pt x="1548904" y="1323601"/>
                  <a:pt x="1515254" y="1319506"/>
                </a:cubicBezTo>
                <a:lnTo>
                  <a:pt x="1499902" y="1318612"/>
                </a:lnTo>
                <a:lnTo>
                  <a:pt x="1484938" y="1319506"/>
                </a:lnTo>
                <a:cubicBezTo>
                  <a:pt x="1452116" y="1323601"/>
                  <a:pt x="1433131" y="1341222"/>
                  <a:pt x="1412811" y="1361070"/>
                </a:cubicBezTo>
                <a:cubicBezTo>
                  <a:pt x="1389009" y="1383753"/>
                  <a:pt x="1363465" y="1408181"/>
                  <a:pt x="1312376" y="1408181"/>
                </a:cubicBezTo>
                <a:cubicBezTo>
                  <a:pt x="1261869" y="1408181"/>
                  <a:pt x="1236325" y="1383753"/>
                  <a:pt x="1213103" y="1361070"/>
                </a:cubicBezTo>
                <a:cubicBezTo>
                  <a:pt x="1192784" y="1341222"/>
                  <a:pt x="1173800" y="1323601"/>
                  <a:pt x="1140202" y="1319506"/>
                </a:cubicBezTo>
                <a:lnTo>
                  <a:pt x="1124860" y="1318612"/>
                </a:lnTo>
                <a:lnTo>
                  <a:pt x="1109907" y="1319506"/>
                </a:lnTo>
                <a:cubicBezTo>
                  <a:pt x="1077083" y="1323601"/>
                  <a:pt x="1058099" y="1341222"/>
                  <a:pt x="1037780" y="1361070"/>
                </a:cubicBezTo>
                <a:cubicBezTo>
                  <a:pt x="1014563" y="1383753"/>
                  <a:pt x="988431" y="1408181"/>
                  <a:pt x="937343" y="1408181"/>
                </a:cubicBezTo>
                <a:cubicBezTo>
                  <a:pt x="887352" y="1408181"/>
                  <a:pt x="861195" y="1383753"/>
                  <a:pt x="837942" y="1361070"/>
                </a:cubicBezTo>
                <a:cubicBezTo>
                  <a:pt x="817603" y="1341222"/>
                  <a:pt x="798587" y="1323601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0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0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4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803998" y="1203799"/>
                  <a:pt x="828351" y="1227088"/>
                  <a:pt x="850154" y="1248334"/>
                </a:cubicBezTo>
                <a:cubicBezTo>
                  <a:pt x="873408" y="1270415"/>
                  <a:pt x="894909" y="1290753"/>
                  <a:pt x="937343" y="1290753"/>
                </a:cubicBezTo>
                <a:cubicBezTo>
                  <a:pt x="980892" y="1290753"/>
                  <a:pt x="1002368" y="1270415"/>
                  <a:pt x="1025586" y="1248334"/>
                </a:cubicBezTo>
                <a:cubicBezTo>
                  <a:pt x="1047357" y="1227088"/>
                  <a:pt x="1071175" y="1203799"/>
                  <a:pt x="1115684" y="1200971"/>
                </a:cubicBezTo>
                <a:lnTo>
                  <a:pt x="1124860" y="1200685"/>
                </a:lnTo>
                <a:lnTo>
                  <a:pt x="1134151" y="1200971"/>
                </a:lnTo>
                <a:cubicBezTo>
                  <a:pt x="1179136" y="1203799"/>
                  <a:pt x="1202980" y="1227088"/>
                  <a:pt x="1225295" y="1248334"/>
                </a:cubicBezTo>
                <a:cubicBezTo>
                  <a:pt x="1248517" y="1270415"/>
                  <a:pt x="1270006" y="1290753"/>
                  <a:pt x="1312376" y="1290753"/>
                </a:cubicBezTo>
                <a:cubicBezTo>
                  <a:pt x="1355923" y="1290753"/>
                  <a:pt x="1377398" y="1270415"/>
                  <a:pt x="1400620" y="1248334"/>
                </a:cubicBezTo>
                <a:cubicBezTo>
                  <a:pt x="1422391" y="1227088"/>
                  <a:pt x="1446206" y="1203799"/>
                  <a:pt x="1490714" y="1200971"/>
                </a:cubicBezTo>
                <a:lnTo>
                  <a:pt x="1499902" y="1200685"/>
                </a:lnTo>
                <a:lnTo>
                  <a:pt x="1509200" y="1200971"/>
                </a:lnTo>
                <a:cubicBezTo>
                  <a:pt x="1554240" y="1203799"/>
                  <a:pt x="1578118" y="1227088"/>
                  <a:pt x="1600457" y="1248334"/>
                </a:cubicBezTo>
                <a:cubicBezTo>
                  <a:pt x="1620811" y="1267654"/>
                  <a:pt x="1639813" y="1285641"/>
                  <a:pt x="1672675" y="1289836"/>
                </a:cubicBezTo>
                <a:lnTo>
                  <a:pt x="1687656" y="1290753"/>
                </a:lnTo>
                <a:lnTo>
                  <a:pt x="1702991" y="1289836"/>
                </a:lnTo>
                <a:lnTo>
                  <a:pt x="1734579" y="1278340"/>
                </a:lnTo>
                <a:lnTo>
                  <a:pt x="1734579" y="1299356"/>
                </a:lnTo>
                <a:lnTo>
                  <a:pt x="1727021" y="1302874"/>
                </a:lnTo>
                <a:cubicBezTo>
                  <a:pt x="1718110" y="1305787"/>
                  <a:pt x="1708183" y="1307773"/>
                  <a:pt x="1696936" y="1308480"/>
                </a:cubicBezTo>
                <a:lnTo>
                  <a:pt x="1687656" y="1308766"/>
                </a:lnTo>
                <a:lnTo>
                  <a:pt x="1678456" y="1308480"/>
                </a:lnTo>
                <a:cubicBezTo>
                  <a:pt x="1633890" y="1305652"/>
                  <a:pt x="1610048" y="1282363"/>
                  <a:pt x="1588259" y="1261118"/>
                </a:cubicBezTo>
                <a:cubicBezTo>
                  <a:pt x="1567905" y="1241797"/>
                  <a:pt x="1548904" y="1223811"/>
                  <a:pt x="1515254" y="1219616"/>
                </a:cubicBezTo>
                <a:lnTo>
                  <a:pt x="1499902" y="1218699"/>
                </a:lnTo>
                <a:lnTo>
                  <a:pt x="1484938" y="1219616"/>
                </a:lnTo>
                <a:cubicBezTo>
                  <a:pt x="1452116" y="1223811"/>
                  <a:pt x="1433131" y="1241797"/>
                  <a:pt x="1412811" y="1261118"/>
                </a:cubicBezTo>
                <a:cubicBezTo>
                  <a:pt x="1389009" y="1283779"/>
                  <a:pt x="1363465" y="1308766"/>
                  <a:pt x="1312376" y="1308766"/>
                </a:cubicBezTo>
                <a:cubicBezTo>
                  <a:pt x="1261869" y="1308766"/>
                  <a:pt x="1236325" y="1283779"/>
                  <a:pt x="1213103" y="1261118"/>
                </a:cubicBezTo>
                <a:cubicBezTo>
                  <a:pt x="1192784" y="1241797"/>
                  <a:pt x="1173800" y="1223811"/>
                  <a:pt x="1140202" y="1219616"/>
                </a:cubicBezTo>
                <a:lnTo>
                  <a:pt x="1124860" y="1218699"/>
                </a:lnTo>
                <a:lnTo>
                  <a:pt x="1109907" y="1219616"/>
                </a:lnTo>
                <a:cubicBezTo>
                  <a:pt x="1077083" y="1223811"/>
                  <a:pt x="1058099" y="1241797"/>
                  <a:pt x="1037780" y="1261118"/>
                </a:cubicBezTo>
                <a:cubicBezTo>
                  <a:pt x="1014563" y="1283779"/>
                  <a:pt x="988431" y="1308766"/>
                  <a:pt x="937343" y="1308766"/>
                </a:cubicBezTo>
                <a:cubicBezTo>
                  <a:pt x="887352" y="1308766"/>
                  <a:pt x="861195" y="1283779"/>
                  <a:pt x="837942" y="1261118"/>
                </a:cubicBezTo>
                <a:cubicBezTo>
                  <a:pt x="817603" y="1241797"/>
                  <a:pt x="798587" y="1223811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1"/>
                  <a:pt x="682830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0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4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803998" y="1103181"/>
                  <a:pt x="828351" y="1126469"/>
                  <a:pt x="850154" y="1147715"/>
                </a:cubicBezTo>
                <a:cubicBezTo>
                  <a:pt x="873408" y="1169796"/>
                  <a:pt x="894909" y="1190134"/>
                  <a:pt x="937343" y="1190134"/>
                </a:cubicBezTo>
                <a:cubicBezTo>
                  <a:pt x="980892" y="1190134"/>
                  <a:pt x="1002368" y="1169796"/>
                  <a:pt x="1025586" y="1147715"/>
                </a:cubicBezTo>
                <a:cubicBezTo>
                  <a:pt x="1047357" y="1126469"/>
                  <a:pt x="1071175" y="1103181"/>
                  <a:pt x="1115684" y="1100352"/>
                </a:cubicBezTo>
                <a:lnTo>
                  <a:pt x="1124860" y="1100066"/>
                </a:lnTo>
                <a:lnTo>
                  <a:pt x="1134151" y="1100352"/>
                </a:lnTo>
                <a:cubicBezTo>
                  <a:pt x="1179136" y="1103181"/>
                  <a:pt x="1202980" y="1126469"/>
                  <a:pt x="1225295" y="1147715"/>
                </a:cubicBezTo>
                <a:cubicBezTo>
                  <a:pt x="1248517" y="1169796"/>
                  <a:pt x="1270006" y="1190134"/>
                  <a:pt x="1312376" y="1190134"/>
                </a:cubicBezTo>
                <a:cubicBezTo>
                  <a:pt x="1355923" y="1190134"/>
                  <a:pt x="1377398" y="1169796"/>
                  <a:pt x="1400620" y="1147715"/>
                </a:cubicBezTo>
                <a:cubicBezTo>
                  <a:pt x="1422391" y="1126469"/>
                  <a:pt x="1446206" y="1103181"/>
                  <a:pt x="1490714" y="1100352"/>
                </a:cubicBezTo>
                <a:lnTo>
                  <a:pt x="1499902" y="1100066"/>
                </a:lnTo>
                <a:lnTo>
                  <a:pt x="1509200" y="1100352"/>
                </a:lnTo>
                <a:cubicBezTo>
                  <a:pt x="1554240" y="1103181"/>
                  <a:pt x="1578118" y="1126469"/>
                  <a:pt x="1600457" y="1147715"/>
                </a:cubicBezTo>
                <a:cubicBezTo>
                  <a:pt x="1620811" y="1167036"/>
                  <a:pt x="1639813" y="1185022"/>
                  <a:pt x="1672675" y="1189217"/>
                </a:cubicBezTo>
                <a:lnTo>
                  <a:pt x="1687656" y="1190134"/>
                </a:lnTo>
                <a:lnTo>
                  <a:pt x="1702991" y="1189217"/>
                </a:lnTo>
                <a:lnTo>
                  <a:pt x="1734579" y="1177722"/>
                </a:lnTo>
                <a:lnTo>
                  <a:pt x="1734579" y="1198738"/>
                </a:lnTo>
                <a:lnTo>
                  <a:pt x="1727021" y="1202255"/>
                </a:lnTo>
                <a:cubicBezTo>
                  <a:pt x="1718110" y="1205168"/>
                  <a:pt x="1708183" y="1207154"/>
                  <a:pt x="1696936" y="1207861"/>
                </a:cubicBezTo>
                <a:lnTo>
                  <a:pt x="1687656" y="1208147"/>
                </a:lnTo>
                <a:lnTo>
                  <a:pt x="1678456" y="1207861"/>
                </a:lnTo>
                <a:cubicBezTo>
                  <a:pt x="1633890" y="1205033"/>
                  <a:pt x="1610048" y="1181745"/>
                  <a:pt x="1588259" y="1160499"/>
                </a:cubicBezTo>
                <a:cubicBezTo>
                  <a:pt x="1567905" y="1141178"/>
                  <a:pt x="1548904" y="1123191"/>
                  <a:pt x="1515254" y="1118997"/>
                </a:cubicBezTo>
                <a:lnTo>
                  <a:pt x="1499902" y="1118080"/>
                </a:lnTo>
                <a:lnTo>
                  <a:pt x="1484938" y="1118997"/>
                </a:lnTo>
                <a:cubicBezTo>
                  <a:pt x="1452116" y="1123191"/>
                  <a:pt x="1433131" y="1141178"/>
                  <a:pt x="1412811" y="1160499"/>
                </a:cubicBezTo>
                <a:cubicBezTo>
                  <a:pt x="1389009" y="1183161"/>
                  <a:pt x="1363465" y="1208147"/>
                  <a:pt x="1312376" y="1208147"/>
                </a:cubicBezTo>
                <a:cubicBezTo>
                  <a:pt x="1261869" y="1208147"/>
                  <a:pt x="1236325" y="1183161"/>
                  <a:pt x="1213103" y="1160499"/>
                </a:cubicBezTo>
                <a:cubicBezTo>
                  <a:pt x="1192784" y="1141178"/>
                  <a:pt x="1173800" y="1123191"/>
                  <a:pt x="1140202" y="1118997"/>
                </a:cubicBezTo>
                <a:lnTo>
                  <a:pt x="1124860" y="1118080"/>
                </a:lnTo>
                <a:lnTo>
                  <a:pt x="1109907" y="1118997"/>
                </a:lnTo>
                <a:cubicBezTo>
                  <a:pt x="1077083" y="1123191"/>
                  <a:pt x="1058099" y="1141178"/>
                  <a:pt x="1037780" y="1160499"/>
                </a:cubicBezTo>
                <a:cubicBezTo>
                  <a:pt x="1014563" y="1183161"/>
                  <a:pt x="988431" y="1208147"/>
                  <a:pt x="937343" y="1208147"/>
                </a:cubicBezTo>
                <a:cubicBezTo>
                  <a:pt x="887352" y="1208147"/>
                  <a:pt x="861195" y="1183161"/>
                  <a:pt x="837942" y="1160499"/>
                </a:cubicBezTo>
                <a:cubicBezTo>
                  <a:pt x="817603" y="1141178"/>
                  <a:pt x="798587" y="1123191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0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0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4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803998" y="1003698"/>
                  <a:pt x="828351" y="1026497"/>
                  <a:pt x="850154" y="1047762"/>
                </a:cubicBezTo>
                <a:cubicBezTo>
                  <a:pt x="873408" y="1070445"/>
                  <a:pt x="894909" y="1090220"/>
                  <a:pt x="937343" y="1090220"/>
                </a:cubicBezTo>
                <a:cubicBezTo>
                  <a:pt x="980892" y="1090220"/>
                  <a:pt x="1002368" y="1070445"/>
                  <a:pt x="1025586" y="1047762"/>
                </a:cubicBezTo>
                <a:cubicBezTo>
                  <a:pt x="1047357" y="1027042"/>
                  <a:pt x="1071175" y="1003766"/>
                  <a:pt x="1115684" y="1000937"/>
                </a:cubicBezTo>
                <a:lnTo>
                  <a:pt x="1124860" y="1000651"/>
                </a:lnTo>
                <a:lnTo>
                  <a:pt x="1134151" y="1000931"/>
                </a:lnTo>
                <a:cubicBezTo>
                  <a:pt x="1179136" y="1003698"/>
                  <a:pt x="1202980" y="1026497"/>
                  <a:pt x="1225295" y="1047762"/>
                </a:cubicBezTo>
                <a:cubicBezTo>
                  <a:pt x="1248517" y="1070445"/>
                  <a:pt x="1270006" y="1090220"/>
                  <a:pt x="1312376" y="1090220"/>
                </a:cubicBezTo>
                <a:cubicBezTo>
                  <a:pt x="1355923" y="1090220"/>
                  <a:pt x="1377398" y="1070445"/>
                  <a:pt x="1400620" y="1047762"/>
                </a:cubicBezTo>
                <a:cubicBezTo>
                  <a:pt x="1422391" y="1027042"/>
                  <a:pt x="1446206" y="1003766"/>
                  <a:pt x="1490714" y="1000937"/>
                </a:cubicBezTo>
                <a:lnTo>
                  <a:pt x="1499902" y="1000651"/>
                </a:lnTo>
                <a:lnTo>
                  <a:pt x="1509200" y="1000931"/>
                </a:lnTo>
                <a:cubicBezTo>
                  <a:pt x="1554240" y="1003698"/>
                  <a:pt x="1578118" y="1026497"/>
                  <a:pt x="1600457" y="1047762"/>
                </a:cubicBezTo>
                <a:cubicBezTo>
                  <a:pt x="1620811" y="1067610"/>
                  <a:pt x="1639813" y="1085231"/>
                  <a:pt x="1672675" y="1089326"/>
                </a:cubicBezTo>
                <a:lnTo>
                  <a:pt x="1687656" y="1090220"/>
                </a:lnTo>
                <a:lnTo>
                  <a:pt x="1702991" y="1089326"/>
                </a:lnTo>
                <a:lnTo>
                  <a:pt x="1734579" y="1077987"/>
                </a:lnTo>
                <a:lnTo>
                  <a:pt x="1734579" y="1099017"/>
                </a:lnTo>
                <a:lnTo>
                  <a:pt x="1727021" y="1102477"/>
                </a:lnTo>
                <a:cubicBezTo>
                  <a:pt x="1718110" y="1105336"/>
                  <a:pt x="1708183" y="1107279"/>
                  <a:pt x="1696936" y="1107971"/>
                </a:cubicBezTo>
                <a:lnTo>
                  <a:pt x="1687656" y="1108251"/>
                </a:lnTo>
                <a:lnTo>
                  <a:pt x="1678456" y="1107971"/>
                </a:lnTo>
                <a:cubicBezTo>
                  <a:pt x="1633890" y="1105204"/>
                  <a:pt x="1610048" y="1082405"/>
                  <a:pt x="1588259" y="1061140"/>
                </a:cubicBezTo>
                <a:cubicBezTo>
                  <a:pt x="1567905" y="1041292"/>
                  <a:pt x="1548904" y="1023671"/>
                  <a:pt x="1515254" y="1019575"/>
                </a:cubicBezTo>
                <a:lnTo>
                  <a:pt x="1499902" y="1018681"/>
                </a:lnTo>
                <a:lnTo>
                  <a:pt x="1484938" y="1019575"/>
                </a:lnTo>
                <a:cubicBezTo>
                  <a:pt x="1452116" y="1023671"/>
                  <a:pt x="1433131" y="1041292"/>
                  <a:pt x="1412811" y="1061140"/>
                </a:cubicBezTo>
                <a:cubicBezTo>
                  <a:pt x="1389009" y="1083823"/>
                  <a:pt x="1363465" y="1108251"/>
                  <a:pt x="1312376" y="1108251"/>
                </a:cubicBezTo>
                <a:cubicBezTo>
                  <a:pt x="1261869" y="1108251"/>
                  <a:pt x="1236325" y="1083823"/>
                  <a:pt x="1213103" y="1061140"/>
                </a:cubicBezTo>
                <a:cubicBezTo>
                  <a:pt x="1192784" y="1041292"/>
                  <a:pt x="1173800" y="1023671"/>
                  <a:pt x="1140202" y="1019575"/>
                </a:cubicBezTo>
                <a:lnTo>
                  <a:pt x="1124860" y="1018681"/>
                </a:lnTo>
                <a:lnTo>
                  <a:pt x="1109907" y="1019575"/>
                </a:lnTo>
                <a:cubicBezTo>
                  <a:pt x="1077083" y="1023671"/>
                  <a:pt x="1058099" y="1041292"/>
                  <a:pt x="1037780" y="1061140"/>
                </a:cubicBezTo>
                <a:cubicBezTo>
                  <a:pt x="1014563" y="1083823"/>
                  <a:pt x="988431" y="1108251"/>
                  <a:pt x="937343" y="1108251"/>
                </a:cubicBezTo>
                <a:cubicBezTo>
                  <a:pt x="887352" y="1108251"/>
                  <a:pt x="861195" y="1083823"/>
                  <a:pt x="837942" y="1061140"/>
                </a:cubicBezTo>
                <a:cubicBezTo>
                  <a:pt x="817603" y="1041292"/>
                  <a:pt x="798587" y="1023671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0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6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6"/>
                  <a:pt x="324526" y="900273"/>
                  <a:pt x="375034" y="900273"/>
                </a:cubicBezTo>
                <a:cubicBezTo>
                  <a:pt x="425568" y="900273"/>
                  <a:pt x="451706" y="924646"/>
                  <a:pt x="474940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4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803998" y="903313"/>
                  <a:pt x="828351" y="926061"/>
                  <a:pt x="850154" y="947279"/>
                </a:cubicBezTo>
                <a:cubicBezTo>
                  <a:pt x="873408" y="969911"/>
                  <a:pt x="894909" y="989642"/>
                  <a:pt x="937343" y="989642"/>
                </a:cubicBezTo>
                <a:cubicBezTo>
                  <a:pt x="980892" y="989642"/>
                  <a:pt x="1002368" y="969911"/>
                  <a:pt x="1025586" y="947279"/>
                </a:cubicBezTo>
                <a:cubicBezTo>
                  <a:pt x="1047357" y="926061"/>
                  <a:pt x="1071175" y="903313"/>
                  <a:pt x="1115684" y="900552"/>
                </a:cubicBezTo>
                <a:lnTo>
                  <a:pt x="1124860" y="900273"/>
                </a:lnTo>
                <a:lnTo>
                  <a:pt x="1134151" y="900552"/>
                </a:lnTo>
                <a:cubicBezTo>
                  <a:pt x="1179136" y="903313"/>
                  <a:pt x="1202980" y="926061"/>
                  <a:pt x="1225295" y="947279"/>
                </a:cubicBezTo>
                <a:cubicBezTo>
                  <a:pt x="1248517" y="969911"/>
                  <a:pt x="1270006" y="989642"/>
                  <a:pt x="1312376" y="989642"/>
                </a:cubicBezTo>
                <a:cubicBezTo>
                  <a:pt x="1355923" y="989642"/>
                  <a:pt x="1377398" y="969911"/>
                  <a:pt x="1400620" y="947279"/>
                </a:cubicBezTo>
                <a:cubicBezTo>
                  <a:pt x="1422391" y="926061"/>
                  <a:pt x="1446206" y="903313"/>
                  <a:pt x="1490714" y="900552"/>
                </a:cubicBezTo>
                <a:lnTo>
                  <a:pt x="1499902" y="900273"/>
                </a:lnTo>
                <a:lnTo>
                  <a:pt x="1509200" y="900552"/>
                </a:lnTo>
                <a:cubicBezTo>
                  <a:pt x="1554240" y="903313"/>
                  <a:pt x="1578118" y="926061"/>
                  <a:pt x="1600457" y="947279"/>
                </a:cubicBezTo>
                <a:cubicBezTo>
                  <a:pt x="1620811" y="967082"/>
                  <a:pt x="1639813" y="984664"/>
                  <a:pt x="1672675" y="988750"/>
                </a:cubicBezTo>
                <a:lnTo>
                  <a:pt x="1687656" y="989642"/>
                </a:lnTo>
                <a:lnTo>
                  <a:pt x="1702991" y="988750"/>
                </a:lnTo>
                <a:lnTo>
                  <a:pt x="1734579" y="977436"/>
                </a:lnTo>
                <a:lnTo>
                  <a:pt x="1734579" y="995908"/>
                </a:lnTo>
                <a:lnTo>
                  <a:pt x="1696936" y="1007353"/>
                </a:lnTo>
                <a:lnTo>
                  <a:pt x="1687656" y="1007632"/>
                </a:lnTo>
                <a:lnTo>
                  <a:pt x="1678456" y="1007346"/>
                </a:lnTo>
                <a:cubicBezTo>
                  <a:pt x="1633890" y="1004524"/>
                  <a:pt x="1610048" y="981300"/>
                  <a:pt x="1588259" y="960626"/>
                </a:cubicBezTo>
                <a:cubicBezTo>
                  <a:pt x="1567905" y="940823"/>
                  <a:pt x="1548904" y="923241"/>
                  <a:pt x="1515254" y="919155"/>
                </a:cubicBezTo>
                <a:lnTo>
                  <a:pt x="1499902" y="918263"/>
                </a:lnTo>
                <a:lnTo>
                  <a:pt x="1484938" y="919155"/>
                </a:lnTo>
                <a:cubicBezTo>
                  <a:pt x="1452116" y="923241"/>
                  <a:pt x="1433131" y="940823"/>
                  <a:pt x="1412811" y="960626"/>
                </a:cubicBezTo>
                <a:cubicBezTo>
                  <a:pt x="1389009" y="983258"/>
                  <a:pt x="1363465" y="1007632"/>
                  <a:pt x="1312376" y="1007632"/>
                </a:cubicBezTo>
                <a:cubicBezTo>
                  <a:pt x="1261869" y="1007632"/>
                  <a:pt x="1236325" y="982678"/>
                  <a:pt x="1213103" y="960626"/>
                </a:cubicBezTo>
                <a:cubicBezTo>
                  <a:pt x="1192784" y="940823"/>
                  <a:pt x="1173800" y="923241"/>
                  <a:pt x="1140202" y="919155"/>
                </a:cubicBezTo>
                <a:lnTo>
                  <a:pt x="1124860" y="918263"/>
                </a:lnTo>
                <a:lnTo>
                  <a:pt x="1109907" y="919155"/>
                </a:lnTo>
                <a:cubicBezTo>
                  <a:pt x="1077083" y="923241"/>
                  <a:pt x="1058099" y="940823"/>
                  <a:pt x="1037780" y="960626"/>
                </a:cubicBezTo>
                <a:cubicBezTo>
                  <a:pt x="1014563" y="983258"/>
                  <a:pt x="988431" y="1007632"/>
                  <a:pt x="937343" y="1007632"/>
                </a:cubicBezTo>
                <a:cubicBezTo>
                  <a:pt x="887352" y="1007632"/>
                  <a:pt x="861195" y="982678"/>
                  <a:pt x="837942" y="960626"/>
                </a:cubicBezTo>
                <a:cubicBezTo>
                  <a:pt x="817603" y="940823"/>
                  <a:pt x="798587" y="923241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0" y="940823"/>
                  <a:pt x="662511" y="960626"/>
                </a:cubicBezTo>
                <a:cubicBezTo>
                  <a:pt x="639282" y="983258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8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0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4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803998" y="803250"/>
                  <a:pt x="828351" y="826539"/>
                  <a:pt x="850154" y="847784"/>
                </a:cubicBezTo>
                <a:cubicBezTo>
                  <a:pt x="873408" y="869865"/>
                  <a:pt x="894909" y="890203"/>
                  <a:pt x="937343" y="890203"/>
                </a:cubicBezTo>
                <a:cubicBezTo>
                  <a:pt x="980892" y="890203"/>
                  <a:pt x="1002368" y="869865"/>
                  <a:pt x="1025586" y="847784"/>
                </a:cubicBezTo>
                <a:cubicBezTo>
                  <a:pt x="1047357" y="826539"/>
                  <a:pt x="1071175" y="803250"/>
                  <a:pt x="1115684" y="800422"/>
                </a:cubicBezTo>
                <a:lnTo>
                  <a:pt x="1124860" y="800136"/>
                </a:lnTo>
                <a:lnTo>
                  <a:pt x="1134151" y="800422"/>
                </a:lnTo>
                <a:cubicBezTo>
                  <a:pt x="1179136" y="803250"/>
                  <a:pt x="1202980" y="826539"/>
                  <a:pt x="1225295" y="847784"/>
                </a:cubicBezTo>
                <a:cubicBezTo>
                  <a:pt x="1248517" y="869865"/>
                  <a:pt x="1270006" y="890203"/>
                  <a:pt x="1312376" y="890203"/>
                </a:cubicBezTo>
                <a:cubicBezTo>
                  <a:pt x="1355923" y="890203"/>
                  <a:pt x="1377398" y="869865"/>
                  <a:pt x="1400620" y="847784"/>
                </a:cubicBezTo>
                <a:cubicBezTo>
                  <a:pt x="1422391" y="826539"/>
                  <a:pt x="1446206" y="803250"/>
                  <a:pt x="1490714" y="800422"/>
                </a:cubicBezTo>
                <a:lnTo>
                  <a:pt x="1499902" y="800136"/>
                </a:lnTo>
                <a:lnTo>
                  <a:pt x="1509200" y="800422"/>
                </a:lnTo>
                <a:cubicBezTo>
                  <a:pt x="1554240" y="803250"/>
                  <a:pt x="1578118" y="826539"/>
                  <a:pt x="1600457" y="847784"/>
                </a:cubicBezTo>
                <a:cubicBezTo>
                  <a:pt x="1620811" y="867105"/>
                  <a:pt x="1639813" y="885092"/>
                  <a:pt x="1672675" y="889286"/>
                </a:cubicBezTo>
                <a:lnTo>
                  <a:pt x="1687656" y="890203"/>
                </a:lnTo>
                <a:lnTo>
                  <a:pt x="1702991" y="889286"/>
                </a:lnTo>
                <a:lnTo>
                  <a:pt x="1734579" y="877791"/>
                </a:lnTo>
                <a:lnTo>
                  <a:pt x="1734579" y="898807"/>
                </a:lnTo>
                <a:lnTo>
                  <a:pt x="1727021" y="902325"/>
                </a:lnTo>
                <a:cubicBezTo>
                  <a:pt x="1718110" y="905238"/>
                  <a:pt x="1708183" y="907224"/>
                  <a:pt x="1696936" y="907931"/>
                </a:cubicBezTo>
                <a:lnTo>
                  <a:pt x="1687656" y="908217"/>
                </a:lnTo>
                <a:lnTo>
                  <a:pt x="1678456" y="907931"/>
                </a:lnTo>
                <a:cubicBezTo>
                  <a:pt x="1633890" y="905102"/>
                  <a:pt x="1610048" y="881814"/>
                  <a:pt x="1588259" y="860568"/>
                </a:cubicBezTo>
                <a:cubicBezTo>
                  <a:pt x="1567905" y="841247"/>
                  <a:pt x="1548904" y="823261"/>
                  <a:pt x="1515254" y="819066"/>
                </a:cubicBezTo>
                <a:lnTo>
                  <a:pt x="1499902" y="818149"/>
                </a:lnTo>
                <a:lnTo>
                  <a:pt x="1484938" y="819066"/>
                </a:lnTo>
                <a:cubicBezTo>
                  <a:pt x="1452116" y="823261"/>
                  <a:pt x="1433131" y="841247"/>
                  <a:pt x="1412811" y="860568"/>
                </a:cubicBezTo>
                <a:cubicBezTo>
                  <a:pt x="1389009" y="883230"/>
                  <a:pt x="1363465" y="908217"/>
                  <a:pt x="1312376" y="908217"/>
                </a:cubicBezTo>
                <a:cubicBezTo>
                  <a:pt x="1261869" y="908217"/>
                  <a:pt x="1236325" y="883230"/>
                  <a:pt x="1213103" y="860568"/>
                </a:cubicBezTo>
                <a:cubicBezTo>
                  <a:pt x="1192784" y="841247"/>
                  <a:pt x="1173800" y="823261"/>
                  <a:pt x="1140202" y="819066"/>
                </a:cubicBezTo>
                <a:lnTo>
                  <a:pt x="1124860" y="818149"/>
                </a:lnTo>
                <a:lnTo>
                  <a:pt x="1109907" y="819066"/>
                </a:lnTo>
                <a:cubicBezTo>
                  <a:pt x="1077083" y="823261"/>
                  <a:pt x="1058099" y="841247"/>
                  <a:pt x="1037780" y="860568"/>
                </a:cubicBezTo>
                <a:cubicBezTo>
                  <a:pt x="1014563" y="883230"/>
                  <a:pt x="988431" y="908217"/>
                  <a:pt x="937343" y="908217"/>
                </a:cubicBezTo>
                <a:cubicBezTo>
                  <a:pt x="887352" y="908217"/>
                  <a:pt x="861195" y="883230"/>
                  <a:pt x="837942" y="860568"/>
                </a:cubicBezTo>
                <a:cubicBezTo>
                  <a:pt x="817603" y="841247"/>
                  <a:pt x="798587" y="823261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0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0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4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803998" y="704001"/>
                  <a:pt x="828351" y="726749"/>
                  <a:pt x="850154" y="747967"/>
                </a:cubicBezTo>
                <a:cubicBezTo>
                  <a:pt x="873408" y="770599"/>
                  <a:pt x="894909" y="790330"/>
                  <a:pt x="937343" y="790330"/>
                </a:cubicBezTo>
                <a:cubicBezTo>
                  <a:pt x="980892" y="790330"/>
                  <a:pt x="1002368" y="770599"/>
                  <a:pt x="1025586" y="747967"/>
                </a:cubicBezTo>
                <a:cubicBezTo>
                  <a:pt x="1047357" y="726749"/>
                  <a:pt x="1071175" y="704001"/>
                  <a:pt x="1115684" y="701241"/>
                </a:cubicBezTo>
                <a:lnTo>
                  <a:pt x="1124860" y="700961"/>
                </a:lnTo>
                <a:lnTo>
                  <a:pt x="1134151" y="701241"/>
                </a:lnTo>
                <a:cubicBezTo>
                  <a:pt x="1179136" y="704001"/>
                  <a:pt x="1202980" y="726749"/>
                  <a:pt x="1225295" y="747967"/>
                </a:cubicBezTo>
                <a:cubicBezTo>
                  <a:pt x="1248517" y="770599"/>
                  <a:pt x="1270006" y="790330"/>
                  <a:pt x="1312376" y="790330"/>
                </a:cubicBezTo>
                <a:cubicBezTo>
                  <a:pt x="1355923" y="790330"/>
                  <a:pt x="1377398" y="770599"/>
                  <a:pt x="1400620" y="747967"/>
                </a:cubicBezTo>
                <a:cubicBezTo>
                  <a:pt x="1422391" y="726749"/>
                  <a:pt x="1446206" y="704001"/>
                  <a:pt x="1490714" y="701241"/>
                </a:cubicBezTo>
                <a:lnTo>
                  <a:pt x="1499902" y="700961"/>
                </a:lnTo>
                <a:lnTo>
                  <a:pt x="1509200" y="701241"/>
                </a:lnTo>
                <a:cubicBezTo>
                  <a:pt x="1554240" y="704001"/>
                  <a:pt x="1578118" y="726749"/>
                  <a:pt x="1600457" y="747967"/>
                </a:cubicBezTo>
                <a:cubicBezTo>
                  <a:pt x="1620811" y="767771"/>
                  <a:pt x="1639813" y="785352"/>
                  <a:pt x="1672675" y="789438"/>
                </a:cubicBezTo>
                <a:lnTo>
                  <a:pt x="1687656" y="790330"/>
                </a:lnTo>
                <a:lnTo>
                  <a:pt x="1702991" y="789438"/>
                </a:lnTo>
                <a:lnTo>
                  <a:pt x="1734579" y="778124"/>
                </a:lnTo>
                <a:lnTo>
                  <a:pt x="1734579" y="798960"/>
                </a:lnTo>
                <a:lnTo>
                  <a:pt x="1727021" y="802451"/>
                </a:lnTo>
                <a:cubicBezTo>
                  <a:pt x="1718110" y="805348"/>
                  <a:pt x="1708183" y="807329"/>
                  <a:pt x="1696936" y="808034"/>
                </a:cubicBezTo>
                <a:lnTo>
                  <a:pt x="1687656" y="808320"/>
                </a:lnTo>
                <a:lnTo>
                  <a:pt x="1678456" y="808034"/>
                </a:lnTo>
                <a:cubicBezTo>
                  <a:pt x="1633890" y="805212"/>
                  <a:pt x="1610048" y="781988"/>
                  <a:pt x="1588259" y="761314"/>
                </a:cubicBezTo>
                <a:cubicBezTo>
                  <a:pt x="1567905" y="741511"/>
                  <a:pt x="1548904" y="723929"/>
                  <a:pt x="1515254" y="719843"/>
                </a:cubicBezTo>
                <a:lnTo>
                  <a:pt x="1499902" y="718951"/>
                </a:lnTo>
                <a:lnTo>
                  <a:pt x="1484938" y="719843"/>
                </a:lnTo>
                <a:cubicBezTo>
                  <a:pt x="1452116" y="723929"/>
                  <a:pt x="1433131" y="741511"/>
                  <a:pt x="1412811" y="761314"/>
                </a:cubicBezTo>
                <a:cubicBezTo>
                  <a:pt x="1389009" y="783367"/>
                  <a:pt x="1363465" y="808320"/>
                  <a:pt x="1312376" y="808320"/>
                </a:cubicBezTo>
                <a:cubicBezTo>
                  <a:pt x="1261869" y="808320"/>
                  <a:pt x="1236325" y="783367"/>
                  <a:pt x="1213103" y="761314"/>
                </a:cubicBezTo>
                <a:cubicBezTo>
                  <a:pt x="1192784" y="741511"/>
                  <a:pt x="1173800" y="723929"/>
                  <a:pt x="1140202" y="719843"/>
                </a:cubicBezTo>
                <a:lnTo>
                  <a:pt x="1124860" y="718951"/>
                </a:lnTo>
                <a:lnTo>
                  <a:pt x="1109907" y="719843"/>
                </a:lnTo>
                <a:cubicBezTo>
                  <a:pt x="1077083" y="723929"/>
                  <a:pt x="1058099" y="741511"/>
                  <a:pt x="1037780" y="761314"/>
                </a:cubicBezTo>
                <a:cubicBezTo>
                  <a:pt x="1014563" y="783367"/>
                  <a:pt x="988431" y="808320"/>
                  <a:pt x="937343" y="808320"/>
                </a:cubicBezTo>
                <a:cubicBezTo>
                  <a:pt x="887352" y="808320"/>
                  <a:pt x="861195" y="783367"/>
                  <a:pt x="837942" y="761314"/>
                </a:cubicBezTo>
                <a:cubicBezTo>
                  <a:pt x="817603" y="741511"/>
                  <a:pt x="798587" y="723929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0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0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4" y="626130"/>
                  <a:pt x="696405" y="603382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803998" y="603382"/>
                  <a:pt x="828351" y="626130"/>
                  <a:pt x="850154" y="647348"/>
                </a:cubicBezTo>
                <a:cubicBezTo>
                  <a:pt x="873408" y="669981"/>
                  <a:pt x="894909" y="689712"/>
                  <a:pt x="937343" y="689712"/>
                </a:cubicBezTo>
                <a:cubicBezTo>
                  <a:pt x="980892" y="689712"/>
                  <a:pt x="1002368" y="669400"/>
                  <a:pt x="1025586" y="647348"/>
                </a:cubicBezTo>
                <a:cubicBezTo>
                  <a:pt x="1047357" y="626130"/>
                  <a:pt x="1071175" y="603382"/>
                  <a:pt x="1115684" y="600622"/>
                </a:cubicBezTo>
                <a:lnTo>
                  <a:pt x="1124860" y="600343"/>
                </a:lnTo>
                <a:lnTo>
                  <a:pt x="1134151" y="600622"/>
                </a:lnTo>
                <a:cubicBezTo>
                  <a:pt x="1179136" y="603382"/>
                  <a:pt x="1202980" y="626130"/>
                  <a:pt x="1225295" y="647348"/>
                </a:cubicBezTo>
                <a:cubicBezTo>
                  <a:pt x="1248517" y="669981"/>
                  <a:pt x="1270006" y="689712"/>
                  <a:pt x="1312376" y="689712"/>
                </a:cubicBezTo>
                <a:cubicBezTo>
                  <a:pt x="1355923" y="689712"/>
                  <a:pt x="1377398" y="669400"/>
                  <a:pt x="1400620" y="647348"/>
                </a:cubicBezTo>
                <a:cubicBezTo>
                  <a:pt x="1422391" y="626130"/>
                  <a:pt x="1446206" y="603382"/>
                  <a:pt x="1490714" y="600622"/>
                </a:cubicBezTo>
                <a:lnTo>
                  <a:pt x="1499902" y="600343"/>
                </a:lnTo>
                <a:lnTo>
                  <a:pt x="1509200" y="600622"/>
                </a:lnTo>
                <a:cubicBezTo>
                  <a:pt x="1554240" y="603382"/>
                  <a:pt x="1578118" y="626130"/>
                  <a:pt x="1600457" y="647348"/>
                </a:cubicBezTo>
                <a:cubicBezTo>
                  <a:pt x="1620811" y="667152"/>
                  <a:pt x="1639813" y="684734"/>
                  <a:pt x="1672675" y="688820"/>
                </a:cubicBezTo>
                <a:lnTo>
                  <a:pt x="1687656" y="689712"/>
                </a:lnTo>
                <a:lnTo>
                  <a:pt x="1702991" y="688796"/>
                </a:lnTo>
                <a:lnTo>
                  <a:pt x="1734579" y="677316"/>
                </a:lnTo>
                <a:lnTo>
                  <a:pt x="1734579" y="698304"/>
                </a:lnTo>
                <a:lnTo>
                  <a:pt x="1727021" y="701817"/>
                </a:lnTo>
                <a:cubicBezTo>
                  <a:pt x="1718110" y="704726"/>
                  <a:pt x="1708183" y="706710"/>
                  <a:pt x="1696936" y="707416"/>
                </a:cubicBezTo>
                <a:lnTo>
                  <a:pt x="1687656" y="707701"/>
                </a:lnTo>
                <a:lnTo>
                  <a:pt x="1678456" y="707416"/>
                </a:lnTo>
                <a:cubicBezTo>
                  <a:pt x="1633890" y="704591"/>
                  <a:pt x="1610048" y="681333"/>
                  <a:pt x="1588259" y="660115"/>
                </a:cubicBezTo>
                <a:cubicBezTo>
                  <a:pt x="1567905" y="640820"/>
                  <a:pt x="1548904" y="622857"/>
                  <a:pt x="1515254" y="618668"/>
                </a:cubicBezTo>
                <a:lnTo>
                  <a:pt x="1499902" y="617752"/>
                </a:lnTo>
                <a:lnTo>
                  <a:pt x="1484938" y="618668"/>
                </a:lnTo>
                <a:cubicBezTo>
                  <a:pt x="1452116" y="622857"/>
                  <a:pt x="1433131" y="640820"/>
                  <a:pt x="1412811" y="660115"/>
                </a:cubicBezTo>
                <a:cubicBezTo>
                  <a:pt x="1389009" y="682748"/>
                  <a:pt x="1363465" y="707701"/>
                  <a:pt x="1312376" y="707701"/>
                </a:cubicBezTo>
                <a:cubicBezTo>
                  <a:pt x="1261869" y="707701"/>
                  <a:pt x="1236325" y="682748"/>
                  <a:pt x="1213103" y="660115"/>
                </a:cubicBezTo>
                <a:cubicBezTo>
                  <a:pt x="1192784" y="640820"/>
                  <a:pt x="1173800" y="622857"/>
                  <a:pt x="1140202" y="618668"/>
                </a:cubicBezTo>
                <a:lnTo>
                  <a:pt x="1124860" y="617752"/>
                </a:lnTo>
                <a:lnTo>
                  <a:pt x="1109907" y="618668"/>
                </a:lnTo>
                <a:cubicBezTo>
                  <a:pt x="1077083" y="622857"/>
                  <a:pt x="1058099" y="640820"/>
                  <a:pt x="1037780" y="660115"/>
                </a:cubicBezTo>
                <a:cubicBezTo>
                  <a:pt x="1014563" y="682748"/>
                  <a:pt x="988431" y="707701"/>
                  <a:pt x="937343" y="707701"/>
                </a:cubicBezTo>
                <a:cubicBezTo>
                  <a:pt x="887352" y="707701"/>
                  <a:pt x="861195" y="682748"/>
                  <a:pt x="837942" y="660115"/>
                </a:cubicBezTo>
                <a:cubicBezTo>
                  <a:pt x="817603" y="640820"/>
                  <a:pt x="798587" y="622857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0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0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4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803998" y="503556"/>
                  <a:pt x="828351" y="526814"/>
                  <a:pt x="850154" y="548032"/>
                </a:cubicBezTo>
                <a:cubicBezTo>
                  <a:pt x="873408" y="570084"/>
                  <a:pt x="894909" y="590395"/>
                  <a:pt x="937343" y="590395"/>
                </a:cubicBezTo>
                <a:cubicBezTo>
                  <a:pt x="980892" y="590395"/>
                  <a:pt x="1002368" y="570084"/>
                  <a:pt x="1025586" y="548032"/>
                </a:cubicBezTo>
                <a:cubicBezTo>
                  <a:pt x="1047357" y="526814"/>
                  <a:pt x="1071175" y="503556"/>
                  <a:pt x="1115684" y="500732"/>
                </a:cubicBezTo>
                <a:lnTo>
                  <a:pt x="1124860" y="500446"/>
                </a:lnTo>
                <a:lnTo>
                  <a:pt x="1134151" y="500732"/>
                </a:lnTo>
                <a:cubicBezTo>
                  <a:pt x="1179136" y="503556"/>
                  <a:pt x="1202980" y="526814"/>
                  <a:pt x="1225295" y="548032"/>
                </a:cubicBezTo>
                <a:cubicBezTo>
                  <a:pt x="1248517" y="570084"/>
                  <a:pt x="1270006" y="590395"/>
                  <a:pt x="1312376" y="590395"/>
                </a:cubicBezTo>
                <a:cubicBezTo>
                  <a:pt x="1355923" y="590395"/>
                  <a:pt x="1377398" y="570084"/>
                  <a:pt x="1400620" y="548032"/>
                </a:cubicBezTo>
                <a:cubicBezTo>
                  <a:pt x="1422391" y="526814"/>
                  <a:pt x="1446206" y="503556"/>
                  <a:pt x="1490714" y="500732"/>
                </a:cubicBezTo>
                <a:lnTo>
                  <a:pt x="1499902" y="500446"/>
                </a:lnTo>
                <a:lnTo>
                  <a:pt x="1509200" y="500732"/>
                </a:lnTo>
                <a:cubicBezTo>
                  <a:pt x="1554240" y="503556"/>
                  <a:pt x="1578118" y="526814"/>
                  <a:pt x="1600457" y="548032"/>
                </a:cubicBezTo>
                <a:cubicBezTo>
                  <a:pt x="1620811" y="567328"/>
                  <a:pt x="1639813" y="585290"/>
                  <a:pt x="1672675" y="589479"/>
                </a:cubicBezTo>
                <a:lnTo>
                  <a:pt x="1687656" y="590395"/>
                </a:lnTo>
                <a:lnTo>
                  <a:pt x="1702991" y="589479"/>
                </a:lnTo>
                <a:lnTo>
                  <a:pt x="1734579" y="577999"/>
                </a:lnTo>
                <a:lnTo>
                  <a:pt x="1734579" y="596081"/>
                </a:lnTo>
                <a:lnTo>
                  <a:pt x="1696936" y="607526"/>
                </a:lnTo>
                <a:lnTo>
                  <a:pt x="1687656" y="607805"/>
                </a:lnTo>
                <a:lnTo>
                  <a:pt x="1678456" y="607526"/>
                </a:lnTo>
                <a:cubicBezTo>
                  <a:pt x="1633890" y="604765"/>
                  <a:pt x="1610048" y="582017"/>
                  <a:pt x="1588259" y="560799"/>
                </a:cubicBezTo>
                <a:cubicBezTo>
                  <a:pt x="1567905" y="541504"/>
                  <a:pt x="1548904" y="523541"/>
                  <a:pt x="1515254" y="519352"/>
                </a:cubicBezTo>
                <a:lnTo>
                  <a:pt x="1499902" y="518436"/>
                </a:lnTo>
                <a:lnTo>
                  <a:pt x="1484938" y="519352"/>
                </a:lnTo>
                <a:cubicBezTo>
                  <a:pt x="1452116" y="523541"/>
                  <a:pt x="1433131" y="541504"/>
                  <a:pt x="1412811" y="560799"/>
                </a:cubicBezTo>
                <a:cubicBezTo>
                  <a:pt x="1389009" y="583431"/>
                  <a:pt x="1363465" y="607805"/>
                  <a:pt x="1312376" y="607805"/>
                </a:cubicBezTo>
                <a:cubicBezTo>
                  <a:pt x="1261869" y="607805"/>
                  <a:pt x="1236325" y="583431"/>
                  <a:pt x="1213103" y="560799"/>
                </a:cubicBezTo>
                <a:cubicBezTo>
                  <a:pt x="1192784" y="541504"/>
                  <a:pt x="1173800" y="523541"/>
                  <a:pt x="1140202" y="519352"/>
                </a:cubicBezTo>
                <a:lnTo>
                  <a:pt x="1124860" y="518436"/>
                </a:lnTo>
                <a:lnTo>
                  <a:pt x="1109907" y="519352"/>
                </a:lnTo>
                <a:cubicBezTo>
                  <a:pt x="1077083" y="523541"/>
                  <a:pt x="1058099" y="541504"/>
                  <a:pt x="1037780" y="560799"/>
                </a:cubicBezTo>
                <a:cubicBezTo>
                  <a:pt x="1014563" y="583431"/>
                  <a:pt x="988431" y="607805"/>
                  <a:pt x="937343" y="607805"/>
                </a:cubicBezTo>
                <a:cubicBezTo>
                  <a:pt x="887352" y="607805"/>
                  <a:pt x="861195" y="583431"/>
                  <a:pt x="837942" y="560799"/>
                </a:cubicBezTo>
                <a:cubicBezTo>
                  <a:pt x="817603" y="541504"/>
                  <a:pt x="798587" y="523541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0" y="541504"/>
                  <a:pt x="662511" y="560799"/>
                </a:cubicBezTo>
                <a:cubicBezTo>
                  <a:pt x="639282" y="583431"/>
                  <a:pt x="613157" y="607805"/>
                  <a:pt x="562069" y="607805"/>
                </a:cubicBezTo>
                <a:cubicBezTo>
                  <a:pt x="512115" y="607805"/>
                  <a:pt x="485977" y="583431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1"/>
                  <a:pt x="238024" y="607805"/>
                  <a:pt x="187517" y="607805"/>
                </a:cubicBezTo>
                <a:cubicBezTo>
                  <a:pt x="137009" y="607805"/>
                  <a:pt x="111465" y="583431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1"/>
                  <a:pt x="144556" y="489978"/>
                  <a:pt x="187517" y="489978"/>
                </a:cubicBezTo>
                <a:cubicBezTo>
                  <a:pt x="230477" y="489978"/>
                  <a:pt x="251957" y="469621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0" y="447520"/>
                </a:cubicBezTo>
                <a:cubicBezTo>
                  <a:pt x="498175" y="469621"/>
                  <a:pt x="519667" y="489978"/>
                  <a:pt x="562069" y="489978"/>
                </a:cubicBezTo>
                <a:cubicBezTo>
                  <a:pt x="605610" y="489978"/>
                  <a:pt x="627090" y="469621"/>
                  <a:pt x="650315" y="447520"/>
                </a:cubicBezTo>
                <a:cubicBezTo>
                  <a:pt x="672084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803998" y="402944"/>
                  <a:pt x="828351" y="426255"/>
                  <a:pt x="850154" y="447520"/>
                </a:cubicBezTo>
                <a:cubicBezTo>
                  <a:pt x="873408" y="469621"/>
                  <a:pt x="894909" y="489978"/>
                  <a:pt x="937343" y="489978"/>
                </a:cubicBezTo>
                <a:cubicBezTo>
                  <a:pt x="980892" y="489978"/>
                  <a:pt x="1002368" y="469621"/>
                  <a:pt x="1025586" y="447520"/>
                </a:cubicBezTo>
                <a:cubicBezTo>
                  <a:pt x="1047357" y="426255"/>
                  <a:pt x="1071175" y="402944"/>
                  <a:pt x="1115684" y="400114"/>
                </a:cubicBezTo>
                <a:lnTo>
                  <a:pt x="1124860" y="399827"/>
                </a:lnTo>
                <a:lnTo>
                  <a:pt x="1134151" y="400114"/>
                </a:lnTo>
                <a:cubicBezTo>
                  <a:pt x="1179136" y="402944"/>
                  <a:pt x="1202980" y="426255"/>
                  <a:pt x="1225295" y="447520"/>
                </a:cubicBezTo>
                <a:cubicBezTo>
                  <a:pt x="1248517" y="469621"/>
                  <a:pt x="1270006" y="489978"/>
                  <a:pt x="1312376" y="489978"/>
                </a:cubicBezTo>
                <a:cubicBezTo>
                  <a:pt x="1355923" y="489978"/>
                  <a:pt x="1377398" y="469621"/>
                  <a:pt x="1400620" y="447520"/>
                </a:cubicBezTo>
                <a:cubicBezTo>
                  <a:pt x="1422391" y="426255"/>
                  <a:pt x="1446206" y="402944"/>
                  <a:pt x="1490714" y="400114"/>
                </a:cubicBezTo>
                <a:lnTo>
                  <a:pt x="1499902" y="399827"/>
                </a:lnTo>
                <a:lnTo>
                  <a:pt x="1509200" y="400114"/>
                </a:lnTo>
                <a:cubicBezTo>
                  <a:pt x="1554240" y="402944"/>
                  <a:pt x="1578118" y="426255"/>
                  <a:pt x="1600457" y="447520"/>
                </a:cubicBezTo>
                <a:cubicBezTo>
                  <a:pt x="1620811" y="466859"/>
                  <a:pt x="1639813" y="484862"/>
                  <a:pt x="1672675" y="489060"/>
                </a:cubicBezTo>
                <a:lnTo>
                  <a:pt x="1687656" y="489978"/>
                </a:lnTo>
                <a:lnTo>
                  <a:pt x="1702991" y="489060"/>
                </a:lnTo>
                <a:lnTo>
                  <a:pt x="1734579" y="477554"/>
                </a:lnTo>
                <a:lnTo>
                  <a:pt x="1734579" y="498193"/>
                </a:lnTo>
                <a:lnTo>
                  <a:pt x="1727021" y="501653"/>
                </a:lnTo>
                <a:cubicBezTo>
                  <a:pt x="1718110" y="504511"/>
                  <a:pt x="1708183" y="506455"/>
                  <a:pt x="1696936" y="507147"/>
                </a:cubicBezTo>
                <a:lnTo>
                  <a:pt x="1687656" y="507427"/>
                </a:lnTo>
                <a:lnTo>
                  <a:pt x="1678456" y="507147"/>
                </a:lnTo>
                <a:cubicBezTo>
                  <a:pt x="1633890" y="504380"/>
                  <a:pt x="1610048" y="481581"/>
                  <a:pt x="1588259" y="460316"/>
                </a:cubicBezTo>
                <a:cubicBezTo>
                  <a:pt x="1567905" y="440977"/>
                  <a:pt x="1548904" y="422974"/>
                  <a:pt x="1515254" y="418775"/>
                </a:cubicBezTo>
                <a:lnTo>
                  <a:pt x="1499902" y="417857"/>
                </a:lnTo>
                <a:lnTo>
                  <a:pt x="1484938" y="418752"/>
                </a:lnTo>
                <a:cubicBezTo>
                  <a:pt x="1452116" y="422847"/>
                  <a:pt x="1433131" y="440468"/>
                  <a:pt x="1412811" y="460316"/>
                </a:cubicBezTo>
                <a:cubicBezTo>
                  <a:pt x="1389009" y="482999"/>
                  <a:pt x="1363465" y="507427"/>
                  <a:pt x="1312376" y="507427"/>
                </a:cubicBezTo>
                <a:cubicBezTo>
                  <a:pt x="1261869" y="507427"/>
                  <a:pt x="1236325" y="482999"/>
                  <a:pt x="1213103" y="460316"/>
                </a:cubicBezTo>
                <a:cubicBezTo>
                  <a:pt x="1192784" y="440977"/>
                  <a:pt x="1173800" y="422974"/>
                  <a:pt x="1140202" y="418775"/>
                </a:cubicBezTo>
                <a:lnTo>
                  <a:pt x="1124860" y="417857"/>
                </a:lnTo>
                <a:lnTo>
                  <a:pt x="1109907" y="418752"/>
                </a:lnTo>
                <a:cubicBezTo>
                  <a:pt x="1077083" y="422847"/>
                  <a:pt x="1058099" y="440468"/>
                  <a:pt x="1037780" y="460316"/>
                </a:cubicBezTo>
                <a:cubicBezTo>
                  <a:pt x="1014563" y="482999"/>
                  <a:pt x="988431" y="507427"/>
                  <a:pt x="937343" y="507427"/>
                </a:cubicBezTo>
                <a:cubicBezTo>
                  <a:pt x="887352" y="507427"/>
                  <a:pt x="861195" y="482999"/>
                  <a:pt x="837942" y="460316"/>
                </a:cubicBezTo>
                <a:cubicBezTo>
                  <a:pt x="817603" y="440977"/>
                  <a:pt x="798587" y="422974"/>
                  <a:pt x="764952" y="418775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0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2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0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4" y="326333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803998" y="303045"/>
                  <a:pt x="828351" y="326333"/>
                  <a:pt x="850154" y="347579"/>
                </a:cubicBezTo>
                <a:cubicBezTo>
                  <a:pt x="873408" y="369660"/>
                  <a:pt x="894909" y="389998"/>
                  <a:pt x="937343" y="389998"/>
                </a:cubicBezTo>
                <a:cubicBezTo>
                  <a:pt x="980892" y="389998"/>
                  <a:pt x="1002368" y="369660"/>
                  <a:pt x="1025586" y="347579"/>
                </a:cubicBezTo>
                <a:cubicBezTo>
                  <a:pt x="1047357" y="326333"/>
                  <a:pt x="1071175" y="303045"/>
                  <a:pt x="1115684" y="300217"/>
                </a:cubicBezTo>
                <a:lnTo>
                  <a:pt x="1124860" y="299931"/>
                </a:lnTo>
                <a:lnTo>
                  <a:pt x="1134151" y="300217"/>
                </a:lnTo>
                <a:cubicBezTo>
                  <a:pt x="1179136" y="303045"/>
                  <a:pt x="1202980" y="326333"/>
                  <a:pt x="1225295" y="347579"/>
                </a:cubicBezTo>
                <a:cubicBezTo>
                  <a:pt x="1248517" y="369660"/>
                  <a:pt x="1270006" y="389998"/>
                  <a:pt x="1312376" y="389998"/>
                </a:cubicBezTo>
                <a:cubicBezTo>
                  <a:pt x="1355923" y="389998"/>
                  <a:pt x="1377398" y="369660"/>
                  <a:pt x="1400620" y="347579"/>
                </a:cubicBezTo>
                <a:cubicBezTo>
                  <a:pt x="1422391" y="326333"/>
                  <a:pt x="1446206" y="303045"/>
                  <a:pt x="1490714" y="300217"/>
                </a:cubicBezTo>
                <a:lnTo>
                  <a:pt x="1499902" y="299931"/>
                </a:lnTo>
                <a:lnTo>
                  <a:pt x="1509200" y="300217"/>
                </a:lnTo>
                <a:cubicBezTo>
                  <a:pt x="1554240" y="303045"/>
                  <a:pt x="1578118" y="326333"/>
                  <a:pt x="1600457" y="347579"/>
                </a:cubicBezTo>
                <a:cubicBezTo>
                  <a:pt x="1620811" y="366900"/>
                  <a:pt x="1639813" y="384886"/>
                  <a:pt x="1672675" y="389081"/>
                </a:cubicBezTo>
                <a:lnTo>
                  <a:pt x="1687656" y="389998"/>
                </a:lnTo>
                <a:lnTo>
                  <a:pt x="1702991" y="389081"/>
                </a:lnTo>
                <a:lnTo>
                  <a:pt x="1734579" y="377586"/>
                </a:lnTo>
                <a:lnTo>
                  <a:pt x="1734579" y="398602"/>
                </a:lnTo>
                <a:lnTo>
                  <a:pt x="1727021" y="402120"/>
                </a:lnTo>
                <a:cubicBezTo>
                  <a:pt x="1718110" y="405033"/>
                  <a:pt x="1708183" y="407018"/>
                  <a:pt x="1696936" y="407725"/>
                </a:cubicBezTo>
                <a:lnTo>
                  <a:pt x="1687656" y="408011"/>
                </a:lnTo>
                <a:lnTo>
                  <a:pt x="1678456" y="407725"/>
                </a:lnTo>
                <a:cubicBezTo>
                  <a:pt x="1633890" y="404897"/>
                  <a:pt x="1610048" y="381609"/>
                  <a:pt x="1588259" y="360363"/>
                </a:cubicBezTo>
                <a:cubicBezTo>
                  <a:pt x="1567905" y="341042"/>
                  <a:pt x="1548904" y="323056"/>
                  <a:pt x="1515254" y="318861"/>
                </a:cubicBezTo>
                <a:lnTo>
                  <a:pt x="1499902" y="317944"/>
                </a:lnTo>
                <a:lnTo>
                  <a:pt x="1484938" y="318861"/>
                </a:lnTo>
                <a:cubicBezTo>
                  <a:pt x="1452116" y="323056"/>
                  <a:pt x="1433131" y="341042"/>
                  <a:pt x="1412811" y="360363"/>
                </a:cubicBezTo>
                <a:cubicBezTo>
                  <a:pt x="1389009" y="383025"/>
                  <a:pt x="1363465" y="408011"/>
                  <a:pt x="1312376" y="408011"/>
                </a:cubicBezTo>
                <a:cubicBezTo>
                  <a:pt x="1261869" y="408011"/>
                  <a:pt x="1236325" y="383025"/>
                  <a:pt x="1213103" y="360363"/>
                </a:cubicBezTo>
                <a:cubicBezTo>
                  <a:pt x="1192784" y="341042"/>
                  <a:pt x="1173800" y="323056"/>
                  <a:pt x="1140202" y="318861"/>
                </a:cubicBezTo>
                <a:lnTo>
                  <a:pt x="1124860" y="317944"/>
                </a:lnTo>
                <a:lnTo>
                  <a:pt x="1109907" y="318861"/>
                </a:lnTo>
                <a:cubicBezTo>
                  <a:pt x="1077083" y="323056"/>
                  <a:pt x="1058099" y="341042"/>
                  <a:pt x="1037780" y="360363"/>
                </a:cubicBezTo>
                <a:cubicBezTo>
                  <a:pt x="1014563" y="383025"/>
                  <a:pt x="988431" y="408011"/>
                  <a:pt x="937343" y="408011"/>
                </a:cubicBezTo>
                <a:cubicBezTo>
                  <a:pt x="887352" y="408011"/>
                  <a:pt x="861195" y="383025"/>
                  <a:pt x="837942" y="360363"/>
                </a:cubicBezTo>
                <a:cubicBezTo>
                  <a:pt x="817603" y="341042"/>
                  <a:pt x="798587" y="323056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0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3"/>
                  <a:pt x="144556" y="289884"/>
                  <a:pt x="187517" y="289884"/>
                </a:cubicBezTo>
                <a:cubicBezTo>
                  <a:pt x="230477" y="289884"/>
                  <a:pt x="251957" y="270153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0" y="247521"/>
                </a:cubicBezTo>
                <a:cubicBezTo>
                  <a:pt x="498175" y="270153"/>
                  <a:pt x="519667" y="289884"/>
                  <a:pt x="562069" y="289884"/>
                </a:cubicBezTo>
                <a:cubicBezTo>
                  <a:pt x="605610" y="289884"/>
                  <a:pt x="627090" y="270153"/>
                  <a:pt x="650315" y="247521"/>
                </a:cubicBezTo>
                <a:cubicBezTo>
                  <a:pt x="672084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803998" y="203623"/>
                  <a:pt x="828351" y="226847"/>
                  <a:pt x="850154" y="247521"/>
                </a:cubicBezTo>
                <a:cubicBezTo>
                  <a:pt x="873408" y="270153"/>
                  <a:pt x="894909" y="289884"/>
                  <a:pt x="937343" y="289884"/>
                </a:cubicBezTo>
                <a:cubicBezTo>
                  <a:pt x="980892" y="289884"/>
                  <a:pt x="1002368" y="270153"/>
                  <a:pt x="1025586" y="247521"/>
                </a:cubicBezTo>
                <a:cubicBezTo>
                  <a:pt x="1047357" y="226847"/>
                  <a:pt x="1071175" y="203623"/>
                  <a:pt x="1115684" y="200801"/>
                </a:cubicBezTo>
                <a:lnTo>
                  <a:pt x="1124860" y="200515"/>
                </a:lnTo>
                <a:lnTo>
                  <a:pt x="1134151" y="200801"/>
                </a:lnTo>
                <a:cubicBezTo>
                  <a:pt x="1179136" y="203623"/>
                  <a:pt x="1202980" y="226847"/>
                  <a:pt x="1225295" y="247521"/>
                </a:cubicBezTo>
                <a:cubicBezTo>
                  <a:pt x="1248517" y="270153"/>
                  <a:pt x="1270006" y="289884"/>
                  <a:pt x="1312376" y="289884"/>
                </a:cubicBezTo>
                <a:cubicBezTo>
                  <a:pt x="1355923" y="289884"/>
                  <a:pt x="1377398" y="270153"/>
                  <a:pt x="1400620" y="247521"/>
                </a:cubicBezTo>
                <a:cubicBezTo>
                  <a:pt x="1422391" y="226847"/>
                  <a:pt x="1446206" y="203623"/>
                  <a:pt x="1490714" y="200801"/>
                </a:cubicBezTo>
                <a:lnTo>
                  <a:pt x="1499902" y="200515"/>
                </a:lnTo>
                <a:lnTo>
                  <a:pt x="1509200" y="200801"/>
                </a:lnTo>
                <a:cubicBezTo>
                  <a:pt x="1554240" y="203623"/>
                  <a:pt x="1578118" y="226847"/>
                  <a:pt x="1600457" y="247521"/>
                </a:cubicBezTo>
                <a:cubicBezTo>
                  <a:pt x="1620811" y="267325"/>
                  <a:pt x="1639813" y="284906"/>
                  <a:pt x="1672675" y="288992"/>
                </a:cubicBezTo>
                <a:lnTo>
                  <a:pt x="1687656" y="289884"/>
                </a:lnTo>
                <a:lnTo>
                  <a:pt x="1702991" y="288992"/>
                </a:lnTo>
                <a:lnTo>
                  <a:pt x="1734579" y="277678"/>
                </a:lnTo>
                <a:lnTo>
                  <a:pt x="1734579" y="296151"/>
                </a:lnTo>
                <a:lnTo>
                  <a:pt x="1696936" y="307595"/>
                </a:lnTo>
                <a:lnTo>
                  <a:pt x="1687656" y="307874"/>
                </a:lnTo>
                <a:lnTo>
                  <a:pt x="1678456" y="307595"/>
                </a:lnTo>
                <a:cubicBezTo>
                  <a:pt x="1633890" y="304834"/>
                  <a:pt x="1610048" y="282086"/>
                  <a:pt x="1588259" y="260869"/>
                </a:cubicBezTo>
                <a:cubicBezTo>
                  <a:pt x="1567905" y="241065"/>
                  <a:pt x="1548904" y="223483"/>
                  <a:pt x="1515254" y="219397"/>
                </a:cubicBezTo>
                <a:lnTo>
                  <a:pt x="1499902" y="218505"/>
                </a:lnTo>
                <a:lnTo>
                  <a:pt x="1484938" y="219397"/>
                </a:lnTo>
                <a:cubicBezTo>
                  <a:pt x="1452116" y="223483"/>
                  <a:pt x="1433131" y="241065"/>
                  <a:pt x="1412811" y="260869"/>
                </a:cubicBezTo>
                <a:cubicBezTo>
                  <a:pt x="1389009" y="283501"/>
                  <a:pt x="1363465" y="307874"/>
                  <a:pt x="1312376" y="307874"/>
                </a:cubicBezTo>
                <a:cubicBezTo>
                  <a:pt x="1261869" y="307874"/>
                  <a:pt x="1236325" y="283501"/>
                  <a:pt x="1213103" y="260869"/>
                </a:cubicBezTo>
                <a:cubicBezTo>
                  <a:pt x="1192784" y="241065"/>
                  <a:pt x="1173800" y="223483"/>
                  <a:pt x="1140202" y="219397"/>
                </a:cubicBezTo>
                <a:lnTo>
                  <a:pt x="1124860" y="218505"/>
                </a:lnTo>
                <a:lnTo>
                  <a:pt x="1109907" y="219397"/>
                </a:lnTo>
                <a:cubicBezTo>
                  <a:pt x="1077083" y="223483"/>
                  <a:pt x="1058099" y="241065"/>
                  <a:pt x="1037780" y="260869"/>
                </a:cubicBezTo>
                <a:cubicBezTo>
                  <a:pt x="1014563" y="283501"/>
                  <a:pt x="988431" y="307874"/>
                  <a:pt x="937343" y="307874"/>
                </a:cubicBezTo>
                <a:cubicBezTo>
                  <a:pt x="887352" y="307874"/>
                  <a:pt x="861195" y="283501"/>
                  <a:pt x="837942" y="260869"/>
                </a:cubicBezTo>
                <a:cubicBezTo>
                  <a:pt x="817603" y="241065"/>
                  <a:pt x="798587" y="223483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3"/>
                  <a:pt x="682830" y="241065"/>
                  <a:pt x="662511" y="260869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9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9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9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0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4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6"/>
                </a:lnTo>
                <a:cubicBezTo>
                  <a:pt x="803998" y="102943"/>
                  <a:pt x="828351" y="125742"/>
                  <a:pt x="850154" y="147008"/>
                </a:cubicBezTo>
                <a:cubicBezTo>
                  <a:pt x="873408" y="169691"/>
                  <a:pt x="894909" y="189466"/>
                  <a:pt x="937343" y="189466"/>
                </a:cubicBezTo>
                <a:cubicBezTo>
                  <a:pt x="980892" y="189466"/>
                  <a:pt x="1002368" y="169691"/>
                  <a:pt x="1025586" y="147008"/>
                </a:cubicBezTo>
                <a:cubicBezTo>
                  <a:pt x="1047357" y="126288"/>
                  <a:pt x="1071175" y="103012"/>
                  <a:pt x="1115684" y="100183"/>
                </a:cubicBezTo>
                <a:lnTo>
                  <a:pt x="1124860" y="99897"/>
                </a:lnTo>
                <a:lnTo>
                  <a:pt x="1134151" y="100176"/>
                </a:lnTo>
                <a:cubicBezTo>
                  <a:pt x="1179136" y="102943"/>
                  <a:pt x="1202980" y="125742"/>
                  <a:pt x="1225295" y="147008"/>
                </a:cubicBezTo>
                <a:cubicBezTo>
                  <a:pt x="1248517" y="169691"/>
                  <a:pt x="1270006" y="189466"/>
                  <a:pt x="1312376" y="189466"/>
                </a:cubicBezTo>
                <a:cubicBezTo>
                  <a:pt x="1355923" y="189466"/>
                  <a:pt x="1377398" y="169691"/>
                  <a:pt x="1400620" y="147008"/>
                </a:cubicBezTo>
                <a:cubicBezTo>
                  <a:pt x="1422391" y="126288"/>
                  <a:pt x="1446206" y="103012"/>
                  <a:pt x="1490714" y="100183"/>
                </a:cubicBezTo>
                <a:lnTo>
                  <a:pt x="1499902" y="99897"/>
                </a:lnTo>
                <a:lnTo>
                  <a:pt x="1509200" y="100176"/>
                </a:lnTo>
                <a:cubicBezTo>
                  <a:pt x="1554240" y="102943"/>
                  <a:pt x="1578118" y="125742"/>
                  <a:pt x="1600457" y="147008"/>
                </a:cubicBezTo>
                <a:cubicBezTo>
                  <a:pt x="1620811" y="166855"/>
                  <a:pt x="1639813" y="184477"/>
                  <a:pt x="1672675" y="188572"/>
                </a:cubicBezTo>
                <a:lnTo>
                  <a:pt x="1687656" y="189466"/>
                </a:lnTo>
                <a:lnTo>
                  <a:pt x="1702991" y="188572"/>
                </a:lnTo>
                <a:lnTo>
                  <a:pt x="1734579" y="177232"/>
                </a:lnTo>
                <a:lnTo>
                  <a:pt x="1734579" y="198262"/>
                </a:lnTo>
                <a:lnTo>
                  <a:pt x="1727021" y="201722"/>
                </a:lnTo>
                <a:cubicBezTo>
                  <a:pt x="1718110" y="204581"/>
                  <a:pt x="1708183" y="206525"/>
                  <a:pt x="1696936" y="207216"/>
                </a:cubicBezTo>
                <a:lnTo>
                  <a:pt x="1687656" y="207496"/>
                </a:lnTo>
                <a:lnTo>
                  <a:pt x="1678456" y="207216"/>
                </a:lnTo>
                <a:cubicBezTo>
                  <a:pt x="1633890" y="204450"/>
                  <a:pt x="1610048" y="181650"/>
                  <a:pt x="1588259" y="160385"/>
                </a:cubicBezTo>
                <a:cubicBezTo>
                  <a:pt x="1567905" y="140537"/>
                  <a:pt x="1548904" y="122916"/>
                  <a:pt x="1515254" y="118821"/>
                </a:cubicBezTo>
                <a:lnTo>
                  <a:pt x="1499902" y="117927"/>
                </a:lnTo>
                <a:lnTo>
                  <a:pt x="1484938" y="118821"/>
                </a:lnTo>
                <a:cubicBezTo>
                  <a:pt x="1452116" y="122916"/>
                  <a:pt x="1433131" y="140537"/>
                  <a:pt x="1412811" y="160385"/>
                </a:cubicBezTo>
                <a:cubicBezTo>
                  <a:pt x="1389009" y="183068"/>
                  <a:pt x="1363465" y="207496"/>
                  <a:pt x="1312376" y="207496"/>
                </a:cubicBezTo>
                <a:cubicBezTo>
                  <a:pt x="1261869" y="207496"/>
                  <a:pt x="1236325" y="183068"/>
                  <a:pt x="1213103" y="160385"/>
                </a:cubicBezTo>
                <a:cubicBezTo>
                  <a:pt x="1192784" y="140537"/>
                  <a:pt x="1173800" y="122916"/>
                  <a:pt x="1140202" y="118821"/>
                </a:cubicBezTo>
                <a:lnTo>
                  <a:pt x="1124860" y="117927"/>
                </a:lnTo>
                <a:lnTo>
                  <a:pt x="1109907" y="118821"/>
                </a:lnTo>
                <a:cubicBezTo>
                  <a:pt x="1077083" y="122916"/>
                  <a:pt x="1058099" y="140537"/>
                  <a:pt x="1037780" y="160385"/>
                </a:cubicBezTo>
                <a:cubicBezTo>
                  <a:pt x="1014563" y="183068"/>
                  <a:pt x="988431" y="207496"/>
                  <a:pt x="937343" y="207496"/>
                </a:cubicBezTo>
                <a:cubicBezTo>
                  <a:pt x="887352" y="207496"/>
                  <a:pt x="861195" y="183068"/>
                  <a:pt x="837942" y="160385"/>
                </a:cubicBezTo>
                <a:cubicBezTo>
                  <a:pt x="817603" y="140537"/>
                  <a:pt x="798587" y="122916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0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7"/>
                  <a:pt x="99855" y="47649"/>
                </a:cubicBezTo>
                <a:cubicBezTo>
                  <a:pt x="123076" y="69730"/>
                  <a:pt x="144556" y="90068"/>
                  <a:pt x="187517" y="90068"/>
                </a:cubicBezTo>
                <a:cubicBezTo>
                  <a:pt x="230477" y="90068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0" y="47649"/>
                </a:cubicBezTo>
                <a:cubicBezTo>
                  <a:pt x="498175" y="69730"/>
                  <a:pt x="519667" y="90068"/>
                  <a:pt x="562069" y="90068"/>
                </a:cubicBezTo>
                <a:cubicBezTo>
                  <a:pt x="605610" y="90068"/>
                  <a:pt x="627090" y="69730"/>
                  <a:pt x="650315" y="47649"/>
                </a:cubicBezTo>
                <a:cubicBezTo>
                  <a:pt x="672084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800740" y="0"/>
                  <a:pt x="826901" y="24987"/>
                  <a:pt x="850154" y="47649"/>
                </a:cubicBezTo>
                <a:cubicBezTo>
                  <a:pt x="873408" y="69730"/>
                  <a:pt x="894909" y="90068"/>
                  <a:pt x="937343" y="90068"/>
                </a:cubicBezTo>
                <a:cubicBezTo>
                  <a:pt x="980892" y="90068"/>
                  <a:pt x="1002368" y="69730"/>
                  <a:pt x="1025586" y="47649"/>
                </a:cubicBezTo>
                <a:cubicBezTo>
                  <a:pt x="1047357" y="26403"/>
                  <a:pt x="1071175" y="3114"/>
                  <a:pt x="1115684" y="286"/>
                </a:cubicBezTo>
                <a:lnTo>
                  <a:pt x="1124860" y="0"/>
                </a:lnTo>
                <a:cubicBezTo>
                  <a:pt x="1175948" y="0"/>
                  <a:pt x="1201492" y="24987"/>
                  <a:pt x="1225295" y="47649"/>
                </a:cubicBezTo>
                <a:cubicBezTo>
                  <a:pt x="1248517" y="69730"/>
                  <a:pt x="1270006" y="90068"/>
                  <a:pt x="1312376" y="90068"/>
                </a:cubicBezTo>
                <a:cubicBezTo>
                  <a:pt x="1355923" y="90068"/>
                  <a:pt x="1377398" y="69730"/>
                  <a:pt x="1400620" y="47649"/>
                </a:cubicBezTo>
                <a:cubicBezTo>
                  <a:pt x="1422391" y="26403"/>
                  <a:pt x="1446206" y="3114"/>
                  <a:pt x="1490714" y="286"/>
                </a:cubicBezTo>
                <a:lnTo>
                  <a:pt x="1499902" y="0"/>
                </a:lnTo>
                <a:cubicBezTo>
                  <a:pt x="1551049" y="0"/>
                  <a:pt x="1576632" y="24987"/>
                  <a:pt x="1600457" y="47649"/>
                </a:cubicBezTo>
                <a:cubicBezTo>
                  <a:pt x="1620811" y="66969"/>
                  <a:pt x="1639813" y="84956"/>
                  <a:pt x="1672675" y="89150"/>
                </a:cubicBezTo>
                <a:lnTo>
                  <a:pt x="1687656" y="90068"/>
                </a:lnTo>
                <a:lnTo>
                  <a:pt x="1702991" y="89150"/>
                </a:lnTo>
                <a:lnTo>
                  <a:pt x="1734579" y="77655"/>
                </a:lnTo>
                <a:lnTo>
                  <a:pt x="1734579" y="98671"/>
                </a:lnTo>
                <a:lnTo>
                  <a:pt x="1727021" y="102189"/>
                </a:lnTo>
                <a:cubicBezTo>
                  <a:pt x="1718110" y="105102"/>
                  <a:pt x="1708183" y="107088"/>
                  <a:pt x="1696936" y="107795"/>
                </a:cubicBezTo>
                <a:lnTo>
                  <a:pt x="1687656" y="108081"/>
                </a:lnTo>
                <a:lnTo>
                  <a:pt x="1678456" y="107795"/>
                </a:lnTo>
                <a:cubicBezTo>
                  <a:pt x="1633890" y="104967"/>
                  <a:pt x="1610048" y="81678"/>
                  <a:pt x="1588259" y="60432"/>
                </a:cubicBezTo>
                <a:cubicBezTo>
                  <a:pt x="1567905" y="41112"/>
                  <a:pt x="1548904" y="23125"/>
                  <a:pt x="1515254" y="18931"/>
                </a:cubicBezTo>
                <a:lnTo>
                  <a:pt x="1499902" y="18014"/>
                </a:lnTo>
                <a:lnTo>
                  <a:pt x="1484938" y="18931"/>
                </a:lnTo>
                <a:cubicBezTo>
                  <a:pt x="1452116" y="23125"/>
                  <a:pt x="1433131" y="41112"/>
                  <a:pt x="1412811" y="60432"/>
                </a:cubicBezTo>
                <a:cubicBezTo>
                  <a:pt x="1389009" y="83095"/>
                  <a:pt x="1363465" y="108081"/>
                  <a:pt x="1312376" y="108081"/>
                </a:cubicBezTo>
                <a:cubicBezTo>
                  <a:pt x="1261869" y="108081"/>
                  <a:pt x="1236325" y="83095"/>
                  <a:pt x="1213103" y="60432"/>
                </a:cubicBezTo>
                <a:cubicBezTo>
                  <a:pt x="1192784" y="41112"/>
                  <a:pt x="1173800" y="23125"/>
                  <a:pt x="1140202" y="18931"/>
                </a:cubicBezTo>
                <a:lnTo>
                  <a:pt x="1124860" y="18014"/>
                </a:lnTo>
                <a:lnTo>
                  <a:pt x="1109907" y="18931"/>
                </a:lnTo>
                <a:cubicBezTo>
                  <a:pt x="1077083" y="23125"/>
                  <a:pt x="1058099" y="41112"/>
                  <a:pt x="1037780" y="60432"/>
                </a:cubicBezTo>
                <a:cubicBezTo>
                  <a:pt x="1014563" y="83095"/>
                  <a:pt x="988431" y="108081"/>
                  <a:pt x="937343" y="108081"/>
                </a:cubicBezTo>
                <a:cubicBezTo>
                  <a:pt x="887352" y="108081"/>
                  <a:pt x="861195" y="83095"/>
                  <a:pt x="837942" y="60432"/>
                </a:cubicBezTo>
                <a:cubicBezTo>
                  <a:pt x="817603" y="41112"/>
                  <a:pt x="798587" y="23125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0" y="41112"/>
                  <a:pt x="662511" y="60432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2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2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09" y="108081"/>
                  <a:pt x="111465" y="83095"/>
                  <a:pt x="87663" y="60432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047C974-980A-4B49-B0DA-0095F6F7E384}"/>
              </a:ext>
            </a:extLst>
          </p:cNvPr>
          <p:cNvGrpSpPr/>
          <p:nvPr userDrawn="1"/>
        </p:nvGrpSpPr>
        <p:grpSpPr>
          <a:xfrm rot="5400000">
            <a:off x="11025538" y="2277022"/>
            <a:ext cx="1158658" cy="1158658"/>
            <a:chOff x="13672894" y="6503095"/>
            <a:chExt cx="3240000" cy="3240000"/>
          </a:xfrm>
          <a:solidFill>
            <a:schemeClr val="accent5"/>
          </a:solidFill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D9198FE8-1C9F-4B4B-BFA0-DAC568EB62F3}"/>
                </a:ext>
              </a:extLst>
            </p:cNvPr>
            <p:cNvSpPr/>
            <p:nvPr/>
          </p:nvSpPr>
          <p:spPr>
            <a:xfrm>
              <a:off x="13672894" y="6503095"/>
              <a:ext cx="3240000" cy="324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GB" sz="2000" noProof="0" dirty="0" err="1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C828AB5-0D2D-40AA-BE02-6D94C1F9A049}"/>
                </a:ext>
              </a:extLst>
            </p:cNvPr>
            <p:cNvSpPr/>
            <p:nvPr/>
          </p:nvSpPr>
          <p:spPr>
            <a:xfrm>
              <a:off x="13672894" y="6503095"/>
              <a:ext cx="1620000" cy="3240000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A013D5A-E49D-464A-A073-4177C69352F1}"/>
              </a:ext>
            </a:extLst>
          </p:cNvPr>
          <p:cNvGrpSpPr/>
          <p:nvPr userDrawn="1"/>
        </p:nvGrpSpPr>
        <p:grpSpPr>
          <a:xfrm rot="10800000">
            <a:off x="11034134" y="4575069"/>
            <a:ext cx="1141465" cy="1141664"/>
            <a:chOff x="14745955" y="3429000"/>
            <a:chExt cx="3240001" cy="3240565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BF2C1DC-7F9F-4DD5-81E4-02B0F4ED7D13}"/>
                </a:ext>
              </a:extLst>
            </p:cNvPr>
            <p:cNvSpPr>
              <a:spLocks/>
            </p:cNvSpPr>
            <p:nvPr/>
          </p:nvSpPr>
          <p:spPr>
            <a:xfrm rot="10800000">
              <a:off x="14745955" y="3429000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8760255-0D41-4F02-A1DD-9FCEE2A68446}"/>
                </a:ext>
              </a:extLst>
            </p:cNvPr>
            <p:cNvSpPr>
              <a:spLocks/>
            </p:cNvSpPr>
            <p:nvPr/>
          </p:nvSpPr>
          <p:spPr>
            <a:xfrm rot="10800000">
              <a:off x="16365956" y="3429000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5A46F4E-C5A9-4299-8DE1-42E64E4EEFF6}"/>
              </a:ext>
            </a:extLst>
          </p:cNvPr>
          <p:cNvGrpSpPr/>
          <p:nvPr userDrawn="1"/>
        </p:nvGrpSpPr>
        <p:grpSpPr>
          <a:xfrm>
            <a:off x="9892670" y="3435680"/>
            <a:ext cx="1141465" cy="1141664"/>
            <a:chOff x="8910877" y="178355"/>
            <a:chExt cx="3239999" cy="3240565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295FDBD-9802-4C19-A3A6-E116E6980D6E}"/>
                </a:ext>
              </a:extLst>
            </p:cNvPr>
            <p:cNvSpPr>
              <a:spLocks/>
            </p:cNvSpPr>
            <p:nvPr/>
          </p:nvSpPr>
          <p:spPr>
            <a:xfrm rot="10800000">
              <a:off x="10530875" y="178355"/>
              <a:ext cx="1620001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C344B3D-37CD-411B-B304-7C838DC3E610}"/>
                </a:ext>
              </a:extLst>
            </p:cNvPr>
            <p:cNvSpPr>
              <a:spLocks/>
            </p:cNvSpPr>
            <p:nvPr/>
          </p:nvSpPr>
          <p:spPr>
            <a:xfrm>
              <a:off x="8910877" y="178355"/>
              <a:ext cx="1619998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C0D946C-570A-4AFF-A929-CBA29E6B79E1}"/>
              </a:ext>
            </a:extLst>
          </p:cNvPr>
          <p:cNvGrpSpPr/>
          <p:nvPr userDrawn="1"/>
        </p:nvGrpSpPr>
        <p:grpSpPr>
          <a:xfrm>
            <a:off x="11034134" y="5716336"/>
            <a:ext cx="1141465" cy="1141664"/>
            <a:chOff x="12150870" y="183894"/>
            <a:chExt cx="3240000" cy="3240565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D99D085-5C2C-477C-A32B-5ABC2DCE84C8}"/>
                </a:ext>
              </a:extLst>
            </p:cNvPr>
            <p:cNvSpPr>
              <a:spLocks/>
            </p:cNvSpPr>
            <p:nvPr/>
          </p:nvSpPr>
          <p:spPr>
            <a:xfrm rot="10800000">
              <a:off x="13770870" y="183894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3D45E29-A3B9-4ACC-B491-9419569C550F}"/>
                </a:ext>
              </a:extLst>
            </p:cNvPr>
            <p:cNvSpPr>
              <a:spLocks/>
            </p:cNvSpPr>
            <p:nvPr/>
          </p:nvSpPr>
          <p:spPr>
            <a:xfrm>
              <a:off x="12150870" y="183894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F99DBF5B-95C3-4C0A-A5DC-DA6CC466FA15}"/>
              </a:ext>
            </a:extLst>
          </p:cNvPr>
          <p:cNvSpPr>
            <a:spLocks/>
          </p:cNvSpPr>
          <p:nvPr userDrawn="1"/>
        </p:nvSpPr>
        <p:spPr>
          <a:xfrm rot="10800000">
            <a:off x="11042731" y="1135756"/>
            <a:ext cx="570732" cy="1141664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rgbClr val="B3E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1949D69-FBF7-4B37-A791-21F36A8C5635}"/>
              </a:ext>
            </a:extLst>
          </p:cNvPr>
          <p:cNvGrpSpPr/>
          <p:nvPr userDrawn="1"/>
        </p:nvGrpSpPr>
        <p:grpSpPr>
          <a:xfrm>
            <a:off x="11042731" y="-3633"/>
            <a:ext cx="1141465" cy="1141664"/>
            <a:chOff x="12150870" y="-9583966"/>
            <a:chExt cx="3240000" cy="3240565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A75F572F-0FD2-4831-99F0-E9F9E6534EE7}"/>
                </a:ext>
              </a:extLst>
            </p:cNvPr>
            <p:cNvSpPr>
              <a:spLocks/>
            </p:cNvSpPr>
            <p:nvPr/>
          </p:nvSpPr>
          <p:spPr>
            <a:xfrm rot="10800000">
              <a:off x="13770870" y="-9583966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7691339F-C28E-48B6-A29D-AEEBC0049A8E}"/>
                </a:ext>
              </a:extLst>
            </p:cNvPr>
            <p:cNvSpPr>
              <a:spLocks/>
            </p:cNvSpPr>
            <p:nvPr/>
          </p:nvSpPr>
          <p:spPr>
            <a:xfrm>
              <a:off x="12150870" y="-9583966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3300896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H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F284A4E1-364A-4EF7-B6EF-DD9897A2D0A9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grpSp>
        <p:nvGrpSpPr>
          <p:cNvPr id="40" name="Group 4">
            <a:extLst>
              <a:ext uri="{FF2B5EF4-FFF2-40B4-BE49-F238E27FC236}">
                <a16:creationId xmlns:a16="http://schemas.microsoft.com/office/drawing/2014/main" id="{B1DCACA0-0D0D-47B8-BEFB-40D1F524FAB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2301" y="719138"/>
            <a:ext cx="3192604" cy="452099"/>
            <a:chOff x="441" y="-2489"/>
            <a:chExt cx="5261" cy="745"/>
          </a:xfrm>
          <a:solidFill>
            <a:schemeClr val="accent1"/>
          </a:solidFill>
        </p:grpSpPr>
        <p:sp>
          <p:nvSpPr>
            <p:cNvPr id="42" name="Rectangle 5">
              <a:extLst>
                <a:ext uri="{FF2B5EF4-FFF2-40B4-BE49-F238E27FC236}">
                  <a16:creationId xmlns:a16="http://schemas.microsoft.com/office/drawing/2014/main" id="{8AFCDD2C-D9CE-4D68-901E-2E51174A0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2" y="-2343"/>
              <a:ext cx="41" cy="4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128E8151-4651-45BC-B91A-9E8C70CCB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-2339"/>
              <a:ext cx="185" cy="452"/>
            </a:xfrm>
            <a:custGeom>
              <a:avLst/>
              <a:gdLst>
                <a:gd name="T0" fmla="*/ 376 w 378"/>
                <a:gd name="T1" fmla="*/ 13 h 923"/>
                <a:gd name="T2" fmla="*/ 376 w 378"/>
                <a:gd name="T3" fmla="*/ 94 h 923"/>
                <a:gd name="T4" fmla="*/ 193 w 378"/>
                <a:gd name="T5" fmla="*/ 258 h 923"/>
                <a:gd name="T6" fmla="*/ 193 w 378"/>
                <a:gd name="T7" fmla="*/ 284 h 923"/>
                <a:gd name="T8" fmla="*/ 378 w 378"/>
                <a:gd name="T9" fmla="*/ 284 h 923"/>
                <a:gd name="T10" fmla="*/ 378 w 378"/>
                <a:gd name="T11" fmla="*/ 365 h 923"/>
                <a:gd name="T12" fmla="*/ 193 w 378"/>
                <a:gd name="T13" fmla="*/ 365 h 923"/>
                <a:gd name="T14" fmla="*/ 193 w 378"/>
                <a:gd name="T15" fmla="*/ 923 h 923"/>
                <a:gd name="T16" fmla="*/ 109 w 378"/>
                <a:gd name="T17" fmla="*/ 923 h 923"/>
                <a:gd name="T18" fmla="*/ 109 w 378"/>
                <a:gd name="T19" fmla="*/ 366 h 923"/>
                <a:gd name="T20" fmla="*/ 0 w 378"/>
                <a:gd name="T21" fmla="*/ 366 h 923"/>
                <a:gd name="T22" fmla="*/ 0 w 378"/>
                <a:gd name="T23" fmla="*/ 285 h 923"/>
                <a:gd name="T24" fmla="*/ 109 w 378"/>
                <a:gd name="T25" fmla="*/ 285 h 923"/>
                <a:gd name="T26" fmla="*/ 109 w 378"/>
                <a:gd name="T27" fmla="*/ 259 h 923"/>
                <a:gd name="T28" fmla="*/ 376 w 378"/>
                <a:gd name="T29" fmla="*/ 13 h 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78" h="923">
                  <a:moveTo>
                    <a:pt x="376" y="13"/>
                  </a:moveTo>
                  <a:cubicBezTo>
                    <a:pt x="376" y="94"/>
                    <a:pt x="376" y="94"/>
                    <a:pt x="376" y="94"/>
                  </a:cubicBezTo>
                  <a:cubicBezTo>
                    <a:pt x="251" y="85"/>
                    <a:pt x="191" y="135"/>
                    <a:pt x="193" y="258"/>
                  </a:cubicBezTo>
                  <a:cubicBezTo>
                    <a:pt x="193" y="284"/>
                    <a:pt x="193" y="284"/>
                    <a:pt x="193" y="284"/>
                  </a:cubicBezTo>
                  <a:cubicBezTo>
                    <a:pt x="378" y="284"/>
                    <a:pt x="378" y="284"/>
                    <a:pt x="378" y="284"/>
                  </a:cubicBezTo>
                  <a:cubicBezTo>
                    <a:pt x="378" y="365"/>
                    <a:pt x="378" y="365"/>
                    <a:pt x="378" y="365"/>
                  </a:cubicBezTo>
                  <a:cubicBezTo>
                    <a:pt x="193" y="365"/>
                    <a:pt x="193" y="365"/>
                    <a:pt x="193" y="365"/>
                  </a:cubicBezTo>
                  <a:cubicBezTo>
                    <a:pt x="193" y="923"/>
                    <a:pt x="193" y="923"/>
                    <a:pt x="193" y="923"/>
                  </a:cubicBezTo>
                  <a:cubicBezTo>
                    <a:pt x="109" y="923"/>
                    <a:pt x="109" y="923"/>
                    <a:pt x="109" y="923"/>
                  </a:cubicBezTo>
                  <a:cubicBezTo>
                    <a:pt x="109" y="366"/>
                    <a:pt x="109" y="366"/>
                    <a:pt x="109" y="366"/>
                  </a:cubicBezTo>
                  <a:cubicBezTo>
                    <a:pt x="0" y="366"/>
                    <a:pt x="0" y="366"/>
                    <a:pt x="0" y="366"/>
                  </a:cubicBezTo>
                  <a:cubicBezTo>
                    <a:pt x="0" y="285"/>
                    <a:pt x="0" y="285"/>
                    <a:pt x="0" y="285"/>
                  </a:cubicBezTo>
                  <a:cubicBezTo>
                    <a:pt x="109" y="285"/>
                    <a:pt x="109" y="285"/>
                    <a:pt x="109" y="285"/>
                  </a:cubicBezTo>
                  <a:cubicBezTo>
                    <a:pt x="109" y="259"/>
                    <a:pt x="109" y="259"/>
                    <a:pt x="109" y="259"/>
                  </a:cubicBezTo>
                  <a:cubicBezTo>
                    <a:pt x="107" y="93"/>
                    <a:pt x="203" y="0"/>
                    <a:pt x="376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874344D7-C738-4A7C-A572-B3DB0997C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02" y="-2324"/>
              <a:ext cx="335" cy="446"/>
            </a:xfrm>
            <a:custGeom>
              <a:avLst/>
              <a:gdLst>
                <a:gd name="T0" fmla="*/ 165 w 685"/>
                <a:gd name="T1" fmla="*/ 574 h 911"/>
                <a:gd name="T2" fmla="*/ 342 w 685"/>
                <a:gd name="T3" fmla="*/ 754 h 911"/>
                <a:gd name="T4" fmla="*/ 520 w 685"/>
                <a:gd name="T5" fmla="*/ 574 h 911"/>
                <a:gd name="T6" fmla="*/ 342 w 685"/>
                <a:gd name="T7" fmla="*/ 395 h 911"/>
                <a:gd name="T8" fmla="*/ 165 w 685"/>
                <a:gd name="T9" fmla="*/ 574 h 911"/>
                <a:gd name="T10" fmla="*/ 165 w 685"/>
                <a:gd name="T11" fmla="*/ 330 h 911"/>
                <a:gd name="T12" fmla="*/ 372 w 685"/>
                <a:gd name="T13" fmla="*/ 238 h 911"/>
                <a:gd name="T14" fmla="*/ 685 w 685"/>
                <a:gd name="T15" fmla="*/ 574 h 911"/>
                <a:gd name="T16" fmla="*/ 372 w 685"/>
                <a:gd name="T17" fmla="*/ 911 h 911"/>
                <a:gd name="T18" fmla="*/ 165 w 685"/>
                <a:gd name="T19" fmla="*/ 819 h 911"/>
                <a:gd name="T20" fmla="*/ 165 w 685"/>
                <a:gd name="T21" fmla="*/ 893 h 911"/>
                <a:gd name="T22" fmla="*/ 0 w 685"/>
                <a:gd name="T23" fmla="*/ 893 h 911"/>
                <a:gd name="T24" fmla="*/ 0 w 685"/>
                <a:gd name="T25" fmla="*/ 0 h 911"/>
                <a:gd name="T26" fmla="*/ 165 w 685"/>
                <a:gd name="T27" fmla="*/ 0 h 911"/>
                <a:gd name="T28" fmla="*/ 165 w 685"/>
                <a:gd name="T29" fmla="*/ 33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5" h="911">
                  <a:moveTo>
                    <a:pt x="165" y="574"/>
                  </a:moveTo>
                  <a:cubicBezTo>
                    <a:pt x="165" y="681"/>
                    <a:pt x="241" y="754"/>
                    <a:pt x="342" y="754"/>
                  </a:cubicBezTo>
                  <a:cubicBezTo>
                    <a:pt x="444" y="754"/>
                    <a:pt x="520" y="681"/>
                    <a:pt x="520" y="574"/>
                  </a:cubicBezTo>
                  <a:cubicBezTo>
                    <a:pt x="520" y="467"/>
                    <a:pt x="444" y="395"/>
                    <a:pt x="342" y="395"/>
                  </a:cubicBezTo>
                  <a:cubicBezTo>
                    <a:pt x="241" y="395"/>
                    <a:pt x="165" y="467"/>
                    <a:pt x="165" y="574"/>
                  </a:cubicBezTo>
                  <a:close/>
                  <a:moveTo>
                    <a:pt x="165" y="330"/>
                  </a:moveTo>
                  <a:cubicBezTo>
                    <a:pt x="212" y="272"/>
                    <a:pt x="279" y="238"/>
                    <a:pt x="372" y="238"/>
                  </a:cubicBezTo>
                  <a:cubicBezTo>
                    <a:pt x="544" y="238"/>
                    <a:pt x="685" y="385"/>
                    <a:pt x="685" y="574"/>
                  </a:cubicBezTo>
                  <a:cubicBezTo>
                    <a:pt x="685" y="764"/>
                    <a:pt x="544" y="911"/>
                    <a:pt x="372" y="911"/>
                  </a:cubicBezTo>
                  <a:cubicBezTo>
                    <a:pt x="280" y="911"/>
                    <a:pt x="212" y="877"/>
                    <a:pt x="165" y="819"/>
                  </a:cubicBezTo>
                  <a:cubicBezTo>
                    <a:pt x="165" y="893"/>
                    <a:pt x="165" y="893"/>
                    <a:pt x="165" y="893"/>
                  </a:cubicBezTo>
                  <a:cubicBezTo>
                    <a:pt x="0" y="893"/>
                    <a:pt x="0" y="893"/>
                    <a:pt x="0" y="89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5" y="0"/>
                    <a:pt x="165" y="0"/>
                    <a:pt x="165" y="0"/>
                  </a:cubicBezTo>
                  <a:lnTo>
                    <a:pt x="165" y="3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6" name="Freeform 8">
              <a:extLst>
                <a:ext uri="{FF2B5EF4-FFF2-40B4-BE49-F238E27FC236}">
                  <a16:creationId xmlns:a16="http://schemas.microsoft.com/office/drawing/2014/main" id="{315A1812-219F-48D9-9411-77B040812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" y="-2206"/>
              <a:ext cx="175" cy="319"/>
            </a:xfrm>
            <a:custGeom>
              <a:avLst/>
              <a:gdLst>
                <a:gd name="T0" fmla="*/ 164 w 358"/>
                <a:gd name="T1" fmla="*/ 13 h 652"/>
                <a:gd name="T2" fmla="*/ 164 w 358"/>
                <a:gd name="T3" fmla="*/ 123 h 652"/>
                <a:gd name="T4" fmla="*/ 358 w 358"/>
                <a:gd name="T5" fmla="*/ 0 h 652"/>
                <a:gd name="T6" fmla="*/ 358 w 358"/>
                <a:gd name="T7" fmla="*/ 184 h 652"/>
                <a:gd name="T8" fmla="*/ 164 w 358"/>
                <a:gd name="T9" fmla="*/ 346 h 652"/>
                <a:gd name="T10" fmla="*/ 164 w 358"/>
                <a:gd name="T11" fmla="*/ 652 h 652"/>
                <a:gd name="T12" fmla="*/ 0 w 358"/>
                <a:gd name="T13" fmla="*/ 652 h 652"/>
                <a:gd name="T14" fmla="*/ 0 w 358"/>
                <a:gd name="T15" fmla="*/ 13 h 652"/>
                <a:gd name="T16" fmla="*/ 164 w 358"/>
                <a:gd name="T17" fmla="*/ 13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8" h="652">
                  <a:moveTo>
                    <a:pt x="164" y="13"/>
                  </a:moveTo>
                  <a:cubicBezTo>
                    <a:pt x="164" y="123"/>
                    <a:pt x="164" y="123"/>
                    <a:pt x="164" y="123"/>
                  </a:cubicBezTo>
                  <a:cubicBezTo>
                    <a:pt x="196" y="35"/>
                    <a:pt x="277" y="0"/>
                    <a:pt x="358" y="0"/>
                  </a:cubicBezTo>
                  <a:cubicBezTo>
                    <a:pt x="358" y="184"/>
                    <a:pt x="358" y="184"/>
                    <a:pt x="358" y="184"/>
                  </a:cubicBezTo>
                  <a:cubicBezTo>
                    <a:pt x="272" y="173"/>
                    <a:pt x="164" y="212"/>
                    <a:pt x="164" y="346"/>
                  </a:cubicBezTo>
                  <a:cubicBezTo>
                    <a:pt x="164" y="652"/>
                    <a:pt x="164" y="652"/>
                    <a:pt x="164" y="652"/>
                  </a:cubicBezTo>
                  <a:cubicBezTo>
                    <a:pt x="0" y="652"/>
                    <a:pt x="0" y="652"/>
                    <a:pt x="0" y="652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164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8" name="Freeform 9">
              <a:extLst>
                <a:ext uri="{FF2B5EF4-FFF2-40B4-BE49-F238E27FC236}">
                  <a16:creationId xmlns:a16="http://schemas.microsoft.com/office/drawing/2014/main" id="{B83F5B96-ABB7-447A-8624-88F7E3B56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90" y="-2208"/>
              <a:ext cx="322" cy="329"/>
            </a:xfrm>
            <a:custGeom>
              <a:avLst/>
              <a:gdLst>
                <a:gd name="T0" fmla="*/ 172 w 660"/>
                <a:gd name="T1" fmla="*/ 277 h 673"/>
                <a:gd name="T2" fmla="*/ 338 w 660"/>
                <a:gd name="T3" fmla="*/ 147 h 673"/>
                <a:gd name="T4" fmla="*/ 497 w 660"/>
                <a:gd name="T5" fmla="*/ 277 h 673"/>
                <a:gd name="T6" fmla="*/ 172 w 660"/>
                <a:gd name="T7" fmla="*/ 277 h 673"/>
                <a:gd name="T8" fmla="*/ 173 w 660"/>
                <a:gd name="T9" fmla="*/ 405 h 673"/>
                <a:gd name="T10" fmla="*/ 654 w 660"/>
                <a:gd name="T11" fmla="*/ 405 h 673"/>
                <a:gd name="T12" fmla="*/ 660 w 660"/>
                <a:gd name="T13" fmla="*/ 337 h 673"/>
                <a:gd name="T14" fmla="*/ 337 w 660"/>
                <a:gd name="T15" fmla="*/ 0 h 673"/>
                <a:gd name="T16" fmla="*/ 0 w 660"/>
                <a:gd name="T17" fmla="*/ 337 h 673"/>
                <a:gd name="T18" fmla="*/ 350 w 660"/>
                <a:gd name="T19" fmla="*/ 673 h 673"/>
                <a:gd name="T20" fmla="*/ 628 w 660"/>
                <a:gd name="T21" fmla="*/ 537 h 673"/>
                <a:gd name="T22" fmla="*/ 495 w 660"/>
                <a:gd name="T23" fmla="*/ 461 h 673"/>
                <a:gd name="T24" fmla="*/ 353 w 660"/>
                <a:gd name="T25" fmla="*/ 524 h 673"/>
                <a:gd name="T26" fmla="*/ 173 w 660"/>
                <a:gd name="T27" fmla="*/ 405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60" h="673">
                  <a:moveTo>
                    <a:pt x="172" y="277"/>
                  </a:moveTo>
                  <a:cubicBezTo>
                    <a:pt x="191" y="196"/>
                    <a:pt x="251" y="147"/>
                    <a:pt x="338" y="147"/>
                  </a:cubicBezTo>
                  <a:cubicBezTo>
                    <a:pt x="408" y="147"/>
                    <a:pt x="476" y="185"/>
                    <a:pt x="497" y="277"/>
                  </a:cubicBezTo>
                  <a:lnTo>
                    <a:pt x="172" y="277"/>
                  </a:lnTo>
                  <a:close/>
                  <a:moveTo>
                    <a:pt x="173" y="405"/>
                  </a:moveTo>
                  <a:cubicBezTo>
                    <a:pt x="654" y="405"/>
                    <a:pt x="654" y="405"/>
                    <a:pt x="654" y="405"/>
                  </a:cubicBezTo>
                  <a:cubicBezTo>
                    <a:pt x="657" y="382"/>
                    <a:pt x="660" y="361"/>
                    <a:pt x="660" y="337"/>
                  </a:cubicBezTo>
                  <a:cubicBezTo>
                    <a:pt x="660" y="149"/>
                    <a:pt x="526" y="0"/>
                    <a:pt x="337" y="0"/>
                  </a:cubicBezTo>
                  <a:cubicBezTo>
                    <a:pt x="136" y="0"/>
                    <a:pt x="0" y="147"/>
                    <a:pt x="0" y="337"/>
                  </a:cubicBezTo>
                  <a:cubicBezTo>
                    <a:pt x="0" y="528"/>
                    <a:pt x="136" y="673"/>
                    <a:pt x="350" y="673"/>
                  </a:cubicBezTo>
                  <a:cubicBezTo>
                    <a:pt x="473" y="673"/>
                    <a:pt x="568" y="623"/>
                    <a:pt x="628" y="537"/>
                  </a:cubicBezTo>
                  <a:cubicBezTo>
                    <a:pt x="495" y="461"/>
                    <a:pt x="495" y="461"/>
                    <a:pt x="495" y="461"/>
                  </a:cubicBezTo>
                  <a:cubicBezTo>
                    <a:pt x="466" y="499"/>
                    <a:pt x="416" y="524"/>
                    <a:pt x="353" y="524"/>
                  </a:cubicBezTo>
                  <a:cubicBezTo>
                    <a:pt x="267" y="526"/>
                    <a:pt x="197" y="489"/>
                    <a:pt x="173" y="4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221D7E4B-2060-43F6-AA9F-BB5DDE1E8E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50" y="-2208"/>
              <a:ext cx="334" cy="330"/>
            </a:xfrm>
            <a:custGeom>
              <a:avLst/>
              <a:gdLst>
                <a:gd name="T0" fmla="*/ 166 w 684"/>
                <a:gd name="T1" fmla="*/ 338 h 675"/>
                <a:gd name="T2" fmla="*/ 343 w 684"/>
                <a:gd name="T3" fmla="*/ 518 h 675"/>
                <a:gd name="T4" fmla="*/ 521 w 684"/>
                <a:gd name="T5" fmla="*/ 338 h 675"/>
                <a:gd name="T6" fmla="*/ 343 w 684"/>
                <a:gd name="T7" fmla="*/ 159 h 675"/>
                <a:gd name="T8" fmla="*/ 166 w 684"/>
                <a:gd name="T9" fmla="*/ 338 h 675"/>
                <a:gd name="T10" fmla="*/ 519 w 684"/>
                <a:gd name="T11" fmla="*/ 94 h 675"/>
                <a:gd name="T12" fmla="*/ 519 w 684"/>
                <a:gd name="T13" fmla="*/ 19 h 675"/>
                <a:gd name="T14" fmla="*/ 684 w 684"/>
                <a:gd name="T15" fmla="*/ 19 h 675"/>
                <a:gd name="T16" fmla="*/ 684 w 684"/>
                <a:gd name="T17" fmla="*/ 657 h 675"/>
                <a:gd name="T18" fmla="*/ 519 w 684"/>
                <a:gd name="T19" fmla="*/ 657 h 675"/>
                <a:gd name="T20" fmla="*/ 519 w 684"/>
                <a:gd name="T21" fmla="*/ 583 h 675"/>
                <a:gd name="T22" fmla="*/ 310 w 684"/>
                <a:gd name="T23" fmla="*/ 675 h 675"/>
                <a:gd name="T24" fmla="*/ 0 w 684"/>
                <a:gd name="T25" fmla="*/ 338 h 675"/>
                <a:gd name="T26" fmla="*/ 310 w 684"/>
                <a:gd name="T27" fmla="*/ 2 h 675"/>
                <a:gd name="T28" fmla="*/ 519 w 684"/>
                <a:gd name="T29" fmla="*/ 94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4" h="675">
                  <a:moveTo>
                    <a:pt x="166" y="338"/>
                  </a:moveTo>
                  <a:cubicBezTo>
                    <a:pt x="166" y="445"/>
                    <a:pt x="241" y="518"/>
                    <a:pt x="343" y="518"/>
                  </a:cubicBezTo>
                  <a:cubicBezTo>
                    <a:pt x="445" y="518"/>
                    <a:pt x="521" y="445"/>
                    <a:pt x="521" y="338"/>
                  </a:cubicBezTo>
                  <a:cubicBezTo>
                    <a:pt x="521" y="231"/>
                    <a:pt x="446" y="159"/>
                    <a:pt x="343" y="159"/>
                  </a:cubicBezTo>
                  <a:cubicBezTo>
                    <a:pt x="241" y="159"/>
                    <a:pt x="166" y="231"/>
                    <a:pt x="166" y="338"/>
                  </a:cubicBezTo>
                  <a:close/>
                  <a:moveTo>
                    <a:pt x="519" y="94"/>
                  </a:moveTo>
                  <a:cubicBezTo>
                    <a:pt x="519" y="19"/>
                    <a:pt x="519" y="19"/>
                    <a:pt x="519" y="19"/>
                  </a:cubicBezTo>
                  <a:cubicBezTo>
                    <a:pt x="684" y="19"/>
                    <a:pt x="684" y="19"/>
                    <a:pt x="684" y="19"/>
                  </a:cubicBezTo>
                  <a:cubicBezTo>
                    <a:pt x="684" y="657"/>
                    <a:pt x="684" y="657"/>
                    <a:pt x="684" y="657"/>
                  </a:cubicBezTo>
                  <a:cubicBezTo>
                    <a:pt x="519" y="657"/>
                    <a:pt x="519" y="657"/>
                    <a:pt x="519" y="657"/>
                  </a:cubicBezTo>
                  <a:cubicBezTo>
                    <a:pt x="519" y="583"/>
                    <a:pt x="519" y="583"/>
                    <a:pt x="519" y="583"/>
                  </a:cubicBezTo>
                  <a:cubicBezTo>
                    <a:pt x="472" y="641"/>
                    <a:pt x="404" y="675"/>
                    <a:pt x="310" y="675"/>
                  </a:cubicBezTo>
                  <a:cubicBezTo>
                    <a:pt x="140" y="675"/>
                    <a:pt x="0" y="529"/>
                    <a:pt x="0" y="338"/>
                  </a:cubicBezTo>
                  <a:cubicBezTo>
                    <a:pt x="0" y="149"/>
                    <a:pt x="140" y="2"/>
                    <a:pt x="310" y="2"/>
                  </a:cubicBezTo>
                  <a:cubicBezTo>
                    <a:pt x="404" y="0"/>
                    <a:pt x="472" y="36"/>
                    <a:pt x="519" y="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E9CA355B-4C4E-43D8-ACD0-809E95A1AA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8" y="-2324"/>
              <a:ext cx="334" cy="446"/>
            </a:xfrm>
            <a:custGeom>
              <a:avLst/>
              <a:gdLst>
                <a:gd name="T0" fmla="*/ 344 w 685"/>
                <a:gd name="T1" fmla="*/ 754 h 911"/>
                <a:gd name="T2" fmla="*/ 165 w 685"/>
                <a:gd name="T3" fmla="*/ 574 h 911"/>
                <a:gd name="T4" fmla="*/ 344 w 685"/>
                <a:gd name="T5" fmla="*/ 395 h 911"/>
                <a:gd name="T6" fmla="*/ 520 w 685"/>
                <a:gd name="T7" fmla="*/ 574 h 911"/>
                <a:gd name="T8" fmla="*/ 344 w 685"/>
                <a:gd name="T9" fmla="*/ 754 h 911"/>
                <a:gd name="T10" fmla="*/ 520 w 685"/>
                <a:gd name="T11" fmla="*/ 0 h 911"/>
                <a:gd name="T12" fmla="*/ 520 w 685"/>
                <a:gd name="T13" fmla="*/ 330 h 911"/>
                <a:gd name="T14" fmla="*/ 313 w 685"/>
                <a:gd name="T15" fmla="*/ 238 h 911"/>
                <a:gd name="T16" fmla="*/ 0 w 685"/>
                <a:gd name="T17" fmla="*/ 574 h 911"/>
                <a:gd name="T18" fmla="*/ 313 w 685"/>
                <a:gd name="T19" fmla="*/ 911 h 911"/>
                <a:gd name="T20" fmla="*/ 520 w 685"/>
                <a:gd name="T21" fmla="*/ 819 h 911"/>
                <a:gd name="T22" fmla="*/ 520 w 685"/>
                <a:gd name="T23" fmla="*/ 893 h 911"/>
                <a:gd name="T24" fmla="*/ 685 w 685"/>
                <a:gd name="T25" fmla="*/ 893 h 911"/>
                <a:gd name="T26" fmla="*/ 685 w 685"/>
                <a:gd name="T27" fmla="*/ 0 h 911"/>
                <a:gd name="T28" fmla="*/ 520 w 685"/>
                <a:gd name="T29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5" h="911">
                  <a:moveTo>
                    <a:pt x="344" y="754"/>
                  </a:moveTo>
                  <a:cubicBezTo>
                    <a:pt x="242" y="754"/>
                    <a:pt x="165" y="681"/>
                    <a:pt x="165" y="574"/>
                  </a:cubicBezTo>
                  <a:cubicBezTo>
                    <a:pt x="165" y="467"/>
                    <a:pt x="240" y="395"/>
                    <a:pt x="344" y="395"/>
                  </a:cubicBezTo>
                  <a:cubicBezTo>
                    <a:pt x="444" y="395"/>
                    <a:pt x="520" y="467"/>
                    <a:pt x="520" y="574"/>
                  </a:cubicBezTo>
                  <a:cubicBezTo>
                    <a:pt x="520" y="681"/>
                    <a:pt x="444" y="754"/>
                    <a:pt x="344" y="754"/>
                  </a:cubicBezTo>
                  <a:close/>
                  <a:moveTo>
                    <a:pt x="520" y="0"/>
                  </a:moveTo>
                  <a:cubicBezTo>
                    <a:pt x="520" y="330"/>
                    <a:pt x="520" y="330"/>
                    <a:pt x="520" y="330"/>
                  </a:cubicBezTo>
                  <a:cubicBezTo>
                    <a:pt x="473" y="272"/>
                    <a:pt x="407" y="238"/>
                    <a:pt x="313" y="238"/>
                  </a:cubicBezTo>
                  <a:cubicBezTo>
                    <a:pt x="141" y="238"/>
                    <a:pt x="0" y="385"/>
                    <a:pt x="0" y="574"/>
                  </a:cubicBezTo>
                  <a:cubicBezTo>
                    <a:pt x="0" y="765"/>
                    <a:pt x="141" y="911"/>
                    <a:pt x="313" y="911"/>
                  </a:cubicBezTo>
                  <a:cubicBezTo>
                    <a:pt x="405" y="911"/>
                    <a:pt x="473" y="877"/>
                    <a:pt x="520" y="819"/>
                  </a:cubicBezTo>
                  <a:cubicBezTo>
                    <a:pt x="520" y="893"/>
                    <a:pt x="520" y="893"/>
                    <a:pt x="520" y="893"/>
                  </a:cubicBezTo>
                  <a:cubicBezTo>
                    <a:pt x="685" y="893"/>
                    <a:pt x="685" y="893"/>
                    <a:pt x="685" y="893"/>
                  </a:cubicBezTo>
                  <a:cubicBezTo>
                    <a:pt x="685" y="0"/>
                    <a:pt x="685" y="0"/>
                    <a:pt x="685" y="0"/>
                  </a:cubicBezTo>
                  <a:lnTo>
                    <a:pt x="52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3" name="Freeform 12">
              <a:extLst>
                <a:ext uri="{FF2B5EF4-FFF2-40B4-BE49-F238E27FC236}">
                  <a16:creationId xmlns:a16="http://schemas.microsoft.com/office/drawing/2014/main" id="{EAC88072-E46B-4711-A9F8-AC1FEEC6C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-2326"/>
              <a:ext cx="60" cy="60"/>
            </a:xfrm>
            <a:custGeom>
              <a:avLst/>
              <a:gdLst>
                <a:gd name="T0" fmla="*/ 61 w 123"/>
                <a:gd name="T1" fmla="*/ 123 h 123"/>
                <a:gd name="T2" fmla="*/ 123 w 123"/>
                <a:gd name="T3" fmla="*/ 62 h 123"/>
                <a:gd name="T4" fmla="*/ 61 w 123"/>
                <a:gd name="T5" fmla="*/ 0 h 123"/>
                <a:gd name="T6" fmla="*/ 0 w 123"/>
                <a:gd name="T7" fmla="*/ 62 h 123"/>
                <a:gd name="T8" fmla="*/ 61 w 123"/>
                <a:gd name="T9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23">
                  <a:moveTo>
                    <a:pt x="61" y="123"/>
                  </a:moveTo>
                  <a:cubicBezTo>
                    <a:pt x="95" y="123"/>
                    <a:pt x="123" y="94"/>
                    <a:pt x="123" y="62"/>
                  </a:cubicBezTo>
                  <a:cubicBezTo>
                    <a:pt x="123" y="28"/>
                    <a:pt x="95" y="0"/>
                    <a:pt x="61" y="0"/>
                  </a:cubicBezTo>
                  <a:cubicBezTo>
                    <a:pt x="27" y="0"/>
                    <a:pt x="0" y="29"/>
                    <a:pt x="0" y="62"/>
                  </a:cubicBezTo>
                  <a:cubicBezTo>
                    <a:pt x="0" y="94"/>
                    <a:pt x="26" y="123"/>
                    <a:pt x="61" y="1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4" name="Rectangle 13">
              <a:extLst>
                <a:ext uri="{FF2B5EF4-FFF2-40B4-BE49-F238E27FC236}">
                  <a16:creationId xmlns:a16="http://schemas.microsoft.com/office/drawing/2014/main" id="{A805BA91-2FB5-41A7-8C55-75F23B764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5" y="-2200"/>
              <a:ext cx="41" cy="3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12E395CA-F307-4DEF-99A7-1B182960F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8" y="-2207"/>
              <a:ext cx="268" cy="320"/>
            </a:xfrm>
            <a:custGeom>
              <a:avLst/>
              <a:gdLst>
                <a:gd name="T0" fmla="*/ 86 w 549"/>
                <a:gd name="T1" fmla="*/ 115 h 654"/>
                <a:gd name="T2" fmla="*/ 300 w 549"/>
                <a:gd name="T3" fmla="*/ 0 h 654"/>
                <a:gd name="T4" fmla="*/ 549 w 549"/>
                <a:gd name="T5" fmla="*/ 262 h 654"/>
                <a:gd name="T6" fmla="*/ 549 w 549"/>
                <a:gd name="T7" fmla="*/ 654 h 654"/>
                <a:gd name="T8" fmla="*/ 465 w 549"/>
                <a:gd name="T9" fmla="*/ 654 h 654"/>
                <a:gd name="T10" fmla="*/ 465 w 549"/>
                <a:gd name="T11" fmla="*/ 262 h 654"/>
                <a:gd name="T12" fmla="*/ 291 w 549"/>
                <a:gd name="T13" fmla="*/ 83 h 654"/>
                <a:gd name="T14" fmla="*/ 84 w 549"/>
                <a:gd name="T15" fmla="*/ 321 h 654"/>
                <a:gd name="T16" fmla="*/ 84 w 549"/>
                <a:gd name="T17" fmla="*/ 654 h 654"/>
                <a:gd name="T18" fmla="*/ 0 w 549"/>
                <a:gd name="T19" fmla="*/ 654 h 654"/>
                <a:gd name="T20" fmla="*/ 0 w 549"/>
                <a:gd name="T21" fmla="*/ 15 h 654"/>
                <a:gd name="T22" fmla="*/ 84 w 549"/>
                <a:gd name="T23" fmla="*/ 15 h 654"/>
                <a:gd name="T24" fmla="*/ 84 w 549"/>
                <a:gd name="T25" fmla="*/ 115 h 654"/>
                <a:gd name="T26" fmla="*/ 86 w 549"/>
                <a:gd name="T27" fmla="*/ 11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9" h="654">
                  <a:moveTo>
                    <a:pt x="86" y="115"/>
                  </a:moveTo>
                  <a:cubicBezTo>
                    <a:pt x="136" y="34"/>
                    <a:pt x="209" y="0"/>
                    <a:pt x="300" y="0"/>
                  </a:cubicBezTo>
                  <a:cubicBezTo>
                    <a:pt x="455" y="0"/>
                    <a:pt x="549" y="102"/>
                    <a:pt x="549" y="262"/>
                  </a:cubicBezTo>
                  <a:cubicBezTo>
                    <a:pt x="549" y="654"/>
                    <a:pt x="549" y="654"/>
                    <a:pt x="549" y="654"/>
                  </a:cubicBezTo>
                  <a:cubicBezTo>
                    <a:pt x="465" y="654"/>
                    <a:pt x="465" y="654"/>
                    <a:pt x="465" y="654"/>
                  </a:cubicBezTo>
                  <a:cubicBezTo>
                    <a:pt x="465" y="262"/>
                    <a:pt x="465" y="262"/>
                    <a:pt x="465" y="262"/>
                  </a:cubicBezTo>
                  <a:cubicBezTo>
                    <a:pt x="465" y="149"/>
                    <a:pt x="402" y="83"/>
                    <a:pt x="291" y="83"/>
                  </a:cubicBezTo>
                  <a:cubicBezTo>
                    <a:pt x="180" y="83"/>
                    <a:pt x="84" y="149"/>
                    <a:pt x="84" y="321"/>
                  </a:cubicBezTo>
                  <a:cubicBezTo>
                    <a:pt x="84" y="654"/>
                    <a:pt x="84" y="654"/>
                    <a:pt x="84" y="654"/>
                  </a:cubicBezTo>
                  <a:cubicBezTo>
                    <a:pt x="0" y="654"/>
                    <a:pt x="0" y="654"/>
                    <a:pt x="0" y="65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4" y="115"/>
                    <a:pt x="84" y="115"/>
                    <a:pt x="84" y="115"/>
                  </a:cubicBezTo>
                  <a:lnTo>
                    <a:pt x="86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1FEE52A0-169E-4119-A161-992B6674EE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6" y="-2207"/>
              <a:ext cx="329" cy="328"/>
            </a:xfrm>
            <a:custGeom>
              <a:avLst/>
              <a:gdLst>
                <a:gd name="T0" fmla="*/ 337 w 672"/>
                <a:gd name="T1" fmla="*/ 587 h 670"/>
                <a:gd name="T2" fmla="*/ 86 w 672"/>
                <a:gd name="T3" fmla="*/ 335 h 670"/>
                <a:gd name="T4" fmla="*/ 337 w 672"/>
                <a:gd name="T5" fmla="*/ 82 h 670"/>
                <a:gd name="T6" fmla="*/ 588 w 672"/>
                <a:gd name="T7" fmla="*/ 335 h 670"/>
                <a:gd name="T8" fmla="*/ 337 w 672"/>
                <a:gd name="T9" fmla="*/ 587 h 670"/>
                <a:gd name="T10" fmla="*/ 588 w 672"/>
                <a:gd name="T11" fmla="*/ 16 h 670"/>
                <a:gd name="T12" fmla="*/ 588 w 672"/>
                <a:gd name="T13" fmla="*/ 140 h 670"/>
                <a:gd name="T14" fmla="*/ 331 w 672"/>
                <a:gd name="T15" fmla="*/ 0 h 670"/>
                <a:gd name="T16" fmla="*/ 0 w 672"/>
                <a:gd name="T17" fmla="*/ 335 h 670"/>
                <a:gd name="T18" fmla="*/ 331 w 672"/>
                <a:gd name="T19" fmla="*/ 670 h 670"/>
                <a:gd name="T20" fmla="*/ 588 w 672"/>
                <a:gd name="T21" fmla="*/ 529 h 670"/>
                <a:gd name="T22" fmla="*/ 588 w 672"/>
                <a:gd name="T23" fmla="*/ 654 h 670"/>
                <a:gd name="T24" fmla="*/ 672 w 672"/>
                <a:gd name="T25" fmla="*/ 654 h 670"/>
                <a:gd name="T26" fmla="*/ 672 w 672"/>
                <a:gd name="T27" fmla="*/ 16 h 670"/>
                <a:gd name="T28" fmla="*/ 588 w 672"/>
                <a:gd name="T29" fmla="*/ 16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2" h="670">
                  <a:moveTo>
                    <a:pt x="337" y="587"/>
                  </a:moveTo>
                  <a:cubicBezTo>
                    <a:pt x="196" y="587"/>
                    <a:pt x="86" y="477"/>
                    <a:pt x="86" y="335"/>
                  </a:cubicBezTo>
                  <a:cubicBezTo>
                    <a:pt x="86" y="192"/>
                    <a:pt x="196" y="82"/>
                    <a:pt x="337" y="82"/>
                  </a:cubicBezTo>
                  <a:cubicBezTo>
                    <a:pt x="480" y="82"/>
                    <a:pt x="588" y="192"/>
                    <a:pt x="588" y="335"/>
                  </a:cubicBezTo>
                  <a:cubicBezTo>
                    <a:pt x="588" y="477"/>
                    <a:pt x="478" y="587"/>
                    <a:pt x="337" y="587"/>
                  </a:cubicBezTo>
                  <a:close/>
                  <a:moveTo>
                    <a:pt x="588" y="16"/>
                  </a:moveTo>
                  <a:cubicBezTo>
                    <a:pt x="588" y="140"/>
                    <a:pt x="588" y="140"/>
                    <a:pt x="588" y="140"/>
                  </a:cubicBezTo>
                  <a:cubicBezTo>
                    <a:pt x="535" y="55"/>
                    <a:pt x="444" y="0"/>
                    <a:pt x="331" y="0"/>
                  </a:cubicBezTo>
                  <a:cubicBezTo>
                    <a:pt x="151" y="0"/>
                    <a:pt x="0" y="145"/>
                    <a:pt x="0" y="335"/>
                  </a:cubicBezTo>
                  <a:cubicBezTo>
                    <a:pt x="0" y="524"/>
                    <a:pt x="149" y="670"/>
                    <a:pt x="331" y="670"/>
                  </a:cubicBezTo>
                  <a:cubicBezTo>
                    <a:pt x="444" y="670"/>
                    <a:pt x="535" y="615"/>
                    <a:pt x="588" y="529"/>
                  </a:cubicBezTo>
                  <a:cubicBezTo>
                    <a:pt x="588" y="654"/>
                    <a:pt x="588" y="654"/>
                    <a:pt x="588" y="654"/>
                  </a:cubicBezTo>
                  <a:cubicBezTo>
                    <a:pt x="672" y="654"/>
                    <a:pt x="672" y="654"/>
                    <a:pt x="672" y="654"/>
                  </a:cubicBezTo>
                  <a:cubicBezTo>
                    <a:pt x="672" y="16"/>
                    <a:pt x="672" y="16"/>
                    <a:pt x="672" y="16"/>
                  </a:cubicBezTo>
                  <a:lnTo>
                    <a:pt x="588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C49F7ABD-BC85-4210-B3BC-2496653C7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" y="-2207"/>
              <a:ext cx="269" cy="320"/>
            </a:xfrm>
            <a:custGeom>
              <a:avLst/>
              <a:gdLst>
                <a:gd name="T0" fmla="*/ 86 w 551"/>
                <a:gd name="T1" fmla="*/ 115 h 654"/>
                <a:gd name="T2" fmla="*/ 300 w 551"/>
                <a:gd name="T3" fmla="*/ 0 h 654"/>
                <a:gd name="T4" fmla="*/ 549 w 551"/>
                <a:gd name="T5" fmla="*/ 262 h 654"/>
                <a:gd name="T6" fmla="*/ 549 w 551"/>
                <a:gd name="T7" fmla="*/ 654 h 654"/>
                <a:gd name="T8" fmla="*/ 465 w 551"/>
                <a:gd name="T9" fmla="*/ 654 h 654"/>
                <a:gd name="T10" fmla="*/ 465 w 551"/>
                <a:gd name="T11" fmla="*/ 262 h 654"/>
                <a:gd name="T12" fmla="*/ 292 w 551"/>
                <a:gd name="T13" fmla="*/ 83 h 654"/>
                <a:gd name="T14" fmla="*/ 85 w 551"/>
                <a:gd name="T15" fmla="*/ 321 h 654"/>
                <a:gd name="T16" fmla="*/ 85 w 551"/>
                <a:gd name="T17" fmla="*/ 654 h 654"/>
                <a:gd name="T18" fmla="*/ 0 w 551"/>
                <a:gd name="T19" fmla="*/ 654 h 654"/>
                <a:gd name="T20" fmla="*/ 0 w 551"/>
                <a:gd name="T21" fmla="*/ 15 h 654"/>
                <a:gd name="T22" fmla="*/ 85 w 551"/>
                <a:gd name="T23" fmla="*/ 15 h 654"/>
                <a:gd name="T24" fmla="*/ 85 w 551"/>
                <a:gd name="T25" fmla="*/ 115 h 654"/>
                <a:gd name="T26" fmla="*/ 86 w 551"/>
                <a:gd name="T27" fmla="*/ 11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51" h="654">
                  <a:moveTo>
                    <a:pt x="86" y="115"/>
                  </a:moveTo>
                  <a:cubicBezTo>
                    <a:pt x="136" y="34"/>
                    <a:pt x="209" y="0"/>
                    <a:pt x="300" y="0"/>
                  </a:cubicBezTo>
                  <a:cubicBezTo>
                    <a:pt x="455" y="0"/>
                    <a:pt x="551" y="102"/>
                    <a:pt x="549" y="262"/>
                  </a:cubicBezTo>
                  <a:cubicBezTo>
                    <a:pt x="549" y="654"/>
                    <a:pt x="549" y="654"/>
                    <a:pt x="549" y="654"/>
                  </a:cubicBezTo>
                  <a:cubicBezTo>
                    <a:pt x="465" y="654"/>
                    <a:pt x="465" y="654"/>
                    <a:pt x="465" y="654"/>
                  </a:cubicBezTo>
                  <a:cubicBezTo>
                    <a:pt x="465" y="262"/>
                    <a:pt x="465" y="262"/>
                    <a:pt x="465" y="262"/>
                  </a:cubicBezTo>
                  <a:cubicBezTo>
                    <a:pt x="465" y="149"/>
                    <a:pt x="402" y="83"/>
                    <a:pt x="292" y="83"/>
                  </a:cubicBezTo>
                  <a:cubicBezTo>
                    <a:pt x="180" y="83"/>
                    <a:pt x="85" y="149"/>
                    <a:pt x="85" y="321"/>
                  </a:cubicBezTo>
                  <a:cubicBezTo>
                    <a:pt x="85" y="654"/>
                    <a:pt x="85" y="654"/>
                    <a:pt x="85" y="654"/>
                  </a:cubicBezTo>
                  <a:cubicBezTo>
                    <a:pt x="0" y="654"/>
                    <a:pt x="0" y="654"/>
                    <a:pt x="0" y="65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5" y="115"/>
                    <a:pt x="85" y="115"/>
                    <a:pt x="85" y="115"/>
                  </a:cubicBezTo>
                  <a:lnTo>
                    <a:pt x="86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8" name="Freeform 17">
              <a:extLst>
                <a:ext uri="{FF2B5EF4-FFF2-40B4-BE49-F238E27FC236}">
                  <a16:creationId xmlns:a16="http://schemas.microsoft.com/office/drawing/2014/main" id="{3F8ED4F7-FDEE-4B06-B216-2EA595676A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" y="-2207"/>
              <a:ext cx="303" cy="328"/>
            </a:xfrm>
            <a:custGeom>
              <a:avLst/>
              <a:gdLst>
                <a:gd name="T0" fmla="*/ 335 w 621"/>
                <a:gd name="T1" fmla="*/ 670 h 670"/>
                <a:gd name="T2" fmla="*/ 621 w 621"/>
                <a:gd name="T3" fmla="*/ 503 h 670"/>
                <a:gd name="T4" fmla="*/ 552 w 621"/>
                <a:gd name="T5" fmla="*/ 463 h 670"/>
                <a:gd name="T6" fmla="*/ 336 w 621"/>
                <a:gd name="T7" fmla="*/ 587 h 670"/>
                <a:gd name="T8" fmla="*/ 85 w 621"/>
                <a:gd name="T9" fmla="*/ 335 h 670"/>
                <a:gd name="T10" fmla="*/ 336 w 621"/>
                <a:gd name="T11" fmla="*/ 82 h 670"/>
                <a:gd name="T12" fmla="*/ 547 w 621"/>
                <a:gd name="T13" fmla="*/ 207 h 670"/>
                <a:gd name="T14" fmla="*/ 616 w 621"/>
                <a:gd name="T15" fmla="*/ 166 h 670"/>
                <a:gd name="T16" fmla="*/ 336 w 621"/>
                <a:gd name="T17" fmla="*/ 0 h 670"/>
                <a:gd name="T18" fmla="*/ 1 w 621"/>
                <a:gd name="T19" fmla="*/ 335 h 670"/>
                <a:gd name="T20" fmla="*/ 335 w 621"/>
                <a:gd name="T21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1" h="670">
                  <a:moveTo>
                    <a:pt x="335" y="670"/>
                  </a:moveTo>
                  <a:cubicBezTo>
                    <a:pt x="459" y="670"/>
                    <a:pt x="568" y="605"/>
                    <a:pt x="621" y="503"/>
                  </a:cubicBezTo>
                  <a:cubicBezTo>
                    <a:pt x="552" y="463"/>
                    <a:pt x="552" y="463"/>
                    <a:pt x="552" y="463"/>
                  </a:cubicBezTo>
                  <a:cubicBezTo>
                    <a:pt x="511" y="537"/>
                    <a:pt x="433" y="587"/>
                    <a:pt x="336" y="587"/>
                  </a:cubicBezTo>
                  <a:cubicBezTo>
                    <a:pt x="195" y="587"/>
                    <a:pt x="85" y="477"/>
                    <a:pt x="85" y="335"/>
                  </a:cubicBezTo>
                  <a:cubicBezTo>
                    <a:pt x="85" y="192"/>
                    <a:pt x="195" y="82"/>
                    <a:pt x="336" y="82"/>
                  </a:cubicBezTo>
                  <a:cubicBezTo>
                    <a:pt x="432" y="82"/>
                    <a:pt x="513" y="132"/>
                    <a:pt x="547" y="207"/>
                  </a:cubicBezTo>
                  <a:cubicBezTo>
                    <a:pt x="616" y="166"/>
                    <a:pt x="616" y="166"/>
                    <a:pt x="616" y="166"/>
                  </a:cubicBezTo>
                  <a:cubicBezTo>
                    <a:pt x="569" y="66"/>
                    <a:pt x="463" y="0"/>
                    <a:pt x="336" y="0"/>
                  </a:cubicBezTo>
                  <a:cubicBezTo>
                    <a:pt x="144" y="0"/>
                    <a:pt x="1" y="145"/>
                    <a:pt x="1" y="335"/>
                  </a:cubicBezTo>
                  <a:cubicBezTo>
                    <a:pt x="0" y="524"/>
                    <a:pt x="142" y="670"/>
                    <a:pt x="335" y="6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9" name="Freeform 18">
              <a:extLst>
                <a:ext uri="{FF2B5EF4-FFF2-40B4-BE49-F238E27FC236}">
                  <a16:creationId xmlns:a16="http://schemas.microsoft.com/office/drawing/2014/main" id="{A3E6382B-ACEF-4419-A183-9FBB177807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90" y="-2207"/>
              <a:ext cx="328" cy="328"/>
            </a:xfrm>
            <a:custGeom>
              <a:avLst/>
              <a:gdLst>
                <a:gd name="T0" fmla="*/ 85 w 672"/>
                <a:gd name="T1" fmla="*/ 334 h 670"/>
                <a:gd name="T2" fmla="*/ 335 w 672"/>
                <a:gd name="T3" fmla="*/ 586 h 670"/>
                <a:gd name="T4" fmla="*/ 586 w 672"/>
                <a:gd name="T5" fmla="*/ 334 h 670"/>
                <a:gd name="T6" fmla="*/ 335 w 672"/>
                <a:gd name="T7" fmla="*/ 81 h 670"/>
                <a:gd name="T8" fmla="*/ 85 w 672"/>
                <a:gd name="T9" fmla="*/ 334 h 670"/>
                <a:gd name="T10" fmla="*/ 588 w 672"/>
                <a:gd name="T11" fmla="*/ 141 h 670"/>
                <a:gd name="T12" fmla="*/ 588 w 672"/>
                <a:gd name="T13" fmla="*/ 16 h 670"/>
                <a:gd name="T14" fmla="*/ 672 w 672"/>
                <a:gd name="T15" fmla="*/ 16 h 670"/>
                <a:gd name="T16" fmla="*/ 672 w 672"/>
                <a:gd name="T17" fmla="*/ 654 h 670"/>
                <a:gd name="T18" fmla="*/ 588 w 672"/>
                <a:gd name="T19" fmla="*/ 654 h 670"/>
                <a:gd name="T20" fmla="*/ 588 w 672"/>
                <a:gd name="T21" fmla="*/ 530 h 670"/>
                <a:gd name="T22" fmla="*/ 331 w 672"/>
                <a:gd name="T23" fmla="*/ 670 h 670"/>
                <a:gd name="T24" fmla="*/ 0 w 672"/>
                <a:gd name="T25" fmla="*/ 335 h 670"/>
                <a:gd name="T26" fmla="*/ 331 w 672"/>
                <a:gd name="T27" fmla="*/ 0 h 670"/>
                <a:gd name="T28" fmla="*/ 588 w 672"/>
                <a:gd name="T29" fmla="*/ 141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2" h="670">
                  <a:moveTo>
                    <a:pt x="85" y="334"/>
                  </a:moveTo>
                  <a:cubicBezTo>
                    <a:pt x="85" y="476"/>
                    <a:pt x="195" y="586"/>
                    <a:pt x="335" y="586"/>
                  </a:cubicBezTo>
                  <a:cubicBezTo>
                    <a:pt x="478" y="586"/>
                    <a:pt x="586" y="476"/>
                    <a:pt x="586" y="334"/>
                  </a:cubicBezTo>
                  <a:cubicBezTo>
                    <a:pt x="586" y="191"/>
                    <a:pt x="476" y="81"/>
                    <a:pt x="335" y="81"/>
                  </a:cubicBezTo>
                  <a:cubicBezTo>
                    <a:pt x="195" y="81"/>
                    <a:pt x="85" y="193"/>
                    <a:pt x="85" y="334"/>
                  </a:cubicBezTo>
                  <a:close/>
                  <a:moveTo>
                    <a:pt x="588" y="141"/>
                  </a:moveTo>
                  <a:cubicBezTo>
                    <a:pt x="588" y="16"/>
                    <a:pt x="588" y="16"/>
                    <a:pt x="588" y="16"/>
                  </a:cubicBezTo>
                  <a:cubicBezTo>
                    <a:pt x="672" y="16"/>
                    <a:pt x="672" y="16"/>
                    <a:pt x="672" y="16"/>
                  </a:cubicBezTo>
                  <a:cubicBezTo>
                    <a:pt x="672" y="654"/>
                    <a:pt x="672" y="654"/>
                    <a:pt x="672" y="654"/>
                  </a:cubicBezTo>
                  <a:cubicBezTo>
                    <a:pt x="588" y="654"/>
                    <a:pt x="588" y="654"/>
                    <a:pt x="588" y="654"/>
                  </a:cubicBezTo>
                  <a:cubicBezTo>
                    <a:pt x="588" y="530"/>
                    <a:pt x="588" y="530"/>
                    <a:pt x="588" y="530"/>
                  </a:cubicBezTo>
                  <a:cubicBezTo>
                    <a:pt x="535" y="615"/>
                    <a:pt x="444" y="670"/>
                    <a:pt x="331" y="670"/>
                  </a:cubicBezTo>
                  <a:cubicBezTo>
                    <a:pt x="151" y="670"/>
                    <a:pt x="0" y="525"/>
                    <a:pt x="0" y="335"/>
                  </a:cubicBezTo>
                  <a:cubicBezTo>
                    <a:pt x="0" y="146"/>
                    <a:pt x="151" y="0"/>
                    <a:pt x="331" y="0"/>
                  </a:cubicBezTo>
                  <a:cubicBezTo>
                    <a:pt x="444" y="0"/>
                    <a:pt x="535" y="55"/>
                    <a:pt x="588" y="1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C5DDC9DA-18FF-437E-BC4E-305FF3C7C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7" y="-2326"/>
              <a:ext cx="60" cy="60"/>
            </a:xfrm>
            <a:custGeom>
              <a:avLst/>
              <a:gdLst>
                <a:gd name="T0" fmla="*/ 123 w 123"/>
                <a:gd name="T1" fmla="*/ 62 h 123"/>
                <a:gd name="T2" fmla="*/ 61 w 123"/>
                <a:gd name="T3" fmla="*/ 123 h 123"/>
                <a:gd name="T4" fmla="*/ 0 w 123"/>
                <a:gd name="T5" fmla="*/ 62 h 123"/>
                <a:gd name="T6" fmla="*/ 61 w 123"/>
                <a:gd name="T7" fmla="*/ 0 h 123"/>
                <a:gd name="T8" fmla="*/ 123 w 123"/>
                <a:gd name="T9" fmla="*/ 62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23">
                  <a:moveTo>
                    <a:pt x="123" y="62"/>
                  </a:moveTo>
                  <a:cubicBezTo>
                    <a:pt x="123" y="94"/>
                    <a:pt x="95" y="123"/>
                    <a:pt x="61" y="123"/>
                  </a:cubicBezTo>
                  <a:cubicBezTo>
                    <a:pt x="27" y="123"/>
                    <a:pt x="0" y="96"/>
                    <a:pt x="0" y="62"/>
                  </a:cubicBezTo>
                  <a:cubicBezTo>
                    <a:pt x="0" y="29"/>
                    <a:pt x="27" y="0"/>
                    <a:pt x="61" y="0"/>
                  </a:cubicBezTo>
                  <a:cubicBezTo>
                    <a:pt x="95" y="0"/>
                    <a:pt x="123" y="28"/>
                    <a:pt x="123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1" name="Rectangle 20">
              <a:extLst>
                <a:ext uri="{FF2B5EF4-FFF2-40B4-BE49-F238E27FC236}">
                  <a16:creationId xmlns:a16="http://schemas.microsoft.com/office/drawing/2014/main" id="{CE7DAA47-F123-418B-B914-83531DBF5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" y="-2200"/>
              <a:ext cx="38" cy="3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2" name="Freeform 21">
              <a:extLst>
                <a:ext uri="{FF2B5EF4-FFF2-40B4-BE49-F238E27FC236}">
                  <a16:creationId xmlns:a16="http://schemas.microsoft.com/office/drawing/2014/main" id="{67DBCA8D-E542-4DE5-9136-1DFEEDF658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1" y="-2489"/>
              <a:ext cx="744" cy="745"/>
            </a:xfrm>
            <a:custGeom>
              <a:avLst/>
              <a:gdLst>
                <a:gd name="T0" fmla="*/ 1075 w 1523"/>
                <a:gd name="T1" fmla="*/ 1101 h 1522"/>
                <a:gd name="T2" fmla="*/ 753 w 1523"/>
                <a:gd name="T3" fmla="*/ 505 h 1522"/>
                <a:gd name="T4" fmla="*/ 1213 w 1523"/>
                <a:gd name="T5" fmla="*/ 643 h 1522"/>
                <a:gd name="T6" fmla="*/ 1075 w 1523"/>
                <a:gd name="T7" fmla="*/ 1101 h 1522"/>
                <a:gd name="T8" fmla="*/ 908 w 1523"/>
                <a:gd name="T9" fmla="*/ 1315 h 1522"/>
                <a:gd name="T10" fmla="*/ 898 w 1523"/>
                <a:gd name="T11" fmla="*/ 1320 h 1522"/>
                <a:gd name="T12" fmla="*/ 711 w 1523"/>
                <a:gd name="T13" fmla="*/ 1264 h 1522"/>
                <a:gd name="T14" fmla="*/ 297 w 1523"/>
                <a:gd name="T15" fmla="*/ 496 h 1522"/>
                <a:gd name="T16" fmla="*/ 353 w 1523"/>
                <a:gd name="T17" fmla="*/ 308 h 1522"/>
                <a:gd name="T18" fmla="*/ 363 w 1523"/>
                <a:gd name="T19" fmla="*/ 303 h 1522"/>
                <a:gd name="T20" fmla="*/ 550 w 1523"/>
                <a:gd name="T21" fmla="*/ 359 h 1522"/>
                <a:gd name="T22" fmla="*/ 964 w 1523"/>
                <a:gd name="T23" fmla="*/ 1128 h 1522"/>
                <a:gd name="T24" fmla="*/ 908 w 1523"/>
                <a:gd name="T25" fmla="*/ 1315 h 1522"/>
                <a:gd name="T26" fmla="*/ 761 w 1523"/>
                <a:gd name="T27" fmla="*/ 0 h 1522"/>
                <a:gd name="T28" fmla="*/ 0 w 1523"/>
                <a:gd name="T29" fmla="*/ 761 h 1522"/>
                <a:gd name="T30" fmla="*/ 761 w 1523"/>
                <a:gd name="T31" fmla="*/ 1522 h 1522"/>
                <a:gd name="T32" fmla="*/ 1522 w 1523"/>
                <a:gd name="T33" fmla="*/ 761 h 1522"/>
                <a:gd name="T34" fmla="*/ 761 w 1523"/>
                <a:gd name="T35" fmla="*/ 0 h 1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23" h="1522">
                  <a:moveTo>
                    <a:pt x="1075" y="1101"/>
                  </a:moveTo>
                  <a:cubicBezTo>
                    <a:pt x="753" y="505"/>
                    <a:pt x="753" y="505"/>
                    <a:pt x="753" y="505"/>
                  </a:cubicBezTo>
                  <a:cubicBezTo>
                    <a:pt x="918" y="416"/>
                    <a:pt x="1124" y="478"/>
                    <a:pt x="1213" y="643"/>
                  </a:cubicBezTo>
                  <a:cubicBezTo>
                    <a:pt x="1301" y="807"/>
                    <a:pt x="1240" y="1012"/>
                    <a:pt x="1075" y="1101"/>
                  </a:cubicBezTo>
                  <a:close/>
                  <a:moveTo>
                    <a:pt x="908" y="1315"/>
                  </a:moveTo>
                  <a:cubicBezTo>
                    <a:pt x="898" y="1320"/>
                    <a:pt x="898" y="1320"/>
                    <a:pt x="898" y="1320"/>
                  </a:cubicBezTo>
                  <a:cubicBezTo>
                    <a:pt x="831" y="1357"/>
                    <a:pt x="747" y="1331"/>
                    <a:pt x="711" y="1264"/>
                  </a:cubicBezTo>
                  <a:cubicBezTo>
                    <a:pt x="297" y="496"/>
                    <a:pt x="297" y="496"/>
                    <a:pt x="297" y="496"/>
                  </a:cubicBezTo>
                  <a:cubicBezTo>
                    <a:pt x="260" y="429"/>
                    <a:pt x="286" y="345"/>
                    <a:pt x="353" y="308"/>
                  </a:cubicBezTo>
                  <a:cubicBezTo>
                    <a:pt x="363" y="303"/>
                    <a:pt x="363" y="303"/>
                    <a:pt x="363" y="303"/>
                  </a:cubicBezTo>
                  <a:cubicBezTo>
                    <a:pt x="430" y="267"/>
                    <a:pt x="514" y="291"/>
                    <a:pt x="550" y="359"/>
                  </a:cubicBezTo>
                  <a:cubicBezTo>
                    <a:pt x="964" y="1128"/>
                    <a:pt x="964" y="1128"/>
                    <a:pt x="964" y="1128"/>
                  </a:cubicBezTo>
                  <a:cubicBezTo>
                    <a:pt x="999" y="1195"/>
                    <a:pt x="974" y="1278"/>
                    <a:pt x="908" y="1315"/>
                  </a:cubicBezTo>
                  <a:close/>
                  <a:moveTo>
                    <a:pt x="761" y="0"/>
                  </a:moveTo>
                  <a:cubicBezTo>
                    <a:pt x="341" y="0"/>
                    <a:pt x="0" y="340"/>
                    <a:pt x="0" y="761"/>
                  </a:cubicBezTo>
                  <a:cubicBezTo>
                    <a:pt x="0" y="1181"/>
                    <a:pt x="341" y="1522"/>
                    <a:pt x="761" y="1522"/>
                  </a:cubicBezTo>
                  <a:cubicBezTo>
                    <a:pt x="1181" y="1522"/>
                    <a:pt x="1522" y="1181"/>
                    <a:pt x="1522" y="761"/>
                  </a:cubicBezTo>
                  <a:cubicBezTo>
                    <a:pt x="1523" y="340"/>
                    <a:pt x="1182" y="0"/>
                    <a:pt x="7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3" name="Freeform 22">
              <a:extLst>
                <a:ext uri="{FF2B5EF4-FFF2-40B4-BE49-F238E27FC236}">
                  <a16:creationId xmlns:a16="http://schemas.microsoft.com/office/drawing/2014/main" id="{E2058B9E-6C38-47DA-95C6-4B848B127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" y="-1949"/>
              <a:ext cx="39" cy="56"/>
            </a:xfrm>
            <a:custGeom>
              <a:avLst/>
              <a:gdLst>
                <a:gd name="T0" fmla="*/ 39 w 39"/>
                <a:gd name="T1" fmla="*/ 0 h 56"/>
                <a:gd name="T2" fmla="*/ 0 w 39"/>
                <a:gd name="T3" fmla="*/ 0 h 56"/>
                <a:gd name="T4" fmla="*/ 0 w 39"/>
                <a:gd name="T5" fmla="*/ 7 h 56"/>
                <a:gd name="T6" fmla="*/ 16 w 39"/>
                <a:gd name="T7" fmla="*/ 7 h 56"/>
                <a:gd name="T8" fmla="*/ 16 w 39"/>
                <a:gd name="T9" fmla="*/ 56 h 56"/>
                <a:gd name="T10" fmla="*/ 23 w 39"/>
                <a:gd name="T11" fmla="*/ 56 h 56"/>
                <a:gd name="T12" fmla="*/ 23 w 39"/>
                <a:gd name="T13" fmla="*/ 7 h 56"/>
                <a:gd name="T14" fmla="*/ 39 w 39"/>
                <a:gd name="T15" fmla="*/ 7 h 56"/>
                <a:gd name="T16" fmla="*/ 39 w 39"/>
                <a:gd name="T1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56">
                  <a:moveTo>
                    <a:pt x="39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16" y="7"/>
                  </a:lnTo>
                  <a:lnTo>
                    <a:pt x="16" y="56"/>
                  </a:lnTo>
                  <a:lnTo>
                    <a:pt x="23" y="56"/>
                  </a:lnTo>
                  <a:lnTo>
                    <a:pt x="23" y="7"/>
                  </a:lnTo>
                  <a:lnTo>
                    <a:pt x="39" y="7"/>
                  </a:lnTo>
                  <a:lnTo>
                    <a:pt x="3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4" name="Freeform 23">
              <a:extLst>
                <a:ext uri="{FF2B5EF4-FFF2-40B4-BE49-F238E27FC236}">
                  <a16:creationId xmlns:a16="http://schemas.microsoft.com/office/drawing/2014/main" id="{69952878-1E4A-4B62-9FB9-A940A59A8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1" y="-1949"/>
              <a:ext cx="51" cy="56"/>
            </a:xfrm>
            <a:custGeom>
              <a:avLst/>
              <a:gdLst>
                <a:gd name="T0" fmla="*/ 51 w 51"/>
                <a:gd name="T1" fmla="*/ 0 h 56"/>
                <a:gd name="T2" fmla="*/ 43 w 51"/>
                <a:gd name="T3" fmla="*/ 0 h 56"/>
                <a:gd name="T4" fmla="*/ 26 w 51"/>
                <a:gd name="T5" fmla="*/ 30 h 56"/>
                <a:gd name="T6" fmla="*/ 8 w 51"/>
                <a:gd name="T7" fmla="*/ 0 h 56"/>
                <a:gd name="T8" fmla="*/ 0 w 51"/>
                <a:gd name="T9" fmla="*/ 0 h 56"/>
                <a:gd name="T10" fmla="*/ 0 w 51"/>
                <a:gd name="T11" fmla="*/ 56 h 56"/>
                <a:gd name="T12" fmla="*/ 7 w 51"/>
                <a:gd name="T13" fmla="*/ 56 h 56"/>
                <a:gd name="T14" fmla="*/ 7 w 51"/>
                <a:gd name="T15" fmla="*/ 12 h 56"/>
                <a:gd name="T16" fmla="*/ 25 w 51"/>
                <a:gd name="T17" fmla="*/ 43 h 56"/>
                <a:gd name="T18" fmla="*/ 26 w 51"/>
                <a:gd name="T19" fmla="*/ 43 h 56"/>
                <a:gd name="T20" fmla="*/ 44 w 51"/>
                <a:gd name="T21" fmla="*/ 12 h 56"/>
                <a:gd name="T22" fmla="*/ 44 w 51"/>
                <a:gd name="T23" fmla="*/ 56 h 56"/>
                <a:gd name="T24" fmla="*/ 51 w 51"/>
                <a:gd name="T25" fmla="*/ 56 h 56"/>
                <a:gd name="T26" fmla="*/ 51 w 51"/>
                <a:gd name="T2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" h="56">
                  <a:moveTo>
                    <a:pt x="51" y="0"/>
                  </a:moveTo>
                  <a:lnTo>
                    <a:pt x="43" y="0"/>
                  </a:lnTo>
                  <a:lnTo>
                    <a:pt x="26" y="3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56"/>
                  </a:lnTo>
                  <a:lnTo>
                    <a:pt x="7" y="56"/>
                  </a:lnTo>
                  <a:lnTo>
                    <a:pt x="7" y="1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44" y="12"/>
                  </a:lnTo>
                  <a:lnTo>
                    <a:pt x="44" y="56"/>
                  </a:lnTo>
                  <a:lnTo>
                    <a:pt x="51" y="56"/>
                  </a:lnTo>
                  <a:lnTo>
                    <a:pt x="5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710223" y="1800000"/>
            <a:ext cx="8162316" cy="2966400"/>
          </a:xfrm>
        </p:spPr>
        <p:txBody>
          <a:bodyPr anchor="t"/>
          <a:lstStyle>
            <a:lvl1pPr algn="l"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711200" y="5108400"/>
            <a:ext cx="8161338" cy="669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2800">
                <a:solidFill>
                  <a:schemeClr val="accent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>
          <a:xfrm>
            <a:off x="711200" y="5882400"/>
            <a:ext cx="8161338" cy="248400"/>
          </a:xfrm>
        </p:spPr>
        <p:txBody>
          <a:bodyPr lIns="0" tIns="0" rIns="0" bIns="0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D5B43C2B-5C56-49A3-B1B9-B6EADB9F6AE1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CE65037E-CDC4-4A7A-8B4D-CBBC7322A921}"/>
              </a:ext>
            </a:extLst>
          </p:cNvPr>
          <p:cNvSpPr>
            <a:spLocks/>
          </p:cNvSpPr>
          <p:nvPr/>
        </p:nvSpPr>
        <p:spPr bwMode="auto">
          <a:xfrm>
            <a:off x="10471205" y="5145774"/>
            <a:ext cx="1720794" cy="1708593"/>
          </a:xfrm>
          <a:custGeom>
            <a:avLst/>
            <a:gdLst>
              <a:gd name="connsiteX0" fmla="*/ 0 w 1720794"/>
              <a:gd name="connsiteY0" fmla="*/ 1600512 h 1708593"/>
              <a:gd name="connsiteX1" fmla="*/ 99855 w 1720794"/>
              <a:gd name="connsiteY1" fmla="*/ 1648161 h 1708593"/>
              <a:gd name="connsiteX2" fmla="*/ 187517 w 1720794"/>
              <a:gd name="connsiteY2" fmla="*/ 1690580 h 1708593"/>
              <a:gd name="connsiteX3" fmla="*/ 275179 w 1720794"/>
              <a:gd name="connsiteY3" fmla="*/ 1648161 h 1708593"/>
              <a:gd name="connsiteX4" fmla="*/ 375034 w 1720794"/>
              <a:gd name="connsiteY4" fmla="*/ 1600512 h 1708593"/>
              <a:gd name="connsiteX5" fmla="*/ 474941 w 1720794"/>
              <a:gd name="connsiteY5" fmla="*/ 1648161 h 1708593"/>
              <a:gd name="connsiteX6" fmla="*/ 562069 w 1720794"/>
              <a:gd name="connsiteY6" fmla="*/ 1690580 h 1708593"/>
              <a:gd name="connsiteX7" fmla="*/ 650315 w 1720794"/>
              <a:gd name="connsiteY7" fmla="*/ 1648161 h 1708593"/>
              <a:gd name="connsiteX8" fmla="*/ 740506 w 1720794"/>
              <a:gd name="connsiteY8" fmla="*/ 1600798 h 1708593"/>
              <a:gd name="connsiteX9" fmla="*/ 749586 w 1720794"/>
              <a:gd name="connsiteY9" fmla="*/ 1600512 h 1708593"/>
              <a:gd name="connsiteX10" fmla="*/ 758889 w 1720794"/>
              <a:gd name="connsiteY10" fmla="*/ 1600798 h 1708593"/>
              <a:gd name="connsiteX11" fmla="*/ 850154 w 1720794"/>
              <a:gd name="connsiteY11" fmla="*/ 1648161 h 1708593"/>
              <a:gd name="connsiteX12" fmla="*/ 937343 w 1720794"/>
              <a:gd name="connsiteY12" fmla="*/ 1690580 h 1708593"/>
              <a:gd name="connsiteX13" fmla="*/ 1025586 w 1720794"/>
              <a:gd name="connsiteY13" fmla="*/ 1648161 h 1708593"/>
              <a:gd name="connsiteX14" fmla="*/ 1115684 w 1720794"/>
              <a:gd name="connsiteY14" fmla="*/ 1600798 h 1708593"/>
              <a:gd name="connsiteX15" fmla="*/ 1124860 w 1720794"/>
              <a:gd name="connsiteY15" fmla="*/ 1600512 h 1708593"/>
              <a:gd name="connsiteX16" fmla="*/ 1134151 w 1720794"/>
              <a:gd name="connsiteY16" fmla="*/ 1600798 h 1708593"/>
              <a:gd name="connsiteX17" fmla="*/ 1225295 w 1720794"/>
              <a:gd name="connsiteY17" fmla="*/ 1648161 h 1708593"/>
              <a:gd name="connsiteX18" fmla="*/ 1312377 w 1720794"/>
              <a:gd name="connsiteY18" fmla="*/ 1690580 h 1708593"/>
              <a:gd name="connsiteX19" fmla="*/ 1400620 w 1720794"/>
              <a:gd name="connsiteY19" fmla="*/ 1648161 h 1708593"/>
              <a:gd name="connsiteX20" fmla="*/ 1490715 w 1720794"/>
              <a:gd name="connsiteY20" fmla="*/ 1600798 h 1708593"/>
              <a:gd name="connsiteX21" fmla="*/ 1499902 w 1720794"/>
              <a:gd name="connsiteY21" fmla="*/ 1600512 h 1708593"/>
              <a:gd name="connsiteX22" fmla="*/ 1509200 w 1720794"/>
              <a:gd name="connsiteY22" fmla="*/ 1600798 h 1708593"/>
              <a:gd name="connsiteX23" fmla="*/ 1600457 w 1720794"/>
              <a:gd name="connsiteY23" fmla="*/ 1648161 h 1708593"/>
              <a:gd name="connsiteX24" fmla="*/ 1672675 w 1720794"/>
              <a:gd name="connsiteY24" fmla="*/ 1689663 h 1708593"/>
              <a:gd name="connsiteX25" fmla="*/ 1687656 w 1720794"/>
              <a:gd name="connsiteY25" fmla="*/ 1690580 h 1708593"/>
              <a:gd name="connsiteX26" fmla="*/ 1702991 w 1720794"/>
              <a:gd name="connsiteY26" fmla="*/ 1689663 h 1708593"/>
              <a:gd name="connsiteX27" fmla="*/ 1720794 w 1720794"/>
              <a:gd name="connsiteY27" fmla="*/ 1683184 h 1708593"/>
              <a:gd name="connsiteX28" fmla="*/ 1720794 w 1720794"/>
              <a:gd name="connsiteY28" fmla="*/ 1703862 h 1708593"/>
              <a:gd name="connsiteX29" fmla="*/ 1696936 w 1720794"/>
              <a:gd name="connsiteY29" fmla="*/ 1708307 h 1708593"/>
              <a:gd name="connsiteX30" fmla="*/ 1687656 w 1720794"/>
              <a:gd name="connsiteY30" fmla="*/ 1708593 h 1708593"/>
              <a:gd name="connsiteX31" fmla="*/ 1678456 w 1720794"/>
              <a:gd name="connsiteY31" fmla="*/ 1708307 h 1708593"/>
              <a:gd name="connsiteX32" fmla="*/ 1588259 w 1720794"/>
              <a:gd name="connsiteY32" fmla="*/ 1660945 h 1708593"/>
              <a:gd name="connsiteX33" fmla="*/ 1515254 w 1720794"/>
              <a:gd name="connsiteY33" fmla="*/ 1619443 h 1708593"/>
              <a:gd name="connsiteX34" fmla="*/ 1499902 w 1720794"/>
              <a:gd name="connsiteY34" fmla="*/ 1618526 h 1708593"/>
              <a:gd name="connsiteX35" fmla="*/ 1484938 w 1720794"/>
              <a:gd name="connsiteY35" fmla="*/ 1619443 h 1708593"/>
              <a:gd name="connsiteX36" fmla="*/ 1412811 w 1720794"/>
              <a:gd name="connsiteY36" fmla="*/ 1660945 h 1708593"/>
              <a:gd name="connsiteX37" fmla="*/ 1312377 w 1720794"/>
              <a:gd name="connsiteY37" fmla="*/ 1708593 h 1708593"/>
              <a:gd name="connsiteX38" fmla="*/ 1213103 w 1720794"/>
              <a:gd name="connsiteY38" fmla="*/ 1660945 h 1708593"/>
              <a:gd name="connsiteX39" fmla="*/ 1140203 w 1720794"/>
              <a:gd name="connsiteY39" fmla="*/ 1619443 h 1708593"/>
              <a:gd name="connsiteX40" fmla="*/ 1124860 w 1720794"/>
              <a:gd name="connsiteY40" fmla="*/ 1618526 h 1708593"/>
              <a:gd name="connsiteX41" fmla="*/ 1109907 w 1720794"/>
              <a:gd name="connsiteY41" fmla="*/ 1619443 h 1708593"/>
              <a:gd name="connsiteX42" fmla="*/ 1037780 w 1720794"/>
              <a:gd name="connsiteY42" fmla="*/ 1660945 h 1708593"/>
              <a:gd name="connsiteX43" fmla="*/ 937343 w 1720794"/>
              <a:gd name="connsiteY43" fmla="*/ 1708593 h 1708593"/>
              <a:gd name="connsiteX44" fmla="*/ 837942 w 1720794"/>
              <a:gd name="connsiteY44" fmla="*/ 1660945 h 1708593"/>
              <a:gd name="connsiteX45" fmla="*/ 764952 w 1720794"/>
              <a:gd name="connsiteY45" fmla="*/ 1619443 h 1708593"/>
              <a:gd name="connsiteX46" fmla="*/ 749586 w 1720794"/>
              <a:gd name="connsiteY46" fmla="*/ 1618526 h 1708593"/>
              <a:gd name="connsiteX47" fmla="*/ 734638 w 1720794"/>
              <a:gd name="connsiteY47" fmla="*/ 1619443 h 1708593"/>
              <a:gd name="connsiteX48" fmla="*/ 662511 w 1720794"/>
              <a:gd name="connsiteY48" fmla="*/ 1660945 h 1708593"/>
              <a:gd name="connsiteX49" fmla="*/ 562069 w 1720794"/>
              <a:gd name="connsiteY49" fmla="*/ 1708593 h 1708593"/>
              <a:gd name="connsiteX50" fmla="*/ 462743 w 1720794"/>
              <a:gd name="connsiteY50" fmla="*/ 1660945 h 1708593"/>
              <a:gd name="connsiteX51" fmla="*/ 375034 w 1720794"/>
              <a:gd name="connsiteY51" fmla="*/ 1618526 h 1708593"/>
              <a:gd name="connsiteX52" fmla="*/ 287371 w 1720794"/>
              <a:gd name="connsiteY52" fmla="*/ 1660945 h 1708593"/>
              <a:gd name="connsiteX53" fmla="*/ 187517 w 1720794"/>
              <a:gd name="connsiteY53" fmla="*/ 1708593 h 1708593"/>
              <a:gd name="connsiteX54" fmla="*/ 87663 w 1720794"/>
              <a:gd name="connsiteY54" fmla="*/ 1660945 h 1708593"/>
              <a:gd name="connsiteX55" fmla="*/ 0 w 1720794"/>
              <a:gd name="connsiteY55" fmla="*/ 1618526 h 1708593"/>
              <a:gd name="connsiteX56" fmla="*/ 0 w 1720794"/>
              <a:gd name="connsiteY56" fmla="*/ 1501097 h 1708593"/>
              <a:gd name="connsiteX57" fmla="*/ 99855 w 1720794"/>
              <a:gd name="connsiteY57" fmla="*/ 1548208 h 1708593"/>
              <a:gd name="connsiteX58" fmla="*/ 187517 w 1720794"/>
              <a:gd name="connsiteY58" fmla="*/ 1590666 h 1708593"/>
              <a:gd name="connsiteX59" fmla="*/ 275179 w 1720794"/>
              <a:gd name="connsiteY59" fmla="*/ 1548208 h 1708593"/>
              <a:gd name="connsiteX60" fmla="*/ 375034 w 1720794"/>
              <a:gd name="connsiteY60" fmla="*/ 1501097 h 1708593"/>
              <a:gd name="connsiteX61" fmla="*/ 474941 w 1720794"/>
              <a:gd name="connsiteY61" fmla="*/ 1548208 h 1708593"/>
              <a:gd name="connsiteX62" fmla="*/ 562069 w 1720794"/>
              <a:gd name="connsiteY62" fmla="*/ 1590666 h 1708593"/>
              <a:gd name="connsiteX63" fmla="*/ 650315 w 1720794"/>
              <a:gd name="connsiteY63" fmla="*/ 1548208 h 1708593"/>
              <a:gd name="connsiteX64" fmla="*/ 740506 w 1720794"/>
              <a:gd name="connsiteY64" fmla="*/ 1501377 h 1708593"/>
              <a:gd name="connsiteX65" fmla="*/ 749586 w 1720794"/>
              <a:gd name="connsiteY65" fmla="*/ 1501097 h 1708593"/>
              <a:gd name="connsiteX66" fmla="*/ 758889 w 1720794"/>
              <a:gd name="connsiteY66" fmla="*/ 1501377 h 1708593"/>
              <a:gd name="connsiteX67" fmla="*/ 850154 w 1720794"/>
              <a:gd name="connsiteY67" fmla="*/ 1548208 h 1708593"/>
              <a:gd name="connsiteX68" fmla="*/ 937343 w 1720794"/>
              <a:gd name="connsiteY68" fmla="*/ 1590666 h 1708593"/>
              <a:gd name="connsiteX69" fmla="*/ 1025586 w 1720794"/>
              <a:gd name="connsiteY69" fmla="*/ 1548208 h 1708593"/>
              <a:gd name="connsiteX70" fmla="*/ 1115684 w 1720794"/>
              <a:gd name="connsiteY70" fmla="*/ 1501377 h 1708593"/>
              <a:gd name="connsiteX71" fmla="*/ 1124860 w 1720794"/>
              <a:gd name="connsiteY71" fmla="*/ 1501097 h 1708593"/>
              <a:gd name="connsiteX72" fmla="*/ 1134151 w 1720794"/>
              <a:gd name="connsiteY72" fmla="*/ 1501377 h 1708593"/>
              <a:gd name="connsiteX73" fmla="*/ 1225295 w 1720794"/>
              <a:gd name="connsiteY73" fmla="*/ 1548208 h 1708593"/>
              <a:gd name="connsiteX74" fmla="*/ 1312377 w 1720794"/>
              <a:gd name="connsiteY74" fmla="*/ 1590666 h 1708593"/>
              <a:gd name="connsiteX75" fmla="*/ 1400620 w 1720794"/>
              <a:gd name="connsiteY75" fmla="*/ 1548208 h 1708593"/>
              <a:gd name="connsiteX76" fmla="*/ 1490715 w 1720794"/>
              <a:gd name="connsiteY76" fmla="*/ 1501377 h 1708593"/>
              <a:gd name="connsiteX77" fmla="*/ 1499902 w 1720794"/>
              <a:gd name="connsiteY77" fmla="*/ 1501097 h 1708593"/>
              <a:gd name="connsiteX78" fmla="*/ 1509200 w 1720794"/>
              <a:gd name="connsiteY78" fmla="*/ 1501377 h 1708593"/>
              <a:gd name="connsiteX79" fmla="*/ 1600457 w 1720794"/>
              <a:gd name="connsiteY79" fmla="*/ 1548208 h 1708593"/>
              <a:gd name="connsiteX80" fmla="*/ 1672675 w 1720794"/>
              <a:gd name="connsiteY80" fmla="*/ 1589772 h 1708593"/>
              <a:gd name="connsiteX81" fmla="*/ 1687656 w 1720794"/>
              <a:gd name="connsiteY81" fmla="*/ 1590666 h 1708593"/>
              <a:gd name="connsiteX82" fmla="*/ 1702991 w 1720794"/>
              <a:gd name="connsiteY82" fmla="*/ 1589748 h 1708593"/>
              <a:gd name="connsiteX83" fmla="*/ 1720794 w 1720794"/>
              <a:gd name="connsiteY83" fmla="*/ 1583264 h 1708593"/>
              <a:gd name="connsiteX84" fmla="*/ 1720794 w 1720794"/>
              <a:gd name="connsiteY84" fmla="*/ 1603961 h 1708593"/>
              <a:gd name="connsiteX85" fmla="*/ 1696936 w 1720794"/>
              <a:gd name="connsiteY85" fmla="*/ 1608410 h 1708593"/>
              <a:gd name="connsiteX86" fmla="*/ 1687656 w 1720794"/>
              <a:gd name="connsiteY86" fmla="*/ 1608697 h 1708593"/>
              <a:gd name="connsiteX87" fmla="*/ 1678456 w 1720794"/>
              <a:gd name="connsiteY87" fmla="*/ 1608410 h 1708593"/>
              <a:gd name="connsiteX88" fmla="*/ 1588259 w 1720794"/>
              <a:gd name="connsiteY88" fmla="*/ 1561004 h 1708593"/>
              <a:gd name="connsiteX89" fmla="*/ 1515254 w 1720794"/>
              <a:gd name="connsiteY89" fmla="*/ 1519464 h 1708593"/>
              <a:gd name="connsiteX90" fmla="*/ 1499902 w 1720794"/>
              <a:gd name="connsiteY90" fmla="*/ 1518546 h 1708593"/>
              <a:gd name="connsiteX91" fmla="*/ 1484938 w 1720794"/>
              <a:gd name="connsiteY91" fmla="*/ 1519464 h 1708593"/>
              <a:gd name="connsiteX92" fmla="*/ 1412811 w 1720794"/>
              <a:gd name="connsiteY92" fmla="*/ 1561004 h 1708593"/>
              <a:gd name="connsiteX93" fmla="*/ 1312377 w 1720794"/>
              <a:gd name="connsiteY93" fmla="*/ 1608697 h 1708593"/>
              <a:gd name="connsiteX94" fmla="*/ 1213103 w 1720794"/>
              <a:gd name="connsiteY94" fmla="*/ 1561004 h 1708593"/>
              <a:gd name="connsiteX95" fmla="*/ 1140203 w 1720794"/>
              <a:gd name="connsiteY95" fmla="*/ 1519464 h 1708593"/>
              <a:gd name="connsiteX96" fmla="*/ 1124860 w 1720794"/>
              <a:gd name="connsiteY96" fmla="*/ 1518546 h 1708593"/>
              <a:gd name="connsiteX97" fmla="*/ 1109907 w 1720794"/>
              <a:gd name="connsiteY97" fmla="*/ 1519464 h 1708593"/>
              <a:gd name="connsiteX98" fmla="*/ 1037780 w 1720794"/>
              <a:gd name="connsiteY98" fmla="*/ 1561004 h 1708593"/>
              <a:gd name="connsiteX99" fmla="*/ 937343 w 1720794"/>
              <a:gd name="connsiteY99" fmla="*/ 1608697 h 1708593"/>
              <a:gd name="connsiteX100" fmla="*/ 837942 w 1720794"/>
              <a:gd name="connsiteY100" fmla="*/ 1561004 h 1708593"/>
              <a:gd name="connsiteX101" fmla="*/ 764952 w 1720794"/>
              <a:gd name="connsiteY101" fmla="*/ 1519464 h 1708593"/>
              <a:gd name="connsiteX102" fmla="*/ 749586 w 1720794"/>
              <a:gd name="connsiteY102" fmla="*/ 1518546 h 1708593"/>
              <a:gd name="connsiteX103" fmla="*/ 734638 w 1720794"/>
              <a:gd name="connsiteY103" fmla="*/ 1519464 h 1708593"/>
              <a:gd name="connsiteX104" fmla="*/ 662511 w 1720794"/>
              <a:gd name="connsiteY104" fmla="*/ 1561004 h 1708593"/>
              <a:gd name="connsiteX105" fmla="*/ 562069 w 1720794"/>
              <a:gd name="connsiteY105" fmla="*/ 1608697 h 1708593"/>
              <a:gd name="connsiteX106" fmla="*/ 462743 w 1720794"/>
              <a:gd name="connsiteY106" fmla="*/ 1561004 h 1708593"/>
              <a:gd name="connsiteX107" fmla="*/ 375034 w 1720794"/>
              <a:gd name="connsiteY107" fmla="*/ 1518546 h 1708593"/>
              <a:gd name="connsiteX108" fmla="*/ 287371 w 1720794"/>
              <a:gd name="connsiteY108" fmla="*/ 1561004 h 1708593"/>
              <a:gd name="connsiteX109" fmla="*/ 187517 w 1720794"/>
              <a:gd name="connsiteY109" fmla="*/ 1608697 h 1708593"/>
              <a:gd name="connsiteX110" fmla="*/ 87663 w 1720794"/>
              <a:gd name="connsiteY110" fmla="*/ 1561004 h 1708593"/>
              <a:gd name="connsiteX111" fmla="*/ 0 w 1720794"/>
              <a:gd name="connsiteY111" fmla="*/ 1518546 h 1708593"/>
              <a:gd name="connsiteX112" fmla="*/ 0 w 1720794"/>
              <a:gd name="connsiteY112" fmla="*/ 1399997 h 1708593"/>
              <a:gd name="connsiteX113" fmla="*/ 99855 w 1720794"/>
              <a:gd name="connsiteY113" fmla="*/ 1447645 h 1708593"/>
              <a:gd name="connsiteX114" fmla="*/ 187517 w 1720794"/>
              <a:gd name="connsiteY114" fmla="*/ 1490064 h 1708593"/>
              <a:gd name="connsiteX115" fmla="*/ 275179 w 1720794"/>
              <a:gd name="connsiteY115" fmla="*/ 1447645 h 1708593"/>
              <a:gd name="connsiteX116" fmla="*/ 375034 w 1720794"/>
              <a:gd name="connsiteY116" fmla="*/ 1399997 h 1708593"/>
              <a:gd name="connsiteX117" fmla="*/ 474941 w 1720794"/>
              <a:gd name="connsiteY117" fmla="*/ 1447645 h 1708593"/>
              <a:gd name="connsiteX118" fmla="*/ 562069 w 1720794"/>
              <a:gd name="connsiteY118" fmla="*/ 1490064 h 1708593"/>
              <a:gd name="connsiteX119" fmla="*/ 650315 w 1720794"/>
              <a:gd name="connsiteY119" fmla="*/ 1447645 h 1708593"/>
              <a:gd name="connsiteX120" fmla="*/ 740506 w 1720794"/>
              <a:gd name="connsiteY120" fmla="*/ 1400283 h 1708593"/>
              <a:gd name="connsiteX121" fmla="*/ 749586 w 1720794"/>
              <a:gd name="connsiteY121" fmla="*/ 1399997 h 1708593"/>
              <a:gd name="connsiteX122" fmla="*/ 758889 w 1720794"/>
              <a:gd name="connsiteY122" fmla="*/ 1400283 h 1708593"/>
              <a:gd name="connsiteX123" fmla="*/ 850154 w 1720794"/>
              <a:gd name="connsiteY123" fmla="*/ 1447645 h 1708593"/>
              <a:gd name="connsiteX124" fmla="*/ 937343 w 1720794"/>
              <a:gd name="connsiteY124" fmla="*/ 1490064 h 1708593"/>
              <a:gd name="connsiteX125" fmla="*/ 1025586 w 1720794"/>
              <a:gd name="connsiteY125" fmla="*/ 1447645 h 1708593"/>
              <a:gd name="connsiteX126" fmla="*/ 1115684 w 1720794"/>
              <a:gd name="connsiteY126" fmla="*/ 1400283 h 1708593"/>
              <a:gd name="connsiteX127" fmla="*/ 1124860 w 1720794"/>
              <a:gd name="connsiteY127" fmla="*/ 1399997 h 1708593"/>
              <a:gd name="connsiteX128" fmla="*/ 1134151 w 1720794"/>
              <a:gd name="connsiteY128" fmla="*/ 1400283 h 1708593"/>
              <a:gd name="connsiteX129" fmla="*/ 1225295 w 1720794"/>
              <a:gd name="connsiteY129" fmla="*/ 1447645 h 1708593"/>
              <a:gd name="connsiteX130" fmla="*/ 1312377 w 1720794"/>
              <a:gd name="connsiteY130" fmla="*/ 1490064 h 1708593"/>
              <a:gd name="connsiteX131" fmla="*/ 1400620 w 1720794"/>
              <a:gd name="connsiteY131" fmla="*/ 1447645 h 1708593"/>
              <a:gd name="connsiteX132" fmla="*/ 1490715 w 1720794"/>
              <a:gd name="connsiteY132" fmla="*/ 1400283 h 1708593"/>
              <a:gd name="connsiteX133" fmla="*/ 1499902 w 1720794"/>
              <a:gd name="connsiteY133" fmla="*/ 1399997 h 1708593"/>
              <a:gd name="connsiteX134" fmla="*/ 1509200 w 1720794"/>
              <a:gd name="connsiteY134" fmla="*/ 1400283 h 1708593"/>
              <a:gd name="connsiteX135" fmla="*/ 1600457 w 1720794"/>
              <a:gd name="connsiteY135" fmla="*/ 1447645 h 1708593"/>
              <a:gd name="connsiteX136" fmla="*/ 1672675 w 1720794"/>
              <a:gd name="connsiteY136" fmla="*/ 1489147 h 1708593"/>
              <a:gd name="connsiteX137" fmla="*/ 1687656 w 1720794"/>
              <a:gd name="connsiteY137" fmla="*/ 1490064 h 1708593"/>
              <a:gd name="connsiteX138" fmla="*/ 1702991 w 1720794"/>
              <a:gd name="connsiteY138" fmla="*/ 1489147 h 1708593"/>
              <a:gd name="connsiteX139" fmla="*/ 1720794 w 1720794"/>
              <a:gd name="connsiteY139" fmla="*/ 1482669 h 1708593"/>
              <a:gd name="connsiteX140" fmla="*/ 1720794 w 1720794"/>
              <a:gd name="connsiteY140" fmla="*/ 1503346 h 1708593"/>
              <a:gd name="connsiteX141" fmla="*/ 1696936 w 1720794"/>
              <a:gd name="connsiteY141" fmla="*/ 1507792 h 1708593"/>
              <a:gd name="connsiteX142" fmla="*/ 1687656 w 1720794"/>
              <a:gd name="connsiteY142" fmla="*/ 1508078 h 1708593"/>
              <a:gd name="connsiteX143" fmla="*/ 1678456 w 1720794"/>
              <a:gd name="connsiteY143" fmla="*/ 1507792 h 1708593"/>
              <a:gd name="connsiteX144" fmla="*/ 1588259 w 1720794"/>
              <a:gd name="connsiteY144" fmla="*/ 1460429 h 1708593"/>
              <a:gd name="connsiteX145" fmla="*/ 1515254 w 1720794"/>
              <a:gd name="connsiteY145" fmla="*/ 1418928 h 1708593"/>
              <a:gd name="connsiteX146" fmla="*/ 1499902 w 1720794"/>
              <a:gd name="connsiteY146" fmla="*/ 1418010 h 1708593"/>
              <a:gd name="connsiteX147" fmla="*/ 1484938 w 1720794"/>
              <a:gd name="connsiteY147" fmla="*/ 1418928 h 1708593"/>
              <a:gd name="connsiteX148" fmla="*/ 1412811 w 1720794"/>
              <a:gd name="connsiteY148" fmla="*/ 1460429 h 1708593"/>
              <a:gd name="connsiteX149" fmla="*/ 1312377 w 1720794"/>
              <a:gd name="connsiteY149" fmla="*/ 1508078 h 1708593"/>
              <a:gd name="connsiteX150" fmla="*/ 1213103 w 1720794"/>
              <a:gd name="connsiteY150" fmla="*/ 1460429 h 1708593"/>
              <a:gd name="connsiteX151" fmla="*/ 1140203 w 1720794"/>
              <a:gd name="connsiteY151" fmla="*/ 1418928 h 1708593"/>
              <a:gd name="connsiteX152" fmla="*/ 1124860 w 1720794"/>
              <a:gd name="connsiteY152" fmla="*/ 1418010 h 1708593"/>
              <a:gd name="connsiteX153" fmla="*/ 1109907 w 1720794"/>
              <a:gd name="connsiteY153" fmla="*/ 1418928 h 1708593"/>
              <a:gd name="connsiteX154" fmla="*/ 1037780 w 1720794"/>
              <a:gd name="connsiteY154" fmla="*/ 1460429 h 1708593"/>
              <a:gd name="connsiteX155" fmla="*/ 937343 w 1720794"/>
              <a:gd name="connsiteY155" fmla="*/ 1508078 h 1708593"/>
              <a:gd name="connsiteX156" fmla="*/ 837942 w 1720794"/>
              <a:gd name="connsiteY156" fmla="*/ 1460429 h 1708593"/>
              <a:gd name="connsiteX157" fmla="*/ 764952 w 1720794"/>
              <a:gd name="connsiteY157" fmla="*/ 1418928 h 1708593"/>
              <a:gd name="connsiteX158" fmla="*/ 749586 w 1720794"/>
              <a:gd name="connsiteY158" fmla="*/ 1418010 h 1708593"/>
              <a:gd name="connsiteX159" fmla="*/ 734638 w 1720794"/>
              <a:gd name="connsiteY159" fmla="*/ 1418928 h 1708593"/>
              <a:gd name="connsiteX160" fmla="*/ 662511 w 1720794"/>
              <a:gd name="connsiteY160" fmla="*/ 1460429 h 1708593"/>
              <a:gd name="connsiteX161" fmla="*/ 562069 w 1720794"/>
              <a:gd name="connsiteY161" fmla="*/ 1508078 h 1708593"/>
              <a:gd name="connsiteX162" fmla="*/ 462743 w 1720794"/>
              <a:gd name="connsiteY162" fmla="*/ 1460429 h 1708593"/>
              <a:gd name="connsiteX163" fmla="*/ 375034 w 1720794"/>
              <a:gd name="connsiteY163" fmla="*/ 1418010 h 1708593"/>
              <a:gd name="connsiteX164" fmla="*/ 287371 w 1720794"/>
              <a:gd name="connsiteY164" fmla="*/ 1460429 h 1708593"/>
              <a:gd name="connsiteX165" fmla="*/ 187517 w 1720794"/>
              <a:gd name="connsiteY165" fmla="*/ 1508078 h 1708593"/>
              <a:gd name="connsiteX166" fmla="*/ 87663 w 1720794"/>
              <a:gd name="connsiteY166" fmla="*/ 1460429 h 1708593"/>
              <a:gd name="connsiteX167" fmla="*/ 0 w 1720794"/>
              <a:gd name="connsiteY167" fmla="*/ 1418010 h 1708593"/>
              <a:gd name="connsiteX168" fmla="*/ 0 w 1720794"/>
              <a:gd name="connsiteY168" fmla="*/ 1300582 h 1708593"/>
              <a:gd name="connsiteX169" fmla="*/ 99855 w 1720794"/>
              <a:gd name="connsiteY169" fmla="*/ 1347693 h 1708593"/>
              <a:gd name="connsiteX170" fmla="*/ 187517 w 1720794"/>
              <a:gd name="connsiteY170" fmla="*/ 1390151 h 1708593"/>
              <a:gd name="connsiteX171" fmla="*/ 275179 w 1720794"/>
              <a:gd name="connsiteY171" fmla="*/ 1347693 h 1708593"/>
              <a:gd name="connsiteX172" fmla="*/ 375034 w 1720794"/>
              <a:gd name="connsiteY172" fmla="*/ 1300582 h 1708593"/>
              <a:gd name="connsiteX173" fmla="*/ 474941 w 1720794"/>
              <a:gd name="connsiteY173" fmla="*/ 1347693 h 1708593"/>
              <a:gd name="connsiteX174" fmla="*/ 562069 w 1720794"/>
              <a:gd name="connsiteY174" fmla="*/ 1390151 h 1708593"/>
              <a:gd name="connsiteX175" fmla="*/ 650315 w 1720794"/>
              <a:gd name="connsiteY175" fmla="*/ 1347693 h 1708593"/>
              <a:gd name="connsiteX176" fmla="*/ 740506 w 1720794"/>
              <a:gd name="connsiteY176" fmla="*/ 1300868 h 1708593"/>
              <a:gd name="connsiteX177" fmla="*/ 749586 w 1720794"/>
              <a:gd name="connsiteY177" fmla="*/ 1300582 h 1708593"/>
              <a:gd name="connsiteX178" fmla="*/ 758889 w 1720794"/>
              <a:gd name="connsiteY178" fmla="*/ 1300868 h 1708593"/>
              <a:gd name="connsiteX179" fmla="*/ 850154 w 1720794"/>
              <a:gd name="connsiteY179" fmla="*/ 1347693 h 1708593"/>
              <a:gd name="connsiteX180" fmla="*/ 937343 w 1720794"/>
              <a:gd name="connsiteY180" fmla="*/ 1390151 h 1708593"/>
              <a:gd name="connsiteX181" fmla="*/ 1025586 w 1720794"/>
              <a:gd name="connsiteY181" fmla="*/ 1347693 h 1708593"/>
              <a:gd name="connsiteX182" fmla="*/ 1115684 w 1720794"/>
              <a:gd name="connsiteY182" fmla="*/ 1300868 h 1708593"/>
              <a:gd name="connsiteX183" fmla="*/ 1124860 w 1720794"/>
              <a:gd name="connsiteY183" fmla="*/ 1300582 h 1708593"/>
              <a:gd name="connsiteX184" fmla="*/ 1134151 w 1720794"/>
              <a:gd name="connsiteY184" fmla="*/ 1300868 h 1708593"/>
              <a:gd name="connsiteX185" fmla="*/ 1225295 w 1720794"/>
              <a:gd name="connsiteY185" fmla="*/ 1347693 h 1708593"/>
              <a:gd name="connsiteX186" fmla="*/ 1312377 w 1720794"/>
              <a:gd name="connsiteY186" fmla="*/ 1390151 h 1708593"/>
              <a:gd name="connsiteX187" fmla="*/ 1400620 w 1720794"/>
              <a:gd name="connsiteY187" fmla="*/ 1347693 h 1708593"/>
              <a:gd name="connsiteX188" fmla="*/ 1490715 w 1720794"/>
              <a:gd name="connsiteY188" fmla="*/ 1300868 h 1708593"/>
              <a:gd name="connsiteX189" fmla="*/ 1499902 w 1720794"/>
              <a:gd name="connsiteY189" fmla="*/ 1300582 h 1708593"/>
              <a:gd name="connsiteX190" fmla="*/ 1509200 w 1720794"/>
              <a:gd name="connsiteY190" fmla="*/ 1300868 h 1708593"/>
              <a:gd name="connsiteX191" fmla="*/ 1600457 w 1720794"/>
              <a:gd name="connsiteY191" fmla="*/ 1347693 h 1708593"/>
              <a:gd name="connsiteX192" fmla="*/ 1672675 w 1720794"/>
              <a:gd name="connsiteY192" fmla="*/ 1389257 h 1708593"/>
              <a:gd name="connsiteX193" fmla="*/ 1687656 w 1720794"/>
              <a:gd name="connsiteY193" fmla="*/ 1390151 h 1708593"/>
              <a:gd name="connsiteX194" fmla="*/ 1702991 w 1720794"/>
              <a:gd name="connsiteY194" fmla="*/ 1389257 h 1708593"/>
              <a:gd name="connsiteX195" fmla="*/ 1720794 w 1720794"/>
              <a:gd name="connsiteY195" fmla="*/ 1382866 h 1708593"/>
              <a:gd name="connsiteX196" fmla="*/ 1720794 w 1720794"/>
              <a:gd name="connsiteY196" fmla="*/ 1403544 h 1708593"/>
              <a:gd name="connsiteX197" fmla="*/ 1696936 w 1720794"/>
              <a:gd name="connsiteY197" fmla="*/ 1407901 h 1708593"/>
              <a:gd name="connsiteX198" fmla="*/ 1687656 w 1720794"/>
              <a:gd name="connsiteY198" fmla="*/ 1408181 h 1708593"/>
              <a:gd name="connsiteX199" fmla="*/ 1678456 w 1720794"/>
              <a:gd name="connsiteY199" fmla="*/ 1407901 h 1708593"/>
              <a:gd name="connsiteX200" fmla="*/ 1588259 w 1720794"/>
              <a:gd name="connsiteY200" fmla="*/ 1361070 h 1708593"/>
              <a:gd name="connsiteX201" fmla="*/ 1515254 w 1720794"/>
              <a:gd name="connsiteY201" fmla="*/ 1319506 h 1708593"/>
              <a:gd name="connsiteX202" fmla="*/ 1499902 w 1720794"/>
              <a:gd name="connsiteY202" fmla="*/ 1318612 h 1708593"/>
              <a:gd name="connsiteX203" fmla="*/ 1484938 w 1720794"/>
              <a:gd name="connsiteY203" fmla="*/ 1319506 h 1708593"/>
              <a:gd name="connsiteX204" fmla="*/ 1412811 w 1720794"/>
              <a:gd name="connsiteY204" fmla="*/ 1361070 h 1708593"/>
              <a:gd name="connsiteX205" fmla="*/ 1312377 w 1720794"/>
              <a:gd name="connsiteY205" fmla="*/ 1408181 h 1708593"/>
              <a:gd name="connsiteX206" fmla="*/ 1213103 w 1720794"/>
              <a:gd name="connsiteY206" fmla="*/ 1361070 h 1708593"/>
              <a:gd name="connsiteX207" fmla="*/ 1140203 w 1720794"/>
              <a:gd name="connsiteY207" fmla="*/ 1319506 h 1708593"/>
              <a:gd name="connsiteX208" fmla="*/ 1124860 w 1720794"/>
              <a:gd name="connsiteY208" fmla="*/ 1318612 h 1708593"/>
              <a:gd name="connsiteX209" fmla="*/ 1109907 w 1720794"/>
              <a:gd name="connsiteY209" fmla="*/ 1319506 h 1708593"/>
              <a:gd name="connsiteX210" fmla="*/ 1037780 w 1720794"/>
              <a:gd name="connsiteY210" fmla="*/ 1361070 h 1708593"/>
              <a:gd name="connsiteX211" fmla="*/ 937343 w 1720794"/>
              <a:gd name="connsiteY211" fmla="*/ 1408181 h 1708593"/>
              <a:gd name="connsiteX212" fmla="*/ 837942 w 1720794"/>
              <a:gd name="connsiteY212" fmla="*/ 1361070 h 1708593"/>
              <a:gd name="connsiteX213" fmla="*/ 764952 w 1720794"/>
              <a:gd name="connsiteY213" fmla="*/ 1319506 h 1708593"/>
              <a:gd name="connsiteX214" fmla="*/ 749586 w 1720794"/>
              <a:gd name="connsiteY214" fmla="*/ 1318612 h 1708593"/>
              <a:gd name="connsiteX215" fmla="*/ 734638 w 1720794"/>
              <a:gd name="connsiteY215" fmla="*/ 1319506 h 1708593"/>
              <a:gd name="connsiteX216" fmla="*/ 662511 w 1720794"/>
              <a:gd name="connsiteY216" fmla="*/ 1361070 h 1708593"/>
              <a:gd name="connsiteX217" fmla="*/ 562069 w 1720794"/>
              <a:gd name="connsiteY217" fmla="*/ 1408181 h 1708593"/>
              <a:gd name="connsiteX218" fmla="*/ 462743 w 1720794"/>
              <a:gd name="connsiteY218" fmla="*/ 1361070 h 1708593"/>
              <a:gd name="connsiteX219" fmla="*/ 375034 w 1720794"/>
              <a:gd name="connsiteY219" fmla="*/ 1318612 h 1708593"/>
              <a:gd name="connsiteX220" fmla="*/ 287371 w 1720794"/>
              <a:gd name="connsiteY220" fmla="*/ 1361070 h 1708593"/>
              <a:gd name="connsiteX221" fmla="*/ 187517 w 1720794"/>
              <a:gd name="connsiteY221" fmla="*/ 1408181 h 1708593"/>
              <a:gd name="connsiteX222" fmla="*/ 87663 w 1720794"/>
              <a:gd name="connsiteY222" fmla="*/ 1361070 h 1708593"/>
              <a:gd name="connsiteX223" fmla="*/ 0 w 1720794"/>
              <a:gd name="connsiteY223" fmla="*/ 1318612 h 1708593"/>
              <a:gd name="connsiteX224" fmla="*/ 0 w 1720794"/>
              <a:gd name="connsiteY224" fmla="*/ 1200685 h 1708593"/>
              <a:gd name="connsiteX225" fmla="*/ 99855 w 1720794"/>
              <a:gd name="connsiteY225" fmla="*/ 1248334 h 1708593"/>
              <a:gd name="connsiteX226" fmla="*/ 187517 w 1720794"/>
              <a:gd name="connsiteY226" fmla="*/ 1290753 h 1708593"/>
              <a:gd name="connsiteX227" fmla="*/ 275179 w 1720794"/>
              <a:gd name="connsiteY227" fmla="*/ 1248334 h 1708593"/>
              <a:gd name="connsiteX228" fmla="*/ 375034 w 1720794"/>
              <a:gd name="connsiteY228" fmla="*/ 1200685 h 1708593"/>
              <a:gd name="connsiteX229" fmla="*/ 474941 w 1720794"/>
              <a:gd name="connsiteY229" fmla="*/ 1248334 h 1708593"/>
              <a:gd name="connsiteX230" fmla="*/ 562069 w 1720794"/>
              <a:gd name="connsiteY230" fmla="*/ 1290753 h 1708593"/>
              <a:gd name="connsiteX231" fmla="*/ 650315 w 1720794"/>
              <a:gd name="connsiteY231" fmla="*/ 1248334 h 1708593"/>
              <a:gd name="connsiteX232" fmla="*/ 740506 w 1720794"/>
              <a:gd name="connsiteY232" fmla="*/ 1200971 h 1708593"/>
              <a:gd name="connsiteX233" fmla="*/ 749586 w 1720794"/>
              <a:gd name="connsiteY233" fmla="*/ 1200685 h 1708593"/>
              <a:gd name="connsiteX234" fmla="*/ 758889 w 1720794"/>
              <a:gd name="connsiteY234" fmla="*/ 1200971 h 1708593"/>
              <a:gd name="connsiteX235" fmla="*/ 850154 w 1720794"/>
              <a:gd name="connsiteY235" fmla="*/ 1248334 h 1708593"/>
              <a:gd name="connsiteX236" fmla="*/ 937343 w 1720794"/>
              <a:gd name="connsiteY236" fmla="*/ 1290753 h 1708593"/>
              <a:gd name="connsiteX237" fmla="*/ 1025586 w 1720794"/>
              <a:gd name="connsiteY237" fmla="*/ 1248334 h 1708593"/>
              <a:gd name="connsiteX238" fmla="*/ 1115684 w 1720794"/>
              <a:gd name="connsiteY238" fmla="*/ 1200971 h 1708593"/>
              <a:gd name="connsiteX239" fmla="*/ 1124860 w 1720794"/>
              <a:gd name="connsiteY239" fmla="*/ 1200685 h 1708593"/>
              <a:gd name="connsiteX240" fmla="*/ 1134151 w 1720794"/>
              <a:gd name="connsiteY240" fmla="*/ 1200971 h 1708593"/>
              <a:gd name="connsiteX241" fmla="*/ 1225295 w 1720794"/>
              <a:gd name="connsiteY241" fmla="*/ 1248334 h 1708593"/>
              <a:gd name="connsiteX242" fmla="*/ 1312377 w 1720794"/>
              <a:gd name="connsiteY242" fmla="*/ 1290753 h 1708593"/>
              <a:gd name="connsiteX243" fmla="*/ 1400620 w 1720794"/>
              <a:gd name="connsiteY243" fmla="*/ 1248334 h 1708593"/>
              <a:gd name="connsiteX244" fmla="*/ 1490715 w 1720794"/>
              <a:gd name="connsiteY244" fmla="*/ 1200971 h 1708593"/>
              <a:gd name="connsiteX245" fmla="*/ 1499902 w 1720794"/>
              <a:gd name="connsiteY245" fmla="*/ 1200685 h 1708593"/>
              <a:gd name="connsiteX246" fmla="*/ 1509200 w 1720794"/>
              <a:gd name="connsiteY246" fmla="*/ 1200971 h 1708593"/>
              <a:gd name="connsiteX247" fmla="*/ 1600457 w 1720794"/>
              <a:gd name="connsiteY247" fmla="*/ 1248334 h 1708593"/>
              <a:gd name="connsiteX248" fmla="*/ 1672675 w 1720794"/>
              <a:gd name="connsiteY248" fmla="*/ 1289836 h 1708593"/>
              <a:gd name="connsiteX249" fmla="*/ 1687656 w 1720794"/>
              <a:gd name="connsiteY249" fmla="*/ 1290753 h 1708593"/>
              <a:gd name="connsiteX250" fmla="*/ 1702991 w 1720794"/>
              <a:gd name="connsiteY250" fmla="*/ 1289836 h 1708593"/>
              <a:gd name="connsiteX251" fmla="*/ 1720794 w 1720794"/>
              <a:gd name="connsiteY251" fmla="*/ 1283357 h 1708593"/>
              <a:gd name="connsiteX252" fmla="*/ 1720794 w 1720794"/>
              <a:gd name="connsiteY252" fmla="*/ 1304035 h 1708593"/>
              <a:gd name="connsiteX253" fmla="*/ 1696936 w 1720794"/>
              <a:gd name="connsiteY253" fmla="*/ 1308480 h 1708593"/>
              <a:gd name="connsiteX254" fmla="*/ 1687656 w 1720794"/>
              <a:gd name="connsiteY254" fmla="*/ 1308766 h 1708593"/>
              <a:gd name="connsiteX255" fmla="*/ 1678456 w 1720794"/>
              <a:gd name="connsiteY255" fmla="*/ 1308480 h 1708593"/>
              <a:gd name="connsiteX256" fmla="*/ 1588259 w 1720794"/>
              <a:gd name="connsiteY256" fmla="*/ 1261118 h 1708593"/>
              <a:gd name="connsiteX257" fmla="*/ 1515254 w 1720794"/>
              <a:gd name="connsiteY257" fmla="*/ 1219616 h 1708593"/>
              <a:gd name="connsiteX258" fmla="*/ 1499902 w 1720794"/>
              <a:gd name="connsiteY258" fmla="*/ 1218699 h 1708593"/>
              <a:gd name="connsiteX259" fmla="*/ 1484938 w 1720794"/>
              <a:gd name="connsiteY259" fmla="*/ 1219616 h 1708593"/>
              <a:gd name="connsiteX260" fmla="*/ 1412811 w 1720794"/>
              <a:gd name="connsiteY260" fmla="*/ 1261118 h 1708593"/>
              <a:gd name="connsiteX261" fmla="*/ 1312377 w 1720794"/>
              <a:gd name="connsiteY261" fmla="*/ 1308766 h 1708593"/>
              <a:gd name="connsiteX262" fmla="*/ 1213103 w 1720794"/>
              <a:gd name="connsiteY262" fmla="*/ 1261118 h 1708593"/>
              <a:gd name="connsiteX263" fmla="*/ 1140203 w 1720794"/>
              <a:gd name="connsiteY263" fmla="*/ 1219616 h 1708593"/>
              <a:gd name="connsiteX264" fmla="*/ 1124860 w 1720794"/>
              <a:gd name="connsiteY264" fmla="*/ 1218699 h 1708593"/>
              <a:gd name="connsiteX265" fmla="*/ 1109907 w 1720794"/>
              <a:gd name="connsiteY265" fmla="*/ 1219616 h 1708593"/>
              <a:gd name="connsiteX266" fmla="*/ 1037780 w 1720794"/>
              <a:gd name="connsiteY266" fmla="*/ 1261118 h 1708593"/>
              <a:gd name="connsiteX267" fmla="*/ 937343 w 1720794"/>
              <a:gd name="connsiteY267" fmla="*/ 1308766 h 1708593"/>
              <a:gd name="connsiteX268" fmla="*/ 837942 w 1720794"/>
              <a:gd name="connsiteY268" fmla="*/ 1261118 h 1708593"/>
              <a:gd name="connsiteX269" fmla="*/ 764952 w 1720794"/>
              <a:gd name="connsiteY269" fmla="*/ 1219616 h 1708593"/>
              <a:gd name="connsiteX270" fmla="*/ 749586 w 1720794"/>
              <a:gd name="connsiteY270" fmla="*/ 1218699 h 1708593"/>
              <a:gd name="connsiteX271" fmla="*/ 734638 w 1720794"/>
              <a:gd name="connsiteY271" fmla="*/ 1219616 h 1708593"/>
              <a:gd name="connsiteX272" fmla="*/ 662511 w 1720794"/>
              <a:gd name="connsiteY272" fmla="*/ 1261118 h 1708593"/>
              <a:gd name="connsiteX273" fmla="*/ 562069 w 1720794"/>
              <a:gd name="connsiteY273" fmla="*/ 1308766 h 1708593"/>
              <a:gd name="connsiteX274" fmla="*/ 462743 w 1720794"/>
              <a:gd name="connsiteY274" fmla="*/ 1261118 h 1708593"/>
              <a:gd name="connsiteX275" fmla="*/ 375034 w 1720794"/>
              <a:gd name="connsiteY275" fmla="*/ 1218699 h 1708593"/>
              <a:gd name="connsiteX276" fmla="*/ 287371 w 1720794"/>
              <a:gd name="connsiteY276" fmla="*/ 1261118 h 1708593"/>
              <a:gd name="connsiteX277" fmla="*/ 187517 w 1720794"/>
              <a:gd name="connsiteY277" fmla="*/ 1308766 h 1708593"/>
              <a:gd name="connsiteX278" fmla="*/ 87663 w 1720794"/>
              <a:gd name="connsiteY278" fmla="*/ 1261118 h 1708593"/>
              <a:gd name="connsiteX279" fmla="*/ 0 w 1720794"/>
              <a:gd name="connsiteY279" fmla="*/ 1218699 h 1708593"/>
              <a:gd name="connsiteX280" fmla="*/ 0 w 1720794"/>
              <a:gd name="connsiteY280" fmla="*/ 1100066 h 1708593"/>
              <a:gd name="connsiteX281" fmla="*/ 99855 w 1720794"/>
              <a:gd name="connsiteY281" fmla="*/ 1147715 h 1708593"/>
              <a:gd name="connsiteX282" fmla="*/ 187517 w 1720794"/>
              <a:gd name="connsiteY282" fmla="*/ 1190134 h 1708593"/>
              <a:gd name="connsiteX283" fmla="*/ 275179 w 1720794"/>
              <a:gd name="connsiteY283" fmla="*/ 1147715 h 1708593"/>
              <a:gd name="connsiteX284" fmla="*/ 375034 w 1720794"/>
              <a:gd name="connsiteY284" fmla="*/ 1100066 h 1708593"/>
              <a:gd name="connsiteX285" fmla="*/ 474941 w 1720794"/>
              <a:gd name="connsiteY285" fmla="*/ 1147715 h 1708593"/>
              <a:gd name="connsiteX286" fmla="*/ 562069 w 1720794"/>
              <a:gd name="connsiteY286" fmla="*/ 1190134 h 1708593"/>
              <a:gd name="connsiteX287" fmla="*/ 650315 w 1720794"/>
              <a:gd name="connsiteY287" fmla="*/ 1147715 h 1708593"/>
              <a:gd name="connsiteX288" fmla="*/ 740506 w 1720794"/>
              <a:gd name="connsiteY288" fmla="*/ 1100352 h 1708593"/>
              <a:gd name="connsiteX289" fmla="*/ 749586 w 1720794"/>
              <a:gd name="connsiteY289" fmla="*/ 1100066 h 1708593"/>
              <a:gd name="connsiteX290" fmla="*/ 758889 w 1720794"/>
              <a:gd name="connsiteY290" fmla="*/ 1100352 h 1708593"/>
              <a:gd name="connsiteX291" fmla="*/ 850154 w 1720794"/>
              <a:gd name="connsiteY291" fmla="*/ 1147715 h 1708593"/>
              <a:gd name="connsiteX292" fmla="*/ 937343 w 1720794"/>
              <a:gd name="connsiteY292" fmla="*/ 1190134 h 1708593"/>
              <a:gd name="connsiteX293" fmla="*/ 1025586 w 1720794"/>
              <a:gd name="connsiteY293" fmla="*/ 1147715 h 1708593"/>
              <a:gd name="connsiteX294" fmla="*/ 1115684 w 1720794"/>
              <a:gd name="connsiteY294" fmla="*/ 1100352 h 1708593"/>
              <a:gd name="connsiteX295" fmla="*/ 1124860 w 1720794"/>
              <a:gd name="connsiteY295" fmla="*/ 1100066 h 1708593"/>
              <a:gd name="connsiteX296" fmla="*/ 1134151 w 1720794"/>
              <a:gd name="connsiteY296" fmla="*/ 1100352 h 1708593"/>
              <a:gd name="connsiteX297" fmla="*/ 1225295 w 1720794"/>
              <a:gd name="connsiteY297" fmla="*/ 1147715 h 1708593"/>
              <a:gd name="connsiteX298" fmla="*/ 1312377 w 1720794"/>
              <a:gd name="connsiteY298" fmla="*/ 1190134 h 1708593"/>
              <a:gd name="connsiteX299" fmla="*/ 1400620 w 1720794"/>
              <a:gd name="connsiteY299" fmla="*/ 1147715 h 1708593"/>
              <a:gd name="connsiteX300" fmla="*/ 1490715 w 1720794"/>
              <a:gd name="connsiteY300" fmla="*/ 1100352 h 1708593"/>
              <a:gd name="connsiteX301" fmla="*/ 1499902 w 1720794"/>
              <a:gd name="connsiteY301" fmla="*/ 1100066 h 1708593"/>
              <a:gd name="connsiteX302" fmla="*/ 1509200 w 1720794"/>
              <a:gd name="connsiteY302" fmla="*/ 1100352 h 1708593"/>
              <a:gd name="connsiteX303" fmla="*/ 1600457 w 1720794"/>
              <a:gd name="connsiteY303" fmla="*/ 1147715 h 1708593"/>
              <a:gd name="connsiteX304" fmla="*/ 1672675 w 1720794"/>
              <a:gd name="connsiteY304" fmla="*/ 1189217 h 1708593"/>
              <a:gd name="connsiteX305" fmla="*/ 1687656 w 1720794"/>
              <a:gd name="connsiteY305" fmla="*/ 1190134 h 1708593"/>
              <a:gd name="connsiteX306" fmla="*/ 1702991 w 1720794"/>
              <a:gd name="connsiteY306" fmla="*/ 1189217 h 1708593"/>
              <a:gd name="connsiteX307" fmla="*/ 1720794 w 1720794"/>
              <a:gd name="connsiteY307" fmla="*/ 1182738 h 1708593"/>
              <a:gd name="connsiteX308" fmla="*/ 1720794 w 1720794"/>
              <a:gd name="connsiteY308" fmla="*/ 1203416 h 1708593"/>
              <a:gd name="connsiteX309" fmla="*/ 1696936 w 1720794"/>
              <a:gd name="connsiteY309" fmla="*/ 1207861 h 1708593"/>
              <a:gd name="connsiteX310" fmla="*/ 1687656 w 1720794"/>
              <a:gd name="connsiteY310" fmla="*/ 1208147 h 1708593"/>
              <a:gd name="connsiteX311" fmla="*/ 1678456 w 1720794"/>
              <a:gd name="connsiteY311" fmla="*/ 1207861 h 1708593"/>
              <a:gd name="connsiteX312" fmla="*/ 1588259 w 1720794"/>
              <a:gd name="connsiteY312" fmla="*/ 1160499 h 1708593"/>
              <a:gd name="connsiteX313" fmla="*/ 1515254 w 1720794"/>
              <a:gd name="connsiteY313" fmla="*/ 1118997 h 1708593"/>
              <a:gd name="connsiteX314" fmla="*/ 1499902 w 1720794"/>
              <a:gd name="connsiteY314" fmla="*/ 1118080 h 1708593"/>
              <a:gd name="connsiteX315" fmla="*/ 1484938 w 1720794"/>
              <a:gd name="connsiteY315" fmla="*/ 1118997 h 1708593"/>
              <a:gd name="connsiteX316" fmla="*/ 1412811 w 1720794"/>
              <a:gd name="connsiteY316" fmla="*/ 1160499 h 1708593"/>
              <a:gd name="connsiteX317" fmla="*/ 1312377 w 1720794"/>
              <a:gd name="connsiteY317" fmla="*/ 1208147 h 1708593"/>
              <a:gd name="connsiteX318" fmla="*/ 1213103 w 1720794"/>
              <a:gd name="connsiteY318" fmla="*/ 1160499 h 1708593"/>
              <a:gd name="connsiteX319" fmla="*/ 1140203 w 1720794"/>
              <a:gd name="connsiteY319" fmla="*/ 1118997 h 1708593"/>
              <a:gd name="connsiteX320" fmla="*/ 1124860 w 1720794"/>
              <a:gd name="connsiteY320" fmla="*/ 1118080 h 1708593"/>
              <a:gd name="connsiteX321" fmla="*/ 1109907 w 1720794"/>
              <a:gd name="connsiteY321" fmla="*/ 1118997 h 1708593"/>
              <a:gd name="connsiteX322" fmla="*/ 1037780 w 1720794"/>
              <a:gd name="connsiteY322" fmla="*/ 1160499 h 1708593"/>
              <a:gd name="connsiteX323" fmla="*/ 937343 w 1720794"/>
              <a:gd name="connsiteY323" fmla="*/ 1208147 h 1708593"/>
              <a:gd name="connsiteX324" fmla="*/ 837942 w 1720794"/>
              <a:gd name="connsiteY324" fmla="*/ 1160499 h 1708593"/>
              <a:gd name="connsiteX325" fmla="*/ 764952 w 1720794"/>
              <a:gd name="connsiteY325" fmla="*/ 1118997 h 1708593"/>
              <a:gd name="connsiteX326" fmla="*/ 749586 w 1720794"/>
              <a:gd name="connsiteY326" fmla="*/ 1118080 h 1708593"/>
              <a:gd name="connsiteX327" fmla="*/ 734638 w 1720794"/>
              <a:gd name="connsiteY327" fmla="*/ 1118997 h 1708593"/>
              <a:gd name="connsiteX328" fmla="*/ 662511 w 1720794"/>
              <a:gd name="connsiteY328" fmla="*/ 1160499 h 1708593"/>
              <a:gd name="connsiteX329" fmla="*/ 562069 w 1720794"/>
              <a:gd name="connsiteY329" fmla="*/ 1208147 h 1708593"/>
              <a:gd name="connsiteX330" fmla="*/ 462743 w 1720794"/>
              <a:gd name="connsiteY330" fmla="*/ 1160499 h 1708593"/>
              <a:gd name="connsiteX331" fmla="*/ 375034 w 1720794"/>
              <a:gd name="connsiteY331" fmla="*/ 1118080 h 1708593"/>
              <a:gd name="connsiteX332" fmla="*/ 287371 w 1720794"/>
              <a:gd name="connsiteY332" fmla="*/ 1160499 h 1708593"/>
              <a:gd name="connsiteX333" fmla="*/ 187517 w 1720794"/>
              <a:gd name="connsiteY333" fmla="*/ 1208147 h 1708593"/>
              <a:gd name="connsiteX334" fmla="*/ 87663 w 1720794"/>
              <a:gd name="connsiteY334" fmla="*/ 1160499 h 1708593"/>
              <a:gd name="connsiteX335" fmla="*/ 0 w 1720794"/>
              <a:gd name="connsiteY335" fmla="*/ 1118080 h 1708593"/>
              <a:gd name="connsiteX336" fmla="*/ 0 w 1720794"/>
              <a:gd name="connsiteY336" fmla="*/ 1000651 h 1708593"/>
              <a:gd name="connsiteX337" fmla="*/ 99855 w 1720794"/>
              <a:gd name="connsiteY337" fmla="*/ 1047762 h 1708593"/>
              <a:gd name="connsiteX338" fmla="*/ 187517 w 1720794"/>
              <a:gd name="connsiteY338" fmla="*/ 1090220 h 1708593"/>
              <a:gd name="connsiteX339" fmla="*/ 275179 w 1720794"/>
              <a:gd name="connsiteY339" fmla="*/ 1047762 h 1708593"/>
              <a:gd name="connsiteX340" fmla="*/ 375034 w 1720794"/>
              <a:gd name="connsiteY340" fmla="*/ 1000651 h 1708593"/>
              <a:gd name="connsiteX341" fmla="*/ 474941 w 1720794"/>
              <a:gd name="connsiteY341" fmla="*/ 1047762 h 1708593"/>
              <a:gd name="connsiteX342" fmla="*/ 562069 w 1720794"/>
              <a:gd name="connsiteY342" fmla="*/ 1090220 h 1708593"/>
              <a:gd name="connsiteX343" fmla="*/ 650315 w 1720794"/>
              <a:gd name="connsiteY343" fmla="*/ 1047762 h 1708593"/>
              <a:gd name="connsiteX344" fmla="*/ 740506 w 1720794"/>
              <a:gd name="connsiteY344" fmla="*/ 1000937 h 1708593"/>
              <a:gd name="connsiteX345" fmla="*/ 749586 w 1720794"/>
              <a:gd name="connsiteY345" fmla="*/ 1000651 h 1708593"/>
              <a:gd name="connsiteX346" fmla="*/ 758889 w 1720794"/>
              <a:gd name="connsiteY346" fmla="*/ 1000931 h 1708593"/>
              <a:gd name="connsiteX347" fmla="*/ 850154 w 1720794"/>
              <a:gd name="connsiteY347" fmla="*/ 1047762 h 1708593"/>
              <a:gd name="connsiteX348" fmla="*/ 937343 w 1720794"/>
              <a:gd name="connsiteY348" fmla="*/ 1090220 h 1708593"/>
              <a:gd name="connsiteX349" fmla="*/ 1025586 w 1720794"/>
              <a:gd name="connsiteY349" fmla="*/ 1047762 h 1708593"/>
              <a:gd name="connsiteX350" fmla="*/ 1115684 w 1720794"/>
              <a:gd name="connsiteY350" fmla="*/ 1000937 h 1708593"/>
              <a:gd name="connsiteX351" fmla="*/ 1124860 w 1720794"/>
              <a:gd name="connsiteY351" fmla="*/ 1000651 h 1708593"/>
              <a:gd name="connsiteX352" fmla="*/ 1134151 w 1720794"/>
              <a:gd name="connsiteY352" fmla="*/ 1000931 h 1708593"/>
              <a:gd name="connsiteX353" fmla="*/ 1225295 w 1720794"/>
              <a:gd name="connsiteY353" fmla="*/ 1047762 h 1708593"/>
              <a:gd name="connsiteX354" fmla="*/ 1312377 w 1720794"/>
              <a:gd name="connsiteY354" fmla="*/ 1090220 h 1708593"/>
              <a:gd name="connsiteX355" fmla="*/ 1400620 w 1720794"/>
              <a:gd name="connsiteY355" fmla="*/ 1047762 h 1708593"/>
              <a:gd name="connsiteX356" fmla="*/ 1490715 w 1720794"/>
              <a:gd name="connsiteY356" fmla="*/ 1000937 h 1708593"/>
              <a:gd name="connsiteX357" fmla="*/ 1499902 w 1720794"/>
              <a:gd name="connsiteY357" fmla="*/ 1000651 h 1708593"/>
              <a:gd name="connsiteX358" fmla="*/ 1509200 w 1720794"/>
              <a:gd name="connsiteY358" fmla="*/ 1000931 h 1708593"/>
              <a:gd name="connsiteX359" fmla="*/ 1600457 w 1720794"/>
              <a:gd name="connsiteY359" fmla="*/ 1047762 h 1708593"/>
              <a:gd name="connsiteX360" fmla="*/ 1672675 w 1720794"/>
              <a:gd name="connsiteY360" fmla="*/ 1089326 h 1708593"/>
              <a:gd name="connsiteX361" fmla="*/ 1687656 w 1720794"/>
              <a:gd name="connsiteY361" fmla="*/ 1090220 h 1708593"/>
              <a:gd name="connsiteX362" fmla="*/ 1702991 w 1720794"/>
              <a:gd name="connsiteY362" fmla="*/ 1089326 h 1708593"/>
              <a:gd name="connsiteX363" fmla="*/ 1720794 w 1720794"/>
              <a:gd name="connsiteY363" fmla="*/ 1082935 h 1708593"/>
              <a:gd name="connsiteX364" fmla="*/ 1720794 w 1720794"/>
              <a:gd name="connsiteY364" fmla="*/ 1103614 h 1708593"/>
              <a:gd name="connsiteX365" fmla="*/ 1696936 w 1720794"/>
              <a:gd name="connsiteY365" fmla="*/ 1107971 h 1708593"/>
              <a:gd name="connsiteX366" fmla="*/ 1687656 w 1720794"/>
              <a:gd name="connsiteY366" fmla="*/ 1108251 h 1708593"/>
              <a:gd name="connsiteX367" fmla="*/ 1678456 w 1720794"/>
              <a:gd name="connsiteY367" fmla="*/ 1107971 h 1708593"/>
              <a:gd name="connsiteX368" fmla="*/ 1588259 w 1720794"/>
              <a:gd name="connsiteY368" fmla="*/ 1061140 h 1708593"/>
              <a:gd name="connsiteX369" fmla="*/ 1515254 w 1720794"/>
              <a:gd name="connsiteY369" fmla="*/ 1019575 h 1708593"/>
              <a:gd name="connsiteX370" fmla="*/ 1499902 w 1720794"/>
              <a:gd name="connsiteY370" fmla="*/ 1018681 h 1708593"/>
              <a:gd name="connsiteX371" fmla="*/ 1484938 w 1720794"/>
              <a:gd name="connsiteY371" fmla="*/ 1019575 h 1708593"/>
              <a:gd name="connsiteX372" fmla="*/ 1412811 w 1720794"/>
              <a:gd name="connsiteY372" fmla="*/ 1061140 h 1708593"/>
              <a:gd name="connsiteX373" fmla="*/ 1312377 w 1720794"/>
              <a:gd name="connsiteY373" fmla="*/ 1108251 h 1708593"/>
              <a:gd name="connsiteX374" fmla="*/ 1213103 w 1720794"/>
              <a:gd name="connsiteY374" fmla="*/ 1061140 h 1708593"/>
              <a:gd name="connsiteX375" fmla="*/ 1140203 w 1720794"/>
              <a:gd name="connsiteY375" fmla="*/ 1019575 h 1708593"/>
              <a:gd name="connsiteX376" fmla="*/ 1124860 w 1720794"/>
              <a:gd name="connsiteY376" fmla="*/ 1018681 h 1708593"/>
              <a:gd name="connsiteX377" fmla="*/ 1109907 w 1720794"/>
              <a:gd name="connsiteY377" fmla="*/ 1019575 h 1708593"/>
              <a:gd name="connsiteX378" fmla="*/ 1037780 w 1720794"/>
              <a:gd name="connsiteY378" fmla="*/ 1061140 h 1708593"/>
              <a:gd name="connsiteX379" fmla="*/ 937343 w 1720794"/>
              <a:gd name="connsiteY379" fmla="*/ 1108251 h 1708593"/>
              <a:gd name="connsiteX380" fmla="*/ 837942 w 1720794"/>
              <a:gd name="connsiteY380" fmla="*/ 1061140 h 1708593"/>
              <a:gd name="connsiteX381" fmla="*/ 764952 w 1720794"/>
              <a:gd name="connsiteY381" fmla="*/ 1019575 h 1708593"/>
              <a:gd name="connsiteX382" fmla="*/ 749586 w 1720794"/>
              <a:gd name="connsiteY382" fmla="*/ 1018681 h 1708593"/>
              <a:gd name="connsiteX383" fmla="*/ 734638 w 1720794"/>
              <a:gd name="connsiteY383" fmla="*/ 1019575 h 1708593"/>
              <a:gd name="connsiteX384" fmla="*/ 662511 w 1720794"/>
              <a:gd name="connsiteY384" fmla="*/ 1061140 h 1708593"/>
              <a:gd name="connsiteX385" fmla="*/ 562069 w 1720794"/>
              <a:gd name="connsiteY385" fmla="*/ 1108251 h 1708593"/>
              <a:gd name="connsiteX386" fmla="*/ 462743 w 1720794"/>
              <a:gd name="connsiteY386" fmla="*/ 1061140 h 1708593"/>
              <a:gd name="connsiteX387" fmla="*/ 375034 w 1720794"/>
              <a:gd name="connsiteY387" fmla="*/ 1018681 h 1708593"/>
              <a:gd name="connsiteX388" fmla="*/ 287371 w 1720794"/>
              <a:gd name="connsiteY388" fmla="*/ 1061140 h 1708593"/>
              <a:gd name="connsiteX389" fmla="*/ 187517 w 1720794"/>
              <a:gd name="connsiteY389" fmla="*/ 1108251 h 1708593"/>
              <a:gd name="connsiteX390" fmla="*/ 87663 w 1720794"/>
              <a:gd name="connsiteY390" fmla="*/ 1061140 h 1708593"/>
              <a:gd name="connsiteX391" fmla="*/ 0 w 1720794"/>
              <a:gd name="connsiteY391" fmla="*/ 1018681 h 1708593"/>
              <a:gd name="connsiteX392" fmla="*/ 0 w 1720794"/>
              <a:gd name="connsiteY392" fmla="*/ 900273 h 1708593"/>
              <a:gd name="connsiteX393" fmla="*/ 99855 w 1720794"/>
              <a:gd name="connsiteY393" fmla="*/ 947279 h 1708593"/>
              <a:gd name="connsiteX394" fmla="*/ 187517 w 1720794"/>
              <a:gd name="connsiteY394" fmla="*/ 989642 h 1708593"/>
              <a:gd name="connsiteX395" fmla="*/ 275179 w 1720794"/>
              <a:gd name="connsiteY395" fmla="*/ 947279 h 1708593"/>
              <a:gd name="connsiteX396" fmla="*/ 375034 w 1720794"/>
              <a:gd name="connsiteY396" fmla="*/ 900273 h 1708593"/>
              <a:gd name="connsiteX397" fmla="*/ 474941 w 1720794"/>
              <a:gd name="connsiteY397" fmla="*/ 947279 h 1708593"/>
              <a:gd name="connsiteX398" fmla="*/ 562069 w 1720794"/>
              <a:gd name="connsiteY398" fmla="*/ 989642 h 1708593"/>
              <a:gd name="connsiteX399" fmla="*/ 650315 w 1720794"/>
              <a:gd name="connsiteY399" fmla="*/ 947279 h 1708593"/>
              <a:gd name="connsiteX400" fmla="*/ 740506 w 1720794"/>
              <a:gd name="connsiteY400" fmla="*/ 900552 h 1708593"/>
              <a:gd name="connsiteX401" fmla="*/ 749586 w 1720794"/>
              <a:gd name="connsiteY401" fmla="*/ 900273 h 1708593"/>
              <a:gd name="connsiteX402" fmla="*/ 758889 w 1720794"/>
              <a:gd name="connsiteY402" fmla="*/ 900552 h 1708593"/>
              <a:gd name="connsiteX403" fmla="*/ 850154 w 1720794"/>
              <a:gd name="connsiteY403" fmla="*/ 947279 h 1708593"/>
              <a:gd name="connsiteX404" fmla="*/ 937343 w 1720794"/>
              <a:gd name="connsiteY404" fmla="*/ 989642 h 1708593"/>
              <a:gd name="connsiteX405" fmla="*/ 1025586 w 1720794"/>
              <a:gd name="connsiteY405" fmla="*/ 947279 h 1708593"/>
              <a:gd name="connsiteX406" fmla="*/ 1115684 w 1720794"/>
              <a:gd name="connsiteY406" fmla="*/ 900552 h 1708593"/>
              <a:gd name="connsiteX407" fmla="*/ 1124860 w 1720794"/>
              <a:gd name="connsiteY407" fmla="*/ 900273 h 1708593"/>
              <a:gd name="connsiteX408" fmla="*/ 1134151 w 1720794"/>
              <a:gd name="connsiteY408" fmla="*/ 900552 h 1708593"/>
              <a:gd name="connsiteX409" fmla="*/ 1225295 w 1720794"/>
              <a:gd name="connsiteY409" fmla="*/ 947279 h 1708593"/>
              <a:gd name="connsiteX410" fmla="*/ 1312377 w 1720794"/>
              <a:gd name="connsiteY410" fmla="*/ 989642 h 1708593"/>
              <a:gd name="connsiteX411" fmla="*/ 1400620 w 1720794"/>
              <a:gd name="connsiteY411" fmla="*/ 947279 h 1708593"/>
              <a:gd name="connsiteX412" fmla="*/ 1490715 w 1720794"/>
              <a:gd name="connsiteY412" fmla="*/ 900552 h 1708593"/>
              <a:gd name="connsiteX413" fmla="*/ 1499902 w 1720794"/>
              <a:gd name="connsiteY413" fmla="*/ 900273 h 1708593"/>
              <a:gd name="connsiteX414" fmla="*/ 1509200 w 1720794"/>
              <a:gd name="connsiteY414" fmla="*/ 900552 h 1708593"/>
              <a:gd name="connsiteX415" fmla="*/ 1600457 w 1720794"/>
              <a:gd name="connsiteY415" fmla="*/ 947279 h 1708593"/>
              <a:gd name="connsiteX416" fmla="*/ 1672675 w 1720794"/>
              <a:gd name="connsiteY416" fmla="*/ 988750 h 1708593"/>
              <a:gd name="connsiteX417" fmla="*/ 1687656 w 1720794"/>
              <a:gd name="connsiteY417" fmla="*/ 989642 h 1708593"/>
              <a:gd name="connsiteX418" fmla="*/ 1702991 w 1720794"/>
              <a:gd name="connsiteY418" fmla="*/ 988750 h 1708593"/>
              <a:gd name="connsiteX419" fmla="*/ 1720794 w 1720794"/>
              <a:gd name="connsiteY419" fmla="*/ 982373 h 1708593"/>
              <a:gd name="connsiteX420" fmla="*/ 1720794 w 1720794"/>
              <a:gd name="connsiteY420" fmla="*/ 1000099 h 1708593"/>
              <a:gd name="connsiteX421" fmla="*/ 1696936 w 1720794"/>
              <a:gd name="connsiteY421" fmla="*/ 1007353 h 1708593"/>
              <a:gd name="connsiteX422" fmla="*/ 1687656 w 1720794"/>
              <a:gd name="connsiteY422" fmla="*/ 1007632 h 1708593"/>
              <a:gd name="connsiteX423" fmla="*/ 1678456 w 1720794"/>
              <a:gd name="connsiteY423" fmla="*/ 1007346 h 1708593"/>
              <a:gd name="connsiteX424" fmla="*/ 1588259 w 1720794"/>
              <a:gd name="connsiteY424" fmla="*/ 960626 h 1708593"/>
              <a:gd name="connsiteX425" fmla="*/ 1515254 w 1720794"/>
              <a:gd name="connsiteY425" fmla="*/ 919155 h 1708593"/>
              <a:gd name="connsiteX426" fmla="*/ 1499902 w 1720794"/>
              <a:gd name="connsiteY426" fmla="*/ 918263 h 1708593"/>
              <a:gd name="connsiteX427" fmla="*/ 1484938 w 1720794"/>
              <a:gd name="connsiteY427" fmla="*/ 919155 h 1708593"/>
              <a:gd name="connsiteX428" fmla="*/ 1412811 w 1720794"/>
              <a:gd name="connsiteY428" fmla="*/ 960626 h 1708593"/>
              <a:gd name="connsiteX429" fmla="*/ 1312377 w 1720794"/>
              <a:gd name="connsiteY429" fmla="*/ 1007632 h 1708593"/>
              <a:gd name="connsiteX430" fmla="*/ 1213103 w 1720794"/>
              <a:gd name="connsiteY430" fmla="*/ 960626 h 1708593"/>
              <a:gd name="connsiteX431" fmla="*/ 1140203 w 1720794"/>
              <a:gd name="connsiteY431" fmla="*/ 919155 h 1708593"/>
              <a:gd name="connsiteX432" fmla="*/ 1124860 w 1720794"/>
              <a:gd name="connsiteY432" fmla="*/ 918263 h 1708593"/>
              <a:gd name="connsiteX433" fmla="*/ 1109907 w 1720794"/>
              <a:gd name="connsiteY433" fmla="*/ 919155 h 1708593"/>
              <a:gd name="connsiteX434" fmla="*/ 1037780 w 1720794"/>
              <a:gd name="connsiteY434" fmla="*/ 960626 h 1708593"/>
              <a:gd name="connsiteX435" fmla="*/ 937343 w 1720794"/>
              <a:gd name="connsiteY435" fmla="*/ 1007632 h 1708593"/>
              <a:gd name="connsiteX436" fmla="*/ 837942 w 1720794"/>
              <a:gd name="connsiteY436" fmla="*/ 960626 h 1708593"/>
              <a:gd name="connsiteX437" fmla="*/ 764952 w 1720794"/>
              <a:gd name="connsiteY437" fmla="*/ 919155 h 1708593"/>
              <a:gd name="connsiteX438" fmla="*/ 749586 w 1720794"/>
              <a:gd name="connsiteY438" fmla="*/ 918263 h 1708593"/>
              <a:gd name="connsiteX439" fmla="*/ 734638 w 1720794"/>
              <a:gd name="connsiteY439" fmla="*/ 919155 h 1708593"/>
              <a:gd name="connsiteX440" fmla="*/ 662511 w 1720794"/>
              <a:gd name="connsiteY440" fmla="*/ 960626 h 1708593"/>
              <a:gd name="connsiteX441" fmla="*/ 562069 w 1720794"/>
              <a:gd name="connsiteY441" fmla="*/ 1007632 h 1708593"/>
              <a:gd name="connsiteX442" fmla="*/ 462743 w 1720794"/>
              <a:gd name="connsiteY442" fmla="*/ 960626 h 1708593"/>
              <a:gd name="connsiteX443" fmla="*/ 375034 w 1720794"/>
              <a:gd name="connsiteY443" fmla="*/ 918263 h 1708593"/>
              <a:gd name="connsiteX444" fmla="*/ 287371 w 1720794"/>
              <a:gd name="connsiteY444" fmla="*/ 960626 h 1708593"/>
              <a:gd name="connsiteX445" fmla="*/ 187517 w 1720794"/>
              <a:gd name="connsiteY445" fmla="*/ 1007632 h 1708593"/>
              <a:gd name="connsiteX446" fmla="*/ 87663 w 1720794"/>
              <a:gd name="connsiteY446" fmla="*/ 960626 h 1708593"/>
              <a:gd name="connsiteX447" fmla="*/ 0 w 1720794"/>
              <a:gd name="connsiteY447" fmla="*/ 918263 h 1708593"/>
              <a:gd name="connsiteX448" fmla="*/ 0 w 1720794"/>
              <a:gd name="connsiteY448" fmla="*/ 800136 h 1708593"/>
              <a:gd name="connsiteX449" fmla="*/ 99855 w 1720794"/>
              <a:gd name="connsiteY449" fmla="*/ 847784 h 1708593"/>
              <a:gd name="connsiteX450" fmla="*/ 187517 w 1720794"/>
              <a:gd name="connsiteY450" fmla="*/ 890203 h 1708593"/>
              <a:gd name="connsiteX451" fmla="*/ 275179 w 1720794"/>
              <a:gd name="connsiteY451" fmla="*/ 847784 h 1708593"/>
              <a:gd name="connsiteX452" fmla="*/ 375034 w 1720794"/>
              <a:gd name="connsiteY452" fmla="*/ 800136 h 1708593"/>
              <a:gd name="connsiteX453" fmla="*/ 474941 w 1720794"/>
              <a:gd name="connsiteY453" fmla="*/ 847784 h 1708593"/>
              <a:gd name="connsiteX454" fmla="*/ 562069 w 1720794"/>
              <a:gd name="connsiteY454" fmla="*/ 890203 h 1708593"/>
              <a:gd name="connsiteX455" fmla="*/ 650315 w 1720794"/>
              <a:gd name="connsiteY455" fmla="*/ 847784 h 1708593"/>
              <a:gd name="connsiteX456" fmla="*/ 740506 w 1720794"/>
              <a:gd name="connsiteY456" fmla="*/ 800422 h 1708593"/>
              <a:gd name="connsiteX457" fmla="*/ 749586 w 1720794"/>
              <a:gd name="connsiteY457" fmla="*/ 800136 h 1708593"/>
              <a:gd name="connsiteX458" fmla="*/ 758889 w 1720794"/>
              <a:gd name="connsiteY458" fmla="*/ 800422 h 1708593"/>
              <a:gd name="connsiteX459" fmla="*/ 850154 w 1720794"/>
              <a:gd name="connsiteY459" fmla="*/ 847784 h 1708593"/>
              <a:gd name="connsiteX460" fmla="*/ 937343 w 1720794"/>
              <a:gd name="connsiteY460" fmla="*/ 890203 h 1708593"/>
              <a:gd name="connsiteX461" fmla="*/ 1025586 w 1720794"/>
              <a:gd name="connsiteY461" fmla="*/ 847784 h 1708593"/>
              <a:gd name="connsiteX462" fmla="*/ 1115684 w 1720794"/>
              <a:gd name="connsiteY462" fmla="*/ 800422 h 1708593"/>
              <a:gd name="connsiteX463" fmla="*/ 1124860 w 1720794"/>
              <a:gd name="connsiteY463" fmla="*/ 800136 h 1708593"/>
              <a:gd name="connsiteX464" fmla="*/ 1134151 w 1720794"/>
              <a:gd name="connsiteY464" fmla="*/ 800422 h 1708593"/>
              <a:gd name="connsiteX465" fmla="*/ 1225295 w 1720794"/>
              <a:gd name="connsiteY465" fmla="*/ 847784 h 1708593"/>
              <a:gd name="connsiteX466" fmla="*/ 1312377 w 1720794"/>
              <a:gd name="connsiteY466" fmla="*/ 890203 h 1708593"/>
              <a:gd name="connsiteX467" fmla="*/ 1400620 w 1720794"/>
              <a:gd name="connsiteY467" fmla="*/ 847784 h 1708593"/>
              <a:gd name="connsiteX468" fmla="*/ 1490715 w 1720794"/>
              <a:gd name="connsiteY468" fmla="*/ 800422 h 1708593"/>
              <a:gd name="connsiteX469" fmla="*/ 1499902 w 1720794"/>
              <a:gd name="connsiteY469" fmla="*/ 800136 h 1708593"/>
              <a:gd name="connsiteX470" fmla="*/ 1509200 w 1720794"/>
              <a:gd name="connsiteY470" fmla="*/ 800422 h 1708593"/>
              <a:gd name="connsiteX471" fmla="*/ 1600457 w 1720794"/>
              <a:gd name="connsiteY471" fmla="*/ 847784 h 1708593"/>
              <a:gd name="connsiteX472" fmla="*/ 1672675 w 1720794"/>
              <a:gd name="connsiteY472" fmla="*/ 889286 h 1708593"/>
              <a:gd name="connsiteX473" fmla="*/ 1687656 w 1720794"/>
              <a:gd name="connsiteY473" fmla="*/ 890203 h 1708593"/>
              <a:gd name="connsiteX474" fmla="*/ 1702991 w 1720794"/>
              <a:gd name="connsiteY474" fmla="*/ 889286 h 1708593"/>
              <a:gd name="connsiteX475" fmla="*/ 1720794 w 1720794"/>
              <a:gd name="connsiteY475" fmla="*/ 882808 h 1708593"/>
              <a:gd name="connsiteX476" fmla="*/ 1720794 w 1720794"/>
              <a:gd name="connsiteY476" fmla="*/ 903485 h 1708593"/>
              <a:gd name="connsiteX477" fmla="*/ 1696936 w 1720794"/>
              <a:gd name="connsiteY477" fmla="*/ 907931 h 1708593"/>
              <a:gd name="connsiteX478" fmla="*/ 1687656 w 1720794"/>
              <a:gd name="connsiteY478" fmla="*/ 908217 h 1708593"/>
              <a:gd name="connsiteX479" fmla="*/ 1678456 w 1720794"/>
              <a:gd name="connsiteY479" fmla="*/ 907931 h 1708593"/>
              <a:gd name="connsiteX480" fmla="*/ 1588259 w 1720794"/>
              <a:gd name="connsiteY480" fmla="*/ 860568 h 1708593"/>
              <a:gd name="connsiteX481" fmla="*/ 1515254 w 1720794"/>
              <a:gd name="connsiteY481" fmla="*/ 819066 h 1708593"/>
              <a:gd name="connsiteX482" fmla="*/ 1499902 w 1720794"/>
              <a:gd name="connsiteY482" fmla="*/ 818149 h 1708593"/>
              <a:gd name="connsiteX483" fmla="*/ 1484938 w 1720794"/>
              <a:gd name="connsiteY483" fmla="*/ 819066 h 1708593"/>
              <a:gd name="connsiteX484" fmla="*/ 1412811 w 1720794"/>
              <a:gd name="connsiteY484" fmla="*/ 860568 h 1708593"/>
              <a:gd name="connsiteX485" fmla="*/ 1312377 w 1720794"/>
              <a:gd name="connsiteY485" fmla="*/ 908217 h 1708593"/>
              <a:gd name="connsiteX486" fmla="*/ 1213103 w 1720794"/>
              <a:gd name="connsiteY486" fmla="*/ 860568 h 1708593"/>
              <a:gd name="connsiteX487" fmla="*/ 1140203 w 1720794"/>
              <a:gd name="connsiteY487" fmla="*/ 819066 h 1708593"/>
              <a:gd name="connsiteX488" fmla="*/ 1124860 w 1720794"/>
              <a:gd name="connsiteY488" fmla="*/ 818149 h 1708593"/>
              <a:gd name="connsiteX489" fmla="*/ 1109907 w 1720794"/>
              <a:gd name="connsiteY489" fmla="*/ 819066 h 1708593"/>
              <a:gd name="connsiteX490" fmla="*/ 1037780 w 1720794"/>
              <a:gd name="connsiteY490" fmla="*/ 860568 h 1708593"/>
              <a:gd name="connsiteX491" fmla="*/ 937343 w 1720794"/>
              <a:gd name="connsiteY491" fmla="*/ 908217 h 1708593"/>
              <a:gd name="connsiteX492" fmla="*/ 837942 w 1720794"/>
              <a:gd name="connsiteY492" fmla="*/ 860568 h 1708593"/>
              <a:gd name="connsiteX493" fmla="*/ 764952 w 1720794"/>
              <a:gd name="connsiteY493" fmla="*/ 819066 h 1708593"/>
              <a:gd name="connsiteX494" fmla="*/ 749586 w 1720794"/>
              <a:gd name="connsiteY494" fmla="*/ 818149 h 1708593"/>
              <a:gd name="connsiteX495" fmla="*/ 734638 w 1720794"/>
              <a:gd name="connsiteY495" fmla="*/ 819066 h 1708593"/>
              <a:gd name="connsiteX496" fmla="*/ 662511 w 1720794"/>
              <a:gd name="connsiteY496" fmla="*/ 860568 h 1708593"/>
              <a:gd name="connsiteX497" fmla="*/ 562069 w 1720794"/>
              <a:gd name="connsiteY497" fmla="*/ 908217 h 1708593"/>
              <a:gd name="connsiteX498" fmla="*/ 462743 w 1720794"/>
              <a:gd name="connsiteY498" fmla="*/ 860568 h 1708593"/>
              <a:gd name="connsiteX499" fmla="*/ 375034 w 1720794"/>
              <a:gd name="connsiteY499" fmla="*/ 818149 h 1708593"/>
              <a:gd name="connsiteX500" fmla="*/ 287371 w 1720794"/>
              <a:gd name="connsiteY500" fmla="*/ 860568 h 1708593"/>
              <a:gd name="connsiteX501" fmla="*/ 187517 w 1720794"/>
              <a:gd name="connsiteY501" fmla="*/ 908217 h 1708593"/>
              <a:gd name="connsiteX502" fmla="*/ 87663 w 1720794"/>
              <a:gd name="connsiteY502" fmla="*/ 860568 h 1708593"/>
              <a:gd name="connsiteX503" fmla="*/ 0 w 1720794"/>
              <a:gd name="connsiteY503" fmla="*/ 818149 h 1708593"/>
              <a:gd name="connsiteX504" fmla="*/ 0 w 1720794"/>
              <a:gd name="connsiteY504" fmla="*/ 700961 h 1708593"/>
              <a:gd name="connsiteX505" fmla="*/ 99855 w 1720794"/>
              <a:gd name="connsiteY505" fmla="*/ 747967 h 1708593"/>
              <a:gd name="connsiteX506" fmla="*/ 187517 w 1720794"/>
              <a:gd name="connsiteY506" fmla="*/ 790330 h 1708593"/>
              <a:gd name="connsiteX507" fmla="*/ 275179 w 1720794"/>
              <a:gd name="connsiteY507" fmla="*/ 747967 h 1708593"/>
              <a:gd name="connsiteX508" fmla="*/ 375034 w 1720794"/>
              <a:gd name="connsiteY508" fmla="*/ 700961 h 1708593"/>
              <a:gd name="connsiteX509" fmla="*/ 474941 w 1720794"/>
              <a:gd name="connsiteY509" fmla="*/ 747967 h 1708593"/>
              <a:gd name="connsiteX510" fmla="*/ 562069 w 1720794"/>
              <a:gd name="connsiteY510" fmla="*/ 790330 h 1708593"/>
              <a:gd name="connsiteX511" fmla="*/ 650315 w 1720794"/>
              <a:gd name="connsiteY511" fmla="*/ 747967 h 1708593"/>
              <a:gd name="connsiteX512" fmla="*/ 740506 w 1720794"/>
              <a:gd name="connsiteY512" fmla="*/ 701241 h 1708593"/>
              <a:gd name="connsiteX513" fmla="*/ 749586 w 1720794"/>
              <a:gd name="connsiteY513" fmla="*/ 700961 h 1708593"/>
              <a:gd name="connsiteX514" fmla="*/ 758889 w 1720794"/>
              <a:gd name="connsiteY514" fmla="*/ 701241 h 1708593"/>
              <a:gd name="connsiteX515" fmla="*/ 850154 w 1720794"/>
              <a:gd name="connsiteY515" fmla="*/ 747967 h 1708593"/>
              <a:gd name="connsiteX516" fmla="*/ 937343 w 1720794"/>
              <a:gd name="connsiteY516" fmla="*/ 790330 h 1708593"/>
              <a:gd name="connsiteX517" fmla="*/ 1025586 w 1720794"/>
              <a:gd name="connsiteY517" fmla="*/ 747967 h 1708593"/>
              <a:gd name="connsiteX518" fmla="*/ 1115684 w 1720794"/>
              <a:gd name="connsiteY518" fmla="*/ 701241 h 1708593"/>
              <a:gd name="connsiteX519" fmla="*/ 1124860 w 1720794"/>
              <a:gd name="connsiteY519" fmla="*/ 700961 h 1708593"/>
              <a:gd name="connsiteX520" fmla="*/ 1134151 w 1720794"/>
              <a:gd name="connsiteY520" fmla="*/ 701241 h 1708593"/>
              <a:gd name="connsiteX521" fmla="*/ 1225295 w 1720794"/>
              <a:gd name="connsiteY521" fmla="*/ 747967 h 1708593"/>
              <a:gd name="connsiteX522" fmla="*/ 1312377 w 1720794"/>
              <a:gd name="connsiteY522" fmla="*/ 790330 h 1708593"/>
              <a:gd name="connsiteX523" fmla="*/ 1400620 w 1720794"/>
              <a:gd name="connsiteY523" fmla="*/ 747967 h 1708593"/>
              <a:gd name="connsiteX524" fmla="*/ 1490715 w 1720794"/>
              <a:gd name="connsiteY524" fmla="*/ 701241 h 1708593"/>
              <a:gd name="connsiteX525" fmla="*/ 1499902 w 1720794"/>
              <a:gd name="connsiteY525" fmla="*/ 700961 h 1708593"/>
              <a:gd name="connsiteX526" fmla="*/ 1509200 w 1720794"/>
              <a:gd name="connsiteY526" fmla="*/ 701241 h 1708593"/>
              <a:gd name="connsiteX527" fmla="*/ 1600457 w 1720794"/>
              <a:gd name="connsiteY527" fmla="*/ 747967 h 1708593"/>
              <a:gd name="connsiteX528" fmla="*/ 1672675 w 1720794"/>
              <a:gd name="connsiteY528" fmla="*/ 789438 h 1708593"/>
              <a:gd name="connsiteX529" fmla="*/ 1687656 w 1720794"/>
              <a:gd name="connsiteY529" fmla="*/ 790330 h 1708593"/>
              <a:gd name="connsiteX530" fmla="*/ 1702991 w 1720794"/>
              <a:gd name="connsiteY530" fmla="*/ 789438 h 1708593"/>
              <a:gd name="connsiteX531" fmla="*/ 1720794 w 1720794"/>
              <a:gd name="connsiteY531" fmla="*/ 783061 h 1708593"/>
              <a:gd name="connsiteX532" fmla="*/ 1720794 w 1720794"/>
              <a:gd name="connsiteY532" fmla="*/ 803607 h 1708593"/>
              <a:gd name="connsiteX533" fmla="*/ 1696936 w 1720794"/>
              <a:gd name="connsiteY533" fmla="*/ 808035 h 1708593"/>
              <a:gd name="connsiteX534" fmla="*/ 1687656 w 1720794"/>
              <a:gd name="connsiteY534" fmla="*/ 808320 h 1708593"/>
              <a:gd name="connsiteX535" fmla="*/ 1678456 w 1720794"/>
              <a:gd name="connsiteY535" fmla="*/ 808035 h 1708593"/>
              <a:gd name="connsiteX536" fmla="*/ 1588259 w 1720794"/>
              <a:gd name="connsiteY536" fmla="*/ 761314 h 1708593"/>
              <a:gd name="connsiteX537" fmla="*/ 1515254 w 1720794"/>
              <a:gd name="connsiteY537" fmla="*/ 719843 h 1708593"/>
              <a:gd name="connsiteX538" fmla="*/ 1499902 w 1720794"/>
              <a:gd name="connsiteY538" fmla="*/ 718951 h 1708593"/>
              <a:gd name="connsiteX539" fmla="*/ 1484938 w 1720794"/>
              <a:gd name="connsiteY539" fmla="*/ 719843 h 1708593"/>
              <a:gd name="connsiteX540" fmla="*/ 1412811 w 1720794"/>
              <a:gd name="connsiteY540" fmla="*/ 761314 h 1708593"/>
              <a:gd name="connsiteX541" fmla="*/ 1312377 w 1720794"/>
              <a:gd name="connsiteY541" fmla="*/ 808320 h 1708593"/>
              <a:gd name="connsiteX542" fmla="*/ 1213103 w 1720794"/>
              <a:gd name="connsiteY542" fmla="*/ 761314 h 1708593"/>
              <a:gd name="connsiteX543" fmla="*/ 1140203 w 1720794"/>
              <a:gd name="connsiteY543" fmla="*/ 719843 h 1708593"/>
              <a:gd name="connsiteX544" fmla="*/ 1124860 w 1720794"/>
              <a:gd name="connsiteY544" fmla="*/ 718951 h 1708593"/>
              <a:gd name="connsiteX545" fmla="*/ 1109907 w 1720794"/>
              <a:gd name="connsiteY545" fmla="*/ 719843 h 1708593"/>
              <a:gd name="connsiteX546" fmla="*/ 1037780 w 1720794"/>
              <a:gd name="connsiteY546" fmla="*/ 761314 h 1708593"/>
              <a:gd name="connsiteX547" fmla="*/ 937343 w 1720794"/>
              <a:gd name="connsiteY547" fmla="*/ 808320 h 1708593"/>
              <a:gd name="connsiteX548" fmla="*/ 837942 w 1720794"/>
              <a:gd name="connsiteY548" fmla="*/ 761314 h 1708593"/>
              <a:gd name="connsiteX549" fmla="*/ 764952 w 1720794"/>
              <a:gd name="connsiteY549" fmla="*/ 719843 h 1708593"/>
              <a:gd name="connsiteX550" fmla="*/ 749586 w 1720794"/>
              <a:gd name="connsiteY550" fmla="*/ 718951 h 1708593"/>
              <a:gd name="connsiteX551" fmla="*/ 734638 w 1720794"/>
              <a:gd name="connsiteY551" fmla="*/ 719843 h 1708593"/>
              <a:gd name="connsiteX552" fmla="*/ 662511 w 1720794"/>
              <a:gd name="connsiteY552" fmla="*/ 761314 h 1708593"/>
              <a:gd name="connsiteX553" fmla="*/ 562069 w 1720794"/>
              <a:gd name="connsiteY553" fmla="*/ 808320 h 1708593"/>
              <a:gd name="connsiteX554" fmla="*/ 462743 w 1720794"/>
              <a:gd name="connsiteY554" fmla="*/ 761314 h 1708593"/>
              <a:gd name="connsiteX555" fmla="*/ 375034 w 1720794"/>
              <a:gd name="connsiteY555" fmla="*/ 718951 h 1708593"/>
              <a:gd name="connsiteX556" fmla="*/ 287371 w 1720794"/>
              <a:gd name="connsiteY556" fmla="*/ 761314 h 1708593"/>
              <a:gd name="connsiteX557" fmla="*/ 187517 w 1720794"/>
              <a:gd name="connsiteY557" fmla="*/ 808320 h 1708593"/>
              <a:gd name="connsiteX558" fmla="*/ 87663 w 1720794"/>
              <a:gd name="connsiteY558" fmla="*/ 761314 h 1708593"/>
              <a:gd name="connsiteX559" fmla="*/ 0 w 1720794"/>
              <a:gd name="connsiteY559" fmla="*/ 718951 h 1708593"/>
              <a:gd name="connsiteX560" fmla="*/ 0 w 1720794"/>
              <a:gd name="connsiteY560" fmla="*/ 600343 h 1708593"/>
              <a:gd name="connsiteX561" fmla="*/ 99855 w 1720794"/>
              <a:gd name="connsiteY561" fmla="*/ 647348 h 1708593"/>
              <a:gd name="connsiteX562" fmla="*/ 187517 w 1720794"/>
              <a:gd name="connsiteY562" fmla="*/ 689712 h 1708593"/>
              <a:gd name="connsiteX563" fmla="*/ 275179 w 1720794"/>
              <a:gd name="connsiteY563" fmla="*/ 647348 h 1708593"/>
              <a:gd name="connsiteX564" fmla="*/ 375034 w 1720794"/>
              <a:gd name="connsiteY564" fmla="*/ 600343 h 1708593"/>
              <a:gd name="connsiteX565" fmla="*/ 474941 w 1720794"/>
              <a:gd name="connsiteY565" fmla="*/ 647348 h 1708593"/>
              <a:gd name="connsiteX566" fmla="*/ 562069 w 1720794"/>
              <a:gd name="connsiteY566" fmla="*/ 689712 h 1708593"/>
              <a:gd name="connsiteX567" fmla="*/ 650315 w 1720794"/>
              <a:gd name="connsiteY567" fmla="*/ 647348 h 1708593"/>
              <a:gd name="connsiteX568" fmla="*/ 740506 w 1720794"/>
              <a:gd name="connsiteY568" fmla="*/ 600622 h 1708593"/>
              <a:gd name="connsiteX569" fmla="*/ 749586 w 1720794"/>
              <a:gd name="connsiteY569" fmla="*/ 600343 h 1708593"/>
              <a:gd name="connsiteX570" fmla="*/ 758889 w 1720794"/>
              <a:gd name="connsiteY570" fmla="*/ 600622 h 1708593"/>
              <a:gd name="connsiteX571" fmla="*/ 850154 w 1720794"/>
              <a:gd name="connsiteY571" fmla="*/ 647348 h 1708593"/>
              <a:gd name="connsiteX572" fmla="*/ 937343 w 1720794"/>
              <a:gd name="connsiteY572" fmla="*/ 689712 h 1708593"/>
              <a:gd name="connsiteX573" fmla="*/ 1025586 w 1720794"/>
              <a:gd name="connsiteY573" fmla="*/ 647348 h 1708593"/>
              <a:gd name="connsiteX574" fmla="*/ 1115684 w 1720794"/>
              <a:gd name="connsiteY574" fmla="*/ 600622 h 1708593"/>
              <a:gd name="connsiteX575" fmla="*/ 1124860 w 1720794"/>
              <a:gd name="connsiteY575" fmla="*/ 600343 h 1708593"/>
              <a:gd name="connsiteX576" fmla="*/ 1134151 w 1720794"/>
              <a:gd name="connsiteY576" fmla="*/ 600622 h 1708593"/>
              <a:gd name="connsiteX577" fmla="*/ 1225295 w 1720794"/>
              <a:gd name="connsiteY577" fmla="*/ 647348 h 1708593"/>
              <a:gd name="connsiteX578" fmla="*/ 1312377 w 1720794"/>
              <a:gd name="connsiteY578" fmla="*/ 689712 h 1708593"/>
              <a:gd name="connsiteX579" fmla="*/ 1400620 w 1720794"/>
              <a:gd name="connsiteY579" fmla="*/ 647348 h 1708593"/>
              <a:gd name="connsiteX580" fmla="*/ 1490715 w 1720794"/>
              <a:gd name="connsiteY580" fmla="*/ 600622 h 1708593"/>
              <a:gd name="connsiteX581" fmla="*/ 1499902 w 1720794"/>
              <a:gd name="connsiteY581" fmla="*/ 600343 h 1708593"/>
              <a:gd name="connsiteX582" fmla="*/ 1509200 w 1720794"/>
              <a:gd name="connsiteY582" fmla="*/ 600622 h 1708593"/>
              <a:gd name="connsiteX583" fmla="*/ 1600457 w 1720794"/>
              <a:gd name="connsiteY583" fmla="*/ 647348 h 1708593"/>
              <a:gd name="connsiteX584" fmla="*/ 1672675 w 1720794"/>
              <a:gd name="connsiteY584" fmla="*/ 688820 h 1708593"/>
              <a:gd name="connsiteX585" fmla="*/ 1687656 w 1720794"/>
              <a:gd name="connsiteY585" fmla="*/ 689712 h 1708593"/>
              <a:gd name="connsiteX586" fmla="*/ 1702991 w 1720794"/>
              <a:gd name="connsiteY586" fmla="*/ 688796 h 1708593"/>
              <a:gd name="connsiteX587" fmla="*/ 1720794 w 1720794"/>
              <a:gd name="connsiteY587" fmla="*/ 682326 h 1708593"/>
              <a:gd name="connsiteX588" fmla="*/ 1720794 w 1720794"/>
              <a:gd name="connsiteY588" fmla="*/ 702976 h 1708593"/>
              <a:gd name="connsiteX589" fmla="*/ 1696936 w 1720794"/>
              <a:gd name="connsiteY589" fmla="*/ 707416 h 1708593"/>
              <a:gd name="connsiteX590" fmla="*/ 1687656 w 1720794"/>
              <a:gd name="connsiteY590" fmla="*/ 707701 h 1708593"/>
              <a:gd name="connsiteX591" fmla="*/ 1678456 w 1720794"/>
              <a:gd name="connsiteY591" fmla="*/ 707416 h 1708593"/>
              <a:gd name="connsiteX592" fmla="*/ 1588259 w 1720794"/>
              <a:gd name="connsiteY592" fmla="*/ 660115 h 1708593"/>
              <a:gd name="connsiteX593" fmla="*/ 1515254 w 1720794"/>
              <a:gd name="connsiteY593" fmla="*/ 618668 h 1708593"/>
              <a:gd name="connsiteX594" fmla="*/ 1499902 w 1720794"/>
              <a:gd name="connsiteY594" fmla="*/ 617752 h 1708593"/>
              <a:gd name="connsiteX595" fmla="*/ 1484938 w 1720794"/>
              <a:gd name="connsiteY595" fmla="*/ 618668 h 1708593"/>
              <a:gd name="connsiteX596" fmla="*/ 1412811 w 1720794"/>
              <a:gd name="connsiteY596" fmla="*/ 660115 h 1708593"/>
              <a:gd name="connsiteX597" fmla="*/ 1312377 w 1720794"/>
              <a:gd name="connsiteY597" fmla="*/ 707701 h 1708593"/>
              <a:gd name="connsiteX598" fmla="*/ 1213103 w 1720794"/>
              <a:gd name="connsiteY598" fmla="*/ 660115 h 1708593"/>
              <a:gd name="connsiteX599" fmla="*/ 1140203 w 1720794"/>
              <a:gd name="connsiteY599" fmla="*/ 618668 h 1708593"/>
              <a:gd name="connsiteX600" fmla="*/ 1124860 w 1720794"/>
              <a:gd name="connsiteY600" fmla="*/ 617752 h 1708593"/>
              <a:gd name="connsiteX601" fmla="*/ 1109907 w 1720794"/>
              <a:gd name="connsiteY601" fmla="*/ 618668 h 1708593"/>
              <a:gd name="connsiteX602" fmla="*/ 1037780 w 1720794"/>
              <a:gd name="connsiteY602" fmla="*/ 660115 h 1708593"/>
              <a:gd name="connsiteX603" fmla="*/ 937343 w 1720794"/>
              <a:gd name="connsiteY603" fmla="*/ 707701 h 1708593"/>
              <a:gd name="connsiteX604" fmla="*/ 837942 w 1720794"/>
              <a:gd name="connsiteY604" fmla="*/ 660115 h 1708593"/>
              <a:gd name="connsiteX605" fmla="*/ 764952 w 1720794"/>
              <a:gd name="connsiteY605" fmla="*/ 618668 h 1708593"/>
              <a:gd name="connsiteX606" fmla="*/ 749586 w 1720794"/>
              <a:gd name="connsiteY606" fmla="*/ 617752 h 1708593"/>
              <a:gd name="connsiteX607" fmla="*/ 734638 w 1720794"/>
              <a:gd name="connsiteY607" fmla="*/ 618668 h 1708593"/>
              <a:gd name="connsiteX608" fmla="*/ 662511 w 1720794"/>
              <a:gd name="connsiteY608" fmla="*/ 660115 h 1708593"/>
              <a:gd name="connsiteX609" fmla="*/ 562069 w 1720794"/>
              <a:gd name="connsiteY609" fmla="*/ 707701 h 1708593"/>
              <a:gd name="connsiteX610" fmla="*/ 462743 w 1720794"/>
              <a:gd name="connsiteY610" fmla="*/ 660115 h 1708593"/>
              <a:gd name="connsiteX611" fmla="*/ 375034 w 1720794"/>
              <a:gd name="connsiteY611" fmla="*/ 617752 h 1708593"/>
              <a:gd name="connsiteX612" fmla="*/ 287371 w 1720794"/>
              <a:gd name="connsiteY612" fmla="*/ 660115 h 1708593"/>
              <a:gd name="connsiteX613" fmla="*/ 187517 w 1720794"/>
              <a:gd name="connsiteY613" fmla="*/ 707701 h 1708593"/>
              <a:gd name="connsiteX614" fmla="*/ 87663 w 1720794"/>
              <a:gd name="connsiteY614" fmla="*/ 660115 h 1708593"/>
              <a:gd name="connsiteX615" fmla="*/ 0 w 1720794"/>
              <a:gd name="connsiteY615" fmla="*/ 617752 h 1708593"/>
              <a:gd name="connsiteX616" fmla="*/ 0 w 1720794"/>
              <a:gd name="connsiteY616" fmla="*/ 500446 h 1708593"/>
              <a:gd name="connsiteX617" fmla="*/ 99855 w 1720794"/>
              <a:gd name="connsiteY617" fmla="*/ 548032 h 1708593"/>
              <a:gd name="connsiteX618" fmla="*/ 187517 w 1720794"/>
              <a:gd name="connsiteY618" fmla="*/ 590395 h 1708593"/>
              <a:gd name="connsiteX619" fmla="*/ 275179 w 1720794"/>
              <a:gd name="connsiteY619" fmla="*/ 548032 h 1708593"/>
              <a:gd name="connsiteX620" fmla="*/ 375034 w 1720794"/>
              <a:gd name="connsiteY620" fmla="*/ 500446 h 1708593"/>
              <a:gd name="connsiteX621" fmla="*/ 474941 w 1720794"/>
              <a:gd name="connsiteY621" fmla="*/ 548032 h 1708593"/>
              <a:gd name="connsiteX622" fmla="*/ 562069 w 1720794"/>
              <a:gd name="connsiteY622" fmla="*/ 590395 h 1708593"/>
              <a:gd name="connsiteX623" fmla="*/ 650315 w 1720794"/>
              <a:gd name="connsiteY623" fmla="*/ 548032 h 1708593"/>
              <a:gd name="connsiteX624" fmla="*/ 740506 w 1720794"/>
              <a:gd name="connsiteY624" fmla="*/ 500732 h 1708593"/>
              <a:gd name="connsiteX625" fmla="*/ 749586 w 1720794"/>
              <a:gd name="connsiteY625" fmla="*/ 500446 h 1708593"/>
              <a:gd name="connsiteX626" fmla="*/ 758889 w 1720794"/>
              <a:gd name="connsiteY626" fmla="*/ 500732 h 1708593"/>
              <a:gd name="connsiteX627" fmla="*/ 850154 w 1720794"/>
              <a:gd name="connsiteY627" fmla="*/ 548032 h 1708593"/>
              <a:gd name="connsiteX628" fmla="*/ 937343 w 1720794"/>
              <a:gd name="connsiteY628" fmla="*/ 590395 h 1708593"/>
              <a:gd name="connsiteX629" fmla="*/ 1025586 w 1720794"/>
              <a:gd name="connsiteY629" fmla="*/ 548032 h 1708593"/>
              <a:gd name="connsiteX630" fmla="*/ 1115684 w 1720794"/>
              <a:gd name="connsiteY630" fmla="*/ 500732 h 1708593"/>
              <a:gd name="connsiteX631" fmla="*/ 1124860 w 1720794"/>
              <a:gd name="connsiteY631" fmla="*/ 500446 h 1708593"/>
              <a:gd name="connsiteX632" fmla="*/ 1134151 w 1720794"/>
              <a:gd name="connsiteY632" fmla="*/ 500732 h 1708593"/>
              <a:gd name="connsiteX633" fmla="*/ 1225295 w 1720794"/>
              <a:gd name="connsiteY633" fmla="*/ 548032 h 1708593"/>
              <a:gd name="connsiteX634" fmla="*/ 1312377 w 1720794"/>
              <a:gd name="connsiteY634" fmla="*/ 590395 h 1708593"/>
              <a:gd name="connsiteX635" fmla="*/ 1400620 w 1720794"/>
              <a:gd name="connsiteY635" fmla="*/ 548032 h 1708593"/>
              <a:gd name="connsiteX636" fmla="*/ 1490715 w 1720794"/>
              <a:gd name="connsiteY636" fmla="*/ 500732 h 1708593"/>
              <a:gd name="connsiteX637" fmla="*/ 1499902 w 1720794"/>
              <a:gd name="connsiteY637" fmla="*/ 500446 h 1708593"/>
              <a:gd name="connsiteX638" fmla="*/ 1509200 w 1720794"/>
              <a:gd name="connsiteY638" fmla="*/ 500732 h 1708593"/>
              <a:gd name="connsiteX639" fmla="*/ 1600457 w 1720794"/>
              <a:gd name="connsiteY639" fmla="*/ 548032 h 1708593"/>
              <a:gd name="connsiteX640" fmla="*/ 1672675 w 1720794"/>
              <a:gd name="connsiteY640" fmla="*/ 589480 h 1708593"/>
              <a:gd name="connsiteX641" fmla="*/ 1687656 w 1720794"/>
              <a:gd name="connsiteY641" fmla="*/ 590395 h 1708593"/>
              <a:gd name="connsiteX642" fmla="*/ 1702991 w 1720794"/>
              <a:gd name="connsiteY642" fmla="*/ 589480 h 1708593"/>
              <a:gd name="connsiteX643" fmla="*/ 1720794 w 1720794"/>
              <a:gd name="connsiteY643" fmla="*/ 583010 h 1708593"/>
              <a:gd name="connsiteX644" fmla="*/ 1720794 w 1720794"/>
              <a:gd name="connsiteY644" fmla="*/ 600273 h 1708593"/>
              <a:gd name="connsiteX645" fmla="*/ 1696936 w 1720794"/>
              <a:gd name="connsiteY645" fmla="*/ 607526 h 1708593"/>
              <a:gd name="connsiteX646" fmla="*/ 1687656 w 1720794"/>
              <a:gd name="connsiteY646" fmla="*/ 607805 h 1708593"/>
              <a:gd name="connsiteX647" fmla="*/ 1678456 w 1720794"/>
              <a:gd name="connsiteY647" fmla="*/ 607526 h 1708593"/>
              <a:gd name="connsiteX648" fmla="*/ 1588259 w 1720794"/>
              <a:gd name="connsiteY648" fmla="*/ 560799 h 1708593"/>
              <a:gd name="connsiteX649" fmla="*/ 1515254 w 1720794"/>
              <a:gd name="connsiteY649" fmla="*/ 519352 h 1708593"/>
              <a:gd name="connsiteX650" fmla="*/ 1499902 w 1720794"/>
              <a:gd name="connsiteY650" fmla="*/ 518436 h 1708593"/>
              <a:gd name="connsiteX651" fmla="*/ 1484938 w 1720794"/>
              <a:gd name="connsiteY651" fmla="*/ 519352 h 1708593"/>
              <a:gd name="connsiteX652" fmla="*/ 1412811 w 1720794"/>
              <a:gd name="connsiteY652" fmla="*/ 560799 h 1708593"/>
              <a:gd name="connsiteX653" fmla="*/ 1312377 w 1720794"/>
              <a:gd name="connsiteY653" fmla="*/ 607805 h 1708593"/>
              <a:gd name="connsiteX654" fmla="*/ 1213103 w 1720794"/>
              <a:gd name="connsiteY654" fmla="*/ 560799 h 1708593"/>
              <a:gd name="connsiteX655" fmla="*/ 1140203 w 1720794"/>
              <a:gd name="connsiteY655" fmla="*/ 519352 h 1708593"/>
              <a:gd name="connsiteX656" fmla="*/ 1124860 w 1720794"/>
              <a:gd name="connsiteY656" fmla="*/ 518436 h 1708593"/>
              <a:gd name="connsiteX657" fmla="*/ 1109907 w 1720794"/>
              <a:gd name="connsiteY657" fmla="*/ 519352 h 1708593"/>
              <a:gd name="connsiteX658" fmla="*/ 1037780 w 1720794"/>
              <a:gd name="connsiteY658" fmla="*/ 560799 h 1708593"/>
              <a:gd name="connsiteX659" fmla="*/ 937343 w 1720794"/>
              <a:gd name="connsiteY659" fmla="*/ 607805 h 1708593"/>
              <a:gd name="connsiteX660" fmla="*/ 837942 w 1720794"/>
              <a:gd name="connsiteY660" fmla="*/ 560799 h 1708593"/>
              <a:gd name="connsiteX661" fmla="*/ 764952 w 1720794"/>
              <a:gd name="connsiteY661" fmla="*/ 519352 h 1708593"/>
              <a:gd name="connsiteX662" fmla="*/ 749586 w 1720794"/>
              <a:gd name="connsiteY662" fmla="*/ 518436 h 1708593"/>
              <a:gd name="connsiteX663" fmla="*/ 734638 w 1720794"/>
              <a:gd name="connsiteY663" fmla="*/ 519352 h 1708593"/>
              <a:gd name="connsiteX664" fmla="*/ 662511 w 1720794"/>
              <a:gd name="connsiteY664" fmla="*/ 560799 h 1708593"/>
              <a:gd name="connsiteX665" fmla="*/ 562069 w 1720794"/>
              <a:gd name="connsiteY665" fmla="*/ 607805 h 1708593"/>
              <a:gd name="connsiteX666" fmla="*/ 462743 w 1720794"/>
              <a:gd name="connsiteY666" fmla="*/ 560799 h 1708593"/>
              <a:gd name="connsiteX667" fmla="*/ 375034 w 1720794"/>
              <a:gd name="connsiteY667" fmla="*/ 518436 h 1708593"/>
              <a:gd name="connsiteX668" fmla="*/ 287371 w 1720794"/>
              <a:gd name="connsiteY668" fmla="*/ 560799 h 1708593"/>
              <a:gd name="connsiteX669" fmla="*/ 187517 w 1720794"/>
              <a:gd name="connsiteY669" fmla="*/ 607805 h 1708593"/>
              <a:gd name="connsiteX670" fmla="*/ 87663 w 1720794"/>
              <a:gd name="connsiteY670" fmla="*/ 560799 h 1708593"/>
              <a:gd name="connsiteX671" fmla="*/ 0 w 1720794"/>
              <a:gd name="connsiteY671" fmla="*/ 518436 h 1708593"/>
              <a:gd name="connsiteX672" fmla="*/ 0 w 1720794"/>
              <a:gd name="connsiteY672" fmla="*/ 399827 h 1708593"/>
              <a:gd name="connsiteX673" fmla="*/ 99855 w 1720794"/>
              <a:gd name="connsiteY673" fmla="*/ 447520 h 1708593"/>
              <a:gd name="connsiteX674" fmla="*/ 187517 w 1720794"/>
              <a:gd name="connsiteY674" fmla="*/ 489978 h 1708593"/>
              <a:gd name="connsiteX675" fmla="*/ 275179 w 1720794"/>
              <a:gd name="connsiteY675" fmla="*/ 447520 h 1708593"/>
              <a:gd name="connsiteX676" fmla="*/ 375034 w 1720794"/>
              <a:gd name="connsiteY676" fmla="*/ 399827 h 1708593"/>
              <a:gd name="connsiteX677" fmla="*/ 474941 w 1720794"/>
              <a:gd name="connsiteY677" fmla="*/ 447520 h 1708593"/>
              <a:gd name="connsiteX678" fmla="*/ 562069 w 1720794"/>
              <a:gd name="connsiteY678" fmla="*/ 489978 h 1708593"/>
              <a:gd name="connsiteX679" fmla="*/ 650315 w 1720794"/>
              <a:gd name="connsiteY679" fmla="*/ 447520 h 1708593"/>
              <a:gd name="connsiteX680" fmla="*/ 740506 w 1720794"/>
              <a:gd name="connsiteY680" fmla="*/ 400114 h 1708593"/>
              <a:gd name="connsiteX681" fmla="*/ 749586 w 1720794"/>
              <a:gd name="connsiteY681" fmla="*/ 399827 h 1708593"/>
              <a:gd name="connsiteX682" fmla="*/ 758889 w 1720794"/>
              <a:gd name="connsiteY682" fmla="*/ 400114 h 1708593"/>
              <a:gd name="connsiteX683" fmla="*/ 850154 w 1720794"/>
              <a:gd name="connsiteY683" fmla="*/ 447520 h 1708593"/>
              <a:gd name="connsiteX684" fmla="*/ 937343 w 1720794"/>
              <a:gd name="connsiteY684" fmla="*/ 489978 h 1708593"/>
              <a:gd name="connsiteX685" fmla="*/ 1025586 w 1720794"/>
              <a:gd name="connsiteY685" fmla="*/ 447520 h 1708593"/>
              <a:gd name="connsiteX686" fmla="*/ 1115684 w 1720794"/>
              <a:gd name="connsiteY686" fmla="*/ 400114 h 1708593"/>
              <a:gd name="connsiteX687" fmla="*/ 1124860 w 1720794"/>
              <a:gd name="connsiteY687" fmla="*/ 399827 h 1708593"/>
              <a:gd name="connsiteX688" fmla="*/ 1134151 w 1720794"/>
              <a:gd name="connsiteY688" fmla="*/ 400114 h 1708593"/>
              <a:gd name="connsiteX689" fmla="*/ 1225295 w 1720794"/>
              <a:gd name="connsiteY689" fmla="*/ 447520 h 1708593"/>
              <a:gd name="connsiteX690" fmla="*/ 1312377 w 1720794"/>
              <a:gd name="connsiteY690" fmla="*/ 489978 h 1708593"/>
              <a:gd name="connsiteX691" fmla="*/ 1400620 w 1720794"/>
              <a:gd name="connsiteY691" fmla="*/ 447520 h 1708593"/>
              <a:gd name="connsiteX692" fmla="*/ 1490715 w 1720794"/>
              <a:gd name="connsiteY692" fmla="*/ 400114 h 1708593"/>
              <a:gd name="connsiteX693" fmla="*/ 1499902 w 1720794"/>
              <a:gd name="connsiteY693" fmla="*/ 399827 h 1708593"/>
              <a:gd name="connsiteX694" fmla="*/ 1509200 w 1720794"/>
              <a:gd name="connsiteY694" fmla="*/ 400114 h 1708593"/>
              <a:gd name="connsiteX695" fmla="*/ 1600457 w 1720794"/>
              <a:gd name="connsiteY695" fmla="*/ 447520 h 1708593"/>
              <a:gd name="connsiteX696" fmla="*/ 1672675 w 1720794"/>
              <a:gd name="connsiteY696" fmla="*/ 489060 h 1708593"/>
              <a:gd name="connsiteX697" fmla="*/ 1687656 w 1720794"/>
              <a:gd name="connsiteY697" fmla="*/ 489978 h 1708593"/>
              <a:gd name="connsiteX698" fmla="*/ 1702991 w 1720794"/>
              <a:gd name="connsiteY698" fmla="*/ 489060 h 1708593"/>
              <a:gd name="connsiteX699" fmla="*/ 1720794 w 1720794"/>
              <a:gd name="connsiteY699" fmla="*/ 482576 h 1708593"/>
              <a:gd name="connsiteX700" fmla="*/ 1720794 w 1720794"/>
              <a:gd name="connsiteY700" fmla="*/ 502790 h 1708593"/>
              <a:gd name="connsiteX701" fmla="*/ 1696936 w 1720794"/>
              <a:gd name="connsiteY701" fmla="*/ 507147 h 1708593"/>
              <a:gd name="connsiteX702" fmla="*/ 1687656 w 1720794"/>
              <a:gd name="connsiteY702" fmla="*/ 507427 h 1708593"/>
              <a:gd name="connsiteX703" fmla="*/ 1678456 w 1720794"/>
              <a:gd name="connsiteY703" fmla="*/ 507147 h 1708593"/>
              <a:gd name="connsiteX704" fmla="*/ 1588259 w 1720794"/>
              <a:gd name="connsiteY704" fmla="*/ 460316 h 1708593"/>
              <a:gd name="connsiteX705" fmla="*/ 1515254 w 1720794"/>
              <a:gd name="connsiteY705" fmla="*/ 418775 h 1708593"/>
              <a:gd name="connsiteX706" fmla="*/ 1499902 w 1720794"/>
              <a:gd name="connsiteY706" fmla="*/ 417857 h 1708593"/>
              <a:gd name="connsiteX707" fmla="*/ 1484938 w 1720794"/>
              <a:gd name="connsiteY707" fmla="*/ 418752 h 1708593"/>
              <a:gd name="connsiteX708" fmla="*/ 1412811 w 1720794"/>
              <a:gd name="connsiteY708" fmla="*/ 460316 h 1708593"/>
              <a:gd name="connsiteX709" fmla="*/ 1312377 w 1720794"/>
              <a:gd name="connsiteY709" fmla="*/ 507427 h 1708593"/>
              <a:gd name="connsiteX710" fmla="*/ 1213103 w 1720794"/>
              <a:gd name="connsiteY710" fmla="*/ 460316 h 1708593"/>
              <a:gd name="connsiteX711" fmla="*/ 1140203 w 1720794"/>
              <a:gd name="connsiteY711" fmla="*/ 418775 h 1708593"/>
              <a:gd name="connsiteX712" fmla="*/ 1124860 w 1720794"/>
              <a:gd name="connsiteY712" fmla="*/ 417857 h 1708593"/>
              <a:gd name="connsiteX713" fmla="*/ 1109907 w 1720794"/>
              <a:gd name="connsiteY713" fmla="*/ 418752 h 1708593"/>
              <a:gd name="connsiteX714" fmla="*/ 1037780 w 1720794"/>
              <a:gd name="connsiteY714" fmla="*/ 460316 h 1708593"/>
              <a:gd name="connsiteX715" fmla="*/ 937343 w 1720794"/>
              <a:gd name="connsiteY715" fmla="*/ 507427 h 1708593"/>
              <a:gd name="connsiteX716" fmla="*/ 837942 w 1720794"/>
              <a:gd name="connsiteY716" fmla="*/ 460316 h 1708593"/>
              <a:gd name="connsiteX717" fmla="*/ 764952 w 1720794"/>
              <a:gd name="connsiteY717" fmla="*/ 418775 h 1708593"/>
              <a:gd name="connsiteX718" fmla="*/ 749586 w 1720794"/>
              <a:gd name="connsiteY718" fmla="*/ 417857 h 1708593"/>
              <a:gd name="connsiteX719" fmla="*/ 734638 w 1720794"/>
              <a:gd name="connsiteY719" fmla="*/ 418752 h 1708593"/>
              <a:gd name="connsiteX720" fmla="*/ 662511 w 1720794"/>
              <a:gd name="connsiteY720" fmla="*/ 460316 h 1708593"/>
              <a:gd name="connsiteX721" fmla="*/ 562069 w 1720794"/>
              <a:gd name="connsiteY721" fmla="*/ 507427 h 1708593"/>
              <a:gd name="connsiteX722" fmla="*/ 462743 w 1720794"/>
              <a:gd name="connsiteY722" fmla="*/ 460316 h 1708593"/>
              <a:gd name="connsiteX723" fmla="*/ 375034 w 1720794"/>
              <a:gd name="connsiteY723" fmla="*/ 417857 h 1708593"/>
              <a:gd name="connsiteX724" fmla="*/ 287371 w 1720794"/>
              <a:gd name="connsiteY724" fmla="*/ 460316 h 1708593"/>
              <a:gd name="connsiteX725" fmla="*/ 187517 w 1720794"/>
              <a:gd name="connsiteY725" fmla="*/ 507427 h 1708593"/>
              <a:gd name="connsiteX726" fmla="*/ 87663 w 1720794"/>
              <a:gd name="connsiteY726" fmla="*/ 460316 h 1708593"/>
              <a:gd name="connsiteX727" fmla="*/ 0 w 1720794"/>
              <a:gd name="connsiteY727" fmla="*/ 417857 h 1708593"/>
              <a:gd name="connsiteX728" fmla="*/ 0 w 1720794"/>
              <a:gd name="connsiteY728" fmla="*/ 299931 h 1708593"/>
              <a:gd name="connsiteX729" fmla="*/ 99855 w 1720794"/>
              <a:gd name="connsiteY729" fmla="*/ 347579 h 1708593"/>
              <a:gd name="connsiteX730" fmla="*/ 187517 w 1720794"/>
              <a:gd name="connsiteY730" fmla="*/ 389998 h 1708593"/>
              <a:gd name="connsiteX731" fmla="*/ 275179 w 1720794"/>
              <a:gd name="connsiteY731" fmla="*/ 347579 h 1708593"/>
              <a:gd name="connsiteX732" fmla="*/ 375034 w 1720794"/>
              <a:gd name="connsiteY732" fmla="*/ 299931 h 1708593"/>
              <a:gd name="connsiteX733" fmla="*/ 474941 w 1720794"/>
              <a:gd name="connsiteY733" fmla="*/ 347579 h 1708593"/>
              <a:gd name="connsiteX734" fmla="*/ 562069 w 1720794"/>
              <a:gd name="connsiteY734" fmla="*/ 389998 h 1708593"/>
              <a:gd name="connsiteX735" fmla="*/ 650315 w 1720794"/>
              <a:gd name="connsiteY735" fmla="*/ 347579 h 1708593"/>
              <a:gd name="connsiteX736" fmla="*/ 740506 w 1720794"/>
              <a:gd name="connsiteY736" fmla="*/ 300217 h 1708593"/>
              <a:gd name="connsiteX737" fmla="*/ 749586 w 1720794"/>
              <a:gd name="connsiteY737" fmla="*/ 299931 h 1708593"/>
              <a:gd name="connsiteX738" fmla="*/ 758889 w 1720794"/>
              <a:gd name="connsiteY738" fmla="*/ 300217 h 1708593"/>
              <a:gd name="connsiteX739" fmla="*/ 850154 w 1720794"/>
              <a:gd name="connsiteY739" fmla="*/ 347579 h 1708593"/>
              <a:gd name="connsiteX740" fmla="*/ 937343 w 1720794"/>
              <a:gd name="connsiteY740" fmla="*/ 389998 h 1708593"/>
              <a:gd name="connsiteX741" fmla="*/ 1025586 w 1720794"/>
              <a:gd name="connsiteY741" fmla="*/ 347579 h 1708593"/>
              <a:gd name="connsiteX742" fmla="*/ 1115684 w 1720794"/>
              <a:gd name="connsiteY742" fmla="*/ 300217 h 1708593"/>
              <a:gd name="connsiteX743" fmla="*/ 1124860 w 1720794"/>
              <a:gd name="connsiteY743" fmla="*/ 299931 h 1708593"/>
              <a:gd name="connsiteX744" fmla="*/ 1134151 w 1720794"/>
              <a:gd name="connsiteY744" fmla="*/ 300217 h 1708593"/>
              <a:gd name="connsiteX745" fmla="*/ 1225295 w 1720794"/>
              <a:gd name="connsiteY745" fmla="*/ 347579 h 1708593"/>
              <a:gd name="connsiteX746" fmla="*/ 1312377 w 1720794"/>
              <a:gd name="connsiteY746" fmla="*/ 389998 h 1708593"/>
              <a:gd name="connsiteX747" fmla="*/ 1400620 w 1720794"/>
              <a:gd name="connsiteY747" fmla="*/ 347579 h 1708593"/>
              <a:gd name="connsiteX748" fmla="*/ 1490715 w 1720794"/>
              <a:gd name="connsiteY748" fmla="*/ 300217 h 1708593"/>
              <a:gd name="connsiteX749" fmla="*/ 1499902 w 1720794"/>
              <a:gd name="connsiteY749" fmla="*/ 299931 h 1708593"/>
              <a:gd name="connsiteX750" fmla="*/ 1509200 w 1720794"/>
              <a:gd name="connsiteY750" fmla="*/ 300217 h 1708593"/>
              <a:gd name="connsiteX751" fmla="*/ 1600457 w 1720794"/>
              <a:gd name="connsiteY751" fmla="*/ 347579 h 1708593"/>
              <a:gd name="connsiteX752" fmla="*/ 1672675 w 1720794"/>
              <a:gd name="connsiteY752" fmla="*/ 389081 h 1708593"/>
              <a:gd name="connsiteX753" fmla="*/ 1687656 w 1720794"/>
              <a:gd name="connsiteY753" fmla="*/ 389998 h 1708593"/>
              <a:gd name="connsiteX754" fmla="*/ 1702991 w 1720794"/>
              <a:gd name="connsiteY754" fmla="*/ 389081 h 1708593"/>
              <a:gd name="connsiteX755" fmla="*/ 1720794 w 1720794"/>
              <a:gd name="connsiteY755" fmla="*/ 382603 h 1708593"/>
              <a:gd name="connsiteX756" fmla="*/ 1720794 w 1720794"/>
              <a:gd name="connsiteY756" fmla="*/ 403280 h 1708593"/>
              <a:gd name="connsiteX757" fmla="*/ 1696936 w 1720794"/>
              <a:gd name="connsiteY757" fmla="*/ 407725 h 1708593"/>
              <a:gd name="connsiteX758" fmla="*/ 1687656 w 1720794"/>
              <a:gd name="connsiteY758" fmla="*/ 408011 h 1708593"/>
              <a:gd name="connsiteX759" fmla="*/ 1678456 w 1720794"/>
              <a:gd name="connsiteY759" fmla="*/ 407725 h 1708593"/>
              <a:gd name="connsiteX760" fmla="*/ 1588259 w 1720794"/>
              <a:gd name="connsiteY760" fmla="*/ 360363 h 1708593"/>
              <a:gd name="connsiteX761" fmla="*/ 1515254 w 1720794"/>
              <a:gd name="connsiteY761" fmla="*/ 318861 h 1708593"/>
              <a:gd name="connsiteX762" fmla="*/ 1499902 w 1720794"/>
              <a:gd name="connsiteY762" fmla="*/ 317944 h 1708593"/>
              <a:gd name="connsiteX763" fmla="*/ 1484938 w 1720794"/>
              <a:gd name="connsiteY763" fmla="*/ 318861 h 1708593"/>
              <a:gd name="connsiteX764" fmla="*/ 1412811 w 1720794"/>
              <a:gd name="connsiteY764" fmla="*/ 360363 h 1708593"/>
              <a:gd name="connsiteX765" fmla="*/ 1312377 w 1720794"/>
              <a:gd name="connsiteY765" fmla="*/ 408011 h 1708593"/>
              <a:gd name="connsiteX766" fmla="*/ 1213103 w 1720794"/>
              <a:gd name="connsiteY766" fmla="*/ 360363 h 1708593"/>
              <a:gd name="connsiteX767" fmla="*/ 1140203 w 1720794"/>
              <a:gd name="connsiteY767" fmla="*/ 318861 h 1708593"/>
              <a:gd name="connsiteX768" fmla="*/ 1124860 w 1720794"/>
              <a:gd name="connsiteY768" fmla="*/ 317944 h 1708593"/>
              <a:gd name="connsiteX769" fmla="*/ 1109907 w 1720794"/>
              <a:gd name="connsiteY769" fmla="*/ 318861 h 1708593"/>
              <a:gd name="connsiteX770" fmla="*/ 1037780 w 1720794"/>
              <a:gd name="connsiteY770" fmla="*/ 360363 h 1708593"/>
              <a:gd name="connsiteX771" fmla="*/ 937343 w 1720794"/>
              <a:gd name="connsiteY771" fmla="*/ 408011 h 1708593"/>
              <a:gd name="connsiteX772" fmla="*/ 837942 w 1720794"/>
              <a:gd name="connsiteY772" fmla="*/ 360363 h 1708593"/>
              <a:gd name="connsiteX773" fmla="*/ 764952 w 1720794"/>
              <a:gd name="connsiteY773" fmla="*/ 318861 h 1708593"/>
              <a:gd name="connsiteX774" fmla="*/ 749586 w 1720794"/>
              <a:gd name="connsiteY774" fmla="*/ 317944 h 1708593"/>
              <a:gd name="connsiteX775" fmla="*/ 734638 w 1720794"/>
              <a:gd name="connsiteY775" fmla="*/ 318861 h 1708593"/>
              <a:gd name="connsiteX776" fmla="*/ 662511 w 1720794"/>
              <a:gd name="connsiteY776" fmla="*/ 360363 h 1708593"/>
              <a:gd name="connsiteX777" fmla="*/ 562069 w 1720794"/>
              <a:gd name="connsiteY777" fmla="*/ 408011 h 1708593"/>
              <a:gd name="connsiteX778" fmla="*/ 462743 w 1720794"/>
              <a:gd name="connsiteY778" fmla="*/ 360363 h 1708593"/>
              <a:gd name="connsiteX779" fmla="*/ 375034 w 1720794"/>
              <a:gd name="connsiteY779" fmla="*/ 317944 h 1708593"/>
              <a:gd name="connsiteX780" fmla="*/ 287371 w 1720794"/>
              <a:gd name="connsiteY780" fmla="*/ 360363 h 1708593"/>
              <a:gd name="connsiteX781" fmla="*/ 187517 w 1720794"/>
              <a:gd name="connsiteY781" fmla="*/ 408011 h 1708593"/>
              <a:gd name="connsiteX782" fmla="*/ 87663 w 1720794"/>
              <a:gd name="connsiteY782" fmla="*/ 360363 h 1708593"/>
              <a:gd name="connsiteX783" fmla="*/ 0 w 1720794"/>
              <a:gd name="connsiteY783" fmla="*/ 317944 h 1708593"/>
              <a:gd name="connsiteX784" fmla="*/ 0 w 1720794"/>
              <a:gd name="connsiteY784" fmla="*/ 200515 h 1708593"/>
              <a:gd name="connsiteX785" fmla="*/ 99855 w 1720794"/>
              <a:gd name="connsiteY785" fmla="*/ 247521 h 1708593"/>
              <a:gd name="connsiteX786" fmla="*/ 187517 w 1720794"/>
              <a:gd name="connsiteY786" fmla="*/ 289884 h 1708593"/>
              <a:gd name="connsiteX787" fmla="*/ 275179 w 1720794"/>
              <a:gd name="connsiteY787" fmla="*/ 247521 h 1708593"/>
              <a:gd name="connsiteX788" fmla="*/ 375034 w 1720794"/>
              <a:gd name="connsiteY788" fmla="*/ 200515 h 1708593"/>
              <a:gd name="connsiteX789" fmla="*/ 474941 w 1720794"/>
              <a:gd name="connsiteY789" fmla="*/ 247521 h 1708593"/>
              <a:gd name="connsiteX790" fmla="*/ 562069 w 1720794"/>
              <a:gd name="connsiteY790" fmla="*/ 289884 h 1708593"/>
              <a:gd name="connsiteX791" fmla="*/ 650315 w 1720794"/>
              <a:gd name="connsiteY791" fmla="*/ 247521 h 1708593"/>
              <a:gd name="connsiteX792" fmla="*/ 740506 w 1720794"/>
              <a:gd name="connsiteY792" fmla="*/ 200801 h 1708593"/>
              <a:gd name="connsiteX793" fmla="*/ 749586 w 1720794"/>
              <a:gd name="connsiteY793" fmla="*/ 200515 h 1708593"/>
              <a:gd name="connsiteX794" fmla="*/ 758889 w 1720794"/>
              <a:gd name="connsiteY794" fmla="*/ 200801 h 1708593"/>
              <a:gd name="connsiteX795" fmla="*/ 850154 w 1720794"/>
              <a:gd name="connsiteY795" fmla="*/ 247521 h 1708593"/>
              <a:gd name="connsiteX796" fmla="*/ 937343 w 1720794"/>
              <a:gd name="connsiteY796" fmla="*/ 289884 h 1708593"/>
              <a:gd name="connsiteX797" fmla="*/ 1025586 w 1720794"/>
              <a:gd name="connsiteY797" fmla="*/ 247521 h 1708593"/>
              <a:gd name="connsiteX798" fmla="*/ 1115684 w 1720794"/>
              <a:gd name="connsiteY798" fmla="*/ 200801 h 1708593"/>
              <a:gd name="connsiteX799" fmla="*/ 1124860 w 1720794"/>
              <a:gd name="connsiteY799" fmla="*/ 200515 h 1708593"/>
              <a:gd name="connsiteX800" fmla="*/ 1134151 w 1720794"/>
              <a:gd name="connsiteY800" fmla="*/ 200801 h 1708593"/>
              <a:gd name="connsiteX801" fmla="*/ 1225295 w 1720794"/>
              <a:gd name="connsiteY801" fmla="*/ 247521 h 1708593"/>
              <a:gd name="connsiteX802" fmla="*/ 1312377 w 1720794"/>
              <a:gd name="connsiteY802" fmla="*/ 289884 h 1708593"/>
              <a:gd name="connsiteX803" fmla="*/ 1400620 w 1720794"/>
              <a:gd name="connsiteY803" fmla="*/ 247521 h 1708593"/>
              <a:gd name="connsiteX804" fmla="*/ 1490715 w 1720794"/>
              <a:gd name="connsiteY804" fmla="*/ 200801 h 1708593"/>
              <a:gd name="connsiteX805" fmla="*/ 1499902 w 1720794"/>
              <a:gd name="connsiteY805" fmla="*/ 200515 h 1708593"/>
              <a:gd name="connsiteX806" fmla="*/ 1509200 w 1720794"/>
              <a:gd name="connsiteY806" fmla="*/ 200801 h 1708593"/>
              <a:gd name="connsiteX807" fmla="*/ 1600457 w 1720794"/>
              <a:gd name="connsiteY807" fmla="*/ 247521 h 1708593"/>
              <a:gd name="connsiteX808" fmla="*/ 1672675 w 1720794"/>
              <a:gd name="connsiteY808" fmla="*/ 288992 h 1708593"/>
              <a:gd name="connsiteX809" fmla="*/ 1687656 w 1720794"/>
              <a:gd name="connsiteY809" fmla="*/ 289884 h 1708593"/>
              <a:gd name="connsiteX810" fmla="*/ 1702991 w 1720794"/>
              <a:gd name="connsiteY810" fmla="*/ 288992 h 1708593"/>
              <a:gd name="connsiteX811" fmla="*/ 1720794 w 1720794"/>
              <a:gd name="connsiteY811" fmla="*/ 282616 h 1708593"/>
              <a:gd name="connsiteX812" fmla="*/ 1720794 w 1720794"/>
              <a:gd name="connsiteY812" fmla="*/ 300342 h 1708593"/>
              <a:gd name="connsiteX813" fmla="*/ 1696936 w 1720794"/>
              <a:gd name="connsiteY813" fmla="*/ 307595 h 1708593"/>
              <a:gd name="connsiteX814" fmla="*/ 1687656 w 1720794"/>
              <a:gd name="connsiteY814" fmla="*/ 307874 h 1708593"/>
              <a:gd name="connsiteX815" fmla="*/ 1678456 w 1720794"/>
              <a:gd name="connsiteY815" fmla="*/ 307595 h 1708593"/>
              <a:gd name="connsiteX816" fmla="*/ 1588259 w 1720794"/>
              <a:gd name="connsiteY816" fmla="*/ 260869 h 1708593"/>
              <a:gd name="connsiteX817" fmla="*/ 1515254 w 1720794"/>
              <a:gd name="connsiteY817" fmla="*/ 219397 h 1708593"/>
              <a:gd name="connsiteX818" fmla="*/ 1499902 w 1720794"/>
              <a:gd name="connsiteY818" fmla="*/ 218505 h 1708593"/>
              <a:gd name="connsiteX819" fmla="*/ 1484938 w 1720794"/>
              <a:gd name="connsiteY819" fmla="*/ 219397 h 1708593"/>
              <a:gd name="connsiteX820" fmla="*/ 1412811 w 1720794"/>
              <a:gd name="connsiteY820" fmla="*/ 260869 h 1708593"/>
              <a:gd name="connsiteX821" fmla="*/ 1312377 w 1720794"/>
              <a:gd name="connsiteY821" fmla="*/ 307874 h 1708593"/>
              <a:gd name="connsiteX822" fmla="*/ 1213103 w 1720794"/>
              <a:gd name="connsiteY822" fmla="*/ 260869 h 1708593"/>
              <a:gd name="connsiteX823" fmla="*/ 1140203 w 1720794"/>
              <a:gd name="connsiteY823" fmla="*/ 219397 h 1708593"/>
              <a:gd name="connsiteX824" fmla="*/ 1124860 w 1720794"/>
              <a:gd name="connsiteY824" fmla="*/ 218505 h 1708593"/>
              <a:gd name="connsiteX825" fmla="*/ 1109907 w 1720794"/>
              <a:gd name="connsiteY825" fmla="*/ 219397 h 1708593"/>
              <a:gd name="connsiteX826" fmla="*/ 1037780 w 1720794"/>
              <a:gd name="connsiteY826" fmla="*/ 260869 h 1708593"/>
              <a:gd name="connsiteX827" fmla="*/ 937343 w 1720794"/>
              <a:gd name="connsiteY827" fmla="*/ 307874 h 1708593"/>
              <a:gd name="connsiteX828" fmla="*/ 837942 w 1720794"/>
              <a:gd name="connsiteY828" fmla="*/ 260869 h 1708593"/>
              <a:gd name="connsiteX829" fmla="*/ 764952 w 1720794"/>
              <a:gd name="connsiteY829" fmla="*/ 219397 h 1708593"/>
              <a:gd name="connsiteX830" fmla="*/ 749586 w 1720794"/>
              <a:gd name="connsiteY830" fmla="*/ 218505 h 1708593"/>
              <a:gd name="connsiteX831" fmla="*/ 734638 w 1720794"/>
              <a:gd name="connsiteY831" fmla="*/ 219397 h 1708593"/>
              <a:gd name="connsiteX832" fmla="*/ 662511 w 1720794"/>
              <a:gd name="connsiteY832" fmla="*/ 260869 h 1708593"/>
              <a:gd name="connsiteX833" fmla="*/ 562069 w 1720794"/>
              <a:gd name="connsiteY833" fmla="*/ 307874 h 1708593"/>
              <a:gd name="connsiteX834" fmla="*/ 462743 w 1720794"/>
              <a:gd name="connsiteY834" fmla="*/ 260869 h 1708593"/>
              <a:gd name="connsiteX835" fmla="*/ 375034 w 1720794"/>
              <a:gd name="connsiteY835" fmla="*/ 218505 h 1708593"/>
              <a:gd name="connsiteX836" fmla="*/ 287371 w 1720794"/>
              <a:gd name="connsiteY836" fmla="*/ 260869 h 1708593"/>
              <a:gd name="connsiteX837" fmla="*/ 187517 w 1720794"/>
              <a:gd name="connsiteY837" fmla="*/ 307874 h 1708593"/>
              <a:gd name="connsiteX838" fmla="*/ 87663 w 1720794"/>
              <a:gd name="connsiteY838" fmla="*/ 260869 h 1708593"/>
              <a:gd name="connsiteX839" fmla="*/ 0 w 1720794"/>
              <a:gd name="connsiteY839" fmla="*/ 218505 h 1708593"/>
              <a:gd name="connsiteX840" fmla="*/ 0 w 1720794"/>
              <a:gd name="connsiteY840" fmla="*/ 99897 h 1708593"/>
              <a:gd name="connsiteX841" fmla="*/ 99855 w 1720794"/>
              <a:gd name="connsiteY841" fmla="*/ 147008 h 1708593"/>
              <a:gd name="connsiteX842" fmla="*/ 187517 w 1720794"/>
              <a:gd name="connsiteY842" fmla="*/ 189466 h 1708593"/>
              <a:gd name="connsiteX843" fmla="*/ 275179 w 1720794"/>
              <a:gd name="connsiteY843" fmla="*/ 147008 h 1708593"/>
              <a:gd name="connsiteX844" fmla="*/ 375034 w 1720794"/>
              <a:gd name="connsiteY844" fmla="*/ 99897 h 1708593"/>
              <a:gd name="connsiteX845" fmla="*/ 474941 w 1720794"/>
              <a:gd name="connsiteY845" fmla="*/ 147008 h 1708593"/>
              <a:gd name="connsiteX846" fmla="*/ 562069 w 1720794"/>
              <a:gd name="connsiteY846" fmla="*/ 189466 h 1708593"/>
              <a:gd name="connsiteX847" fmla="*/ 650315 w 1720794"/>
              <a:gd name="connsiteY847" fmla="*/ 147008 h 1708593"/>
              <a:gd name="connsiteX848" fmla="*/ 740506 w 1720794"/>
              <a:gd name="connsiteY848" fmla="*/ 100183 h 1708593"/>
              <a:gd name="connsiteX849" fmla="*/ 749586 w 1720794"/>
              <a:gd name="connsiteY849" fmla="*/ 99897 h 1708593"/>
              <a:gd name="connsiteX850" fmla="*/ 758889 w 1720794"/>
              <a:gd name="connsiteY850" fmla="*/ 100177 h 1708593"/>
              <a:gd name="connsiteX851" fmla="*/ 850154 w 1720794"/>
              <a:gd name="connsiteY851" fmla="*/ 147008 h 1708593"/>
              <a:gd name="connsiteX852" fmla="*/ 937343 w 1720794"/>
              <a:gd name="connsiteY852" fmla="*/ 189466 h 1708593"/>
              <a:gd name="connsiteX853" fmla="*/ 1025586 w 1720794"/>
              <a:gd name="connsiteY853" fmla="*/ 147008 h 1708593"/>
              <a:gd name="connsiteX854" fmla="*/ 1115684 w 1720794"/>
              <a:gd name="connsiteY854" fmla="*/ 100183 h 1708593"/>
              <a:gd name="connsiteX855" fmla="*/ 1124860 w 1720794"/>
              <a:gd name="connsiteY855" fmla="*/ 99897 h 1708593"/>
              <a:gd name="connsiteX856" fmla="*/ 1134151 w 1720794"/>
              <a:gd name="connsiteY856" fmla="*/ 100177 h 1708593"/>
              <a:gd name="connsiteX857" fmla="*/ 1225295 w 1720794"/>
              <a:gd name="connsiteY857" fmla="*/ 147008 h 1708593"/>
              <a:gd name="connsiteX858" fmla="*/ 1312377 w 1720794"/>
              <a:gd name="connsiteY858" fmla="*/ 189466 h 1708593"/>
              <a:gd name="connsiteX859" fmla="*/ 1400620 w 1720794"/>
              <a:gd name="connsiteY859" fmla="*/ 147008 h 1708593"/>
              <a:gd name="connsiteX860" fmla="*/ 1490715 w 1720794"/>
              <a:gd name="connsiteY860" fmla="*/ 100183 h 1708593"/>
              <a:gd name="connsiteX861" fmla="*/ 1499902 w 1720794"/>
              <a:gd name="connsiteY861" fmla="*/ 99897 h 1708593"/>
              <a:gd name="connsiteX862" fmla="*/ 1509200 w 1720794"/>
              <a:gd name="connsiteY862" fmla="*/ 100177 h 1708593"/>
              <a:gd name="connsiteX863" fmla="*/ 1600457 w 1720794"/>
              <a:gd name="connsiteY863" fmla="*/ 147008 h 1708593"/>
              <a:gd name="connsiteX864" fmla="*/ 1672675 w 1720794"/>
              <a:gd name="connsiteY864" fmla="*/ 188572 h 1708593"/>
              <a:gd name="connsiteX865" fmla="*/ 1687656 w 1720794"/>
              <a:gd name="connsiteY865" fmla="*/ 189466 h 1708593"/>
              <a:gd name="connsiteX866" fmla="*/ 1702991 w 1720794"/>
              <a:gd name="connsiteY866" fmla="*/ 188572 h 1708593"/>
              <a:gd name="connsiteX867" fmla="*/ 1720794 w 1720794"/>
              <a:gd name="connsiteY867" fmla="*/ 182181 h 1708593"/>
              <a:gd name="connsiteX868" fmla="*/ 1720794 w 1720794"/>
              <a:gd name="connsiteY868" fmla="*/ 202859 h 1708593"/>
              <a:gd name="connsiteX869" fmla="*/ 1696936 w 1720794"/>
              <a:gd name="connsiteY869" fmla="*/ 207216 h 1708593"/>
              <a:gd name="connsiteX870" fmla="*/ 1687656 w 1720794"/>
              <a:gd name="connsiteY870" fmla="*/ 207496 h 1708593"/>
              <a:gd name="connsiteX871" fmla="*/ 1678456 w 1720794"/>
              <a:gd name="connsiteY871" fmla="*/ 207216 h 1708593"/>
              <a:gd name="connsiteX872" fmla="*/ 1588259 w 1720794"/>
              <a:gd name="connsiteY872" fmla="*/ 160385 h 1708593"/>
              <a:gd name="connsiteX873" fmla="*/ 1515254 w 1720794"/>
              <a:gd name="connsiteY873" fmla="*/ 118821 h 1708593"/>
              <a:gd name="connsiteX874" fmla="*/ 1499902 w 1720794"/>
              <a:gd name="connsiteY874" fmla="*/ 117927 h 1708593"/>
              <a:gd name="connsiteX875" fmla="*/ 1484938 w 1720794"/>
              <a:gd name="connsiteY875" fmla="*/ 118821 h 1708593"/>
              <a:gd name="connsiteX876" fmla="*/ 1412811 w 1720794"/>
              <a:gd name="connsiteY876" fmla="*/ 160385 h 1708593"/>
              <a:gd name="connsiteX877" fmla="*/ 1312377 w 1720794"/>
              <a:gd name="connsiteY877" fmla="*/ 207496 h 1708593"/>
              <a:gd name="connsiteX878" fmla="*/ 1213103 w 1720794"/>
              <a:gd name="connsiteY878" fmla="*/ 160385 h 1708593"/>
              <a:gd name="connsiteX879" fmla="*/ 1140203 w 1720794"/>
              <a:gd name="connsiteY879" fmla="*/ 118821 h 1708593"/>
              <a:gd name="connsiteX880" fmla="*/ 1124860 w 1720794"/>
              <a:gd name="connsiteY880" fmla="*/ 117927 h 1708593"/>
              <a:gd name="connsiteX881" fmla="*/ 1109907 w 1720794"/>
              <a:gd name="connsiteY881" fmla="*/ 118821 h 1708593"/>
              <a:gd name="connsiteX882" fmla="*/ 1037780 w 1720794"/>
              <a:gd name="connsiteY882" fmla="*/ 160385 h 1708593"/>
              <a:gd name="connsiteX883" fmla="*/ 937343 w 1720794"/>
              <a:gd name="connsiteY883" fmla="*/ 207496 h 1708593"/>
              <a:gd name="connsiteX884" fmla="*/ 837942 w 1720794"/>
              <a:gd name="connsiteY884" fmla="*/ 160385 h 1708593"/>
              <a:gd name="connsiteX885" fmla="*/ 764952 w 1720794"/>
              <a:gd name="connsiteY885" fmla="*/ 118821 h 1708593"/>
              <a:gd name="connsiteX886" fmla="*/ 749586 w 1720794"/>
              <a:gd name="connsiteY886" fmla="*/ 117927 h 1708593"/>
              <a:gd name="connsiteX887" fmla="*/ 734638 w 1720794"/>
              <a:gd name="connsiteY887" fmla="*/ 118821 h 1708593"/>
              <a:gd name="connsiteX888" fmla="*/ 662511 w 1720794"/>
              <a:gd name="connsiteY888" fmla="*/ 160385 h 1708593"/>
              <a:gd name="connsiteX889" fmla="*/ 562069 w 1720794"/>
              <a:gd name="connsiteY889" fmla="*/ 207496 h 1708593"/>
              <a:gd name="connsiteX890" fmla="*/ 462743 w 1720794"/>
              <a:gd name="connsiteY890" fmla="*/ 160385 h 1708593"/>
              <a:gd name="connsiteX891" fmla="*/ 375034 w 1720794"/>
              <a:gd name="connsiteY891" fmla="*/ 117927 h 1708593"/>
              <a:gd name="connsiteX892" fmla="*/ 287371 w 1720794"/>
              <a:gd name="connsiteY892" fmla="*/ 160385 h 1708593"/>
              <a:gd name="connsiteX893" fmla="*/ 187517 w 1720794"/>
              <a:gd name="connsiteY893" fmla="*/ 207496 h 1708593"/>
              <a:gd name="connsiteX894" fmla="*/ 87663 w 1720794"/>
              <a:gd name="connsiteY894" fmla="*/ 160385 h 1708593"/>
              <a:gd name="connsiteX895" fmla="*/ 0 w 1720794"/>
              <a:gd name="connsiteY895" fmla="*/ 117927 h 1708593"/>
              <a:gd name="connsiteX896" fmla="*/ 0 w 1720794"/>
              <a:gd name="connsiteY896" fmla="*/ 0 h 1708593"/>
              <a:gd name="connsiteX897" fmla="*/ 99855 w 1720794"/>
              <a:gd name="connsiteY897" fmla="*/ 47649 h 1708593"/>
              <a:gd name="connsiteX898" fmla="*/ 187517 w 1720794"/>
              <a:gd name="connsiteY898" fmla="*/ 90068 h 1708593"/>
              <a:gd name="connsiteX899" fmla="*/ 275179 w 1720794"/>
              <a:gd name="connsiteY899" fmla="*/ 47649 h 1708593"/>
              <a:gd name="connsiteX900" fmla="*/ 375034 w 1720794"/>
              <a:gd name="connsiteY900" fmla="*/ 0 h 1708593"/>
              <a:gd name="connsiteX901" fmla="*/ 474941 w 1720794"/>
              <a:gd name="connsiteY901" fmla="*/ 47649 h 1708593"/>
              <a:gd name="connsiteX902" fmla="*/ 562069 w 1720794"/>
              <a:gd name="connsiteY902" fmla="*/ 90068 h 1708593"/>
              <a:gd name="connsiteX903" fmla="*/ 650315 w 1720794"/>
              <a:gd name="connsiteY903" fmla="*/ 47649 h 1708593"/>
              <a:gd name="connsiteX904" fmla="*/ 740506 w 1720794"/>
              <a:gd name="connsiteY904" fmla="*/ 286 h 1708593"/>
              <a:gd name="connsiteX905" fmla="*/ 749586 w 1720794"/>
              <a:gd name="connsiteY905" fmla="*/ 0 h 1708593"/>
              <a:gd name="connsiteX906" fmla="*/ 850154 w 1720794"/>
              <a:gd name="connsiteY906" fmla="*/ 47649 h 1708593"/>
              <a:gd name="connsiteX907" fmla="*/ 937343 w 1720794"/>
              <a:gd name="connsiteY907" fmla="*/ 90068 h 1708593"/>
              <a:gd name="connsiteX908" fmla="*/ 1025586 w 1720794"/>
              <a:gd name="connsiteY908" fmla="*/ 47649 h 1708593"/>
              <a:gd name="connsiteX909" fmla="*/ 1115684 w 1720794"/>
              <a:gd name="connsiteY909" fmla="*/ 286 h 1708593"/>
              <a:gd name="connsiteX910" fmla="*/ 1124860 w 1720794"/>
              <a:gd name="connsiteY910" fmla="*/ 0 h 1708593"/>
              <a:gd name="connsiteX911" fmla="*/ 1225295 w 1720794"/>
              <a:gd name="connsiteY911" fmla="*/ 47649 h 1708593"/>
              <a:gd name="connsiteX912" fmla="*/ 1312377 w 1720794"/>
              <a:gd name="connsiteY912" fmla="*/ 90068 h 1708593"/>
              <a:gd name="connsiteX913" fmla="*/ 1400620 w 1720794"/>
              <a:gd name="connsiteY913" fmla="*/ 47649 h 1708593"/>
              <a:gd name="connsiteX914" fmla="*/ 1490715 w 1720794"/>
              <a:gd name="connsiteY914" fmla="*/ 286 h 1708593"/>
              <a:gd name="connsiteX915" fmla="*/ 1499902 w 1720794"/>
              <a:gd name="connsiteY915" fmla="*/ 0 h 1708593"/>
              <a:gd name="connsiteX916" fmla="*/ 1600457 w 1720794"/>
              <a:gd name="connsiteY916" fmla="*/ 47649 h 1708593"/>
              <a:gd name="connsiteX917" fmla="*/ 1672675 w 1720794"/>
              <a:gd name="connsiteY917" fmla="*/ 89151 h 1708593"/>
              <a:gd name="connsiteX918" fmla="*/ 1687656 w 1720794"/>
              <a:gd name="connsiteY918" fmla="*/ 90068 h 1708593"/>
              <a:gd name="connsiteX919" fmla="*/ 1702991 w 1720794"/>
              <a:gd name="connsiteY919" fmla="*/ 89151 h 1708593"/>
              <a:gd name="connsiteX920" fmla="*/ 1720794 w 1720794"/>
              <a:gd name="connsiteY920" fmla="*/ 82672 h 1708593"/>
              <a:gd name="connsiteX921" fmla="*/ 1720794 w 1720794"/>
              <a:gd name="connsiteY921" fmla="*/ 103349 h 1708593"/>
              <a:gd name="connsiteX922" fmla="*/ 1696936 w 1720794"/>
              <a:gd name="connsiteY922" fmla="*/ 107795 h 1708593"/>
              <a:gd name="connsiteX923" fmla="*/ 1687656 w 1720794"/>
              <a:gd name="connsiteY923" fmla="*/ 108081 h 1708593"/>
              <a:gd name="connsiteX924" fmla="*/ 1678456 w 1720794"/>
              <a:gd name="connsiteY924" fmla="*/ 107795 h 1708593"/>
              <a:gd name="connsiteX925" fmla="*/ 1588259 w 1720794"/>
              <a:gd name="connsiteY925" fmla="*/ 60433 h 1708593"/>
              <a:gd name="connsiteX926" fmla="*/ 1515254 w 1720794"/>
              <a:gd name="connsiteY926" fmla="*/ 18931 h 1708593"/>
              <a:gd name="connsiteX927" fmla="*/ 1499902 w 1720794"/>
              <a:gd name="connsiteY927" fmla="*/ 18014 h 1708593"/>
              <a:gd name="connsiteX928" fmla="*/ 1484938 w 1720794"/>
              <a:gd name="connsiteY928" fmla="*/ 18931 h 1708593"/>
              <a:gd name="connsiteX929" fmla="*/ 1412811 w 1720794"/>
              <a:gd name="connsiteY929" fmla="*/ 60433 h 1708593"/>
              <a:gd name="connsiteX930" fmla="*/ 1312377 w 1720794"/>
              <a:gd name="connsiteY930" fmla="*/ 108081 h 1708593"/>
              <a:gd name="connsiteX931" fmla="*/ 1213103 w 1720794"/>
              <a:gd name="connsiteY931" fmla="*/ 60433 h 1708593"/>
              <a:gd name="connsiteX932" fmla="*/ 1140203 w 1720794"/>
              <a:gd name="connsiteY932" fmla="*/ 18931 h 1708593"/>
              <a:gd name="connsiteX933" fmla="*/ 1124860 w 1720794"/>
              <a:gd name="connsiteY933" fmla="*/ 18014 h 1708593"/>
              <a:gd name="connsiteX934" fmla="*/ 1109907 w 1720794"/>
              <a:gd name="connsiteY934" fmla="*/ 18931 h 1708593"/>
              <a:gd name="connsiteX935" fmla="*/ 1037780 w 1720794"/>
              <a:gd name="connsiteY935" fmla="*/ 60433 h 1708593"/>
              <a:gd name="connsiteX936" fmla="*/ 937343 w 1720794"/>
              <a:gd name="connsiteY936" fmla="*/ 108081 h 1708593"/>
              <a:gd name="connsiteX937" fmla="*/ 837942 w 1720794"/>
              <a:gd name="connsiteY937" fmla="*/ 60433 h 1708593"/>
              <a:gd name="connsiteX938" fmla="*/ 764952 w 1720794"/>
              <a:gd name="connsiteY938" fmla="*/ 18931 h 1708593"/>
              <a:gd name="connsiteX939" fmla="*/ 749586 w 1720794"/>
              <a:gd name="connsiteY939" fmla="*/ 18014 h 1708593"/>
              <a:gd name="connsiteX940" fmla="*/ 734638 w 1720794"/>
              <a:gd name="connsiteY940" fmla="*/ 18931 h 1708593"/>
              <a:gd name="connsiteX941" fmla="*/ 662511 w 1720794"/>
              <a:gd name="connsiteY941" fmla="*/ 60433 h 1708593"/>
              <a:gd name="connsiteX942" fmla="*/ 562069 w 1720794"/>
              <a:gd name="connsiteY942" fmla="*/ 108081 h 1708593"/>
              <a:gd name="connsiteX943" fmla="*/ 462743 w 1720794"/>
              <a:gd name="connsiteY943" fmla="*/ 60433 h 1708593"/>
              <a:gd name="connsiteX944" fmla="*/ 375034 w 1720794"/>
              <a:gd name="connsiteY944" fmla="*/ 18014 h 1708593"/>
              <a:gd name="connsiteX945" fmla="*/ 287371 w 1720794"/>
              <a:gd name="connsiteY945" fmla="*/ 60433 h 1708593"/>
              <a:gd name="connsiteX946" fmla="*/ 187517 w 1720794"/>
              <a:gd name="connsiteY946" fmla="*/ 108081 h 1708593"/>
              <a:gd name="connsiteX947" fmla="*/ 87663 w 1720794"/>
              <a:gd name="connsiteY947" fmla="*/ 60433 h 1708593"/>
              <a:gd name="connsiteX948" fmla="*/ 0 w 1720794"/>
              <a:gd name="connsiteY948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</a:cxnLst>
            <a:rect l="l" t="t" r="r" b="b"/>
            <a:pathLst>
              <a:path w="1720794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803998" y="1603627"/>
                  <a:pt x="828351" y="1626915"/>
                  <a:pt x="850154" y="1648161"/>
                </a:cubicBezTo>
                <a:cubicBezTo>
                  <a:pt x="873408" y="1670242"/>
                  <a:pt x="894909" y="1690580"/>
                  <a:pt x="937343" y="1690580"/>
                </a:cubicBezTo>
                <a:cubicBezTo>
                  <a:pt x="980892" y="1690580"/>
                  <a:pt x="1002368" y="1670242"/>
                  <a:pt x="1025586" y="1648161"/>
                </a:cubicBezTo>
                <a:cubicBezTo>
                  <a:pt x="1047357" y="1626915"/>
                  <a:pt x="1071175" y="1603627"/>
                  <a:pt x="1115684" y="1600798"/>
                </a:cubicBezTo>
                <a:lnTo>
                  <a:pt x="1124860" y="1600512"/>
                </a:lnTo>
                <a:lnTo>
                  <a:pt x="1134151" y="1600798"/>
                </a:lnTo>
                <a:cubicBezTo>
                  <a:pt x="1179136" y="1603627"/>
                  <a:pt x="1202980" y="1626915"/>
                  <a:pt x="1225295" y="1648161"/>
                </a:cubicBezTo>
                <a:cubicBezTo>
                  <a:pt x="1248517" y="1670242"/>
                  <a:pt x="1270006" y="1690580"/>
                  <a:pt x="1312377" y="1690580"/>
                </a:cubicBezTo>
                <a:cubicBezTo>
                  <a:pt x="1355923" y="1690580"/>
                  <a:pt x="1377398" y="1670242"/>
                  <a:pt x="1400620" y="1648161"/>
                </a:cubicBezTo>
                <a:cubicBezTo>
                  <a:pt x="1422391" y="1626915"/>
                  <a:pt x="1446206" y="1603627"/>
                  <a:pt x="1490715" y="1600798"/>
                </a:cubicBezTo>
                <a:lnTo>
                  <a:pt x="1499902" y="1600512"/>
                </a:lnTo>
                <a:lnTo>
                  <a:pt x="1509200" y="1600798"/>
                </a:lnTo>
                <a:cubicBezTo>
                  <a:pt x="1554240" y="1603627"/>
                  <a:pt x="1578118" y="1626915"/>
                  <a:pt x="1600457" y="1648161"/>
                </a:cubicBezTo>
                <a:cubicBezTo>
                  <a:pt x="1620811" y="1667482"/>
                  <a:pt x="1639813" y="1685468"/>
                  <a:pt x="1672675" y="1689663"/>
                </a:cubicBezTo>
                <a:lnTo>
                  <a:pt x="1687656" y="1690580"/>
                </a:lnTo>
                <a:lnTo>
                  <a:pt x="1702991" y="1689663"/>
                </a:lnTo>
                <a:lnTo>
                  <a:pt x="1720794" y="1683184"/>
                </a:lnTo>
                <a:lnTo>
                  <a:pt x="1720794" y="1703862"/>
                </a:lnTo>
                <a:lnTo>
                  <a:pt x="1696936" y="1708307"/>
                </a:lnTo>
                <a:lnTo>
                  <a:pt x="1687656" y="1708593"/>
                </a:lnTo>
                <a:lnTo>
                  <a:pt x="1678456" y="1708307"/>
                </a:lnTo>
                <a:cubicBezTo>
                  <a:pt x="1633891" y="1705479"/>
                  <a:pt x="1610048" y="1682190"/>
                  <a:pt x="1588259" y="1660945"/>
                </a:cubicBezTo>
                <a:cubicBezTo>
                  <a:pt x="1567905" y="1641624"/>
                  <a:pt x="1548904" y="1623638"/>
                  <a:pt x="1515254" y="1619443"/>
                </a:cubicBezTo>
                <a:lnTo>
                  <a:pt x="1499902" y="1618526"/>
                </a:lnTo>
                <a:lnTo>
                  <a:pt x="1484938" y="1619443"/>
                </a:lnTo>
                <a:cubicBezTo>
                  <a:pt x="1452117" y="1623638"/>
                  <a:pt x="1433131" y="1641624"/>
                  <a:pt x="1412811" y="1660945"/>
                </a:cubicBezTo>
                <a:cubicBezTo>
                  <a:pt x="1389009" y="1683607"/>
                  <a:pt x="1363465" y="1708593"/>
                  <a:pt x="1312377" y="1708593"/>
                </a:cubicBezTo>
                <a:cubicBezTo>
                  <a:pt x="1261869" y="1708593"/>
                  <a:pt x="1236325" y="1683607"/>
                  <a:pt x="1213103" y="1660945"/>
                </a:cubicBezTo>
                <a:cubicBezTo>
                  <a:pt x="1192784" y="1641624"/>
                  <a:pt x="1173800" y="1623638"/>
                  <a:pt x="1140203" y="1619443"/>
                </a:cubicBezTo>
                <a:lnTo>
                  <a:pt x="1124860" y="1618526"/>
                </a:lnTo>
                <a:lnTo>
                  <a:pt x="1109907" y="1619443"/>
                </a:lnTo>
                <a:cubicBezTo>
                  <a:pt x="1077083" y="1623638"/>
                  <a:pt x="1058099" y="1641624"/>
                  <a:pt x="1037780" y="1660945"/>
                </a:cubicBezTo>
                <a:cubicBezTo>
                  <a:pt x="1014563" y="1683607"/>
                  <a:pt x="988431" y="1708593"/>
                  <a:pt x="937343" y="1708593"/>
                </a:cubicBezTo>
                <a:cubicBezTo>
                  <a:pt x="887352" y="1708593"/>
                  <a:pt x="861195" y="1683607"/>
                  <a:pt x="837942" y="1660945"/>
                </a:cubicBezTo>
                <a:cubicBezTo>
                  <a:pt x="817603" y="1641624"/>
                  <a:pt x="798587" y="1623638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803998" y="1504144"/>
                  <a:pt x="828351" y="1526943"/>
                  <a:pt x="850154" y="1548208"/>
                </a:cubicBezTo>
                <a:cubicBezTo>
                  <a:pt x="873408" y="1570891"/>
                  <a:pt x="894909" y="1590666"/>
                  <a:pt x="937343" y="1590666"/>
                </a:cubicBezTo>
                <a:cubicBezTo>
                  <a:pt x="980892" y="1590666"/>
                  <a:pt x="1002368" y="1570310"/>
                  <a:pt x="1025586" y="1548208"/>
                </a:cubicBezTo>
                <a:cubicBezTo>
                  <a:pt x="1047357" y="1526943"/>
                  <a:pt x="1071175" y="1504144"/>
                  <a:pt x="1115684" y="1501377"/>
                </a:cubicBezTo>
                <a:lnTo>
                  <a:pt x="1124860" y="1501097"/>
                </a:lnTo>
                <a:lnTo>
                  <a:pt x="1134151" y="1501377"/>
                </a:lnTo>
                <a:cubicBezTo>
                  <a:pt x="1179136" y="1504144"/>
                  <a:pt x="1202980" y="1526943"/>
                  <a:pt x="1225295" y="1548208"/>
                </a:cubicBezTo>
                <a:cubicBezTo>
                  <a:pt x="1248517" y="1570891"/>
                  <a:pt x="1270006" y="1590666"/>
                  <a:pt x="1312377" y="1590666"/>
                </a:cubicBezTo>
                <a:cubicBezTo>
                  <a:pt x="1355923" y="1590666"/>
                  <a:pt x="1377398" y="1570310"/>
                  <a:pt x="1400620" y="1548208"/>
                </a:cubicBezTo>
                <a:cubicBezTo>
                  <a:pt x="1422391" y="1526943"/>
                  <a:pt x="1446206" y="1504144"/>
                  <a:pt x="1490715" y="1501377"/>
                </a:cubicBezTo>
                <a:lnTo>
                  <a:pt x="1499902" y="1501097"/>
                </a:lnTo>
                <a:lnTo>
                  <a:pt x="1509200" y="1501377"/>
                </a:lnTo>
                <a:cubicBezTo>
                  <a:pt x="1554240" y="1504144"/>
                  <a:pt x="1578118" y="1526943"/>
                  <a:pt x="1600457" y="1548208"/>
                </a:cubicBezTo>
                <a:cubicBezTo>
                  <a:pt x="1620811" y="1568056"/>
                  <a:pt x="1639813" y="1585677"/>
                  <a:pt x="1672675" y="1589772"/>
                </a:cubicBezTo>
                <a:lnTo>
                  <a:pt x="1687656" y="1590666"/>
                </a:lnTo>
                <a:lnTo>
                  <a:pt x="1702991" y="1589748"/>
                </a:lnTo>
                <a:lnTo>
                  <a:pt x="1720794" y="1583264"/>
                </a:lnTo>
                <a:lnTo>
                  <a:pt x="1720794" y="1603961"/>
                </a:lnTo>
                <a:lnTo>
                  <a:pt x="1696936" y="1608410"/>
                </a:lnTo>
                <a:lnTo>
                  <a:pt x="1687656" y="1608697"/>
                </a:lnTo>
                <a:lnTo>
                  <a:pt x="1678456" y="1608410"/>
                </a:lnTo>
                <a:cubicBezTo>
                  <a:pt x="1633891" y="1605580"/>
                  <a:pt x="1610048" y="1582269"/>
                  <a:pt x="1588259" y="1561004"/>
                </a:cubicBezTo>
                <a:cubicBezTo>
                  <a:pt x="1567905" y="1541665"/>
                  <a:pt x="1548904" y="1523662"/>
                  <a:pt x="1515254" y="1519464"/>
                </a:cubicBezTo>
                <a:lnTo>
                  <a:pt x="1499902" y="1518546"/>
                </a:lnTo>
                <a:lnTo>
                  <a:pt x="1484938" y="1519464"/>
                </a:lnTo>
                <a:cubicBezTo>
                  <a:pt x="1452117" y="1523662"/>
                  <a:pt x="1433131" y="1541665"/>
                  <a:pt x="1412811" y="1561004"/>
                </a:cubicBezTo>
                <a:cubicBezTo>
                  <a:pt x="1389009" y="1583687"/>
                  <a:pt x="1363465" y="1608697"/>
                  <a:pt x="1312377" y="1608697"/>
                </a:cubicBezTo>
                <a:cubicBezTo>
                  <a:pt x="1261869" y="1608697"/>
                  <a:pt x="1236325" y="1583687"/>
                  <a:pt x="1213103" y="1561004"/>
                </a:cubicBezTo>
                <a:cubicBezTo>
                  <a:pt x="1192784" y="1541665"/>
                  <a:pt x="1173800" y="1523662"/>
                  <a:pt x="1140203" y="1519464"/>
                </a:cubicBezTo>
                <a:lnTo>
                  <a:pt x="1124860" y="1518546"/>
                </a:lnTo>
                <a:lnTo>
                  <a:pt x="1109907" y="1519464"/>
                </a:lnTo>
                <a:cubicBezTo>
                  <a:pt x="1077083" y="1523662"/>
                  <a:pt x="1058099" y="1541665"/>
                  <a:pt x="1037780" y="1561004"/>
                </a:cubicBezTo>
                <a:cubicBezTo>
                  <a:pt x="1014563" y="1583687"/>
                  <a:pt x="988431" y="1608697"/>
                  <a:pt x="937343" y="1608697"/>
                </a:cubicBezTo>
                <a:cubicBezTo>
                  <a:pt x="887352" y="1608697"/>
                  <a:pt x="861195" y="1583687"/>
                  <a:pt x="837942" y="1561004"/>
                </a:cubicBezTo>
                <a:cubicBezTo>
                  <a:pt x="817603" y="1541665"/>
                  <a:pt x="798587" y="1523662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803998" y="1403111"/>
                  <a:pt x="828351" y="1426400"/>
                  <a:pt x="850154" y="1447645"/>
                </a:cubicBezTo>
                <a:cubicBezTo>
                  <a:pt x="873408" y="1469726"/>
                  <a:pt x="894909" y="1490064"/>
                  <a:pt x="937343" y="1490064"/>
                </a:cubicBezTo>
                <a:cubicBezTo>
                  <a:pt x="980892" y="1490064"/>
                  <a:pt x="1002368" y="1469726"/>
                  <a:pt x="1025586" y="1447645"/>
                </a:cubicBezTo>
                <a:cubicBezTo>
                  <a:pt x="1047357" y="1426400"/>
                  <a:pt x="1071175" y="1403111"/>
                  <a:pt x="1115684" y="1400283"/>
                </a:cubicBezTo>
                <a:lnTo>
                  <a:pt x="1124860" y="1399997"/>
                </a:lnTo>
                <a:lnTo>
                  <a:pt x="1134151" y="1400283"/>
                </a:lnTo>
                <a:cubicBezTo>
                  <a:pt x="1179136" y="1403111"/>
                  <a:pt x="1202980" y="1426400"/>
                  <a:pt x="1225295" y="1447645"/>
                </a:cubicBezTo>
                <a:cubicBezTo>
                  <a:pt x="1248517" y="1469726"/>
                  <a:pt x="1270006" y="1490064"/>
                  <a:pt x="1312377" y="1490064"/>
                </a:cubicBezTo>
                <a:cubicBezTo>
                  <a:pt x="1355923" y="1490064"/>
                  <a:pt x="1377398" y="1469726"/>
                  <a:pt x="1400620" y="1447645"/>
                </a:cubicBezTo>
                <a:cubicBezTo>
                  <a:pt x="1422391" y="1426400"/>
                  <a:pt x="1446206" y="1403111"/>
                  <a:pt x="1490715" y="1400283"/>
                </a:cubicBezTo>
                <a:lnTo>
                  <a:pt x="1499902" y="1399997"/>
                </a:lnTo>
                <a:lnTo>
                  <a:pt x="1509200" y="1400283"/>
                </a:lnTo>
                <a:cubicBezTo>
                  <a:pt x="1554240" y="1403111"/>
                  <a:pt x="1578118" y="1426400"/>
                  <a:pt x="1600457" y="1447645"/>
                </a:cubicBezTo>
                <a:cubicBezTo>
                  <a:pt x="1620811" y="1466966"/>
                  <a:pt x="1639813" y="1484953"/>
                  <a:pt x="1672675" y="1489147"/>
                </a:cubicBezTo>
                <a:lnTo>
                  <a:pt x="1687656" y="1490064"/>
                </a:lnTo>
                <a:lnTo>
                  <a:pt x="1702991" y="1489147"/>
                </a:lnTo>
                <a:lnTo>
                  <a:pt x="1720794" y="1482669"/>
                </a:lnTo>
                <a:lnTo>
                  <a:pt x="1720794" y="1503346"/>
                </a:lnTo>
                <a:lnTo>
                  <a:pt x="1696936" y="1507792"/>
                </a:lnTo>
                <a:lnTo>
                  <a:pt x="1687656" y="1508078"/>
                </a:lnTo>
                <a:lnTo>
                  <a:pt x="1678456" y="1507792"/>
                </a:lnTo>
                <a:cubicBezTo>
                  <a:pt x="1633891" y="1504964"/>
                  <a:pt x="1610048" y="1481675"/>
                  <a:pt x="1588259" y="1460429"/>
                </a:cubicBezTo>
                <a:cubicBezTo>
                  <a:pt x="1567905" y="1441108"/>
                  <a:pt x="1548904" y="1423122"/>
                  <a:pt x="1515254" y="1418928"/>
                </a:cubicBezTo>
                <a:lnTo>
                  <a:pt x="1499902" y="1418010"/>
                </a:lnTo>
                <a:lnTo>
                  <a:pt x="1484938" y="1418928"/>
                </a:lnTo>
                <a:cubicBezTo>
                  <a:pt x="1452117" y="1423122"/>
                  <a:pt x="1433131" y="1441108"/>
                  <a:pt x="1412811" y="1460429"/>
                </a:cubicBezTo>
                <a:cubicBezTo>
                  <a:pt x="1389009" y="1483091"/>
                  <a:pt x="1363465" y="1508078"/>
                  <a:pt x="1312377" y="1508078"/>
                </a:cubicBezTo>
                <a:cubicBezTo>
                  <a:pt x="1261869" y="1508078"/>
                  <a:pt x="1236325" y="1483091"/>
                  <a:pt x="1213103" y="1460429"/>
                </a:cubicBezTo>
                <a:cubicBezTo>
                  <a:pt x="1192784" y="1441108"/>
                  <a:pt x="1173800" y="1423122"/>
                  <a:pt x="1140203" y="1418928"/>
                </a:cubicBezTo>
                <a:lnTo>
                  <a:pt x="1124860" y="1418010"/>
                </a:lnTo>
                <a:lnTo>
                  <a:pt x="1109907" y="1418928"/>
                </a:lnTo>
                <a:cubicBezTo>
                  <a:pt x="1077083" y="1423122"/>
                  <a:pt x="1058099" y="1441108"/>
                  <a:pt x="1037780" y="1460429"/>
                </a:cubicBezTo>
                <a:cubicBezTo>
                  <a:pt x="1014563" y="1483091"/>
                  <a:pt x="988431" y="1508078"/>
                  <a:pt x="937343" y="1508078"/>
                </a:cubicBezTo>
                <a:cubicBezTo>
                  <a:pt x="887352" y="1508078"/>
                  <a:pt x="861195" y="1483091"/>
                  <a:pt x="837942" y="1460429"/>
                </a:cubicBezTo>
                <a:cubicBezTo>
                  <a:pt x="817603" y="1441108"/>
                  <a:pt x="798587" y="1423122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803998" y="1303697"/>
                  <a:pt x="828351" y="1326973"/>
                  <a:pt x="850154" y="1347693"/>
                </a:cubicBezTo>
                <a:cubicBezTo>
                  <a:pt x="873408" y="1370376"/>
                  <a:pt x="894909" y="1390151"/>
                  <a:pt x="937343" y="1390151"/>
                </a:cubicBezTo>
                <a:cubicBezTo>
                  <a:pt x="980892" y="1390151"/>
                  <a:pt x="1002368" y="1370376"/>
                  <a:pt x="1025586" y="1347693"/>
                </a:cubicBezTo>
                <a:cubicBezTo>
                  <a:pt x="1047357" y="1326973"/>
                  <a:pt x="1071175" y="1303697"/>
                  <a:pt x="1115684" y="1300868"/>
                </a:cubicBezTo>
                <a:lnTo>
                  <a:pt x="1124860" y="1300582"/>
                </a:lnTo>
                <a:lnTo>
                  <a:pt x="1134151" y="1300868"/>
                </a:lnTo>
                <a:cubicBezTo>
                  <a:pt x="1179136" y="1303697"/>
                  <a:pt x="1202980" y="1326973"/>
                  <a:pt x="1225295" y="1347693"/>
                </a:cubicBezTo>
                <a:cubicBezTo>
                  <a:pt x="1248517" y="1370376"/>
                  <a:pt x="1270006" y="1390151"/>
                  <a:pt x="1312377" y="1390151"/>
                </a:cubicBezTo>
                <a:cubicBezTo>
                  <a:pt x="1355923" y="1390151"/>
                  <a:pt x="1377398" y="1370376"/>
                  <a:pt x="1400620" y="1347693"/>
                </a:cubicBezTo>
                <a:cubicBezTo>
                  <a:pt x="1422391" y="1326973"/>
                  <a:pt x="1446206" y="1303697"/>
                  <a:pt x="1490715" y="1300868"/>
                </a:cubicBezTo>
                <a:lnTo>
                  <a:pt x="1499902" y="1300582"/>
                </a:lnTo>
                <a:lnTo>
                  <a:pt x="1509200" y="1300868"/>
                </a:lnTo>
                <a:cubicBezTo>
                  <a:pt x="1554240" y="1303697"/>
                  <a:pt x="1578118" y="1326973"/>
                  <a:pt x="1600457" y="1347693"/>
                </a:cubicBezTo>
                <a:cubicBezTo>
                  <a:pt x="1620811" y="1367541"/>
                  <a:pt x="1639813" y="1385162"/>
                  <a:pt x="1672675" y="1389257"/>
                </a:cubicBezTo>
                <a:lnTo>
                  <a:pt x="1687656" y="1390151"/>
                </a:lnTo>
                <a:lnTo>
                  <a:pt x="1702991" y="1389257"/>
                </a:lnTo>
                <a:lnTo>
                  <a:pt x="1720794" y="1382866"/>
                </a:lnTo>
                <a:lnTo>
                  <a:pt x="1720794" y="1403544"/>
                </a:lnTo>
                <a:lnTo>
                  <a:pt x="1696936" y="1407901"/>
                </a:lnTo>
                <a:lnTo>
                  <a:pt x="1687656" y="1408181"/>
                </a:lnTo>
                <a:lnTo>
                  <a:pt x="1678456" y="1407901"/>
                </a:lnTo>
                <a:cubicBezTo>
                  <a:pt x="1633891" y="1405135"/>
                  <a:pt x="1610048" y="1382336"/>
                  <a:pt x="1588259" y="1361070"/>
                </a:cubicBezTo>
                <a:cubicBezTo>
                  <a:pt x="1567905" y="1341222"/>
                  <a:pt x="1548904" y="1323601"/>
                  <a:pt x="1515254" y="1319506"/>
                </a:cubicBezTo>
                <a:lnTo>
                  <a:pt x="1499902" y="1318612"/>
                </a:lnTo>
                <a:lnTo>
                  <a:pt x="1484938" y="1319506"/>
                </a:lnTo>
                <a:cubicBezTo>
                  <a:pt x="1452117" y="1323601"/>
                  <a:pt x="1433131" y="1341222"/>
                  <a:pt x="1412811" y="1361070"/>
                </a:cubicBezTo>
                <a:cubicBezTo>
                  <a:pt x="1389009" y="1383753"/>
                  <a:pt x="1363465" y="1408181"/>
                  <a:pt x="1312377" y="1408181"/>
                </a:cubicBezTo>
                <a:cubicBezTo>
                  <a:pt x="1261869" y="1408181"/>
                  <a:pt x="1236325" y="1383753"/>
                  <a:pt x="1213103" y="1361070"/>
                </a:cubicBezTo>
                <a:cubicBezTo>
                  <a:pt x="1192784" y="1341222"/>
                  <a:pt x="1173800" y="1323601"/>
                  <a:pt x="1140203" y="1319506"/>
                </a:cubicBezTo>
                <a:lnTo>
                  <a:pt x="1124860" y="1318612"/>
                </a:lnTo>
                <a:lnTo>
                  <a:pt x="1109907" y="1319506"/>
                </a:lnTo>
                <a:cubicBezTo>
                  <a:pt x="1077083" y="1323601"/>
                  <a:pt x="1058099" y="1341222"/>
                  <a:pt x="1037780" y="1361070"/>
                </a:cubicBezTo>
                <a:cubicBezTo>
                  <a:pt x="1014563" y="1383753"/>
                  <a:pt x="988431" y="1408181"/>
                  <a:pt x="937343" y="1408181"/>
                </a:cubicBezTo>
                <a:cubicBezTo>
                  <a:pt x="887352" y="1408181"/>
                  <a:pt x="861195" y="1383753"/>
                  <a:pt x="837942" y="1361070"/>
                </a:cubicBezTo>
                <a:cubicBezTo>
                  <a:pt x="817603" y="1341222"/>
                  <a:pt x="798587" y="1323601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803998" y="1203799"/>
                  <a:pt x="828351" y="1227088"/>
                  <a:pt x="850154" y="1248334"/>
                </a:cubicBezTo>
                <a:cubicBezTo>
                  <a:pt x="873408" y="1270415"/>
                  <a:pt x="894909" y="1290753"/>
                  <a:pt x="937343" y="1290753"/>
                </a:cubicBezTo>
                <a:cubicBezTo>
                  <a:pt x="980892" y="1290753"/>
                  <a:pt x="1002368" y="1270415"/>
                  <a:pt x="1025586" y="1248334"/>
                </a:cubicBezTo>
                <a:cubicBezTo>
                  <a:pt x="1047357" y="1227088"/>
                  <a:pt x="1071175" y="1203799"/>
                  <a:pt x="1115684" y="1200971"/>
                </a:cubicBezTo>
                <a:lnTo>
                  <a:pt x="1124860" y="1200685"/>
                </a:lnTo>
                <a:lnTo>
                  <a:pt x="1134151" y="1200971"/>
                </a:lnTo>
                <a:cubicBezTo>
                  <a:pt x="1179136" y="1203799"/>
                  <a:pt x="1202980" y="1227088"/>
                  <a:pt x="1225295" y="1248334"/>
                </a:cubicBezTo>
                <a:cubicBezTo>
                  <a:pt x="1248517" y="1270415"/>
                  <a:pt x="1270006" y="1290753"/>
                  <a:pt x="1312377" y="1290753"/>
                </a:cubicBezTo>
                <a:cubicBezTo>
                  <a:pt x="1355923" y="1290753"/>
                  <a:pt x="1377398" y="1270415"/>
                  <a:pt x="1400620" y="1248334"/>
                </a:cubicBezTo>
                <a:cubicBezTo>
                  <a:pt x="1422391" y="1227088"/>
                  <a:pt x="1446206" y="1203799"/>
                  <a:pt x="1490715" y="1200971"/>
                </a:cubicBezTo>
                <a:lnTo>
                  <a:pt x="1499902" y="1200685"/>
                </a:lnTo>
                <a:lnTo>
                  <a:pt x="1509200" y="1200971"/>
                </a:lnTo>
                <a:cubicBezTo>
                  <a:pt x="1554240" y="1203799"/>
                  <a:pt x="1578118" y="1227088"/>
                  <a:pt x="1600457" y="1248334"/>
                </a:cubicBezTo>
                <a:cubicBezTo>
                  <a:pt x="1620811" y="1267654"/>
                  <a:pt x="1639813" y="1285641"/>
                  <a:pt x="1672675" y="1289836"/>
                </a:cubicBezTo>
                <a:lnTo>
                  <a:pt x="1687656" y="1290753"/>
                </a:lnTo>
                <a:lnTo>
                  <a:pt x="1702991" y="1289836"/>
                </a:lnTo>
                <a:lnTo>
                  <a:pt x="1720794" y="1283357"/>
                </a:lnTo>
                <a:lnTo>
                  <a:pt x="1720794" y="1304035"/>
                </a:lnTo>
                <a:lnTo>
                  <a:pt x="1696936" y="1308480"/>
                </a:lnTo>
                <a:lnTo>
                  <a:pt x="1687656" y="1308766"/>
                </a:lnTo>
                <a:lnTo>
                  <a:pt x="1678456" y="1308480"/>
                </a:lnTo>
                <a:cubicBezTo>
                  <a:pt x="1633891" y="1305652"/>
                  <a:pt x="1610048" y="1282363"/>
                  <a:pt x="1588259" y="1261118"/>
                </a:cubicBezTo>
                <a:cubicBezTo>
                  <a:pt x="1567905" y="1241797"/>
                  <a:pt x="1548904" y="1223810"/>
                  <a:pt x="1515254" y="1219616"/>
                </a:cubicBezTo>
                <a:lnTo>
                  <a:pt x="1499902" y="1218699"/>
                </a:lnTo>
                <a:lnTo>
                  <a:pt x="1484938" y="1219616"/>
                </a:lnTo>
                <a:cubicBezTo>
                  <a:pt x="1452117" y="1223810"/>
                  <a:pt x="1433131" y="1241797"/>
                  <a:pt x="1412811" y="1261118"/>
                </a:cubicBezTo>
                <a:cubicBezTo>
                  <a:pt x="1389009" y="1283779"/>
                  <a:pt x="1363465" y="1308766"/>
                  <a:pt x="1312377" y="1308766"/>
                </a:cubicBezTo>
                <a:cubicBezTo>
                  <a:pt x="1261869" y="1308766"/>
                  <a:pt x="1236325" y="1283779"/>
                  <a:pt x="1213103" y="1261118"/>
                </a:cubicBezTo>
                <a:cubicBezTo>
                  <a:pt x="1192784" y="1241797"/>
                  <a:pt x="1173800" y="1223810"/>
                  <a:pt x="1140203" y="1219616"/>
                </a:cubicBezTo>
                <a:lnTo>
                  <a:pt x="1124860" y="1218699"/>
                </a:lnTo>
                <a:lnTo>
                  <a:pt x="1109907" y="1219616"/>
                </a:lnTo>
                <a:cubicBezTo>
                  <a:pt x="1077083" y="1223810"/>
                  <a:pt x="1058099" y="1241797"/>
                  <a:pt x="1037780" y="1261118"/>
                </a:cubicBezTo>
                <a:cubicBezTo>
                  <a:pt x="1014563" y="1283779"/>
                  <a:pt x="988431" y="1308766"/>
                  <a:pt x="937343" y="1308766"/>
                </a:cubicBezTo>
                <a:cubicBezTo>
                  <a:pt x="887352" y="1308766"/>
                  <a:pt x="861195" y="1283779"/>
                  <a:pt x="837942" y="1261118"/>
                </a:cubicBezTo>
                <a:cubicBezTo>
                  <a:pt x="817603" y="1241797"/>
                  <a:pt x="798587" y="1223810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1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803998" y="1103181"/>
                  <a:pt x="828351" y="1126469"/>
                  <a:pt x="850154" y="1147715"/>
                </a:cubicBezTo>
                <a:cubicBezTo>
                  <a:pt x="873408" y="1169796"/>
                  <a:pt x="894909" y="1190134"/>
                  <a:pt x="937343" y="1190134"/>
                </a:cubicBezTo>
                <a:cubicBezTo>
                  <a:pt x="980892" y="1190134"/>
                  <a:pt x="1002368" y="1169796"/>
                  <a:pt x="1025586" y="1147715"/>
                </a:cubicBezTo>
                <a:cubicBezTo>
                  <a:pt x="1047357" y="1126469"/>
                  <a:pt x="1071175" y="1103181"/>
                  <a:pt x="1115684" y="1100352"/>
                </a:cubicBezTo>
                <a:lnTo>
                  <a:pt x="1124860" y="1100066"/>
                </a:lnTo>
                <a:lnTo>
                  <a:pt x="1134151" y="1100352"/>
                </a:lnTo>
                <a:cubicBezTo>
                  <a:pt x="1179136" y="1103181"/>
                  <a:pt x="1202980" y="1126469"/>
                  <a:pt x="1225295" y="1147715"/>
                </a:cubicBezTo>
                <a:cubicBezTo>
                  <a:pt x="1248517" y="1169796"/>
                  <a:pt x="1270006" y="1190134"/>
                  <a:pt x="1312377" y="1190134"/>
                </a:cubicBezTo>
                <a:cubicBezTo>
                  <a:pt x="1355923" y="1190134"/>
                  <a:pt x="1377398" y="1169796"/>
                  <a:pt x="1400620" y="1147715"/>
                </a:cubicBezTo>
                <a:cubicBezTo>
                  <a:pt x="1422391" y="1126469"/>
                  <a:pt x="1446206" y="1103181"/>
                  <a:pt x="1490715" y="1100352"/>
                </a:cubicBezTo>
                <a:lnTo>
                  <a:pt x="1499902" y="1100066"/>
                </a:lnTo>
                <a:lnTo>
                  <a:pt x="1509200" y="1100352"/>
                </a:lnTo>
                <a:cubicBezTo>
                  <a:pt x="1554240" y="1103181"/>
                  <a:pt x="1578118" y="1126469"/>
                  <a:pt x="1600457" y="1147715"/>
                </a:cubicBezTo>
                <a:cubicBezTo>
                  <a:pt x="1620811" y="1167036"/>
                  <a:pt x="1639813" y="1185022"/>
                  <a:pt x="1672675" y="1189217"/>
                </a:cubicBezTo>
                <a:lnTo>
                  <a:pt x="1687656" y="1190134"/>
                </a:lnTo>
                <a:lnTo>
                  <a:pt x="1702991" y="1189217"/>
                </a:lnTo>
                <a:lnTo>
                  <a:pt x="1720794" y="1182738"/>
                </a:lnTo>
                <a:lnTo>
                  <a:pt x="1720794" y="1203416"/>
                </a:lnTo>
                <a:lnTo>
                  <a:pt x="1696936" y="1207861"/>
                </a:lnTo>
                <a:lnTo>
                  <a:pt x="1687656" y="1208147"/>
                </a:lnTo>
                <a:lnTo>
                  <a:pt x="1678456" y="1207861"/>
                </a:lnTo>
                <a:cubicBezTo>
                  <a:pt x="1633891" y="1205033"/>
                  <a:pt x="1610048" y="1181744"/>
                  <a:pt x="1588259" y="1160499"/>
                </a:cubicBezTo>
                <a:cubicBezTo>
                  <a:pt x="1567905" y="1141178"/>
                  <a:pt x="1548904" y="1123191"/>
                  <a:pt x="1515254" y="1118997"/>
                </a:cubicBezTo>
                <a:lnTo>
                  <a:pt x="1499902" y="1118080"/>
                </a:lnTo>
                <a:lnTo>
                  <a:pt x="1484938" y="1118997"/>
                </a:lnTo>
                <a:cubicBezTo>
                  <a:pt x="1452117" y="1123191"/>
                  <a:pt x="1433131" y="1141178"/>
                  <a:pt x="1412811" y="1160499"/>
                </a:cubicBezTo>
                <a:cubicBezTo>
                  <a:pt x="1389009" y="1183161"/>
                  <a:pt x="1363465" y="1208147"/>
                  <a:pt x="1312377" y="1208147"/>
                </a:cubicBezTo>
                <a:cubicBezTo>
                  <a:pt x="1261869" y="1208147"/>
                  <a:pt x="1236325" y="1183161"/>
                  <a:pt x="1213103" y="1160499"/>
                </a:cubicBezTo>
                <a:cubicBezTo>
                  <a:pt x="1192784" y="1141178"/>
                  <a:pt x="1173800" y="1123191"/>
                  <a:pt x="1140203" y="1118997"/>
                </a:cubicBezTo>
                <a:lnTo>
                  <a:pt x="1124860" y="1118080"/>
                </a:lnTo>
                <a:lnTo>
                  <a:pt x="1109907" y="1118997"/>
                </a:lnTo>
                <a:cubicBezTo>
                  <a:pt x="1077083" y="1123191"/>
                  <a:pt x="1058099" y="1141178"/>
                  <a:pt x="1037780" y="1160499"/>
                </a:cubicBezTo>
                <a:cubicBezTo>
                  <a:pt x="1014563" y="1183161"/>
                  <a:pt x="988431" y="1208147"/>
                  <a:pt x="937343" y="1208147"/>
                </a:cubicBezTo>
                <a:cubicBezTo>
                  <a:pt x="887352" y="1208147"/>
                  <a:pt x="861195" y="1183161"/>
                  <a:pt x="837942" y="1160499"/>
                </a:cubicBezTo>
                <a:cubicBezTo>
                  <a:pt x="817603" y="1141178"/>
                  <a:pt x="798587" y="1123191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803998" y="1003698"/>
                  <a:pt x="828351" y="1026497"/>
                  <a:pt x="850154" y="1047762"/>
                </a:cubicBezTo>
                <a:cubicBezTo>
                  <a:pt x="873408" y="1070445"/>
                  <a:pt x="894909" y="1090220"/>
                  <a:pt x="937343" y="1090220"/>
                </a:cubicBezTo>
                <a:cubicBezTo>
                  <a:pt x="980892" y="1090220"/>
                  <a:pt x="1002368" y="1070445"/>
                  <a:pt x="1025586" y="1047762"/>
                </a:cubicBezTo>
                <a:cubicBezTo>
                  <a:pt x="1047357" y="1027042"/>
                  <a:pt x="1071175" y="1003766"/>
                  <a:pt x="1115684" y="1000937"/>
                </a:cubicBezTo>
                <a:lnTo>
                  <a:pt x="1124860" y="1000651"/>
                </a:lnTo>
                <a:lnTo>
                  <a:pt x="1134151" y="1000931"/>
                </a:lnTo>
                <a:cubicBezTo>
                  <a:pt x="1179136" y="1003698"/>
                  <a:pt x="1202980" y="1026497"/>
                  <a:pt x="1225295" y="1047762"/>
                </a:cubicBezTo>
                <a:cubicBezTo>
                  <a:pt x="1248517" y="1070445"/>
                  <a:pt x="1270006" y="1090220"/>
                  <a:pt x="1312377" y="1090220"/>
                </a:cubicBezTo>
                <a:cubicBezTo>
                  <a:pt x="1355923" y="1090220"/>
                  <a:pt x="1377398" y="1070445"/>
                  <a:pt x="1400620" y="1047762"/>
                </a:cubicBezTo>
                <a:cubicBezTo>
                  <a:pt x="1422391" y="1027042"/>
                  <a:pt x="1446206" y="1003766"/>
                  <a:pt x="1490715" y="1000937"/>
                </a:cubicBezTo>
                <a:lnTo>
                  <a:pt x="1499902" y="1000651"/>
                </a:lnTo>
                <a:lnTo>
                  <a:pt x="1509200" y="1000931"/>
                </a:lnTo>
                <a:cubicBezTo>
                  <a:pt x="1554240" y="1003698"/>
                  <a:pt x="1578118" y="1026497"/>
                  <a:pt x="1600457" y="1047762"/>
                </a:cubicBezTo>
                <a:cubicBezTo>
                  <a:pt x="1620811" y="1067610"/>
                  <a:pt x="1639813" y="1085231"/>
                  <a:pt x="1672675" y="1089326"/>
                </a:cubicBezTo>
                <a:lnTo>
                  <a:pt x="1687656" y="1090220"/>
                </a:lnTo>
                <a:lnTo>
                  <a:pt x="1702991" y="1089326"/>
                </a:lnTo>
                <a:lnTo>
                  <a:pt x="1720794" y="1082935"/>
                </a:lnTo>
                <a:lnTo>
                  <a:pt x="1720794" y="1103614"/>
                </a:lnTo>
                <a:lnTo>
                  <a:pt x="1696936" y="1107971"/>
                </a:lnTo>
                <a:lnTo>
                  <a:pt x="1687656" y="1108251"/>
                </a:lnTo>
                <a:lnTo>
                  <a:pt x="1678456" y="1107971"/>
                </a:lnTo>
                <a:cubicBezTo>
                  <a:pt x="1633891" y="1105204"/>
                  <a:pt x="1610048" y="1082405"/>
                  <a:pt x="1588259" y="1061140"/>
                </a:cubicBezTo>
                <a:cubicBezTo>
                  <a:pt x="1567905" y="1041292"/>
                  <a:pt x="1548904" y="1023671"/>
                  <a:pt x="1515254" y="1019575"/>
                </a:cubicBezTo>
                <a:lnTo>
                  <a:pt x="1499902" y="1018681"/>
                </a:lnTo>
                <a:lnTo>
                  <a:pt x="1484938" y="1019575"/>
                </a:lnTo>
                <a:cubicBezTo>
                  <a:pt x="1452117" y="1023671"/>
                  <a:pt x="1433131" y="1041292"/>
                  <a:pt x="1412811" y="1061140"/>
                </a:cubicBezTo>
                <a:cubicBezTo>
                  <a:pt x="1389009" y="1083823"/>
                  <a:pt x="1363465" y="1108251"/>
                  <a:pt x="1312377" y="1108251"/>
                </a:cubicBezTo>
                <a:cubicBezTo>
                  <a:pt x="1261869" y="1108251"/>
                  <a:pt x="1236325" y="1083823"/>
                  <a:pt x="1213103" y="1061140"/>
                </a:cubicBezTo>
                <a:cubicBezTo>
                  <a:pt x="1192784" y="1041292"/>
                  <a:pt x="1173800" y="1023671"/>
                  <a:pt x="1140203" y="1019575"/>
                </a:cubicBezTo>
                <a:lnTo>
                  <a:pt x="1124860" y="1018681"/>
                </a:lnTo>
                <a:lnTo>
                  <a:pt x="1109907" y="1019575"/>
                </a:lnTo>
                <a:cubicBezTo>
                  <a:pt x="1077083" y="1023671"/>
                  <a:pt x="1058099" y="1041292"/>
                  <a:pt x="1037780" y="1061140"/>
                </a:cubicBezTo>
                <a:cubicBezTo>
                  <a:pt x="1014563" y="1083823"/>
                  <a:pt x="988431" y="1108251"/>
                  <a:pt x="937343" y="1108251"/>
                </a:cubicBezTo>
                <a:cubicBezTo>
                  <a:pt x="887352" y="1108251"/>
                  <a:pt x="861195" y="1083823"/>
                  <a:pt x="837942" y="1061140"/>
                </a:cubicBezTo>
                <a:cubicBezTo>
                  <a:pt x="817603" y="1041292"/>
                  <a:pt x="798587" y="1023671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803998" y="903313"/>
                  <a:pt x="828351" y="926061"/>
                  <a:pt x="850154" y="947279"/>
                </a:cubicBezTo>
                <a:cubicBezTo>
                  <a:pt x="873408" y="969911"/>
                  <a:pt x="894909" y="989642"/>
                  <a:pt x="937343" y="989642"/>
                </a:cubicBezTo>
                <a:cubicBezTo>
                  <a:pt x="980892" y="989642"/>
                  <a:pt x="1002368" y="969911"/>
                  <a:pt x="1025586" y="947279"/>
                </a:cubicBezTo>
                <a:cubicBezTo>
                  <a:pt x="1047357" y="926061"/>
                  <a:pt x="1071175" y="903313"/>
                  <a:pt x="1115684" y="900552"/>
                </a:cubicBezTo>
                <a:lnTo>
                  <a:pt x="1124860" y="900273"/>
                </a:lnTo>
                <a:lnTo>
                  <a:pt x="1134151" y="900552"/>
                </a:lnTo>
                <a:cubicBezTo>
                  <a:pt x="1179136" y="903313"/>
                  <a:pt x="1202980" y="926061"/>
                  <a:pt x="1225295" y="947279"/>
                </a:cubicBezTo>
                <a:cubicBezTo>
                  <a:pt x="1248517" y="969911"/>
                  <a:pt x="1270006" y="989642"/>
                  <a:pt x="1312377" y="989642"/>
                </a:cubicBezTo>
                <a:cubicBezTo>
                  <a:pt x="1355923" y="989642"/>
                  <a:pt x="1377398" y="969911"/>
                  <a:pt x="1400620" y="947279"/>
                </a:cubicBezTo>
                <a:cubicBezTo>
                  <a:pt x="1422391" y="926061"/>
                  <a:pt x="1446206" y="903313"/>
                  <a:pt x="1490715" y="900552"/>
                </a:cubicBezTo>
                <a:lnTo>
                  <a:pt x="1499902" y="900273"/>
                </a:lnTo>
                <a:lnTo>
                  <a:pt x="1509200" y="900552"/>
                </a:lnTo>
                <a:cubicBezTo>
                  <a:pt x="1554240" y="903313"/>
                  <a:pt x="1578118" y="926061"/>
                  <a:pt x="1600457" y="947279"/>
                </a:cubicBezTo>
                <a:cubicBezTo>
                  <a:pt x="1620811" y="967082"/>
                  <a:pt x="1639813" y="984664"/>
                  <a:pt x="1672675" y="988750"/>
                </a:cubicBezTo>
                <a:lnTo>
                  <a:pt x="1687656" y="989642"/>
                </a:lnTo>
                <a:lnTo>
                  <a:pt x="1702991" y="988750"/>
                </a:lnTo>
                <a:lnTo>
                  <a:pt x="1720794" y="982373"/>
                </a:lnTo>
                <a:lnTo>
                  <a:pt x="1720794" y="1000099"/>
                </a:lnTo>
                <a:lnTo>
                  <a:pt x="1696936" y="1007353"/>
                </a:lnTo>
                <a:lnTo>
                  <a:pt x="1687656" y="1007632"/>
                </a:lnTo>
                <a:lnTo>
                  <a:pt x="1678456" y="1007346"/>
                </a:lnTo>
                <a:cubicBezTo>
                  <a:pt x="1633891" y="1004524"/>
                  <a:pt x="1610048" y="981300"/>
                  <a:pt x="1588259" y="960626"/>
                </a:cubicBezTo>
                <a:cubicBezTo>
                  <a:pt x="1567905" y="940823"/>
                  <a:pt x="1548904" y="923241"/>
                  <a:pt x="1515254" y="919155"/>
                </a:cubicBezTo>
                <a:lnTo>
                  <a:pt x="1499902" y="918263"/>
                </a:lnTo>
                <a:lnTo>
                  <a:pt x="1484938" y="919155"/>
                </a:lnTo>
                <a:cubicBezTo>
                  <a:pt x="1452117" y="923241"/>
                  <a:pt x="1433131" y="940823"/>
                  <a:pt x="1412811" y="960626"/>
                </a:cubicBezTo>
                <a:cubicBezTo>
                  <a:pt x="1389009" y="983259"/>
                  <a:pt x="1363465" y="1007632"/>
                  <a:pt x="1312377" y="1007632"/>
                </a:cubicBezTo>
                <a:cubicBezTo>
                  <a:pt x="1261869" y="1007632"/>
                  <a:pt x="1236325" y="982678"/>
                  <a:pt x="1213103" y="960626"/>
                </a:cubicBezTo>
                <a:cubicBezTo>
                  <a:pt x="1192784" y="940823"/>
                  <a:pt x="1173800" y="923241"/>
                  <a:pt x="1140203" y="919155"/>
                </a:cubicBezTo>
                <a:lnTo>
                  <a:pt x="1124860" y="918263"/>
                </a:lnTo>
                <a:lnTo>
                  <a:pt x="1109907" y="919155"/>
                </a:lnTo>
                <a:cubicBezTo>
                  <a:pt x="1077083" y="923241"/>
                  <a:pt x="1058099" y="940823"/>
                  <a:pt x="1037780" y="960626"/>
                </a:cubicBezTo>
                <a:cubicBezTo>
                  <a:pt x="1014563" y="983259"/>
                  <a:pt x="988431" y="1007632"/>
                  <a:pt x="937343" y="1007632"/>
                </a:cubicBezTo>
                <a:cubicBezTo>
                  <a:pt x="887352" y="1007632"/>
                  <a:pt x="861195" y="982678"/>
                  <a:pt x="837942" y="960626"/>
                </a:cubicBezTo>
                <a:cubicBezTo>
                  <a:pt x="817603" y="940823"/>
                  <a:pt x="798587" y="923241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9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9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803998" y="803250"/>
                  <a:pt x="828351" y="826539"/>
                  <a:pt x="850154" y="847784"/>
                </a:cubicBezTo>
                <a:cubicBezTo>
                  <a:pt x="873408" y="869865"/>
                  <a:pt x="894909" y="890203"/>
                  <a:pt x="937343" y="890203"/>
                </a:cubicBezTo>
                <a:cubicBezTo>
                  <a:pt x="980892" y="890203"/>
                  <a:pt x="1002368" y="869865"/>
                  <a:pt x="1025586" y="847784"/>
                </a:cubicBezTo>
                <a:cubicBezTo>
                  <a:pt x="1047357" y="826539"/>
                  <a:pt x="1071175" y="803250"/>
                  <a:pt x="1115684" y="800422"/>
                </a:cubicBezTo>
                <a:lnTo>
                  <a:pt x="1124860" y="800136"/>
                </a:lnTo>
                <a:lnTo>
                  <a:pt x="1134151" y="800422"/>
                </a:lnTo>
                <a:cubicBezTo>
                  <a:pt x="1179136" y="803250"/>
                  <a:pt x="1202980" y="826539"/>
                  <a:pt x="1225295" y="847784"/>
                </a:cubicBezTo>
                <a:cubicBezTo>
                  <a:pt x="1248517" y="869865"/>
                  <a:pt x="1270006" y="890203"/>
                  <a:pt x="1312377" y="890203"/>
                </a:cubicBezTo>
                <a:cubicBezTo>
                  <a:pt x="1355923" y="890203"/>
                  <a:pt x="1377398" y="869865"/>
                  <a:pt x="1400620" y="847784"/>
                </a:cubicBezTo>
                <a:cubicBezTo>
                  <a:pt x="1422391" y="826539"/>
                  <a:pt x="1446206" y="803250"/>
                  <a:pt x="1490715" y="800422"/>
                </a:cubicBezTo>
                <a:lnTo>
                  <a:pt x="1499902" y="800136"/>
                </a:lnTo>
                <a:lnTo>
                  <a:pt x="1509200" y="800422"/>
                </a:lnTo>
                <a:cubicBezTo>
                  <a:pt x="1554240" y="803250"/>
                  <a:pt x="1578118" y="826539"/>
                  <a:pt x="1600457" y="847784"/>
                </a:cubicBezTo>
                <a:cubicBezTo>
                  <a:pt x="1620811" y="867105"/>
                  <a:pt x="1639813" y="885092"/>
                  <a:pt x="1672675" y="889286"/>
                </a:cubicBezTo>
                <a:lnTo>
                  <a:pt x="1687656" y="890203"/>
                </a:lnTo>
                <a:lnTo>
                  <a:pt x="1702991" y="889286"/>
                </a:lnTo>
                <a:lnTo>
                  <a:pt x="1720794" y="882808"/>
                </a:lnTo>
                <a:lnTo>
                  <a:pt x="1720794" y="903485"/>
                </a:lnTo>
                <a:lnTo>
                  <a:pt x="1696936" y="907931"/>
                </a:lnTo>
                <a:lnTo>
                  <a:pt x="1687656" y="908217"/>
                </a:lnTo>
                <a:lnTo>
                  <a:pt x="1678456" y="907931"/>
                </a:lnTo>
                <a:cubicBezTo>
                  <a:pt x="1633891" y="905103"/>
                  <a:pt x="1610048" y="881814"/>
                  <a:pt x="1588259" y="860568"/>
                </a:cubicBezTo>
                <a:cubicBezTo>
                  <a:pt x="1567905" y="841247"/>
                  <a:pt x="1548904" y="823261"/>
                  <a:pt x="1515254" y="819066"/>
                </a:cubicBezTo>
                <a:lnTo>
                  <a:pt x="1499902" y="818149"/>
                </a:lnTo>
                <a:lnTo>
                  <a:pt x="1484938" y="819066"/>
                </a:lnTo>
                <a:cubicBezTo>
                  <a:pt x="1452117" y="823261"/>
                  <a:pt x="1433131" y="841247"/>
                  <a:pt x="1412811" y="860568"/>
                </a:cubicBezTo>
                <a:cubicBezTo>
                  <a:pt x="1389009" y="883230"/>
                  <a:pt x="1363465" y="908217"/>
                  <a:pt x="1312377" y="908217"/>
                </a:cubicBezTo>
                <a:cubicBezTo>
                  <a:pt x="1261869" y="908217"/>
                  <a:pt x="1236325" y="883230"/>
                  <a:pt x="1213103" y="860568"/>
                </a:cubicBezTo>
                <a:cubicBezTo>
                  <a:pt x="1192784" y="841247"/>
                  <a:pt x="1173800" y="823261"/>
                  <a:pt x="1140203" y="819066"/>
                </a:cubicBezTo>
                <a:lnTo>
                  <a:pt x="1124860" y="818149"/>
                </a:lnTo>
                <a:lnTo>
                  <a:pt x="1109907" y="819066"/>
                </a:lnTo>
                <a:cubicBezTo>
                  <a:pt x="1077083" y="823261"/>
                  <a:pt x="1058099" y="841247"/>
                  <a:pt x="1037780" y="860568"/>
                </a:cubicBezTo>
                <a:cubicBezTo>
                  <a:pt x="1014563" y="883230"/>
                  <a:pt x="988431" y="908217"/>
                  <a:pt x="937343" y="908217"/>
                </a:cubicBezTo>
                <a:cubicBezTo>
                  <a:pt x="887352" y="908217"/>
                  <a:pt x="861195" y="883230"/>
                  <a:pt x="837942" y="860568"/>
                </a:cubicBezTo>
                <a:cubicBezTo>
                  <a:pt x="817603" y="841247"/>
                  <a:pt x="798587" y="823261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3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803998" y="704001"/>
                  <a:pt x="828351" y="726749"/>
                  <a:pt x="850154" y="747967"/>
                </a:cubicBezTo>
                <a:cubicBezTo>
                  <a:pt x="873408" y="770599"/>
                  <a:pt x="894909" y="790330"/>
                  <a:pt x="937343" y="790330"/>
                </a:cubicBezTo>
                <a:cubicBezTo>
                  <a:pt x="980892" y="790330"/>
                  <a:pt x="1002368" y="770599"/>
                  <a:pt x="1025586" y="747967"/>
                </a:cubicBezTo>
                <a:cubicBezTo>
                  <a:pt x="1047357" y="726749"/>
                  <a:pt x="1071175" y="704001"/>
                  <a:pt x="1115684" y="701241"/>
                </a:cubicBezTo>
                <a:lnTo>
                  <a:pt x="1124860" y="700961"/>
                </a:lnTo>
                <a:lnTo>
                  <a:pt x="1134151" y="701241"/>
                </a:lnTo>
                <a:cubicBezTo>
                  <a:pt x="1179136" y="704001"/>
                  <a:pt x="1202980" y="726749"/>
                  <a:pt x="1225295" y="747967"/>
                </a:cubicBezTo>
                <a:cubicBezTo>
                  <a:pt x="1248517" y="770599"/>
                  <a:pt x="1270006" y="790330"/>
                  <a:pt x="1312377" y="790330"/>
                </a:cubicBezTo>
                <a:cubicBezTo>
                  <a:pt x="1355923" y="790330"/>
                  <a:pt x="1377398" y="770599"/>
                  <a:pt x="1400620" y="747967"/>
                </a:cubicBezTo>
                <a:cubicBezTo>
                  <a:pt x="1422391" y="726749"/>
                  <a:pt x="1446206" y="704001"/>
                  <a:pt x="1490715" y="701241"/>
                </a:cubicBezTo>
                <a:lnTo>
                  <a:pt x="1499902" y="700961"/>
                </a:lnTo>
                <a:lnTo>
                  <a:pt x="1509200" y="701241"/>
                </a:lnTo>
                <a:cubicBezTo>
                  <a:pt x="1554240" y="704001"/>
                  <a:pt x="1578118" y="726749"/>
                  <a:pt x="1600457" y="747967"/>
                </a:cubicBezTo>
                <a:cubicBezTo>
                  <a:pt x="1620811" y="767771"/>
                  <a:pt x="1639813" y="785352"/>
                  <a:pt x="1672675" y="789438"/>
                </a:cubicBezTo>
                <a:lnTo>
                  <a:pt x="1687656" y="790330"/>
                </a:lnTo>
                <a:lnTo>
                  <a:pt x="1702991" y="789438"/>
                </a:lnTo>
                <a:lnTo>
                  <a:pt x="1720794" y="783061"/>
                </a:lnTo>
                <a:lnTo>
                  <a:pt x="1720794" y="803607"/>
                </a:lnTo>
                <a:lnTo>
                  <a:pt x="1696936" y="808035"/>
                </a:lnTo>
                <a:lnTo>
                  <a:pt x="1687656" y="808320"/>
                </a:lnTo>
                <a:lnTo>
                  <a:pt x="1678456" y="808035"/>
                </a:lnTo>
                <a:cubicBezTo>
                  <a:pt x="1633891" y="805212"/>
                  <a:pt x="1610048" y="781988"/>
                  <a:pt x="1588259" y="761314"/>
                </a:cubicBezTo>
                <a:cubicBezTo>
                  <a:pt x="1567905" y="741511"/>
                  <a:pt x="1548904" y="723929"/>
                  <a:pt x="1515254" y="719843"/>
                </a:cubicBezTo>
                <a:lnTo>
                  <a:pt x="1499902" y="718951"/>
                </a:lnTo>
                <a:lnTo>
                  <a:pt x="1484938" y="719843"/>
                </a:lnTo>
                <a:cubicBezTo>
                  <a:pt x="1452117" y="723929"/>
                  <a:pt x="1433131" y="741511"/>
                  <a:pt x="1412811" y="761314"/>
                </a:cubicBezTo>
                <a:cubicBezTo>
                  <a:pt x="1389009" y="783367"/>
                  <a:pt x="1363465" y="808320"/>
                  <a:pt x="1312377" y="808320"/>
                </a:cubicBezTo>
                <a:cubicBezTo>
                  <a:pt x="1261869" y="808320"/>
                  <a:pt x="1236325" y="783367"/>
                  <a:pt x="1213103" y="761314"/>
                </a:cubicBezTo>
                <a:cubicBezTo>
                  <a:pt x="1192784" y="741511"/>
                  <a:pt x="1173800" y="723929"/>
                  <a:pt x="1140203" y="719843"/>
                </a:cubicBezTo>
                <a:lnTo>
                  <a:pt x="1124860" y="718951"/>
                </a:lnTo>
                <a:lnTo>
                  <a:pt x="1109907" y="719843"/>
                </a:lnTo>
                <a:cubicBezTo>
                  <a:pt x="1077083" y="723929"/>
                  <a:pt x="1058099" y="741511"/>
                  <a:pt x="1037780" y="761314"/>
                </a:cubicBezTo>
                <a:cubicBezTo>
                  <a:pt x="1014563" y="783367"/>
                  <a:pt x="988431" y="808320"/>
                  <a:pt x="937343" y="808320"/>
                </a:cubicBezTo>
                <a:cubicBezTo>
                  <a:pt x="887352" y="808320"/>
                  <a:pt x="861195" y="783367"/>
                  <a:pt x="837942" y="761314"/>
                </a:cubicBezTo>
                <a:cubicBezTo>
                  <a:pt x="817603" y="741511"/>
                  <a:pt x="798587" y="723929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3" y="626131"/>
                  <a:pt x="696405" y="603383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803998" y="603383"/>
                  <a:pt x="828351" y="626131"/>
                  <a:pt x="850154" y="647348"/>
                </a:cubicBezTo>
                <a:cubicBezTo>
                  <a:pt x="873408" y="669981"/>
                  <a:pt x="894909" y="689712"/>
                  <a:pt x="937343" y="689712"/>
                </a:cubicBezTo>
                <a:cubicBezTo>
                  <a:pt x="980892" y="689712"/>
                  <a:pt x="1002368" y="669400"/>
                  <a:pt x="1025586" y="647348"/>
                </a:cubicBezTo>
                <a:cubicBezTo>
                  <a:pt x="1047357" y="626131"/>
                  <a:pt x="1071175" y="603383"/>
                  <a:pt x="1115684" y="600622"/>
                </a:cubicBezTo>
                <a:lnTo>
                  <a:pt x="1124860" y="600343"/>
                </a:lnTo>
                <a:lnTo>
                  <a:pt x="1134151" y="600622"/>
                </a:lnTo>
                <a:cubicBezTo>
                  <a:pt x="1179136" y="603383"/>
                  <a:pt x="1202980" y="626131"/>
                  <a:pt x="1225295" y="647348"/>
                </a:cubicBezTo>
                <a:cubicBezTo>
                  <a:pt x="1248517" y="669981"/>
                  <a:pt x="1270006" y="689712"/>
                  <a:pt x="1312377" y="689712"/>
                </a:cubicBezTo>
                <a:cubicBezTo>
                  <a:pt x="1355923" y="689712"/>
                  <a:pt x="1377398" y="669400"/>
                  <a:pt x="1400620" y="647348"/>
                </a:cubicBezTo>
                <a:cubicBezTo>
                  <a:pt x="1422391" y="626131"/>
                  <a:pt x="1446206" y="603383"/>
                  <a:pt x="1490715" y="600622"/>
                </a:cubicBezTo>
                <a:lnTo>
                  <a:pt x="1499902" y="600343"/>
                </a:lnTo>
                <a:lnTo>
                  <a:pt x="1509200" y="600622"/>
                </a:lnTo>
                <a:cubicBezTo>
                  <a:pt x="1554240" y="603383"/>
                  <a:pt x="1578118" y="626131"/>
                  <a:pt x="1600457" y="647348"/>
                </a:cubicBezTo>
                <a:cubicBezTo>
                  <a:pt x="1620811" y="667152"/>
                  <a:pt x="1639813" y="684734"/>
                  <a:pt x="1672675" y="688820"/>
                </a:cubicBezTo>
                <a:lnTo>
                  <a:pt x="1687656" y="689712"/>
                </a:lnTo>
                <a:lnTo>
                  <a:pt x="1702991" y="688796"/>
                </a:lnTo>
                <a:lnTo>
                  <a:pt x="1720794" y="682326"/>
                </a:lnTo>
                <a:lnTo>
                  <a:pt x="1720794" y="702976"/>
                </a:lnTo>
                <a:lnTo>
                  <a:pt x="1696936" y="707416"/>
                </a:lnTo>
                <a:lnTo>
                  <a:pt x="1687656" y="707701"/>
                </a:lnTo>
                <a:lnTo>
                  <a:pt x="1678456" y="707416"/>
                </a:lnTo>
                <a:cubicBezTo>
                  <a:pt x="1633891" y="704591"/>
                  <a:pt x="1610048" y="681333"/>
                  <a:pt x="1588259" y="660115"/>
                </a:cubicBezTo>
                <a:cubicBezTo>
                  <a:pt x="1567905" y="640820"/>
                  <a:pt x="1548904" y="622857"/>
                  <a:pt x="1515254" y="618668"/>
                </a:cubicBezTo>
                <a:lnTo>
                  <a:pt x="1499902" y="617752"/>
                </a:lnTo>
                <a:lnTo>
                  <a:pt x="1484938" y="618668"/>
                </a:lnTo>
                <a:cubicBezTo>
                  <a:pt x="1452117" y="622857"/>
                  <a:pt x="1433131" y="640820"/>
                  <a:pt x="1412811" y="660115"/>
                </a:cubicBezTo>
                <a:cubicBezTo>
                  <a:pt x="1389009" y="682748"/>
                  <a:pt x="1363465" y="707701"/>
                  <a:pt x="1312377" y="707701"/>
                </a:cubicBezTo>
                <a:cubicBezTo>
                  <a:pt x="1261869" y="707701"/>
                  <a:pt x="1236325" y="682748"/>
                  <a:pt x="1213103" y="660115"/>
                </a:cubicBezTo>
                <a:cubicBezTo>
                  <a:pt x="1192784" y="640820"/>
                  <a:pt x="1173800" y="622857"/>
                  <a:pt x="1140203" y="618668"/>
                </a:cubicBezTo>
                <a:lnTo>
                  <a:pt x="1124860" y="617752"/>
                </a:lnTo>
                <a:lnTo>
                  <a:pt x="1109907" y="618668"/>
                </a:lnTo>
                <a:cubicBezTo>
                  <a:pt x="1077083" y="622857"/>
                  <a:pt x="1058099" y="640820"/>
                  <a:pt x="1037780" y="660115"/>
                </a:cubicBezTo>
                <a:cubicBezTo>
                  <a:pt x="1014563" y="682748"/>
                  <a:pt x="988431" y="707701"/>
                  <a:pt x="937343" y="707701"/>
                </a:cubicBezTo>
                <a:cubicBezTo>
                  <a:pt x="887352" y="707701"/>
                  <a:pt x="861195" y="682748"/>
                  <a:pt x="837942" y="660115"/>
                </a:cubicBezTo>
                <a:cubicBezTo>
                  <a:pt x="817603" y="640820"/>
                  <a:pt x="798587" y="622857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803998" y="503556"/>
                  <a:pt x="828351" y="526814"/>
                  <a:pt x="850154" y="548032"/>
                </a:cubicBezTo>
                <a:cubicBezTo>
                  <a:pt x="873408" y="570084"/>
                  <a:pt x="894909" y="590395"/>
                  <a:pt x="937343" y="590395"/>
                </a:cubicBezTo>
                <a:cubicBezTo>
                  <a:pt x="980892" y="590395"/>
                  <a:pt x="1002368" y="570084"/>
                  <a:pt x="1025586" y="548032"/>
                </a:cubicBezTo>
                <a:cubicBezTo>
                  <a:pt x="1047357" y="526814"/>
                  <a:pt x="1071175" y="503556"/>
                  <a:pt x="1115684" y="500732"/>
                </a:cubicBezTo>
                <a:lnTo>
                  <a:pt x="1124860" y="500446"/>
                </a:lnTo>
                <a:lnTo>
                  <a:pt x="1134151" y="500732"/>
                </a:lnTo>
                <a:cubicBezTo>
                  <a:pt x="1179136" y="503556"/>
                  <a:pt x="1202980" y="526814"/>
                  <a:pt x="1225295" y="548032"/>
                </a:cubicBezTo>
                <a:cubicBezTo>
                  <a:pt x="1248517" y="570084"/>
                  <a:pt x="1270006" y="590395"/>
                  <a:pt x="1312377" y="590395"/>
                </a:cubicBezTo>
                <a:cubicBezTo>
                  <a:pt x="1355923" y="590395"/>
                  <a:pt x="1377398" y="570084"/>
                  <a:pt x="1400620" y="548032"/>
                </a:cubicBezTo>
                <a:cubicBezTo>
                  <a:pt x="1422391" y="526814"/>
                  <a:pt x="1446206" y="503556"/>
                  <a:pt x="1490715" y="500732"/>
                </a:cubicBezTo>
                <a:lnTo>
                  <a:pt x="1499902" y="500446"/>
                </a:lnTo>
                <a:lnTo>
                  <a:pt x="1509200" y="500732"/>
                </a:lnTo>
                <a:cubicBezTo>
                  <a:pt x="1554240" y="503556"/>
                  <a:pt x="1578118" y="526814"/>
                  <a:pt x="1600457" y="548032"/>
                </a:cubicBezTo>
                <a:cubicBezTo>
                  <a:pt x="1620811" y="567328"/>
                  <a:pt x="1639813" y="585290"/>
                  <a:pt x="1672675" y="589480"/>
                </a:cubicBezTo>
                <a:lnTo>
                  <a:pt x="1687656" y="590395"/>
                </a:lnTo>
                <a:lnTo>
                  <a:pt x="1702991" y="589480"/>
                </a:lnTo>
                <a:lnTo>
                  <a:pt x="1720794" y="583010"/>
                </a:lnTo>
                <a:lnTo>
                  <a:pt x="1720794" y="600273"/>
                </a:lnTo>
                <a:lnTo>
                  <a:pt x="1696936" y="607526"/>
                </a:lnTo>
                <a:lnTo>
                  <a:pt x="1687656" y="607805"/>
                </a:lnTo>
                <a:lnTo>
                  <a:pt x="1678456" y="607526"/>
                </a:lnTo>
                <a:cubicBezTo>
                  <a:pt x="1633891" y="604765"/>
                  <a:pt x="1610048" y="582017"/>
                  <a:pt x="1588259" y="560799"/>
                </a:cubicBezTo>
                <a:cubicBezTo>
                  <a:pt x="1567905" y="541504"/>
                  <a:pt x="1548904" y="523541"/>
                  <a:pt x="1515254" y="519352"/>
                </a:cubicBezTo>
                <a:lnTo>
                  <a:pt x="1499902" y="518436"/>
                </a:lnTo>
                <a:lnTo>
                  <a:pt x="1484938" y="519352"/>
                </a:lnTo>
                <a:cubicBezTo>
                  <a:pt x="1452117" y="523541"/>
                  <a:pt x="1433131" y="541504"/>
                  <a:pt x="1412811" y="560799"/>
                </a:cubicBezTo>
                <a:cubicBezTo>
                  <a:pt x="1389009" y="583432"/>
                  <a:pt x="1363465" y="607805"/>
                  <a:pt x="1312377" y="607805"/>
                </a:cubicBezTo>
                <a:cubicBezTo>
                  <a:pt x="1261869" y="607805"/>
                  <a:pt x="1236325" y="583432"/>
                  <a:pt x="1213103" y="560799"/>
                </a:cubicBezTo>
                <a:cubicBezTo>
                  <a:pt x="1192784" y="541504"/>
                  <a:pt x="1173800" y="523541"/>
                  <a:pt x="1140203" y="519352"/>
                </a:cubicBezTo>
                <a:lnTo>
                  <a:pt x="1124860" y="518436"/>
                </a:lnTo>
                <a:lnTo>
                  <a:pt x="1109907" y="519352"/>
                </a:lnTo>
                <a:cubicBezTo>
                  <a:pt x="1077083" y="523541"/>
                  <a:pt x="1058099" y="541504"/>
                  <a:pt x="1037780" y="560799"/>
                </a:cubicBezTo>
                <a:cubicBezTo>
                  <a:pt x="1014563" y="583432"/>
                  <a:pt x="988431" y="607805"/>
                  <a:pt x="937343" y="607805"/>
                </a:cubicBezTo>
                <a:cubicBezTo>
                  <a:pt x="887352" y="607805"/>
                  <a:pt x="861195" y="583432"/>
                  <a:pt x="837942" y="560799"/>
                </a:cubicBezTo>
                <a:cubicBezTo>
                  <a:pt x="817603" y="541504"/>
                  <a:pt x="798587" y="523541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2"/>
                  <a:pt x="613157" y="607805"/>
                  <a:pt x="562069" y="607805"/>
                </a:cubicBezTo>
                <a:cubicBezTo>
                  <a:pt x="512115" y="607805"/>
                  <a:pt x="485977" y="583432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2"/>
                  <a:pt x="238024" y="607805"/>
                  <a:pt x="187517" y="607805"/>
                </a:cubicBezTo>
                <a:cubicBezTo>
                  <a:pt x="137009" y="607805"/>
                  <a:pt x="111465" y="583432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2"/>
                  <a:pt x="144556" y="489978"/>
                  <a:pt x="187517" y="489978"/>
                </a:cubicBezTo>
                <a:cubicBezTo>
                  <a:pt x="230477" y="489978"/>
                  <a:pt x="251957" y="469622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2"/>
                  <a:pt x="519667" y="489978"/>
                  <a:pt x="562069" y="489978"/>
                </a:cubicBezTo>
                <a:cubicBezTo>
                  <a:pt x="605610" y="489978"/>
                  <a:pt x="627090" y="469622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803998" y="402944"/>
                  <a:pt x="828351" y="426255"/>
                  <a:pt x="850154" y="447520"/>
                </a:cubicBezTo>
                <a:cubicBezTo>
                  <a:pt x="873408" y="469622"/>
                  <a:pt x="894909" y="489978"/>
                  <a:pt x="937343" y="489978"/>
                </a:cubicBezTo>
                <a:cubicBezTo>
                  <a:pt x="980892" y="489978"/>
                  <a:pt x="1002368" y="469622"/>
                  <a:pt x="1025586" y="447520"/>
                </a:cubicBezTo>
                <a:cubicBezTo>
                  <a:pt x="1047357" y="426255"/>
                  <a:pt x="1071175" y="402944"/>
                  <a:pt x="1115684" y="400114"/>
                </a:cubicBezTo>
                <a:lnTo>
                  <a:pt x="1124860" y="399827"/>
                </a:lnTo>
                <a:lnTo>
                  <a:pt x="1134151" y="400114"/>
                </a:lnTo>
                <a:cubicBezTo>
                  <a:pt x="1179136" y="402944"/>
                  <a:pt x="1202980" y="426255"/>
                  <a:pt x="1225295" y="447520"/>
                </a:cubicBezTo>
                <a:cubicBezTo>
                  <a:pt x="1248517" y="469622"/>
                  <a:pt x="1270006" y="489978"/>
                  <a:pt x="1312377" y="489978"/>
                </a:cubicBezTo>
                <a:cubicBezTo>
                  <a:pt x="1355923" y="489978"/>
                  <a:pt x="1377398" y="469622"/>
                  <a:pt x="1400620" y="447520"/>
                </a:cubicBezTo>
                <a:cubicBezTo>
                  <a:pt x="1422391" y="426255"/>
                  <a:pt x="1446206" y="402944"/>
                  <a:pt x="1490715" y="400114"/>
                </a:cubicBezTo>
                <a:lnTo>
                  <a:pt x="1499902" y="399827"/>
                </a:lnTo>
                <a:lnTo>
                  <a:pt x="1509200" y="400114"/>
                </a:lnTo>
                <a:cubicBezTo>
                  <a:pt x="1554240" y="402944"/>
                  <a:pt x="1578118" y="426255"/>
                  <a:pt x="1600457" y="447520"/>
                </a:cubicBezTo>
                <a:cubicBezTo>
                  <a:pt x="1620811" y="466859"/>
                  <a:pt x="1639813" y="484862"/>
                  <a:pt x="1672675" y="489060"/>
                </a:cubicBezTo>
                <a:lnTo>
                  <a:pt x="1687656" y="489978"/>
                </a:lnTo>
                <a:lnTo>
                  <a:pt x="1702991" y="489060"/>
                </a:lnTo>
                <a:lnTo>
                  <a:pt x="1720794" y="482576"/>
                </a:lnTo>
                <a:lnTo>
                  <a:pt x="1720794" y="502790"/>
                </a:lnTo>
                <a:lnTo>
                  <a:pt x="1696936" y="507147"/>
                </a:lnTo>
                <a:lnTo>
                  <a:pt x="1687656" y="507427"/>
                </a:lnTo>
                <a:lnTo>
                  <a:pt x="1678456" y="507147"/>
                </a:lnTo>
                <a:cubicBezTo>
                  <a:pt x="1633891" y="504380"/>
                  <a:pt x="1610048" y="481581"/>
                  <a:pt x="1588259" y="460316"/>
                </a:cubicBezTo>
                <a:cubicBezTo>
                  <a:pt x="1567905" y="440977"/>
                  <a:pt x="1548904" y="422974"/>
                  <a:pt x="1515254" y="418775"/>
                </a:cubicBezTo>
                <a:lnTo>
                  <a:pt x="1499902" y="417857"/>
                </a:lnTo>
                <a:lnTo>
                  <a:pt x="1484938" y="418752"/>
                </a:lnTo>
                <a:cubicBezTo>
                  <a:pt x="1452117" y="422847"/>
                  <a:pt x="1433131" y="440468"/>
                  <a:pt x="1412811" y="460316"/>
                </a:cubicBezTo>
                <a:cubicBezTo>
                  <a:pt x="1389009" y="482999"/>
                  <a:pt x="1363465" y="507427"/>
                  <a:pt x="1312377" y="507427"/>
                </a:cubicBezTo>
                <a:cubicBezTo>
                  <a:pt x="1261869" y="507427"/>
                  <a:pt x="1236325" y="482999"/>
                  <a:pt x="1213103" y="460316"/>
                </a:cubicBezTo>
                <a:cubicBezTo>
                  <a:pt x="1192784" y="440977"/>
                  <a:pt x="1173800" y="422974"/>
                  <a:pt x="1140203" y="418775"/>
                </a:cubicBezTo>
                <a:lnTo>
                  <a:pt x="1124860" y="417857"/>
                </a:lnTo>
                <a:lnTo>
                  <a:pt x="1109907" y="418752"/>
                </a:lnTo>
                <a:cubicBezTo>
                  <a:pt x="1077083" y="422847"/>
                  <a:pt x="1058099" y="440468"/>
                  <a:pt x="1037780" y="460316"/>
                </a:cubicBezTo>
                <a:cubicBezTo>
                  <a:pt x="1014563" y="482999"/>
                  <a:pt x="988431" y="507427"/>
                  <a:pt x="937343" y="507427"/>
                </a:cubicBezTo>
                <a:cubicBezTo>
                  <a:pt x="887352" y="507427"/>
                  <a:pt x="861195" y="482999"/>
                  <a:pt x="837942" y="460316"/>
                </a:cubicBezTo>
                <a:cubicBezTo>
                  <a:pt x="817603" y="440977"/>
                  <a:pt x="798587" y="422974"/>
                  <a:pt x="764952" y="418775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3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4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803998" y="303045"/>
                  <a:pt x="828351" y="326334"/>
                  <a:pt x="850154" y="347579"/>
                </a:cubicBezTo>
                <a:cubicBezTo>
                  <a:pt x="873408" y="369660"/>
                  <a:pt x="894909" y="389998"/>
                  <a:pt x="937343" y="389998"/>
                </a:cubicBezTo>
                <a:cubicBezTo>
                  <a:pt x="980892" y="389998"/>
                  <a:pt x="1002368" y="369660"/>
                  <a:pt x="1025586" y="347579"/>
                </a:cubicBezTo>
                <a:cubicBezTo>
                  <a:pt x="1047357" y="326334"/>
                  <a:pt x="1071175" y="303045"/>
                  <a:pt x="1115684" y="300217"/>
                </a:cubicBezTo>
                <a:lnTo>
                  <a:pt x="1124860" y="299931"/>
                </a:lnTo>
                <a:lnTo>
                  <a:pt x="1134151" y="300217"/>
                </a:lnTo>
                <a:cubicBezTo>
                  <a:pt x="1179136" y="303045"/>
                  <a:pt x="1202980" y="326334"/>
                  <a:pt x="1225295" y="347579"/>
                </a:cubicBezTo>
                <a:cubicBezTo>
                  <a:pt x="1248517" y="369660"/>
                  <a:pt x="1270006" y="389998"/>
                  <a:pt x="1312377" y="389998"/>
                </a:cubicBezTo>
                <a:cubicBezTo>
                  <a:pt x="1355923" y="389998"/>
                  <a:pt x="1377398" y="369660"/>
                  <a:pt x="1400620" y="347579"/>
                </a:cubicBezTo>
                <a:cubicBezTo>
                  <a:pt x="1422391" y="326334"/>
                  <a:pt x="1446206" y="303045"/>
                  <a:pt x="1490715" y="300217"/>
                </a:cubicBezTo>
                <a:lnTo>
                  <a:pt x="1499902" y="299931"/>
                </a:lnTo>
                <a:lnTo>
                  <a:pt x="1509200" y="300217"/>
                </a:lnTo>
                <a:cubicBezTo>
                  <a:pt x="1554240" y="303045"/>
                  <a:pt x="1578118" y="326334"/>
                  <a:pt x="1600457" y="347579"/>
                </a:cubicBezTo>
                <a:cubicBezTo>
                  <a:pt x="1620811" y="366900"/>
                  <a:pt x="1639813" y="384886"/>
                  <a:pt x="1672675" y="389081"/>
                </a:cubicBezTo>
                <a:lnTo>
                  <a:pt x="1687656" y="389998"/>
                </a:lnTo>
                <a:lnTo>
                  <a:pt x="1702991" y="389081"/>
                </a:lnTo>
                <a:lnTo>
                  <a:pt x="1720794" y="382603"/>
                </a:lnTo>
                <a:lnTo>
                  <a:pt x="1720794" y="403280"/>
                </a:lnTo>
                <a:lnTo>
                  <a:pt x="1696936" y="407725"/>
                </a:lnTo>
                <a:lnTo>
                  <a:pt x="1687656" y="408011"/>
                </a:lnTo>
                <a:lnTo>
                  <a:pt x="1678456" y="407725"/>
                </a:lnTo>
                <a:cubicBezTo>
                  <a:pt x="1633891" y="404897"/>
                  <a:pt x="1610048" y="381609"/>
                  <a:pt x="1588259" y="360363"/>
                </a:cubicBezTo>
                <a:cubicBezTo>
                  <a:pt x="1567905" y="341042"/>
                  <a:pt x="1548904" y="323056"/>
                  <a:pt x="1515254" y="318861"/>
                </a:cubicBezTo>
                <a:lnTo>
                  <a:pt x="1499902" y="317944"/>
                </a:lnTo>
                <a:lnTo>
                  <a:pt x="1484938" y="318861"/>
                </a:lnTo>
                <a:cubicBezTo>
                  <a:pt x="1452117" y="323056"/>
                  <a:pt x="1433131" y="341042"/>
                  <a:pt x="1412811" y="360363"/>
                </a:cubicBezTo>
                <a:cubicBezTo>
                  <a:pt x="1389009" y="383025"/>
                  <a:pt x="1363465" y="408011"/>
                  <a:pt x="1312377" y="408011"/>
                </a:cubicBezTo>
                <a:cubicBezTo>
                  <a:pt x="1261869" y="408011"/>
                  <a:pt x="1236325" y="383025"/>
                  <a:pt x="1213103" y="360363"/>
                </a:cubicBezTo>
                <a:cubicBezTo>
                  <a:pt x="1192784" y="341042"/>
                  <a:pt x="1173800" y="323056"/>
                  <a:pt x="1140203" y="318861"/>
                </a:cubicBezTo>
                <a:lnTo>
                  <a:pt x="1124860" y="317944"/>
                </a:lnTo>
                <a:lnTo>
                  <a:pt x="1109907" y="318861"/>
                </a:lnTo>
                <a:cubicBezTo>
                  <a:pt x="1077083" y="323056"/>
                  <a:pt x="1058099" y="341042"/>
                  <a:pt x="1037780" y="360363"/>
                </a:cubicBezTo>
                <a:cubicBezTo>
                  <a:pt x="1014563" y="383025"/>
                  <a:pt x="988431" y="408011"/>
                  <a:pt x="937343" y="408011"/>
                </a:cubicBezTo>
                <a:cubicBezTo>
                  <a:pt x="887352" y="408011"/>
                  <a:pt x="861195" y="383025"/>
                  <a:pt x="837942" y="360363"/>
                </a:cubicBezTo>
                <a:cubicBezTo>
                  <a:pt x="817603" y="341042"/>
                  <a:pt x="798587" y="323056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803998" y="203623"/>
                  <a:pt x="828351" y="226847"/>
                  <a:pt x="850154" y="247521"/>
                </a:cubicBezTo>
                <a:cubicBezTo>
                  <a:pt x="873408" y="270154"/>
                  <a:pt x="894909" y="289884"/>
                  <a:pt x="937343" y="289884"/>
                </a:cubicBezTo>
                <a:cubicBezTo>
                  <a:pt x="980892" y="289884"/>
                  <a:pt x="1002368" y="270154"/>
                  <a:pt x="1025586" y="247521"/>
                </a:cubicBezTo>
                <a:cubicBezTo>
                  <a:pt x="1047357" y="226847"/>
                  <a:pt x="1071175" y="203623"/>
                  <a:pt x="1115684" y="200801"/>
                </a:cubicBezTo>
                <a:lnTo>
                  <a:pt x="1124860" y="200515"/>
                </a:lnTo>
                <a:lnTo>
                  <a:pt x="1134151" y="200801"/>
                </a:lnTo>
                <a:cubicBezTo>
                  <a:pt x="1179136" y="203623"/>
                  <a:pt x="1202980" y="226847"/>
                  <a:pt x="1225295" y="247521"/>
                </a:cubicBezTo>
                <a:cubicBezTo>
                  <a:pt x="1248517" y="270154"/>
                  <a:pt x="1270006" y="289884"/>
                  <a:pt x="1312377" y="289884"/>
                </a:cubicBezTo>
                <a:cubicBezTo>
                  <a:pt x="1355923" y="289884"/>
                  <a:pt x="1377398" y="270154"/>
                  <a:pt x="1400620" y="247521"/>
                </a:cubicBezTo>
                <a:cubicBezTo>
                  <a:pt x="1422391" y="226847"/>
                  <a:pt x="1446206" y="203623"/>
                  <a:pt x="1490715" y="200801"/>
                </a:cubicBezTo>
                <a:lnTo>
                  <a:pt x="1499902" y="200515"/>
                </a:lnTo>
                <a:lnTo>
                  <a:pt x="1509200" y="200801"/>
                </a:lnTo>
                <a:cubicBezTo>
                  <a:pt x="1554240" y="203623"/>
                  <a:pt x="1578118" y="226847"/>
                  <a:pt x="1600457" y="247521"/>
                </a:cubicBezTo>
                <a:cubicBezTo>
                  <a:pt x="1620811" y="267325"/>
                  <a:pt x="1639813" y="284906"/>
                  <a:pt x="1672675" y="288992"/>
                </a:cubicBezTo>
                <a:lnTo>
                  <a:pt x="1687656" y="289884"/>
                </a:lnTo>
                <a:lnTo>
                  <a:pt x="1702991" y="288992"/>
                </a:lnTo>
                <a:lnTo>
                  <a:pt x="1720794" y="282616"/>
                </a:lnTo>
                <a:lnTo>
                  <a:pt x="1720794" y="300342"/>
                </a:lnTo>
                <a:lnTo>
                  <a:pt x="1696936" y="307595"/>
                </a:lnTo>
                <a:lnTo>
                  <a:pt x="1687656" y="307874"/>
                </a:lnTo>
                <a:lnTo>
                  <a:pt x="1678456" y="307595"/>
                </a:lnTo>
                <a:cubicBezTo>
                  <a:pt x="1633891" y="304835"/>
                  <a:pt x="1610048" y="282086"/>
                  <a:pt x="1588259" y="260869"/>
                </a:cubicBezTo>
                <a:cubicBezTo>
                  <a:pt x="1567905" y="241065"/>
                  <a:pt x="1548904" y="223484"/>
                  <a:pt x="1515254" y="219397"/>
                </a:cubicBezTo>
                <a:lnTo>
                  <a:pt x="1499902" y="218505"/>
                </a:lnTo>
                <a:lnTo>
                  <a:pt x="1484938" y="219397"/>
                </a:lnTo>
                <a:cubicBezTo>
                  <a:pt x="1452117" y="223484"/>
                  <a:pt x="1433131" y="241065"/>
                  <a:pt x="1412811" y="260869"/>
                </a:cubicBezTo>
                <a:cubicBezTo>
                  <a:pt x="1389009" y="283501"/>
                  <a:pt x="1363465" y="307874"/>
                  <a:pt x="1312377" y="307874"/>
                </a:cubicBezTo>
                <a:cubicBezTo>
                  <a:pt x="1261869" y="307874"/>
                  <a:pt x="1236325" y="283501"/>
                  <a:pt x="1213103" y="260869"/>
                </a:cubicBezTo>
                <a:cubicBezTo>
                  <a:pt x="1192784" y="241065"/>
                  <a:pt x="1173800" y="223484"/>
                  <a:pt x="1140203" y="219397"/>
                </a:cubicBezTo>
                <a:lnTo>
                  <a:pt x="1124860" y="218505"/>
                </a:lnTo>
                <a:lnTo>
                  <a:pt x="1109907" y="219397"/>
                </a:lnTo>
                <a:cubicBezTo>
                  <a:pt x="1077083" y="223484"/>
                  <a:pt x="1058099" y="241065"/>
                  <a:pt x="1037780" y="260869"/>
                </a:cubicBezTo>
                <a:cubicBezTo>
                  <a:pt x="1014563" y="283501"/>
                  <a:pt x="988431" y="307874"/>
                  <a:pt x="937343" y="307874"/>
                </a:cubicBezTo>
                <a:cubicBezTo>
                  <a:pt x="887352" y="307874"/>
                  <a:pt x="861195" y="283501"/>
                  <a:pt x="837942" y="260869"/>
                </a:cubicBezTo>
                <a:cubicBezTo>
                  <a:pt x="817603" y="241065"/>
                  <a:pt x="798587" y="223484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4"/>
                  <a:pt x="682831" y="241065"/>
                  <a:pt x="662511" y="260869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9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9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9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7"/>
                </a:lnTo>
                <a:cubicBezTo>
                  <a:pt x="803998" y="102943"/>
                  <a:pt x="828351" y="125742"/>
                  <a:pt x="850154" y="147008"/>
                </a:cubicBezTo>
                <a:cubicBezTo>
                  <a:pt x="873408" y="169691"/>
                  <a:pt x="894909" y="189466"/>
                  <a:pt x="937343" y="189466"/>
                </a:cubicBezTo>
                <a:cubicBezTo>
                  <a:pt x="980892" y="189466"/>
                  <a:pt x="1002368" y="169691"/>
                  <a:pt x="1025586" y="147008"/>
                </a:cubicBezTo>
                <a:cubicBezTo>
                  <a:pt x="1047357" y="126288"/>
                  <a:pt x="1071175" y="103012"/>
                  <a:pt x="1115684" y="100183"/>
                </a:cubicBezTo>
                <a:lnTo>
                  <a:pt x="1124860" y="99897"/>
                </a:lnTo>
                <a:lnTo>
                  <a:pt x="1134151" y="100177"/>
                </a:lnTo>
                <a:cubicBezTo>
                  <a:pt x="1179136" y="102943"/>
                  <a:pt x="1202980" y="125742"/>
                  <a:pt x="1225295" y="147008"/>
                </a:cubicBezTo>
                <a:cubicBezTo>
                  <a:pt x="1248517" y="169691"/>
                  <a:pt x="1270006" y="189466"/>
                  <a:pt x="1312377" y="189466"/>
                </a:cubicBezTo>
                <a:cubicBezTo>
                  <a:pt x="1355923" y="189466"/>
                  <a:pt x="1377398" y="169691"/>
                  <a:pt x="1400620" y="147008"/>
                </a:cubicBezTo>
                <a:cubicBezTo>
                  <a:pt x="1422391" y="126288"/>
                  <a:pt x="1446206" y="103012"/>
                  <a:pt x="1490715" y="100183"/>
                </a:cubicBezTo>
                <a:lnTo>
                  <a:pt x="1499902" y="99897"/>
                </a:lnTo>
                <a:lnTo>
                  <a:pt x="1509200" y="100177"/>
                </a:lnTo>
                <a:cubicBezTo>
                  <a:pt x="1554240" y="102943"/>
                  <a:pt x="1578118" y="125742"/>
                  <a:pt x="1600457" y="147008"/>
                </a:cubicBezTo>
                <a:cubicBezTo>
                  <a:pt x="1620811" y="166856"/>
                  <a:pt x="1639813" y="184477"/>
                  <a:pt x="1672675" y="188572"/>
                </a:cubicBezTo>
                <a:lnTo>
                  <a:pt x="1687656" y="189466"/>
                </a:lnTo>
                <a:lnTo>
                  <a:pt x="1702991" y="188572"/>
                </a:lnTo>
                <a:lnTo>
                  <a:pt x="1720794" y="182181"/>
                </a:lnTo>
                <a:lnTo>
                  <a:pt x="1720794" y="202859"/>
                </a:lnTo>
                <a:lnTo>
                  <a:pt x="1696936" y="207216"/>
                </a:lnTo>
                <a:lnTo>
                  <a:pt x="1687656" y="207496"/>
                </a:lnTo>
                <a:lnTo>
                  <a:pt x="1678456" y="207216"/>
                </a:lnTo>
                <a:cubicBezTo>
                  <a:pt x="1633891" y="204450"/>
                  <a:pt x="1610048" y="181651"/>
                  <a:pt x="1588259" y="160385"/>
                </a:cubicBezTo>
                <a:cubicBezTo>
                  <a:pt x="1567905" y="140537"/>
                  <a:pt x="1548904" y="122916"/>
                  <a:pt x="1515254" y="118821"/>
                </a:cubicBezTo>
                <a:lnTo>
                  <a:pt x="1499902" y="117927"/>
                </a:lnTo>
                <a:lnTo>
                  <a:pt x="1484938" y="118821"/>
                </a:lnTo>
                <a:cubicBezTo>
                  <a:pt x="1452117" y="122916"/>
                  <a:pt x="1433131" y="140537"/>
                  <a:pt x="1412811" y="160385"/>
                </a:cubicBezTo>
                <a:cubicBezTo>
                  <a:pt x="1389009" y="183068"/>
                  <a:pt x="1363465" y="207496"/>
                  <a:pt x="1312377" y="207496"/>
                </a:cubicBezTo>
                <a:cubicBezTo>
                  <a:pt x="1261869" y="207496"/>
                  <a:pt x="1236325" y="183068"/>
                  <a:pt x="1213103" y="160385"/>
                </a:cubicBezTo>
                <a:cubicBezTo>
                  <a:pt x="1192784" y="140537"/>
                  <a:pt x="1173800" y="122916"/>
                  <a:pt x="1140203" y="118821"/>
                </a:cubicBezTo>
                <a:lnTo>
                  <a:pt x="1124860" y="117927"/>
                </a:lnTo>
                <a:lnTo>
                  <a:pt x="1109907" y="118821"/>
                </a:lnTo>
                <a:cubicBezTo>
                  <a:pt x="1077083" y="122916"/>
                  <a:pt x="1058099" y="140537"/>
                  <a:pt x="1037780" y="160385"/>
                </a:cubicBezTo>
                <a:cubicBezTo>
                  <a:pt x="1014563" y="183068"/>
                  <a:pt x="988431" y="207496"/>
                  <a:pt x="937343" y="207496"/>
                </a:cubicBezTo>
                <a:cubicBezTo>
                  <a:pt x="887352" y="207496"/>
                  <a:pt x="861195" y="183068"/>
                  <a:pt x="837942" y="160385"/>
                </a:cubicBezTo>
                <a:cubicBezTo>
                  <a:pt x="817603" y="140537"/>
                  <a:pt x="798587" y="122916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7"/>
                  <a:pt x="99855" y="47649"/>
                </a:cubicBezTo>
                <a:cubicBezTo>
                  <a:pt x="123076" y="69730"/>
                  <a:pt x="144556" y="90068"/>
                  <a:pt x="187517" y="90068"/>
                </a:cubicBezTo>
                <a:cubicBezTo>
                  <a:pt x="230477" y="90068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1" y="47649"/>
                </a:cubicBezTo>
                <a:cubicBezTo>
                  <a:pt x="498175" y="69730"/>
                  <a:pt x="519667" y="90068"/>
                  <a:pt x="562069" y="90068"/>
                </a:cubicBezTo>
                <a:cubicBezTo>
                  <a:pt x="605610" y="90068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800739" y="0"/>
                  <a:pt x="826901" y="24987"/>
                  <a:pt x="850154" y="47649"/>
                </a:cubicBezTo>
                <a:cubicBezTo>
                  <a:pt x="873408" y="69730"/>
                  <a:pt x="894909" y="90068"/>
                  <a:pt x="937343" y="90068"/>
                </a:cubicBezTo>
                <a:cubicBezTo>
                  <a:pt x="980892" y="90068"/>
                  <a:pt x="1002368" y="69730"/>
                  <a:pt x="1025586" y="47649"/>
                </a:cubicBezTo>
                <a:cubicBezTo>
                  <a:pt x="1047357" y="26403"/>
                  <a:pt x="1071175" y="3114"/>
                  <a:pt x="1115684" y="286"/>
                </a:cubicBezTo>
                <a:lnTo>
                  <a:pt x="1124860" y="0"/>
                </a:lnTo>
                <a:cubicBezTo>
                  <a:pt x="1175948" y="0"/>
                  <a:pt x="1201492" y="24987"/>
                  <a:pt x="1225295" y="47649"/>
                </a:cubicBezTo>
                <a:cubicBezTo>
                  <a:pt x="1248517" y="69730"/>
                  <a:pt x="1270006" y="90068"/>
                  <a:pt x="1312377" y="90068"/>
                </a:cubicBezTo>
                <a:cubicBezTo>
                  <a:pt x="1355923" y="90068"/>
                  <a:pt x="1377398" y="69730"/>
                  <a:pt x="1400620" y="47649"/>
                </a:cubicBezTo>
                <a:cubicBezTo>
                  <a:pt x="1422391" y="26403"/>
                  <a:pt x="1446206" y="3114"/>
                  <a:pt x="1490715" y="286"/>
                </a:cubicBezTo>
                <a:lnTo>
                  <a:pt x="1499902" y="0"/>
                </a:lnTo>
                <a:cubicBezTo>
                  <a:pt x="1551049" y="0"/>
                  <a:pt x="1576632" y="24987"/>
                  <a:pt x="1600457" y="47649"/>
                </a:cubicBezTo>
                <a:cubicBezTo>
                  <a:pt x="1620811" y="66970"/>
                  <a:pt x="1639813" y="84956"/>
                  <a:pt x="1672675" y="89151"/>
                </a:cubicBezTo>
                <a:lnTo>
                  <a:pt x="1687656" y="90068"/>
                </a:lnTo>
                <a:lnTo>
                  <a:pt x="1702991" y="89151"/>
                </a:lnTo>
                <a:lnTo>
                  <a:pt x="1720794" y="82672"/>
                </a:lnTo>
                <a:lnTo>
                  <a:pt x="1720794" y="103349"/>
                </a:lnTo>
                <a:lnTo>
                  <a:pt x="1696936" y="107795"/>
                </a:lnTo>
                <a:lnTo>
                  <a:pt x="1687656" y="108081"/>
                </a:lnTo>
                <a:lnTo>
                  <a:pt x="1678456" y="107795"/>
                </a:lnTo>
                <a:cubicBezTo>
                  <a:pt x="1633891" y="104967"/>
                  <a:pt x="1610048" y="81678"/>
                  <a:pt x="1588259" y="60433"/>
                </a:cubicBezTo>
                <a:cubicBezTo>
                  <a:pt x="1567905" y="41112"/>
                  <a:pt x="1548904" y="23125"/>
                  <a:pt x="1515254" y="18931"/>
                </a:cubicBezTo>
                <a:lnTo>
                  <a:pt x="1499902" y="18014"/>
                </a:lnTo>
                <a:lnTo>
                  <a:pt x="1484938" y="18931"/>
                </a:lnTo>
                <a:cubicBezTo>
                  <a:pt x="1452117" y="23125"/>
                  <a:pt x="1433131" y="41112"/>
                  <a:pt x="1412811" y="60433"/>
                </a:cubicBezTo>
                <a:cubicBezTo>
                  <a:pt x="1389009" y="83095"/>
                  <a:pt x="1363465" y="108081"/>
                  <a:pt x="1312377" y="108081"/>
                </a:cubicBezTo>
                <a:cubicBezTo>
                  <a:pt x="1261869" y="108081"/>
                  <a:pt x="1236325" y="83095"/>
                  <a:pt x="1213103" y="60433"/>
                </a:cubicBezTo>
                <a:cubicBezTo>
                  <a:pt x="1192784" y="41112"/>
                  <a:pt x="1173800" y="23125"/>
                  <a:pt x="1140203" y="18931"/>
                </a:cubicBezTo>
                <a:lnTo>
                  <a:pt x="1124860" y="18014"/>
                </a:lnTo>
                <a:lnTo>
                  <a:pt x="1109907" y="18931"/>
                </a:lnTo>
                <a:cubicBezTo>
                  <a:pt x="1077083" y="23125"/>
                  <a:pt x="1058099" y="41112"/>
                  <a:pt x="1037780" y="60433"/>
                </a:cubicBezTo>
                <a:cubicBezTo>
                  <a:pt x="1014563" y="83095"/>
                  <a:pt x="988431" y="108081"/>
                  <a:pt x="937343" y="108081"/>
                </a:cubicBezTo>
                <a:cubicBezTo>
                  <a:pt x="887352" y="108081"/>
                  <a:pt x="861195" y="83095"/>
                  <a:pt x="837942" y="60433"/>
                </a:cubicBezTo>
                <a:cubicBezTo>
                  <a:pt x="817603" y="41112"/>
                  <a:pt x="798587" y="23125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2"/>
                  <a:pt x="662511" y="60433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3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3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09" y="108081"/>
                  <a:pt x="111465" y="83095"/>
                  <a:pt x="87663" y="60433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B07BAA09-FB80-49AF-98F7-F76DC9F474D2}"/>
              </a:ext>
            </a:extLst>
          </p:cNvPr>
          <p:cNvSpPr>
            <a:spLocks/>
          </p:cNvSpPr>
          <p:nvPr/>
        </p:nvSpPr>
        <p:spPr bwMode="auto">
          <a:xfrm>
            <a:off x="10471205" y="3429305"/>
            <a:ext cx="1720794" cy="1708593"/>
          </a:xfrm>
          <a:custGeom>
            <a:avLst/>
            <a:gdLst>
              <a:gd name="connsiteX0" fmla="*/ 0 w 1720794"/>
              <a:gd name="connsiteY0" fmla="*/ 1600512 h 1708593"/>
              <a:gd name="connsiteX1" fmla="*/ 99855 w 1720794"/>
              <a:gd name="connsiteY1" fmla="*/ 1648161 h 1708593"/>
              <a:gd name="connsiteX2" fmla="*/ 187517 w 1720794"/>
              <a:gd name="connsiteY2" fmla="*/ 1690580 h 1708593"/>
              <a:gd name="connsiteX3" fmla="*/ 275179 w 1720794"/>
              <a:gd name="connsiteY3" fmla="*/ 1648161 h 1708593"/>
              <a:gd name="connsiteX4" fmla="*/ 375034 w 1720794"/>
              <a:gd name="connsiteY4" fmla="*/ 1600512 h 1708593"/>
              <a:gd name="connsiteX5" fmla="*/ 474941 w 1720794"/>
              <a:gd name="connsiteY5" fmla="*/ 1648161 h 1708593"/>
              <a:gd name="connsiteX6" fmla="*/ 562069 w 1720794"/>
              <a:gd name="connsiteY6" fmla="*/ 1690580 h 1708593"/>
              <a:gd name="connsiteX7" fmla="*/ 650315 w 1720794"/>
              <a:gd name="connsiteY7" fmla="*/ 1648161 h 1708593"/>
              <a:gd name="connsiteX8" fmla="*/ 740506 w 1720794"/>
              <a:gd name="connsiteY8" fmla="*/ 1600798 h 1708593"/>
              <a:gd name="connsiteX9" fmla="*/ 749586 w 1720794"/>
              <a:gd name="connsiteY9" fmla="*/ 1600512 h 1708593"/>
              <a:gd name="connsiteX10" fmla="*/ 758889 w 1720794"/>
              <a:gd name="connsiteY10" fmla="*/ 1600798 h 1708593"/>
              <a:gd name="connsiteX11" fmla="*/ 850154 w 1720794"/>
              <a:gd name="connsiteY11" fmla="*/ 1648161 h 1708593"/>
              <a:gd name="connsiteX12" fmla="*/ 937343 w 1720794"/>
              <a:gd name="connsiteY12" fmla="*/ 1690580 h 1708593"/>
              <a:gd name="connsiteX13" fmla="*/ 1025586 w 1720794"/>
              <a:gd name="connsiteY13" fmla="*/ 1648161 h 1708593"/>
              <a:gd name="connsiteX14" fmla="*/ 1115684 w 1720794"/>
              <a:gd name="connsiteY14" fmla="*/ 1600798 h 1708593"/>
              <a:gd name="connsiteX15" fmla="*/ 1124860 w 1720794"/>
              <a:gd name="connsiteY15" fmla="*/ 1600512 h 1708593"/>
              <a:gd name="connsiteX16" fmla="*/ 1134151 w 1720794"/>
              <a:gd name="connsiteY16" fmla="*/ 1600798 h 1708593"/>
              <a:gd name="connsiteX17" fmla="*/ 1225295 w 1720794"/>
              <a:gd name="connsiteY17" fmla="*/ 1648161 h 1708593"/>
              <a:gd name="connsiteX18" fmla="*/ 1312377 w 1720794"/>
              <a:gd name="connsiteY18" fmla="*/ 1690580 h 1708593"/>
              <a:gd name="connsiteX19" fmla="*/ 1400620 w 1720794"/>
              <a:gd name="connsiteY19" fmla="*/ 1648161 h 1708593"/>
              <a:gd name="connsiteX20" fmla="*/ 1490715 w 1720794"/>
              <a:gd name="connsiteY20" fmla="*/ 1600798 h 1708593"/>
              <a:gd name="connsiteX21" fmla="*/ 1499902 w 1720794"/>
              <a:gd name="connsiteY21" fmla="*/ 1600512 h 1708593"/>
              <a:gd name="connsiteX22" fmla="*/ 1509200 w 1720794"/>
              <a:gd name="connsiteY22" fmla="*/ 1600798 h 1708593"/>
              <a:gd name="connsiteX23" fmla="*/ 1600457 w 1720794"/>
              <a:gd name="connsiteY23" fmla="*/ 1648161 h 1708593"/>
              <a:gd name="connsiteX24" fmla="*/ 1672675 w 1720794"/>
              <a:gd name="connsiteY24" fmla="*/ 1689663 h 1708593"/>
              <a:gd name="connsiteX25" fmla="*/ 1687656 w 1720794"/>
              <a:gd name="connsiteY25" fmla="*/ 1690580 h 1708593"/>
              <a:gd name="connsiteX26" fmla="*/ 1702991 w 1720794"/>
              <a:gd name="connsiteY26" fmla="*/ 1689663 h 1708593"/>
              <a:gd name="connsiteX27" fmla="*/ 1720794 w 1720794"/>
              <a:gd name="connsiteY27" fmla="*/ 1683184 h 1708593"/>
              <a:gd name="connsiteX28" fmla="*/ 1720794 w 1720794"/>
              <a:gd name="connsiteY28" fmla="*/ 1703862 h 1708593"/>
              <a:gd name="connsiteX29" fmla="*/ 1696936 w 1720794"/>
              <a:gd name="connsiteY29" fmla="*/ 1708307 h 1708593"/>
              <a:gd name="connsiteX30" fmla="*/ 1687656 w 1720794"/>
              <a:gd name="connsiteY30" fmla="*/ 1708593 h 1708593"/>
              <a:gd name="connsiteX31" fmla="*/ 1678456 w 1720794"/>
              <a:gd name="connsiteY31" fmla="*/ 1708307 h 1708593"/>
              <a:gd name="connsiteX32" fmla="*/ 1588259 w 1720794"/>
              <a:gd name="connsiteY32" fmla="*/ 1660945 h 1708593"/>
              <a:gd name="connsiteX33" fmla="*/ 1515254 w 1720794"/>
              <a:gd name="connsiteY33" fmla="*/ 1619443 h 1708593"/>
              <a:gd name="connsiteX34" fmla="*/ 1499902 w 1720794"/>
              <a:gd name="connsiteY34" fmla="*/ 1618526 h 1708593"/>
              <a:gd name="connsiteX35" fmla="*/ 1484938 w 1720794"/>
              <a:gd name="connsiteY35" fmla="*/ 1619443 h 1708593"/>
              <a:gd name="connsiteX36" fmla="*/ 1412811 w 1720794"/>
              <a:gd name="connsiteY36" fmla="*/ 1660945 h 1708593"/>
              <a:gd name="connsiteX37" fmla="*/ 1312377 w 1720794"/>
              <a:gd name="connsiteY37" fmla="*/ 1708593 h 1708593"/>
              <a:gd name="connsiteX38" fmla="*/ 1213103 w 1720794"/>
              <a:gd name="connsiteY38" fmla="*/ 1660945 h 1708593"/>
              <a:gd name="connsiteX39" fmla="*/ 1140203 w 1720794"/>
              <a:gd name="connsiteY39" fmla="*/ 1619443 h 1708593"/>
              <a:gd name="connsiteX40" fmla="*/ 1124860 w 1720794"/>
              <a:gd name="connsiteY40" fmla="*/ 1618526 h 1708593"/>
              <a:gd name="connsiteX41" fmla="*/ 1109907 w 1720794"/>
              <a:gd name="connsiteY41" fmla="*/ 1619443 h 1708593"/>
              <a:gd name="connsiteX42" fmla="*/ 1037780 w 1720794"/>
              <a:gd name="connsiteY42" fmla="*/ 1660945 h 1708593"/>
              <a:gd name="connsiteX43" fmla="*/ 937343 w 1720794"/>
              <a:gd name="connsiteY43" fmla="*/ 1708593 h 1708593"/>
              <a:gd name="connsiteX44" fmla="*/ 837942 w 1720794"/>
              <a:gd name="connsiteY44" fmla="*/ 1660945 h 1708593"/>
              <a:gd name="connsiteX45" fmla="*/ 764952 w 1720794"/>
              <a:gd name="connsiteY45" fmla="*/ 1619443 h 1708593"/>
              <a:gd name="connsiteX46" fmla="*/ 749586 w 1720794"/>
              <a:gd name="connsiteY46" fmla="*/ 1618526 h 1708593"/>
              <a:gd name="connsiteX47" fmla="*/ 734638 w 1720794"/>
              <a:gd name="connsiteY47" fmla="*/ 1619443 h 1708593"/>
              <a:gd name="connsiteX48" fmla="*/ 662511 w 1720794"/>
              <a:gd name="connsiteY48" fmla="*/ 1660945 h 1708593"/>
              <a:gd name="connsiteX49" fmla="*/ 562069 w 1720794"/>
              <a:gd name="connsiteY49" fmla="*/ 1708593 h 1708593"/>
              <a:gd name="connsiteX50" fmla="*/ 462743 w 1720794"/>
              <a:gd name="connsiteY50" fmla="*/ 1660945 h 1708593"/>
              <a:gd name="connsiteX51" fmla="*/ 375034 w 1720794"/>
              <a:gd name="connsiteY51" fmla="*/ 1618526 h 1708593"/>
              <a:gd name="connsiteX52" fmla="*/ 287371 w 1720794"/>
              <a:gd name="connsiteY52" fmla="*/ 1660945 h 1708593"/>
              <a:gd name="connsiteX53" fmla="*/ 187517 w 1720794"/>
              <a:gd name="connsiteY53" fmla="*/ 1708593 h 1708593"/>
              <a:gd name="connsiteX54" fmla="*/ 87663 w 1720794"/>
              <a:gd name="connsiteY54" fmla="*/ 1660945 h 1708593"/>
              <a:gd name="connsiteX55" fmla="*/ 0 w 1720794"/>
              <a:gd name="connsiteY55" fmla="*/ 1618526 h 1708593"/>
              <a:gd name="connsiteX56" fmla="*/ 0 w 1720794"/>
              <a:gd name="connsiteY56" fmla="*/ 1501097 h 1708593"/>
              <a:gd name="connsiteX57" fmla="*/ 99855 w 1720794"/>
              <a:gd name="connsiteY57" fmla="*/ 1548208 h 1708593"/>
              <a:gd name="connsiteX58" fmla="*/ 187517 w 1720794"/>
              <a:gd name="connsiteY58" fmla="*/ 1590666 h 1708593"/>
              <a:gd name="connsiteX59" fmla="*/ 275179 w 1720794"/>
              <a:gd name="connsiteY59" fmla="*/ 1548208 h 1708593"/>
              <a:gd name="connsiteX60" fmla="*/ 375034 w 1720794"/>
              <a:gd name="connsiteY60" fmla="*/ 1501097 h 1708593"/>
              <a:gd name="connsiteX61" fmla="*/ 474941 w 1720794"/>
              <a:gd name="connsiteY61" fmla="*/ 1548208 h 1708593"/>
              <a:gd name="connsiteX62" fmla="*/ 562069 w 1720794"/>
              <a:gd name="connsiteY62" fmla="*/ 1590666 h 1708593"/>
              <a:gd name="connsiteX63" fmla="*/ 650315 w 1720794"/>
              <a:gd name="connsiteY63" fmla="*/ 1548208 h 1708593"/>
              <a:gd name="connsiteX64" fmla="*/ 740506 w 1720794"/>
              <a:gd name="connsiteY64" fmla="*/ 1501377 h 1708593"/>
              <a:gd name="connsiteX65" fmla="*/ 749586 w 1720794"/>
              <a:gd name="connsiteY65" fmla="*/ 1501097 h 1708593"/>
              <a:gd name="connsiteX66" fmla="*/ 758889 w 1720794"/>
              <a:gd name="connsiteY66" fmla="*/ 1501377 h 1708593"/>
              <a:gd name="connsiteX67" fmla="*/ 850154 w 1720794"/>
              <a:gd name="connsiteY67" fmla="*/ 1548208 h 1708593"/>
              <a:gd name="connsiteX68" fmla="*/ 937343 w 1720794"/>
              <a:gd name="connsiteY68" fmla="*/ 1590666 h 1708593"/>
              <a:gd name="connsiteX69" fmla="*/ 1025586 w 1720794"/>
              <a:gd name="connsiteY69" fmla="*/ 1548208 h 1708593"/>
              <a:gd name="connsiteX70" fmla="*/ 1115684 w 1720794"/>
              <a:gd name="connsiteY70" fmla="*/ 1501377 h 1708593"/>
              <a:gd name="connsiteX71" fmla="*/ 1124860 w 1720794"/>
              <a:gd name="connsiteY71" fmla="*/ 1501097 h 1708593"/>
              <a:gd name="connsiteX72" fmla="*/ 1134151 w 1720794"/>
              <a:gd name="connsiteY72" fmla="*/ 1501377 h 1708593"/>
              <a:gd name="connsiteX73" fmla="*/ 1225295 w 1720794"/>
              <a:gd name="connsiteY73" fmla="*/ 1548208 h 1708593"/>
              <a:gd name="connsiteX74" fmla="*/ 1312377 w 1720794"/>
              <a:gd name="connsiteY74" fmla="*/ 1590666 h 1708593"/>
              <a:gd name="connsiteX75" fmla="*/ 1400620 w 1720794"/>
              <a:gd name="connsiteY75" fmla="*/ 1548208 h 1708593"/>
              <a:gd name="connsiteX76" fmla="*/ 1490715 w 1720794"/>
              <a:gd name="connsiteY76" fmla="*/ 1501377 h 1708593"/>
              <a:gd name="connsiteX77" fmla="*/ 1499902 w 1720794"/>
              <a:gd name="connsiteY77" fmla="*/ 1501097 h 1708593"/>
              <a:gd name="connsiteX78" fmla="*/ 1509200 w 1720794"/>
              <a:gd name="connsiteY78" fmla="*/ 1501377 h 1708593"/>
              <a:gd name="connsiteX79" fmla="*/ 1600457 w 1720794"/>
              <a:gd name="connsiteY79" fmla="*/ 1548208 h 1708593"/>
              <a:gd name="connsiteX80" fmla="*/ 1672675 w 1720794"/>
              <a:gd name="connsiteY80" fmla="*/ 1589772 h 1708593"/>
              <a:gd name="connsiteX81" fmla="*/ 1687656 w 1720794"/>
              <a:gd name="connsiteY81" fmla="*/ 1590666 h 1708593"/>
              <a:gd name="connsiteX82" fmla="*/ 1702991 w 1720794"/>
              <a:gd name="connsiteY82" fmla="*/ 1589748 h 1708593"/>
              <a:gd name="connsiteX83" fmla="*/ 1720794 w 1720794"/>
              <a:gd name="connsiteY83" fmla="*/ 1583264 h 1708593"/>
              <a:gd name="connsiteX84" fmla="*/ 1720794 w 1720794"/>
              <a:gd name="connsiteY84" fmla="*/ 1603961 h 1708593"/>
              <a:gd name="connsiteX85" fmla="*/ 1696936 w 1720794"/>
              <a:gd name="connsiteY85" fmla="*/ 1608410 h 1708593"/>
              <a:gd name="connsiteX86" fmla="*/ 1687656 w 1720794"/>
              <a:gd name="connsiteY86" fmla="*/ 1608697 h 1708593"/>
              <a:gd name="connsiteX87" fmla="*/ 1678456 w 1720794"/>
              <a:gd name="connsiteY87" fmla="*/ 1608410 h 1708593"/>
              <a:gd name="connsiteX88" fmla="*/ 1588259 w 1720794"/>
              <a:gd name="connsiteY88" fmla="*/ 1561004 h 1708593"/>
              <a:gd name="connsiteX89" fmla="*/ 1515254 w 1720794"/>
              <a:gd name="connsiteY89" fmla="*/ 1519464 h 1708593"/>
              <a:gd name="connsiteX90" fmla="*/ 1499902 w 1720794"/>
              <a:gd name="connsiteY90" fmla="*/ 1518546 h 1708593"/>
              <a:gd name="connsiteX91" fmla="*/ 1484938 w 1720794"/>
              <a:gd name="connsiteY91" fmla="*/ 1519464 h 1708593"/>
              <a:gd name="connsiteX92" fmla="*/ 1412811 w 1720794"/>
              <a:gd name="connsiteY92" fmla="*/ 1561004 h 1708593"/>
              <a:gd name="connsiteX93" fmla="*/ 1312377 w 1720794"/>
              <a:gd name="connsiteY93" fmla="*/ 1608697 h 1708593"/>
              <a:gd name="connsiteX94" fmla="*/ 1213103 w 1720794"/>
              <a:gd name="connsiteY94" fmla="*/ 1561004 h 1708593"/>
              <a:gd name="connsiteX95" fmla="*/ 1140203 w 1720794"/>
              <a:gd name="connsiteY95" fmla="*/ 1519464 h 1708593"/>
              <a:gd name="connsiteX96" fmla="*/ 1124860 w 1720794"/>
              <a:gd name="connsiteY96" fmla="*/ 1518546 h 1708593"/>
              <a:gd name="connsiteX97" fmla="*/ 1109907 w 1720794"/>
              <a:gd name="connsiteY97" fmla="*/ 1519464 h 1708593"/>
              <a:gd name="connsiteX98" fmla="*/ 1037780 w 1720794"/>
              <a:gd name="connsiteY98" fmla="*/ 1561004 h 1708593"/>
              <a:gd name="connsiteX99" fmla="*/ 937343 w 1720794"/>
              <a:gd name="connsiteY99" fmla="*/ 1608697 h 1708593"/>
              <a:gd name="connsiteX100" fmla="*/ 837942 w 1720794"/>
              <a:gd name="connsiteY100" fmla="*/ 1561004 h 1708593"/>
              <a:gd name="connsiteX101" fmla="*/ 764952 w 1720794"/>
              <a:gd name="connsiteY101" fmla="*/ 1519464 h 1708593"/>
              <a:gd name="connsiteX102" fmla="*/ 749586 w 1720794"/>
              <a:gd name="connsiteY102" fmla="*/ 1518546 h 1708593"/>
              <a:gd name="connsiteX103" fmla="*/ 734638 w 1720794"/>
              <a:gd name="connsiteY103" fmla="*/ 1519464 h 1708593"/>
              <a:gd name="connsiteX104" fmla="*/ 662511 w 1720794"/>
              <a:gd name="connsiteY104" fmla="*/ 1561004 h 1708593"/>
              <a:gd name="connsiteX105" fmla="*/ 562069 w 1720794"/>
              <a:gd name="connsiteY105" fmla="*/ 1608697 h 1708593"/>
              <a:gd name="connsiteX106" fmla="*/ 462743 w 1720794"/>
              <a:gd name="connsiteY106" fmla="*/ 1561004 h 1708593"/>
              <a:gd name="connsiteX107" fmla="*/ 375034 w 1720794"/>
              <a:gd name="connsiteY107" fmla="*/ 1518546 h 1708593"/>
              <a:gd name="connsiteX108" fmla="*/ 287371 w 1720794"/>
              <a:gd name="connsiteY108" fmla="*/ 1561004 h 1708593"/>
              <a:gd name="connsiteX109" fmla="*/ 187517 w 1720794"/>
              <a:gd name="connsiteY109" fmla="*/ 1608697 h 1708593"/>
              <a:gd name="connsiteX110" fmla="*/ 87663 w 1720794"/>
              <a:gd name="connsiteY110" fmla="*/ 1561004 h 1708593"/>
              <a:gd name="connsiteX111" fmla="*/ 0 w 1720794"/>
              <a:gd name="connsiteY111" fmla="*/ 1518546 h 1708593"/>
              <a:gd name="connsiteX112" fmla="*/ 0 w 1720794"/>
              <a:gd name="connsiteY112" fmla="*/ 1399997 h 1708593"/>
              <a:gd name="connsiteX113" fmla="*/ 99855 w 1720794"/>
              <a:gd name="connsiteY113" fmla="*/ 1447645 h 1708593"/>
              <a:gd name="connsiteX114" fmla="*/ 187517 w 1720794"/>
              <a:gd name="connsiteY114" fmla="*/ 1490064 h 1708593"/>
              <a:gd name="connsiteX115" fmla="*/ 275179 w 1720794"/>
              <a:gd name="connsiteY115" fmla="*/ 1447645 h 1708593"/>
              <a:gd name="connsiteX116" fmla="*/ 375034 w 1720794"/>
              <a:gd name="connsiteY116" fmla="*/ 1399997 h 1708593"/>
              <a:gd name="connsiteX117" fmla="*/ 474941 w 1720794"/>
              <a:gd name="connsiteY117" fmla="*/ 1447645 h 1708593"/>
              <a:gd name="connsiteX118" fmla="*/ 562069 w 1720794"/>
              <a:gd name="connsiteY118" fmla="*/ 1490064 h 1708593"/>
              <a:gd name="connsiteX119" fmla="*/ 650315 w 1720794"/>
              <a:gd name="connsiteY119" fmla="*/ 1447645 h 1708593"/>
              <a:gd name="connsiteX120" fmla="*/ 740506 w 1720794"/>
              <a:gd name="connsiteY120" fmla="*/ 1400283 h 1708593"/>
              <a:gd name="connsiteX121" fmla="*/ 749586 w 1720794"/>
              <a:gd name="connsiteY121" fmla="*/ 1399997 h 1708593"/>
              <a:gd name="connsiteX122" fmla="*/ 758889 w 1720794"/>
              <a:gd name="connsiteY122" fmla="*/ 1400283 h 1708593"/>
              <a:gd name="connsiteX123" fmla="*/ 850154 w 1720794"/>
              <a:gd name="connsiteY123" fmla="*/ 1447645 h 1708593"/>
              <a:gd name="connsiteX124" fmla="*/ 937343 w 1720794"/>
              <a:gd name="connsiteY124" fmla="*/ 1490064 h 1708593"/>
              <a:gd name="connsiteX125" fmla="*/ 1025586 w 1720794"/>
              <a:gd name="connsiteY125" fmla="*/ 1447645 h 1708593"/>
              <a:gd name="connsiteX126" fmla="*/ 1115684 w 1720794"/>
              <a:gd name="connsiteY126" fmla="*/ 1400283 h 1708593"/>
              <a:gd name="connsiteX127" fmla="*/ 1124860 w 1720794"/>
              <a:gd name="connsiteY127" fmla="*/ 1399997 h 1708593"/>
              <a:gd name="connsiteX128" fmla="*/ 1134151 w 1720794"/>
              <a:gd name="connsiteY128" fmla="*/ 1400283 h 1708593"/>
              <a:gd name="connsiteX129" fmla="*/ 1225295 w 1720794"/>
              <a:gd name="connsiteY129" fmla="*/ 1447645 h 1708593"/>
              <a:gd name="connsiteX130" fmla="*/ 1312377 w 1720794"/>
              <a:gd name="connsiteY130" fmla="*/ 1490064 h 1708593"/>
              <a:gd name="connsiteX131" fmla="*/ 1400620 w 1720794"/>
              <a:gd name="connsiteY131" fmla="*/ 1447645 h 1708593"/>
              <a:gd name="connsiteX132" fmla="*/ 1490715 w 1720794"/>
              <a:gd name="connsiteY132" fmla="*/ 1400283 h 1708593"/>
              <a:gd name="connsiteX133" fmla="*/ 1499902 w 1720794"/>
              <a:gd name="connsiteY133" fmla="*/ 1399997 h 1708593"/>
              <a:gd name="connsiteX134" fmla="*/ 1509200 w 1720794"/>
              <a:gd name="connsiteY134" fmla="*/ 1400283 h 1708593"/>
              <a:gd name="connsiteX135" fmla="*/ 1600457 w 1720794"/>
              <a:gd name="connsiteY135" fmla="*/ 1447645 h 1708593"/>
              <a:gd name="connsiteX136" fmla="*/ 1672675 w 1720794"/>
              <a:gd name="connsiteY136" fmla="*/ 1489147 h 1708593"/>
              <a:gd name="connsiteX137" fmla="*/ 1687656 w 1720794"/>
              <a:gd name="connsiteY137" fmla="*/ 1490064 h 1708593"/>
              <a:gd name="connsiteX138" fmla="*/ 1702991 w 1720794"/>
              <a:gd name="connsiteY138" fmla="*/ 1489147 h 1708593"/>
              <a:gd name="connsiteX139" fmla="*/ 1720794 w 1720794"/>
              <a:gd name="connsiteY139" fmla="*/ 1482669 h 1708593"/>
              <a:gd name="connsiteX140" fmla="*/ 1720794 w 1720794"/>
              <a:gd name="connsiteY140" fmla="*/ 1503346 h 1708593"/>
              <a:gd name="connsiteX141" fmla="*/ 1696936 w 1720794"/>
              <a:gd name="connsiteY141" fmla="*/ 1507792 h 1708593"/>
              <a:gd name="connsiteX142" fmla="*/ 1687656 w 1720794"/>
              <a:gd name="connsiteY142" fmla="*/ 1508078 h 1708593"/>
              <a:gd name="connsiteX143" fmla="*/ 1678456 w 1720794"/>
              <a:gd name="connsiteY143" fmla="*/ 1507792 h 1708593"/>
              <a:gd name="connsiteX144" fmla="*/ 1588259 w 1720794"/>
              <a:gd name="connsiteY144" fmla="*/ 1460429 h 1708593"/>
              <a:gd name="connsiteX145" fmla="*/ 1515254 w 1720794"/>
              <a:gd name="connsiteY145" fmla="*/ 1418928 h 1708593"/>
              <a:gd name="connsiteX146" fmla="*/ 1499902 w 1720794"/>
              <a:gd name="connsiteY146" fmla="*/ 1418010 h 1708593"/>
              <a:gd name="connsiteX147" fmla="*/ 1484938 w 1720794"/>
              <a:gd name="connsiteY147" fmla="*/ 1418928 h 1708593"/>
              <a:gd name="connsiteX148" fmla="*/ 1412811 w 1720794"/>
              <a:gd name="connsiteY148" fmla="*/ 1460429 h 1708593"/>
              <a:gd name="connsiteX149" fmla="*/ 1312377 w 1720794"/>
              <a:gd name="connsiteY149" fmla="*/ 1508078 h 1708593"/>
              <a:gd name="connsiteX150" fmla="*/ 1213103 w 1720794"/>
              <a:gd name="connsiteY150" fmla="*/ 1460429 h 1708593"/>
              <a:gd name="connsiteX151" fmla="*/ 1140203 w 1720794"/>
              <a:gd name="connsiteY151" fmla="*/ 1418928 h 1708593"/>
              <a:gd name="connsiteX152" fmla="*/ 1124860 w 1720794"/>
              <a:gd name="connsiteY152" fmla="*/ 1418010 h 1708593"/>
              <a:gd name="connsiteX153" fmla="*/ 1109907 w 1720794"/>
              <a:gd name="connsiteY153" fmla="*/ 1418928 h 1708593"/>
              <a:gd name="connsiteX154" fmla="*/ 1037780 w 1720794"/>
              <a:gd name="connsiteY154" fmla="*/ 1460429 h 1708593"/>
              <a:gd name="connsiteX155" fmla="*/ 937343 w 1720794"/>
              <a:gd name="connsiteY155" fmla="*/ 1508078 h 1708593"/>
              <a:gd name="connsiteX156" fmla="*/ 837942 w 1720794"/>
              <a:gd name="connsiteY156" fmla="*/ 1460429 h 1708593"/>
              <a:gd name="connsiteX157" fmla="*/ 764952 w 1720794"/>
              <a:gd name="connsiteY157" fmla="*/ 1418928 h 1708593"/>
              <a:gd name="connsiteX158" fmla="*/ 749586 w 1720794"/>
              <a:gd name="connsiteY158" fmla="*/ 1418010 h 1708593"/>
              <a:gd name="connsiteX159" fmla="*/ 734638 w 1720794"/>
              <a:gd name="connsiteY159" fmla="*/ 1418928 h 1708593"/>
              <a:gd name="connsiteX160" fmla="*/ 662511 w 1720794"/>
              <a:gd name="connsiteY160" fmla="*/ 1460429 h 1708593"/>
              <a:gd name="connsiteX161" fmla="*/ 562069 w 1720794"/>
              <a:gd name="connsiteY161" fmla="*/ 1508078 h 1708593"/>
              <a:gd name="connsiteX162" fmla="*/ 462743 w 1720794"/>
              <a:gd name="connsiteY162" fmla="*/ 1460429 h 1708593"/>
              <a:gd name="connsiteX163" fmla="*/ 375034 w 1720794"/>
              <a:gd name="connsiteY163" fmla="*/ 1418010 h 1708593"/>
              <a:gd name="connsiteX164" fmla="*/ 287371 w 1720794"/>
              <a:gd name="connsiteY164" fmla="*/ 1460429 h 1708593"/>
              <a:gd name="connsiteX165" fmla="*/ 187517 w 1720794"/>
              <a:gd name="connsiteY165" fmla="*/ 1508078 h 1708593"/>
              <a:gd name="connsiteX166" fmla="*/ 87663 w 1720794"/>
              <a:gd name="connsiteY166" fmla="*/ 1460429 h 1708593"/>
              <a:gd name="connsiteX167" fmla="*/ 0 w 1720794"/>
              <a:gd name="connsiteY167" fmla="*/ 1418010 h 1708593"/>
              <a:gd name="connsiteX168" fmla="*/ 0 w 1720794"/>
              <a:gd name="connsiteY168" fmla="*/ 1300582 h 1708593"/>
              <a:gd name="connsiteX169" fmla="*/ 99855 w 1720794"/>
              <a:gd name="connsiteY169" fmla="*/ 1347693 h 1708593"/>
              <a:gd name="connsiteX170" fmla="*/ 187517 w 1720794"/>
              <a:gd name="connsiteY170" fmla="*/ 1390151 h 1708593"/>
              <a:gd name="connsiteX171" fmla="*/ 275179 w 1720794"/>
              <a:gd name="connsiteY171" fmla="*/ 1347693 h 1708593"/>
              <a:gd name="connsiteX172" fmla="*/ 375034 w 1720794"/>
              <a:gd name="connsiteY172" fmla="*/ 1300582 h 1708593"/>
              <a:gd name="connsiteX173" fmla="*/ 474941 w 1720794"/>
              <a:gd name="connsiteY173" fmla="*/ 1347693 h 1708593"/>
              <a:gd name="connsiteX174" fmla="*/ 562069 w 1720794"/>
              <a:gd name="connsiteY174" fmla="*/ 1390151 h 1708593"/>
              <a:gd name="connsiteX175" fmla="*/ 650315 w 1720794"/>
              <a:gd name="connsiteY175" fmla="*/ 1347693 h 1708593"/>
              <a:gd name="connsiteX176" fmla="*/ 740506 w 1720794"/>
              <a:gd name="connsiteY176" fmla="*/ 1300868 h 1708593"/>
              <a:gd name="connsiteX177" fmla="*/ 749586 w 1720794"/>
              <a:gd name="connsiteY177" fmla="*/ 1300582 h 1708593"/>
              <a:gd name="connsiteX178" fmla="*/ 758889 w 1720794"/>
              <a:gd name="connsiteY178" fmla="*/ 1300868 h 1708593"/>
              <a:gd name="connsiteX179" fmla="*/ 850154 w 1720794"/>
              <a:gd name="connsiteY179" fmla="*/ 1347693 h 1708593"/>
              <a:gd name="connsiteX180" fmla="*/ 937343 w 1720794"/>
              <a:gd name="connsiteY180" fmla="*/ 1390151 h 1708593"/>
              <a:gd name="connsiteX181" fmla="*/ 1025586 w 1720794"/>
              <a:gd name="connsiteY181" fmla="*/ 1347693 h 1708593"/>
              <a:gd name="connsiteX182" fmla="*/ 1115684 w 1720794"/>
              <a:gd name="connsiteY182" fmla="*/ 1300868 h 1708593"/>
              <a:gd name="connsiteX183" fmla="*/ 1124860 w 1720794"/>
              <a:gd name="connsiteY183" fmla="*/ 1300582 h 1708593"/>
              <a:gd name="connsiteX184" fmla="*/ 1134151 w 1720794"/>
              <a:gd name="connsiteY184" fmla="*/ 1300868 h 1708593"/>
              <a:gd name="connsiteX185" fmla="*/ 1225295 w 1720794"/>
              <a:gd name="connsiteY185" fmla="*/ 1347693 h 1708593"/>
              <a:gd name="connsiteX186" fmla="*/ 1312377 w 1720794"/>
              <a:gd name="connsiteY186" fmla="*/ 1390151 h 1708593"/>
              <a:gd name="connsiteX187" fmla="*/ 1400620 w 1720794"/>
              <a:gd name="connsiteY187" fmla="*/ 1347693 h 1708593"/>
              <a:gd name="connsiteX188" fmla="*/ 1490715 w 1720794"/>
              <a:gd name="connsiteY188" fmla="*/ 1300868 h 1708593"/>
              <a:gd name="connsiteX189" fmla="*/ 1499902 w 1720794"/>
              <a:gd name="connsiteY189" fmla="*/ 1300582 h 1708593"/>
              <a:gd name="connsiteX190" fmla="*/ 1509200 w 1720794"/>
              <a:gd name="connsiteY190" fmla="*/ 1300868 h 1708593"/>
              <a:gd name="connsiteX191" fmla="*/ 1600457 w 1720794"/>
              <a:gd name="connsiteY191" fmla="*/ 1347693 h 1708593"/>
              <a:gd name="connsiteX192" fmla="*/ 1672675 w 1720794"/>
              <a:gd name="connsiteY192" fmla="*/ 1389257 h 1708593"/>
              <a:gd name="connsiteX193" fmla="*/ 1687656 w 1720794"/>
              <a:gd name="connsiteY193" fmla="*/ 1390151 h 1708593"/>
              <a:gd name="connsiteX194" fmla="*/ 1702991 w 1720794"/>
              <a:gd name="connsiteY194" fmla="*/ 1389257 h 1708593"/>
              <a:gd name="connsiteX195" fmla="*/ 1720794 w 1720794"/>
              <a:gd name="connsiteY195" fmla="*/ 1382866 h 1708593"/>
              <a:gd name="connsiteX196" fmla="*/ 1720794 w 1720794"/>
              <a:gd name="connsiteY196" fmla="*/ 1403544 h 1708593"/>
              <a:gd name="connsiteX197" fmla="*/ 1696936 w 1720794"/>
              <a:gd name="connsiteY197" fmla="*/ 1407901 h 1708593"/>
              <a:gd name="connsiteX198" fmla="*/ 1687656 w 1720794"/>
              <a:gd name="connsiteY198" fmla="*/ 1408181 h 1708593"/>
              <a:gd name="connsiteX199" fmla="*/ 1678456 w 1720794"/>
              <a:gd name="connsiteY199" fmla="*/ 1407901 h 1708593"/>
              <a:gd name="connsiteX200" fmla="*/ 1588259 w 1720794"/>
              <a:gd name="connsiteY200" fmla="*/ 1361070 h 1708593"/>
              <a:gd name="connsiteX201" fmla="*/ 1515254 w 1720794"/>
              <a:gd name="connsiteY201" fmla="*/ 1319506 h 1708593"/>
              <a:gd name="connsiteX202" fmla="*/ 1499902 w 1720794"/>
              <a:gd name="connsiteY202" fmla="*/ 1318612 h 1708593"/>
              <a:gd name="connsiteX203" fmla="*/ 1484938 w 1720794"/>
              <a:gd name="connsiteY203" fmla="*/ 1319506 h 1708593"/>
              <a:gd name="connsiteX204" fmla="*/ 1412811 w 1720794"/>
              <a:gd name="connsiteY204" fmla="*/ 1361070 h 1708593"/>
              <a:gd name="connsiteX205" fmla="*/ 1312377 w 1720794"/>
              <a:gd name="connsiteY205" fmla="*/ 1408181 h 1708593"/>
              <a:gd name="connsiteX206" fmla="*/ 1213103 w 1720794"/>
              <a:gd name="connsiteY206" fmla="*/ 1361070 h 1708593"/>
              <a:gd name="connsiteX207" fmla="*/ 1140203 w 1720794"/>
              <a:gd name="connsiteY207" fmla="*/ 1319506 h 1708593"/>
              <a:gd name="connsiteX208" fmla="*/ 1124860 w 1720794"/>
              <a:gd name="connsiteY208" fmla="*/ 1318612 h 1708593"/>
              <a:gd name="connsiteX209" fmla="*/ 1109907 w 1720794"/>
              <a:gd name="connsiteY209" fmla="*/ 1319506 h 1708593"/>
              <a:gd name="connsiteX210" fmla="*/ 1037780 w 1720794"/>
              <a:gd name="connsiteY210" fmla="*/ 1361070 h 1708593"/>
              <a:gd name="connsiteX211" fmla="*/ 937343 w 1720794"/>
              <a:gd name="connsiteY211" fmla="*/ 1408181 h 1708593"/>
              <a:gd name="connsiteX212" fmla="*/ 837942 w 1720794"/>
              <a:gd name="connsiteY212" fmla="*/ 1361070 h 1708593"/>
              <a:gd name="connsiteX213" fmla="*/ 764952 w 1720794"/>
              <a:gd name="connsiteY213" fmla="*/ 1319506 h 1708593"/>
              <a:gd name="connsiteX214" fmla="*/ 749586 w 1720794"/>
              <a:gd name="connsiteY214" fmla="*/ 1318612 h 1708593"/>
              <a:gd name="connsiteX215" fmla="*/ 734638 w 1720794"/>
              <a:gd name="connsiteY215" fmla="*/ 1319506 h 1708593"/>
              <a:gd name="connsiteX216" fmla="*/ 662511 w 1720794"/>
              <a:gd name="connsiteY216" fmla="*/ 1361070 h 1708593"/>
              <a:gd name="connsiteX217" fmla="*/ 562069 w 1720794"/>
              <a:gd name="connsiteY217" fmla="*/ 1408181 h 1708593"/>
              <a:gd name="connsiteX218" fmla="*/ 462743 w 1720794"/>
              <a:gd name="connsiteY218" fmla="*/ 1361070 h 1708593"/>
              <a:gd name="connsiteX219" fmla="*/ 375034 w 1720794"/>
              <a:gd name="connsiteY219" fmla="*/ 1318612 h 1708593"/>
              <a:gd name="connsiteX220" fmla="*/ 287371 w 1720794"/>
              <a:gd name="connsiteY220" fmla="*/ 1361070 h 1708593"/>
              <a:gd name="connsiteX221" fmla="*/ 187517 w 1720794"/>
              <a:gd name="connsiteY221" fmla="*/ 1408181 h 1708593"/>
              <a:gd name="connsiteX222" fmla="*/ 87663 w 1720794"/>
              <a:gd name="connsiteY222" fmla="*/ 1361070 h 1708593"/>
              <a:gd name="connsiteX223" fmla="*/ 0 w 1720794"/>
              <a:gd name="connsiteY223" fmla="*/ 1318612 h 1708593"/>
              <a:gd name="connsiteX224" fmla="*/ 0 w 1720794"/>
              <a:gd name="connsiteY224" fmla="*/ 1200685 h 1708593"/>
              <a:gd name="connsiteX225" fmla="*/ 99855 w 1720794"/>
              <a:gd name="connsiteY225" fmla="*/ 1248334 h 1708593"/>
              <a:gd name="connsiteX226" fmla="*/ 187517 w 1720794"/>
              <a:gd name="connsiteY226" fmla="*/ 1290753 h 1708593"/>
              <a:gd name="connsiteX227" fmla="*/ 275179 w 1720794"/>
              <a:gd name="connsiteY227" fmla="*/ 1248334 h 1708593"/>
              <a:gd name="connsiteX228" fmla="*/ 375034 w 1720794"/>
              <a:gd name="connsiteY228" fmla="*/ 1200685 h 1708593"/>
              <a:gd name="connsiteX229" fmla="*/ 474941 w 1720794"/>
              <a:gd name="connsiteY229" fmla="*/ 1248334 h 1708593"/>
              <a:gd name="connsiteX230" fmla="*/ 562069 w 1720794"/>
              <a:gd name="connsiteY230" fmla="*/ 1290753 h 1708593"/>
              <a:gd name="connsiteX231" fmla="*/ 650315 w 1720794"/>
              <a:gd name="connsiteY231" fmla="*/ 1248334 h 1708593"/>
              <a:gd name="connsiteX232" fmla="*/ 740506 w 1720794"/>
              <a:gd name="connsiteY232" fmla="*/ 1200971 h 1708593"/>
              <a:gd name="connsiteX233" fmla="*/ 749586 w 1720794"/>
              <a:gd name="connsiteY233" fmla="*/ 1200685 h 1708593"/>
              <a:gd name="connsiteX234" fmla="*/ 758889 w 1720794"/>
              <a:gd name="connsiteY234" fmla="*/ 1200971 h 1708593"/>
              <a:gd name="connsiteX235" fmla="*/ 850154 w 1720794"/>
              <a:gd name="connsiteY235" fmla="*/ 1248334 h 1708593"/>
              <a:gd name="connsiteX236" fmla="*/ 937343 w 1720794"/>
              <a:gd name="connsiteY236" fmla="*/ 1290753 h 1708593"/>
              <a:gd name="connsiteX237" fmla="*/ 1025586 w 1720794"/>
              <a:gd name="connsiteY237" fmla="*/ 1248334 h 1708593"/>
              <a:gd name="connsiteX238" fmla="*/ 1115684 w 1720794"/>
              <a:gd name="connsiteY238" fmla="*/ 1200971 h 1708593"/>
              <a:gd name="connsiteX239" fmla="*/ 1124860 w 1720794"/>
              <a:gd name="connsiteY239" fmla="*/ 1200685 h 1708593"/>
              <a:gd name="connsiteX240" fmla="*/ 1134151 w 1720794"/>
              <a:gd name="connsiteY240" fmla="*/ 1200971 h 1708593"/>
              <a:gd name="connsiteX241" fmla="*/ 1225295 w 1720794"/>
              <a:gd name="connsiteY241" fmla="*/ 1248334 h 1708593"/>
              <a:gd name="connsiteX242" fmla="*/ 1312377 w 1720794"/>
              <a:gd name="connsiteY242" fmla="*/ 1290753 h 1708593"/>
              <a:gd name="connsiteX243" fmla="*/ 1400620 w 1720794"/>
              <a:gd name="connsiteY243" fmla="*/ 1248334 h 1708593"/>
              <a:gd name="connsiteX244" fmla="*/ 1490715 w 1720794"/>
              <a:gd name="connsiteY244" fmla="*/ 1200971 h 1708593"/>
              <a:gd name="connsiteX245" fmla="*/ 1499902 w 1720794"/>
              <a:gd name="connsiteY245" fmla="*/ 1200685 h 1708593"/>
              <a:gd name="connsiteX246" fmla="*/ 1509200 w 1720794"/>
              <a:gd name="connsiteY246" fmla="*/ 1200971 h 1708593"/>
              <a:gd name="connsiteX247" fmla="*/ 1600457 w 1720794"/>
              <a:gd name="connsiteY247" fmla="*/ 1248334 h 1708593"/>
              <a:gd name="connsiteX248" fmla="*/ 1672675 w 1720794"/>
              <a:gd name="connsiteY248" fmla="*/ 1289836 h 1708593"/>
              <a:gd name="connsiteX249" fmla="*/ 1687656 w 1720794"/>
              <a:gd name="connsiteY249" fmla="*/ 1290753 h 1708593"/>
              <a:gd name="connsiteX250" fmla="*/ 1702991 w 1720794"/>
              <a:gd name="connsiteY250" fmla="*/ 1289836 h 1708593"/>
              <a:gd name="connsiteX251" fmla="*/ 1720794 w 1720794"/>
              <a:gd name="connsiteY251" fmla="*/ 1283357 h 1708593"/>
              <a:gd name="connsiteX252" fmla="*/ 1720794 w 1720794"/>
              <a:gd name="connsiteY252" fmla="*/ 1304035 h 1708593"/>
              <a:gd name="connsiteX253" fmla="*/ 1696936 w 1720794"/>
              <a:gd name="connsiteY253" fmla="*/ 1308480 h 1708593"/>
              <a:gd name="connsiteX254" fmla="*/ 1687656 w 1720794"/>
              <a:gd name="connsiteY254" fmla="*/ 1308766 h 1708593"/>
              <a:gd name="connsiteX255" fmla="*/ 1678456 w 1720794"/>
              <a:gd name="connsiteY255" fmla="*/ 1308480 h 1708593"/>
              <a:gd name="connsiteX256" fmla="*/ 1588259 w 1720794"/>
              <a:gd name="connsiteY256" fmla="*/ 1261118 h 1708593"/>
              <a:gd name="connsiteX257" fmla="*/ 1515254 w 1720794"/>
              <a:gd name="connsiteY257" fmla="*/ 1219616 h 1708593"/>
              <a:gd name="connsiteX258" fmla="*/ 1499902 w 1720794"/>
              <a:gd name="connsiteY258" fmla="*/ 1218699 h 1708593"/>
              <a:gd name="connsiteX259" fmla="*/ 1484938 w 1720794"/>
              <a:gd name="connsiteY259" fmla="*/ 1219616 h 1708593"/>
              <a:gd name="connsiteX260" fmla="*/ 1412811 w 1720794"/>
              <a:gd name="connsiteY260" fmla="*/ 1261118 h 1708593"/>
              <a:gd name="connsiteX261" fmla="*/ 1312377 w 1720794"/>
              <a:gd name="connsiteY261" fmla="*/ 1308766 h 1708593"/>
              <a:gd name="connsiteX262" fmla="*/ 1213103 w 1720794"/>
              <a:gd name="connsiteY262" fmla="*/ 1261118 h 1708593"/>
              <a:gd name="connsiteX263" fmla="*/ 1140203 w 1720794"/>
              <a:gd name="connsiteY263" fmla="*/ 1219616 h 1708593"/>
              <a:gd name="connsiteX264" fmla="*/ 1124860 w 1720794"/>
              <a:gd name="connsiteY264" fmla="*/ 1218699 h 1708593"/>
              <a:gd name="connsiteX265" fmla="*/ 1109907 w 1720794"/>
              <a:gd name="connsiteY265" fmla="*/ 1219616 h 1708593"/>
              <a:gd name="connsiteX266" fmla="*/ 1037780 w 1720794"/>
              <a:gd name="connsiteY266" fmla="*/ 1261118 h 1708593"/>
              <a:gd name="connsiteX267" fmla="*/ 937343 w 1720794"/>
              <a:gd name="connsiteY267" fmla="*/ 1308766 h 1708593"/>
              <a:gd name="connsiteX268" fmla="*/ 837942 w 1720794"/>
              <a:gd name="connsiteY268" fmla="*/ 1261118 h 1708593"/>
              <a:gd name="connsiteX269" fmla="*/ 764952 w 1720794"/>
              <a:gd name="connsiteY269" fmla="*/ 1219616 h 1708593"/>
              <a:gd name="connsiteX270" fmla="*/ 749586 w 1720794"/>
              <a:gd name="connsiteY270" fmla="*/ 1218699 h 1708593"/>
              <a:gd name="connsiteX271" fmla="*/ 734638 w 1720794"/>
              <a:gd name="connsiteY271" fmla="*/ 1219616 h 1708593"/>
              <a:gd name="connsiteX272" fmla="*/ 662511 w 1720794"/>
              <a:gd name="connsiteY272" fmla="*/ 1261118 h 1708593"/>
              <a:gd name="connsiteX273" fmla="*/ 562069 w 1720794"/>
              <a:gd name="connsiteY273" fmla="*/ 1308766 h 1708593"/>
              <a:gd name="connsiteX274" fmla="*/ 462743 w 1720794"/>
              <a:gd name="connsiteY274" fmla="*/ 1261118 h 1708593"/>
              <a:gd name="connsiteX275" fmla="*/ 375034 w 1720794"/>
              <a:gd name="connsiteY275" fmla="*/ 1218699 h 1708593"/>
              <a:gd name="connsiteX276" fmla="*/ 287371 w 1720794"/>
              <a:gd name="connsiteY276" fmla="*/ 1261118 h 1708593"/>
              <a:gd name="connsiteX277" fmla="*/ 187517 w 1720794"/>
              <a:gd name="connsiteY277" fmla="*/ 1308766 h 1708593"/>
              <a:gd name="connsiteX278" fmla="*/ 87663 w 1720794"/>
              <a:gd name="connsiteY278" fmla="*/ 1261118 h 1708593"/>
              <a:gd name="connsiteX279" fmla="*/ 0 w 1720794"/>
              <a:gd name="connsiteY279" fmla="*/ 1218699 h 1708593"/>
              <a:gd name="connsiteX280" fmla="*/ 0 w 1720794"/>
              <a:gd name="connsiteY280" fmla="*/ 1100066 h 1708593"/>
              <a:gd name="connsiteX281" fmla="*/ 99855 w 1720794"/>
              <a:gd name="connsiteY281" fmla="*/ 1147715 h 1708593"/>
              <a:gd name="connsiteX282" fmla="*/ 187517 w 1720794"/>
              <a:gd name="connsiteY282" fmla="*/ 1190134 h 1708593"/>
              <a:gd name="connsiteX283" fmla="*/ 275179 w 1720794"/>
              <a:gd name="connsiteY283" fmla="*/ 1147715 h 1708593"/>
              <a:gd name="connsiteX284" fmla="*/ 375034 w 1720794"/>
              <a:gd name="connsiteY284" fmla="*/ 1100066 h 1708593"/>
              <a:gd name="connsiteX285" fmla="*/ 474941 w 1720794"/>
              <a:gd name="connsiteY285" fmla="*/ 1147715 h 1708593"/>
              <a:gd name="connsiteX286" fmla="*/ 562069 w 1720794"/>
              <a:gd name="connsiteY286" fmla="*/ 1190134 h 1708593"/>
              <a:gd name="connsiteX287" fmla="*/ 650315 w 1720794"/>
              <a:gd name="connsiteY287" fmla="*/ 1147715 h 1708593"/>
              <a:gd name="connsiteX288" fmla="*/ 740506 w 1720794"/>
              <a:gd name="connsiteY288" fmla="*/ 1100352 h 1708593"/>
              <a:gd name="connsiteX289" fmla="*/ 749586 w 1720794"/>
              <a:gd name="connsiteY289" fmla="*/ 1100066 h 1708593"/>
              <a:gd name="connsiteX290" fmla="*/ 758889 w 1720794"/>
              <a:gd name="connsiteY290" fmla="*/ 1100352 h 1708593"/>
              <a:gd name="connsiteX291" fmla="*/ 850154 w 1720794"/>
              <a:gd name="connsiteY291" fmla="*/ 1147715 h 1708593"/>
              <a:gd name="connsiteX292" fmla="*/ 937343 w 1720794"/>
              <a:gd name="connsiteY292" fmla="*/ 1190134 h 1708593"/>
              <a:gd name="connsiteX293" fmla="*/ 1025586 w 1720794"/>
              <a:gd name="connsiteY293" fmla="*/ 1147715 h 1708593"/>
              <a:gd name="connsiteX294" fmla="*/ 1115684 w 1720794"/>
              <a:gd name="connsiteY294" fmla="*/ 1100352 h 1708593"/>
              <a:gd name="connsiteX295" fmla="*/ 1124860 w 1720794"/>
              <a:gd name="connsiteY295" fmla="*/ 1100066 h 1708593"/>
              <a:gd name="connsiteX296" fmla="*/ 1134151 w 1720794"/>
              <a:gd name="connsiteY296" fmla="*/ 1100352 h 1708593"/>
              <a:gd name="connsiteX297" fmla="*/ 1225295 w 1720794"/>
              <a:gd name="connsiteY297" fmla="*/ 1147715 h 1708593"/>
              <a:gd name="connsiteX298" fmla="*/ 1312377 w 1720794"/>
              <a:gd name="connsiteY298" fmla="*/ 1190134 h 1708593"/>
              <a:gd name="connsiteX299" fmla="*/ 1400620 w 1720794"/>
              <a:gd name="connsiteY299" fmla="*/ 1147715 h 1708593"/>
              <a:gd name="connsiteX300" fmla="*/ 1490715 w 1720794"/>
              <a:gd name="connsiteY300" fmla="*/ 1100352 h 1708593"/>
              <a:gd name="connsiteX301" fmla="*/ 1499902 w 1720794"/>
              <a:gd name="connsiteY301" fmla="*/ 1100066 h 1708593"/>
              <a:gd name="connsiteX302" fmla="*/ 1509200 w 1720794"/>
              <a:gd name="connsiteY302" fmla="*/ 1100352 h 1708593"/>
              <a:gd name="connsiteX303" fmla="*/ 1600457 w 1720794"/>
              <a:gd name="connsiteY303" fmla="*/ 1147715 h 1708593"/>
              <a:gd name="connsiteX304" fmla="*/ 1672675 w 1720794"/>
              <a:gd name="connsiteY304" fmla="*/ 1189217 h 1708593"/>
              <a:gd name="connsiteX305" fmla="*/ 1687656 w 1720794"/>
              <a:gd name="connsiteY305" fmla="*/ 1190134 h 1708593"/>
              <a:gd name="connsiteX306" fmla="*/ 1702991 w 1720794"/>
              <a:gd name="connsiteY306" fmla="*/ 1189217 h 1708593"/>
              <a:gd name="connsiteX307" fmla="*/ 1720794 w 1720794"/>
              <a:gd name="connsiteY307" fmla="*/ 1182738 h 1708593"/>
              <a:gd name="connsiteX308" fmla="*/ 1720794 w 1720794"/>
              <a:gd name="connsiteY308" fmla="*/ 1203416 h 1708593"/>
              <a:gd name="connsiteX309" fmla="*/ 1696936 w 1720794"/>
              <a:gd name="connsiteY309" fmla="*/ 1207861 h 1708593"/>
              <a:gd name="connsiteX310" fmla="*/ 1687656 w 1720794"/>
              <a:gd name="connsiteY310" fmla="*/ 1208147 h 1708593"/>
              <a:gd name="connsiteX311" fmla="*/ 1678456 w 1720794"/>
              <a:gd name="connsiteY311" fmla="*/ 1207861 h 1708593"/>
              <a:gd name="connsiteX312" fmla="*/ 1588259 w 1720794"/>
              <a:gd name="connsiteY312" fmla="*/ 1160499 h 1708593"/>
              <a:gd name="connsiteX313" fmla="*/ 1515254 w 1720794"/>
              <a:gd name="connsiteY313" fmla="*/ 1118997 h 1708593"/>
              <a:gd name="connsiteX314" fmla="*/ 1499902 w 1720794"/>
              <a:gd name="connsiteY314" fmla="*/ 1118080 h 1708593"/>
              <a:gd name="connsiteX315" fmla="*/ 1484938 w 1720794"/>
              <a:gd name="connsiteY315" fmla="*/ 1118997 h 1708593"/>
              <a:gd name="connsiteX316" fmla="*/ 1412811 w 1720794"/>
              <a:gd name="connsiteY316" fmla="*/ 1160499 h 1708593"/>
              <a:gd name="connsiteX317" fmla="*/ 1312377 w 1720794"/>
              <a:gd name="connsiteY317" fmla="*/ 1208147 h 1708593"/>
              <a:gd name="connsiteX318" fmla="*/ 1213103 w 1720794"/>
              <a:gd name="connsiteY318" fmla="*/ 1160499 h 1708593"/>
              <a:gd name="connsiteX319" fmla="*/ 1140203 w 1720794"/>
              <a:gd name="connsiteY319" fmla="*/ 1118997 h 1708593"/>
              <a:gd name="connsiteX320" fmla="*/ 1124860 w 1720794"/>
              <a:gd name="connsiteY320" fmla="*/ 1118080 h 1708593"/>
              <a:gd name="connsiteX321" fmla="*/ 1109907 w 1720794"/>
              <a:gd name="connsiteY321" fmla="*/ 1118997 h 1708593"/>
              <a:gd name="connsiteX322" fmla="*/ 1037780 w 1720794"/>
              <a:gd name="connsiteY322" fmla="*/ 1160499 h 1708593"/>
              <a:gd name="connsiteX323" fmla="*/ 937343 w 1720794"/>
              <a:gd name="connsiteY323" fmla="*/ 1208147 h 1708593"/>
              <a:gd name="connsiteX324" fmla="*/ 837942 w 1720794"/>
              <a:gd name="connsiteY324" fmla="*/ 1160499 h 1708593"/>
              <a:gd name="connsiteX325" fmla="*/ 764952 w 1720794"/>
              <a:gd name="connsiteY325" fmla="*/ 1118997 h 1708593"/>
              <a:gd name="connsiteX326" fmla="*/ 749586 w 1720794"/>
              <a:gd name="connsiteY326" fmla="*/ 1118080 h 1708593"/>
              <a:gd name="connsiteX327" fmla="*/ 734638 w 1720794"/>
              <a:gd name="connsiteY327" fmla="*/ 1118997 h 1708593"/>
              <a:gd name="connsiteX328" fmla="*/ 662511 w 1720794"/>
              <a:gd name="connsiteY328" fmla="*/ 1160499 h 1708593"/>
              <a:gd name="connsiteX329" fmla="*/ 562069 w 1720794"/>
              <a:gd name="connsiteY329" fmla="*/ 1208147 h 1708593"/>
              <a:gd name="connsiteX330" fmla="*/ 462743 w 1720794"/>
              <a:gd name="connsiteY330" fmla="*/ 1160499 h 1708593"/>
              <a:gd name="connsiteX331" fmla="*/ 375034 w 1720794"/>
              <a:gd name="connsiteY331" fmla="*/ 1118080 h 1708593"/>
              <a:gd name="connsiteX332" fmla="*/ 287371 w 1720794"/>
              <a:gd name="connsiteY332" fmla="*/ 1160499 h 1708593"/>
              <a:gd name="connsiteX333" fmla="*/ 187517 w 1720794"/>
              <a:gd name="connsiteY333" fmla="*/ 1208147 h 1708593"/>
              <a:gd name="connsiteX334" fmla="*/ 87663 w 1720794"/>
              <a:gd name="connsiteY334" fmla="*/ 1160499 h 1708593"/>
              <a:gd name="connsiteX335" fmla="*/ 0 w 1720794"/>
              <a:gd name="connsiteY335" fmla="*/ 1118080 h 1708593"/>
              <a:gd name="connsiteX336" fmla="*/ 0 w 1720794"/>
              <a:gd name="connsiteY336" fmla="*/ 1000651 h 1708593"/>
              <a:gd name="connsiteX337" fmla="*/ 99855 w 1720794"/>
              <a:gd name="connsiteY337" fmla="*/ 1047762 h 1708593"/>
              <a:gd name="connsiteX338" fmla="*/ 187517 w 1720794"/>
              <a:gd name="connsiteY338" fmla="*/ 1090220 h 1708593"/>
              <a:gd name="connsiteX339" fmla="*/ 275179 w 1720794"/>
              <a:gd name="connsiteY339" fmla="*/ 1047762 h 1708593"/>
              <a:gd name="connsiteX340" fmla="*/ 375034 w 1720794"/>
              <a:gd name="connsiteY340" fmla="*/ 1000651 h 1708593"/>
              <a:gd name="connsiteX341" fmla="*/ 474941 w 1720794"/>
              <a:gd name="connsiteY341" fmla="*/ 1047762 h 1708593"/>
              <a:gd name="connsiteX342" fmla="*/ 562069 w 1720794"/>
              <a:gd name="connsiteY342" fmla="*/ 1090220 h 1708593"/>
              <a:gd name="connsiteX343" fmla="*/ 650315 w 1720794"/>
              <a:gd name="connsiteY343" fmla="*/ 1047762 h 1708593"/>
              <a:gd name="connsiteX344" fmla="*/ 740506 w 1720794"/>
              <a:gd name="connsiteY344" fmla="*/ 1000937 h 1708593"/>
              <a:gd name="connsiteX345" fmla="*/ 749586 w 1720794"/>
              <a:gd name="connsiteY345" fmla="*/ 1000651 h 1708593"/>
              <a:gd name="connsiteX346" fmla="*/ 758889 w 1720794"/>
              <a:gd name="connsiteY346" fmla="*/ 1000931 h 1708593"/>
              <a:gd name="connsiteX347" fmla="*/ 850154 w 1720794"/>
              <a:gd name="connsiteY347" fmla="*/ 1047762 h 1708593"/>
              <a:gd name="connsiteX348" fmla="*/ 937343 w 1720794"/>
              <a:gd name="connsiteY348" fmla="*/ 1090220 h 1708593"/>
              <a:gd name="connsiteX349" fmla="*/ 1025586 w 1720794"/>
              <a:gd name="connsiteY349" fmla="*/ 1047762 h 1708593"/>
              <a:gd name="connsiteX350" fmla="*/ 1115684 w 1720794"/>
              <a:gd name="connsiteY350" fmla="*/ 1000937 h 1708593"/>
              <a:gd name="connsiteX351" fmla="*/ 1124860 w 1720794"/>
              <a:gd name="connsiteY351" fmla="*/ 1000651 h 1708593"/>
              <a:gd name="connsiteX352" fmla="*/ 1134151 w 1720794"/>
              <a:gd name="connsiteY352" fmla="*/ 1000931 h 1708593"/>
              <a:gd name="connsiteX353" fmla="*/ 1225295 w 1720794"/>
              <a:gd name="connsiteY353" fmla="*/ 1047762 h 1708593"/>
              <a:gd name="connsiteX354" fmla="*/ 1312377 w 1720794"/>
              <a:gd name="connsiteY354" fmla="*/ 1090220 h 1708593"/>
              <a:gd name="connsiteX355" fmla="*/ 1400620 w 1720794"/>
              <a:gd name="connsiteY355" fmla="*/ 1047762 h 1708593"/>
              <a:gd name="connsiteX356" fmla="*/ 1490715 w 1720794"/>
              <a:gd name="connsiteY356" fmla="*/ 1000937 h 1708593"/>
              <a:gd name="connsiteX357" fmla="*/ 1499902 w 1720794"/>
              <a:gd name="connsiteY357" fmla="*/ 1000651 h 1708593"/>
              <a:gd name="connsiteX358" fmla="*/ 1509200 w 1720794"/>
              <a:gd name="connsiteY358" fmla="*/ 1000931 h 1708593"/>
              <a:gd name="connsiteX359" fmla="*/ 1600457 w 1720794"/>
              <a:gd name="connsiteY359" fmla="*/ 1047762 h 1708593"/>
              <a:gd name="connsiteX360" fmla="*/ 1672675 w 1720794"/>
              <a:gd name="connsiteY360" fmla="*/ 1089326 h 1708593"/>
              <a:gd name="connsiteX361" fmla="*/ 1687656 w 1720794"/>
              <a:gd name="connsiteY361" fmla="*/ 1090220 h 1708593"/>
              <a:gd name="connsiteX362" fmla="*/ 1702991 w 1720794"/>
              <a:gd name="connsiteY362" fmla="*/ 1089326 h 1708593"/>
              <a:gd name="connsiteX363" fmla="*/ 1720794 w 1720794"/>
              <a:gd name="connsiteY363" fmla="*/ 1082935 h 1708593"/>
              <a:gd name="connsiteX364" fmla="*/ 1720794 w 1720794"/>
              <a:gd name="connsiteY364" fmla="*/ 1103614 h 1708593"/>
              <a:gd name="connsiteX365" fmla="*/ 1696936 w 1720794"/>
              <a:gd name="connsiteY365" fmla="*/ 1107971 h 1708593"/>
              <a:gd name="connsiteX366" fmla="*/ 1687656 w 1720794"/>
              <a:gd name="connsiteY366" fmla="*/ 1108251 h 1708593"/>
              <a:gd name="connsiteX367" fmla="*/ 1678456 w 1720794"/>
              <a:gd name="connsiteY367" fmla="*/ 1107971 h 1708593"/>
              <a:gd name="connsiteX368" fmla="*/ 1588259 w 1720794"/>
              <a:gd name="connsiteY368" fmla="*/ 1061140 h 1708593"/>
              <a:gd name="connsiteX369" fmla="*/ 1515254 w 1720794"/>
              <a:gd name="connsiteY369" fmla="*/ 1019575 h 1708593"/>
              <a:gd name="connsiteX370" fmla="*/ 1499902 w 1720794"/>
              <a:gd name="connsiteY370" fmla="*/ 1018681 h 1708593"/>
              <a:gd name="connsiteX371" fmla="*/ 1484938 w 1720794"/>
              <a:gd name="connsiteY371" fmla="*/ 1019575 h 1708593"/>
              <a:gd name="connsiteX372" fmla="*/ 1412811 w 1720794"/>
              <a:gd name="connsiteY372" fmla="*/ 1061140 h 1708593"/>
              <a:gd name="connsiteX373" fmla="*/ 1312377 w 1720794"/>
              <a:gd name="connsiteY373" fmla="*/ 1108251 h 1708593"/>
              <a:gd name="connsiteX374" fmla="*/ 1213103 w 1720794"/>
              <a:gd name="connsiteY374" fmla="*/ 1061140 h 1708593"/>
              <a:gd name="connsiteX375" fmla="*/ 1140203 w 1720794"/>
              <a:gd name="connsiteY375" fmla="*/ 1019575 h 1708593"/>
              <a:gd name="connsiteX376" fmla="*/ 1124860 w 1720794"/>
              <a:gd name="connsiteY376" fmla="*/ 1018681 h 1708593"/>
              <a:gd name="connsiteX377" fmla="*/ 1109907 w 1720794"/>
              <a:gd name="connsiteY377" fmla="*/ 1019575 h 1708593"/>
              <a:gd name="connsiteX378" fmla="*/ 1037780 w 1720794"/>
              <a:gd name="connsiteY378" fmla="*/ 1061140 h 1708593"/>
              <a:gd name="connsiteX379" fmla="*/ 937343 w 1720794"/>
              <a:gd name="connsiteY379" fmla="*/ 1108251 h 1708593"/>
              <a:gd name="connsiteX380" fmla="*/ 837942 w 1720794"/>
              <a:gd name="connsiteY380" fmla="*/ 1061140 h 1708593"/>
              <a:gd name="connsiteX381" fmla="*/ 764952 w 1720794"/>
              <a:gd name="connsiteY381" fmla="*/ 1019575 h 1708593"/>
              <a:gd name="connsiteX382" fmla="*/ 749586 w 1720794"/>
              <a:gd name="connsiteY382" fmla="*/ 1018681 h 1708593"/>
              <a:gd name="connsiteX383" fmla="*/ 734638 w 1720794"/>
              <a:gd name="connsiteY383" fmla="*/ 1019575 h 1708593"/>
              <a:gd name="connsiteX384" fmla="*/ 662511 w 1720794"/>
              <a:gd name="connsiteY384" fmla="*/ 1061140 h 1708593"/>
              <a:gd name="connsiteX385" fmla="*/ 562069 w 1720794"/>
              <a:gd name="connsiteY385" fmla="*/ 1108251 h 1708593"/>
              <a:gd name="connsiteX386" fmla="*/ 462743 w 1720794"/>
              <a:gd name="connsiteY386" fmla="*/ 1061140 h 1708593"/>
              <a:gd name="connsiteX387" fmla="*/ 375034 w 1720794"/>
              <a:gd name="connsiteY387" fmla="*/ 1018681 h 1708593"/>
              <a:gd name="connsiteX388" fmla="*/ 287371 w 1720794"/>
              <a:gd name="connsiteY388" fmla="*/ 1061140 h 1708593"/>
              <a:gd name="connsiteX389" fmla="*/ 187517 w 1720794"/>
              <a:gd name="connsiteY389" fmla="*/ 1108251 h 1708593"/>
              <a:gd name="connsiteX390" fmla="*/ 87663 w 1720794"/>
              <a:gd name="connsiteY390" fmla="*/ 1061140 h 1708593"/>
              <a:gd name="connsiteX391" fmla="*/ 0 w 1720794"/>
              <a:gd name="connsiteY391" fmla="*/ 1018681 h 1708593"/>
              <a:gd name="connsiteX392" fmla="*/ 0 w 1720794"/>
              <a:gd name="connsiteY392" fmla="*/ 900273 h 1708593"/>
              <a:gd name="connsiteX393" fmla="*/ 99855 w 1720794"/>
              <a:gd name="connsiteY393" fmla="*/ 947279 h 1708593"/>
              <a:gd name="connsiteX394" fmla="*/ 187517 w 1720794"/>
              <a:gd name="connsiteY394" fmla="*/ 989642 h 1708593"/>
              <a:gd name="connsiteX395" fmla="*/ 275179 w 1720794"/>
              <a:gd name="connsiteY395" fmla="*/ 947279 h 1708593"/>
              <a:gd name="connsiteX396" fmla="*/ 375034 w 1720794"/>
              <a:gd name="connsiteY396" fmla="*/ 900273 h 1708593"/>
              <a:gd name="connsiteX397" fmla="*/ 474941 w 1720794"/>
              <a:gd name="connsiteY397" fmla="*/ 947279 h 1708593"/>
              <a:gd name="connsiteX398" fmla="*/ 562069 w 1720794"/>
              <a:gd name="connsiteY398" fmla="*/ 989642 h 1708593"/>
              <a:gd name="connsiteX399" fmla="*/ 650315 w 1720794"/>
              <a:gd name="connsiteY399" fmla="*/ 947279 h 1708593"/>
              <a:gd name="connsiteX400" fmla="*/ 740506 w 1720794"/>
              <a:gd name="connsiteY400" fmla="*/ 900552 h 1708593"/>
              <a:gd name="connsiteX401" fmla="*/ 749586 w 1720794"/>
              <a:gd name="connsiteY401" fmla="*/ 900273 h 1708593"/>
              <a:gd name="connsiteX402" fmla="*/ 758889 w 1720794"/>
              <a:gd name="connsiteY402" fmla="*/ 900552 h 1708593"/>
              <a:gd name="connsiteX403" fmla="*/ 850154 w 1720794"/>
              <a:gd name="connsiteY403" fmla="*/ 947279 h 1708593"/>
              <a:gd name="connsiteX404" fmla="*/ 937343 w 1720794"/>
              <a:gd name="connsiteY404" fmla="*/ 989642 h 1708593"/>
              <a:gd name="connsiteX405" fmla="*/ 1025586 w 1720794"/>
              <a:gd name="connsiteY405" fmla="*/ 947279 h 1708593"/>
              <a:gd name="connsiteX406" fmla="*/ 1115684 w 1720794"/>
              <a:gd name="connsiteY406" fmla="*/ 900552 h 1708593"/>
              <a:gd name="connsiteX407" fmla="*/ 1124860 w 1720794"/>
              <a:gd name="connsiteY407" fmla="*/ 900273 h 1708593"/>
              <a:gd name="connsiteX408" fmla="*/ 1134151 w 1720794"/>
              <a:gd name="connsiteY408" fmla="*/ 900552 h 1708593"/>
              <a:gd name="connsiteX409" fmla="*/ 1225295 w 1720794"/>
              <a:gd name="connsiteY409" fmla="*/ 947279 h 1708593"/>
              <a:gd name="connsiteX410" fmla="*/ 1312377 w 1720794"/>
              <a:gd name="connsiteY410" fmla="*/ 989642 h 1708593"/>
              <a:gd name="connsiteX411" fmla="*/ 1400620 w 1720794"/>
              <a:gd name="connsiteY411" fmla="*/ 947279 h 1708593"/>
              <a:gd name="connsiteX412" fmla="*/ 1490715 w 1720794"/>
              <a:gd name="connsiteY412" fmla="*/ 900552 h 1708593"/>
              <a:gd name="connsiteX413" fmla="*/ 1499902 w 1720794"/>
              <a:gd name="connsiteY413" fmla="*/ 900273 h 1708593"/>
              <a:gd name="connsiteX414" fmla="*/ 1509200 w 1720794"/>
              <a:gd name="connsiteY414" fmla="*/ 900552 h 1708593"/>
              <a:gd name="connsiteX415" fmla="*/ 1600457 w 1720794"/>
              <a:gd name="connsiteY415" fmla="*/ 947279 h 1708593"/>
              <a:gd name="connsiteX416" fmla="*/ 1672675 w 1720794"/>
              <a:gd name="connsiteY416" fmla="*/ 988750 h 1708593"/>
              <a:gd name="connsiteX417" fmla="*/ 1687656 w 1720794"/>
              <a:gd name="connsiteY417" fmla="*/ 989642 h 1708593"/>
              <a:gd name="connsiteX418" fmla="*/ 1702991 w 1720794"/>
              <a:gd name="connsiteY418" fmla="*/ 988750 h 1708593"/>
              <a:gd name="connsiteX419" fmla="*/ 1720794 w 1720794"/>
              <a:gd name="connsiteY419" fmla="*/ 982373 h 1708593"/>
              <a:gd name="connsiteX420" fmla="*/ 1720794 w 1720794"/>
              <a:gd name="connsiteY420" fmla="*/ 1000099 h 1708593"/>
              <a:gd name="connsiteX421" fmla="*/ 1696936 w 1720794"/>
              <a:gd name="connsiteY421" fmla="*/ 1007353 h 1708593"/>
              <a:gd name="connsiteX422" fmla="*/ 1687656 w 1720794"/>
              <a:gd name="connsiteY422" fmla="*/ 1007632 h 1708593"/>
              <a:gd name="connsiteX423" fmla="*/ 1678456 w 1720794"/>
              <a:gd name="connsiteY423" fmla="*/ 1007346 h 1708593"/>
              <a:gd name="connsiteX424" fmla="*/ 1588259 w 1720794"/>
              <a:gd name="connsiteY424" fmla="*/ 960626 h 1708593"/>
              <a:gd name="connsiteX425" fmla="*/ 1515254 w 1720794"/>
              <a:gd name="connsiteY425" fmla="*/ 919155 h 1708593"/>
              <a:gd name="connsiteX426" fmla="*/ 1499902 w 1720794"/>
              <a:gd name="connsiteY426" fmla="*/ 918263 h 1708593"/>
              <a:gd name="connsiteX427" fmla="*/ 1484938 w 1720794"/>
              <a:gd name="connsiteY427" fmla="*/ 919155 h 1708593"/>
              <a:gd name="connsiteX428" fmla="*/ 1412811 w 1720794"/>
              <a:gd name="connsiteY428" fmla="*/ 960626 h 1708593"/>
              <a:gd name="connsiteX429" fmla="*/ 1312377 w 1720794"/>
              <a:gd name="connsiteY429" fmla="*/ 1007632 h 1708593"/>
              <a:gd name="connsiteX430" fmla="*/ 1213103 w 1720794"/>
              <a:gd name="connsiteY430" fmla="*/ 960626 h 1708593"/>
              <a:gd name="connsiteX431" fmla="*/ 1140203 w 1720794"/>
              <a:gd name="connsiteY431" fmla="*/ 919155 h 1708593"/>
              <a:gd name="connsiteX432" fmla="*/ 1124860 w 1720794"/>
              <a:gd name="connsiteY432" fmla="*/ 918263 h 1708593"/>
              <a:gd name="connsiteX433" fmla="*/ 1109907 w 1720794"/>
              <a:gd name="connsiteY433" fmla="*/ 919155 h 1708593"/>
              <a:gd name="connsiteX434" fmla="*/ 1037780 w 1720794"/>
              <a:gd name="connsiteY434" fmla="*/ 960626 h 1708593"/>
              <a:gd name="connsiteX435" fmla="*/ 937343 w 1720794"/>
              <a:gd name="connsiteY435" fmla="*/ 1007632 h 1708593"/>
              <a:gd name="connsiteX436" fmla="*/ 837942 w 1720794"/>
              <a:gd name="connsiteY436" fmla="*/ 960626 h 1708593"/>
              <a:gd name="connsiteX437" fmla="*/ 764952 w 1720794"/>
              <a:gd name="connsiteY437" fmla="*/ 919155 h 1708593"/>
              <a:gd name="connsiteX438" fmla="*/ 749586 w 1720794"/>
              <a:gd name="connsiteY438" fmla="*/ 918263 h 1708593"/>
              <a:gd name="connsiteX439" fmla="*/ 734638 w 1720794"/>
              <a:gd name="connsiteY439" fmla="*/ 919155 h 1708593"/>
              <a:gd name="connsiteX440" fmla="*/ 662511 w 1720794"/>
              <a:gd name="connsiteY440" fmla="*/ 960626 h 1708593"/>
              <a:gd name="connsiteX441" fmla="*/ 562069 w 1720794"/>
              <a:gd name="connsiteY441" fmla="*/ 1007632 h 1708593"/>
              <a:gd name="connsiteX442" fmla="*/ 462743 w 1720794"/>
              <a:gd name="connsiteY442" fmla="*/ 960626 h 1708593"/>
              <a:gd name="connsiteX443" fmla="*/ 375034 w 1720794"/>
              <a:gd name="connsiteY443" fmla="*/ 918263 h 1708593"/>
              <a:gd name="connsiteX444" fmla="*/ 287371 w 1720794"/>
              <a:gd name="connsiteY444" fmla="*/ 960626 h 1708593"/>
              <a:gd name="connsiteX445" fmla="*/ 187517 w 1720794"/>
              <a:gd name="connsiteY445" fmla="*/ 1007632 h 1708593"/>
              <a:gd name="connsiteX446" fmla="*/ 87663 w 1720794"/>
              <a:gd name="connsiteY446" fmla="*/ 960626 h 1708593"/>
              <a:gd name="connsiteX447" fmla="*/ 0 w 1720794"/>
              <a:gd name="connsiteY447" fmla="*/ 918263 h 1708593"/>
              <a:gd name="connsiteX448" fmla="*/ 0 w 1720794"/>
              <a:gd name="connsiteY448" fmla="*/ 800136 h 1708593"/>
              <a:gd name="connsiteX449" fmla="*/ 99855 w 1720794"/>
              <a:gd name="connsiteY449" fmla="*/ 847784 h 1708593"/>
              <a:gd name="connsiteX450" fmla="*/ 187517 w 1720794"/>
              <a:gd name="connsiteY450" fmla="*/ 890203 h 1708593"/>
              <a:gd name="connsiteX451" fmla="*/ 275179 w 1720794"/>
              <a:gd name="connsiteY451" fmla="*/ 847784 h 1708593"/>
              <a:gd name="connsiteX452" fmla="*/ 375034 w 1720794"/>
              <a:gd name="connsiteY452" fmla="*/ 800136 h 1708593"/>
              <a:gd name="connsiteX453" fmla="*/ 474941 w 1720794"/>
              <a:gd name="connsiteY453" fmla="*/ 847784 h 1708593"/>
              <a:gd name="connsiteX454" fmla="*/ 562069 w 1720794"/>
              <a:gd name="connsiteY454" fmla="*/ 890203 h 1708593"/>
              <a:gd name="connsiteX455" fmla="*/ 650315 w 1720794"/>
              <a:gd name="connsiteY455" fmla="*/ 847784 h 1708593"/>
              <a:gd name="connsiteX456" fmla="*/ 740506 w 1720794"/>
              <a:gd name="connsiteY456" fmla="*/ 800422 h 1708593"/>
              <a:gd name="connsiteX457" fmla="*/ 749586 w 1720794"/>
              <a:gd name="connsiteY457" fmla="*/ 800136 h 1708593"/>
              <a:gd name="connsiteX458" fmla="*/ 758889 w 1720794"/>
              <a:gd name="connsiteY458" fmla="*/ 800422 h 1708593"/>
              <a:gd name="connsiteX459" fmla="*/ 850154 w 1720794"/>
              <a:gd name="connsiteY459" fmla="*/ 847784 h 1708593"/>
              <a:gd name="connsiteX460" fmla="*/ 937343 w 1720794"/>
              <a:gd name="connsiteY460" fmla="*/ 890203 h 1708593"/>
              <a:gd name="connsiteX461" fmla="*/ 1025586 w 1720794"/>
              <a:gd name="connsiteY461" fmla="*/ 847784 h 1708593"/>
              <a:gd name="connsiteX462" fmla="*/ 1115684 w 1720794"/>
              <a:gd name="connsiteY462" fmla="*/ 800422 h 1708593"/>
              <a:gd name="connsiteX463" fmla="*/ 1124860 w 1720794"/>
              <a:gd name="connsiteY463" fmla="*/ 800136 h 1708593"/>
              <a:gd name="connsiteX464" fmla="*/ 1134151 w 1720794"/>
              <a:gd name="connsiteY464" fmla="*/ 800422 h 1708593"/>
              <a:gd name="connsiteX465" fmla="*/ 1225295 w 1720794"/>
              <a:gd name="connsiteY465" fmla="*/ 847784 h 1708593"/>
              <a:gd name="connsiteX466" fmla="*/ 1312377 w 1720794"/>
              <a:gd name="connsiteY466" fmla="*/ 890203 h 1708593"/>
              <a:gd name="connsiteX467" fmla="*/ 1400620 w 1720794"/>
              <a:gd name="connsiteY467" fmla="*/ 847784 h 1708593"/>
              <a:gd name="connsiteX468" fmla="*/ 1490715 w 1720794"/>
              <a:gd name="connsiteY468" fmla="*/ 800422 h 1708593"/>
              <a:gd name="connsiteX469" fmla="*/ 1499902 w 1720794"/>
              <a:gd name="connsiteY469" fmla="*/ 800136 h 1708593"/>
              <a:gd name="connsiteX470" fmla="*/ 1509200 w 1720794"/>
              <a:gd name="connsiteY470" fmla="*/ 800422 h 1708593"/>
              <a:gd name="connsiteX471" fmla="*/ 1600457 w 1720794"/>
              <a:gd name="connsiteY471" fmla="*/ 847784 h 1708593"/>
              <a:gd name="connsiteX472" fmla="*/ 1672675 w 1720794"/>
              <a:gd name="connsiteY472" fmla="*/ 889286 h 1708593"/>
              <a:gd name="connsiteX473" fmla="*/ 1687656 w 1720794"/>
              <a:gd name="connsiteY473" fmla="*/ 890203 h 1708593"/>
              <a:gd name="connsiteX474" fmla="*/ 1702991 w 1720794"/>
              <a:gd name="connsiteY474" fmla="*/ 889286 h 1708593"/>
              <a:gd name="connsiteX475" fmla="*/ 1720794 w 1720794"/>
              <a:gd name="connsiteY475" fmla="*/ 882808 h 1708593"/>
              <a:gd name="connsiteX476" fmla="*/ 1720794 w 1720794"/>
              <a:gd name="connsiteY476" fmla="*/ 903485 h 1708593"/>
              <a:gd name="connsiteX477" fmla="*/ 1696936 w 1720794"/>
              <a:gd name="connsiteY477" fmla="*/ 907931 h 1708593"/>
              <a:gd name="connsiteX478" fmla="*/ 1687656 w 1720794"/>
              <a:gd name="connsiteY478" fmla="*/ 908217 h 1708593"/>
              <a:gd name="connsiteX479" fmla="*/ 1678456 w 1720794"/>
              <a:gd name="connsiteY479" fmla="*/ 907931 h 1708593"/>
              <a:gd name="connsiteX480" fmla="*/ 1588259 w 1720794"/>
              <a:gd name="connsiteY480" fmla="*/ 860568 h 1708593"/>
              <a:gd name="connsiteX481" fmla="*/ 1515254 w 1720794"/>
              <a:gd name="connsiteY481" fmla="*/ 819066 h 1708593"/>
              <a:gd name="connsiteX482" fmla="*/ 1499902 w 1720794"/>
              <a:gd name="connsiteY482" fmla="*/ 818149 h 1708593"/>
              <a:gd name="connsiteX483" fmla="*/ 1484938 w 1720794"/>
              <a:gd name="connsiteY483" fmla="*/ 819066 h 1708593"/>
              <a:gd name="connsiteX484" fmla="*/ 1412811 w 1720794"/>
              <a:gd name="connsiteY484" fmla="*/ 860568 h 1708593"/>
              <a:gd name="connsiteX485" fmla="*/ 1312377 w 1720794"/>
              <a:gd name="connsiteY485" fmla="*/ 908217 h 1708593"/>
              <a:gd name="connsiteX486" fmla="*/ 1213103 w 1720794"/>
              <a:gd name="connsiteY486" fmla="*/ 860568 h 1708593"/>
              <a:gd name="connsiteX487" fmla="*/ 1140203 w 1720794"/>
              <a:gd name="connsiteY487" fmla="*/ 819066 h 1708593"/>
              <a:gd name="connsiteX488" fmla="*/ 1124860 w 1720794"/>
              <a:gd name="connsiteY488" fmla="*/ 818149 h 1708593"/>
              <a:gd name="connsiteX489" fmla="*/ 1109907 w 1720794"/>
              <a:gd name="connsiteY489" fmla="*/ 819066 h 1708593"/>
              <a:gd name="connsiteX490" fmla="*/ 1037780 w 1720794"/>
              <a:gd name="connsiteY490" fmla="*/ 860568 h 1708593"/>
              <a:gd name="connsiteX491" fmla="*/ 937343 w 1720794"/>
              <a:gd name="connsiteY491" fmla="*/ 908217 h 1708593"/>
              <a:gd name="connsiteX492" fmla="*/ 837942 w 1720794"/>
              <a:gd name="connsiteY492" fmla="*/ 860568 h 1708593"/>
              <a:gd name="connsiteX493" fmla="*/ 764952 w 1720794"/>
              <a:gd name="connsiteY493" fmla="*/ 819066 h 1708593"/>
              <a:gd name="connsiteX494" fmla="*/ 749586 w 1720794"/>
              <a:gd name="connsiteY494" fmla="*/ 818149 h 1708593"/>
              <a:gd name="connsiteX495" fmla="*/ 734638 w 1720794"/>
              <a:gd name="connsiteY495" fmla="*/ 819066 h 1708593"/>
              <a:gd name="connsiteX496" fmla="*/ 662511 w 1720794"/>
              <a:gd name="connsiteY496" fmla="*/ 860568 h 1708593"/>
              <a:gd name="connsiteX497" fmla="*/ 562069 w 1720794"/>
              <a:gd name="connsiteY497" fmla="*/ 908217 h 1708593"/>
              <a:gd name="connsiteX498" fmla="*/ 462743 w 1720794"/>
              <a:gd name="connsiteY498" fmla="*/ 860568 h 1708593"/>
              <a:gd name="connsiteX499" fmla="*/ 375034 w 1720794"/>
              <a:gd name="connsiteY499" fmla="*/ 818149 h 1708593"/>
              <a:gd name="connsiteX500" fmla="*/ 287371 w 1720794"/>
              <a:gd name="connsiteY500" fmla="*/ 860568 h 1708593"/>
              <a:gd name="connsiteX501" fmla="*/ 187517 w 1720794"/>
              <a:gd name="connsiteY501" fmla="*/ 908217 h 1708593"/>
              <a:gd name="connsiteX502" fmla="*/ 87663 w 1720794"/>
              <a:gd name="connsiteY502" fmla="*/ 860568 h 1708593"/>
              <a:gd name="connsiteX503" fmla="*/ 0 w 1720794"/>
              <a:gd name="connsiteY503" fmla="*/ 818149 h 1708593"/>
              <a:gd name="connsiteX504" fmla="*/ 0 w 1720794"/>
              <a:gd name="connsiteY504" fmla="*/ 700961 h 1708593"/>
              <a:gd name="connsiteX505" fmla="*/ 99855 w 1720794"/>
              <a:gd name="connsiteY505" fmla="*/ 747967 h 1708593"/>
              <a:gd name="connsiteX506" fmla="*/ 187517 w 1720794"/>
              <a:gd name="connsiteY506" fmla="*/ 790330 h 1708593"/>
              <a:gd name="connsiteX507" fmla="*/ 275179 w 1720794"/>
              <a:gd name="connsiteY507" fmla="*/ 747967 h 1708593"/>
              <a:gd name="connsiteX508" fmla="*/ 375034 w 1720794"/>
              <a:gd name="connsiteY508" fmla="*/ 700961 h 1708593"/>
              <a:gd name="connsiteX509" fmla="*/ 474941 w 1720794"/>
              <a:gd name="connsiteY509" fmla="*/ 747967 h 1708593"/>
              <a:gd name="connsiteX510" fmla="*/ 562069 w 1720794"/>
              <a:gd name="connsiteY510" fmla="*/ 790330 h 1708593"/>
              <a:gd name="connsiteX511" fmla="*/ 650315 w 1720794"/>
              <a:gd name="connsiteY511" fmla="*/ 747967 h 1708593"/>
              <a:gd name="connsiteX512" fmla="*/ 740506 w 1720794"/>
              <a:gd name="connsiteY512" fmla="*/ 701241 h 1708593"/>
              <a:gd name="connsiteX513" fmla="*/ 749586 w 1720794"/>
              <a:gd name="connsiteY513" fmla="*/ 700961 h 1708593"/>
              <a:gd name="connsiteX514" fmla="*/ 758889 w 1720794"/>
              <a:gd name="connsiteY514" fmla="*/ 701241 h 1708593"/>
              <a:gd name="connsiteX515" fmla="*/ 850154 w 1720794"/>
              <a:gd name="connsiteY515" fmla="*/ 747967 h 1708593"/>
              <a:gd name="connsiteX516" fmla="*/ 937343 w 1720794"/>
              <a:gd name="connsiteY516" fmla="*/ 790330 h 1708593"/>
              <a:gd name="connsiteX517" fmla="*/ 1025586 w 1720794"/>
              <a:gd name="connsiteY517" fmla="*/ 747967 h 1708593"/>
              <a:gd name="connsiteX518" fmla="*/ 1115684 w 1720794"/>
              <a:gd name="connsiteY518" fmla="*/ 701241 h 1708593"/>
              <a:gd name="connsiteX519" fmla="*/ 1124860 w 1720794"/>
              <a:gd name="connsiteY519" fmla="*/ 700961 h 1708593"/>
              <a:gd name="connsiteX520" fmla="*/ 1134151 w 1720794"/>
              <a:gd name="connsiteY520" fmla="*/ 701241 h 1708593"/>
              <a:gd name="connsiteX521" fmla="*/ 1225295 w 1720794"/>
              <a:gd name="connsiteY521" fmla="*/ 747967 h 1708593"/>
              <a:gd name="connsiteX522" fmla="*/ 1312377 w 1720794"/>
              <a:gd name="connsiteY522" fmla="*/ 790330 h 1708593"/>
              <a:gd name="connsiteX523" fmla="*/ 1400620 w 1720794"/>
              <a:gd name="connsiteY523" fmla="*/ 747967 h 1708593"/>
              <a:gd name="connsiteX524" fmla="*/ 1490715 w 1720794"/>
              <a:gd name="connsiteY524" fmla="*/ 701241 h 1708593"/>
              <a:gd name="connsiteX525" fmla="*/ 1499902 w 1720794"/>
              <a:gd name="connsiteY525" fmla="*/ 700961 h 1708593"/>
              <a:gd name="connsiteX526" fmla="*/ 1509200 w 1720794"/>
              <a:gd name="connsiteY526" fmla="*/ 701241 h 1708593"/>
              <a:gd name="connsiteX527" fmla="*/ 1600457 w 1720794"/>
              <a:gd name="connsiteY527" fmla="*/ 747967 h 1708593"/>
              <a:gd name="connsiteX528" fmla="*/ 1672675 w 1720794"/>
              <a:gd name="connsiteY528" fmla="*/ 789438 h 1708593"/>
              <a:gd name="connsiteX529" fmla="*/ 1687656 w 1720794"/>
              <a:gd name="connsiteY529" fmla="*/ 790330 h 1708593"/>
              <a:gd name="connsiteX530" fmla="*/ 1702991 w 1720794"/>
              <a:gd name="connsiteY530" fmla="*/ 789438 h 1708593"/>
              <a:gd name="connsiteX531" fmla="*/ 1720794 w 1720794"/>
              <a:gd name="connsiteY531" fmla="*/ 783061 h 1708593"/>
              <a:gd name="connsiteX532" fmla="*/ 1720794 w 1720794"/>
              <a:gd name="connsiteY532" fmla="*/ 803607 h 1708593"/>
              <a:gd name="connsiteX533" fmla="*/ 1696936 w 1720794"/>
              <a:gd name="connsiteY533" fmla="*/ 808035 h 1708593"/>
              <a:gd name="connsiteX534" fmla="*/ 1687656 w 1720794"/>
              <a:gd name="connsiteY534" fmla="*/ 808320 h 1708593"/>
              <a:gd name="connsiteX535" fmla="*/ 1678456 w 1720794"/>
              <a:gd name="connsiteY535" fmla="*/ 808035 h 1708593"/>
              <a:gd name="connsiteX536" fmla="*/ 1588259 w 1720794"/>
              <a:gd name="connsiteY536" fmla="*/ 761314 h 1708593"/>
              <a:gd name="connsiteX537" fmla="*/ 1515254 w 1720794"/>
              <a:gd name="connsiteY537" fmla="*/ 719843 h 1708593"/>
              <a:gd name="connsiteX538" fmla="*/ 1499902 w 1720794"/>
              <a:gd name="connsiteY538" fmla="*/ 718951 h 1708593"/>
              <a:gd name="connsiteX539" fmla="*/ 1484938 w 1720794"/>
              <a:gd name="connsiteY539" fmla="*/ 719843 h 1708593"/>
              <a:gd name="connsiteX540" fmla="*/ 1412811 w 1720794"/>
              <a:gd name="connsiteY540" fmla="*/ 761314 h 1708593"/>
              <a:gd name="connsiteX541" fmla="*/ 1312377 w 1720794"/>
              <a:gd name="connsiteY541" fmla="*/ 808320 h 1708593"/>
              <a:gd name="connsiteX542" fmla="*/ 1213103 w 1720794"/>
              <a:gd name="connsiteY542" fmla="*/ 761314 h 1708593"/>
              <a:gd name="connsiteX543" fmla="*/ 1140203 w 1720794"/>
              <a:gd name="connsiteY543" fmla="*/ 719843 h 1708593"/>
              <a:gd name="connsiteX544" fmla="*/ 1124860 w 1720794"/>
              <a:gd name="connsiteY544" fmla="*/ 718951 h 1708593"/>
              <a:gd name="connsiteX545" fmla="*/ 1109907 w 1720794"/>
              <a:gd name="connsiteY545" fmla="*/ 719843 h 1708593"/>
              <a:gd name="connsiteX546" fmla="*/ 1037780 w 1720794"/>
              <a:gd name="connsiteY546" fmla="*/ 761314 h 1708593"/>
              <a:gd name="connsiteX547" fmla="*/ 937343 w 1720794"/>
              <a:gd name="connsiteY547" fmla="*/ 808320 h 1708593"/>
              <a:gd name="connsiteX548" fmla="*/ 837942 w 1720794"/>
              <a:gd name="connsiteY548" fmla="*/ 761314 h 1708593"/>
              <a:gd name="connsiteX549" fmla="*/ 764952 w 1720794"/>
              <a:gd name="connsiteY549" fmla="*/ 719843 h 1708593"/>
              <a:gd name="connsiteX550" fmla="*/ 749586 w 1720794"/>
              <a:gd name="connsiteY550" fmla="*/ 718951 h 1708593"/>
              <a:gd name="connsiteX551" fmla="*/ 734638 w 1720794"/>
              <a:gd name="connsiteY551" fmla="*/ 719843 h 1708593"/>
              <a:gd name="connsiteX552" fmla="*/ 662511 w 1720794"/>
              <a:gd name="connsiteY552" fmla="*/ 761314 h 1708593"/>
              <a:gd name="connsiteX553" fmla="*/ 562069 w 1720794"/>
              <a:gd name="connsiteY553" fmla="*/ 808320 h 1708593"/>
              <a:gd name="connsiteX554" fmla="*/ 462743 w 1720794"/>
              <a:gd name="connsiteY554" fmla="*/ 761314 h 1708593"/>
              <a:gd name="connsiteX555" fmla="*/ 375034 w 1720794"/>
              <a:gd name="connsiteY555" fmla="*/ 718951 h 1708593"/>
              <a:gd name="connsiteX556" fmla="*/ 287371 w 1720794"/>
              <a:gd name="connsiteY556" fmla="*/ 761314 h 1708593"/>
              <a:gd name="connsiteX557" fmla="*/ 187517 w 1720794"/>
              <a:gd name="connsiteY557" fmla="*/ 808320 h 1708593"/>
              <a:gd name="connsiteX558" fmla="*/ 87663 w 1720794"/>
              <a:gd name="connsiteY558" fmla="*/ 761314 h 1708593"/>
              <a:gd name="connsiteX559" fmla="*/ 0 w 1720794"/>
              <a:gd name="connsiteY559" fmla="*/ 718951 h 1708593"/>
              <a:gd name="connsiteX560" fmla="*/ 0 w 1720794"/>
              <a:gd name="connsiteY560" fmla="*/ 600343 h 1708593"/>
              <a:gd name="connsiteX561" fmla="*/ 99855 w 1720794"/>
              <a:gd name="connsiteY561" fmla="*/ 647348 h 1708593"/>
              <a:gd name="connsiteX562" fmla="*/ 187517 w 1720794"/>
              <a:gd name="connsiteY562" fmla="*/ 689712 h 1708593"/>
              <a:gd name="connsiteX563" fmla="*/ 275179 w 1720794"/>
              <a:gd name="connsiteY563" fmla="*/ 647348 h 1708593"/>
              <a:gd name="connsiteX564" fmla="*/ 375034 w 1720794"/>
              <a:gd name="connsiteY564" fmla="*/ 600343 h 1708593"/>
              <a:gd name="connsiteX565" fmla="*/ 474941 w 1720794"/>
              <a:gd name="connsiteY565" fmla="*/ 647348 h 1708593"/>
              <a:gd name="connsiteX566" fmla="*/ 562069 w 1720794"/>
              <a:gd name="connsiteY566" fmla="*/ 689712 h 1708593"/>
              <a:gd name="connsiteX567" fmla="*/ 650315 w 1720794"/>
              <a:gd name="connsiteY567" fmla="*/ 647348 h 1708593"/>
              <a:gd name="connsiteX568" fmla="*/ 740506 w 1720794"/>
              <a:gd name="connsiteY568" fmla="*/ 600622 h 1708593"/>
              <a:gd name="connsiteX569" fmla="*/ 749586 w 1720794"/>
              <a:gd name="connsiteY569" fmla="*/ 600343 h 1708593"/>
              <a:gd name="connsiteX570" fmla="*/ 758889 w 1720794"/>
              <a:gd name="connsiteY570" fmla="*/ 600622 h 1708593"/>
              <a:gd name="connsiteX571" fmla="*/ 850154 w 1720794"/>
              <a:gd name="connsiteY571" fmla="*/ 647348 h 1708593"/>
              <a:gd name="connsiteX572" fmla="*/ 937343 w 1720794"/>
              <a:gd name="connsiteY572" fmla="*/ 689712 h 1708593"/>
              <a:gd name="connsiteX573" fmla="*/ 1025586 w 1720794"/>
              <a:gd name="connsiteY573" fmla="*/ 647348 h 1708593"/>
              <a:gd name="connsiteX574" fmla="*/ 1115684 w 1720794"/>
              <a:gd name="connsiteY574" fmla="*/ 600622 h 1708593"/>
              <a:gd name="connsiteX575" fmla="*/ 1124860 w 1720794"/>
              <a:gd name="connsiteY575" fmla="*/ 600343 h 1708593"/>
              <a:gd name="connsiteX576" fmla="*/ 1134151 w 1720794"/>
              <a:gd name="connsiteY576" fmla="*/ 600622 h 1708593"/>
              <a:gd name="connsiteX577" fmla="*/ 1225295 w 1720794"/>
              <a:gd name="connsiteY577" fmla="*/ 647348 h 1708593"/>
              <a:gd name="connsiteX578" fmla="*/ 1312377 w 1720794"/>
              <a:gd name="connsiteY578" fmla="*/ 689712 h 1708593"/>
              <a:gd name="connsiteX579" fmla="*/ 1400620 w 1720794"/>
              <a:gd name="connsiteY579" fmla="*/ 647348 h 1708593"/>
              <a:gd name="connsiteX580" fmla="*/ 1490715 w 1720794"/>
              <a:gd name="connsiteY580" fmla="*/ 600622 h 1708593"/>
              <a:gd name="connsiteX581" fmla="*/ 1499902 w 1720794"/>
              <a:gd name="connsiteY581" fmla="*/ 600343 h 1708593"/>
              <a:gd name="connsiteX582" fmla="*/ 1509200 w 1720794"/>
              <a:gd name="connsiteY582" fmla="*/ 600622 h 1708593"/>
              <a:gd name="connsiteX583" fmla="*/ 1600457 w 1720794"/>
              <a:gd name="connsiteY583" fmla="*/ 647348 h 1708593"/>
              <a:gd name="connsiteX584" fmla="*/ 1672675 w 1720794"/>
              <a:gd name="connsiteY584" fmla="*/ 688820 h 1708593"/>
              <a:gd name="connsiteX585" fmla="*/ 1687656 w 1720794"/>
              <a:gd name="connsiteY585" fmla="*/ 689712 h 1708593"/>
              <a:gd name="connsiteX586" fmla="*/ 1702991 w 1720794"/>
              <a:gd name="connsiteY586" fmla="*/ 688796 h 1708593"/>
              <a:gd name="connsiteX587" fmla="*/ 1720794 w 1720794"/>
              <a:gd name="connsiteY587" fmla="*/ 682325 h 1708593"/>
              <a:gd name="connsiteX588" fmla="*/ 1720794 w 1720794"/>
              <a:gd name="connsiteY588" fmla="*/ 702976 h 1708593"/>
              <a:gd name="connsiteX589" fmla="*/ 1696936 w 1720794"/>
              <a:gd name="connsiteY589" fmla="*/ 707416 h 1708593"/>
              <a:gd name="connsiteX590" fmla="*/ 1687656 w 1720794"/>
              <a:gd name="connsiteY590" fmla="*/ 707701 h 1708593"/>
              <a:gd name="connsiteX591" fmla="*/ 1678456 w 1720794"/>
              <a:gd name="connsiteY591" fmla="*/ 707416 h 1708593"/>
              <a:gd name="connsiteX592" fmla="*/ 1588259 w 1720794"/>
              <a:gd name="connsiteY592" fmla="*/ 660115 h 1708593"/>
              <a:gd name="connsiteX593" fmla="*/ 1515254 w 1720794"/>
              <a:gd name="connsiteY593" fmla="*/ 618668 h 1708593"/>
              <a:gd name="connsiteX594" fmla="*/ 1499902 w 1720794"/>
              <a:gd name="connsiteY594" fmla="*/ 617752 h 1708593"/>
              <a:gd name="connsiteX595" fmla="*/ 1484938 w 1720794"/>
              <a:gd name="connsiteY595" fmla="*/ 618668 h 1708593"/>
              <a:gd name="connsiteX596" fmla="*/ 1412811 w 1720794"/>
              <a:gd name="connsiteY596" fmla="*/ 660115 h 1708593"/>
              <a:gd name="connsiteX597" fmla="*/ 1312377 w 1720794"/>
              <a:gd name="connsiteY597" fmla="*/ 707701 h 1708593"/>
              <a:gd name="connsiteX598" fmla="*/ 1213103 w 1720794"/>
              <a:gd name="connsiteY598" fmla="*/ 660115 h 1708593"/>
              <a:gd name="connsiteX599" fmla="*/ 1140203 w 1720794"/>
              <a:gd name="connsiteY599" fmla="*/ 618668 h 1708593"/>
              <a:gd name="connsiteX600" fmla="*/ 1124860 w 1720794"/>
              <a:gd name="connsiteY600" fmla="*/ 617752 h 1708593"/>
              <a:gd name="connsiteX601" fmla="*/ 1109907 w 1720794"/>
              <a:gd name="connsiteY601" fmla="*/ 618668 h 1708593"/>
              <a:gd name="connsiteX602" fmla="*/ 1037780 w 1720794"/>
              <a:gd name="connsiteY602" fmla="*/ 660115 h 1708593"/>
              <a:gd name="connsiteX603" fmla="*/ 937343 w 1720794"/>
              <a:gd name="connsiteY603" fmla="*/ 707701 h 1708593"/>
              <a:gd name="connsiteX604" fmla="*/ 837942 w 1720794"/>
              <a:gd name="connsiteY604" fmla="*/ 660115 h 1708593"/>
              <a:gd name="connsiteX605" fmla="*/ 764952 w 1720794"/>
              <a:gd name="connsiteY605" fmla="*/ 618668 h 1708593"/>
              <a:gd name="connsiteX606" fmla="*/ 749586 w 1720794"/>
              <a:gd name="connsiteY606" fmla="*/ 617752 h 1708593"/>
              <a:gd name="connsiteX607" fmla="*/ 734638 w 1720794"/>
              <a:gd name="connsiteY607" fmla="*/ 618668 h 1708593"/>
              <a:gd name="connsiteX608" fmla="*/ 662511 w 1720794"/>
              <a:gd name="connsiteY608" fmla="*/ 660115 h 1708593"/>
              <a:gd name="connsiteX609" fmla="*/ 562069 w 1720794"/>
              <a:gd name="connsiteY609" fmla="*/ 707701 h 1708593"/>
              <a:gd name="connsiteX610" fmla="*/ 462743 w 1720794"/>
              <a:gd name="connsiteY610" fmla="*/ 660115 h 1708593"/>
              <a:gd name="connsiteX611" fmla="*/ 375034 w 1720794"/>
              <a:gd name="connsiteY611" fmla="*/ 617752 h 1708593"/>
              <a:gd name="connsiteX612" fmla="*/ 287371 w 1720794"/>
              <a:gd name="connsiteY612" fmla="*/ 660115 h 1708593"/>
              <a:gd name="connsiteX613" fmla="*/ 187517 w 1720794"/>
              <a:gd name="connsiteY613" fmla="*/ 707701 h 1708593"/>
              <a:gd name="connsiteX614" fmla="*/ 87663 w 1720794"/>
              <a:gd name="connsiteY614" fmla="*/ 660115 h 1708593"/>
              <a:gd name="connsiteX615" fmla="*/ 0 w 1720794"/>
              <a:gd name="connsiteY615" fmla="*/ 617752 h 1708593"/>
              <a:gd name="connsiteX616" fmla="*/ 0 w 1720794"/>
              <a:gd name="connsiteY616" fmla="*/ 500446 h 1708593"/>
              <a:gd name="connsiteX617" fmla="*/ 99855 w 1720794"/>
              <a:gd name="connsiteY617" fmla="*/ 548032 h 1708593"/>
              <a:gd name="connsiteX618" fmla="*/ 187517 w 1720794"/>
              <a:gd name="connsiteY618" fmla="*/ 590395 h 1708593"/>
              <a:gd name="connsiteX619" fmla="*/ 275179 w 1720794"/>
              <a:gd name="connsiteY619" fmla="*/ 548032 h 1708593"/>
              <a:gd name="connsiteX620" fmla="*/ 375034 w 1720794"/>
              <a:gd name="connsiteY620" fmla="*/ 500446 h 1708593"/>
              <a:gd name="connsiteX621" fmla="*/ 474941 w 1720794"/>
              <a:gd name="connsiteY621" fmla="*/ 548032 h 1708593"/>
              <a:gd name="connsiteX622" fmla="*/ 562069 w 1720794"/>
              <a:gd name="connsiteY622" fmla="*/ 590395 h 1708593"/>
              <a:gd name="connsiteX623" fmla="*/ 650315 w 1720794"/>
              <a:gd name="connsiteY623" fmla="*/ 548032 h 1708593"/>
              <a:gd name="connsiteX624" fmla="*/ 740506 w 1720794"/>
              <a:gd name="connsiteY624" fmla="*/ 500732 h 1708593"/>
              <a:gd name="connsiteX625" fmla="*/ 749586 w 1720794"/>
              <a:gd name="connsiteY625" fmla="*/ 500446 h 1708593"/>
              <a:gd name="connsiteX626" fmla="*/ 758889 w 1720794"/>
              <a:gd name="connsiteY626" fmla="*/ 500732 h 1708593"/>
              <a:gd name="connsiteX627" fmla="*/ 850154 w 1720794"/>
              <a:gd name="connsiteY627" fmla="*/ 548032 h 1708593"/>
              <a:gd name="connsiteX628" fmla="*/ 937343 w 1720794"/>
              <a:gd name="connsiteY628" fmla="*/ 590395 h 1708593"/>
              <a:gd name="connsiteX629" fmla="*/ 1025586 w 1720794"/>
              <a:gd name="connsiteY629" fmla="*/ 548032 h 1708593"/>
              <a:gd name="connsiteX630" fmla="*/ 1115684 w 1720794"/>
              <a:gd name="connsiteY630" fmla="*/ 500732 h 1708593"/>
              <a:gd name="connsiteX631" fmla="*/ 1124860 w 1720794"/>
              <a:gd name="connsiteY631" fmla="*/ 500446 h 1708593"/>
              <a:gd name="connsiteX632" fmla="*/ 1134151 w 1720794"/>
              <a:gd name="connsiteY632" fmla="*/ 500732 h 1708593"/>
              <a:gd name="connsiteX633" fmla="*/ 1225295 w 1720794"/>
              <a:gd name="connsiteY633" fmla="*/ 548032 h 1708593"/>
              <a:gd name="connsiteX634" fmla="*/ 1312377 w 1720794"/>
              <a:gd name="connsiteY634" fmla="*/ 590395 h 1708593"/>
              <a:gd name="connsiteX635" fmla="*/ 1400620 w 1720794"/>
              <a:gd name="connsiteY635" fmla="*/ 548032 h 1708593"/>
              <a:gd name="connsiteX636" fmla="*/ 1490715 w 1720794"/>
              <a:gd name="connsiteY636" fmla="*/ 500732 h 1708593"/>
              <a:gd name="connsiteX637" fmla="*/ 1499902 w 1720794"/>
              <a:gd name="connsiteY637" fmla="*/ 500446 h 1708593"/>
              <a:gd name="connsiteX638" fmla="*/ 1509200 w 1720794"/>
              <a:gd name="connsiteY638" fmla="*/ 500732 h 1708593"/>
              <a:gd name="connsiteX639" fmla="*/ 1600457 w 1720794"/>
              <a:gd name="connsiteY639" fmla="*/ 548032 h 1708593"/>
              <a:gd name="connsiteX640" fmla="*/ 1672675 w 1720794"/>
              <a:gd name="connsiteY640" fmla="*/ 589479 h 1708593"/>
              <a:gd name="connsiteX641" fmla="*/ 1687656 w 1720794"/>
              <a:gd name="connsiteY641" fmla="*/ 590395 h 1708593"/>
              <a:gd name="connsiteX642" fmla="*/ 1702991 w 1720794"/>
              <a:gd name="connsiteY642" fmla="*/ 589479 h 1708593"/>
              <a:gd name="connsiteX643" fmla="*/ 1720794 w 1720794"/>
              <a:gd name="connsiteY643" fmla="*/ 583009 h 1708593"/>
              <a:gd name="connsiteX644" fmla="*/ 1720794 w 1720794"/>
              <a:gd name="connsiteY644" fmla="*/ 600272 h 1708593"/>
              <a:gd name="connsiteX645" fmla="*/ 1696936 w 1720794"/>
              <a:gd name="connsiteY645" fmla="*/ 607526 h 1708593"/>
              <a:gd name="connsiteX646" fmla="*/ 1687656 w 1720794"/>
              <a:gd name="connsiteY646" fmla="*/ 607805 h 1708593"/>
              <a:gd name="connsiteX647" fmla="*/ 1678456 w 1720794"/>
              <a:gd name="connsiteY647" fmla="*/ 607526 h 1708593"/>
              <a:gd name="connsiteX648" fmla="*/ 1588259 w 1720794"/>
              <a:gd name="connsiteY648" fmla="*/ 560799 h 1708593"/>
              <a:gd name="connsiteX649" fmla="*/ 1515254 w 1720794"/>
              <a:gd name="connsiteY649" fmla="*/ 519352 h 1708593"/>
              <a:gd name="connsiteX650" fmla="*/ 1499902 w 1720794"/>
              <a:gd name="connsiteY650" fmla="*/ 518436 h 1708593"/>
              <a:gd name="connsiteX651" fmla="*/ 1484938 w 1720794"/>
              <a:gd name="connsiteY651" fmla="*/ 519352 h 1708593"/>
              <a:gd name="connsiteX652" fmla="*/ 1412811 w 1720794"/>
              <a:gd name="connsiteY652" fmla="*/ 560799 h 1708593"/>
              <a:gd name="connsiteX653" fmla="*/ 1312377 w 1720794"/>
              <a:gd name="connsiteY653" fmla="*/ 607805 h 1708593"/>
              <a:gd name="connsiteX654" fmla="*/ 1213103 w 1720794"/>
              <a:gd name="connsiteY654" fmla="*/ 560799 h 1708593"/>
              <a:gd name="connsiteX655" fmla="*/ 1140203 w 1720794"/>
              <a:gd name="connsiteY655" fmla="*/ 519352 h 1708593"/>
              <a:gd name="connsiteX656" fmla="*/ 1124860 w 1720794"/>
              <a:gd name="connsiteY656" fmla="*/ 518436 h 1708593"/>
              <a:gd name="connsiteX657" fmla="*/ 1109907 w 1720794"/>
              <a:gd name="connsiteY657" fmla="*/ 519352 h 1708593"/>
              <a:gd name="connsiteX658" fmla="*/ 1037780 w 1720794"/>
              <a:gd name="connsiteY658" fmla="*/ 560799 h 1708593"/>
              <a:gd name="connsiteX659" fmla="*/ 937343 w 1720794"/>
              <a:gd name="connsiteY659" fmla="*/ 607805 h 1708593"/>
              <a:gd name="connsiteX660" fmla="*/ 837942 w 1720794"/>
              <a:gd name="connsiteY660" fmla="*/ 560799 h 1708593"/>
              <a:gd name="connsiteX661" fmla="*/ 764952 w 1720794"/>
              <a:gd name="connsiteY661" fmla="*/ 519352 h 1708593"/>
              <a:gd name="connsiteX662" fmla="*/ 749586 w 1720794"/>
              <a:gd name="connsiteY662" fmla="*/ 518436 h 1708593"/>
              <a:gd name="connsiteX663" fmla="*/ 734638 w 1720794"/>
              <a:gd name="connsiteY663" fmla="*/ 519352 h 1708593"/>
              <a:gd name="connsiteX664" fmla="*/ 662511 w 1720794"/>
              <a:gd name="connsiteY664" fmla="*/ 560799 h 1708593"/>
              <a:gd name="connsiteX665" fmla="*/ 562069 w 1720794"/>
              <a:gd name="connsiteY665" fmla="*/ 607805 h 1708593"/>
              <a:gd name="connsiteX666" fmla="*/ 462743 w 1720794"/>
              <a:gd name="connsiteY666" fmla="*/ 560799 h 1708593"/>
              <a:gd name="connsiteX667" fmla="*/ 375034 w 1720794"/>
              <a:gd name="connsiteY667" fmla="*/ 518436 h 1708593"/>
              <a:gd name="connsiteX668" fmla="*/ 287371 w 1720794"/>
              <a:gd name="connsiteY668" fmla="*/ 560799 h 1708593"/>
              <a:gd name="connsiteX669" fmla="*/ 187517 w 1720794"/>
              <a:gd name="connsiteY669" fmla="*/ 607805 h 1708593"/>
              <a:gd name="connsiteX670" fmla="*/ 87663 w 1720794"/>
              <a:gd name="connsiteY670" fmla="*/ 560799 h 1708593"/>
              <a:gd name="connsiteX671" fmla="*/ 0 w 1720794"/>
              <a:gd name="connsiteY671" fmla="*/ 518436 h 1708593"/>
              <a:gd name="connsiteX672" fmla="*/ 0 w 1720794"/>
              <a:gd name="connsiteY672" fmla="*/ 399827 h 1708593"/>
              <a:gd name="connsiteX673" fmla="*/ 99855 w 1720794"/>
              <a:gd name="connsiteY673" fmla="*/ 447520 h 1708593"/>
              <a:gd name="connsiteX674" fmla="*/ 187517 w 1720794"/>
              <a:gd name="connsiteY674" fmla="*/ 489978 h 1708593"/>
              <a:gd name="connsiteX675" fmla="*/ 275179 w 1720794"/>
              <a:gd name="connsiteY675" fmla="*/ 447520 h 1708593"/>
              <a:gd name="connsiteX676" fmla="*/ 375034 w 1720794"/>
              <a:gd name="connsiteY676" fmla="*/ 399827 h 1708593"/>
              <a:gd name="connsiteX677" fmla="*/ 474941 w 1720794"/>
              <a:gd name="connsiteY677" fmla="*/ 447520 h 1708593"/>
              <a:gd name="connsiteX678" fmla="*/ 562069 w 1720794"/>
              <a:gd name="connsiteY678" fmla="*/ 489978 h 1708593"/>
              <a:gd name="connsiteX679" fmla="*/ 650315 w 1720794"/>
              <a:gd name="connsiteY679" fmla="*/ 447520 h 1708593"/>
              <a:gd name="connsiteX680" fmla="*/ 740506 w 1720794"/>
              <a:gd name="connsiteY680" fmla="*/ 400114 h 1708593"/>
              <a:gd name="connsiteX681" fmla="*/ 749586 w 1720794"/>
              <a:gd name="connsiteY681" fmla="*/ 399827 h 1708593"/>
              <a:gd name="connsiteX682" fmla="*/ 758889 w 1720794"/>
              <a:gd name="connsiteY682" fmla="*/ 400114 h 1708593"/>
              <a:gd name="connsiteX683" fmla="*/ 850154 w 1720794"/>
              <a:gd name="connsiteY683" fmla="*/ 447520 h 1708593"/>
              <a:gd name="connsiteX684" fmla="*/ 937343 w 1720794"/>
              <a:gd name="connsiteY684" fmla="*/ 489978 h 1708593"/>
              <a:gd name="connsiteX685" fmla="*/ 1025586 w 1720794"/>
              <a:gd name="connsiteY685" fmla="*/ 447520 h 1708593"/>
              <a:gd name="connsiteX686" fmla="*/ 1115684 w 1720794"/>
              <a:gd name="connsiteY686" fmla="*/ 400114 h 1708593"/>
              <a:gd name="connsiteX687" fmla="*/ 1124860 w 1720794"/>
              <a:gd name="connsiteY687" fmla="*/ 399827 h 1708593"/>
              <a:gd name="connsiteX688" fmla="*/ 1134151 w 1720794"/>
              <a:gd name="connsiteY688" fmla="*/ 400114 h 1708593"/>
              <a:gd name="connsiteX689" fmla="*/ 1225295 w 1720794"/>
              <a:gd name="connsiteY689" fmla="*/ 447520 h 1708593"/>
              <a:gd name="connsiteX690" fmla="*/ 1312377 w 1720794"/>
              <a:gd name="connsiteY690" fmla="*/ 489978 h 1708593"/>
              <a:gd name="connsiteX691" fmla="*/ 1400620 w 1720794"/>
              <a:gd name="connsiteY691" fmla="*/ 447520 h 1708593"/>
              <a:gd name="connsiteX692" fmla="*/ 1490715 w 1720794"/>
              <a:gd name="connsiteY692" fmla="*/ 400114 h 1708593"/>
              <a:gd name="connsiteX693" fmla="*/ 1499902 w 1720794"/>
              <a:gd name="connsiteY693" fmla="*/ 399827 h 1708593"/>
              <a:gd name="connsiteX694" fmla="*/ 1509200 w 1720794"/>
              <a:gd name="connsiteY694" fmla="*/ 400114 h 1708593"/>
              <a:gd name="connsiteX695" fmla="*/ 1600457 w 1720794"/>
              <a:gd name="connsiteY695" fmla="*/ 447520 h 1708593"/>
              <a:gd name="connsiteX696" fmla="*/ 1672675 w 1720794"/>
              <a:gd name="connsiteY696" fmla="*/ 489060 h 1708593"/>
              <a:gd name="connsiteX697" fmla="*/ 1687656 w 1720794"/>
              <a:gd name="connsiteY697" fmla="*/ 489978 h 1708593"/>
              <a:gd name="connsiteX698" fmla="*/ 1702991 w 1720794"/>
              <a:gd name="connsiteY698" fmla="*/ 489060 h 1708593"/>
              <a:gd name="connsiteX699" fmla="*/ 1720794 w 1720794"/>
              <a:gd name="connsiteY699" fmla="*/ 482576 h 1708593"/>
              <a:gd name="connsiteX700" fmla="*/ 1720794 w 1720794"/>
              <a:gd name="connsiteY700" fmla="*/ 502790 h 1708593"/>
              <a:gd name="connsiteX701" fmla="*/ 1696936 w 1720794"/>
              <a:gd name="connsiteY701" fmla="*/ 507147 h 1708593"/>
              <a:gd name="connsiteX702" fmla="*/ 1687656 w 1720794"/>
              <a:gd name="connsiteY702" fmla="*/ 507427 h 1708593"/>
              <a:gd name="connsiteX703" fmla="*/ 1678456 w 1720794"/>
              <a:gd name="connsiteY703" fmla="*/ 507147 h 1708593"/>
              <a:gd name="connsiteX704" fmla="*/ 1588259 w 1720794"/>
              <a:gd name="connsiteY704" fmla="*/ 460316 h 1708593"/>
              <a:gd name="connsiteX705" fmla="*/ 1515254 w 1720794"/>
              <a:gd name="connsiteY705" fmla="*/ 418775 h 1708593"/>
              <a:gd name="connsiteX706" fmla="*/ 1499902 w 1720794"/>
              <a:gd name="connsiteY706" fmla="*/ 417857 h 1708593"/>
              <a:gd name="connsiteX707" fmla="*/ 1484938 w 1720794"/>
              <a:gd name="connsiteY707" fmla="*/ 418751 h 1708593"/>
              <a:gd name="connsiteX708" fmla="*/ 1412811 w 1720794"/>
              <a:gd name="connsiteY708" fmla="*/ 460316 h 1708593"/>
              <a:gd name="connsiteX709" fmla="*/ 1312377 w 1720794"/>
              <a:gd name="connsiteY709" fmla="*/ 507427 h 1708593"/>
              <a:gd name="connsiteX710" fmla="*/ 1213103 w 1720794"/>
              <a:gd name="connsiteY710" fmla="*/ 460316 h 1708593"/>
              <a:gd name="connsiteX711" fmla="*/ 1140203 w 1720794"/>
              <a:gd name="connsiteY711" fmla="*/ 418775 h 1708593"/>
              <a:gd name="connsiteX712" fmla="*/ 1124860 w 1720794"/>
              <a:gd name="connsiteY712" fmla="*/ 417857 h 1708593"/>
              <a:gd name="connsiteX713" fmla="*/ 1109907 w 1720794"/>
              <a:gd name="connsiteY713" fmla="*/ 418751 h 1708593"/>
              <a:gd name="connsiteX714" fmla="*/ 1037780 w 1720794"/>
              <a:gd name="connsiteY714" fmla="*/ 460316 h 1708593"/>
              <a:gd name="connsiteX715" fmla="*/ 937343 w 1720794"/>
              <a:gd name="connsiteY715" fmla="*/ 507427 h 1708593"/>
              <a:gd name="connsiteX716" fmla="*/ 837942 w 1720794"/>
              <a:gd name="connsiteY716" fmla="*/ 460316 h 1708593"/>
              <a:gd name="connsiteX717" fmla="*/ 764952 w 1720794"/>
              <a:gd name="connsiteY717" fmla="*/ 418775 h 1708593"/>
              <a:gd name="connsiteX718" fmla="*/ 749586 w 1720794"/>
              <a:gd name="connsiteY718" fmla="*/ 417857 h 1708593"/>
              <a:gd name="connsiteX719" fmla="*/ 734638 w 1720794"/>
              <a:gd name="connsiteY719" fmla="*/ 418751 h 1708593"/>
              <a:gd name="connsiteX720" fmla="*/ 662511 w 1720794"/>
              <a:gd name="connsiteY720" fmla="*/ 460316 h 1708593"/>
              <a:gd name="connsiteX721" fmla="*/ 562069 w 1720794"/>
              <a:gd name="connsiteY721" fmla="*/ 507427 h 1708593"/>
              <a:gd name="connsiteX722" fmla="*/ 462743 w 1720794"/>
              <a:gd name="connsiteY722" fmla="*/ 460316 h 1708593"/>
              <a:gd name="connsiteX723" fmla="*/ 375034 w 1720794"/>
              <a:gd name="connsiteY723" fmla="*/ 417857 h 1708593"/>
              <a:gd name="connsiteX724" fmla="*/ 287371 w 1720794"/>
              <a:gd name="connsiteY724" fmla="*/ 460316 h 1708593"/>
              <a:gd name="connsiteX725" fmla="*/ 187517 w 1720794"/>
              <a:gd name="connsiteY725" fmla="*/ 507427 h 1708593"/>
              <a:gd name="connsiteX726" fmla="*/ 87663 w 1720794"/>
              <a:gd name="connsiteY726" fmla="*/ 460316 h 1708593"/>
              <a:gd name="connsiteX727" fmla="*/ 0 w 1720794"/>
              <a:gd name="connsiteY727" fmla="*/ 417857 h 1708593"/>
              <a:gd name="connsiteX728" fmla="*/ 0 w 1720794"/>
              <a:gd name="connsiteY728" fmla="*/ 299931 h 1708593"/>
              <a:gd name="connsiteX729" fmla="*/ 99855 w 1720794"/>
              <a:gd name="connsiteY729" fmla="*/ 347579 h 1708593"/>
              <a:gd name="connsiteX730" fmla="*/ 187517 w 1720794"/>
              <a:gd name="connsiteY730" fmla="*/ 389998 h 1708593"/>
              <a:gd name="connsiteX731" fmla="*/ 275179 w 1720794"/>
              <a:gd name="connsiteY731" fmla="*/ 347579 h 1708593"/>
              <a:gd name="connsiteX732" fmla="*/ 375034 w 1720794"/>
              <a:gd name="connsiteY732" fmla="*/ 299931 h 1708593"/>
              <a:gd name="connsiteX733" fmla="*/ 474941 w 1720794"/>
              <a:gd name="connsiteY733" fmla="*/ 347579 h 1708593"/>
              <a:gd name="connsiteX734" fmla="*/ 562069 w 1720794"/>
              <a:gd name="connsiteY734" fmla="*/ 389998 h 1708593"/>
              <a:gd name="connsiteX735" fmla="*/ 650315 w 1720794"/>
              <a:gd name="connsiteY735" fmla="*/ 347579 h 1708593"/>
              <a:gd name="connsiteX736" fmla="*/ 740506 w 1720794"/>
              <a:gd name="connsiteY736" fmla="*/ 300217 h 1708593"/>
              <a:gd name="connsiteX737" fmla="*/ 749586 w 1720794"/>
              <a:gd name="connsiteY737" fmla="*/ 299931 h 1708593"/>
              <a:gd name="connsiteX738" fmla="*/ 758889 w 1720794"/>
              <a:gd name="connsiteY738" fmla="*/ 300217 h 1708593"/>
              <a:gd name="connsiteX739" fmla="*/ 850154 w 1720794"/>
              <a:gd name="connsiteY739" fmla="*/ 347579 h 1708593"/>
              <a:gd name="connsiteX740" fmla="*/ 937343 w 1720794"/>
              <a:gd name="connsiteY740" fmla="*/ 389998 h 1708593"/>
              <a:gd name="connsiteX741" fmla="*/ 1025586 w 1720794"/>
              <a:gd name="connsiteY741" fmla="*/ 347579 h 1708593"/>
              <a:gd name="connsiteX742" fmla="*/ 1115684 w 1720794"/>
              <a:gd name="connsiteY742" fmla="*/ 300217 h 1708593"/>
              <a:gd name="connsiteX743" fmla="*/ 1124860 w 1720794"/>
              <a:gd name="connsiteY743" fmla="*/ 299931 h 1708593"/>
              <a:gd name="connsiteX744" fmla="*/ 1134151 w 1720794"/>
              <a:gd name="connsiteY744" fmla="*/ 300217 h 1708593"/>
              <a:gd name="connsiteX745" fmla="*/ 1225295 w 1720794"/>
              <a:gd name="connsiteY745" fmla="*/ 347579 h 1708593"/>
              <a:gd name="connsiteX746" fmla="*/ 1312377 w 1720794"/>
              <a:gd name="connsiteY746" fmla="*/ 389998 h 1708593"/>
              <a:gd name="connsiteX747" fmla="*/ 1400620 w 1720794"/>
              <a:gd name="connsiteY747" fmla="*/ 347579 h 1708593"/>
              <a:gd name="connsiteX748" fmla="*/ 1490715 w 1720794"/>
              <a:gd name="connsiteY748" fmla="*/ 300217 h 1708593"/>
              <a:gd name="connsiteX749" fmla="*/ 1499902 w 1720794"/>
              <a:gd name="connsiteY749" fmla="*/ 299931 h 1708593"/>
              <a:gd name="connsiteX750" fmla="*/ 1509200 w 1720794"/>
              <a:gd name="connsiteY750" fmla="*/ 300217 h 1708593"/>
              <a:gd name="connsiteX751" fmla="*/ 1600457 w 1720794"/>
              <a:gd name="connsiteY751" fmla="*/ 347579 h 1708593"/>
              <a:gd name="connsiteX752" fmla="*/ 1672675 w 1720794"/>
              <a:gd name="connsiteY752" fmla="*/ 389081 h 1708593"/>
              <a:gd name="connsiteX753" fmla="*/ 1687656 w 1720794"/>
              <a:gd name="connsiteY753" fmla="*/ 389998 h 1708593"/>
              <a:gd name="connsiteX754" fmla="*/ 1702991 w 1720794"/>
              <a:gd name="connsiteY754" fmla="*/ 389081 h 1708593"/>
              <a:gd name="connsiteX755" fmla="*/ 1720794 w 1720794"/>
              <a:gd name="connsiteY755" fmla="*/ 382602 h 1708593"/>
              <a:gd name="connsiteX756" fmla="*/ 1720794 w 1720794"/>
              <a:gd name="connsiteY756" fmla="*/ 403280 h 1708593"/>
              <a:gd name="connsiteX757" fmla="*/ 1696936 w 1720794"/>
              <a:gd name="connsiteY757" fmla="*/ 407725 h 1708593"/>
              <a:gd name="connsiteX758" fmla="*/ 1687656 w 1720794"/>
              <a:gd name="connsiteY758" fmla="*/ 408011 h 1708593"/>
              <a:gd name="connsiteX759" fmla="*/ 1678456 w 1720794"/>
              <a:gd name="connsiteY759" fmla="*/ 407725 h 1708593"/>
              <a:gd name="connsiteX760" fmla="*/ 1588259 w 1720794"/>
              <a:gd name="connsiteY760" fmla="*/ 360363 h 1708593"/>
              <a:gd name="connsiteX761" fmla="*/ 1515254 w 1720794"/>
              <a:gd name="connsiteY761" fmla="*/ 318861 h 1708593"/>
              <a:gd name="connsiteX762" fmla="*/ 1499902 w 1720794"/>
              <a:gd name="connsiteY762" fmla="*/ 317944 h 1708593"/>
              <a:gd name="connsiteX763" fmla="*/ 1484938 w 1720794"/>
              <a:gd name="connsiteY763" fmla="*/ 318861 h 1708593"/>
              <a:gd name="connsiteX764" fmla="*/ 1412811 w 1720794"/>
              <a:gd name="connsiteY764" fmla="*/ 360363 h 1708593"/>
              <a:gd name="connsiteX765" fmla="*/ 1312377 w 1720794"/>
              <a:gd name="connsiteY765" fmla="*/ 408011 h 1708593"/>
              <a:gd name="connsiteX766" fmla="*/ 1213103 w 1720794"/>
              <a:gd name="connsiteY766" fmla="*/ 360363 h 1708593"/>
              <a:gd name="connsiteX767" fmla="*/ 1140203 w 1720794"/>
              <a:gd name="connsiteY767" fmla="*/ 318861 h 1708593"/>
              <a:gd name="connsiteX768" fmla="*/ 1124860 w 1720794"/>
              <a:gd name="connsiteY768" fmla="*/ 317944 h 1708593"/>
              <a:gd name="connsiteX769" fmla="*/ 1109907 w 1720794"/>
              <a:gd name="connsiteY769" fmla="*/ 318861 h 1708593"/>
              <a:gd name="connsiteX770" fmla="*/ 1037780 w 1720794"/>
              <a:gd name="connsiteY770" fmla="*/ 360363 h 1708593"/>
              <a:gd name="connsiteX771" fmla="*/ 937343 w 1720794"/>
              <a:gd name="connsiteY771" fmla="*/ 408011 h 1708593"/>
              <a:gd name="connsiteX772" fmla="*/ 837942 w 1720794"/>
              <a:gd name="connsiteY772" fmla="*/ 360363 h 1708593"/>
              <a:gd name="connsiteX773" fmla="*/ 764952 w 1720794"/>
              <a:gd name="connsiteY773" fmla="*/ 318861 h 1708593"/>
              <a:gd name="connsiteX774" fmla="*/ 749586 w 1720794"/>
              <a:gd name="connsiteY774" fmla="*/ 317944 h 1708593"/>
              <a:gd name="connsiteX775" fmla="*/ 734638 w 1720794"/>
              <a:gd name="connsiteY775" fmla="*/ 318861 h 1708593"/>
              <a:gd name="connsiteX776" fmla="*/ 662511 w 1720794"/>
              <a:gd name="connsiteY776" fmla="*/ 360363 h 1708593"/>
              <a:gd name="connsiteX777" fmla="*/ 562069 w 1720794"/>
              <a:gd name="connsiteY777" fmla="*/ 408011 h 1708593"/>
              <a:gd name="connsiteX778" fmla="*/ 462743 w 1720794"/>
              <a:gd name="connsiteY778" fmla="*/ 360363 h 1708593"/>
              <a:gd name="connsiteX779" fmla="*/ 375034 w 1720794"/>
              <a:gd name="connsiteY779" fmla="*/ 317944 h 1708593"/>
              <a:gd name="connsiteX780" fmla="*/ 287371 w 1720794"/>
              <a:gd name="connsiteY780" fmla="*/ 360363 h 1708593"/>
              <a:gd name="connsiteX781" fmla="*/ 187517 w 1720794"/>
              <a:gd name="connsiteY781" fmla="*/ 408011 h 1708593"/>
              <a:gd name="connsiteX782" fmla="*/ 87663 w 1720794"/>
              <a:gd name="connsiteY782" fmla="*/ 360363 h 1708593"/>
              <a:gd name="connsiteX783" fmla="*/ 0 w 1720794"/>
              <a:gd name="connsiteY783" fmla="*/ 317944 h 1708593"/>
              <a:gd name="connsiteX784" fmla="*/ 0 w 1720794"/>
              <a:gd name="connsiteY784" fmla="*/ 200515 h 1708593"/>
              <a:gd name="connsiteX785" fmla="*/ 99855 w 1720794"/>
              <a:gd name="connsiteY785" fmla="*/ 247521 h 1708593"/>
              <a:gd name="connsiteX786" fmla="*/ 187517 w 1720794"/>
              <a:gd name="connsiteY786" fmla="*/ 289884 h 1708593"/>
              <a:gd name="connsiteX787" fmla="*/ 275179 w 1720794"/>
              <a:gd name="connsiteY787" fmla="*/ 247521 h 1708593"/>
              <a:gd name="connsiteX788" fmla="*/ 375034 w 1720794"/>
              <a:gd name="connsiteY788" fmla="*/ 200515 h 1708593"/>
              <a:gd name="connsiteX789" fmla="*/ 474941 w 1720794"/>
              <a:gd name="connsiteY789" fmla="*/ 247521 h 1708593"/>
              <a:gd name="connsiteX790" fmla="*/ 562069 w 1720794"/>
              <a:gd name="connsiteY790" fmla="*/ 289884 h 1708593"/>
              <a:gd name="connsiteX791" fmla="*/ 650315 w 1720794"/>
              <a:gd name="connsiteY791" fmla="*/ 247521 h 1708593"/>
              <a:gd name="connsiteX792" fmla="*/ 740506 w 1720794"/>
              <a:gd name="connsiteY792" fmla="*/ 200801 h 1708593"/>
              <a:gd name="connsiteX793" fmla="*/ 749586 w 1720794"/>
              <a:gd name="connsiteY793" fmla="*/ 200515 h 1708593"/>
              <a:gd name="connsiteX794" fmla="*/ 758889 w 1720794"/>
              <a:gd name="connsiteY794" fmla="*/ 200801 h 1708593"/>
              <a:gd name="connsiteX795" fmla="*/ 850154 w 1720794"/>
              <a:gd name="connsiteY795" fmla="*/ 247521 h 1708593"/>
              <a:gd name="connsiteX796" fmla="*/ 937343 w 1720794"/>
              <a:gd name="connsiteY796" fmla="*/ 289884 h 1708593"/>
              <a:gd name="connsiteX797" fmla="*/ 1025586 w 1720794"/>
              <a:gd name="connsiteY797" fmla="*/ 247521 h 1708593"/>
              <a:gd name="connsiteX798" fmla="*/ 1115684 w 1720794"/>
              <a:gd name="connsiteY798" fmla="*/ 200801 h 1708593"/>
              <a:gd name="connsiteX799" fmla="*/ 1124860 w 1720794"/>
              <a:gd name="connsiteY799" fmla="*/ 200515 h 1708593"/>
              <a:gd name="connsiteX800" fmla="*/ 1134151 w 1720794"/>
              <a:gd name="connsiteY800" fmla="*/ 200801 h 1708593"/>
              <a:gd name="connsiteX801" fmla="*/ 1225295 w 1720794"/>
              <a:gd name="connsiteY801" fmla="*/ 247521 h 1708593"/>
              <a:gd name="connsiteX802" fmla="*/ 1312377 w 1720794"/>
              <a:gd name="connsiteY802" fmla="*/ 289884 h 1708593"/>
              <a:gd name="connsiteX803" fmla="*/ 1400620 w 1720794"/>
              <a:gd name="connsiteY803" fmla="*/ 247521 h 1708593"/>
              <a:gd name="connsiteX804" fmla="*/ 1490715 w 1720794"/>
              <a:gd name="connsiteY804" fmla="*/ 200801 h 1708593"/>
              <a:gd name="connsiteX805" fmla="*/ 1499902 w 1720794"/>
              <a:gd name="connsiteY805" fmla="*/ 200515 h 1708593"/>
              <a:gd name="connsiteX806" fmla="*/ 1509200 w 1720794"/>
              <a:gd name="connsiteY806" fmla="*/ 200801 h 1708593"/>
              <a:gd name="connsiteX807" fmla="*/ 1600457 w 1720794"/>
              <a:gd name="connsiteY807" fmla="*/ 247521 h 1708593"/>
              <a:gd name="connsiteX808" fmla="*/ 1672675 w 1720794"/>
              <a:gd name="connsiteY808" fmla="*/ 288992 h 1708593"/>
              <a:gd name="connsiteX809" fmla="*/ 1687656 w 1720794"/>
              <a:gd name="connsiteY809" fmla="*/ 289884 h 1708593"/>
              <a:gd name="connsiteX810" fmla="*/ 1702991 w 1720794"/>
              <a:gd name="connsiteY810" fmla="*/ 288992 h 1708593"/>
              <a:gd name="connsiteX811" fmla="*/ 1720794 w 1720794"/>
              <a:gd name="connsiteY811" fmla="*/ 282616 h 1708593"/>
              <a:gd name="connsiteX812" fmla="*/ 1720794 w 1720794"/>
              <a:gd name="connsiteY812" fmla="*/ 300342 h 1708593"/>
              <a:gd name="connsiteX813" fmla="*/ 1696936 w 1720794"/>
              <a:gd name="connsiteY813" fmla="*/ 307595 h 1708593"/>
              <a:gd name="connsiteX814" fmla="*/ 1687656 w 1720794"/>
              <a:gd name="connsiteY814" fmla="*/ 307874 h 1708593"/>
              <a:gd name="connsiteX815" fmla="*/ 1678456 w 1720794"/>
              <a:gd name="connsiteY815" fmla="*/ 307595 h 1708593"/>
              <a:gd name="connsiteX816" fmla="*/ 1588259 w 1720794"/>
              <a:gd name="connsiteY816" fmla="*/ 260868 h 1708593"/>
              <a:gd name="connsiteX817" fmla="*/ 1515254 w 1720794"/>
              <a:gd name="connsiteY817" fmla="*/ 219397 h 1708593"/>
              <a:gd name="connsiteX818" fmla="*/ 1499902 w 1720794"/>
              <a:gd name="connsiteY818" fmla="*/ 218505 h 1708593"/>
              <a:gd name="connsiteX819" fmla="*/ 1484938 w 1720794"/>
              <a:gd name="connsiteY819" fmla="*/ 219397 h 1708593"/>
              <a:gd name="connsiteX820" fmla="*/ 1412811 w 1720794"/>
              <a:gd name="connsiteY820" fmla="*/ 260868 h 1708593"/>
              <a:gd name="connsiteX821" fmla="*/ 1312377 w 1720794"/>
              <a:gd name="connsiteY821" fmla="*/ 307874 h 1708593"/>
              <a:gd name="connsiteX822" fmla="*/ 1213103 w 1720794"/>
              <a:gd name="connsiteY822" fmla="*/ 260868 h 1708593"/>
              <a:gd name="connsiteX823" fmla="*/ 1140203 w 1720794"/>
              <a:gd name="connsiteY823" fmla="*/ 219397 h 1708593"/>
              <a:gd name="connsiteX824" fmla="*/ 1124860 w 1720794"/>
              <a:gd name="connsiteY824" fmla="*/ 218505 h 1708593"/>
              <a:gd name="connsiteX825" fmla="*/ 1109907 w 1720794"/>
              <a:gd name="connsiteY825" fmla="*/ 219397 h 1708593"/>
              <a:gd name="connsiteX826" fmla="*/ 1037780 w 1720794"/>
              <a:gd name="connsiteY826" fmla="*/ 260868 h 1708593"/>
              <a:gd name="connsiteX827" fmla="*/ 937343 w 1720794"/>
              <a:gd name="connsiteY827" fmla="*/ 307874 h 1708593"/>
              <a:gd name="connsiteX828" fmla="*/ 837942 w 1720794"/>
              <a:gd name="connsiteY828" fmla="*/ 260868 h 1708593"/>
              <a:gd name="connsiteX829" fmla="*/ 764952 w 1720794"/>
              <a:gd name="connsiteY829" fmla="*/ 219397 h 1708593"/>
              <a:gd name="connsiteX830" fmla="*/ 749586 w 1720794"/>
              <a:gd name="connsiteY830" fmla="*/ 218505 h 1708593"/>
              <a:gd name="connsiteX831" fmla="*/ 734638 w 1720794"/>
              <a:gd name="connsiteY831" fmla="*/ 219397 h 1708593"/>
              <a:gd name="connsiteX832" fmla="*/ 662511 w 1720794"/>
              <a:gd name="connsiteY832" fmla="*/ 260868 h 1708593"/>
              <a:gd name="connsiteX833" fmla="*/ 562069 w 1720794"/>
              <a:gd name="connsiteY833" fmla="*/ 307874 h 1708593"/>
              <a:gd name="connsiteX834" fmla="*/ 462743 w 1720794"/>
              <a:gd name="connsiteY834" fmla="*/ 260868 h 1708593"/>
              <a:gd name="connsiteX835" fmla="*/ 375034 w 1720794"/>
              <a:gd name="connsiteY835" fmla="*/ 218505 h 1708593"/>
              <a:gd name="connsiteX836" fmla="*/ 287371 w 1720794"/>
              <a:gd name="connsiteY836" fmla="*/ 260868 h 1708593"/>
              <a:gd name="connsiteX837" fmla="*/ 187517 w 1720794"/>
              <a:gd name="connsiteY837" fmla="*/ 307874 h 1708593"/>
              <a:gd name="connsiteX838" fmla="*/ 87663 w 1720794"/>
              <a:gd name="connsiteY838" fmla="*/ 260868 h 1708593"/>
              <a:gd name="connsiteX839" fmla="*/ 0 w 1720794"/>
              <a:gd name="connsiteY839" fmla="*/ 218505 h 1708593"/>
              <a:gd name="connsiteX840" fmla="*/ 0 w 1720794"/>
              <a:gd name="connsiteY840" fmla="*/ 99897 h 1708593"/>
              <a:gd name="connsiteX841" fmla="*/ 99855 w 1720794"/>
              <a:gd name="connsiteY841" fmla="*/ 147008 h 1708593"/>
              <a:gd name="connsiteX842" fmla="*/ 187517 w 1720794"/>
              <a:gd name="connsiteY842" fmla="*/ 189466 h 1708593"/>
              <a:gd name="connsiteX843" fmla="*/ 275179 w 1720794"/>
              <a:gd name="connsiteY843" fmla="*/ 147008 h 1708593"/>
              <a:gd name="connsiteX844" fmla="*/ 375034 w 1720794"/>
              <a:gd name="connsiteY844" fmla="*/ 99897 h 1708593"/>
              <a:gd name="connsiteX845" fmla="*/ 474941 w 1720794"/>
              <a:gd name="connsiteY845" fmla="*/ 147008 h 1708593"/>
              <a:gd name="connsiteX846" fmla="*/ 562069 w 1720794"/>
              <a:gd name="connsiteY846" fmla="*/ 189466 h 1708593"/>
              <a:gd name="connsiteX847" fmla="*/ 650315 w 1720794"/>
              <a:gd name="connsiteY847" fmla="*/ 147008 h 1708593"/>
              <a:gd name="connsiteX848" fmla="*/ 740506 w 1720794"/>
              <a:gd name="connsiteY848" fmla="*/ 100183 h 1708593"/>
              <a:gd name="connsiteX849" fmla="*/ 749586 w 1720794"/>
              <a:gd name="connsiteY849" fmla="*/ 99897 h 1708593"/>
              <a:gd name="connsiteX850" fmla="*/ 758889 w 1720794"/>
              <a:gd name="connsiteY850" fmla="*/ 100176 h 1708593"/>
              <a:gd name="connsiteX851" fmla="*/ 850154 w 1720794"/>
              <a:gd name="connsiteY851" fmla="*/ 147008 h 1708593"/>
              <a:gd name="connsiteX852" fmla="*/ 937343 w 1720794"/>
              <a:gd name="connsiteY852" fmla="*/ 189466 h 1708593"/>
              <a:gd name="connsiteX853" fmla="*/ 1025586 w 1720794"/>
              <a:gd name="connsiteY853" fmla="*/ 147008 h 1708593"/>
              <a:gd name="connsiteX854" fmla="*/ 1115684 w 1720794"/>
              <a:gd name="connsiteY854" fmla="*/ 100183 h 1708593"/>
              <a:gd name="connsiteX855" fmla="*/ 1124860 w 1720794"/>
              <a:gd name="connsiteY855" fmla="*/ 99897 h 1708593"/>
              <a:gd name="connsiteX856" fmla="*/ 1134151 w 1720794"/>
              <a:gd name="connsiteY856" fmla="*/ 100176 h 1708593"/>
              <a:gd name="connsiteX857" fmla="*/ 1225295 w 1720794"/>
              <a:gd name="connsiteY857" fmla="*/ 147008 h 1708593"/>
              <a:gd name="connsiteX858" fmla="*/ 1312377 w 1720794"/>
              <a:gd name="connsiteY858" fmla="*/ 189466 h 1708593"/>
              <a:gd name="connsiteX859" fmla="*/ 1400620 w 1720794"/>
              <a:gd name="connsiteY859" fmla="*/ 147008 h 1708593"/>
              <a:gd name="connsiteX860" fmla="*/ 1490715 w 1720794"/>
              <a:gd name="connsiteY860" fmla="*/ 100183 h 1708593"/>
              <a:gd name="connsiteX861" fmla="*/ 1499902 w 1720794"/>
              <a:gd name="connsiteY861" fmla="*/ 99897 h 1708593"/>
              <a:gd name="connsiteX862" fmla="*/ 1509200 w 1720794"/>
              <a:gd name="connsiteY862" fmla="*/ 100176 h 1708593"/>
              <a:gd name="connsiteX863" fmla="*/ 1600457 w 1720794"/>
              <a:gd name="connsiteY863" fmla="*/ 147008 h 1708593"/>
              <a:gd name="connsiteX864" fmla="*/ 1672675 w 1720794"/>
              <a:gd name="connsiteY864" fmla="*/ 188572 h 1708593"/>
              <a:gd name="connsiteX865" fmla="*/ 1687656 w 1720794"/>
              <a:gd name="connsiteY865" fmla="*/ 189466 h 1708593"/>
              <a:gd name="connsiteX866" fmla="*/ 1702991 w 1720794"/>
              <a:gd name="connsiteY866" fmla="*/ 188572 h 1708593"/>
              <a:gd name="connsiteX867" fmla="*/ 1720794 w 1720794"/>
              <a:gd name="connsiteY867" fmla="*/ 182181 h 1708593"/>
              <a:gd name="connsiteX868" fmla="*/ 1720794 w 1720794"/>
              <a:gd name="connsiteY868" fmla="*/ 202859 h 1708593"/>
              <a:gd name="connsiteX869" fmla="*/ 1696936 w 1720794"/>
              <a:gd name="connsiteY869" fmla="*/ 207216 h 1708593"/>
              <a:gd name="connsiteX870" fmla="*/ 1687656 w 1720794"/>
              <a:gd name="connsiteY870" fmla="*/ 207496 h 1708593"/>
              <a:gd name="connsiteX871" fmla="*/ 1678456 w 1720794"/>
              <a:gd name="connsiteY871" fmla="*/ 207216 h 1708593"/>
              <a:gd name="connsiteX872" fmla="*/ 1588259 w 1720794"/>
              <a:gd name="connsiteY872" fmla="*/ 160385 h 1708593"/>
              <a:gd name="connsiteX873" fmla="*/ 1515254 w 1720794"/>
              <a:gd name="connsiteY873" fmla="*/ 118821 h 1708593"/>
              <a:gd name="connsiteX874" fmla="*/ 1499902 w 1720794"/>
              <a:gd name="connsiteY874" fmla="*/ 117927 h 1708593"/>
              <a:gd name="connsiteX875" fmla="*/ 1484938 w 1720794"/>
              <a:gd name="connsiteY875" fmla="*/ 118821 h 1708593"/>
              <a:gd name="connsiteX876" fmla="*/ 1412811 w 1720794"/>
              <a:gd name="connsiteY876" fmla="*/ 160385 h 1708593"/>
              <a:gd name="connsiteX877" fmla="*/ 1312377 w 1720794"/>
              <a:gd name="connsiteY877" fmla="*/ 207496 h 1708593"/>
              <a:gd name="connsiteX878" fmla="*/ 1213103 w 1720794"/>
              <a:gd name="connsiteY878" fmla="*/ 160385 h 1708593"/>
              <a:gd name="connsiteX879" fmla="*/ 1140203 w 1720794"/>
              <a:gd name="connsiteY879" fmla="*/ 118821 h 1708593"/>
              <a:gd name="connsiteX880" fmla="*/ 1124860 w 1720794"/>
              <a:gd name="connsiteY880" fmla="*/ 117927 h 1708593"/>
              <a:gd name="connsiteX881" fmla="*/ 1109907 w 1720794"/>
              <a:gd name="connsiteY881" fmla="*/ 118821 h 1708593"/>
              <a:gd name="connsiteX882" fmla="*/ 1037780 w 1720794"/>
              <a:gd name="connsiteY882" fmla="*/ 160385 h 1708593"/>
              <a:gd name="connsiteX883" fmla="*/ 937343 w 1720794"/>
              <a:gd name="connsiteY883" fmla="*/ 207496 h 1708593"/>
              <a:gd name="connsiteX884" fmla="*/ 837942 w 1720794"/>
              <a:gd name="connsiteY884" fmla="*/ 160385 h 1708593"/>
              <a:gd name="connsiteX885" fmla="*/ 764952 w 1720794"/>
              <a:gd name="connsiteY885" fmla="*/ 118821 h 1708593"/>
              <a:gd name="connsiteX886" fmla="*/ 749586 w 1720794"/>
              <a:gd name="connsiteY886" fmla="*/ 117927 h 1708593"/>
              <a:gd name="connsiteX887" fmla="*/ 734638 w 1720794"/>
              <a:gd name="connsiteY887" fmla="*/ 118821 h 1708593"/>
              <a:gd name="connsiteX888" fmla="*/ 662511 w 1720794"/>
              <a:gd name="connsiteY888" fmla="*/ 160385 h 1708593"/>
              <a:gd name="connsiteX889" fmla="*/ 562069 w 1720794"/>
              <a:gd name="connsiteY889" fmla="*/ 207496 h 1708593"/>
              <a:gd name="connsiteX890" fmla="*/ 462743 w 1720794"/>
              <a:gd name="connsiteY890" fmla="*/ 160385 h 1708593"/>
              <a:gd name="connsiteX891" fmla="*/ 375034 w 1720794"/>
              <a:gd name="connsiteY891" fmla="*/ 117927 h 1708593"/>
              <a:gd name="connsiteX892" fmla="*/ 287371 w 1720794"/>
              <a:gd name="connsiteY892" fmla="*/ 160385 h 1708593"/>
              <a:gd name="connsiteX893" fmla="*/ 187517 w 1720794"/>
              <a:gd name="connsiteY893" fmla="*/ 207496 h 1708593"/>
              <a:gd name="connsiteX894" fmla="*/ 87663 w 1720794"/>
              <a:gd name="connsiteY894" fmla="*/ 160385 h 1708593"/>
              <a:gd name="connsiteX895" fmla="*/ 0 w 1720794"/>
              <a:gd name="connsiteY895" fmla="*/ 117927 h 1708593"/>
              <a:gd name="connsiteX896" fmla="*/ 0 w 1720794"/>
              <a:gd name="connsiteY896" fmla="*/ 0 h 1708593"/>
              <a:gd name="connsiteX897" fmla="*/ 99855 w 1720794"/>
              <a:gd name="connsiteY897" fmla="*/ 47649 h 1708593"/>
              <a:gd name="connsiteX898" fmla="*/ 187517 w 1720794"/>
              <a:gd name="connsiteY898" fmla="*/ 90067 h 1708593"/>
              <a:gd name="connsiteX899" fmla="*/ 275179 w 1720794"/>
              <a:gd name="connsiteY899" fmla="*/ 47649 h 1708593"/>
              <a:gd name="connsiteX900" fmla="*/ 375034 w 1720794"/>
              <a:gd name="connsiteY900" fmla="*/ 0 h 1708593"/>
              <a:gd name="connsiteX901" fmla="*/ 474941 w 1720794"/>
              <a:gd name="connsiteY901" fmla="*/ 47649 h 1708593"/>
              <a:gd name="connsiteX902" fmla="*/ 562069 w 1720794"/>
              <a:gd name="connsiteY902" fmla="*/ 90067 h 1708593"/>
              <a:gd name="connsiteX903" fmla="*/ 650315 w 1720794"/>
              <a:gd name="connsiteY903" fmla="*/ 47649 h 1708593"/>
              <a:gd name="connsiteX904" fmla="*/ 740506 w 1720794"/>
              <a:gd name="connsiteY904" fmla="*/ 286 h 1708593"/>
              <a:gd name="connsiteX905" fmla="*/ 749586 w 1720794"/>
              <a:gd name="connsiteY905" fmla="*/ 0 h 1708593"/>
              <a:gd name="connsiteX906" fmla="*/ 850154 w 1720794"/>
              <a:gd name="connsiteY906" fmla="*/ 47649 h 1708593"/>
              <a:gd name="connsiteX907" fmla="*/ 937343 w 1720794"/>
              <a:gd name="connsiteY907" fmla="*/ 90067 h 1708593"/>
              <a:gd name="connsiteX908" fmla="*/ 1025586 w 1720794"/>
              <a:gd name="connsiteY908" fmla="*/ 47649 h 1708593"/>
              <a:gd name="connsiteX909" fmla="*/ 1115684 w 1720794"/>
              <a:gd name="connsiteY909" fmla="*/ 286 h 1708593"/>
              <a:gd name="connsiteX910" fmla="*/ 1124860 w 1720794"/>
              <a:gd name="connsiteY910" fmla="*/ 0 h 1708593"/>
              <a:gd name="connsiteX911" fmla="*/ 1225295 w 1720794"/>
              <a:gd name="connsiteY911" fmla="*/ 47649 h 1708593"/>
              <a:gd name="connsiteX912" fmla="*/ 1312377 w 1720794"/>
              <a:gd name="connsiteY912" fmla="*/ 90067 h 1708593"/>
              <a:gd name="connsiteX913" fmla="*/ 1400620 w 1720794"/>
              <a:gd name="connsiteY913" fmla="*/ 47649 h 1708593"/>
              <a:gd name="connsiteX914" fmla="*/ 1490715 w 1720794"/>
              <a:gd name="connsiteY914" fmla="*/ 286 h 1708593"/>
              <a:gd name="connsiteX915" fmla="*/ 1499902 w 1720794"/>
              <a:gd name="connsiteY915" fmla="*/ 0 h 1708593"/>
              <a:gd name="connsiteX916" fmla="*/ 1600457 w 1720794"/>
              <a:gd name="connsiteY916" fmla="*/ 47649 h 1708593"/>
              <a:gd name="connsiteX917" fmla="*/ 1672675 w 1720794"/>
              <a:gd name="connsiteY917" fmla="*/ 89150 h 1708593"/>
              <a:gd name="connsiteX918" fmla="*/ 1687656 w 1720794"/>
              <a:gd name="connsiteY918" fmla="*/ 90067 h 1708593"/>
              <a:gd name="connsiteX919" fmla="*/ 1702991 w 1720794"/>
              <a:gd name="connsiteY919" fmla="*/ 89150 h 1708593"/>
              <a:gd name="connsiteX920" fmla="*/ 1720794 w 1720794"/>
              <a:gd name="connsiteY920" fmla="*/ 82672 h 1708593"/>
              <a:gd name="connsiteX921" fmla="*/ 1720794 w 1720794"/>
              <a:gd name="connsiteY921" fmla="*/ 103349 h 1708593"/>
              <a:gd name="connsiteX922" fmla="*/ 1696936 w 1720794"/>
              <a:gd name="connsiteY922" fmla="*/ 107795 h 1708593"/>
              <a:gd name="connsiteX923" fmla="*/ 1687656 w 1720794"/>
              <a:gd name="connsiteY923" fmla="*/ 108081 h 1708593"/>
              <a:gd name="connsiteX924" fmla="*/ 1678456 w 1720794"/>
              <a:gd name="connsiteY924" fmla="*/ 107795 h 1708593"/>
              <a:gd name="connsiteX925" fmla="*/ 1588259 w 1720794"/>
              <a:gd name="connsiteY925" fmla="*/ 60432 h 1708593"/>
              <a:gd name="connsiteX926" fmla="*/ 1515254 w 1720794"/>
              <a:gd name="connsiteY926" fmla="*/ 18931 h 1708593"/>
              <a:gd name="connsiteX927" fmla="*/ 1499902 w 1720794"/>
              <a:gd name="connsiteY927" fmla="*/ 18014 h 1708593"/>
              <a:gd name="connsiteX928" fmla="*/ 1484938 w 1720794"/>
              <a:gd name="connsiteY928" fmla="*/ 18931 h 1708593"/>
              <a:gd name="connsiteX929" fmla="*/ 1412811 w 1720794"/>
              <a:gd name="connsiteY929" fmla="*/ 60432 h 1708593"/>
              <a:gd name="connsiteX930" fmla="*/ 1312377 w 1720794"/>
              <a:gd name="connsiteY930" fmla="*/ 108081 h 1708593"/>
              <a:gd name="connsiteX931" fmla="*/ 1213103 w 1720794"/>
              <a:gd name="connsiteY931" fmla="*/ 60432 h 1708593"/>
              <a:gd name="connsiteX932" fmla="*/ 1140203 w 1720794"/>
              <a:gd name="connsiteY932" fmla="*/ 18931 h 1708593"/>
              <a:gd name="connsiteX933" fmla="*/ 1124860 w 1720794"/>
              <a:gd name="connsiteY933" fmla="*/ 18014 h 1708593"/>
              <a:gd name="connsiteX934" fmla="*/ 1109907 w 1720794"/>
              <a:gd name="connsiteY934" fmla="*/ 18931 h 1708593"/>
              <a:gd name="connsiteX935" fmla="*/ 1037780 w 1720794"/>
              <a:gd name="connsiteY935" fmla="*/ 60432 h 1708593"/>
              <a:gd name="connsiteX936" fmla="*/ 937343 w 1720794"/>
              <a:gd name="connsiteY936" fmla="*/ 108081 h 1708593"/>
              <a:gd name="connsiteX937" fmla="*/ 837942 w 1720794"/>
              <a:gd name="connsiteY937" fmla="*/ 60432 h 1708593"/>
              <a:gd name="connsiteX938" fmla="*/ 764952 w 1720794"/>
              <a:gd name="connsiteY938" fmla="*/ 18931 h 1708593"/>
              <a:gd name="connsiteX939" fmla="*/ 749586 w 1720794"/>
              <a:gd name="connsiteY939" fmla="*/ 18014 h 1708593"/>
              <a:gd name="connsiteX940" fmla="*/ 734638 w 1720794"/>
              <a:gd name="connsiteY940" fmla="*/ 18931 h 1708593"/>
              <a:gd name="connsiteX941" fmla="*/ 662511 w 1720794"/>
              <a:gd name="connsiteY941" fmla="*/ 60432 h 1708593"/>
              <a:gd name="connsiteX942" fmla="*/ 562069 w 1720794"/>
              <a:gd name="connsiteY942" fmla="*/ 108081 h 1708593"/>
              <a:gd name="connsiteX943" fmla="*/ 462743 w 1720794"/>
              <a:gd name="connsiteY943" fmla="*/ 60432 h 1708593"/>
              <a:gd name="connsiteX944" fmla="*/ 375034 w 1720794"/>
              <a:gd name="connsiteY944" fmla="*/ 18014 h 1708593"/>
              <a:gd name="connsiteX945" fmla="*/ 287371 w 1720794"/>
              <a:gd name="connsiteY945" fmla="*/ 60432 h 1708593"/>
              <a:gd name="connsiteX946" fmla="*/ 187517 w 1720794"/>
              <a:gd name="connsiteY946" fmla="*/ 108081 h 1708593"/>
              <a:gd name="connsiteX947" fmla="*/ 87663 w 1720794"/>
              <a:gd name="connsiteY947" fmla="*/ 60432 h 1708593"/>
              <a:gd name="connsiteX948" fmla="*/ 0 w 1720794"/>
              <a:gd name="connsiteY948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</a:cxnLst>
            <a:rect l="l" t="t" r="r" b="b"/>
            <a:pathLst>
              <a:path w="1720794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803998" y="1603627"/>
                  <a:pt x="828351" y="1626915"/>
                  <a:pt x="850154" y="1648161"/>
                </a:cubicBezTo>
                <a:cubicBezTo>
                  <a:pt x="873408" y="1670242"/>
                  <a:pt x="894909" y="1690580"/>
                  <a:pt x="937343" y="1690580"/>
                </a:cubicBezTo>
                <a:cubicBezTo>
                  <a:pt x="980892" y="1690580"/>
                  <a:pt x="1002368" y="1670242"/>
                  <a:pt x="1025586" y="1648161"/>
                </a:cubicBezTo>
                <a:cubicBezTo>
                  <a:pt x="1047357" y="1626915"/>
                  <a:pt x="1071175" y="1603627"/>
                  <a:pt x="1115684" y="1600798"/>
                </a:cubicBezTo>
                <a:lnTo>
                  <a:pt x="1124860" y="1600512"/>
                </a:lnTo>
                <a:lnTo>
                  <a:pt x="1134151" y="1600798"/>
                </a:lnTo>
                <a:cubicBezTo>
                  <a:pt x="1179136" y="1603627"/>
                  <a:pt x="1202980" y="1626915"/>
                  <a:pt x="1225295" y="1648161"/>
                </a:cubicBezTo>
                <a:cubicBezTo>
                  <a:pt x="1248517" y="1670242"/>
                  <a:pt x="1270006" y="1690580"/>
                  <a:pt x="1312377" y="1690580"/>
                </a:cubicBezTo>
                <a:cubicBezTo>
                  <a:pt x="1355923" y="1690580"/>
                  <a:pt x="1377398" y="1670242"/>
                  <a:pt x="1400620" y="1648161"/>
                </a:cubicBezTo>
                <a:cubicBezTo>
                  <a:pt x="1422391" y="1626915"/>
                  <a:pt x="1446206" y="1603627"/>
                  <a:pt x="1490715" y="1600798"/>
                </a:cubicBezTo>
                <a:lnTo>
                  <a:pt x="1499902" y="1600512"/>
                </a:lnTo>
                <a:lnTo>
                  <a:pt x="1509200" y="1600798"/>
                </a:lnTo>
                <a:cubicBezTo>
                  <a:pt x="1554240" y="1603627"/>
                  <a:pt x="1578118" y="1626915"/>
                  <a:pt x="1600457" y="1648161"/>
                </a:cubicBezTo>
                <a:cubicBezTo>
                  <a:pt x="1620811" y="1667482"/>
                  <a:pt x="1639813" y="1685468"/>
                  <a:pt x="1672675" y="1689663"/>
                </a:cubicBezTo>
                <a:lnTo>
                  <a:pt x="1687656" y="1690580"/>
                </a:lnTo>
                <a:lnTo>
                  <a:pt x="1702991" y="1689663"/>
                </a:lnTo>
                <a:lnTo>
                  <a:pt x="1720794" y="1683184"/>
                </a:lnTo>
                <a:lnTo>
                  <a:pt x="1720794" y="1703862"/>
                </a:lnTo>
                <a:lnTo>
                  <a:pt x="1696936" y="1708307"/>
                </a:lnTo>
                <a:lnTo>
                  <a:pt x="1687656" y="1708593"/>
                </a:lnTo>
                <a:lnTo>
                  <a:pt x="1678456" y="1708307"/>
                </a:lnTo>
                <a:cubicBezTo>
                  <a:pt x="1633891" y="1705479"/>
                  <a:pt x="1610048" y="1682190"/>
                  <a:pt x="1588259" y="1660945"/>
                </a:cubicBezTo>
                <a:cubicBezTo>
                  <a:pt x="1567905" y="1641624"/>
                  <a:pt x="1548904" y="1623638"/>
                  <a:pt x="1515254" y="1619443"/>
                </a:cubicBezTo>
                <a:lnTo>
                  <a:pt x="1499902" y="1618526"/>
                </a:lnTo>
                <a:lnTo>
                  <a:pt x="1484938" y="1619443"/>
                </a:lnTo>
                <a:cubicBezTo>
                  <a:pt x="1452117" y="1623638"/>
                  <a:pt x="1433131" y="1641624"/>
                  <a:pt x="1412811" y="1660945"/>
                </a:cubicBezTo>
                <a:cubicBezTo>
                  <a:pt x="1389009" y="1683607"/>
                  <a:pt x="1363465" y="1708593"/>
                  <a:pt x="1312377" y="1708593"/>
                </a:cubicBezTo>
                <a:cubicBezTo>
                  <a:pt x="1261869" y="1708593"/>
                  <a:pt x="1236325" y="1683607"/>
                  <a:pt x="1213103" y="1660945"/>
                </a:cubicBezTo>
                <a:cubicBezTo>
                  <a:pt x="1192784" y="1641624"/>
                  <a:pt x="1173800" y="1623638"/>
                  <a:pt x="1140203" y="1619443"/>
                </a:cubicBezTo>
                <a:lnTo>
                  <a:pt x="1124860" y="1618526"/>
                </a:lnTo>
                <a:lnTo>
                  <a:pt x="1109907" y="1619443"/>
                </a:lnTo>
                <a:cubicBezTo>
                  <a:pt x="1077083" y="1623638"/>
                  <a:pt x="1058099" y="1641624"/>
                  <a:pt x="1037780" y="1660945"/>
                </a:cubicBezTo>
                <a:cubicBezTo>
                  <a:pt x="1014563" y="1683607"/>
                  <a:pt x="988431" y="1708593"/>
                  <a:pt x="937343" y="1708593"/>
                </a:cubicBezTo>
                <a:cubicBezTo>
                  <a:pt x="887352" y="1708593"/>
                  <a:pt x="861195" y="1683607"/>
                  <a:pt x="837942" y="1660945"/>
                </a:cubicBezTo>
                <a:cubicBezTo>
                  <a:pt x="817603" y="1641624"/>
                  <a:pt x="798587" y="1623638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803998" y="1504144"/>
                  <a:pt x="828351" y="1526943"/>
                  <a:pt x="850154" y="1548208"/>
                </a:cubicBezTo>
                <a:cubicBezTo>
                  <a:pt x="873408" y="1570891"/>
                  <a:pt x="894909" y="1590666"/>
                  <a:pt x="937343" y="1590666"/>
                </a:cubicBezTo>
                <a:cubicBezTo>
                  <a:pt x="980892" y="1590666"/>
                  <a:pt x="1002368" y="1570310"/>
                  <a:pt x="1025586" y="1548208"/>
                </a:cubicBezTo>
                <a:cubicBezTo>
                  <a:pt x="1047357" y="1526943"/>
                  <a:pt x="1071175" y="1504144"/>
                  <a:pt x="1115684" y="1501377"/>
                </a:cubicBezTo>
                <a:lnTo>
                  <a:pt x="1124860" y="1501097"/>
                </a:lnTo>
                <a:lnTo>
                  <a:pt x="1134151" y="1501377"/>
                </a:lnTo>
                <a:cubicBezTo>
                  <a:pt x="1179136" y="1504144"/>
                  <a:pt x="1202980" y="1526943"/>
                  <a:pt x="1225295" y="1548208"/>
                </a:cubicBezTo>
                <a:cubicBezTo>
                  <a:pt x="1248517" y="1570891"/>
                  <a:pt x="1270006" y="1590666"/>
                  <a:pt x="1312377" y="1590666"/>
                </a:cubicBezTo>
                <a:cubicBezTo>
                  <a:pt x="1355923" y="1590666"/>
                  <a:pt x="1377398" y="1570310"/>
                  <a:pt x="1400620" y="1548208"/>
                </a:cubicBezTo>
                <a:cubicBezTo>
                  <a:pt x="1422391" y="1526943"/>
                  <a:pt x="1446206" y="1504144"/>
                  <a:pt x="1490715" y="1501377"/>
                </a:cubicBezTo>
                <a:lnTo>
                  <a:pt x="1499902" y="1501097"/>
                </a:lnTo>
                <a:lnTo>
                  <a:pt x="1509200" y="1501377"/>
                </a:lnTo>
                <a:cubicBezTo>
                  <a:pt x="1554240" y="1504144"/>
                  <a:pt x="1578118" y="1526943"/>
                  <a:pt x="1600457" y="1548208"/>
                </a:cubicBezTo>
                <a:cubicBezTo>
                  <a:pt x="1620811" y="1568056"/>
                  <a:pt x="1639813" y="1585677"/>
                  <a:pt x="1672675" y="1589772"/>
                </a:cubicBezTo>
                <a:lnTo>
                  <a:pt x="1687656" y="1590666"/>
                </a:lnTo>
                <a:lnTo>
                  <a:pt x="1702991" y="1589748"/>
                </a:lnTo>
                <a:lnTo>
                  <a:pt x="1720794" y="1583264"/>
                </a:lnTo>
                <a:lnTo>
                  <a:pt x="1720794" y="1603961"/>
                </a:lnTo>
                <a:lnTo>
                  <a:pt x="1696936" y="1608410"/>
                </a:lnTo>
                <a:lnTo>
                  <a:pt x="1687656" y="1608697"/>
                </a:lnTo>
                <a:lnTo>
                  <a:pt x="1678456" y="1608410"/>
                </a:lnTo>
                <a:cubicBezTo>
                  <a:pt x="1633891" y="1605580"/>
                  <a:pt x="1610048" y="1582269"/>
                  <a:pt x="1588259" y="1561004"/>
                </a:cubicBezTo>
                <a:cubicBezTo>
                  <a:pt x="1567905" y="1541665"/>
                  <a:pt x="1548904" y="1523662"/>
                  <a:pt x="1515254" y="1519464"/>
                </a:cubicBezTo>
                <a:lnTo>
                  <a:pt x="1499902" y="1518546"/>
                </a:lnTo>
                <a:lnTo>
                  <a:pt x="1484938" y="1519464"/>
                </a:lnTo>
                <a:cubicBezTo>
                  <a:pt x="1452117" y="1523662"/>
                  <a:pt x="1433131" y="1541665"/>
                  <a:pt x="1412811" y="1561004"/>
                </a:cubicBezTo>
                <a:cubicBezTo>
                  <a:pt x="1389009" y="1583687"/>
                  <a:pt x="1363465" y="1608697"/>
                  <a:pt x="1312377" y="1608697"/>
                </a:cubicBezTo>
                <a:cubicBezTo>
                  <a:pt x="1261869" y="1608697"/>
                  <a:pt x="1236325" y="1583687"/>
                  <a:pt x="1213103" y="1561004"/>
                </a:cubicBezTo>
                <a:cubicBezTo>
                  <a:pt x="1192784" y="1541665"/>
                  <a:pt x="1173800" y="1523662"/>
                  <a:pt x="1140203" y="1519464"/>
                </a:cubicBezTo>
                <a:lnTo>
                  <a:pt x="1124860" y="1518546"/>
                </a:lnTo>
                <a:lnTo>
                  <a:pt x="1109907" y="1519464"/>
                </a:lnTo>
                <a:cubicBezTo>
                  <a:pt x="1077083" y="1523662"/>
                  <a:pt x="1058099" y="1541665"/>
                  <a:pt x="1037780" y="1561004"/>
                </a:cubicBezTo>
                <a:cubicBezTo>
                  <a:pt x="1014563" y="1583687"/>
                  <a:pt x="988431" y="1608697"/>
                  <a:pt x="937343" y="1608697"/>
                </a:cubicBezTo>
                <a:cubicBezTo>
                  <a:pt x="887352" y="1608697"/>
                  <a:pt x="861195" y="1583687"/>
                  <a:pt x="837942" y="1561004"/>
                </a:cubicBezTo>
                <a:cubicBezTo>
                  <a:pt x="817603" y="1541665"/>
                  <a:pt x="798587" y="1523662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803998" y="1403111"/>
                  <a:pt x="828351" y="1426400"/>
                  <a:pt x="850154" y="1447645"/>
                </a:cubicBezTo>
                <a:cubicBezTo>
                  <a:pt x="873408" y="1469726"/>
                  <a:pt x="894909" y="1490064"/>
                  <a:pt x="937343" y="1490064"/>
                </a:cubicBezTo>
                <a:cubicBezTo>
                  <a:pt x="980892" y="1490064"/>
                  <a:pt x="1002368" y="1469726"/>
                  <a:pt x="1025586" y="1447645"/>
                </a:cubicBezTo>
                <a:cubicBezTo>
                  <a:pt x="1047357" y="1426400"/>
                  <a:pt x="1071175" y="1403111"/>
                  <a:pt x="1115684" y="1400283"/>
                </a:cubicBezTo>
                <a:lnTo>
                  <a:pt x="1124860" y="1399997"/>
                </a:lnTo>
                <a:lnTo>
                  <a:pt x="1134151" y="1400283"/>
                </a:lnTo>
                <a:cubicBezTo>
                  <a:pt x="1179136" y="1403111"/>
                  <a:pt x="1202980" y="1426400"/>
                  <a:pt x="1225295" y="1447645"/>
                </a:cubicBezTo>
                <a:cubicBezTo>
                  <a:pt x="1248517" y="1469726"/>
                  <a:pt x="1270006" y="1490064"/>
                  <a:pt x="1312377" y="1490064"/>
                </a:cubicBezTo>
                <a:cubicBezTo>
                  <a:pt x="1355923" y="1490064"/>
                  <a:pt x="1377398" y="1469726"/>
                  <a:pt x="1400620" y="1447645"/>
                </a:cubicBezTo>
                <a:cubicBezTo>
                  <a:pt x="1422391" y="1426400"/>
                  <a:pt x="1446206" y="1403111"/>
                  <a:pt x="1490715" y="1400283"/>
                </a:cubicBezTo>
                <a:lnTo>
                  <a:pt x="1499902" y="1399997"/>
                </a:lnTo>
                <a:lnTo>
                  <a:pt x="1509200" y="1400283"/>
                </a:lnTo>
                <a:cubicBezTo>
                  <a:pt x="1554240" y="1403111"/>
                  <a:pt x="1578118" y="1426400"/>
                  <a:pt x="1600457" y="1447645"/>
                </a:cubicBezTo>
                <a:cubicBezTo>
                  <a:pt x="1620811" y="1466966"/>
                  <a:pt x="1639813" y="1484953"/>
                  <a:pt x="1672675" y="1489147"/>
                </a:cubicBezTo>
                <a:lnTo>
                  <a:pt x="1687656" y="1490064"/>
                </a:lnTo>
                <a:lnTo>
                  <a:pt x="1702991" y="1489147"/>
                </a:lnTo>
                <a:lnTo>
                  <a:pt x="1720794" y="1482669"/>
                </a:lnTo>
                <a:lnTo>
                  <a:pt x="1720794" y="1503346"/>
                </a:lnTo>
                <a:lnTo>
                  <a:pt x="1696936" y="1507792"/>
                </a:lnTo>
                <a:lnTo>
                  <a:pt x="1687656" y="1508078"/>
                </a:lnTo>
                <a:lnTo>
                  <a:pt x="1678456" y="1507792"/>
                </a:lnTo>
                <a:cubicBezTo>
                  <a:pt x="1633891" y="1504964"/>
                  <a:pt x="1610048" y="1481675"/>
                  <a:pt x="1588259" y="1460429"/>
                </a:cubicBezTo>
                <a:cubicBezTo>
                  <a:pt x="1567905" y="1441108"/>
                  <a:pt x="1548904" y="1423122"/>
                  <a:pt x="1515254" y="1418928"/>
                </a:cubicBezTo>
                <a:lnTo>
                  <a:pt x="1499902" y="1418010"/>
                </a:lnTo>
                <a:lnTo>
                  <a:pt x="1484938" y="1418928"/>
                </a:lnTo>
                <a:cubicBezTo>
                  <a:pt x="1452117" y="1423122"/>
                  <a:pt x="1433131" y="1441108"/>
                  <a:pt x="1412811" y="1460429"/>
                </a:cubicBezTo>
                <a:cubicBezTo>
                  <a:pt x="1389009" y="1483091"/>
                  <a:pt x="1363465" y="1508078"/>
                  <a:pt x="1312377" y="1508078"/>
                </a:cubicBezTo>
                <a:cubicBezTo>
                  <a:pt x="1261869" y="1508078"/>
                  <a:pt x="1236325" y="1483091"/>
                  <a:pt x="1213103" y="1460429"/>
                </a:cubicBezTo>
                <a:cubicBezTo>
                  <a:pt x="1192784" y="1441108"/>
                  <a:pt x="1173800" y="1423122"/>
                  <a:pt x="1140203" y="1418928"/>
                </a:cubicBezTo>
                <a:lnTo>
                  <a:pt x="1124860" y="1418010"/>
                </a:lnTo>
                <a:lnTo>
                  <a:pt x="1109907" y="1418928"/>
                </a:lnTo>
                <a:cubicBezTo>
                  <a:pt x="1077083" y="1423122"/>
                  <a:pt x="1058099" y="1441108"/>
                  <a:pt x="1037780" y="1460429"/>
                </a:cubicBezTo>
                <a:cubicBezTo>
                  <a:pt x="1014563" y="1483091"/>
                  <a:pt x="988431" y="1508078"/>
                  <a:pt x="937343" y="1508078"/>
                </a:cubicBezTo>
                <a:cubicBezTo>
                  <a:pt x="887352" y="1508078"/>
                  <a:pt x="861195" y="1483091"/>
                  <a:pt x="837942" y="1460429"/>
                </a:cubicBezTo>
                <a:cubicBezTo>
                  <a:pt x="817603" y="1441108"/>
                  <a:pt x="798587" y="1423122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803998" y="1303697"/>
                  <a:pt x="828351" y="1326973"/>
                  <a:pt x="850154" y="1347693"/>
                </a:cubicBezTo>
                <a:cubicBezTo>
                  <a:pt x="873408" y="1370376"/>
                  <a:pt x="894909" y="1390151"/>
                  <a:pt x="937343" y="1390151"/>
                </a:cubicBezTo>
                <a:cubicBezTo>
                  <a:pt x="980892" y="1390151"/>
                  <a:pt x="1002368" y="1370376"/>
                  <a:pt x="1025586" y="1347693"/>
                </a:cubicBezTo>
                <a:cubicBezTo>
                  <a:pt x="1047357" y="1326973"/>
                  <a:pt x="1071175" y="1303697"/>
                  <a:pt x="1115684" y="1300868"/>
                </a:cubicBezTo>
                <a:lnTo>
                  <a:pt x="1124860" y="1300582"/>
                </a:lnTo>
                <a:lnTo>
                  <a:pt x="1134151" y="1300868"/>
                </a:lnTo>
                <a:cubicBezTo>
                  <a:pt x="1179136" y="1303697"/>
                  <a:pt x="1202980" y="1326973"/>
                  <a:pt x="1225295" y="1347693"/>
                </a:cubicBezTo>
                <a:cubicBezTo>
                  <a:pt x="1248517" y="1370376"/>
                  <a:pt x="1270006" y="1390151"/>
                  <a:pt x="1312377" y="1390151"/>
                </a:cubicBezTo>
                <a:cubicBezTo>
                  <a:pt x="1355923" y="1390151"/>
                  <a:pt x="1377398" y="1370376"/>
                  <a:pt x="1400620" y="1347693"/>
                </a:cubicBezTo>
                <a:cubicBezTo>
                  <a:pt x="1422391" y="1326973"/>
                  <a:pt x="1446206" y="1303697"/>
                  <a:pt x="1490715" y="1300868"/>
                </a:cubicBezTo>
                <a:lnTo>
                  <a:pt x="1499902" y="1300582"/>
                </a:lnTo>
                <a:lnTo>
                  <a:pt x="1509200" y="1300868"/>
                </a:lnTo>
                <a:cubicBezTo>
                  <a:pt x="1554240" y="1303697"/>
                  <a:pt x="1578118" y="1326973"/>
                  <a:pt x="1600457" y="1347693"/>
                </a:cubicBezTo>
                <a:cubicBezTo>
                  <a:pt x="1620811" y="1367541"/>
                  <a:pt x="1639813" y="1385162"/>
                  <a:pt x="1672675" y="1389257"/>
                </a:cubicBezTo>
                <a:lnTo>
                  <a:pt x="1687656" y="1390151"/>
                </a:lnTo>
                <a:lnTo>
                  <a:pt x="1702991" y="1389257"/>
                </a:lnTo>
                <a:lnTo>
                  <a:pt x="1720794" y="1382866"/>
                </a:lnTo>
                <a:lnTo>
                  <a:pt x="1720794" y="1403544"/>
                </a:lnTo>
                <a:lnTo>
                  <a:pt x="1696936" y="1407901"/>
                </a:lnTo>
                <a:lnTo>
                  <a:pt x="1687656" y="1408181"/>
                </a:lnTo>
                <a:lnTo>
                  <a:pt x="1678456" y="1407901"/>
                </a:lnTo>
                <a:cubicBezTo>
                  <a:pt x="1633891" y="1405135"/>
                  <a:pt x="1610048" y="1382336"/>
                  <a:pt x="1588259" y="1361070"/>
                </a:cubicBezTo>
                <a:cubicBezTo>
                  <a:pt x="1567905" y="1341222"/>
                  <a:pt x="1548904" y="1323601"/>
                  <a:pt x="1515254" y="1319506"/>
                </a:cubicBezTo>
                <a:lnTo>
                  <a:pt x="1499902" y="1318612"/>
                </a:lnTo>
                <a:lnTo>
                  <a:pt x="1484938" y="1319506"/>
                </a:lnTo>
                <a:cubicBezTo>
                  <a:pt x="1452117" y="1323601"/>
                  <a:pt x="1433131" y="1341222"/>
                  <a:pt x="1412811" y="1361070"/>
                </a:cubicBezTo>
                <a:cubicBezTo>
                  <a:pt x="1389009" y="1383753"/>
                  <a:pt x="1363465" y="1408181"/>
                  <a:pt x="1312377" y="1408181"/>
                </a:cubicBezTo>
                <a:cubicBezTo>
                  <a:pt x="1261869" y="1408181"/>
                  <a:pt x="1236325" y="1383753"/>
                  <a:pt x="1213103" y="1361070"/>
                </a:cubicBezTo>
                <a:cubicBezTo>
                  <a:pt x="1192784" y="1341222"/>
                  <a:pt x="1173800" y="1323601"/>
                  <a:pt x="1140203" y="1319506"/>
                </a:cubicBezTo>
                <a:lnTo>
                  <a:pt x="1124860" y="1318612"/>
                </a:lnTo>
                <a:lnTo>
                  <a:pt x="1109907" y="1319506"/>
                </a:lnTo>
                <a:cubicBezTo>
                  <a:pt x="1077083" y="1323601"/>
                  <a:pt x="1058099" y="1341222"/>
                  <a:pt x="1037780" y="1361070"/>
                </a:cubicBezTo>
                <a:cubicBezTo>
                  <a:pt x="1014563" y="1383753"/>
                  <a:pt x="988431" y="1408181"/>
                  <a:pt x="937343" y="1408181"/>
                </a:cubicBezTo>
                <a:cubicBezTo>
                  <a:pt x="887352" y="1408181"/>
                  <a:pt x="861195" y="1383753"/>
                  <a:pt x="837942" y="1361070"/>
                </a:cubicBezTo>
                <a:cubicBezTo>
                  <a:pt x="817603" y="1341222"/>
                  <a:pt x="798587" y="1323601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803998" y="1203799"/>
                  <a:pt x="828351" y="1227088"/>
                  <a:pt x="850154" y="1248334"/>
                </a:cubicBezTo>
                <a:cubicBezTo>
                  <a:pt x="873408" y="1270415"/>
                  <a:pt x="894909" y="1290753"/>
                  <a:pt x="937343" y="1290753"/>
                </a:cubicBezTo>
                <a:cubicBezTo>
                  <a:pt x="980892" y="1290753"/>
                  <a:pt x="1002368" y="1270415"/>
                  <a:pt x="1025586" y="1248334"/>
                </a:cubicBezTo>
                <a:cubicBezTo>
                  <a:pt x="1047357" y="1227088"/>
                  <a:pt x="1071175" y="1203799"/>
                  <a:pt x="1115684" y="1200971"/>
                </a:cubicBezTo>
                <a:lnTo>
                  <a:pt x="1124860" y="1200685"/>
                </a:lnTo>
                <a:lnTo>
                  <a:pt x="1134151" y="1200971"/>
                </a:lnTo>
                <a:cubicBezTo>
                  <a:pt x="1179136" y="1203799"/>
                  <a:pt x="1202980" y="1227088"/>
                  <a:pt x="1225295" y="1248334"/>
                </a:cubicBezTo>
                <a:cubicBezTo>
                  <a:pt x="1248517" y="1270415"/>
                  <a:pt x="1270006" y="1290753"/>
                  <a:pt x="1312377" y="1290753"/>
                </a:cubicBezTo>
                <a:cubicBezTo>
                  <a:pt x="1355923" y="1290753"/>
                  <a:pt x="1377398" y="1270415"/>
                  <a:pt x="1400620" y="1248334"/>
                </a:cubicBezTo>
                <a:cubicBezTo>
                  <a:pt x="1422391" y="1227088"/>
                  <a:pt x="1446206" y="1203799"/>
                  <a:pt x="1490715" y="1200971"/>
                </a:cubicBezTo>
                <a:lnTo>
                  <a:pt x="1499902" y="1200685"/>
                </a:lnTo>
                <a:lnTo>
                  <a:pt x="1509200" y="1200971"/>
                </a:lnTo>
                <a:cubicBezTo>
                  <a:pt x="1554240" y="1203799"/>
                  <a:pt x="1578118" y="1227088"/>
                  <a:pt x="1600457" y="1248334"/>
                </a:cubicBezTo>
                <a:cubicBezTo>
                  <a:pt x="1620811" y="1267654"/>
                  <a:pt x="1639813" y="1285641"/>
                  <a:pt x="1672675" y="1289836"/>
                </a:cubicBezTo>
                <a:lnTo>
                  <a:pt x="1687656" y="1290753"/>
                </a:lnTo>
                <a:lnTo>
                  <a:pt x="1702991" y="1289836"/>
                </a:lnTo>
                <a:lnTo>
                  <a:pt x="1720794" y="1283357"/>
                </a:lnTo>
                <a:lnTo>
                  <a:pt x="1720794" y="1304035"/>
                </a:lnTo>
                <a:lnTo>
                  <a:pt x="1696936" y="1308480"/>
                </a:lnTo>
                <a:lnTo>
                  <a:pt x="1687656" y="1308766"/>
                </a:lnTo>
                <a:lnTo>
                  <a:pt x="1678456" y="1308480"/>
                </a:lnTo>
                <a:cubicBezTo>
                  <a:pt x="1633891" y="1305652"/>
                  <a:pt x="1610048" y="1282363"/>
                  <a:pt x="1588259" y="1261118"/>
                </a:cubicBezTo>
                <a:cubicBezTo>
                  <a:pt x="1567905" y="1241797"/>
                  <a:pt x="1548904" y="1223810"/>
                  <a:pt x="1515254" y="1219616"/>
                </a:cubicBezTo>
                <a:lnTo>
                  <a:pt x="1499902" y="1218699"/>
                </a:lnTo>
                <a:lnTo>
                  <a:pt x="1484938" y="1219616"/>
                </a:lnTo>
                <a:cubicBezTo>
                  <a:pt x="1452117" y="1223810"/>
                  <a:pt x="1433131" y="1241797"/>
                  <a:pt x="1412811" y="1261118"/>
                </a:cubicBezTo>
                <a:cubicBezTo>
                  <a:pt x="1389009" y="1283779"/>
                  <a:pt x="1363465" y="1308766"/>
                  <a:pt x="1312377" y="1308766"/>
                </a:cubicBezTo>
                <a:cubicBezTo>
                  <a:pt x="1261869" y="1308766"/>
                  <a:pt x="1236325" y="1283779"/>
                  <a:pt x="1213103" y="1261118"/>
                </a:cubicBezTo>
                <a:cubicBezTo>
                  <a:pt x="1192784" y="1241797"/>
                  <a:pt x="1173800" y="1223810"/>
                  <a:pt x="1140203" y="1219616"/>
                </a:cubicBezTo>
                <a:lnTo>
                  <a:pt x="1124860" y="1218699"/>
                </a:lnTo>
                <a:lnTo>
                  <a:pt x="1109907" y="1219616"/>
                </a:lnTo>
                <a:cubicBezTo>
                  <a:pt x="1077083" y="1223810"/>
                  <a:pt x="1058099" y="1241797"/>
                  <a:pt x="1037780" y="1261118"/>
                </a:cubicBezTo>
                <a:cubicBezTo>
                  <a:pt x="1014563" y="1283779"/>
                  <a:pt x="988431" y="1308766"/>
                  <a:pt x="937343" y="1308766"/>
                </a:cubicBezTo>
                <a:cubicBezTo>
                  <a:pt x="887352" y="1308766"/>
                  <a:pt x="861195" y="1283779"/>
                  <a:pt x="837942" y="1261118"/>
                </a:cubicBezTo>
                <a:cubicBezTo>
                  <a:pt x="817603" y="1241797"/>
                  <a:pt x="798587" y="1223810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1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803998" y="1103181"/>
                  <a:pt x="828351" y="1126469"/>
                  <a:pt x="850154" y="1147715"/>
                </a:cubicBezTo>
                <a:cubicBezTo>
                  <a:pt x="873408" y="1169796"/>
                  <a:pt x="894909" y="1190134"/>
                  <a:pt x="937343" y="1190134"/>
                </a:cubicBezTo>
                <a:cubicBezTo>
                  <a:pt x="980892" y="1190134"/>
                  <a:pt x="1002368" y="1169796"/>
                  <a:pt x="1025586" y="1147715"/>
                </a:cubicBezTo>
                <a:cubicBezTo>
                  <a:pt x="1047357" y="1126469"/>
                  <a:pt x="1071175" y="1103181"/>
                  <a:pt x="1115684" y="1100352"/>
                </a:cubicBezTo>
                <a:lnTo>
                  <a:pt x="1124860" y="1100066"/>
                </a:lnTo>
                <a:lnTo>
                  <a:pt x="1134151" y="1100352"/>
                </a:lnTo>
                <a:cubicBezTo>
                  <a:pt x="1179136" y="1103181"/>
                  <a:pt x="1202980" y="1126469"/>
                  <a:pt x="1225295" y="1147715"/>
                </a:cubicBezTo>
                <a:cubicBezTo>
                  <a:pt x="1248517" y="1169796"/>
                  <a:pt x="1270006" y="1190134"/>
                  <a:pt x="1312377" y="1190134"/>
                </a:cubicBezTo>
                <a:cubicBezTo>
                  <a:pt x="1355923" y="1190134"/>
                  <a:pt x="1377398" y="1169796"/>
                  <a:pt x="1400620" y="1147715"/>
                </a:cubicBezTo>
                <a:cubicBezTo>
                  <a:pt x="1422391" y="1126469"/>
                  <a:pt x="1446206" y="1103181"/>
                  <a:pt x="1490715" y="1100352"/>
                </a:cubicBezTo>
                <a:lnTo>
                  <a:pt x="1499902" y="1100066"/>
                </a:lnTo>
                <a:lnTo>
                  <a:pt x="1509200" y="1100352"/>
                </a:lnTo>
                <a:cubicBezTo>
                  <a:pt x="1554240" y="1103181"/>
                  <a:pt x="1578118" y="1126469"/>
                  <a:pt x="1600457" y="1147715"/>
                </a:cubicBezTo>
                <a:cubicBezTo>
                  <a:pt x="1620811" y="1167036"/>
                  <a:pt x="1639813" y="1185022"/>
                  <a:pt x="1672675" y="1189217"/>
                </a:cubicBezTo>
                <a:lnTo>
                  <a:pt x="1687656" y="1190134"/>
                </a:lnTo>
                <a:lnTo>
                  <a:pt x="1702991" y="1189217"/>
                </a:lnTo>
                <a:lnTo>
                  <a:pt x="1720794" y="1182738"/>
                </a:lnTo>
                <a:lnTo>
                  <a:pt x="1720794" y="1203416"/>
                </a:lnTo>
                <a:lnTo>
                  <a:pt x="1696936" y="1207861"/>
                </a:lnTo>
                <a:lnTo>
                  <a:pt x="1687656" y="1208147"/>
                </a:lnTo>
                <a:lnTo>
                  <a:pt x="1678456" y="1207861"/>
                </a:lnTo>
                <a:cubicBezTo>
                  <a:pt x="1633891" y="1205033"/>
                  <a:pt x="1610048" y="1181744"/>
                  <a:pt x="1588259" y="1160499"/>
                </a:cubicBezTo>
                <a:cubicBezTo>
                  <a:pt x="1567905" y="1141178"/>
                  <a:pt x="1548904" y="1123191"/>
                  <a:pt x="1515254" y="1118997"/>
                </a:cubicBezTo>
                <a:lnTo>
                  <a:pt x="1499902" y="1118080"/>
                </a:lnTo>
                <a:lnTo>
                  <a:pt x="1484938" y="1118997"/>
                </a:lnTo>
                <a:cubicBezTo>
                  <a:pt x="1452117" y="1123191"/>
                  <a:pt x="1433131" y="1141178"/>
                  <a:pt x="1412811" y="1160499"/>
                </a:cubicBezTo>
                <a:cubicBezTo>
                  <a:pt x="1389009" y="1183161"/>
                  <a:pt x="1363465" y="1208147"/>
                  <a:pt x="1312377" y="1208147"/>
                </a:cubicBezTo>
                <a:cubicBezTo>
                  <a:pt x="1261869" y="1208147"/>
                  <a:pt x="1236325" y="1183161"/>
                  <a:pt x="1213103" y="1160499"/>
                </a:cubicBezTo>
                <a:cubicBezTo>
                  <a:pt x="1192784" y="1141178"/>
                  <a:pt x="1173800" y="1123191"/>
                  <a:pt x="1140203" y="1118997"/>
                </a:cubicBezTo>
                <a:lnTo>
                  <a:pt x="1124860" y="1118080"/>
                </a:lnTo>
                <a:lnTo>
                  <a:pt x="1109907" y="1118997"/>
                </a:lnTo>
                <a:cubicBezTo>
                  <a:pt x="1077083" y="1123191"/>
                  <a:pt x="1058099" y="1141178"/>
                  <a:pt x="1037780" y="1160499"/>
                </a:cubicBezTo>
                <a:cubicBezTo>
                  <a:pt x="1014563" y="1183161"/>
                  <a:pt x="988431" y="1208147"/>
                  <a:pt x="937343" y="1208147"/>
                </a:cubicBezTo>
                <a:cubicBezTo>
                  <a:pt x="887352" y="1208147"/>
                  <a:pt x="861195" y="1183161"/>
                  <a:pt x="837942" y="1160499"/>
                </a:cubicBezTo>
                <a:cubicBezTo>
                  <a:pt x="817603" y="1141178"/>
                  <a:pt x="798587" y="1123191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803998" y="1003698"/>
                  <a:pt x="828351" y="1026497"/>
                  <a:pt x="850154" y="1047762"/>
                </a:cubicBezTo>
                <a:cubicBezTo>
                  <a:pt x="873408" y="1070445"/>
                  <a:pt x="894909" y="1090220"/>
                  <a:pt x="937343" y="1090220"/>
                </a:cubicBezTo>
                <a:cubicBezTo>
                  <a:pt x="980892" y="1090220"/>
                  <a:pt x="1002368" y="1070445"/>
                  <a:pt x="1025586" y="1047762"/>
                </a:cubicBezTo>
                <a:cubicBezTo>
                  <a:pt x="1047357" y="1027042"/>
                  <a:pt x="1071175" y="1003766"/>
                  <a:pt x="1115684" y="1000937"/>
                </a:cubicBezTo>
                <a:lnTo>
                  <a:pt x="1124860" y="1000651"/>
                </a:lnTo>
                <a:lnTo>
                  <a:pt x="1134151" y="1000931"/>
                </a:lnTo>
                <a:cubicBezTo>
                  <a:pt x="1179136" y="1003698"/>
                  <a:pt x="1202980" y="1026497"/>
                  <a:pt x="1225295" y="1047762"/>
                </a:cubicBezTo>
                <a:cubicBezTo>
                  <a:pt x="1248517" y="1070445"/>
                  <a:pt x="1270006" y="1090220"/>
                  <a:pt x="1312377" y="1090220"/>
                </a:cubicBezTo>
                <a:cubicBezTo>
                  <a:pt x="1355923" y="1090220"/>
                  <a:pt x="1377398" y="1070445"/>
                  <a:pt x="1400620" y="1047762"/>
                </a:cubicBezTo>
                <a:cubicBezTo>
                  <a:pt x="1422391" y="1027042"/>
                  <a:pt x="1446206" y="1003766"/>
                  <a:pt x="1490715" y="1000937"/>
                </a:cubicBezTo>
                <a:lnTo>
                  <a:pt x="1499902" y="1000651"/>
                </a:lnTo>
                <a:lnTo>
                  <a:pt x="1509200" y="1000931"/>
                </a:lnTo>
                <a:cubicBezTo>
                  <a:pt x="1554240" y="1003698"/>
                  <a:pt x="1578118" y="1026497"/>
                  <a:pt x="1600457" y="1047762"/>
                </a:cubicBezTo>
                <a:cubicBezTo>
                  <a:pt x="1620811" y="1067610"/>
                  <a:pt x="1639813" y="1085231"/>
                  <a:pt x="1672675" y="1089326"/>
                </a:cubicBezTo>
                <a:lnTo>
                  <a:pt x="1687656" y="1090220"/>
                </a:lnTo>
                <a:lnTo>
                  <a:pt x="1702991" y="1089326"/>
                </a:lnTo>
                <a:lnTo>
                  <a:pt x="1720794" y="1082935"/>
                </a:lnTo>
                <a:lnTo>
                  <a:pt x="1720794" y="1103614"/>
                </a:lnTo>
                <a:lnTo>
                  <a:pt x="1696936" y="1107971"/>
                </a:lnTo>
                <a:lnTo>
                  <a:pt x="1687656" y="1108251"/>
                </a:lnTo>
                <a:lnTo>
                  <a:pt x="1678456" y="1107971"/>
                </a:lnTo>
                <a:cubicBezTo>
                  <a:pt x="1633891" y="1105204"/>
                  <a:pt x="1610048" y="1082405"/>
                  <a:pt x="1588259" y="1061140"/>
                </a:cubicBezTo>
                <a:cubicBezTo>
                  <a:pt x="1567905" y="1041292"/>
                  <a:pt x="1548904" y="1023671"/>
                  <a:pt x="1515254" y="1019575"/>
                </a:cubicBezTo>
                <a:lnTo>
                  <a:pt x="1499902" y="1018681"/>
                </a:lnTo>
                <a:lnTo>
                  <a:pt x="1484938" y="1019575"/>
                </a:lnTo>
                <a:cubicBezTo>
                  <a:pt x="1452117" y="1023671"/>
                  <a:pt x="1433131" y="1041292"/>
                  <a:pt x="1412811" y="1061140"/>
                </a:cubicBezTo>
                <a:cubicBezTo>
                  <a:pt x="1389009" y="1083823"/>
                  <a:pt x="1363465" y="1108251"/>
                  <a:pt x="1312377" y="1108251"/>
                </a:cubicBezTo>
                <a:cubicBezTo>
                  <a:pt x="1261869" y="1108251"/>
                  <a:pt x="1236325" y="1083823"/>
                  <a:pt x="1213103" y="1061140"/>
                </a:cubicBezTo>
                <a:cubicBezTo>
                  <a:pt x="1192784" y="1041292"/>
                  <a:pt x="1173800" y="1023671"/>
                  <a:pt x="1140203" y="1019575"/>
                </a:cubicBezTo>
                <a:lnTo>
                  <a:pt x="1124860" y="1018681"/>
                </a:lnTo>
                <a:lnTo>
                  <a:pt x="1109907" y="1019575"/>
                </a:lnTo>
                <a:cubicBezTo>
                  <a:pt x="1077083" y="1023671"/>
                  <a:pt x="1058099" y="1041292"/>
                  <a:pt x="1037780" y="1061140"/>
                </a:cubicBezTo>
                <a:cubicBezTo>
                  <a:pt x="1014563" y="1083823"/>
                  <a:pt x="988431" y="1108251"/>
                  <a:pt x="937343" y="1108251"/>
                </a:cubicBezTo>
                <a:cubicBezTo>
                  <a:pt x="887352" y="1108251"/>
                  <a:pt x="861195" y="1083823"/>
                  <a:pt x="837942" y="1061140"/>
                </a:cubicBezTo>
                <a:cubicBezTo>
                  <a:pt x="817603" y="1041292"/>
                  <a:pt x="798587" y="1023671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803998" y="903313"/>
                  <a:pt x="828351" y="926061"/>
                  <a:pt x="850154" y="947279"/>
                </a:cubicBezTo>
                <a:cubicBezTo>
                  <a:pt x="873408" y="969911"/>
                  <a:pt x="894909" y="989642"/>
                  <a:pt x="937343" y="989642"/>
                </a:cubicBezTo>
                <a:cubicBezTo>
                  <a:pt x="980892" y="989642"/>
                  <a:pt x="1002368" y="969911"/>
                  <a:pt x="1025586" y="947279"/>
                </a:cubicBezTo>
                <a:cubicBezTo>
                  <a:pt x="1047357" y="926061"/>
                  <a:pt x="1071175" y="903313"/>
                  <a:pt x="1115684" y="900552"/>
                </a:cubicBezTo>
                <a:lnTo>
                  <a:pt x="1124860" y="900273"/>
                </a:lnTo>
                <a:lnTo>
                  <a:pt x="1134151" y="900552"/>
                </a:lnTo>
                <a:cubicBezTo>
                  <a:pt x="1179136" y="903313"/>
                  <a:pt x="1202980" y="926061"/>
                  <a:pt x="1225295" y="947279"/>
                </a:cubicBezTo>
                <a:cubicBezTo>
                  <a:pt x="1248517" y="969911"/>
                  <a:pt x="1270006" y="989642"/>
                  <a:pt x="1312377" y="989642"/>
                </a:cubicBezTo>
                <a:cubicBezTo>
                  <a:pt x="1355923" y="989642"/>
                  <a:pt x="1377398" y="969911"/>
                  <a:pt x="1400620" y="947279"/>
                </a:cubicBezTo>
                <a:cubicBezTo>
                  <a:pt x="1422391" y="926061"/>
                  <a:pt x="1446206" y="903313"/>
                  <a:pt x="1490715" y="900552"/>
                </a:cubicBezTo>
                <a:lnTo>
                  <a:pt x="1499902" y="900273"/>
                </a:lnTo>
                <a:lnTo>
                  <a:pt x="1509200" y="900552"/>
                </a:lnTo>
                <a:cubicBezTo>
                  <a:pt x="1554240" y="903313"/>
                  <a:pt x="1578118" y="926061"/>
                  <a:pt x="1600457" y="947279"/>
                </a:cubicBezTo>
                <a:cubicBezTo>
                  <a:pt x="1620811" y="967082"/>
                  <a:pt x="1639813" y="984664"/>
                  <a:pt x="1672675" y="988750"/>
                </a:cubicBezTo>
                <a:lnTo>
                  <a:pt x="1687656" y="989642"/>
                </a:lnTo>
                <a:lnTo>
                  <a:pt x="1702991" y="988750"/>
                </a:lnTo>
                <a:lnTo>
                  <a:pt x="1720794" y="982373"/>
                </a:lnTo>
                <a:lnTo>
                  <a:pt x="1720794" y="1000099"/>
                </a:lnTo>
                <a:lnTo>
                  <a:pt x="1696936" y="1007353"/>
                </a:lnTo>
                <a:lnTo>
                  <a:pt x="1687656" y="1007632"/>
                </a:lnTo>
                <a:lnTo>
                  <a:pt x="1678456" y="1007346"/>
                </a:lnTo>
                <a:cubicBezTo>
                  <a:pt x="1633891" y="1004524"/>
                  <a:pt x="1610048" y="981300"/>
                  <a:pt x="1588259" y="960626"/>
                </a:cubicBezTo>
                <a:cubicBezTo>
                  <a:pt x="1567905" y="940823"/>
                  <a:pt x="1548904" y="923241"/>
                  <a:pt x="1515254" y="919155"/>
                </a:cubicBezTo>
                <a:lnTo>
                  <a:pt x="1499902" y="918263"/>
                </a:lnTo>
                <a:lnTo>
                  <a:pt x="1484938" y="919155"/>
                </a:lnTo>
                <a:cubicBezTo>
                  <a:pt x="1452117" y="923241"/>
                  <a:pt x="1433131" y="940823"/>
                  <a:pt x="1412811" y="960626"/>
                </a:cubicBezTo>
                <a:cubicBezTo>
                  <a:pt x="1389009" y="983259"/>
                  <a:pt x="1363465" y="1007632"/>
                  <a:pt x="1312377" y="1007632"/>
                </a:cubicBezTo>
                <a:cubicBezTo>
                  <a:pt x="1261869" y="1007632"/>
                  <a:pt x="1236325" y="982678"/>
                  <a:pt x="1213103" y="960626"/>
                </a:cubicBezTo>
                <a:cubicBezTo>
                  <a:pt x="1192784" y="940823"/>
                  <a:pt x="1173800" y="923241"/>
                  <a:pt x="1140203" y="919155"/>
                </a:cubicBezTo>
                <a:lnTo>
                  <a:pt x="1124860" y="918263"/>
                </a:lnTo>
                <a:lnTo>
                  <a:pt x="1109907" y="919155"/>
                </a:lnTo>
                <a:cubicBezTo>
                  <a:pt x="1077083" y="923241"/>
                  <a:pt x="1058099" y="940823"/>
                  <a:pt x="1037780" y="960626"/>
                </a:cubicBezTo>
                <a:cubicBezTo>
                  <a:pt x="1014563" y="983259"/>
                  <a:pt x="988431" y="1007632"/>
                  <a:pt x="937343" y="1007632"/>
                </a:cubicBezTo>
                <a:cubicBezTo>
                  <a:pt x="887352" y="1007632"/>
                  <a:pt x="861195" y="982678"/>
                  <a:pt x="837942" y="960626"/>
                </a:cubicBezTo>
                <a:cubicBezTo>
                  <a:pt x="817603" y="940823"/>
                  <a:pt x="798587" y="923241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9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9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803998" y="803250"/>
                  <a:pt x="828351" y="826539"/>
                  <a:pt x="850154" y="847784"/>
                </a:cubicBezTo>
                <a:cubicBezTo>
                  <a:pt x="873408" y="869865"/>
                  <a:pt x="894909" y="890203"/>
                  <a:pt x="937343" y="890203"/>
                </a:cubicBezTo>
                <a:cubicBezTo>
                  <a:pt x="980892" y="890203"/>
                  <a:pt x="1002368" y="869865"/>
                  <a:pt x="1025586" y="847784"/>
                </a:cubicBezTo>
                <a:cubicBezTo>
                  <a:pt x="1047357" y="826539"/>
                  <a:pt x="1071175" y="803250"/>
                  <a:pt x="1115684" y="800422"/>
                </a:cubicBezTo>
                <a:lnTo>
                  <a:pt x="1124860" y="800136"/>
                </a:lnTo>
                <a:lnTo>
                  <a:pt x="1134151" y="800422"/>
                </a:lnTo>
                <a:cubicBezTo>
                  <a:pt x="1179136" y="803250"/>
                  <a:pt x="1202980" y="826539"/>
                  <a:pt x="1225295" y="847784"/>
                </a:cubicBezTo>
                <a:cubicBezTo>
                  <a:pt x="1248517" y="869865"/>
                  <a:pt x="1270006" y="890203"/>
                  <a:pt x="1312377" y="890203"/>
                </a:cubicBezTo>
                <a:cubicBezTo>
                  <a:pt x="1355923" y="890203"/>
                  <a:pt x="1377398" y="869865"/>
                  <a:pt x="1400620" y="847784"/>
                </a:cubicBezTo>
                <a:cubicBezTo>
                  <a:pt x="1422391" y="826539"/>
                  <a:pt x="1446206" y="803250"/>
                  <a:pt x="1490715" y="800422"/>
                </a:cubicBezTo>
                <a:lnTo>
                  <a:pt x="1499902" y="800136"/>
                </a:lnTo>
                <a:lnTo>
                  <a:pt x="1509200" y="800422"/>
                </a:lnTo>
                <a:cubicBezTo>
                  <a:pt x="1554240" y="803250"/>
                  <a:pt x="1578118" y="826539"/>
                  <a:pt x="1600457" y="847784"/>
                </a:cubicBezTo>
                <a:cubicBezTo>
                  <a:pt x="1620811" y="867105"/>
                  <a:pt x="1639813" y="885092"/>
                  <a:pt x="1672675" y="889286"/>
                </a:cubicBezTo>
                <a:lnTo>
                  <a:pt x="1687656" y="890203"/>
                </a:lnTo>
                <a:lnTo>
                  <a:pt x="1702991" y="889286"/>
                </a:lnTo>
                <a:lnTo>
                  <a:pt x="1720794" y="882808"/>
                </a:lnTo>
                <a:lnTo>
                  <a:pt x="1720794" y="903485"/>
                </a:lnTo>
                <a:lnTo>
                  <a:pt x="1696936" y="907931"/>
                </a:lnTo>
                <a:lnTo>
                  <a:pt x="1687656" y="908217"/>
                </a:lnTo>
                <a:lnTo>
                  <a:pt x="1678456" y="907931"/>
                </a:lnTo>
                <a:cubicBezTo>
                  <a:pt x="1633891" y="905103"/>
                  <a:pt x="1610048" y="881814"/>
                  <a:pt x="1588259" y="860568"/>
                </a:cubicBezTo>
                <a:cubicBezTo>
                  <a:pt x="1567905" y="841247"/>
                  <a:pt x="1548904" y="823261"/>
                  <a:pt x="1515254" y="819066"/>
                </a:cubicBezTo>
                <a:lnTo>
                  <a:pt x="1499902" y="818149"/>
                </a:lnTo>
                <a:lnTo>
                  <a:pt x="1484938" y="819066"/>
                </a:lnTo>
                <a:cubicBezTo>
                  <a:pt x="1452117" y="823261"/>
                  <a:pt x="1433131" y="841247"/>
                  <a:pt x="1412811" y="860568"/>
                </a:cubicBezTo>
                <a:cubicBezTo>
                  <a:pt x="1389009" y="883230"/>
                  <a:pt x="1363465" y="908217"/>
                  <a:pt x="1312377" y="908217"/>
                </a:cubicBezTo>
                <a:cubicBezTo>
                  <a:pt x="1261869" y="908217"/>
                  <a:pt x="1236325" y="883230"/>
                  <a:pt x="1213103" y="860568"/>
                </a:cubicBezTo>
                <a:cubicBezTo>
                  <a:pt x="1192784" y="841247"/>
                  <a:pt x="1173800" y="823261"/>
                  <a:pt x="1140203" y="819066"/>
                </a:cubicBezTo>
                <a:lnTo>
                  <a:pt x="1124860" y="818149"/>
                </a:lnTo>
                <a:lnTo>
                  <a:pt x="1109907" y="819066"/>
                </a:lnTo>
                <a:cubicBezTo>
                  <a:pt x="1077083" y="823261"/>
                  <a:pt x="1058099" y="841247"/>
                  <a:pt x="1037780" y="860568"/>
                </a:cubicBezTo>
                <a:cubicBezTo>
                  <a:pt x="1014563" y="883230"/>
                  <a:pt x="988431" y="908217"/>
                  <a:pt x="937343" y="908217"/>
                </a:cubicBezTo>
                <a:cubicBezTo>
                  <a:pt x="887352" y="908217"/>
                  <a:pt x="861195" y="883230"/>
                  <a:pt x="837942" y="860568"/>
                </a:cubicBezTo>
                <a:cubicBezTo>
                  <a:pt x="817603" y="841247"/>
                  <a:pt x="798587" y="823261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3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803998" y="704001"/>
                  <a:pt x="828351" y="726749"/>
                  <a:pt x="850154" y="747967"/>
                </a:cubicBezTo>
                <a:cubicBezTo>
                  <a:pt x="873408" y="770599"/>
                  <a:pt x="894909" y="790330"/>
                  <a:pt x="937343" y="790330"/>
                </a:cubicBezTo>
                <a:cubicBezTo>
                  <a:pt x="980892" y="790330"/>
                  <a:pt x="1002368" y="770599"/>
                  <a:pt x="1025586" y="747967"/>
                </a:cubicBezTo>
                <a:cubicBezTo>
                  <a:pt x="1047357" y="726749"/>
                  <a:pt x="1071175" y="704001"/>
                  <a:pt x="1115684" y="701241"/>
                </a:cubicBezTo>
                <a:lnTo>
                  <a:pt x="1124860" y="700961"/>
                </a:lnTo>
                <a:lnTo>
                  <a:pt x="1134151" y="701241"/>
                </a:lnTo>
                <a:cubicBezTo>
                  <a:pt x="1179136" y="704001"/>
                  <a:pt x="1202980" y="726749"/>
                  <a:pt x="1225295" y="747967"/>
                </a:cubicBezTo>
                <a:cubicBezTo>
                  <a:pt x="1248517" y="770599"/>
                  <a:pt x="1270006" y="790330"/>
                  <a:pt x="1312377" y="790330"/>
                </a:cubicBezTo>
                <a:cubicBezTo>
                  <a:pt x="1355923" y="790330"/>
                  <a:pt x="1377398" y="770599"/>
                  <a:pt x="1400620" y="747967"/>
                </a:cubicBezTo>
                <a:cubicBezTo>
                  <a:pt x="1422391" y="726749"/>
                  <a:pt x="1446206" y="704001"/>
                  <a:pt x="1490715" y="701241"/>
                </a:cubicBezTo>
                <a:lnTo>
                  <a:pt x="1499902" y="700961"/>
                </a:lnTo>
                <a:lnTo>
                  <a:pt x="1509200" y="701241"/>
                </a:lnTo>
                <a:cubicBezTo>
                  <a:pt x="1554240" y="704001"/>
                  <a:pt x="1578118" y="726749"/>
                  <a:pt x="1600457" y="747967"/>
                </a:cubicBezTo>
                <a:cubicBezTo>
                  <a:pt x="1620811" y="767771"/>
                  <a:pt x="1639813" y="785352"/>
                  <a:pt x="1672675" y="789438"/>
                </a:cubicBezTo>
                <a:lnTo>
                  <a:pt x="1687656" y="790330"/>
                </a:lnTo>
                <a:lnTo>
                  <a:pt x="1702991" y="789438"/>
                </a:lnTo>
                <a:lnTo>
                  <a:pt x="1720794" y="783061"/>
                </a:lnTo>
                <a:lnTo>
                  <a:pt x="1720794" y="803607"/>
                </a:lnTo>
                <a:lnTo>
                  <a:pt x="1696936" y="808035"/>
                </a:lnTo>
                <a:lnTo>
                  <a:pt x="1687656" y="808320"/>
                </a:lnTo>
                <a:lnTo>
                  <a:pt x="1678456" y="808035"/>
                </a:lnTo>
                <a:cubicBezTo>
                  <a:pt x="1633891" y="805212"/>
                  <a:pt x="1610048" y="781988"/>
                  <a:pt x="1588259" y="761314"/>
                </a:cubicBezTo>
                <a:cubicBezTo>
                  <a:pt x="1567905" y="741511"/>
                  <a:pt x="1548904" y="723929"/>
                  <a:pt x="1515254" y="719843"/>
                </a:cubicBezTo>
                <a:lnTo>
                  <a:pt x="1499902" y="718951"/>
                </a:lnTo>
                <a:lnTo>
                  <a:pt x="1484938" y="719843"/>
                </a:lnTo>
                <a:cubicBezTo>
                  <a:pt x="1452117" y="723929"/>
                  <a:pt x="1433131" y="741511"/>
                  <a:pt x="1412811" y="761314"/>
                </a:cubicBezTo>
                <a:cubicBezTo>
                  <a:pt x="1389009" y="783367"/>
                  <a:pt x="1363465" y="808320"/>
                  <a:pt x="1312377" y="808320"/>
                </a:cubicBezTo>
                <a:cubicBezTo>
                  <a:pt x="1261869" y="808320"/>
                  <a:pt x="1236325" y="783367"/>
                  <a:pt x="1213103" y="761314"/>
                </a:cubicBezTo>
                <a:cubicBezTo>
                  <a:pt x="1192784" y="741511"/>
                  <a:pt x="1173800" y="723929"/>
                  <a:pt x="1140203" y="719843"/>
                </a:cubicBezTo>
                <a:lnTo>
                  <a:pt x="1124860" y="718951"/>
                </a:lnTo>
                <a:lnTo>
                  <a:pt x="1109907" y="719843"/>
                </a:lnTo>
                <a:cubicBezTo>
                  <a:pt x="1077083" y="723929"/>
                  <a:pt x="1058099" y="741511"/>
                  <a:pt x="1037780" y="761314"/>
                </a:cubicBezTo>
                <a:cubicBezTo>
                  <a:pt x="1014563" y="783367"/>
                  <a:pt x="988431" y="808320"/>
                  <a:pt x="937343" y="808320"/>
                </a:cubicBezTo>
                <a:cubicBezTo>
                  <a:pt x="887352" y="808320"/>
                  <a:pt x="861195" y="783367"/>
                  <a:pt x="837942" y="761314"/>
                </a:cubicBezTo>
                <a:cubicBezTo>
                  <a:pt x="817603" y="741511"/>
                  <a:pt x="798587" y="723929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3" y="626130"/>
                  <a:pt x="696405" y="603382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803998" y="603382"/>
                  <a:pt x="828351" y="626130"/>
                  <a:pt x="850154" y="647348"/>
                </a:cubicBezTo>
                <a:cubicBezTo>
                  <a:pt x="873408" y="669981"/>
                  <a:pt x="894909" y="689712"/>
                  <a:pt x="937343" y="689712"/>
                </a:cubicBezTo>
                <a:cubicBezTo>
                  <a:pt x="980892" y="689712"/>
                  <a:pt x="1002368" y="669400"/>
                  <a:pt x="1025586" y="647348"/>
                </a:cubicBezTo>
                <a:cubicBezTo>
                  <a:pt x="1047357" y="626130"/>
                  <a:pt x="1071175" y="603382"/>
                  <a:pt x="1115684" y="600622"/>
                </a:cubicBezTo>
                <a:lnTo>
                  <a:pt x="1124860" y="600343"/>
                </a:lnTo>
                <a:lnTo>
                  <a:pt x="1134151" y="600622"/>
                </a:lnTo>
                <a:cubicBezTo>
                  <a:pt x="1179136" y="603382"/>
                  <a:pt x="1202980" y="626130"/>
                  <a:pt x="1225295" y="647348"/>
                </a:cubicBezTo>
                <a:cubicBezTo>
                  <a:pt x="1248517" y="669981"/>
                  <a:pt x="1270006" y="689712"/>
                  <a:pt x="1312377" y="689712"/>
                </a:cubicBezTo>
                <a:cubicBezTo>
                  <a:pt x="1355923" y="689712"/>
                  <a:pt x="1377398" y="669400"/>
                  <a:pt x="1400620" y="647348"/>
                </a:cubicBezTo>
                <a:cubicBezTo>
                  <a:pt x="1422391" y="626130"/>
                  <a:pt x="1446206" y="603382"/>
                  <a:pt x="1490715" y="600622"/>
                </a:cubicBezTo>
                <a:lnTo>
                  <a:pt x="1499902" y="600343"/>
                </a:lnTo>
                <a:lnTo>
                  <a:pt x="1509200" y="600622"/>
                </a:lnTo>
                <a:cubicBezTo>
                  <a:pt x="1554240" y="603382"/>
                  <a:pt x="1578118" y="626130"/>
                  <a:pt x="1600457" y="647348"/>
                </a:cubicBezTo>
                <a:cubicBezTo>
                  <a:pt x="1620811" y="667152"/>
                  <a:pt x="1639813" y="684734"/>
                  <a:pt x="1672675" y="688820"/>
                </a:cubicBezTo>
                <a:lnTo>
                  <a:pt x="1687656" y="689712"/>
                </a:lnTo>
                <a:lnTo>
                  <a:pt x="1702991" y="688796"/>
                </a:lnTo>
                <a:lnTo>
                  <a:pt x="1720794" y="682325"/>
                </a:lnTo>
                <a:lnTo>
                  <a:pt x="1720794" y="702976"/>
                </a:lnTo>
                <a:lnTo>
                  <a:pt x="1696936" y="707416"/>
                </a:lnTo>
                <a:lnTo>
                  <a:pt x="1687656" y="707701"/>
                </a:lnTo>
                <a:lnTo>
                  <a:pt x="1678456" y="707416"/>
                </a:lnTo>
                <a:cubicBezTo>
                  <a:pt x="1633891" y="704591"/>
                  <a:pt x="1610048" y="681333"/>
                  <a:pt x="1588259" y="660115"/>
                </a:cubicBezTo>
                <a:cubicBezTo>
                  <a:pt x="1567905" y="640820"/>
                  <a:pt x="1548904" y="622857"/>
                  <a:pt x="1515254" y="618668"/>
                </a:cubicBezTo>
                <a:lnTo>
                  <a:pt x="1499902" y="617752"/>
                </a:lnTo>
                <a:lnTo>
                  <a:pt x="1484938" y="618668"/>
                </a:lnTo>
                <a:cubicBezTo>
                  <a:pt x="1452117" y="622857"/>
                  <a:pt x="1433131" y="640820"/>
                  <a:pt x="1412811" y="660115"/>
                </a:cubicBezTo>
                <a:cubicBezTo>
                  <a:pt x="1389009" y="682748"/>
                  <a:pt x="1363465" y="707701"/>
                  <a:pt x="1312377" y="707701"/>
                </a:cubicBezTo>
                <a:cubicBezTo>
                  <a:pt x="1261869" y="707701"/>
                  <a:pt x="1236325" y="682748"/>
                  <a:pt x="1213103" y="660115"/>
                </a:cubicBezTo>
                <a:cubicBezTo>
                  <a:pt x="1192784" y="640820"/>
                  <a:pt x="1173800" y="622857"/>
                  <a:pt x="1140203" y="618668"/>
                </a:cubicBezTo>
                <a:lnTo>
                  <a:pt x="1124860" y="617752"/>
                </a:lnTo>
                <a:lnTo>
                  <a:pt x="1109907" y="618668"/>
                </a:lnTo>
                <a:cubicBezTo>
                  <a:pt x="1077083" y="622857"/>
                  <a:pt x="1058099" y="640820"/>
                  <a:pt x="1037780" y="660115"/>
                </a:cubicBezTo>
                <a:cubicBezTo>
                  <a:pt x="1014563" y="682748"/>
                  <a:pt x="988431" y="707701"/>
                  <a:pt x="937343" y="707701"/>
                </a:cubicBezTo>
                <a:cubicBezTo>
                  <a:pt x="887352" y="707701"/>
                  <a:pt x="861195" y="682748"/>
                  <a:pt x="837942" y="660115"/>
                </a:cubicBezTo>
                <a:cubicBezTo>
                  <a:pt x="817603" y="640820"/>
                  <a:pt x="798587" y="622857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803998" y="503556"/>
                  <a:pt x="828351" y="526814"/>
                  <a:pt x="850154" y="548032"/>
                </a:cubicBezTo>
                <a:cubicBezTo>
                  <a:pt x="873408" y="570084"/>
                  <a:pt x="894909" y="590395"/>
                  <a:pt x="937343" y="590395"/>
                </a:cubicBezTo>
                <a:cubicBezTo>
                  <a:pt x="980892" y="590395"/>
                  <a:pt x="1002368" y="570084"/>
                  <a:pt x="1025586" y="548032"/>
                </a:cubicBezTo>
                <a:cubicBezTo>
                  <a:pt x="1047357" y="526814"/>
                  <a:pt x="1071175" y="503556"/>
                  <a:pt x="1115684" y="500732"/>
                </a:cubicBezTo>
                <a:lnTo>
                  <a:pt x="1124860" y="500446"/>
                </a:lnTo>
                <a:lnTo>
                  <a:pt x="1134151" y="500732"/>
                </a:lnTo>
                <a:cubicBezTo>
                  <a:pt x="1179136" y="503556"/>
                  <a:pt x="1202980" y="526814"/>
                  <a:pt x="1225295" y="548032"/>
                </a:cubicBezTo>
                <a:cubicBezTo>
                  <a:pt x="1248517" y="570084"/>
                  <a:pt x="1270006" y="590395"/>
                  <a:pt x="1312377" y="590395"/>
                </a:cubicBezTo>
                <a:cubicBezTo>
                  <a:pt x="1355923" y="590395"/>
                  <a:pt x="1377398" y="570084"/>
                  <a:pt x="1400620" y="548032"/>
                </a:cubicBezTo>
                <a:cubicBezTo>
                  <a:pt x="1422391" y="526814"/>
                  <a:pt x="1446206" y="503556"/>
                  <a:pt x="1490715" y="500732"/>
                </a:cubicBezTo>
                <a:lnTo>
                  <a:pt x="1499902" y="500446"/>
                </a:lnTo>
                <a:lnTo>
                  <a:pt x="1509200" y="500732"/>
                </a:lnTo>
                <a:cubicBezTo>
                  <a:pt x="1554240" y="503556"/>
                  <a:pt x="1578118" y="526814"/>
                  <a:pt x="1600457" y="548032"/>
                </a:cubicBezTo>
                <a:cubicBezTo>
                  <a:pt x="1620811" y="567328"/>
                  <a:pt x="1639813" y="585290"/>
                  <a:pt x="1672675" y="589479"/>
                </a:cubicBezTo>
                <a:lnTo>
                  <a:pt x="1687656" y="590395"/>
                </a:lnTo>
                <a:lnTo>
                  <a:pt x="1702991" y="589479"/>
                </a:lnTo>
                <a:lnTo>
                  <a:pt x="1720794" y="583009"/>
                </a:lnTo>
                <a:lnTo>
                  <a:pt x="1720794" y="600272"/>
                </a:lnTo>
                <a:lnTo>
                  <a:pt x="1696936" y="607526"/>
                </a:lnTo>
                <a:lnTo>
                  <a:pt x="1687656" y="607805"/>
                </a:lnTo>
                <a:lnTo>
                  <a:pt x="1678456" y="607526"/>
                </a:lnTo>
                <a:cubicBezTo>
                  <a:pt x="1633891" y="604765"/>
                  <a:pt x="1610048" y="582017"/>
                  <a:pt x="1588259" y="560799"/>
                </a:cubicBezTo>
                <a:cubicBezTo>
                  <a:pt x="1567905" y="541504"/>
                  <a:pt x="1548904" y="523541"/>
                  <a:pt x="1515254" y="519352"/>
                </a:cubicBezTo>
                <a:lnTo>
                  <a:pt x="1499902" y="518436"/>
                </a:lnTo>
                <a:lnTo>
                  <a:pt x="1484938" y="519352"/>
                </a:lnTo>
                <a:cubicBezTo>
                  <a:pt x="1452117" y="523541"/>
                  <a:pt x="1433131" y="541504"/>
                  <a:pt x="1412811" y="560799"/>
                </a:cubicBezTo>
                <a:cubicBezTo>
                  <a:pt x="1389009" y="583431"/>
                  <a:pt x="1363465" y="607805"/>
                  <a:pt x="1312377" y="607805"/>
                </a:cubicBezTo>
                <a:cubicBezTo>
                  <a:pt x="1261869" y="607805"/>
                  <a:pt x="1236325" y="583431"/>
                  <a:pt x="1213103" y="560799"/>
                </a:cubicBezTo>
                <a:cubicBezTo>
                  <a:pt x="1192784" y="541504"/>
                  <a:pt x="1173800" y="523541"/>
                  <a:pt x="1140203" y="519352"/>
                </a:cubicBezTo>
                <a:lnTo>
                  <a:pt x="1124860" y="518436"/>
                </a:lnTo>
                <a:lnTo>
                  <a:pt x="1109907" y="519352"/>
                </a:lnTo>
                <a:cubicBezTo>
                  <a:pt x="1077083" y="523541"/>
                  <a:pt x="1058099" y="541504"/>
                  <a:pt x="1037780" y="560799"/>
                </a:cubicBezTo>
                <a:cubicBezTo>
                  <a:pt x="1014563" y="583431"/>
                  <a:pt x="988431" y="607805"/>
                  <a:pt x="937343" y="607805"/>
                </a:cubicBezTo>
                <a:cubicBezTo>
                  <a:pt x="887352" y="607805"/>
                  <a:pt x="861195" y="583431"/>
                  <a:pt x="837942" y="560799"/>
                </a:cubicBezTo>
                <a:cubicBezTo>
                  <a:pt x="817603" y="541504"/>
                  <a:pt x="798587" y="523541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1"/>
                  <a:pt x="613157" y="607805"/>
                  <a:pt x="562069" y="607805"/>
                </a:cubicBezTo>
                <a:cubicBezTo>
                  <a:pt x="512115" y="607805"/>
                  <a:pt x="485977" y="583431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1"/>
                  <a:pt x="238024" y="607805"/>
                  <a:pt x="187517" y="607805"/>
                </a:cubicBezTo>
                <a:cubicBezTo>
                  <a:pt x="137009" y="607805"/>
                  <a:pt x="111465" y="583431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1"/>
                  <a:pt x="144556" y="489978"/>
                  <a:pt x="187517" y="489978"/>
                </a:cubicBezTo>
                <a:cubicBezTo>
                  <a:pt x="230477" y="489978"/>
                  <a:pt x="251957" y="469621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1"/>
                  <a:pt x="519667" y="489978"/>
                  <a:pt x="562069" y="489978"/>
                </a:cubicBezTo>
                <a:cubicBezTo>
                  <a:pt x="605610" y="489978"/>
                  <a:pt x="627090" y="469621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803998" y="402944"/>
                  <a:pt x="828351" y="426255"/>
                  <a:pt x="850154" y="447520"/>
                </a:cubicBezTo>
                <a:cubicBezTo>
                  <a:pt x="873408" y="469621"/>
                  <a:pt x="894909" y="489978"/>
                  <a:pt x="937343" y="489978"/>
                </a:cubicBezTo>
                <a:cubicBezTo>
                  <a:pt x="980892" y="489978"/>
                  <a:pt x="1002368" y="469621"/>
                  <a:pt x="1025586" y="447520"/>
                </a:cubicBezTo>
                <a:cubicBezTo>
                  <a:pt x="1047357" y="426255"/>
                  <a:pt x="1071175" y="402944"/>
                  <a:pt x="1115684" y="400114"/>
                </a:cubicBezTo>
                <a:lnTo>
                  <a:pt x="1124860" y="399827"/>
                </a:lnTo>
                <a:lnTo>
                  <a:pt x="1134151" y="400114"/>
                </a:lnTo>
                <a:cubicBezTo>
                  <a:pt x="1179136" y="402944"/>
                  <a:pt x="1202980" y="426255"/>
                  <a:pt x="1225295" y="447520"/>
                </a:cubicBezTo>
                <a:cubicBezTo>
                  <a:pt x="1248517" y="469621"/>
                  <a:pt x="1270006" y="489978"/>
                  <a:pt x="1312377" y="489978"/>
                </a:cubicBezTo>
                <a:cubicBezTo>
                  <a:pt x="1355923" y="489978"/>
                  <a:pt x="1377398" y="469621"/>
                  <a:pt x="1400620" y="447520"/>
                </a:cubicBezTo>
                <a:cubicBezTo>
                  <a:pt x="1422391" y="426255"/>
                  <a:pt x="1446206" y="402944"/>
                  <a:pt x="1490715" y="400114"/>
                </a:cubicBezTo>
                <a:lnTo>
                  <a:pt x="1499902" y="399827"/>
                </a:lnTo>
                <a:lnTo>
                  <a:pt x="1509200" y="400114"/>
                </a:lnTo>
                <a:cubicBezTo>
                  <a:pt x="1554240" y="402944"/>
                  <a:pt x="1578118" y="426255"/>
                  <a:pt x="1600457" y="447520"/>
                </a:cubicBezTo>
                <a:cubicBezTo>
                  <a:pt x="1620811" y="466859"/>
                  <a:pt x="1639813" y="484862"/>
                  <a:pt x="1672675" y="489060"/>
                </a:cubicBezTo>
                <a:lnTo>
                  <a:pt x="1687656" y="489978"/>
                </a:lnTo>
                <a:lnTo>
                  <a:pt x="1702991" y="489060"/>
                </a:lnTo>
                <a:lnTo>
                  <a:pt x="1720794" y="482576"/>
                </a:lnTo>
                <a:lnTo>
                  <a:pt x="1720794" y="502790"/>
                </a:lnTo>
                <a:lnTo>
                  <a:pt x="1696936" y="507147"/>
                </a:lnTo>
                <a:lnTo>
                  <a:pt x="1687656" y="507427"/>
                </a:lnTo>
                <a:lnTo>
                  <a:pt x="1678456" y="507147"/>
                </a:lnTo>
                <a:cubicBezTo>
                  <a:pt x="1633891" y="504380"/>
                  <a:pt x="1610048" y="481581"/>
                  <a:pt x="1588259" y="460316"/>
                </a:cubicBezTo>
                <a:cubicBezTo>
                  <a:pt x="1567905" y="440977"/>
                  <a:pt x="1548904" y="422974"/>
                  <a:pt x="1515254" y="418775"/>
                </a:cubicBezTo>
                <a:lnTo>
                  <a:pt x="1499902" y="417857"/>
                </a:lnTo>
                <a:lnTo>
                  <a:pt x="1484938" y="418751"/>
                </a:lnTo>
                <a:cubicBezTo>
                  <a:pt x="1452117" y="422847"/>
                  <a:pt x="1433131" y="440468"/>
                  <a:pt x="1412811" y="460316"/>
                </a:cubicBezTo>
                <a:cubicBezTo>
                  <a:pt x="1389009" y="482999"/>
                  <a:pt x="1363465" y="507427"/>
                  <a:pt x="1312377" y="507427"/>
                </a:cubicBezTo>
                <a:cubicBezTo>
                  <a:pt x="1261869" y="507427"/>
                  <a:pt x="1236325" y="482999"/>
                  <a:pt x="1213103" y="460316"/>
                </a:cubicBezTo>
                <a:cubicBezTo>
                  <a:pt x="1192784" y="440977"/>
                  <a:pt x="1173800" y="422974"/>
                  <a:pt x="1140203" y="418775"/>
                </a:cubicBezTo>
                <a:lnTo>
                  <a:pt x="1124860" y="417857"/>
                </a:lnTo>
                <a:lnTo>
                  <a:pt x="1109907" y="418751"/>
                </a:lnTo>
                <a:cubicBezTo>
                  <a:pt x="1077083" y="422847"/>
                  <a:pt x="1058099" y="440468"/>
                  <a:pt x="1037780" y="460316"/>
                </a:cubicBezTo>
                <a:cubicBezTo>
                  <a:pt x="1014563" y="482999"/>
                  <a:pt x="988431" y="507427"/>
                  <a:pt x="937343" y="507427"/>
                </a:cubicBezTo>
                <a:cubicBezTo>
                  <a:pt x="887352" y="507427"/>
                  <a:pt x="861195" y="482999"/>
                  <a:pt x="837942" y="460316"/>
                </a:cubicBezTo>
                <a:cubicBezTo>
                  <a:pt x="817603" y="440977"/>
                  <a:pt x="798587" y="422974"/>
                  <a:pt x="764952" y="418775"/>
                </a:cubicBezTo>
                <a:lnTo>
                  <a:pt x="749586" y="417857"/>
                </a:lnTo>
                <a:lnTo>
                  <a:pt x="734638" y="418751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2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3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803998" y="303045"/>
                  <a:pt x="828351" y="326333"/>
                  <a:pt x="850154" y="347579"/>
                </a:cubicBezTo>
                <a:cubicBezTo>
                  <a:pt x="873408" y="369660"/>
                  <a:pt x="894909" y="389998"/>
                  <a:pt x="937343" y="389998"/>
                </a:cubicBezTo>
                <a:cubicBezTo>
                  <a:pt x="980892" y="389998"/>
                  <a:pt x="1002368" y="369660"/>
                  <a:pt x="1025586" y="347579"/>
                </a:cubicBezTo>
                <a:cubicBezTo>
                  <a:pt x="1047357" y="326333"/>
                  <a:pt x="1071175" y="303045"/>
                  <a:pt x="1115684" y="300217"/>
                </a:cubicBezTo>
                <a:lnTo>
                  <a:pt x="1124860" y="299931"/>
                </a:lnTo>
                <a:lnTo>
                  <a:pt x="1134151" y="300217"/>
                </a:lnTo>
                <a:cubicBezTo>
                  <a:pt x="1179136" y="303045"/>
                  <a:pt x="1202980" y="326333"/>
                  <a:pt x="1225295" y="347579"/>
                </a:cubicBezTo>
                <a:cubicBezTo>
                  <a:pt x="1248517" y="369660"/>
                  <a:pt x="1270006" y="389998"/>
                  <a:pt x="1312377" y="389998"/>
                </a:cubicBezTo>
                <a:cubicBezTo>
                  <a:pt x="1355923" y="389998"/>
                  <a:pt x="1377398" y="369660"/>
                  <a:pt x="1400620" y="347579"/>
                </a:cubicBezTo>
                <a:cubicBezTo>
                  <a:pt x="1422391" y="326333"/>
                  <a:pt x="1446206" y="303045"/>
                  <a:pt x="1490715" y="300217"/>
                </a:cubicBezTo>
                <a:lnTo>
                  <a:pt x="1499902" y="299931"/>
                </a:lnTo>
                <a:lnTo>
                  <a:pt x="1509200" y="300217"/>
                </a:lnTo>
                <a:cubicBezTo>
                  <a:pt x="1554240" y="303045"/>
                  <a:pt x="1578118" y="326333"/>
                  <a:pt x="1600457" y="347579"/>
                </a:cubicBezTo>
                <a:cubicBezTo>
                  <a:pt x="1620811" y="366900"/>
                  <a:pt x="1639813" y="384886"/>
                  <a:pt x="1672675" y="389081"/>
                </a:cubicBezTo>
                <a:lnTo>
                  <a:pt x="1687656" y="389998"/>
                </a:lnTo>
                <a:lnTo>
                  <a:pt x="1702991" y="389081"/>
                </a:lnTo>
                <a:lnTo>
                  <a:pt x="1720794" y="382602"/>
                </a:lnTo>
                <a:lnTo>
                  <a:pt x="1720794" y="403280"/>
                </a:lnTo>
                <a:lnTo>
                  <a:pt x="1696936" y="407725"/>
                </a:lnTo>
                <a:lnTo>
                  <a:pt x="1687656" y="408011"/>
                </a:lnTo>
                <a:lnTo>
                  <a:pt x="1678456" y="407725"/>
                </a:lnTo>
                <a:cubicBezTo>
                  <a:pt x="1633891" y="404897"/>
                  <a:pt x="1610048" y="381609"/>
                  <a:pt x="1588259" y="360363"/>
                </a:cubicBezTo>
                <a:cubicBezTo>
                  <a:pt x="1567905" y="341042"/>
                  <a:pt x="1548904" y="323056"/>
                  <a:pt x="1515254" y="318861"/>
                </a:cubicBezTo>
                <a:lnTo>
                  <a:pt x="1499902" y="317944"/>
                </a:lnTo>
                <a:lnTo>
                  <a:pt x="1484938" y="318861"/>
                </a:lnTo>
                <a:cubicBezTo>
                  <a:pt x="1452117" y="323056"/>
                  <a:pt x="1433131" y="341042"/>
                  <a:pt x="1412811" y="360363"/>
                </a:cubicBezTo>
                <a:cubicBezTo>
                  <a:pt x="1389009" y="383025"/>
                  <a:pt x="1363465" y="408011"/>
                  <a:pt x="1312377" y="408011"/>
                </a:cubicBezTo>
                <a:cubicBezTo>
                  <a:pt x="1261869" y="408011"/>
                  <a:pt x="1236325" y="383025"/>
                  <a:pt x="1213103" y="360363"/>
                </a:cubicBezTo>
                <a:cubicBezTo>
                  <a:pt x="1192784" y="341042"/>
                  <a:pt x="1173800" y="323056"/>
                  <a:pt x="1140203" y="318861"/>
                </a:cubicBezTo>
                <a:lnTo>
                  <a:pt x="1124860" y="317944"/>
                </a:lnTo>
                <a:lnTo>
                  <a:pt x="1109907" y="318861"/>
                </a:lnTo>
                <a:cubicBezTo>
                  <a:pt x="1077083" y="323056"/>
                  <a:pt x="1058099" y="341042"/>
                  <a:pt x="1037780" y="360363"/>
                </a:cubicBezTo>
                <a:cubicBezTo>
                  <a:pt x="1014563" y="383025"/>
                  <a:pt x="988431" y="408011"/>
                  <a:pt x="937343" y="408011"/>
                </a:cubicBezTo>
                <a:cubicBezTo>
                  <a:pt x="887352" y="408011"/>
                  <a:pt x="861195" y="383025"/>
                  <a:pt x="837942" y="360363"/>
                </a:cubicBezTo>
                <a:cubicBezTo>
                  <a:pt x="817603" y="341042"/>
                  <a:pt x="798587" y="323056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803998" y="203623"/>
                  <a:pt x="828351" y="226847"/>
                  <a:pt x="850154" y="247521"/>
                </a:cubicBezTo>
                <a:cubicBezTo>
                  <a:pt x="873408" y="270154"/>
                  <a:pt x="894909" y="289884"/>
                  <a:pt x="937343" y="289884"/>
                </a:cubicBezTo>
                <a:cubicBezTo>
                  <a:pt x="980892" y="289884"/>
                  <a:pt x="1002368" y="270154"/>
                  <a:pt x="1025586" y="247521"/>
                </a:cubicBezTo>
                <a:cubicBezTo>
                  <a:pt x="1047357" y="226847"/>
                  <a:pt x="1071175" y="203623"/>
                  <a:pt x="1115684" y="200801"/>
                </a:cubicBezTo>
                <a:lnTo>
                  <a:pt x="1124860" y="200515"/>
                </a:lnTo>
                <a:lnTo>
                  <a:pt x="1134151" y="200801"/>
                </a:lnTo>
                <a:cubicBezTo>
                  <a:pt x="1179136" y="203623"/>
                  <a:pt x="1202980" y="226847"/>
                  <a:pt x="1225295" y="247521"/>
                </a:cubicBezTo>
                <a:cubicBezTo>
                  <a:pt x="1248517" y="270154"/>
                  <a:pt x="1270006" y="289884"/>
                  <a:pt x="1312377" y="289884"/>
                </a:cubicBezTo>
                <a:cubicBezTo>
                  <a:pt x="1355923" y="289884"/>
                  <a:pt x="1377398" y="270154"/>
                  <a:pt x="1400620" y="247521"/>
                </a:cubicBezTo>
                <a:cubicBezTo>
                  <a:pt x="1422391" y="226847"/>
                  <a:pt x="1446206" y="203623"/>
                  <a:pt x="1490715" y="200801"/>
                </a:cubicBezTo>
                <a:lnTo>
                  <a:pt x="1499902" y="200515"/>
                </a:lnTo>
                <a:lnTo>
                  <a:pt x="1509200" y="200801"/>
                </a:lnTo>
                <a:cubicBezTo>
                  <a:pt x="1554240" y="203623"/>
                  <a:pt x="1578118" y="226847"/>
                  <a:pt x="1600457" y="247521"/>
                </a:cubicBezTo>
                <a:cubicBezTo>
                  <a:pt x="1620811" y="267325"/>
                  <a:pt x="1639813" y="284906"/>
                  <a:pt x="1672675" y="288992"/>
                </a:cubicBezTo>
                <a:lnTo>
                  <a:pt x="1687656" y="289884"/>
                </a:lnTo>
                <a:lnTo>
                  <a:pt x="1702991" y="288992"/>
                </a:lnTo>
                <a:lnTo>
                  <a:pt x="1720794" y="282616"/>
                </a:lnTo>
                <a:lnTo>
                  <a:pt x="1720794" y="300342"/>
                </a:lnTo>
                <a:lnTo>
                  <a:pt x="1696936" y="307595"/>
                </a:lnTo>
                <a:lnTo>
                  <a:pt x="1687656" y="307874"/>
                </a:lnTo>
                <a:lnTo>
                  <a:pt x="1678456" y="307595"/>
                </a:lnTo>
                <a:cubicBezTo>
                  <a:pt x="1633891" y="304834"/>
                  <a:pt x="1610048" y="282086"/>
                  <a:pt x="1588259" y="260868"/>
                </a:cubicBezTo>
                <a:cubicBezTo>
                  <a:pt x="1567905" y="241065"/>
                  <a:pt x="1548904" y="223483"/>
                  <a:pt x="1515254" y="219397"/>
                </a:cubicBezTo>
                <a:lnTo>
                  <a:pt x="1499902" y="218505"/>
                </a:lnTo>
                <a:lnTo>
                  <a:pt x="1484938" y="219397"/>
                </a:lnTo>
                <a:cubicBezTo>
                  <a:pt x="1452117" y="223483"/>
                  <a:pt x="1433131" y="241065"/>
                  <a:pt x="1412811" y="260868"/>
                </a:cubicBezTo>
                <a:cubicBezTo>
                  <a:pt x="1389009" y="283501"/>
                  <a:pt x="1363465" y="307874"/>
                  <a:pt x="1312377" y="307874"/>
                </a:cubicBezTo>
                <a:cubicBezTo>
                  <a:pt x="1261869" y="307874"/>
                  <a:pt x="1236325" y="283501"/>
                  <a:pt x="1213103" y="260868"/>
                </a:cubicBezTo>
                <a:cubicBezTo>
                  <a:pt x="1192784" y="241065"/>
                  <a:pt x="1173800" y="223483"/>
                  <a:pt x="1140203" y="219397"/>
                </a:cubicBezTo>
                <a:lnTo>
                  <a:pt x="1124860" y="218505"/>
                </a:lnTo>
                <a:lnTo>
                  <a:pt x="1109907" y="219397"/>
                </a:lnTo>
                <a:cubicBezTo>
                  <a:pt x="1077083" y="223483"/>
                  <a:pt x="1058099" y="241065"/>
                  <a:pt x="1037780" y="260868"/>
                </a:cubicBezTo>
                <a:cubicBezTo>
                  <a:pt x="1014563" y="283501"/>
                  <a:pt x="988431" y="307874"/>
                  <a:pt x="937343" y="307874"/>
                </a:cubicBezTo>
                <a:cubicBezTo>
                  <a:pt x="887352" y="307874"/>
                  <a:pt x="861195" y="283501"/>
                  <a:pt x="837942" y="260868"/>
                </a:cubicBezTo>
                <a:cubicBezTo>
                  <a:pt x="817603" y="241065"/>
                  <a:pt x="798587" y="223483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3"/>
                  <a:pt x="682831" y="241065"/>
                  <a:pt x="662511" y="260868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8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8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8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6"/>
                </a:lnTo>
                <a:cubicBezTo>
                  <a:pt x="803998" y="102943"/>
                  <a:pt x="828351" y="125742"/>
                  <a:pt x="850154" y="147008"/>
                </a:cubicBezTo>
                <a:cubicBezTo>
                  <a:pt x="873408" y="169691"/>
                  <a:pt x="894909" y="189466"/>
                  <a:pt x="937343" y="189466"/>
                </a:cubicBezTo>
                <a:cubicBezTo>
                  <a:pt x="980892" y="189466"/>
                  <a:pt x="1002368" y="169691"/>
                  <a:pt x="1025586" y="147008"/>
                </a:cubicBezTo>
                <a:cubicBezTo>
                  <a:pt x="1047357" y="126288"/>
                  <a:pt x="1071175" y="103012"/>
                  <a:pt x="1115684" y="100183"/>
                </a:cubicBezTo>
                <a:lnTo>
                  <a:pt x="1124860" y="99897"/>
                </a:lnTo>
                <a:lnTo>
                  <a:pt x="1134151" y="100176"/>
                </a:lnTo>
                <a:cubicBezTo>
                  <a:pt x="1179136" y="102943"/>
                  <a:pt x="1202980" y="125742"/>
                  <a:pt x="1225295" y="147008"/>
                </a:cubicBezTo>
                <a:cubicBezTo>
                  <a:pt x="1248517" y="169691"/>
                  <a:pt x="1270006" y="189466"/>
                  <a:pt x="1312377" y="189466"/>
                </a:cubicBezTo>
                <a:cubicBezTo>
                  <a:pt x="1355923" y="189466"/>
                  <a:pt x="1377398" y="169691"/>
                  <a:pt x="1400620" y="147008"/>
                </a:cubicBezTo>
                <a:cubicBezTo>
                  <a:pt x="1422391" y="126288"/>
                  <a:pt x="1446206" y="103012"/>
                  <a:pt x="1490715" y="100183"/>
                </a:cubicBezTo>
                <a:lnTo>
                  <a:pt x="1499902" y="99897"/>
                </a:lnTo>
                <a:lnTo>
                  <a:pt x="1509200" y="100176"/>
                </a:lnTo>
                <a:cubicBezTo>
                  <a:pt x="1554240" y="102943"/>
                  <a:pt x="1578118" y="125742"/>
                  <a:pt x="1600457" y="147008"/>
                </a:cubicBezTo>
                <a:cubicBezTo>
                  <a:pt x="1620811" y="166856"/>
                  <a:pt x="1639813" y="184477"/>
                  <a:pt x="1672675" y="188572"/>
                </a:cubicBezTo>
                <a:lnTo>
                  <a:pt x="1687656" y="189466"/>
                </a:lnTo>
                <a:lnTo>
                  <a:pt x="1702991" y="188572"/>
                </a:lnTo>
                <a:lnTo>
                  <a:pt x="1720794" y="182181"/>
                </a:lnTo>
                <a:lnTo>
                  <a:pt x="1720794" y="202859"/>
                </a:lnTo>
                <a:lnTo>
                  <a:pt x="1696936" y="207216"/>
                </a:lnTo>
                <a:lnTo>
                  <a:pt x="1687656" y="207496"/>
                </a:lnTo>
                <a:lnTo>
                  <a:pt x="1678456" y="207216"/>
                </a:lnTo>
                <a:cubicBezTo>
                  <a:pt x="1633891" y="204449"/>
                  <a:pt x="1610048" y="181651"/>
                  <a:pt x="1588259" y="160385"/>
                </a:cubicBezTo>
                <a:cubicBezTo>
                  <a:pt x="1567905" y="140537"/>
                  <a:pt x="1548904" y="122916"/>
                  <a:pt x="1515254" y="118821"/>
                </a:cubicBezTo>
                <a:lnTo>
                  <a:pt x="1499902" y="117927"/>
                </a:lnTo>
                <a:lnTo>
                  <a:pt x="1484938" y="118821"/>
                </a:lnTo>
                <a:cubicBezTo>
                  <a:pt x="1452117" y="122916"/>
                  <a:pt x="1433131" y="140537"/>
                  <a:pt x="1412811" y="160385"/>
                </a:cubicBezTo>
                <a:cubicBezTo>
                  <a:pt x="1389009" y="183068"/>
                  <a:pt x="1363465" y="207496"/>
                  <a:pt x="1312377" y="207496"/>
                </a:cubicBezTo>
                <a:cubicBezTo>
                  <a:pt x="1261869" y="207496"/>
                  <a:pt x="1236325" y="183068"/>
                  <a:pt x="1213103" y="160385"/>
                </a:cubicBezTo>
                <a:cubicBezTo>
                  <a:pt x="1192784" y="140537"/>
                  <a:pt x="1173800" y="122916"/>
                  <a:pt x="1140203" y="118821"/>
                </a:cubicBezTo>
                <a:lnTo>
                  <a:pt x="1124860" y="117927"/>
                </a:lnTo>
                <a:lnTo>
                  <a:pt x="1109907" y="118821"/>
                </a:lnTo>
                <a:cubicBezTo>
                  <a:pt x="1077083" y="122916"/>
                  <a:pt x="1058099" y="140537"/>
                  <a:pt x="1037780" y="160385"/>
                </a:cubicBezTo>
                <a:cubicBezTo>
                  <a:pt x="1014563" y="183068"/>
                  <a:pt x="988431" y="207496"/>
                  <a:pt x="937343" y="207496"/>
                </a:cubicBezTo>
                <a:cubicBezTo>
                  <a:pt x="887352" y="207496"/>
                  <a:pt x="861195" y="183068"/>
                  <a:pt x="837942" y="160385"/>
                </a:cubicBezTo>
                <a:cubicBezTo>
                  <a:pt x="817603" y="140537"/>
                  <a:pt x="798587" y="122916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6"/>
                  <a:pt x="99855" y="47649"/>
                </a:cubicBezTo>
                <a:cubicBezTo>
                  <a:pt x="123076" y="69730"/>
                  <a:pt x="144556" y="90067"/>
                  <a:pt x="187517" y="90067"/>
                </a:cubicBezTo>
                <a:cubicBezTo>
                  <a:pt x="230477" y="90067"/>
                  <a:pt x="251957" y="69730"/>
                  <a:pt x="275179" y="47649"/>
                </a:cubicBezTo>
                <a:cubicBezTo>
                  <a:pt x="298982" y="24986"/>
                  <a:pt x="324526" y="0"/>
                  <a:pt x="375034" y="0"/>
                </a:cubicBezTo>
                <a:cubicBezTo>
                  <a:pt x="425568" y="0"/>
                  <a:pt x="451706" y="24986"/>
                  <a:pt x="474941" y="47649"/>
                </a:cubicBezTo>
                <a:cubicBezTo>
                  <a:pt x="498175" y="69730"/>
                  <a:pt x="519667" y="90067"/>
                  <a:pt x="562069" y="90067"/>
                </a:cubicBezTo>
                <a:cubicBezTo>
                  <a:pt x="605610" y="90067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800739" y="0"/>
                  <a:pt x="826901" y="24986"/>
                  <a:pt x="850154" y="47649"/>
                </a:cubicBezTo>
                <a:cubicBezTo>
                  <a:pt x="873408" y="69730"/>
                  <a:pt x="894909" y="90067"/>
                  <a:pt x="937343" y="90067"/>
                </a:cubicBezTo>
                <a:cubicBezTo>
                  <a:pt x="980892" y="90067"/>
                  <a:pt x="1002368" y="69730"/>
                  <a:pt x="1025586" y="47649"/>
                </a:cubicBezTo>
                <a:cubicBezTo>
                  <a:pt x="1047357" y="26403"/>
                  <a:pt x="1071175" y="3114"/>
                  <a:pt x="1115684" y="286"/>
                </a:cubicBezTo>
                <a:lnTo>
                  <a:pt x="1124860" y="0"/>
                </a:lnTo>
                <a:cubicBezTo>
                  <a:pt x="1175948" y="0"/>
                  <a:pt x="1201492" y="24986"/>
                  <a:pt x="1225295" y="47649"/>
                </a:cubicBezTo>
                <a:cubicBezTo>
                  <a:pt x="1248517" y="69730"/>
                  <a:pt x="1270006" y="90067"/>
                  <a:pt x="1312377" y="90067"/>
                </a:cubicBezTo>
                <a:cubicBezTo>
                  <a:pt x="1355923" y="90067"/>
                  <a:pt x="1377398" y="69730"/>
                  <a:pt x="1400620" y="47649"/>
                </a:cubicBezTo>
                <a:cubicBezTo>
                  <a:pt x="1422391" y="26403"/>
                  <a:pt x="1446206" y="3114"/>
                  <a:pt x="1490715" y="286"/>
                </a:cubicBezTo>
                <a:lnTo>
                  <a:pt x="1499902" y="0"/>
                </a:lnTo>
                <a:cubicBezTo>
                  <a:pt x="1551049" y="0"/>
                  <a:pt x="1576632" y="24986"/>
                  <a:pt x="1600457" y="47649"/>
                </a:cubicBezTo>
                <a:cubicBezTo>
                  <a:pt x="1620811" y="66970"/>
                  <a:pt x="1639813" y="84956"/>
                  <a:pt x="1672675" y="89150"/>
                </a:cubicBezTo>
                <a:lnTo>
                  <a:pt x="1687656" y="90067"/>
                </a:lnTo>
                <a:lnTo>
                  <a:pt x="1702991" y="89150"/>
                </a:lnTo>
                <a:lnTo>
                  <a:pt x="1720794" y="82672"/>
                </a:lnTo>
                <a:lnTo>
                  <a:pt x="1720794" y="103349"/>
                </a:lnTo>
                <a:lnTo>
                  <a:pt x="1696936" y="107795"/>
                </a:lnTo>
                <a:lnTo>
                  <a:pt x="1687656" y="108081"/>
                </a:lnTo>
                <a:lnTo>
                  <a:pt x="1678456" y="107795"/>
                </a:lnTo>
                <a:cubicBezTo>
                  <a:pt x="1633891" y="104967"/>
                  <a:pt x="1610048" y="81678"/>
                  <a:pt x="1588259" y="60432"/>
                </a:cubicBezTo>
                <a:cubicBezTo>
                  <a:pt x="1567905" y="41111"/>
                  <a:pt x="1548904" y="23125"/>
                  <a:pt x="1515254" y="18931"/>
                </a:cubicBezTo>
                <a:lnTo>
                  <a:pt x="1499902" y="18014"/>
                </a:lnTo>
                <a:lnTo>
                  <a:pt x="1484938" y="18931"/>
                </a:lnTo>
                <a:cubicBezTo>
                  <a:pt x="1452117" y="23125"/>
                  <a:pt x="1433131" y="41111"/>
                  <a:pt x="1412811" y="60432"/>
                </a:cubicBezTo>
                <a:cubicBezTo>
                  <a:pt x="1389009" y="83094"/>
                  <a:pt x="1363465" y="108081"/>
                  <a:pt x="1312377" y="108081"/>
                </a:cubicBezTo>
                <a:cubicBezTo>
                  <a:pt x="1261869" y="108081"/>
                  <a:pt x="1236325" y="83094"/>
                  <a:pt x="1213103" y="60432"/>
                </a:cubicBezTo>
                <a:cubicBezTo>
                  <a:pt x="1192784" y="41111"/>
                  <a:pt x="1173800" y="23125"/>
                  <a:pt x="1140203" y="18931"/>
                </a:cubicBezTo>
                <a:lnTo>
                  <a:pt x="1124860" y="18014"/>
                </a:lnTo>
                <a:lnTo>
                  <a:pt x="1109907" y="18931"/>
                </a:lnTo>
                <a:cubicBezTo>
                  <a:pt x="1077083" y="23125"/>
                  <a:pt x="1058099" y="41111"/>
                  <a:pt x="1037780" y="60432"/>
                </a:cubicBezTo>
                <a:cubicBezTo>
                  <a:pt x="1014563" y="83094"/>
                  <a:pt x="988431" y="108081"/>
                  <a:pt x="937343" y="108081"/>
                </a:cubicBezTo>
                <a:cubicBezTo>
                  <a:pt x="887352" y="108081"/>
                  <a:pt x="861195" y="83094"/>
                  <a:pt x="837942" y="60432"/>
                </a:cubicBezTo>
                <a:cubicBezTo>
                  <a:pt x="817603" y="41111"/>
                  <a:pt x="798587" y="23125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1"/>
                  <a:pt x="662511" y="60432"/>
                </a:cubicBezTo>
                <a:cubicBezTo>
                  <a:pt x="639282" y="83094"/>
                  <a:pt x="613157" y="108081"/>
                  <a:pt x="562069" y="108081"/>
                </a:cubicBezTo>
                <a:cubicBezTo>
                  <a:pt x="512115" y="108081"/>
                  <a:pt x="485977" y="83094"/>
                  <a:pt x="462743" y="60432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2"/>
                </a:cubicBezTo>
                <a:cubicBezTo>
                  <a:pt x="264149" y="83094"/>
                  <a:pt x="238024" y="108081"/>
                  <a:pt x="187517" y="108081"/>
                </a:cubicBezTo>
                <a:cubicBezTo>
                  <a:pt x="137009" y="108081"/>
                  <a:pt x="111465" y="83094"/>
                  <a:pt x="87663" y="60432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7247F170-FD03-4755-862F-812C0047BB22}"/>
              </a:ext>
            </a:extLst>
          </p:cNvPr>
          <p:cNvSpPr>
            <a:spLocks/>
          </p:cNvSpPr>
          <p:nvPr/>
        </p:nvSpPr>
        <p:spPr bwMode="auto">
          <a:xfrm>
            <a:off x="10471205" y="1712836"/>
            <a:ext cx="1720794" cy="1708593"/>
          </a:xfrm>
          <a:custGeom>
            <a:avLst/>
            <a:gdLst>
              <a:gd name="connsiteX0" fmla="*/ 0 w 1720794"/>
              <a:gd name="connsiteY0" fmla="*/ 1600512 h 1708593"/>
              <a:gd name="connsiteX1" fmla="*/ 99855 w 1720794"/>
              <a:gd name="connsiteY1" fmla="*/ 1648161 h 1708593"/>
              <a:gd name="connsiteX2" fmla="*/ 187517 w 1720794"/>
              <a:gd name="connsiteY2" fmla="*/ 1690580 h 1708593"/>
              <a:gd name="connsiteX3" fmla="*/ 275179 w 1720794"/>
              <a:gd name="connsiteY3" fmla="*/ 1648161 h 1708593"/>
              <a:gd name="connsiteX4" fmla="*/ 375034 w 1720794"/>
              <a:gd name="connsiteY4" fmla="*/ 1600512 h 1708593"/>
              <a:gd name="connsiteX5" fmla="*/ 474941 w 1720794"/>
              <a:gd name="connsiteY5" fmla="*/ 1648161 h 1708593"/>
              <a:gd name="connsiteX6" fmla="*/ 562069 w 1720794"/>
              <a:gd name="connsiteY6" fmla="*/ 1690580 h 1708593"/>
              <a:gd name="connsiteX7" fmla="*/ 650315 w 1720794"/>
              <a:gd name="connsiteY7" fmla="*/ 1648161 h 1708593"/>
              <a:gd name="connsiteX8" fmla="*/ 740506 w 1720794"/>
              <a:gd name="connsiteY8" fmla="*/ 1600798 h 1708593"/>
              <a:gd name="connsiteX9" fmla="*/ 749586 w 1720794"/>
              <a:gd name="connsiteY9" fmla="*/ 1600512 h 1708593"/>
              <a:gd name="connsiteX10" fmla="*/ 758889 w 1720794"/>
              <a:gd name="connsiteY10" fmla="*/ 1600798 h 1708593"/>
              <a:gd name="connsiteX11" fmla="*/ 850154 w 1720794"/>
              <a:gd name="connsiteY11" fmla="*/ 1648161 h 1708593"/>
              <a:gd name="connsiteX12" fmla="*/ 937343 w 1720794"/>
              <a:gd name="connsiteY12" fmla="*/ 1690580 h 1708593"/>
              <a:gd name="connsiteX13" fmla="*/ 1025586 w 1720794"/>
              <a:gd name="connsiteY13" fmla="*/ 1648161 h 1708593"/>
              <a:gd name="connsiteX14" fmla="*/ 1115684 w 1720794"/>
              <a:gd name="connsiteY14" fmla="*/ 1600798 h 1708593"/>
              <a:gd name="connsiteX15" fmla="*/ 1124860 w 1720794"/>
              <a:gd name="connsiteY15" fmla="*/ 1600512 h 1708593"/>
              <a:gd name="connsiteX16" fmla="*/ 1134151 w 1720794"/>
              <a:gd name="connsiteY16" fmla="*/ 1600798 h 1708593"/>
              <a:gd name="connsiteX17" fmla="*/ 1225295 w 1720794"/>
              <a:gd name="connsiteY17" fmla="*/ 1648161 h 1708593"/>
              <a:gd name="connsiteX18" fmla="*/ 1312377 w 1720794"/>
              <a:gd name="connsiteY18" fmla="*/ 1690580 h 1708593"/>
              <a:gd name="connsiteX19" fmla="*/ 1400620 w 1720794"/>
              <a:gd name="connsiteY19" fmla="*/ 1648161 h 1708593"/>
              <a:gd name="connsiteX20" fmla="*/ 1490715 w 1720794"/>
              <a:gd name="connsiteY20" fmla="*/ 1600798 h 1708593"/>
              <a:gd name="connsiteX21" fmla="*/ 1499902 w 1720794"/>
              <a:gd name="connsiteY21" fmla="*/ 1600512 h 1708593"/>
              <a:gd name="connsiteX22" fmla="*/ 1509200 w 1720794"/>
              <a:gd name="connsiteY22" fmla="*/ 1600798 h 1708593"/>
              <a:gd name="connsiteX23" fmla="*/ 1600457 w 1720794"/>
              <a:gd name="connsiteY23" fmla="*/ 1648161 h 1708593"/>
              <a:gd name="connsiteX24" fmla="*/ 1672675 w 1720794"/>
              <a:gd name="connsiteY24" fmla="*/ 1689663 h 1708593"/>
              <a:gd name="connsiteX25" fmla="*/ 1687656 w 1720794"/>
              <a:gd name="connsiteY25" fmla="*/ 1690580 h 1708593"/>
              <a:gd name="connsiteX26" fmla="*/ 1702991 w 1720794"/>
              <a:gd name="connsiteY26" fmla="*/ 1689663 h 1708593"/>
              <a:gd name="connsiteX27" fmla="*/ 1720794 w 1720794"/>
              <a:gd name="connsiteY27" fmla="*/ 1683184 h 1708593"/>
              <a:gd name="connsiteX28" fmla="*/ 1720794 w 1720794"/>
              <a:gd name="connsiteY28" fmla="*/ 1703862 h 1708593"/>
              <a:gd name="connsiteX29" fmla="*/ 1696936 w 1720794"/>
              <a:gd name="connsiteY29" fmla="*/ 1708307 h 1708593"/>
              <a:gd name="connsiteX30" fmla="*/ 1687656 w 1720794"/>
              <a:gd name="connsiteY30" fmla="*/ 1708593 h 1708593"/>
              <a:gd name="connsiteX31" fmla="*/ 1678456 w 1720794"/>
              <a:gd name="connsiteY31" fmla="*/ 1708307 h 1708593"/>
              <a:gd name="connsiteX32" fmla="*/ 1588259 w 1720794"/>
              <a:gd name="connsiteY32" fmla="*/ 1660945 h 1708593"/>
              <a:gd name="connsiteX33" fmla="*/ 1515254 w 1720794"/>
              <a:gd name="connsiteY33" fmla="*/ 1619443 h 1708593"/>
              <a:gd name="connsiteX34" fmla="*/ 1499902 w 1720794"/>
              <a:gd name="connsiteY34" fmla="*/ 1618526 h 1708593"/>
              <a:gd name="connsiteX35" fmla="*/ 1484938 w 1720794"/>
              <a:gd name="connsiteY35" fmla="*/ 1619443 h 1708593"/>
              <a:gd name="connsiteX36" fmla="*/ 1412811 w 1720794"/>
              <a:gd name="connsiteY36" fmla="*/ 1660945 h 1708593"/>
              <a:gd name="connsiteX37" fmla="*/ 1312377 w 1720794"/>
              <a:gd name="connsiteY37" fmla="*/ 1708593 h 1708593"/>
              <a:gd name="connsiteX38" fmla="*/ 1213103 w 1720794"/>
              <a:gd name="connsiteY38" fmla="*/ 1660945 h 1708593"/>
              <a:gd name="connsiteX39" fmla="*/ 1140203 w 1720794"/>
              <a:gd name="connsiteY39" fmla="*/ 1619443 h 1708593"/>
              <a:gd name="connsiteX40" fmla="*/ 1124860 w 1720794"/>
              <a:gd name="connsiteY40" fmla="*/ 1618526 h 1708593"/>
              <a:gd name="connsiteX41" fmla="*/ 1109907 w 1720794"/>
              <a:gd name="connsiteY41" fmla="*/ 1619443 h 1708593"/>
              <a:gd name="connsiteX42" fmla="*/ 1037780 w 1720794"/>
              <a:gd name="connsiteY42" fmla="*/ 1660945 h 1708593"/>
              <a:gd name="connsiteX43" fmla="*/ 937343 w 1720794"/>
              <a:gd name="connsiteY43" fmla="*/ 1708593 h 1708593"/>
              <a:gd name="connsiteX44" fmla="*/ 837942 w 1720794"/>
              <a:gd name="connsiteY44" fmla="*/ 1660945 h 1708593"/>
              <a:gd name="connsiteX45" fmla="*/ 764952 w 1720794"/>
              <a:gd name="connsiteY45" fmla="*/ 1619443 h 1708593"/>
              <a:gd name="connsiteX46" fmla="*/ 749586 w 1720794"/>
              <a:gd name="connsiteY46" fmla="*/ 1618526 h 1708593"/>
              <a:gd name="connsiteX47" fmla="*/ 734638 w 1720794"/>
              <a:gd name="connsiteY47" fmla="*/ 1619443 h 1708593"/>
              <a:gd name="connsiteX48" fmla="*/ 662511 w 1720794"/>
              <a:gd name="connsiteY48" fmla="*/ 1660945 h 1708593"/>
              <a:gd name="connsiteX49" fmla="*/ 562069 w 1720794"/>
              <a:gd name="connsiteY49" fmla="*/ 1708593 h 1708593"/>
              <a:gd name="connsiteX50" fmla="*/ 462743 w 1720794"/>
              <a:gd name="connsiteY50" fmla="*/ 1660945 h 1708593"/>
              <a:gd name="connsiteX51" fmla="*/ 375034 w 1720794"/>
              <a:gd name="connsiteY51" fmla="*/ 1618526 h 1708593"/>
              <a:gd name="connsiteX52" fmla="*/ 287371 w 1720794"/>
              <a:gd name="connsiteY52" fmla="*/ 1660945 h 1708593"/>
              <a:gd name="connsiteX53" fmla="*/ 187517 w 1720794"/>
              <a:gd name="connsiteY53" fmla="*/ 1708593 h 1708593"/>
              <a:gd name="connsiteX54" fmla="*/ 87663 w 1720794"/>
              <a:gd name="connsiteY54" fmla="*/ 1660945 h 1708593"/>
              <a:gd name="connsiteX55" fmla="*/ 0 w 1720794"/>
              <a:gd name="connsiteY55" fmla="*/ 1618526 h 1708593"/>
              <a:gd name="connsiteX56" fmla="*/ 0 w 1720794"/>
              <a:gd name="connsiteY56" fmla="*/ 1501097 h 1708593"/>
              <a:gd name="connsiteX57" fmla="*/ 99855 w 1720794"/>
              <a:gd name="connsiteY57" fmla="*/ 1548208 h 1708593"/>
              <a:gd name="connsiteX58" fmla="*/ 187517 w 1720794"/>
              <a:gd name="connsiteY58" fmla="*/ 1590666 h 1708593"/>
              <a:gd name="connsiteX59" fmla="*/ 275179 w 1720794"/>
              <a:gd name="connsiteY59" fmla="*/ 1548208 h 1708593"/>
              <a:gd name="connsiteX60" fmla="*/ 375034 w 1720794"/>
              <a:gd name="connsiteY60" fmla="*/ 1501097 h 1708593"/>
              <a:gd name="connsiteX61" fmla="*/ 474941 w 1720794"/>
              <a:gd name="connsiteY61" fmla="*/ 1548208 h 1708593"/>
              <a:gd name="connsiteX62" fmla="*/ 562069 w 1720794"/>
              <a:gd name="connsiteY62" fmla="*/ 1590666 h 1708593"/>
              <a:gd name="connsiteX63" fmla="*/ 650315 w 1720794"/>
              <a:gd name="connsiteY63" fmla="*/ 1548208 h 1708593"/>
              <a:gd name="connsiteX64" fmla="*/ 740506 w 1720794"/>
              <a:gd name="connsiteY64" fmla="*/ 1501377 h 1708593"/>
              <a:gd name="connsiteX65" fmla="*/ 749586 w 1720794"/>
              <a:gd name="connsiteY65" fmla="*/ 1501097 h 1708593"/>
              <a:gd name="connsiteX66" fmla="*/ 758889 w 1720794"/>
              <a:gd name="connsiteY66" fmla="*/ 1501377 h 1708593"/>
              <a:gd name="connsiteX67" fmla="*/ 850154 w 1720794"/>
              <a:gd name="connsiteY67" fmla="*/ 1548208 h 1708593"/>
              <a:gd name="connsiteX68" fmla="*/ 937343 w 1720794"/>
              <a:gd name="connsiteY68" fmla="*/ 1590666 h 1708593"/>
              <a:gd name="connsiteX69" fmla="*/ 1025586 w 1720794"/>
              <a:gd name="connsiteY69" fmla="*/ 1548208 h 1708593"/>
              <a:gd name="connsiteX70" fmla="*/ 1115684 w 1720794"/>
              <a:gd name="connsiteY70" fmla="*/ 1501377 h 1708593"/>
              <a:gd name="connsiteX71" fmla="*/ 1124860 w 1720794"/>
              <a:gd name="connsiteY71" fmla="*/ 1501097 h 1708593"/>
              <a:gd name="connsiteX72" fmla="*/ 1134151 w 1720794"/>
              <a:gd name="connsiteY72" fmla="*/ 1501377 h 1708593"/>
              <a:gd name="connsiteX73" fmla="*/ 1225295 w 1720794"/>
              <a:gd name="connsiteY73" fmla="*/ 1548208 h 1708593"/>
              <a:gd name="connsiteX74" fmla="*/ 1312377 w 1720794"/>
              <a:gd name="connsiteY74" fmla="*/ 1590666 h 1708593"/>
              <a:gd name="connsiteX75" fmla="*/ 1400620 w 1720794"/>
              <a:gd name="connsiteY75" fmla="*/ 1548208 h 1708593"/>
              <a:gd name="connsiteX76" fmla="*/ 1490715 w 1720794"/>
              <a:gd name="connsiteY76" fmla="*/ 1501377 h 1708593"/>
              <a:gd name="connsiteX77" fmla="*/ 1499902 w 1720794"/>
              <a:gd name="connsiteY77" fmla="*/ 1501097 h 1708593"/>
              <a:gd name="connsiteX78" fmla="*/ 1509200 w 1720794"/>
              <a:gd name="connsiteY78" fmla="*/ 1501377 h 1708593"/>
              <a:gd name="connsiteX79" fmla="*/ 1600457 w 1720794"/>
              <a:gd name="connsiteY79" fmla="*/ 1548208 h 1708593"/>
              <a:gd name="connsiteX80" fmla="*/ 1672675 w 1720794"/>
              <a:gd name="connsiteY80" fmla="*/ 1589772 h 1708593"/>
              <a:gd name="connsiteX81" fmla="*/ 1687656 w 1720794"/>
              <a:gd name="connsiteY81" fmla="*/ 1590666 h 1708593"/>
              <a:gd name="connsiteX82" fmla="*/ 1702991 w 1720794"/>
              <a:gd name="connsiteY82" fmla="*/ 1589748 h 1708593"/>
              <a:gd name="connsiteX83" fmla="*/ 1720794 w 1720794"/>
              <a:gd name="connsiteY83" fmla="*/ 1583264 h 1708593"/>
              <a:gd name="connsiteX84" fmla="*/ 1720794 w 1720794"/>
              <a:gd name="connsiteY84" fmla="*/ 1603961 h 1708593"/>
              <a:gd name="connsiteX85" fmla="*/ 1696936 w 1720794"/>
              <a:gd name="connsiteY85" fmla="*/ 1608410 h 1708593"/>
              <a:gd name="connsiteX86" fmla="*/ 1687656 w 1720794"/>
              <a:gd name="connsiteY86" fmla="*/ 1608697 h 1708593"/>
              <a:gd name="connsiteX87" fmla="*/ 1678456 w 1720794"/>
              <a:gd name="connsiteY87" fmla="*/ 1608410 h 1708593"/>
              <a:gd name="connsiteX88" fmla="*/ 1588259 w 1720794"/>
              <a:gd name="connsiteY88" fmla="*/ 1561004 h 1708593"/>
              <a:gd name="connsiteX89" fmla="*/ 1515254 w 1720794"/>
              <a:gd name="connsiteY89" fmla="*/ 1519464 h 1708593"/>
              <a:gd name="connsiteX90" fmla="*/ 1499902 w 1720794"/>
              <a:gd name="connsiteY90" fmla="*/ 1518546 h 1708593"/>
              <a:gd name="connsiteX91" fmla="*/ 1484938 w 1720794"/>
              <a:gd name="connsiteY91" fmla="*/ 1519464 h 1708593"/>
              <a:gd name="connsiteX92" fmla="*/ 1412811 w 1720794"/>
              <a:gd name="connsiteY92" fmla="*/ 1561004 h 1708593"/>
              <a:gd name="connsiteX93" fmla="*/ 1312377 w 1720794"/>
              <a:gd name="connsiteY93" fmla="*/ 1608697 h 1708593"/>
              <a:gd name="connsiteX94" fmla="*/ 1213103 w 1720794"/>
              <a:gd name="connsiteY94" fmla="*/ 1561004 h 1708593"/>
              <a:gd name="connsiteX95" fmla="*/ 1140203 w 1720794"/>
              <a:gd name="connsiteY95" fmla="*/ 1519464 h 1708593"/>
              <a:gd name="connsiteX96" fmla="*/ 1124860 w 1720794"/>
              <a:gd name="connsiteY96" fmla="*/ 1518546 h 1708593"/>
              <a:gd name="connsiteX97" fmla="*/ 1109907 w 1720794"/>
              <a:gd name="connsiteY97" fmla="*/ 1519464 h 1708593"/>
              <a:gd name="connsiteX98" fmla="*/ 1037780 w 1720794"/>
              <a:gd name="connsiteY98" fmla="*/ 1561004 h 1708593"/>
              <a:gd name="connsiteX99" fmla="*/ 937343 w 1720794"/>
              <a:gd name="connsiteY99" fmla="*/ 1608697 h 1708593"/>
              <a:gd name="connsiteX100" fmla="*/ 837942 w 1720794"/>
              <a:gd name="connsiteY100" fmla="*/ 1561004 h 1708593"/>
              <a:gd name="connsiteX101" fmla="*/ 764952 w 1720794"/>
              <a:gd name="connsiteY101" fmla="*/ 1519464 h 1708593"/>
              <a:gd name="connsiteX102" fmla="*/ 749586 w 1720794"/>
              <a:gd name="connsiteY102" fmla="*/ 1518546 h 1708593"/>
              <a:gd name="connsiteX103" fmla="*/ 734638 w 1720794"/>
              <a:gd name="connsiteY103" fmla="*/ 1519464 h 1708593"/>
              <a:gd name="connsiteX104" fmla="*/ 662511 w 1720794"/>
              <a:gd name="connsiteY104" fmla="*/ 1561004 h 1708593"/>
              <a:gd name="connsiteX105" fmla="*/ 562069 w 1720794"/>
              <a:gd name="connsiteY105" fmla="*/ 1608697 h 1708593"/>
              <a:gd name="connsiteX106" fmla="*/ 462743 w 1720794"/>
              <a:gd name="connsiteY106" fmla="*/ 1561004 h 1708593"/>
              <a:gd name="connsiteX107" fmla="*/ 375034 w 1720794"/>
              <a:gd name="connsiteY107" fmla="*/ 1518546 h 1708593"/>
              <a:gd name="connsiteX108" fmla="*/ 287371 w 1720794"/>
              <a:gd name="connsiteY108" fmla="*/ 1561004 h 1708593"/>
              <a:gd name="connsiteX109" fmla="*/ 187517 w 1720794"/>
              <a:gd name="connsiteY109" fmla="*/ 1608697 h 1708593"/>
              <a:gd name="connsiteX110" fmla="*/ 87663 w 1720794"/>
              <a:gd name="connsiteY110" fmla="*/ 1561004 h 1708593"/>
              <a:gd name="connsiteX111" fmla="*/ 0 w 1720794"/>
              <a:gd name="connsiteY111" fmla="*/ 1518546 h 1708593"/>
              <a:gd name="connsiteX112" fmla="*/ 0 w 1720794"/>
              <a:gd name="connsiteY112" fmla="*/ 1399997 h 1708593"/>
              <a:gd name="connsiteX113" fmla="*/ 99855 w 1720794"/>
              <a:gd name="connsiteY113" fmla="*/ 1447645 h 1708593"/>
              <a:gd name="connsiteX114" fmla="*/ 187517 w 1720794"/>
              <a:gd name="connsiteY114" fmla="*/ 1490064 h 1708593"/>
              <a:gd name="connsiteX115" fmla="*/ 275179 w 1720794"/>
              <a:gd name="connsiteY115" fmla="*/ 1447645 h 1708593"/>
              <a:gd name="connsiteX116" fmla="*/ 375034 w 1720794"/>
              <a:gd name="connsiteY116" fmla="*/ 1399997 h 1708593"/>
              <a:gd name="connsiteX117" fmla="*/ 474941 w 1720794"/>
              <a:gd name="connsiteY117" fmla="*/ 1447645 h 1708593"/>
              <a:gd name="connsiteX118" fmla="*/ 562069 w 1720794"/>
              <a:gd name="connsiteY118" fmla="*/ 1490064 h 1708593"/>
              <a:gd name="connsiteX119" fmla="*/ 650315 w 1720794"/>
              <a:gd name="connsiteY119" fmla="*/ 1447645 h 1708593"/>
              <a:gd name="connsiteX120" fmla="*/ 740506 w 1720794"/>
              <a:gd name="connsiteY120" fmla="*/ 1400283 h 1708593"/>
              <a:gd name="connsiteX121" fmla="*/ 749586 w 1720794"/>
              <a:gd name="connsiteY121" fmla="*/ 1399997 h 1708593"/>
              <a:gd name="connsiteX122" fmla="*/ 758889 w 1720794"/>
              <a:gd name="connsiteY122" fmla="*/ 1400283 h 1708593"/>
              <a:gd name="connsiteX123" fmla="*/ 850154 w 1720794"/>
              <a:gd name="connsiteY123" fmla="*/ 1447645 h 1708593"/>
              <a:gd name="connsiteX124" fmla="*/ 937343 w 1720794"/>
              <a:gd name="connsiteY124" fmla="*/ 1490064 h 1708593"/>
              <a:gd name="connsiteX125" fmla="*/ 1025586 w 1720794"/>
              <a:gd name="connsiteY125" fmla="*/ 1447645 h 1708593"/>
              <a:gd name="connsiteX126" fmla="*/ 1115684 w 1720794"/>
              <a:gd name="connsiteY126" fmla="*/ 1400283 h 1708593"/>
              <a:gd name="connsiteX127" fmla="*/ 1124860 w 1720794"/>
              <a:gd name="connsiteY127" fmla="*/ 1399997 h 1708593"/>
              <a:gd name="connsiteX128" fmla="*/ 1134151 w 1720794"/>
              <a:gd name="connsiteY128" fmla="*/ 1400283 h 1708593"/>
              <a:gd name="connsiteX129" fmla="*/ 1225295 w 1720794"/>
              <a:gd name="connsiteY129" fmla="*/ 1447645 h 1708593"/>
              <a:gd name="connsiteX130" fmla="*/ 1312377 w 1720794"/>
              <a:gd name="connsiteY130" fmla="*/ 1490064 h 1708593"/>
              <a:gd name="connsiteX131" fmla="*/ 1400620 w 1720794"/>
              <a:gd name="connsiteY131" fmla="*/ 1447645 h 1708593"/>
              <a:gd name="connsiteX132" fmla="*/ 1490715 w 1720794"/>
              <a:gd name="connsiteY132" fmla="*/ 1400283 h 1708593"/>
              <a:gd name="connsiteX133" fmla="*/ 1499902 w 1720794"/>
              <a:gd name="connsiteY133" fmla="*/ 1399997 h 1708593"/>
              <a:gd name="connsiteX134" fmla="*/ 1509200 w 1720794"/>
              <a:gd name="connsiteY134" fmla="*/ 1400283 h 1708593"/>
              <a:gd name="connsiteX135" fmla="*/ 1600457 w 1720794"/>
              <a:gd name="connsiteY135" fmla="*/ 1447645 h 1708593"/>
              <a:gd name="connsiteX136" fmla="*/ 1672675 w 1720794"/>
              <a:gd name="connsiteY136" fmla="*/ 1489147 h 1708593"/>
              <a:gd name="connsiteX137" fmla="*/ 1687656 w 1720794"/>
              <a:gd name="connsiteY137" fmla="*/ 1490064 h 1708593"/>
              <a:gd name="connsiteX138" fmla="*/ 1702991 w 1720794"/>
              <a:gd name="connsiteY138" fmla="*/ 1489147 h 1708593"/>
              <a:gd name="connsiteX139" fmla="*/ 1720794 w 1720794"/>
              <a:gd name="connsiteY139" fmla="*/ 1482668 h 1708593"/>
              <a:gd name="connsiteX140" fmla="*/ 1720794 w 1720794"/>
              <a:gd name="connsiteY140" fmla="*/ 1503346 h 1708593"/>
              <a:gd name="connsiteX141" fmla="*/ 1696936 w 1720794"/>
              <a:gd name="connsiteY141" fmla="*/ 1507792 h 1708593"/>
              <a:gd name="connsiteX142" fmla="*/ 1687656 w 1720794"/>
              <a:gd name="connsiteY142" fmla="*/ 1508078 h 1708593"/>
              <a:gd name="connsiteX143" fmla="*/ 1678456 w 1720794"/>
              <a:gd name="connsiteY143" fmla="*/ 1507792 h 1708593"/>
              <a:gd name="connsiteX144" fmla="*/ 1588259 w 1720794"/>
              <a:gd name="connsiteY144" fmla="*/ 1460429 h 1708593"/>
              <a:gd name="connsiteX145" fmla="*/ 1515254 w 1720794"/>
              <a:gd name="connsiteY145" fmla="*/ 1418928 h 1708593"/>
              <a:gd name="connsiteX146" fmla="*/ 1499902 w 1720794"/>
              <a:gd name="connsiteY146" fmla="*/ 1418010 h 1708593"/>
              <a:gd name="connsiteX147" fmla="*/ 1484938 w 1720794"/>
              <a:gd name="connsiteY147" fmla="*/ 1418928 h 1708593"/>
              <a:gd name="connsiteX148" fmla="*/ 1412811 w 1720794"/>
              <a:gd name="connsiteY148" fmla="*/ 1460429 h 1708593"/>
              <a:gd name="connsiteX149" fmla="*/ 1312377 w 1720794"/>
              <a:gd name="connsiteY149" fmla="*/ 1508078 h 1708593"/>
              <a:gd name="connsiteX150" fmla="*/ 1213103 w 1720794"/>
              <a:gd name="connsiteY150" fmla="*/ 1460429 h 1708593"/>
              <a:gd name="connsiteX151" fmla="*/ 1140203 w 1720794"/>
              <a:gd name="connsiteY151" fmla="*/ 1418928 h 1708593"/>
              <a:gd name="connsiteX152" fmla="*/ 1124860 w 1720794"/>
              <a:gd name="connsiteY152" fmla="*/ 1418010 h 1708593"/>
              <a:gd name="connsiteX153" fmla="*/ 1109907 w 1720794"/>
              <a:gd name="connsiteY153" fmla="*/ 1418928 h 1708593"/>
              <a:gd name="connsiteX154" fmla="*/ 1037780 w 1720794"/>
              <a:gd name="connsiteY154" fmla="*/ 1460429 h 1708593"/>
              <a:gd name="connsiteX155" fmla="*/ 937343 w 1720794"/>
              <a:gd name="connsiteY155" fmla="*/ 1508078 h 1708593"/>
              <a:gd name="connsiteX156" fmla="*/ 837942 w 1720794"/>
              <a:gd name="connsiteY156" fmla="*/ 1460429 h 1708593"/>
              <a:gd name="connsiteX157" fmla="*/ 764952 w 1720794"/>
              <a:gd name="connsiteY157" fmla="*/ 1418928 h 1708593"/>
              <a:gd name="connsiteX158" fmla="*/ 749586 w 1720794"/>
              <a:gd name="connsiteY158" fmla="*/ 1418010 h 1708593"/>
              <a:gd name="connsiteX159" fmla="*/ 734638 w 1720794"/>
              <a:gd name="connsiteY159" fmla="*/ 1418928 h 1708593"/>
              <a:gd name="connsiteX160" fmla="*/ 662511 w 1720794"/>
              <a:gd name="connsiteY160" fmla="*/ 1460429 h 1708593"/>
              <a:gd name="connsiteX161" fmla="*/ 562069 w 1720794"/>
              <a:gd name="connsiteY161" fmla="*/ 1508078 h 1708593"/>
              <a:gd name="connsiteX162" fmla="*/ 462743 w 1720794"/>
              <a:gd name="connsiteY162" fmla="*/ 1460429 h 1708593"/>
              <a:gd name="connsiteX163" fmla="*/ 375034 w 1720794"/>
              <a:gd name="connsiteY163" fmla="*/ 1418010 h 1708593"/>
              <a:gd name="connsiteX164" fmla="*/ 287371 w 1720794"/>
              <a:gd name="connsiteY164" fmla="*/ 1460429 h 1708593"/>
              <a:gd name="connsiteX165" fmla="*/ 187517 w 1720794"/>
              <a:gd name="connsiteY165" fmla="*/ 1508078 h 1708593"/>
              <a:gd name="connsiteX166" fmla="*/ 87663 w 1720794"/>
              <a:gd name="connsiteY166" fmla="*/ 1460429 h 1708593"/>
              <a:gd name="connsiteX167" fmla="*/ 0 w 1720794"/>
              <a:gd name="connsiteY167" fmla="*/ 1418010 h 1708593"/>
              <a:gd name="connsiteX168" fmla="*/ 0 w 1720794"/>
              <a:gd name="connsiteY168" fmla="*/ 1300582 h 1708593"/>
              <a:gd name="connsiteX169" fmla="*/ 99855 w 1720794"/>
              <a:gd name="connsiteY169" fmla="*/ 1347693 h 1708593"/>
              <a:gd name="connsiteX170" fmla="*/ 187517 w 1720794"/>
              <a:gd name="connsiteY170" fmla="*/ 1390151 h 1708593"/>
              <a:gd name="connsiteX171" fmla="*/ 275179 w 1720794"/>
              <a:gd name="connsiteY171" fmla="*/ 1347693 h 1708593"/>
              <a:gd name="connsiteX172" fmla="*/ 375034 w 1720794"/>
              <a:gd name="connsiteY172" fmla="*/ 1300582 h 1708593"/>
              <a:gd name="connsiteX173" fmla="*/ 474941 w 1720794"/>
              <a:gd name="connsiteY173" fmla="*/ 1347693 h 1708593"/>
              <a:gd name="connsiteX174" fmla="*/ 562069 w 1720794"/>
              <a:gd name="connsiteY174" fmla="*/ 1390151 h 1708593"/>
              <a:gd name="connsiteX175" fmla="*/ 650315 w 1720794"/>
              <a:gd name="connsiteY175" fmla="*/ 1347693 h 1708593"/>
              <a:gd name="connsiteX176" fmla="*/ 740506 w 1720794"/>
              <a:gd name="connsiteY176" fmla="*/ 1300868 h 1708593"/>
              <a:gd name="connsiteX177" fmla="*/ 749586 w 1720794"/>
              <a:gd name="connsiteY177" fmla="*/ 1300582 h 1708593"/>
              <a:gd name="connsiteX178" fmla="*/ 758889 w 1720794"/>
              <a:gd name="connsiteY178" fmla="*/ 1300868 h 1708593"/>
              <a:gd name="connsiteX179" fmla="*/ 850154 w 1720794"/>
              <a:gd name="connsiteY179" fmla="*/ 1347693 h 1708593"/>
              <a:gd name="connsiteX180" fmla="*/ 937343 w 1720794"/>
              <a:gd name="connsiteY180" fmla="*/ 1390151 h 1708593"/>
              <a:gd name="connsiteX181" fmla="*/ 1025586 w 1720794"/>
              <a:gd name="connsiteY181" fmla="*/ 1347693 h 1708593"/>
              <a:gd name="connsiteX182" fmla="*/ 1115684 w 1720794"/>
              <a:gd name="connsiteY182" fmla="*/ 1300868 h 1708593"/>
              <a:gd name="connsiteX183" fmla="*/ 1124860 w 1720794"/>
              <a:gd name="connsiteY183" fmla="*/ 1300582 h 1708593"/>
              <a:gd name="connsiteX184" fmla="*/ 1134151 w 1720794"/>
              <a:gd name="connsiteY184" fmla="*/ 1300868 h 1708593"/>
              <a:gd name="connsiteX185" fmla="*/ 1225295 w 1720794"/>
              <a:gd name="connsiteY185" fmla="*/ 1347693 h 1708593"/>
              <a:gd name="connsiteX186" fmla="*/ 1312377 w 1720794"/>
              <a:gd name="connsiteY186" fmla="*/ 1390151 h 1708593"/>
              <a:gd name="connsiteX187" fmla="*/ 1400620 w 1720794"/>
              <a:gd name="connsiteY187" fmla="*/ 1347693 h 1708593"/>
              <a:gd name="connsiteX188" fmla="*/ 1490715 w 1720794"/>
              <a:gd name="connsiteY188" fmla="*/ 1300868 h 1708593"/>
              <a:gd name="connsiteX189" fmla="*/ 1499902 w 1720794"/>
              <a:gd name="connsiteY189" fmla="*/ 1300582 h 1708593"/>
              <a:gd name="connsiteX190" fmla="*/ 1509200 w 1720794"/>
              <a:gd name="connsiteY190" fmla="*/ 1300868 h 1708593"/>
              <a:gd name="connsiteX191" fmla="*/ 1600457 w 1720794"/>
              <a:gd name="connsiteY191" fmla="*/ 1347693 h 1708593"/>
              <a:gd name="connsiteX192" fmla="*/ 1672675 w 1720794"/>
              <a:gd name="connsiteY192" fmla="*/ 1389257 h 1708593"/>
              <a:gd name="connsiteX193" fmla="*/ 1687656 w 1720794"/>
              <a:gd name="connsiteY193" fmla="*/ 1390151 h 1708593"/>
              <a:gd name="connsiteX194" fmla="*/ 1702991 w 1720794"/>
              <a:gd name="connsiteY194" fmla="*/ 1389257 h 1708593"/>
              <a:gd name="connsiteX195" fmla="*/ 1720794 w 1720794"/>
              <a:gd name="connsiteY195" fmla="*/ 1382866 h 1708593"/>
              <a:gd name="connsiteX196" fmla="*/ 1720794 w 1720794"/>
              <a:gd name="connsiteY196" fmla="*/ 1403544 h 1708593"/>
              <a:gd name="connsiteX197" fmla="*/ 1696936 w 1720794"/>
              <a:gd name="connsiteY197" fmla="*/ 1407901 h 1708593"/>
              <a:gd name="connsiteX198" fmla="*/ 1687656 w 1720794"/>
              <a:gd name="connsiteY198" fmla="*/ 1408181 h 1708593"/>
              <a:gd name="connsiteX199" fmla="*/ 1678456 w 1720794"/>
              <a:gd name="connsiteY199" fmla="*/ 1407901 h 1708593"/>
              <a:gd name="connsiteX200" fmla="*/ 1588259 w 1720794"/>
              <a:gd name="connsiteY200" fmla="*/ 1361070 h 1708593"/>
              <a:gd name="connsiteX201" fmla="*/ 1515254 w 1720794"/>
              <a:gd name="connsiteY201" fmla="*/ 1319506 h 1708593"/>
              <a:gd name="connsiteX202" fmla="*/ 1499902 w 1720794"/>
              <a:gd name="connsiteY202" fmla="*/ 1318612 h 1708593"/>
              <a:gd name="connsiteX203" fmla="*/ 1484938 w 1720794"/>
              <a:gd name="connsiteY203" fmla="*/ 1319506 h 1708593"/>
              <a:gd name="connsiteX204" fmla="*/ 1412811 w 1720794"/>
              <a:gd name="connsiteY204" fmla="*/ 1361070 h 1708593"/>
              <a:gd name="connsiteX205" fmla="*/ 1312377 w 1720794"/>
              <a:gd name="connsiteY205" fmla="*/ 1408181 h 1708593"/>
              <a:gd name="connsiteX206" fmla="*/ 1213103 w 1720794"/>
              <a:gd name="connsiteY206" fmla="*/ 1361070 h 1708593"/>
              <a:gd name="connsiteX207" fmla="*/ 1140203 w 1720794"/>
              <a:gd name="connsiteY207" fmla="*/ 1319506 h 1708593"/>
              <a:gd name="connsiteX208" fmla="*/ 1124860 w 1720794"/>
              <a:gd name="connsiteY208" fmla="*/ 1318612 h 1708593"/>
              <a:gd name="connsiteX209" fmla="*/ 1109907 w 1720794"/>
              <a:gd name="connsiteY209" fmla="*/ 1319506 h 1708593"/>
              <a:gd name="connsiteX210" fmla="*/ 1037780 w 1720794"/>
              <a:gd name="connsiteY210" fmla="*/ 1361070 h 1708593"/>
              <a:gd name="connsiteX211" fmla="*/ 937343 w 1720794"/>
              <a:gd name="connsiteY211" fmla="*/ 1408181 h 1708593"/>
              <a:gd name="connsiteX212" fmla="*/ 837942 w 1720794"/>
              <a:gd name="connsiteY212" fmla="*/ 1361070 h 1708593"/>
              <a:gd name="connsiteX213" fmla="*/ 764952 w 1720794"/>
              <a:gd name="connsiteY213" fmla="*/ 1319506 h 1708593"/>
              <a:gd name="connsiteX214" fmla="*/ 749586 w 1720794"/>
              <a:gd name="connsiteY214" fmla="*/ 1318612 h 1708593"/>
              <a:gd name="connsiteX215" fmla="*/ 734638 w 1720794"/>
              <a:gd name="connsiteY215" fmla="*/ 1319506 h 1708593"/>
              <a:gd name="connsiteX216" fmla="*/ 662511 w 1720794"/>
              <a:gd name="connsiteY216" fmla="*/ 1361070 h 1708593"/>
              <a:gd name="connsiteX217" fmla="*/ 562069 w 1720794"/>
              <a:gd name="connsiteY217" fmla="*/ 1408181 h 1708593"/>
              <a:gd name="connsiteX218" fmla="*/ 462743 w 1720794"/>
              <a:gd name="connsiteY218" fmla="*/ 1361070 h 1708593"/>
              <a:gd name="connsiteX219" fmla="*/ 375034 w 1720794"/>
              <a:gd name="connsiteY219" fmla="*/ 1318612 h 1708593"/>
              <a:gd name="connsiteX220" fmla="*/ 287371 w 1720794"/>
              <a:gd name="connsiteY220" fmla="*/ 1361070 h 1708593"/>
              <a:gd name="connsiteX221" fmla="*/ 187517 w 1720794"/>
              <a:gd name="connsiteY221" fmla="*/ 1408181 h 1708593"/>
              <a:gd name="connsiteX222" fmla="*/ 87663 w 1720794"/>
              <a:gd name="connsiteY222" fmla="*/ 1361070 h 1708593"/>
              <a:gd name="connsiteX223" fmla="*/ 0 w 1720794"/>
              <a:gd name="connsiteY223" fmla="*/ 1318612 h 1708593"/>
              <a:gd name="connsiteX224" fmla="*/ 0 w 1720794"/>
              <a:gd name="connsiteY224" fmla="*/ 1200685 h 1708593"/>
              <a:gd name="connsiteX225" fmla="*/ 99855 w 1720794"/>
              <a:gd name="connsiteY225" fmla="*/ 1248334 h 1708593"/>
              <a:gd name="connsiteX226" fmla="*/ 187517 w 1720794"/>
              <a:gd name="connsiteY226" fmla="*/ 1290753 h 1708593"/>
              <a:gd name="connsiteX227" fmla="*/ 275179 w 1720794"/>
              <a:gd name="connsiteY227" fmla="*/ 1248334 h 1708593"/>
              <a:gd name="connsiteX228" fmla="*/ 375034 w 1720794"/>
              <a:gd name="connsiteY228" fmla="*/ 1200685 h 1708593"/>
              <a:gd name="connsiteX229" fmla="*/ 474941 w 1720794"/>
              <a:gd name="connsiteY229" fmla="*/ 1248334 h 1708593"/>
              <a:gd name="connsiteX230" fmla="*/ 562069 w 1720794"/>
              <a:gd name="connsiteY230" fmla="*/ 1290753 h 1708593"/>
              <a:gd name="connsiteX231" fmla="*/ 650315 w 1720794"/>
              <a:gd name="connsiteY231" fmla="*/ 1248334 h 1708593"/>
              <a:gd name="connsiteX232" fmla="*/ 740506 w 1720794"/>
              <a:gd name="connsiteY232" fmla="*/ 1200971 h 1708593"/>
              <a:gd name="connsiteX233" fmla="*/ 749586 w 1720794"/>
              <a:gd name="connsiteY233" fmla="*/ 1200685 h 1708593"/>
              <a:gd name="connsiteX234" fmla="*/ 758889 w 1720794"/>
              <a:gd name="connsiteY234" fmla="*/ 1200971 h 1708593"/>
              <a:gd name="connsiteX235" fmla="*/ 850154 w 1720794"/>
              <a:gd name="connsiteY235" fmla="*/ 1248334 h 1708593"/>
              <a:gd name="connsiteX236" fmla="*/ 937343 w 1720794"/>
              <a:gd name="connsiteY236" fmla="*/ 1290753 h 1708593"/>
              <a:gd name="connsiteX237" fmla="*/ 1025586 w 1720794"/>
              <a:gd name="connsiteY237" fmla="*/ 1248334 h 1708593"/>
              <a:gd name="connsiteX238" fmla="*/ 1115684 w 1720794"/>
              <a:gd name="connsiteY238" fmla="*/ 1200971 h 1708593"/>
              <a:gd name="connsiteX239" fmla="*/ 1124860 w 1720794"/>
              <a:gd name="connsiteY239" fmla="*/ 1200685 h 1708593"/>
              <a:gd name="connsiteX240" fmla="*/ 1134151 w 1720794"/>
              <a:gd name="connsiteY240" fmla="*/ 1200971 h 1708593"/>
              <a:gd name="connsiteX241" fmla="*/ 1225295 w 1720794"/>
              <a:gd name="connsiteY241" fmla="*/ 1248334 h 1708593"/>
              <a:gd name="connsiteX242" fmla="*/ 1312377 w 1720794"/>
              <a:gd name="connsiteY242" fmla="*/ 1290753 h 1708593"/>
              <a:gd name="connsiteX243" fmla="*/ 1400620 w 1720794"/>
              <a:gd name="connsiteY243" fmla="*/ 1248334 h 1708593"/>
              <a:gd name="connsiteX244" fmla="*/ 1490715 w 1720794"/>
              <a:gd name="connsiteY244" fmla="*/ 1200971 h 1708593"/>
              <a:gd name="connsiteX245" fmla="*/ 1499902 w 1720794"/>
              <a:gd name="connsiteY245" fmla="*/ 1200685 h 1708593"/>
              <a:gd name="connsiteX246" fmla="*/ 1509200 w 1720794"/>
              <a:gd name="connsiteY246" fmla="*/ 1200971 h 1708593"/>
              <a:gd name="connsiteX247" fmla="*/ 1600457 w 1720794"/>
              <a:gd name="connsiteY247" fmla="*/ 1248334 h 1708593"/>
              <a:gd name="connsiteX248" fmla="*/ 1672675 w 1720794"/>
              <a:gd name="connsiteY248" fmla="*/ 1289836 h 1708593"/>
              <a:gd name="connsiteX249" fmla="*/ 1687656 w 1720794"/>
              <a:gd name="connsiteY249" fmla="*/ 1290753 h 1708593"/>
              <a:gd name="connsiteX250" fmla="*/ 1702991 w 1720794"/>
              <a:gd name="connsiteY250" fmla="*/ 1289836 h 1708593"/>
              <a:gd name="connsiteX251" fmla="*/ 1720794 w 1720794"/>
              <a:gd name="connsiteY251" fmla="*/ 1283357 h 1708593"/>
              <a:gd name="connsiteX252" fmla="*/ 1720794 w 1720794"/>
              <a:gd name="connsiteY252" fmla="*/ 1304034 h 1708593"/>
              <a:gd name="connsiteX253" fmla="*/ 1696936 w 1720794"/>
              <a:gd name="connsiteY253" fmla="*/ 1308480 h 1708593"/>
              <a:gd name="connsiteX254" fmla="*/ 1687656 w 1720794"/>
              <a:gd name="connsiteY254" fmla="*/ 1308766 h 1708593"/>
              <a:gd name="connsiteX255" fmla="*/ 1678456 w 1720794"/>
              <a:gd name="connsiteY255" fmla="*/ 1308480 h 1708593"/>
              <a:gd name="connsiteX256" fmla="*/ 1588259 w 1720794"/>
              <a:gd name="connsiteY256" fmla="*/ 1261118 h 1708593"/>
              <a:gd name="connsiteX257" fmla="*/ 1515254 w 1720794"/>
              <a:gd name="connsiteY257" fmla="*/ 1219616 h 1708593"/>
              <a:gd name="connsiteX258" fmla="*/ 1499902 w 1720794"/>
              <a:gd name="connsiteY258" fmla="*/ 1218699 h 1708593"/>
              <a:gd name="connsiteX259" fmla="*/ 1484938 w 1720794"/>
              <a:gd name="connsiteY259" fmla="*/ 1219616 h 1708593"/>
              <a:gd name="connsiteX260" fmla="*/ 1412811 w 1720794"/>
              <a:gd name="connsiteY260" fmla="*/ 1261118 h 1708593"/>
              <a:gd name="connsiteX261" fmla="*/ 1312377 w 1720794"/>
              <a:gd name="connsiteY261" fmla="*/ 1308766 h 1708593"/>
              <a:gd name="connsiteX262" fmla="*/ 1213103 w 1720794"/>
              <a:gd name="connsiteY262" fmla="*/ 1261118 h 1708593"/>
              <a:gd name="connsiteX263" fmla="*/ 1140203 w 1720794"/>
              <a:gd name="connsiteY263" fmla="*/ 1219616 h 1708593"/>
              <a:gd name="connsiteX264" fmla="*/ 1124860 w 1720794"/>
              <a:gd name="connsiteY264" fmla="*/ 1218699 h 1708593"/>
              <a:gd name="connsiteX265" fmla="*/ 1109907 w 1720794"/>
              <a:gd name="connsiteY265" fmla="*/ 1219616 h 1708593"/>
              <a:gd name="connsiteX266" fmla="*/ 1037780 w 1720794"/>
              <a:gd name="connsiteY266" fmla="*/ 1261118 h 1708593"/>
              <a:gd name="connsiteX267" fmla="*/ 937343 w 1720794"/>
              <a:gd name="connsiteY267" fmla="*/ 1308766 h 1708593"/>
              <a:gd name="connsiteX268" fmla="*/ 837942 w 1720794"/>
              <a:gd name="connsiteY268" fmla="*/ 1261118 h 1708593"/>
              <a:gd name="connsiteX269" fmla="*/ 764952 w 1720794"/>
              <a:gd name="connsiteY269" fmla="*/ 1219616 h 1708593"/>
              <a:gd name="connsiteX270" fmla="*/ 749586 w 1720794"/>
              <a:gd name="connsiteY270" fmla="*/ 1218699 h 1708593"/>
              <a:gd name="connsiteX271" fmla="*/ 734638 w 1720794"/>
              <a:gd name="connsiteY271" fmla="*/ 1219616 h 1708593"/>
              <a:gd name="connsiteX272" fmla="*/ 662511 w 1720794"/>
              <a:gd name="connsiteY272" fmla="*/ 1261118 h 1708593"/>
              <a:gd name="connsiteX273" fmla="*/ 562069 w 1720794"/>
              <a:gd name="connsiteY273" fmla="*/ 1308766 h 1708593"/>
              <a:gd name="connsiteX274" fmla="*/ 462743 w 1720794"/>
              <a:gd name="connsiteY274" fmla="*/ 1261118 h 1708593"/>
              <a:gd name="connsiteX275" fmla="*/ 375034 w 1720794"/>
              <a:gd name="connsiteY275" fmla="*/ 1218699 h 1708593"/>
              <a:gd name="connsiteX276" fmla="*/ 287371 w 1720794"/>
              <a:gd name="connsiteY276" fmla="*/ 1261118 h 1708593"/>
              <a:gd name="connsiteX277" fmla="*/ 187517 w 1720794"/>
              <a:gd name="connsiteY277" fmla="*/ 1308766 h 1708593"/>
              <a:gd name="connsiteX278" fmla="*/ 87663 w 1720794"/>
              <a:gd name="connsiteY278" fmla="*/ 1261118 h 1708593"/>
              <a:gd name="connsiteX279" fmla="*/ 0 w 1720794"/>
              <a:gd name="connsiteY279" fmla="*/ 1218699 h 1708593"/>
              <a:gd name="connsiteX280" fmla="*/ 0 w 1720794"/>
              <a:gd name="connsiteY280" fmla="*/ 1100066 h 1708593"/>
              <a:gd name="connsiteX281" fmla="*/ 99855 w 1720794"/>
              <a:gd name="connsiteY281" fmla="*/ 1147715 h 1708593"/>
              <a:gd name="connsiteX282" fmla="*/ 187517 w 1720794"/>
              <a:gd name="connsiteY282" fmla="*/ 1190134 h 1708593"/>
              <a:gd name="connsiteX283" fmla="*/ 275179 w 1720794"/>
              <a:gd name="connsiteY283" fmla="*/ 1147715 h 1708593"/>
              <a:gd name="connsiteX284" fmla="*/ 375034 w 1720794"/>
              <a:gd name="connsiteY284" fmla="*/ 1100066 h 1708593"/>
              <a:gd name="connsiteX285" fmla="*/ 474941 w 1720794"/>
              <a:gd name="connsiteY285" fmla="*/ 1147715 h 1708593"/>
              <a:gd name="connsiteX286" fmla="*/ 562069 w 1720794"/>
              <a:gd name="connsiteY286" fmla="*/ 1190134 h 1708593"/>
              <a:gd name="connsiteX287" fmla="*/ 650315 w 1720794"/>
              <a:gd name="connsiteY287" fmla="*/ 1147715 h 1708593"/>
              <a:gd name="connsiteX288" fmla="*/ 740506 w 1720794"/>
              <a:gd name="connsiteY288" fmla="*/ 1100352 h 1708593"/>
              <a:gd name="connsiteX289" fmla="*/ 749586 w 1720794"/>
              <a:gd name="connsiteY289" fmla="*/ 1100066 h 1708593"/>
              <a:gd name="connsiteX290" fmla="*/ 758889 w 1720794"/>
              <a:gd name="connsiteY290" fmla="*/ 1100352 h 1708593"/>
              <a:gd name="connsiteX291" fmla="*/ 850154 w 1720794"/>
              <a:gd name="connsiteY291" fmla="*/ 1147715 h 1708593"/>
              <a:gd name="connsiteX292" fmla="*/ 937343 w 1720794"/>
              <a:gd name="connsiteY292" fmla="*/ 1190134 h 1708593"/>
              <a:gd name="connsiteX293" fmla="*/ 1025586 w 1720794"/>
              <a:gd name="connsiteY293" fmla="*/ 1147715 h 1708593"/>
              <a:gd name="connsiteX294" fmla="*/ 1115684 w 1720794"/>
              <a:gd name="connsiteY294" fmla="*/ 1100352 h 1708593"/>
              <a:gd name="connsiteX295" fmla="*/ 1124860 w 1720794"/>
              <a:gd name="connsiteY295" fmla="*/ 1100066 h 1708593"/>
              <a:gd name="connsiteX296" fmla="*/ 1134151 w 1720794"/>
              <a:gd name="connsiteY296" fmla="*/ 1100352 h 1708593"/>
              <a:gd name="connsiteX297" fmla="*/ 1225295 w 1720794"/>
              <a:gd name="connsiteY297" fmla="*/ 1147715 h 1708593"/>
              <a:gd name="connsiteX298" fmla="*/ 1312377 w 1720794"/>
              <a:gd name="connsiteY298" fmla="*/ 1190134 h 1708593"/>
              <a:gd name="connsiteX299" fmla="*/ 1400620 w 1720794"/>
              <a:gd name="connsiteY299" fmla="*/ 1147715 h 1708593"/>
              <a:gd name="connsiteX300" fmla="*/ 1490715 w 1720794"/>
              <a:gd name="connsiteY300" fmla="*/ 1100352 h 1708593"/>
              <a:gd name="connsiteX301" fmla="*/ 1499902 w 1720794"/>
              <a:gd name="connsiteY301" fmla="*/ 1100066 h 1708593"/>
              <a:gd name="connsiteX302" fmla="*/ 1509200 w 1720794"/>
              <a:gd name="connsiteY302" fmla="*/ 1100352 h 1708593"/>
              <a:gd name="connsiteX303" fmla="*/ 1600457 w 1720794"/>
              <a:gd name="connsiteY303" fmla="*/ 1147715 h 1708593"/>
              <a:gd name="connsiteX304" fmla="*/ 1672675 w 1720794"/>
              <a:gd name="connsiteY304" fmla="*/ 1189217 h 1708593"/>
              <a:gd name="connsiteX305" fmla="*/ 1687656 w 1720794"/>
              <a:gd name="connsiteY305" fmla="*/ 1190134 h 1708593"/>
              <a:gd name="connsiteX306" fmla="*/ 1702991 w 1720794"/>
              <a:gd name="connsiteY306" fmla="*/ 1189217 h 1708593"/>
              <a:gd name="connsiteX307" fmla="*/ 1720794 w 1720794"/>
              <a:gd name="connsiteY307" fmla="*/ 1182738 h 1708593"/>
              <a:gd name="connsiteX308" fmla="*/ 1720794 w 1720794"/>
              <a:gd name="connsiteY308" fmla="*/ 1203416 h 1708593"/>
              <a:gd name="connsiteX309" fmla="*/ 1696936 w 1720794"/>
              <a:gd name="connsiteY309" fmla="*/ 1207861 h 1708593"/>
              <a:gd name="connsiteX310" fmla="*/ 1687656 w 1720794"/>
              <a:gd name="connsiteY310" fmla="*/ 1208147 h 1708593"/>
              <a:gd name="connsiteX311" fmla="*/ 1678456 w 1720794"/>
              <a:gd name="connsiteY311" fmla="*/ 1207861 h 1708593"/>
              <a:gd name="connsiteX312" fmla="*/ 1588259 w 1720794"/>
              <a:gd name="connsiteY312" fmla="*/ 1160499 h 1708593"/>
              <a:gd name="connsiteX313" fmla="*/ 1515254 w 1720794"/>
              <a:gd name="connsiteY313" fmla="*/ 1118997 h 1708593"/>
              <a:gd name="connsiteX314" fmla="*/ 1499902 w 1720794"/>
              <a:gd name="connsiteY314" fmla="*/ 1118080 h 1708593"/>
              <a:gd name="connsiteX315" fmla="*/ 1484938 w 1720794"/>
              <a:gd name="connsiteY315" fmla="*/ 1118997 h 1708593"/>
              <a:gd name="connsiteX316" fmla="*/ 1412811 w 1720794"/>
              <a:gd name="connsiteY316" fmla="*/ 1160499 h 1708593"/>
              <a:gd name="connsiteX317" fmla="*/ 1312377 w 1720794"/>
              <a:gd name="connsiteY317" fmla="*/ 1208147 h 1708593"/>
              <a:gd name="connsiteX318" fmla="*/ 1213103 w 1720794"/>
              <a:gd name="connsiteY318" fmla="*/ 1160499 h 1708593"/>
              <a:gd name="connsiteX319" fmla="*/ 1140203 w 1720794"/>
              <a:gd name="connsiteY319" fmla="*/ 1118997 h 1708593"/>
              <a:gd name="connsiteX320" fmla="*/ 1124860 w 1720794"/>
              <a:gd name="connsiteY320" fmla="*/ 1118080 h 1708593"/>
              <a:gd name="connsiteX321" fmla="*/ 1109907 w 1720794"/>
              <a:gd name="connsiteY321" fmla="*/ 1118997 h 1708593"/>
              <a:gd name="connsiteX322" fmla="*/ 1037780 w 1720794"/>
              <a:gd name="connsiteY322" fmla="*/ 1160499 h 1708593"/>
              <a:gd name="connsiteX323" fmla="*/ 937343 w 1720794"/>
              <a:gd name="connsiteY323" fmla="*/ 1208147 h 1708593"/>
              <a:gd name="connsiteX324" fmla="*/ 837942 w 1720794"/>
              <a:gd name="connsiteY324" fmla="*/ 1160499 h 1708593"/>
              <a:gd name="connsiteX325" fmla="*/ 764952 w 1720794"/>
              <a:gd name="connsiteY325" fmla="*/ 1118997 h 1708593"/>
              <a:gd name="connsiteX326" fmla="*/ 749586 w 1720794"/>
              <a:gd name="connsiteY326" fmla="*/ 1118080 h 1708593"/>
              <a:gd name="connsiteX327" fmla="*/ 734638 w 1720794"/>
              <a:gd name="connsiteY327" fmla="*/ 1118997 h 1708593"/>
              <a:gd name="connsiteX328" fmla="*/ 662511 w 1720794"/>
              <a:gd name="connsiteY328" fmla="*/ 1160499 h 1708593"/>
              <a:gd name="connsiteX329" fmla="*/ 562069 w 1720794"/>
              <a:gd name="connsiteY329" fmla="*/ 1208147 h 1708593"/>
              <a:gd name="connsiteX330" fmla="*/ 462743 w 1720794"/>
              <a:gd name="connsiteY330" fmla="*/ 1160499 h 1708593"/>
              <a:gd name="connsiteX331" fmla="*/ 375034 w 1720794"/>
              <a:gd name="connsiteY331" fmla="*/ 1118080 h 1708593"/>
              <a:gd name="connsiteX332" fmla="*/ 287371 w 1720794"/>
              <a:gd name="connsiteY332" fmla="*/ 1160499 h 1708593"/>
              <a:gd name="connsiteX333" fmla="*/ 187517 w 1720794"/>
              <a:gd name="connsiteY333" fmla="*/ 1208147 h 1708593"/>
              <a:gd name="connsiteX334" fmla="*/ 87663 w 1720794"/>
              <a:gd name="connsiteY334" fmla="*/ 1160499 h 1708593"/>
              <a:gd name="connsiteX335" fmla="*/ 0 w 1720794"/>
              <a:gd name="connsiteY335" fmla="*/ 1118080 h 1708593"/>
              <a:gd name="connsiteX336" fmla="*/ 0 w 1720794"/>
              <a:gd name="connsiteY336" fmla="*/ 1000651 h 1708593"/>
              <a:gd name="connsiteX337" fmla="*/ 99855 w 1720794"/>
              <a:gd name="connsiteY337" fmla="*/ 1047762 h 1708593"/>
              <a:gd name="connsiteX338" fmla="*/ 187517 w 1720794"/>
              <a:gd name="connsiteY338" fmla="*/ 1090220 h 1708593"/>
              <a:gd name="connsiteX339" fmla="*/ 275179 w 1720794"/>
              <a:gd name="connsiteY339" fmla="*/ 1047762 h 1708593"/>
              <a:gd name="connsiteX340" fmla="*/ 375034 w 1720794"/>
              <a:gd name="connsiteY340" fmla="*/ 1000651 h 1708593"/>
              <a:gd name="connsiteX341" fmla="*/ 474941 w 1720794"/>
              <a:gd name="connsiteY341" fmla="*/ 1047762 h 1708593"/>
              <a:gd name="connsiteX342" fmla="*/ 562069 w 1720794"/>
              <a:gd name="connsiteY342" fmla="*/ 1090220 h 1708593"/>
              <a:gd name="connsiteX343" fmla="*/ 650315 w 1720794"/>
              <a:gd name="connsiteY343" fmla="*/ 1047762 h 1708593"/>
              <a:gd name="connsiteX344" fmla="*/ 740506 w 1720794"/>
              <a:gd name="connsiteY344" fmla="*/ 1000937 h 1708593"/>
              <a:gd name="connsiteX345" fmla="*/ 749586 w 1720794"/>
              <a:gd name="connsiteY345" fmla="*/ 1000651 h 1708593"/>
              <a:gd name="connsiteX346" fmla="*/ 758889 w 1720794"/>
              <a:gd name="connsiteY346" fmla="*/ 1000931 h 1708593"/>
              <a:gd name="connsiteX347" fmla="*/ 850154 w 1720794"/>
              <a:gd name="connsiteY347" fmla="*/ 1047762 h 1708593"/>
              <a:gd name="connsiteX348" fmla="*/ 937343 w 1720794"/>
              <a:gd name="connsiteY348" fmla="*/ 1090220 h 1708593"/>
              <a:gd name="connsiteX349" fmla="*/ 1025586 w 1720794"/>
              <a:gd name="connsiteY349" fmla="*/ 1047762 h 1708593"/>
              <a:gd name="connsiteX350" fmla="*/ 1115684 w 1720794"/>
              <a:gd name="connsiteY350" fmla="*/ 1000937 h 1708593"/>
              <a:gd name="connsiteX351" fmla="*/ 1124860 w 1720794"/>
              <a:gd name="connsiteY351" fmla="*/ 1000651 h 1708593"/>
              <a:gd name="connsiteX352" fmla="*/ 1134151 w 1720794"/>
              <a:gd name="connsiteY352" fmla="*/ 1000931 h 1708593"/>
              <a:gd name="connsiteX353" fmla="*/ 1225295 w 1720794"/>
              <a:gd name="connsiteY353" fmla="*/ 1047762 h 1708593"/>
              <a:gd name="connsiteX354" fmla="*/ 1312377 w 1720794"/>
              <a:gd name="connsiteY354" fmla="*/ 1090220 h 1708593"/>
              <a:gd name="connsiteX355" fmla="*/ 1400620 w 1720794"/>
              <a:gd name="connsiteY355" fmla="*/ 1047762 h 1708593"/>
              <a:gd name="connsiteX356" fmla="*/ 1490715 w 1720794"/>
              <a:gd name="connsiteY356" fmla="*/ 1000937 h 1708593"/>
              <a:gd name="connsiteX357" fmla="*/ 1499902 w 1720794"/>
              <a:gd name="connsiteY357" fmla="*/ 1000651 h 1708593"/>
              <a:gd name="connsiteX358" fmla="*/ 1509200 w 1720794"/>
              <a:gd name="connsiteY358" fmla="*/ 1000931 h 1708593"/>
              <a:gd name="connsiteX359" fmla="*/ 1600457 w 1720794"/>
              <a:gd name="connsiteY359" fmla="*/ 1047762 h 1708593"/>
              <a:gd name="connsiteX360" fmla="*/ 1672675 w 1720794"/>
              <a:gd name="connsiteY360" fmla="*/ 1089326 h 1708593"/>
              <a:gd name="connsiteX361" fmla="*/ 1687656 w 1720794"/>
              <a:gd name="connsiteY361" fmla="*/ 1090220 h 1708593"/>
              <a:gd name="connsiteX362" fmla="*/ 1702991 w 1720794"/>
              <a:gd name="connsiteY362" fmla="*/ 1089326 h 1708593"/>
              <a:gd name="connsiteX363" fmla="*/ 1720794 w 1720794"/>
              <a:gd name="connsiteY363" fmla="*/ 1082935 h 1708593"/>
              <a:gd name="connsiteX364" fmla="*/ 1720794 w 1720794"/>
              <a:gd name="connsiteY364" fmla="*/ 1103614 h 1708593"/>
              <a:gd name="connsiteX365" fmla="*/ 1696936 w 1720794"/>
              <a:gd name="connsiteY365" fmla="*/ 1107971 h 1708593"/>
              <a:gd name="connsiteX366" fmla="*/ 1687656 w 1720794"/>
              <a:gd name="connsiteY366" fmla="*/ 1108251 h 1708593"/>
              <a:gd name="connsiteX367" fmla="*/ 1678456 w 1720794"/>
              <a:gd name="connsiteY367" fmla="*/ 1107971 h 1708593"/>
              <a:gd name="connsiteX368" fmla="*/ 1588259 w 1720794"/>
              <a:gd name="connsiteY368" fmla="*/ 1061140 h 1708593"/>
              <a:gd name="connsiteX369" fmla="*/ 1515254 w 1720794"/>
              <a:gd name="connsiteY369" fmla="*/ 1019575 h 1708593"/>
              <a:gd name="connsiteX370" fmla="*/ 1499902 w 1720794"/>
              <a:gd name="connsiteY370" fmla="*/ 1018681 h 1708593"/>
              <a:gd name="connsiteX371" fmla="*/ 1484938 w 1720794"/>
              <a:gd name="connsiteY371" fmla="*/ 1019575 h 1708593"/>
              <a:gd name="connsiteX372" fmla="*/ 1412811 w 1720794"/>
              <a:gd name="connsiteY372" fmla="*/ 1061140 h 1708593"/>
              <a:gd name="connsiteX373" fmla="*/ 1312377 w 1720794"/>
              <a:gd name="connsiteY373" fmla="*/ 1108251 h 1708593"/>
              <a:gd name="connsiteX374" fmla="*/ 1213103 w 1720794"/>
              <a:gd name="connsiteY374" fmla="*/ 1061140 h 1708593"/>
              <a:gd name="connsiteX375" fmla="*/ 1140203 w 1720794"/>
              <a:gd name="connsiteY375" fmla="*/ 1019575 h 1708593"/>
              <a:gd name="connsiteX376" fmla="*/ 1124860 w 1720794"/>
              <a:gd name="connsiteY376" fmla="*/ 1018681 h 1708593"/>
              <a:gd name="connsiteX377" fmla="*/ 1109907 w 1720794"/>
              <a:gd name="connsiteY377" fmla="*/ 1019575 h 1708593"/>
              <a:gd name="connsiteX378" fmla="*/ 1037780 w 1720794"/>
              <a:gd name="connsiteY378" fmla="*/ 1061140 h 1708593"/>
              <a:gd name="connsiteX379" fmla="*/ 937343 w 1720794"/>
              <a:gd name="connsiteY379" fmla="*/ 1108251 h 1708593"/>
              <a:gd name="connsiteX380" fmla="*/ 837942 w 1720794"/>
              <a:gd name="connsiteY380" fmla="*/ 1061140 h 1708593"/>
              <a:gd name="connsiteX381" fmla="*/ 764952 w 1720794"/>
              <a:gd name="connsiteY381" fmla="*/ 1019575 h 1708593"/>
              <a:gd name="connsiteX382" fmla="*/ 749586 w 1720794"/>
              <a:gd name="connsiteY382" fmla="*/ 1018681 h 1708593"/>
              <a:gd name="connsiteX383" fmla="*/ 734638 w 1720794"/>
              <a:gd name="connsiteY383" fmla="*/ 1019575 h 1708593"/>
              <a:gd name="connsiteX384" fmla="*/ 662511 w 1720794"/>
              <a:gd name="connsiteY384" fmla="*/ 1061140 h 1708593"/>
              <a:gd name="connsiteX385" fmla="*/ 562069 w 1720794"/>
              <a:gd name="connsiteY385" fmla="*/ 1108251 h 1708593"/>
              <a:gd name="connsiteX386" fmla="*/ 462743 w 1720794"/>
              <a:gd name="connsiteY386" fmla="*/ 1061140 h 1708593"/>
              <a:gd name="connsiteX387" fmla="*/ 375034 w 1720794"/>
              <a:gd name="connsiteY387" fmla="*/ 1018681 h 1708593"/>
              <a:gd name="connsiteX388" fmla="*/ 287371 w 1720794"/>
              <a:gd name="connsiteY388" fmla="*/ 1061140 h 1708593"/>
              <a:gd name="connsiteX389" fmla="*/ 187517 w 1720794"/>
              <a:gd name="connsiteY389" fmla="*/ 1108251 h 1708593"/>
              <a:gd name="connsiteX390" fmla="*/ 87663 w 1720794"/>
              <a:gd name="connsiteY390" fmla="*/ 1061140 h 1708593"/>
              <a:gd name="connsiteX391" fmla="*/ 0 w 1720794"/>
              <a:gd name="connsiteY391" fmla="*/ 1018681 h 1708593"/>
              <a:gd name="connsiteX392" fmla="*/ 0 w 1720794"/>
              <a:gd name="connsiteY392" fmla="*/ 900273 h 1708593"/>
              <a:gd name="connsiteX393" fmla="*/ 99855 w 1720794"/>
              <a:gd name="connsiteY393" fmla="*/ 947279 h 1708593"/>
              <a:gd name="connsiteX394" fmla="*/ 187517 w 1720794"/>
              <a:gd name="connsiteY394" fmla="*/ 989642 h 1708593"/>
              <a:gd name="connsiteX395" fmla="*/ 275179 w 1720794"/>
              <a:gd name="connsiteY395" fmla="*/ 947279 h 1708593"/>
              <a:gd name="connsiteX396" fmla="*/ 375034 w 1720794"/>
              <a:gd name="connsiteY396" fmla="*/ 900273 h 1708593"/>
              <a:gd name="connsiteX397" fmla="*/ 474941 w 1720794"/>
              <a:gd name="connsiteY397" fmla="*/ 947279 h 1708593"/>
              <a:gd name="connsiteX398" fmla="*/ 562069 w 1720794"/>
              <a:gd name="connsiteY398" fmla="*/ 989642 h 1708593"/>
              <a:gd name="connsiteX399" fmla="*/ 650315 w 1720794"/>
              <a:gd name="connsiteY399" fmla="*/ 947279 h 1708593"/>
              <a:gd name="connsiteX400" fmla="*/ 740506 w 1720794"/>
              <a:gd name="connsiteY400" fmla="*/ 900552 h 1708593"/>
              <a:gd name="connsiteX401" fmla="*/ 749586 w 1720794"/>
              <a:gd name="connsiteY401" fmla="*/ 900273 h 1708593"/>
              <a:gd name="connsiteX402" fmla="*/ 758889 w 1720794"/>
              <a:gd name="connsiteY402" fmla="*/ 900552 h 1708593"/>
              <a:gd name="connsiteX403" fmla="*/ 850154 w 1720794"/>
              <a:gd name="connsiteY403" fmla="*/ 947279 h 1708593"/>
              <a:gd name="connsiteX404" fmla="*/ 937343 w 1720794"/>
              <a:gd name="connsiteY404" fmla="*/ 989642 h 1708593"/>
              <a:gd name="connsiteX405" fmla="*/ 1025586 w 1720794"/>
              <a:gd name="connsiteY405" fmla="*/ 947279 h 1708593"/>
              <a:gd name="connsiteX406" fmla="*/ 1115684 w 1720794"/>
              <a:gd name="connsiteY406" fmla="*/ 900552 h 1708593"/>
              <a:gd name="connsiteX407" fmla="*/ 1124860 w 1720794"/>
              <a:gd name="connsiteY407" fmla="*/ 900273 h 1708593"/>
              <a:gd name="connsiteX408" fmla="*/ 1134151 w 1720794"/>
              <a:gd name="connsiteY408" fmla="*/ 900552 h 1708593"/>
              <a:gd name="connsiteX409" fmla="*/ 1225295 w 1720794"/>
              <a:gd name="connsiteY409" fmla="*/ 947279 h 1708593"/>
              <a:gd name="connsiteX410" fmla="*/ 1312377 w 1720794"/>
              <a:gd name="connsiteY410" fmla="*/ 989642 h 1708593"/>
              <a:gd name="connsiteX411" fmla="*/ 1400620 w 1720794"/>
              <a:gd name="connsiteY411" fmla="*/ 947279 h 1708593"/>
              <a:gd name="connsiteX412" fmla="*/ 1490715 w 1720794"/>
              <a:gd name="connsiteY412" fmla="*/ 900552 h 1708593"/>
              <a:gd name="connsiteX413" fmla="*/ 1499902 w 1720794"/>
              <a:gd name="connsiteY413" fmla="*/ 900273 h 1708593"/>
              <a:gd name="connsiteX414" fmla="*/ 1509200 w 1720794"/>
              <a:gd name="connsiteY414" fmla="*/ 900552 h 1708593"/>
              <a:gd name="connsiteX415" fmla="*/ 1600457 w 1720794"/>
              <a:gd name="connsiteY415" fmla="*/ 947279 h 1708593"/>
              <a:gd name="connsiteX416" fmla="*/ 1672675 w 1720794"/>
              <a:gd name="connsiteY416" fmla="*/ 988750 h 1708593"/>
              <a:gd name="connsiteX417" fmla="*/ 1687656 w 1720794"/>
              <a:gd name="connsiteY417" fmla="*/ 989642 h 1708593"/>
              <a:gd name="connsiteX418" fmla="*/ 1702991 w 1720794"/>
              <a:gd name="connsiteY418" fmla="*/ 988750 h 1708593"/>
              <a:gd name="connsiteX419" fmla="*/ 1720794 w 1720794"/>
              <a:gd name="connsiteY419" fmla="*/ 982373 h 1708593"/>
              <a:gd name="connsiteX420" fmla="*/ 1720794 w 1720794"/>
              <a:gd name="connsiteY420" fmla="*/ 1000099 h 1708593"/>
              <a:gd name="connsiteX421" fmla="*/ 1696936 w 1720794"/>
              <a:gd name="connsiteY421" fmla="*/ 1007353 h 1708593"/>
              <a:gd name="connsiteX422" fmla="*/ 1687656 w 1720794"/>
              <a:gd name="connsiteY422" fmla="*/ 1007632 h 1708593"/>
              <a:gd name="connsiteX423" fmla="*/ 1678456 w 1720794"/>
              <a:gd name="connsiteY423" fmla="*/ 1007346 h 1708593"/>
              <a:gd name="connsiteX424" fmla="*/ 1588259 w 1720794"/>
              <a:gd name="connsiteY424" fmla="*/ 960626 h 1708593"/>
              <a:gd name="connsiteX425" fmla="*/ 1515254 w 1720794"/>
              <a:gd name="connsiteY425" fmla="*/ 919155 h 1708593"/>
              <a:gd name="connsiteX426" fmla="*/ 1499902 w 1720794"/>
              <a:gd name="connsiteY426" fmla="*/ 918263 h 1708593"/>
              <a:gd name="connsiteX427" fmla="*/ 1484938 w 1720794"/>
              <a:gd name="connsiteY427" fmla="*/ 919155 h 1708593"/>
              <a:gd name="connsiteX428" fmla="*/ 1412811 w 1720794"/>
              <a:gd name="connsiteY428" fmla="*/ 960626 h 1708593"/>
              <a:gd name="connsiteX429" fmla="*/ 1312377 w 1720794"/>
              <a:gd name="connsiteY429" fmla="*/ 1007632 h 1708593"/>
              <a:gd name="connsiteX430" fmla="*/ 1213103 w 1720794"/>
              <a:gd name="connsiteY430" fmla="*/ 960626 h 1708593"/>
              <a:gd name="connsiteX431" fmla="*/ 1140203 w 1720794"/>
              <a:gd name="connsiteY431" fmla="*/ 919155 h 1708593"/>
              <a:gd name="connsiteX432" fmla="*/ 1124860 w 1720794"/>
              <a:gd name="connsiteY432" fmla="*/ 918263 h 1708593"/>
              <a:gd name="connsiteX433" fmla="*/ 1109907 w 1720794"/>
              <a:gd name="connsiteY433" fmla="*/ 919155 h 1708593"/>
              <a:gd name="connsiteX434" fmla="*/ 1037780 w 1720794"/>
              <a:gd name="connsiteY434" fmla="*/ 960626 h 1708593"/>
              <a:gd name="connsiteX435" fmla="*/ 937343 w 1720794"/>
              <a:gd name="connsiteY435" fmla="*/ 1007632 h 1708593"/>
              <a:gd name="connsiteX436" fmla="*/ 837942 w 1720794"/>
              <a:gd name="connsiteY436" fmla="*/ 960626 h 1708593"/>
              <a:gd name="connsiteX437" fmla="*/ 764952 w 1720794"/>
              <a:gd name="connsiteY437" fmla="*/ 919155 h 1708593"/>
              <a:gd name="connsiteX438" fmla="*/ 749586 w 1720794"/>
              <a:gd name="connsiteY438" fmla="*/ 918263 h 1708593"/>
              <a:gd name="connsiteX439" fmla="*/ 734638 w 1720794"/>
              <a:gd name="connsiteY439" fmla="*/ 919155 h 1708593"/>
              <a:gd name="connsiteX440" fmla="*/ 662511 w 1720794"/>
              <a:gd name="connsiteY440" fmla="*/ 960626 h 1708593"/>
              <a:gd name="connsiteX441" fmla="*/ 562069 w 1720794"/>
              <a:gd name="connsiteY441" fmla="*/ 1007632 h 1708593"/>
              <a:gd name="connsiteX442" fmla="*/ 462743 w 1720794"/>
              <a:gd name="connsiteY442" fmla="*/ 960626 h 1708593"/>
              <a:gd name="connsiteX443" fmla="*/ 375034 w 1720794"/>
              <a:gd name="connsiteY443" fmla="*/ 918263 h 1708593"/>
              <a:gd name="connsiteX444" fmla="*/ 287371 w 1720794"/>
              <a:gd name="connsiteY444" fmla="*/ 960626 h 1708593"/>
              <a:gd name="connsiteX445" fmla="*/ 187517 w 1720794"/>
              <a:gd name="connsiteY445" fmla="*/ 1007632 h 1708593"/>
              <a:gd name="connsiteX446" fmla="*/ 87663 w 1720794"/>
              <a:gd name="connsiteY446" fmla="*/ 960626 h 1708593"/>
              <a:gd name="connsiteX447" fmla="*/ 0 w 1720794"/>
              <a:gd name="connsiteY447" fmla="*/ 918263 h 1708593"/>
              <a:gd name="connsiteX448" fmla="*/ 0 w 1720794"/>
              <a:gd name="connsiteY448" fmla="*/ 800136 h 1708593"/>
              <a:gd name="connsiteX449" fmla="*/ 99855 w 1720794"/>
              <a:gd name="connsiteY449" fmla="*/ 847785 h 1708593"/>
              <a:gd name="connsiteX450" fmla="*/ 187517 w 1720794"/>
              <a:gd name="connsiteY450" fmla="*/ 890203 h 1708593"/>
              <a:gd name="connsiteX451" fmla="*/ 275179 w 1720794"/>
              <a:gd name="connsiteY451" fmla="*/ 847785 h 1708593"/>
              <a:gd name="connsiteX452" fmla="*/ 375034 w 1720794"/>
              <a:gd name="connsiteY452" fmla="*/ 800136 h 1708593"/>
              <a:gd name="connsiteX453" fmla="*/ 474941 w 1720794"/>
              <a:gd name="connsiteY453" fmla="*/ 847785 h 1708593"/>
              <a:gd name="connsiteX454" fmla="*/ 562069 w 1720794"/>
              <a:gd name="connsiteY454" fmla="*/ 890203 h 1708593"/>
              <a:gd name="connsiteX455" fmla="*/ 650315 w 1720794"/>
              <a:gd name="connsiteY455" fmla="*/ 847785 h 1708593"/>
              <a:gd name="connsiteX456" fmla="*/ 740506 w 1720794"/>
              <a:gd name="connsiteY456" fmla="*/ 800422 h 1708593"/>
              <a:gd name="connsiteX457" fmla="*/ 749586 w 1720794"/>
              <a:gd name="connsiteY457" fmla="*/ 800136 h 1708593"/>
              <a:gd name="connsiteX458" fmla="*/ 758889 w 1720794"/>
              <a:gd name="connsiteY458" fmla="*/ 800422 h 1708593"/>
              <a:gd name="connsiteX459" fmla="*/ 850154 w 1720794"/>
              <a:gd name="connsiteY459" fmla="*/ 847785 h 1708593"/>
              <a:gd name="connsiteX460" fmla="*/ 937343 w 1720794"/>
              <a:gd name="connsiteY460" fmla="*/ 890203 h 1708593"/>
              <a:gd name="connsiteX461" fmla="*/ 1025586 w 1720794"/>
              <a:gd name="connsiteY461" fmla="*/ 847785 h 1708593"/>
              <a:gd name="connsiteX462" fmla="*/ 1115684 w 1720794"/>
              <a:gd name="connsiteY462" fmla="*/ 800422 h 1708593"/>
              <a:gd name="connsiteX463" fmla="*/ 1124860 w 1720794"/>
              <a:gd name="connsiteY463" fmla="*/ 800136 h 1708593"/>
              <a:gd name="connsiteX464" fmla="*/ 1134151 w 1720794"/>
              <a:gd name="connsiteY464" fmla="*/ 800422 h 1708593"/>
              <a:gd name="connsiteX465" fmla="*/ 1225295 w 1720794"/>
              <a:gd name="connsiteY465" fmla="*/ 847785 h 1708593"/>
              <a:gd name="connsiteX466" fmla="*/ 1312377 w 1720794"/>
              <a:gd name="connsiteY466" fmla="*/ 890203 h 1708593"/>
              <a:gd name="connsiteX467" fmla="*/ 1400620 w 1720794"/>
              <a:gd name="connsiteY467" fmla="*/ 847785 h 1708593"/>
              <a:gd name="connsiteX468" fmla="*/ 1490715 w 1720794"/>
              <a:gd name="connsiteY468" fmla="*/ 800422 h 1708593"/>
              <a:gd name="connsiteX469" fmla="*/ 1499902 w 1720794"/>
              <a:gd name="connsiteY469" fmla="*/ 800136 h 1708593"/>
              <a:gd name="connsiteX470" fmla="*/ 1509200 w 1720794"/>
              <a:gd name="connsiteY470" fmla="*/ 800422 h 1708593"/>
              <a:gd name="connsiteX471" fmla="*/ 1600457 w 1720794"/>
              <a:gd name="connsiteY471" fmla="*/ 847785 h 1708593"/>
              <a:gd name="connsiteX472" fmla="*/ 1672675 w 1720794"/>
              <a:gd name="connsiteY472" fmla="*/ 889286 h 1708593"/>
              <a:gd name="connsiteX473" fmla="*/ 1687656 w 1720794"/>
              <a:gd name="connsiteY473" fmla="*/ 890203 h 1708593"/>
              <a:gd name="connsiteX474" fmla="*/ 1702991 w 1720794"/>
              <a:gd name="connsiteY474" fmla="*/ 889286 h 1708593"/>
              <a:gd name="connsiteX475" fmla="*/ 1720794 w 1720794"/>
              <a:gd name="connsiteY475" fmla="*/ 882808 h 1708593"/>
              <a:gd name="connsiteX476" fmla="*/ 1720794 w 1720794"/>
              <a:gd name="connsiteY476" fmla="*/ 903485 h 1708593"/>
              <a:gd name="connsiteX477" fmla="*/ 1696936 w 1720794"/>
              <a:gd name="connsiteY477" fmla="*/ 907931 h 1708593"/>
              <a:gd name="connsiteX478" fmla="*/ 1687656 w 1720794"/>
              <a:gd name="connsiteY478" fmla="*/ 908217 h 1708593"/>
              <a:gd name="connsiteX479" fmla="*/ 1678456 w 1720794"/>
              <a:gd name="connsiteY479" fmla="*/ 907931 h 1708593"/>
              <a:gd name="connsiteX480" fmla="*/ 1588259 w 1720794"/>
              <a:gd name="connsiteY480" fmla="*/ 860568 h 1708593"/>
              <a:gd name="connsiteX481" fmla="*/ 1515254 w 1720794"/>
              <a:gd name="connsiteY481" fmla="*/ 819066 h 1708593"/>
              <a:gd name="connsiteX482" fmla="*/ 1499902 w 1720794"/>
              <a:gd name="connsiteY482" fmla="*/ 818149 h 1708593"/>
              <a:gd name="connsiteX483" fmla="*/ 1484938 w 1720794"/>
              <a:gd name="connsiteY483" fmla="*/ 819066 h 1708593"/>
              <a:gd name="connsiteX484" fmla="*/ 1412811 w 1720794"/>
              <a:gd name="connsiteY484" fmla="*/ 860568 h 1708593"/>
              <a:gd name="connsiteX485" fmla="*/ 1312377 w 1720794"/>
              <a:gd name="connsiteY485" fmla="*/ 908217 h 1708593"/>
              <a:gd name="connsiteX486" fmla="*/ 1213103 w 1720794"/>
              <a:gd name="connsiteY486" fmla="*/ 860568 h 1708593"/>
              <a:gd name="connsiteX487" fmla="*/ 1140203 w 1720794"/>
              <a:gd name="connsiteY487" fmla="*/ 819066 h 1708593"/>
              <a:gd name="connsiteX488" fmla="*/ 1124860 w 1720794"/>
              <a:gd name="connsiteY488" fmla="*/ 818149 h 1708593"/>
              <a:gd name="connsiteX489" fmla="*/ 1109907 w 1720794"/>
              <a:gd name="connsiteY489" fmla="*/ 819066 h 1708593"/>
              <a:gd name="connsiteX490" fmla="*/ 1037780 w 1720794"/>
              <a:gd name="connsiteY490" fmla="*/ 860568 h 1708593"/>
              <a:gd name="connsiteX491" fmla="*/ 937343 w 1720794"/>
              <a:gd name="connsiteY491" fmla="*/ 908217 h 1708593"/>
              <a:gd name="connsiteX492" fmla="*/ 837942 w 1720794"/>
              <a:gd name="connsiteY492" fmla="*/ 860568 h 1708593"/>
              <a:gd name="connsiteX493" fmla="*/ 764952 w 1720794"/>
              <a:gd name="connsiteY493" fmla="*/ 819066 h 1708593"/>
              <a:gd name="connsiteX494" fmla="*/ 749586 w 1720794"/>
              <a:gd name="connsiteY494" fmla="*/ 818149 h 1708593"/>
              <a:gd name="connsiteX495" fmla="*/ 734638 w 1720794"/>
              <a:gd name="connsiteY495" fmla="*/ 819066 h 1708593"/>
              <a:gd name="connsiteX496" fmla="*/ 662511 w 1720794"/>
              <a:gd name="connsiteY496" fmla="*/ 860568 h 1708593"/>
              <a:gd name="connsiteX497" fmla="*/ 562069 w 1720794"/>
              <a:gd name="connsiteY497" fmla="*/ 908217 h 1708593"/>
              <a:gd name="connsiteX498" fmla="*/ 462743 w 1720794"/>
              <a:gd name="connsiteY498" fmla="*/ 860568 h 1708593"/>
              <a:gd name="connsiteX499" fmla="*/ 375034 w 1720794"/>
              <a:gd name="connsiteY499" fmla="*/ 818149 h 1708593"/>
              <a:gd name="connsiteX500" fmla="*/ 287371 w 1720794"/>
              <a:gd name="connsiteY500" fmla="*/ 860568 h 1708593"/>
              <a:gd name="connsiteX501" fmla="*/ 187517 w 1720794"/>
              <a:gd name="connsiteY501" fmla="*/ 908217 h 1708593"/>
              <a:gd name="connsiteX502" fmla="*/ 87663 w 1720794"/>
              <a:gd name="connsiteY502" fmla="*/ 860568 h 1708593"/>
              <a:gd name="connsiteX503" fmla="*/ 0 w 1720794"/>
              <a:gd name="connsiteY503" fmla="*/ 818149 h 1708593"/>
              <a:gd name="connsiteX504" fmla="*/ 0 w 1720794"/>
              <a:gd name="connsiteY504" fmla="*/ 700961 h 1708593"/>
              <a:gd name="connsiteX505" fmla="*/ 99855 w 1720794"/>
              <a:gd name="connsiteY505" fmla="*/ 747967 h 1708593"/>
              <a:gd name="connsiteX506" fmla="*/ 187517 w 1720794"/>
              <a:gd name="connsiteY506" fmla="*/ 790330 h 1708593"/>
              <a:gd name="connsiteX507" fmla="*/ 275179 w 1720794"/>
              <a:gd name="connsiteY507" fmla="*/ 747967 h 1708593"/>
              <a:gd name="connsiteX508" fmla="*/ 375034 w 1720794"/>
              <a:gd name="connsiteY508" fmla="*/ 700961 h 1708593"/>
              <a:gd name="connsiteX509" fmla="*/ 474941 w 1720794"/>
              <a:gd name="connsiteY509" fmla="*/ 747967 h 1708593"/>
              <a:gd name="connsiteX510" fmla="*/ 562069 w 1720794"/>
              <a:gd name="connsiteY510" fmla="*/ 790330 h 1708593"/>
              <a:gd name="connsiteX511" fmla="*/ 650315 w 1720794"/>
              <a:gd name="connsiteY511" fmla="*/ 747967 h 1708593"/>
              <a:gd name="connsiteX512" fmla="*/ 740506 w 1720794"/>
              <a:gd name="connsiteY512" fmla="*/ 701241 h 1708593"/>
              <a:gd name="connsiteX513" fmla="*/ 749586 w 1720794"/>
              <a:gd name="connsiteY513" fmla="*/ 700961 h 1708593"/>
              <a:gd name="connsiteX514" fmla="*/ 758889 w 1720794"/>
              <a:gd name="connsiteY514" fmla="*/ 701241 h 1708593"/>
              <a:gd name="connsiteX515" fmla="*/ 850154 w 1720794"/>
              <a:gd name="connsiteY515" fmla="*/ 747967 h 1708593"/>
              <a:gd name="connsiteX516" fmla="*/ 937343 w 1720794"/>
              <a:gd name="connsiteY516" fmla="*/ 790330 h 1708593"/>
              <a:gd name="connsiteX517" fmla="*/ 1025586 w 1720794"/>
              <a:gd name="connsiteY517" fmla="*/ 747967 h 1708593"/>
              <a:gd name="connsiteX518" fmla="*/ 1115684 w 1720794"/>
              <a:gd name="connsiteY518" fmla="*/ 701241 h 1708593"/>
              <a:gd name="connsiteX519" fmla="*/ 1124860 w 1720794"/>
              <a:gd name="connsiteY519" fmla="*/ 700961 h 1708593"/>
              <a:gd name="connsiteX520" fmla="*/ 1134151 w 1720794"/>
              <a:gd name="connsiteY520" fmla="*/ 701241 h 1708593"/>
              <a:gd name="connsiteX521" fmla="*/ 1225295 w 1720794"/>
              <a:gd name="connsiteY521" fmla="*/ 747967 h 1708593"/>
              <a:gd name="connsiteX522" fmla="*/ 1312377 w 1720794"/>
              <a:gd name="connsiteY522" fmla="*/ 790330 h 1708593"/>
              <a:gd name="connsiteX523" fmla="*/ 1400620 w 1720794"/>
              <a:gd name="connsiteY523" fmla="*/ 747967 h 1708593"/>
              <a:gd name="connsiteX524" fmla="*/ 1490715 w 1720794"/>
              <a:gd name="connsiteY524" fmla="*/ 701241 h 1708593"/>
              <a:gd name="connsiteX525" fmla="*/ 1499902 w 1720794"/>
              <a:gd name="connsiteY525" fmla="*/ 700961 h 1708593"/>
              <a:gd name="connsiteX526" fmla="*/ 1509200 w 1720794"/>
              <a:gd name="connsiteY526" fmla="*/ 701241 h 1708593"/>
              <a:gd name="connsiteX527" fmla="*/ 1600457 w 1720794"/>
              <a:gd name="connsiteY527" fmla="*/ 747967 h 1708593"/>
              <a:gd name="connsiteX528" fmla="*/ 1672675 w 1720794"/>
              <a:gd name="connsiteY528" fmla="*/ 789438 h 1708593"/>
              <a:gd name="connsiteX529" fmla="*/ 1687656 w 1720794"/>
              <a:gd name="connsiteY529" fmla="*/ 790330 h 1708593"/>
              <a:gd name="connsiteX530" fmla="*/ 1702991 w 1720794"/>
              <a:gd name="connsiteY530" fmla="*/ 789438 h 1708593"/>
              <a:gd name="connsiteX531" fmla="*/ 1720794 w 1720794"/>
              <a:gd name="connsiteY531" fmla="*/ 783061 h 1708593"/>
              <a:gd name="connsiteX532" fmla="*/ 1720794 w 1720794"/>
              <a:gd name="connsiteY532" fmla="*/ 803607 h 1708593"/>
              <a:gd name="connsiteX533" fmla="*/ 1696936 w 1720794"/>
              <a:gd name="connsiteY533" fmla="*/ 808034 h 1708593"/>
              <a:gd name="connsiteX534" fmla="*/ 1687656 w 1720794"/>
              <a:gd name="connsiteY534" fmla="*/ 808320 h 1708593"/>
              <a:gd name="connsiteX535" fmla="*/ 1678456 w 1720794"/>
              <a:gd name="connsiteY535" fmla="*/ 808034 h 1708593"/>
              <a:gd name="connsiteX536" fmla="*/ 1588259 w 1720794"/>
              <a:gd name="connsiteY536" fmla="*/ 761314 h 1708593"/>
              <a:gd name="connsiteX537" fmla="*/ 1515254 w 1720794"/>
              <a:gd name="connsiteY537" fmla="*/ 719843 h 1708593"/>
              <a:gd name="connsiteX538" fmla="*/ 1499902 w 1720794"/>
              <a:gd name="connsiteY538" fmla="*/ 718951 h 1708593"/>
              <a:gd name="connsiteX539" fmla="*/ 1484938 w 1720794"/>
              <a:gd name="connsiteY539" fmla="*/ 719843 h 1708593"/>
              <a:gd name="connsiteX540" fmla="*/ 1412811 w 1720794"/>
              <a:gd name="connsiteY540" fmla="*/ 761314 h 1708593"/>
              <a:gd name="connsiteX541" fmla="*/ 1312377 w 1720794"/>
              <a:gd name="connsiteY541" fmla="*/ 808320 h 1708593"/>
              <a:gd name="connsiteX542" fmla="*/ 1213103 w 1720794"/>
              <a:gd name="connsiteY542" fmla="*/ 761314 h 1708593"/>
              <a:gd name="connsiteX543" fmla="*/ 1140203 w 1720794"/>
              <a:gd name="connsiteY543" fmla="*/ 719843 h 1708593"/>
              <a:gd name="connsiteX544" fmla="*/ 1124860 w 1720794"/>
              <a:gd name="connsiteY544" fmla="*/ 718951 h 1708593"/>
              <a:gd name="connsiteX545" fmla="*/ 1109907 w 1720794"/>
              <a:gd name="connsiteY545" fmla="*/ 719843 h 1708593"/>
              <a:gd name="connsiteX546" fmla="*/ 1037780 w 1720794"/>
              <a:gd name="connsiteY546" fmla="*/ 761314 h 1708593"/>
              <a:gd name="connsiteX547" fmla="*/ 937343 w 1720794"/>
              <a:gd name="connsiteY547" fmla="*/ 808320 h 1708593"/>
              <a:gd name="connsiteX548" fmla="*/ 837942 w 1720794"/>
              <a:gd name="connsiteY548" fmla="*/ 761314 h 1708593"/>
              <a:gd name="connsiteX549" fmla="*/ 764952 w 1720794"/>
              <a:gd name="connsiteY549" fmla="*/ 719843 h 1708593"/>
              <a:gd name="connsiteX550" fmla="*/ 749586 w 1720794"/>
              <a:gd name="connsiteY550" fmla="*/ 718951 h 1708593"/>
              <a:gd name="connsiteX551" fmla="*/ 734638 w 1720794"/>
              <a:gd name="connsiteY551" fmla="*/ 719843 h 1708593"/>
              <a:gd name="connsiteX552" fmla="*/ 662511 w 1720794"/>
              <a:gd name="connsiteY552" fmla="*/ 761314 h 1708593"/>
              <a:gd name="connsiteX553" fmla="*/ 562069 w 1720794"/>
              <a:gd name="connsiteY553" fmla="*/ 808320 h 1708593"/>
              <a:gd name="connsiteX554" fmla="*/ 462743 w 1720794"/>
              <a:gd name="connsiteY554" fmla="*/ 761314 h 1708593"/>
              <a:gd name="connsiteX555" fmla="*/ 375034 w 1720794"/>
              <a:gd name="connsiteY555" fmla="*/ 718951 h 1708593"/>
              <a:gd name="connsiteX556" fmla="*/ 287371 w 1720794"/>
              <a:gd name="connsiteY556" fmla="*/ 761314 h 1708593"/>
              <a:gd name="connsiteX557" fmla="*/ 187517 w 1720794"/>
              <a:gd name="connsiteY557" fmla="*/ 808320 h 1708593"/>
              <a:gd name="connsiteX558" fmla="*/ 87663 w 1720794"/>
              <a:gd name="connsiteY558" fmla="*/ 761314 h 1708593"/>
              <a:gd name="connsiteX559" fmla="*/ 0 w 1720794"/>
              <a:gd name="connsiteY559" fmla="*/ 718951 h 1708593"/>
              <a:gd name="connsiteX560" fmla="*/ 0 w 1720794"/>
              <a:gd name="connsiteY560" fmla="*/ 600343 h 1708593"/>
              <a:gd name="connsiteX561" fmla="*/ 99855 w 1720794"/>
              <a:gd name="connsiteY561" fmla="*/ 647348 h 1708593"/>
              <a:gd name="connsiteX562" fmla="*/ 187517 w 1720794"/>
              <a:gd name="connsiteY562" fmla="*/ 689712 h 1708593"/>
              <a:gd name="connsiteX563" fmla="*/ 275179 w 1720794"/>
              <a:gd name="connsiteY563" fmla="*/ 647348 h 1708593"/>
              <a:gd name="connsiteX564" fmla="*/ 375034 w 1720794"/>
              <a:gd name="connsiteY564" fmla="*/ 600343 h 1708593"/>
              <a:gd name="connsiteX565" fmla="*/ 474941 w 1720794"/>
              <a:gd name="connsiteY565" fmla="*/ 647348 h 1708593"/>
              <a:gd name="connsiteX566" fmla="*/ 562069 w 1720794"/>
              <a:gd name="connsiteY566" fmla="*/ 689712 h 1708593"/>
              <a:gd name="connsiteX567" fmla="*/ 650315 w 1720794"/>
              <a:gd name="connsiteY567" fmla="*/ 647348 h 1708593"/>
              <a:gd name="connsiteX568" fmla="*/ 740506 w 1720794"/>
              <a:gd name="connsiteY568" fmla="*/ 600622 h 1708593"/>
              <a:gd name="connsiteX569" fmla="*/ 749586 w 1720794"/>
              <a:gd name="connsiteY569" fmla="*/ 600343 h 1708593"/>
              <a:gd name="connsiteX570" fmla="*/ 758889 w 1720794"/>
              <a:gd name="connsiteY570" fmla="*/ 600622 h 1708593"/>
              <a:gd name="connsiteX571" fmla="*/ 850154 w 1720794"/>
              <a:gd name="connsiteY571" fmla="*/ 647348 h 1708593"/>
              <a:gd name="connsiteX572" fmla="*/ 937343 w 1720794"/>
              <a:gd name="connsiteY572" fmla="*/ 689712 h 1708593"/>
              <a:gd name="connsiteX573" fmla="*/ 1025586 w 1720794"/>
              <a:gd name="connsiteY573" fmla="*/ 647348 h 1708593"/>
              <a:gd name="connsiteX574" fmla="*/ 1115684 w 1720794"/>
              <a:gd name="connsiteY574" fmla="*/ 600622 h 1708593"/>
              <a:gd name="connsiteX575" fmla="*/ 1124860 w 1720794"/>
              <a:gd name="connsiteY575" fmla="*/ 600343 h 1708593"/>
              <a:gd name="connsiteX576" fmla="*/ 1134151 w 1720794"/>
              <a:gd name="connsiteY576" fmla="*/ 600622 h 1708593"/>
              <a:gd name="connsiteX577" fmla="*/ 1225295 w 1720794"/>
              <a:gd name="connsiteY577" fmla="*/ 647348 h 1708593"/>
              <a:gd name="connsiteX578" fmla="*/ 1312377 w 1720794"/>
              <a:gd name="connsiteY578" fmla="*/ 689712 h 1708593"/>
              <a:gd name="connsiteX579" fmla="*/ 1400620 w 1720794"/>
              <a:gd name="connsiteY579" fmla="*/ 647348 h 1708593"/>
              <a:gd name="connsiteX580" fmla="*/ 1490715 w 1720794"/>
              <a:gd name="connsiteY580" fmla="*/ 600622 h 1708593"/>
              <a:gd name="connsiteX581" fmla="*/ 1499902 w 1720794"/>
              <a:gd name="connsiteY581" fmla="*/ 600343 h 1708593"/>
              <a:gd name="connsiteX582" fmla="*/ 1509200 w 1720794"/>
              <a:gd name="connsiteY582" fmla="*/ 600622 h 1708593"/>
              <a:gd name="connsiteX583" fmla="*/ 1600457 w 1720794"/>
              <a:gd name="connsiteY583" fmla="*/ 647348 h 1708593"/>
              <a:gd name="connsiteX584" fmla="*/ 1672675 w 1720794"/>
              <a:gd name="connsiteY584" fmla="*/ 688820 h 1708593"/>
              <a:gd name="connsiteX585" fmla="*/ 1687656 w 1720794"/>
              <a:gd name="connsiteY585" fmla="*/ 689712 h 1708593"/>
              <a:gd name="connsiteX586" fmla="*/ 1702991 w 1720794"/>
              <a:gd name="connsiteY586" fmla="*/ 688796 h 1708593"/>
              <a:gd name="connsiteX587" fmla="*/ 1720794 w 1720794"/>
              <a:gd name="connsiteY587" fmla="*/ 682326 h 1708593"/>
              <a:gd name="connsiteX588" fmla="*/ 1720794 w 1720794"/>
              <a:gd name="connsiteY588" fmla="*/ 702976 h 1708593"/>
              <a:gd name="connsiteX589" fmla="*/ 1696936 w 1720794"/>
              <a:gd name="connsiteY589" fmla="*/ 707416 h 1708593"/>
              <a:gd name="connsiteX590" fmla="*/ 1687656 w 1720794"/>
              <a:gd name="connsiteY590" fmla="*/ 707702 h 1708593"/>
              <a:gd name="connsiteX591" fmla="*/ 1678456 w 1720794"/>
              <a:gd name="connsiteY591" fmla="*/ 707416 h 1708593"/>
              <a:gd name="connsiteX592" fmla="*/ 1588259 w 1720794"/>
              <a:gd name="connsiteY592" fmla="*/ 660115 h 1708593"/>
              <a:gd name="connsiteX593" fmla="*/ 1515254 w 1720794"/>
              <a:gd name="connsiteY593" fmla="*/ 618668 h 1708593"/>
              <a:gd name="connsiteX594" fmla="*/ 1499902 w 1720794"/>
              <a:gd name="connsiteY594" fmla="*/ 617752 h 1708593"/>
              <a:gd name="connsiteX595" fmla="*/ 1484938 w 1720794"/>
              <a:gd name="connsiteY595" fmla="*/ 618668 h 1708593"/>
              <a:gd name="connsiteX596" fmla="*/ 1412811 w 1720794"/>
              <a:gd name="connsiteY596" fmla="*/ 660115 h 1708593"/>
              <a:gd name="connsiteX597" fmla="*/ 1312377 w 1720794"/>
              <a:gd name="connsiteY597" fmla="*/ 707702 h 1708593"/>
              <a:gd name="connsiteX598" fmla="*/ 1213103 w 1720794"/>
              <a:gd name="connsiteY598" fmla="*/ 660115 h 1708593"/>
              <a:gd name="connsiteX599" fmla="*/ 1140203 w 1720794"/>
              <a:gd name="connsiteY599" fmla="*/ 618668 h 1708593"/>
              <a:gd name="connsiteX600" fmla="*/ 1124860 w 1720794"/>
              <a:gd name="connsiteY600" fmla="*/ 617752 h 1708593"/>
              <a:gd name="connsiteX601" fmla="*/ 1109907 w 1720794"/>
              <a:gd name="connsiteY601" fmla="*/ 618668 h 1708593"/>
              <a:gd name="connsiteX602" fmla="*/ 1037780 w 1720794"/>
              <a:gd name="connsiteY602" fmla="*/ 660115 h 1708593"/>
              <a:gd name="connsiteX603" fmla="*/ 937343 w 1720794"/>
              <a:gd name="connsiteY603" fmla="*/ 707702 h 1708593"/>
              <a:gd name="connsiteX604" fmla="*/ 837942 w 1720794"/>
              <a:gd name="connsiteY604" fmla="*/ 660115 h 1708593"/>
              <a:gd name="connsiteX605" fmla="*/ 764952 w 1720794"/>
              <a:gd name="connsiteY605" fmla="*/ 618668 h 1708593"/>
              <a:gd name="connsiteX606" fmla="*/ 749586 w 1720794"/>
              <a:gd name="connsiteY606" fmla="*/ 617752 h 1708593"/>
              <a:gd name="connsiteX607" fmla="*/ 734638 w 1720794"/>
              <a:gd name="connsiteY607" fmla="*/ 618668 h 1708593"/>
              <a:gd name="connsiteX608" fmla="*/ 662511 w 1720794"/>
              <a:gd name="connsiteY608" fmla="*/ 660115 h 1708593"/>
              <a:gd name="connsiteX609" fmla="*/ 562069 w 1720794"/>
              <a:gd name="connsiteY609" fmla="*/ 707702 h 1708593"/>
              <a:gd name="connsiteX610" fmla="*/ 462743 w 1720794"/>
              <a:gd name="connsiteY610" fmla="*/ 660115 h 1708593"/>
              <a:gd name="connsiteX611" fmla="*/ 375034 w 1720794"/>
              <a:gd name="connsiteY611" fmla="*/ 617752 h 1708593"/>
              <a:gd name="connsiteX612" fmla="*/ 287371 w 1720794"/>
              <a:gd name="connsiteY612" fmla="*/ 660115 h 1708593"/>
              <a:gd name="connsiteX613" fmla="*/ 187517 w 1720794"/>
              <a:gd name="connsiteY613" fmla="*/ 707702 h 1708593"/>
              <a:gd name="connsiteX614" fmla="*/ 87663 w 1720794"/>
              <a:gd name="connsiteY614" fmla="*/ 660115 h 1708593"/>
              <a:gd name="connsiteX615" fmla="*/ 0 w 1720794"/>
              <a:gd name="connsiteY615" fmla="*/ 617752 h 1708593"/>
              <a:gd name="connsiteX616" fmla="*/ 0 w 1720794"/>
              <a:gd name="connsiteY616" fmla="*/ 500446 h 1708593"/>
              <a:gd name="connsiteX617" fmla="*/ 99855 w 1720794"/>
              <a:gd name="connsiteY617" fmla="*/ 548032 h 1708593"/>
              <a:gd name="connsiteX618" fmla="*/ 187517 w 1720794"/>
              <a:gd name="connsiteY618" fmla="*/ 590395 h 1708593"/>
              <a:gd name="connsiteX619" fmla="*/ 275179 w 1720794"/>
              <a:gd name="connsiteY619" fmla="*/ 548032 h 1708593"/>
              <a:gd name="connsiteX620" fmla="*/ 375034 w 1720794"/>
              <a:gd name="connsiteY620" fmla="*/ 500446 h 1708593"/>
              <a:gd name="connsiteX621" fmla="*/ 474941 w 1720794"/>
              <a:gd name="connsiteY621" fmla="*/ 548032 h 1708593"/>
              <a:gd name="connsiteX622" fmla="*/ 562069 w 1720794"/>
              <a:gd name="connsiteY622" fmla="*/ 590395 h 1708593"/>
              <a:gd name="connsiteX623" fmla="*/ 650315 w 1720794"/>
              <a:gd name="connsiteY623" fmla="*/ 548032 h 1708593"/>
              <a:gd name="connsiteX624" fmla="*/ 740506 w 1720794"/>
              <a:gd name="connsiteY624" fmla="*/ 500732 h 1708593"/>
              <a:gd name="connsiteX625" fmla="*/ 749586 w 1720794"/>
              <a:gd name="connsiteY625" fmla="*/ 500446 h 1708593"/>
              <a:gd name="connsiteX626" fmla="*/ 758889 w 1720794"/>
              <a:gd name="connsiteY626" fmla="*/ 500732 h 1708593"/>
              <a:gd name="connsiteX627" fmla="*/ 850154 w 1720794"/>
              <a:gd name="connsiteY627" fmla="*/ 548032 h 1708593"/>
              <a:gd name="connsiteX628" fmla="*/ 937343 w 1720794"/>
              <a:gd name="connsiteY628" fmla="*/ 590395 h 1708593"/>
              <a:gd name="connsiteX629" fmla="*/ 1025586 w 1720794"/>
              <a:gd name="connsiteY629" fmla="*/ 548032 h 1708593"/>
              <a:gd name="connsiteX630" fmla="*/ 1115684 w 1720794"/>
              <a:gd name="connsiteY630" fmla="*/ 500732 h 1708593"/>
              <a:gd name="connsiteX631" fmla="*/ 1124860 w 1720794"/>
              <a:gd name="connsiteY631" fmla="*/ 500446 h 1708593"/>
              <a:gd name="connsiteX632" fmla="*/ 1134151 w 1720794"/>
              <a:gd name="connsiteY632" fmla="*/ 500732 h 1708593"/>
              <a:gd name="connsiteX633" fmla="*/ 1225295 w 1720794"/>
              <a:gd name="connsiteY633" fmla="*/ 548032 h 1708593"/>
              <a:gd name="connsiteX634" fmla="*/ 1312377 w 1720794"/>
              <a:gd name="connsiteY634" fmla="*/ 590395 h 1708593"/>
              <a:gd name="connsiteX635" fmla="*/ 1400620 w 1720794"/>
              <a:gd name="connsiteY635" fmla="*/ 548032 h 1708593"/>
              <a:gd name="connsiteX636" fmla="*/ 1490715 w 1720794"/>
              <a:gd name="connsiteY636" fmla="*/ 500732 h 1708593"/>
              <a:gd name="connsiteX637" fmla="*/ 1499902 w 1720794"/>
              <a:gd name="connsiteY637" fmla="*/ 500446 h 1708593"/>
              <a:gd name="connsiteX638" fmla="*/ 1509200 w 1720794"/>
              <a:gd name="connsiteY638" fmla="*/ 500732 h 1708593"/>
              <a:gd name="connsiteX639" fmla="*/ 1600457 w 1720794"/>
              <a:gd name="connsiteY639" fmla="*/ 548032 h 1708593"/>
              <a:gd name="connsiteX640" fmla="*/ 1672675 w 1720794"/>
              <a:gd name="connsiteY640" fmla="*/ 589479 h 1708593"/>
              <a:gd name="connsiteX641" fmla="*/ 1687656 w 1720794"/>
              <a:gd name="connsiteY641" fmla="*/ 590395 h 1708593"/>
              <a:gd name="connsiteX642" fmla="*/ 1702991 w 1720794"/>
              <a:gd name="connsiteY642" fmla="*/ 589479 h 1708593"/>
              <a:gd name="connsiteX643" fmla="*/ 1720794 w 1720794"/>
              <a:gd name="connsiteY643" fmla="*/ 583009 h 1708593"/>
              <a:gd name="connsiteX644" fmla="*/ 1720794 w 1720794"/>
              <a:gd name="connsiteY644" fmla="*/ 600272 h 1708593"/>
              <a:gd name="connsiteX645" fmla="*/ 1696936 w 1720794"/>
              <a:gd name="connsiteY645" fmla="*/ 607526 h 1708593"/>
              <a:gd name="connsiteX646" fmla="*/ 1687656 w 1720794"/>
              <a:gd name="connsiteY646" fmla="*/ 607805 h 1708593"/>
              <a:gd name="connsiteX647" fmla="*/ 1678456 w 1720794"/>
              <a:gd name="connsiteY647" fmla="*/ 607526 h 1708593"/>
              <a:gd name="connsiteX648" fmla="*/ 1588259 w 1720794"/>
              <a:gd name="connsiteY648" fmla="*/ 560799 h 1708593"/>
              <a:gd name="connsiteX649" fmla="*/ 1515254 w 1720794"/>
              <a:gd name="connsiteY649" fmla="*/ 519352 h 1708593"/>
              <a:gd name="connsiteX650" fmla="*/ 1499902 w 1720794"/>
              <a:gd name="connsiteY650" fmla="*/ 518436 h 1708593"/>
              <a:gd name="connsiteX651" fmla="*/ 1484938 w 1720794"/>
              <a:gd name="connsiteY651" fmla="*/ 519352 h 1708593"/>
              <a:gd name="connsiteX652" fmla="*/ 1412811 w 1720794"/>
              <a:gd name="connsiteY652" fmla="*/ 560799 h 1708593"/>
              <a:gd name="connsiteX653" fmla="*/ 1312377 w 1720794"/>
              <a:gd name="connsiteY653" fmla="*/ 607805 h 1708593"/>
              <a:gd name="connsiteX654" fmla="*/ 1213103 w 1720794"/>
              <a:gd name="connsiteY654" fmla="*/ 560799 h 1708593"/>
              <a:gd name="connsiteX655" fmla="*/ 1140203 w 1720794"/>
              <a:gd name="connsiteY655" fmla="*/ 519352 h 1708593"/>
              <a:gd name="connsiteX656" fmla="*/ 1124860 w 1720794"/>
              <a:gd name="connsiteY656" fmla="*/ 518436 h 1708593"/>
              <a:gd name="connsiteX657" fmla="*/ 1109907 w 1720794"/>
              <a:gd name="connsiteY657" fmla="*/ 519352 h 1708593"/>
              <a:gd name="connsiteX658" fmla="*/ 1037780 w 1720794"/>
              <a:gd name="connsiteY658" fmla="*/ 560799 h 1708593"/>
              <a:gd name="connsiteX659" fmla="*/ 937343 w 1720794"/>
              <a:gd name="connsiteY659" fmla="*/ 607805 h 1708593"/>
              <a:gd name="connsiteX660" fmla="*/ 837942 w 1720794"/>
              <a:gd name="connsiteY660" fmla="*/ 560799 h 1708593"/>
              <a:gd name="connsiteX661" fmla="*/ 764952 w 1720794"/>
              <a:gd name="connsiteY661" fmla="*/ 519352 h 1708593"/>
              <a:gd name="connsiteX662" fmla="*/ 749586 w 1720794"/>
              <a:gd name="connsiteY662" fmla="*/ 518436 h 1708593"/>
              <a:gd name="connsiteX663" fmla="*/ 734638 w 1720794"/>
              <a:gd name="connsiteY663" fmla="*/ 519352 h 1708593"/>
              <a:gd name="connsiteX664" fmla="*/ 662511 w 1720794"/>
              <a:gd name="connsiteY664" fmla="*/ 560799 h 1708593"/>
              <a:gd name="connsiteX665" fmla="*/ 562069 w 1720794"/>
              <a:gd name="connsiteY665" fmla="*/ 607805 h 1708593"/>
              <a:gd name="connsiteX666" fmla="*/ 462743 w 1720794"/>
              <a:gd name="connsiteY666" fmla="*/ 560799 h 1708593"/>
              <a:gd name="connsiteX667" fmla="*/ 375034 w 1720794"/>
              <a:gd name="connsiteY667" fmla="*/ 518436 h 1708593"/>
              <a:gd name="connsiteX668" fmla="*/ 287371 w 1720794"/>
              <a:gd name="connsiteY668" fmla="*/ 560799 h 1708593"/>
              <a:gd name="connsiteX669" fmla="*/ 187517 w 1720794"/>
              <a:gd name="connsiteY669" fmla="*/ 607805 h 1708593"/>
              <a:gd name="connsiteX670" fmla="*/ 87663 w 1720794"/>
              <a:gd name="connsiteY670" fmla="*/ 560799 h 1708593"/>
              <a:gd name="connsiteX671" fmla="*/ 0 w 1720794"/>
              <a:gd name="connsiteY671" fmla="*/ 518436 h 1708593"/>
              <a:gd name="connsiteX672" fmla="*/ 0 w 1720794"/>
              <a:gd name="connsiteY672" fmla="*/ 399827 h 1708593"/>
              <a:gd name="connsiteX673" fmla="*/ 99855 w 1720794"/>
              <a:gd name="connsiteY673" fmla="*/ 447520 h 1708593"/>
              <a:gd name="connsiteX674" fmla="*/ 187517 w 1720794"/>
              <a:gd name="connsiteY674" fmla="*/ 489978 h 1708593"/>
              <a:gd name="connsiteX675" fmla="*/ 275179 w 1720794"/>
              <a:gd name="connsiteY675" fmla="*/ 447520 h 1708593"/>
              <a:gd name="connsiteX676" fmla="*/ 375034 w 1720794"/>
              <a:gd name="connsiteY676" fmla="*/ 399827 h 1708593"/>
              <a:gd name="connsiteX677" fmla="*/ 474941 w 1720794"/>
              <a:gd name="connsiteY677" fmla="*/ 447520 h 1708593"/>
              <a:gd name="connsiteX678" fmla="*/ 562069 w 1720794"/>
              <a:gd name="connsiteY678" fmla="*/ 489978 h 1708593"/>
              <a:gd name="connsiteX679" fmla="*/ 650315 w 1720794"/>
              <a:gd name="connsiteY679" fmla="*/ 447520 h 1708593"/>
              <a:gd name="connsiteX680" fmla="*/ 740506 w 1720794"/>
              <a:gd name="connsiteY680" fmla="*/ 400114 h 1708593"/>
              <a:gd name="connsiteX681" fmla="*/ 749586 w 1720794"/>
              <a:gd name="connsiteY681" fmla="*/ 399827 h 1708593"/>
              <a:gd name="connsiteX682" fmla="*/ 758889 w 1720794"/>
              <a:gd name="connsiteY682" fmla="*/ 400114 h 1708593"/>
              <a:gd name="connsiteX683" fmla="*/ 850154 w 1720794"/>
              <a:gd name="connsiteY683" fmla="*/ 447520 h 1708593"/>
              <a:gd name="connsiteX684" fmla="*/ 937343 w 1720794"/>
              <a:gd name="connsiteY684" fmla="*/ 489978 h 1708593"/>
              <a:gd name="connsiteX685" fmla="*/ 1025586 w 1720794"/>
              <a:gd name="connsiteY685" fmla="*/ 447520 h 1708593"/>
              <a:gd name="connsiteX686" fmla="*/ 1115684 w 1720794"/>
              <a:gd name="connsiteY686" fmla="*/ 400114 h 1708593"/>
              <a:gd name="connsiteX687" fmla="*/ 1124860 w 1720794"/>
              <a:gd name="connsiteY687" fmla="*/ 399827 h 1708593"/>
              <a:gd name="connsiteX688" fmla="*/ 1134151 w 1720794"/>
              <a:gd name="connsiteY688" fmla="*/ 400114 h 1708593"/>
              <a:gd name="connsiteX689" fmla="*/ 1225295 w 1720794"/>
              <a:gd name="connsiteY689" fmla="*/ 447520 h 1708593"/>
              <a:gd name="connsiteX690" fmla="*/ 1312377 w 1720794"/>
              <a:gd name="connsiteY690" fmla="*/ 489978 h 1708593"/>
              <a:gd name="connsiteX691" fmla="*/ 1400620 w 1720794"/>
              <a:gd name="connsiteY691" fmla="*/ 447520 h 1708593"/>
              <a:gd name="connsiteX692" fmla="*/ 1490715 w 1720794"/>
              <a:gd name="connsiteY692" fmla="*/ 400114 h 1708593"/>
              <a:gd name="connsiteX693" fmla="*/ 1499902 w 1720794"/>
              <a:gd name="connsiteY693" fmla="*/ 399827 h 1708593"/>
              <a:gd name="connsiteX694" fmla="*/ 1509200 w 1720794"/>
              <a:gd name="connsiteY694" fmla="*/ 400114 h 1708593"/>
              <a:gd name="connsiteX695" fmla="*/ 1600457 w 1720794"/>
              <a:gd name="connsiteY695" fmla="*/ 447520 h 1708593"/>
              <a:gd name="connsiteX696" fmla="*/ 1672675 w 1720794"/>
              <a:gd name="connsiteY696" fmla="*/ 489060 h 1708593"/>
              <a:gd name="connsiteX697" fmla="*/ 1687656 w 1720794"/>
              <a:gd name="connsiteY697" fmla="*/ 489978 h 1708593"/>
              <a:gd name="connsiteX698" fmla="*/ 1702991 w 1720794"/>
              <a:gd name="connsiteY698" fmla="*/ 489060 h 1708593"/>
              <a:gd name="connsiteX699" fmla="*/ 1720794 w 1720794"/>
              <a:gd name="connsiteY699" fmla="*/ 482576 h 1708593"/>
              <a:gd name="connsiteX700" fmla="*/ 1720794 w 1720794"/>
              <a:gd name="connsiteY700" fmla="*/ 502790 h 1708593"/>
              <a:gd name="connsiteX701" fmla="*/ 1696936 w 1720794"/>
              <a:gd name="connsiteY701" fmla="*/ 507147 h 1708593"/>
              <a:gd name="connsiteX702" fmla="*/ 1687656 w 1720794"/>
              <a:gd name="connsiteY702" fmla="*/ 507427 h 1708593"/>
              <a:gd name="connsiteX703" fmla="*/ 1678456 w 1720794"/>
              <a:gd name="connsiteY703" fmla="*/ 507147 h 1708593"/>
              <a:gd name="connsiteX704" fmla="*/ 1588259 w 1720794"/>
              <a:gd name="connsiteY704" fmla="*/ 460316 h 1708593"/>
              <a:gd name="connsiteX705" fmla="*/ 1515254 w 1720794"/>
              <a:gd name="connsiteY705" fmla="*/ 418776 h 1708593"/>
              <a:gd name="connsiteX706" fmla="*/ 1499902 w 1720794"/>
              <a:gd name="connsiteY706" fmla="*/ 417857 h 1708593"/>
              <a:gd name="connsiteX707" fmla="*/ 1484938 w 1720794"/>
              <a:gd name="connsiteY707" fmla="*/ 418752 h 1708593"/>
              <a:gd name="connsiteX708" fmla="*/ 1412811 w 1720794"/>
              <a:gd name="connsiteY708" fmla="*/ 460316 h 1708593"/>
              <a:gd name="connsiteX709" fmla="*/ 1312377 w 1720794"/>
              <a:gd name="connsiteY709" fmla="*/ 507427 h 1708593"/>
              <a:gd name="connsiteX710" fmla="*/ 1213103 w 1720794"/>
              <a:gd name="connsiteY710" fmla="*/ 460316 h 1708593"/>
              <a:gd name="connsiteX711" fmla="*/ 1140203 w 1720794"/>
              <a:gd name="connsiteY711" fmla="*/ 418776 h 1708593"/>
              <a:gd name="connsiteX712" fmla="*/ 1124860 w 1720794"/>
              <a:gd name="connsiteY712" fmla="*/ 417857 h 1708593"/>
              <a:gd name="connsiteX713" fmla="*/ 1109907 w 1720794"/>
              <a:gd name="connsiteY713" fmla="*/ 418752 h 1708593"/>
              <a:gd name="connsiteX714" fmla="*/ 1037780 w 1720794"/>
              <a:gd name="connsiteY714" fmla="*/ 460316 h 1708593"/>
              <a:gd name="connsiteX715" fmla="*/ 937343 w 1720794"/>
              <a:gd name="connsiteY715" fmla="*/ 507427 h 1708593"/>
              <a:gd name="connsiteX716" fmla="*/ 837942 w 1720794"/>
              <a:gd name="connsiteY716" fmla="*/ 460316 h 1708593"/>
              <a:gd name="connsiteX717" fmla="*/ 764952 w 1720794"/>
              <a:gd name="connsiteY717" fmla="*/ 418776 h 1708593"/>
              <a:gd name="connsiteX718" fmla="*/ 749586 w 1720794"/>
              <a:gd name="connsiteY718" fmla="*/ 417857 h 1708593"/>
              <a:gd name="connsiteX719" fmla="*/ 734638 w 1720794"/>
              <a:gd name="connsiteY719" fmla="*/ 418752 h 1708593"/>
              <a:gd name="connsiteX720" fmla="*/ 662511 w 1720794"/>
              <a:gd name="connsiteY720" fmla="*/ 460316 h 1708593"/>
              <a:gd name="connsiteX721" fmla="*/ 562069 w 1720794"/>
              <a:gd name="connsiteY721" fmla="*/ 507427 h 1708593"/>
              <a:gd name="connsiteX722" fmla="*/ 462743 w 1720794"/>
              <a:gd name="connsiteY722" fmla="*/ 460316 h 1708593"/>
              <a:gd name="connsiteX723" fmla="*/ 375034 w 1720794"/>
              <a:gd name="connsiteY723" fmla="*/ 417857 h 1708593"/>
              <a:gd name="connsiteX724" fmla="*/ 287371 w 1720794"/>
              <a:gd name="connsiteY724" fmla="*/ 460316 h 1708593"/>
              <a:gd name="connsiteX725" fmla="*/ 187517 w 1720794"/>
              <a:gd name="connsiteY725" fmla="*/ 507427 h 1708593"/>
              <a:gd name="connsiteX726" fmla="*/ 87663 w 1720794"/>
              <a:gd name="connsiteY726" fmla="*/ 460316 h 1708593"/>
              <a:gd name="connsiteX727" fmla="*/ 0 w 1720794"/>
              <a:gd name="connsiteY727" fmla="*/ 417857 h 1708593"/>
              <a:gd name="connsiteX728" fmla="*/ 0 w 1720794"/>
              <a:gd name="connsiteY728" fmla="*/ 299931 h 1708593"/>
              <a:gd name="connsiteX729" fmla="*/ 99855 w 1720794"/>
              <a:gd name="connsiteY729" fmla="*/ 347579 h 1708593"/>
              <a:gd name="connsiteX730" fmla="*/ 187517 w 1720794"/>
              <a:gd name="connsiteY730" fmla="*/ 389998 h 1708593"/>
              <a:gd name="connsiteX731" fmla="*/ 275179 w 1720794"/>
              <a:gd name="connsiteY731" fmla="*/ 347579 h 1708593"/>
              <a:gd name="connsiteX732" fmla="*/ 375034 w 1720794"/>
              <a:gd name="connsiteY732" fmla="*/ 299931 h 1708593"/>
              <a:gd name="connsiteX733" fmla="*/ 474941 w 1720794"/>
              <a:gd name="connsiteY733" fmla="*/ 347579 h 1708593"/>
              <a:gd name="connsiteX734" fmla="*/ 562069 w 1720794"/>
              <a:gd name="connsiteY734" fmla="*/ 389998 h 1708593"/>
              <a:gd name="connsiteX735" fmla="*/ 650315 w 1720794"/>
              <a:gd name="connsiteY735" fmla="*/ 347579 h 1708593"/>
              <a:gd name="connsiteX736" fmla="*/ 740506 w 1720794"/>
              <a:gd name="connsiteY736" fmla="*/ 300217 h 1708593"/>
              <a:gd name="connsiteX737" fmla="*/ 749586 w 1720794"/>
              <a:gd name="connsiteY737" fmla="*/ 299931 h 1708593"/>
              <a:gd name="connsiteX738" fmla="*/ 758889 w 1720794"/>
              <a:gd name="connsiteY738" fmla="*/ 300217 h 1708593"/>
              <a:gd name="connsiteX739" fmla="*/ 850154 w 1720794"/>
              <a:gd name="connsiteY739" fmla="*/ 347579 h 1708593"/>
              <a:gd name="connsiteX740" fmla="*/ 937343 w 1720794"/>
              <a:gd name="connsiteY740" fmla="*/ 389998 h 1708593"/>
              <a:gd name="connsiteX741" fmla="*/ 1025586 w 1720794"/>
              <a:gd name="connsiteY741" fmla="*/ 347579 h 1708593"/>
              <a:gd name="connsiteX742" fmla="*/ 1115684 w 1720794"/>
              <a:gd name="connsiteY742" fmla="*/ 300217 h 1708593"/>
              <a:gd name="connsiteX743" fmla="*/ 1124860 w 1720794"/>
              <a:gd name="connsiteY743" fmla="*/ 299931 h 1708593"/>
              <a:gd name="connsiteX744" fmla="*/ 1134151 w 1720794"/>
              <a:gd name="connsiteY744" fmla="*/ 300217 h 1708593"/>
              <a:gd name="connsiteX745" fmla="*/ 1225295 w 1720794"/>
              <a:gd name="connsiteY745" fmla="*/ 347579 h 1708593"/>
              <a:gd name="connsiteX746" fmla="*/ 1312377 w 1720794"/>
              <a:gd name="connsiteY746" fmla="*/ 389998 h 1708593"/>
              <a:gd name="connsiteX747" fmla="*/ 1400620 w 1720794"/>
              <a:gd name="connsiteY747" fmla="*/ 347579 h 1708593"/>
              <a:gd name="connsiteX748" fmla="*/ 1490715 w 1720794"/>
              <a:gd name="connsiteY748" fmla="*/ 300217 h 1708593"/>
              <a:gd name="connsiteX749" fmla="*/ 1499902 w 1720794"/>
              <a:gd name="connsiteY749" fmla="*/ 299931 h 1708593"/>
              <a:gd name="connsiteX750" fmla="*/ 1509200 w 1720794"/>
              <a:gd name="connsiteY750" fmla="*/ 300217 h 1708593"/>
              <a:gd name="connsiteX751" fmla="*/ 1600457 w 1720794"/>
              <a:gd name="connsiteY751" fmla="*/ 347579 h 1708593"/>
              <a:gd name="connsiteX752" fmla="*/ 1672675 w 1720794"/>
              <a:gd name="connsiteY752" fmla="*/ 389081 h 1708593"/>
              <a:gd name="connsiteX753" fmla="*/ 1687656 w 1720794"/>
              <a:gd name="connsiteY753" fmla="*/ 389998 h 1708593"/>
              <a:gd name="connsiteX754" fmla="*/ 1702991 w 1720794"/>
              <a:gd name="connsiteY754" fmla="*/ 389081 h 1708593"/>
              <a:gd name="connsiteX755" fmla="*/ 1720794 w 1720794"/>
              <a:gd name="connsiteY755" fmla="*/ 382603 h 1708593"/>
              <a:gd name="connsiteX756" fmla="*/ 1720794 w 1720794"/>
              <a:gd name="connsiteY756" fmla="*/ 403280 h 1708593"/>
              <a:gd name="connsiteX757" fmla="*/ 1696936 w 1720794"/>
              <a:gd name="connsiteY757" fmla="*/ 407726 h 1708593"/>
              <a:gd name="connsiteX758" fmla="*/ 1687656 w 1720794"/>
              <a:gd name="connsiteY758" fmla="*/ 408012 h 1708593"/>
              <a:gd name="connsiteX759" fmla="*/ 1678456 w 1720794"/>
              <a:gd name="connsiteY759" fmla="*/ 407726 h 1708593"/>
              <a:gd name="connsiteX760" fmla="*/ 1588259 w 1720794"/>
              <a:gd name="connsiteY760" fmla="*/ 360363 h 1708593"/>
              <a:gd name="connsiteX761" fmla="*/ 1515254 w 1720794"/>
              <a:gd name="connsiteY761" fmla="*/ 318861 h 1708593"/>
              <a:gd name="connsiteX762" fmla="*/ 1499902 w 1720794"/>
              <a:gd name="connsiteY762" fmla="*/ 317944 h 1708593"/>
              <a:gd name="connsiteX763" fmla="*/ 1484938 w 1720794"/>
              <a:gd name="connsiteY763" fmla="*/ 318861 h 1708593"/>
              <a:gd name="connsiteX764" fmla="*/ 1412811 w 1720794"/>
              <a:gd name="connsiteY764" fmla="*/ 360363 h 1708593"/>
              <a:gd name="connsiteX765" fmla="*/ 1312377 w 1720794"/>
              <a:gd name="connsiteY765" fmla="*/ 408012 h 1708593"/>
              <a:gd name="connsiteX766" fmla="*/ 1213103 w 1720794"/>
              <a:gd name="connsiteY766" fmla="*/ 360363 h 1708593"/>
              <a:gd name="connsiteX767" fmla="*/ 1140203 w 1720794"/>
              <a:gd name="connsiteY767" fmla="*/ 318861 h 1708593"/>
              <a:gd name="connsiteX768" fmla="*/ 1124860 w 1720794"/>
              <a:gd name="connsiteY768" fmla="*/ 317944 h 1708593"/>
              <a:gd name="connsiteX769" fmla="*/ 1109907 w 1720794"/>
              <a:gd name="connsiteY769" fmla="*/ 318861 h 1708593"/>
              <a:gd name="connsiteX770" fmla="*/ 1037780 w 1720794"/>
              <a:gd name="connsiteY770" fmla="*/ 360363 h 1708593"/>
              <a:gd name="connsiteX771" fmla="*/ 937343 w 1720794"/>
              <a:gd name="connsiteY771" fmla="*/ 408012 h 1708593"/>
              <a:gd name="connsiteX772" fmla="*/ 837942 w 1720794"/>
              <a:gd name="connsiteY772" fmla="*/ 360363 h 1708593"/>
              <a:gd name="connsiteX773" fmla="*/ 764952 w 1720794"/>
              <a:gd name="connsiteY773" fmla="*/ 318861 h 1708593"/>
              <a:gd name="connsiteX774" fmla="*/ 749586 w 1720794"/>
              <a:gd name="connsiteY774" fmla="*/ 317944 h 1708593"/>
              <a:gd name="connsiteX775" fmla="*/ 734638 w 1720794"/>
              <a:gd name="connsiteY775" fmla="*/ 318861 h 1708593"/>
              <a:gd name="connsiteX776" fmla="*/ 662511 w 1720794"/>
              <a:gd name="connsiteY776" fmla="*/ 360363 h 1708593"/>
              <a:gd name="connsiteX777" fmla="*/ 562069 w 1720794"/>
              <a:gd name="connsiteY777" fmla="*/ 408012 h 1708593"/>
              <a:gd name="connsiteX778" fmla="*/ 462743 w 1720794"/>
              <a:gd name="connsiteY778" fmla="*/ 360363 h 1708593"/>
              <a:gd name="connsiteX779" fmla="*/ 375034 w 1720794"/>
              <a:gd name="connsiteY779" fmla="*/ 317944 h 1708593"/>
              <a:gd name="connsiteX780" fmla="*/ 287371 w 1720794"/>
              <a:gd name="connsiteY780" fmla="*/ 360363 h 1708593"/>
              <a:gd name="connsiteX781" fmla="*/ 187517 w 1720794"/>
              <a:gd name="connsiteY781" fmla="*/ 408012 h 1708593"/>
              <a:gd name="connsiteX782" fmla="*/ 87663 w 1720794"/>
              <a:gd name="connsiteY782" fmla="*/ 360363 h 1708593"/>
              <a:gd name="connsiteX783" fmla="*/ 0 w 1720794"/>
              <a:gd name="connsiteY783" fmla="*/ 317944 h 1708593"/>
              <a:gd name="connsiteX784" fmla="*/ 0 w 1720794"/>
              <a:gd name="connsiteY784" fmla="*/ 200515 h 1708593"/>
              <a:gd name="connsiteX785" fmla="*/ 99855 w 1720794"/>
              <a:gd name="connsiteY785" fmla="*/ 247521 h 1708593"/>
              <a:gd name="connsiteX786" fmla="*/ 187517 w 1720794"/>
              <a:gd name="connsiteY786" fmla="*/ 289885 h 1708593"/>
              <a:gd name="connsiteX787" fmla="*/ 275179 w 1720794"/>
              <a:gd name="connsiteY787" fmla="*/ 247521 h 1708593"/>
              <a:gd name="connsiteX788" fmla="*/ 375034 w 1720794"/>
              <a:gd name="connsiteY788" fmla="*/ 200515 h 1708593"/>
              <a:gd name="connsiteX789" fmla="*/ 474941 w 1720794"/>
              <a:gd name="connsiteY789" fmla="*/ 247521 h 1708593"/>
              <a:gd name="connsiteX790" fmla="*/ 562069 w 1720794"/>
              <a:gd name="connsiteY790" fmla="*/ 289885 h 1708593"/>
              <a:gd name="connsiteX791" fmla="*/ 650315 w 1720794"/>
              <a:gd name="connsiteY791" fmla="*/ 247521 h 1708593"/>
              <a:gd name="connsiteX792" fmla="*/ 740506 w 1720794"/>
              <a:gd name="connsiteY792" fmla="*/ 200801 h 1708593"/>
              <a:gd name="connsiteX793" fmla="*/ 749586 w 1720794"/>
              <a:gd name="connsiteY793" fmla="*/ 200515 h 1708593"/>
              <a:gd name="connsiteX794" fmla="*/ 758889 w 1720794"/>
              <a:gd name="connsiteY794" fmla="*/ 200801 h 1708593"/>
              <a:gd name="connsiteX795" fmla="*/ 850154 w 1720794"/>
              <a:gd name="connsiteY795" fmla="*/ 247521 h 1708593"/>
              <a:gd name="connsiteX796" fmla="*/ 937343 w 1720794"/>
              <a:gd name="connsiteY796" fmla="*/ 289885 h 1708593"/>
              <a:gd name="connsiteX797" fmla="*/ 1025586 w 1720794"/>
              <a:gd name="connsiteY797" fmla="*/ 247521 h 1708593"/>
              <a:gd name="connsiteX798" fmla="*/ 1115684 w 1720794"/>
              <a:gd name="connsiteY798" fmla="*/ 200801 h 1708593"/>
              <a:gd name="connsiteX799" fmla="*/ 1124860 w 1720794"/>
              <a:gd name="connsiteY799" fmla="*/ 200515 h 1708593"/>
              <a:gd name="connsiteX800" fmla="*/ 1134151 w 1720794"/>
              <a:gd name="connsiteY800" fmla="*/ 200801 h 1708593"/>
              <a:gd name="connsiteX801" fmla="*/ 1225295 w 1720794"/>
              <a:gd name="connsiteY801" fmla="*/ 247521 h 1708593"/>
              <a:gd name="connsiteX802" fmla="*/ 1312377 w 1720794"/>
              <a:gd name="connsiteY802" fmla="*/ 289885 h 1708593"/>
              <a:gd name="connsiteX803" fmla="*/ 1400620 w 1720794"/>
              <a:gd name="connsiteY803" fmla="*/ 247521 h 1708593"/>
              <a:gd name="connsiteX804" fmla="*/ 1490715 w 1720794"/>
              <a:gd name="connsiteY804" fmla="*/ 200801 h 1708593"/>
              <a:gd name="connsiteX805" fmla="*/ 1499902 w 1720794"/>
              <a:gd name="connsiteY805" fmla="*/ 200515 h 1708593"/>
              <a:gd name="connsiteX806" fmla="*/ 1509200 w 1720794"/>
              <a:gd name="connsiteY806" fmla="*/ 200801 h 1708593"/>
              <a:gd name="connsiteX807" fmla="*/ 1600457 w 1720794"/>
              <a:gd name="connsiteY807" fmla="*/ 247521 h 1708593"/>
              <a:gd name="connsiteX808" fmla="*/ 1672675 w 1720794"/>
              <a:gd name="connsiteY808" fmla="*/ 288992 h 1708593"/>
              <a:gd name="connsiteX809" fmla="*/ 1687656 w 1720794"/>
              <a:gd name="connsiteY809" fmla="*/ 289885 h 1708593"/>
              <a:gd name="connsiteX810" fmla="*/ 1702991 w 1720794"/>
              <a:gd name="connsiteY810" fmla="*/ 288992 h 1708593"/>
              <a:gd name="connsiteX811" fmla="*/ 1720794 w 1720794"/>
              <a:gd name="connsiteY811" fmla="*/ 282616 h 1708593"/>
              <a:gd name="connsiteX812" fmla="*/ 1720794 w 1720794"/>
              <a:gd name="connsiteY812" fmla="*/ 300342 h 1708593"/>
              <a:gd name="connsiteX813" fmla="*/ 1696936 w 1720794"/>
              <a:gd name="connsiteY813" fmla="*/ 307595 h 1708593"/>
              <a:gd name="connsiteX814" fmla="*/ 1687656 w 1720794"/>
              <a:gd name="connsiteY814" fmla="*/ 307874 h 1708593"/>
              <a:gd name="connsiteX815" fmla="*/ 1678456 w 1720794"/>
              <a:gd name="connsiteY815" fmla="*/ 307595 h 1708593"/>
              <a:gd name="connsiteX816" fmla="*/ 1588259 w 1720794"/>
              <a:gd name="connsiteY816" fmla="*/ 260868 h 1708593"/>
              <a:gd name="connsiteX817" fmla="*/ 1515254 w 1720794"/>
              <a:gd name="connsiteY817" fmla="*/ 219397 h 1708593"/>
              <a:gd name="connsiteX818" fmla="*/ 1499902 w 1720794"/>
              <a:gd name="connsiteY818" fmla="*/ 218505 h 1708593"/>
              <a:gd name="connsiteX819" fmla="*/ 1484938 w 1720794"/>
              <a:gd name="connsiteY819" fmla="*/ 219397 h 1708593"/>
              <a:gd name="connsiteX820" fmla="*/ 1412811 w 1720794"/>
              <a:gd name="connsiteY820" fmla="*/ 260868 h 1708593"/>
              <a:gd name="connsiteX821" fmla="*/ 1312377 w 1720794"/>
              <a:gd name="connsiteY821" fmla="*/ 307874 h 1708593"/>
              <a:gd name="connsiteX822" fmla="*/ 1213103 w 1720794"/>
              <a:gd name="connsiteY822" fmla="*/ 260868 h 1708593"/>
              <a:gd name="connsiteX823" fmla="*/ 1140203 w 1720794"/>
              <a:gd name="connsiteY823" fmla="*/ 219397 h 1708593"/>
              <a:gd name="connsiteX824" fmla="*/ 1124860 w 1720794"/>
              <a:gd name="connsiteY824" fmla="*/ 218505 h 1708593"/>
              <a:gd name="connsiteX825" fmla="*/ 1109907 w 1720794"/>
              <a:gd name="connsiteY825" fmla="*/ 219397 h 1708593"/>
              <a:gd name="connsiteX826" fmla="*/ 1037780 w 1720794"/>
              <a:gd name="connsiteY826" fmla="*/ 260868 h 1708593"/>
              <a:gd name="connsiteX827" fmla="*/ 937343 w 1720794"/>
              <a:gd name="connsiteY827" fmla="*/ 307874 h 1708593"/>
              <a:gd name="connsiteX828" fmla="*/ 837942 w 1720794"/>
              <a:gd name="connsiteY828" fmla="*/ 260868 h 1708593"/>
              <a:gd name="connsiteX829" fmla="*/ 764952 w 1720794"/>
              <a:gd name="connsiteY829" fmla="*/ 219397 h 1708593"/>
              <a:gd name="connsiteX830" fmla="*/ 749586 w 1720794"/>
              <a:gd name="connsiteY830" fmla="*/ 218505 h 1708593"/>
              <a:gd name="connsiteX831" fmla="*/ 734638 w 1720794"/>
              <a:gd name="connsiteY831" fmla="*/ 219397 h 1708593"/>
              <a:gd name="connsiteX832" fmla="*/ 662511 w 1720794"/>
              <a:gd name="connsiteY832" fmla="*/ 260868 h 1708593"/>
              <a:gd name="connsiteX833" fmla="*/ 562069 w 1720794"/>
              <a:gd name="connsiteY833" fmla="*/ 307874 h 1708593"/>
              <a:gd name="connsiteX834" fmla="*/ 462743 w 1720794"/>
              <a:gd name="connsiteY834" fmla="*/ 260868 h 1708593"/>
              <a:gd name="connsiteX835" fmla="*/ 375034 w 1720794"/>
              <a:gd name="connsiteY835" fmla="*/ 218505 h 1708593"/>
              <a:gd name="connsiteX836" fmla="*/ 287371 w 1720794"/>
              <a:gd name="connsiteY836" fmla="*/ 260868 h 1708593"/>
              <a:gd name="connsiteX837" fmla="*/ 187517 w 1720794"/>
              <a:gd name="connsiteY837" fmla="*/ 307874 h 1708593"/>
              <a:gd name="connsiteX838" fmla="*/ 87663 w 1720794"/>
              <a:gd name="connsiteY838" fmla="*/ 260868 h 1708593"/>
              <a:gd name="connsiteX839" fmla="*/ 0 w 1720794"/>
              <a:gd name="connsiteY839" fmla="*/ 218505 h 1708593"/>
              <a:gd name="connsiteX840" fmla="*/ 0 w 1720794"/>
              <a:gd name="connsiteY840" fmla="*/ 99897 h 1708593"/>
              <a:gd name="connsiteX841" fmla="*/ 99855 w 1720794"/>
              <a:gd name="connsiteY841" fmla="*/ 147008 h 1708593"/>
              <a:gd name="connsiteX842" fmla="*/ 187517 w 1720794"/>
              <a:gd name="connsiteY842" fmla="*/ 189466 h 1708593"/>
              <a:gd name="connsiteX843" fmla="*/ 275179 w 1720794"/>
              <a:gd name="connsiteY843" fmla="*/ 147008 h 1708593"/>
              <a:gd name="connsiteX844" fmla="*/ 375034 w 1720794"/>
              <a:gd name="connsiteY844" fmla="*/ 99897 h 1708593"/>
              <a:gd name="connsiteX845" fmla="*/ 474941 w 1720794"/>
              <a:gd name="connsiteY845" fmla="*/ 147008 h 1708593"/>
              <a:gd name="connsiteX846" fmla="*/ 562069 w 1720794"/>
              <a:gd name="connsiteY846" fmla="*/ 189466 h 1708593"/>
              <a:gd name="connsiteX847" fmla="*/ 650315 w 1720794"/>
              <a:gd name="connsiteY847" fmla="*/ 147008 h 1708593"/>
              <a:gd name="connsiteX848" fmla="*/ 740506 w 1720794"/>
              <a:gd name="connsiteY848" fmla="*/ 100183 h 1708593"/>
              <a:gd name="connsiteX849" fmla="*/ 749586 w 1720794"/>
              <a:gd name="connsiteY849" fmla="*/ 99897 h 1708593"/>
              <a:gd name="connsiteX850" fmla="*/ 758889 w 1720794"/>
              <a:gd name="connsiteY850" fmla="*/ 100177 h 1708593"/>
              <a:gd name="connsiteX851" fmla="*/ 850154 w 1720794"/>
              <a:gd name="connsiteY851" fmla="*/ 147008 h 1708593"/>
              <a:gd name="connsiteX852" fmla="*/ 937343 w 1720794"/>
              <a:gd name="connsiteY852" fmla="*/ 189466 h 1708593"/>
              <a:gd name="connsiteX853" fmla="*/ 1025586 w 1720794"/>
              <a:gd name="connsiteY853" fmla="*/ 147008 h 1708593"/>
              <a:gd name="connsiteX854" fmla="*/ 1115684 w 1720794"/>
              <a:gd name="connsiteY854" fmla="*/ 100183 h 1708593"/>
              <a:gd name="connsiteX855" fmla="*/ 1124860 w 1720794"/>
              <a:gd name="connsiteY855" fmla="*/ 99897 h 1708593"/>
              <a:gd name="connsiteX856" fmla="*/ 1134151 w 1720794"/>
              <a:gd name="connsiteY856" fmla="*/ 100177 h 1708593"/>
              <a:gd name="connsiteX857" fmla="*/ 1225295 w 1720794"/>
              <a:gd name="connsiteY857" fmla="*/ 147008 h 1708593"/>
              <a:gd name="connsiteX858" fmla="*/ 1312377 w 1720794"/>
              <a:gd name="connsiteY858" fmla="*/ 189466 h 1708593"/>
              <a:gd name="connsiteX859" fmla="*/ 1400620 w 1720794"/>
              <a:gd name="connsiteY859" fmla="*/ 147008 h 1708593"/>
              <a:gd name="connsiteX860" fmla="*/ 1490715 w 1720794"/>
              <a:gd name="connsiteY860" fmla="*/ 100183 h 1708593"/>
              <a:gd name="connsiteX861" fmla="*/ 1499902 w 1720794"/>
              <a:gd name="connsiteY861" fmla="*/ 99897 h 1708593"/>
              <a:gd name="connsiteX862" fmla="*/ 1509200 w 1720794"/>
              <a:gd name="connsiteY862" fmla="*/ 100177 h 1708593"/>
              <a:gd name="connsiteX863" fmla="*/ 1600457 w 1720794"/>
              <a:gd name="connsiteY863" fmla="*/ 147008 h 1708593"/>
              <a:gd name="connsiteX864" fmla="*/ 1672675 w 1720794"/>
              <a:gd name="connsiteY864" fmla="*/ 188572 h 1708593"/>
              <a:gd name="connsiteX865" fmla="*/ 1687656 w 1720794"/>
              <a:gd name="connsiteY865" fmla="*/ 189466 h 1708593"/>
              <a:gd name="connsiteX866" fmla="*/ 1702991 w 1720794"/>
              <a:gd name="connsiteY866" fmla="*/ 188572 h 1708593"/>
              <a:gd name="connsiteX867" fmla="*/ 1720794 w 1720794"/>
              <a:gd name="connsiteY867" fmla="*/ 182181 h 1708593"/>
              <a:gd name="connsiteX868" fmla="*/ 1720794 w 1720794"/>
              <a:gd name="connsiteY868" fmla="*/ 202859 h 1708593"/>
              <a:gd name="connsiteX869" fmla="*/ 1696936 w 1720794"/>
              <a:gd name="connsiteY869" fmla="*/ 207216 h 1708593"/>
              <a:gd name="connsiteX870" fmla="*/ 1687656 w 1720794"/>
              <a:gd name="connsiteY870" fmla="*/ 207496 h 1708593"/>
              <a:gd name="connsiteX871" fmla="*/ 1678456 w 1720794"/>
              <a:gd name="connsiteY871" fmla="*/ 207216 h 1708593"/>
              <a:gd name="connsiteX872" fmla="*/ 1588259 w 1720794"/>
              <a:gd name="connsiteY872" fmla="*/ 160385 h 1708593"/>
              <a:gd name="connsiteX873" fmla="*/ 1515254 w 1720794"/>
              <a:gd name="connsiteY873" fmla="*/ 118821 h 1708593"/>
              <a:gd name="connsiteX874" fmla="*/ 1499902 w 1720794"/>
              <a:gd name="connsiteY874" fmla="*/ 117927 h 1708593"/>
              <a:gd name="connsiteX875" fmla="*/ 1484938 w 1720794"/>
              <a:gd name="connsiteY875" fmla="*/ 118821 h 1708593"/>
              <a:gd name="connsiteX876" fmla="*/ 1412811 w 1720794"/>
              <a:gd name="connsiteY876" fmla="*/ 160385 h 1708593"/>
              <a:gd name="connsiteX877" fmla="*/ 1312377 w 1720794"/>
              <a:gd name="connsiteY877" fmla="*/ 207496 h 1708593"/>
              <a:gd name="connsiteX878" fmla="*/ 1213103 w 1720794"/>
              <a:gd name="connsiteY878" fmla="*/ 160385 h 1708593"/>
              <a:gd name="connsiteX879" fmla="*/ 1140203 w 1720794"/>
              <a:gd name="connsiteY879" fmla="*/ 118821 h 1708593"/>
              <a:gd name="connsiteX880" fmla="*/ 1124860 w 1720794"/>
              <a:gd name="connsiteY880" fmla="*/ 117927 h 1708593"/>
              <a:gd name="connsiteX881" fmla="*/ 1109907 w 1720794"/>
              <a:gd name="connsiteY881" fmla="*/ 118821 h 1708593"/>
              <a:gd name="connsiteX882" fmla="*/ 1037780 w 1720794"/>
              <a:gd name="connsiteY882" fmla="*/ 160385 h 1708593"/>
              <a:gd name="connsiteX883" fmla="*/ 937343 w 1720794"/>
              <a:gd name="connsiteY883" fmla="*/ 207496 h 1708593"/>
              <a:gd name="connsiteX884" fmla="*/ 837942 w 1720794"/>
              <a:gd name="connsiteY884" fmla="*/ 160385 h 1708593"/>
              <a:gd name="connsiteX885" fmla="*/ 764952 w 1720794"/>
              <a:gd name="connsiteY885" fmla="*/ 118821 h 1708593"/>
              <a:gd name="connsiteX886" fmla="*/ 749586 w 1720794"/>
              <a:gd name="connsiteY886" fmla="*/ 117927 h 1708593"/>
              <a:gd name="connsiteX887" fmla="*/ 734638 w 1720794"/>
              <a:gd name="connsiteY887" fmla="*/ 118821 h 1708593"/>
              <a:gd name="connsiteX888" fmla="*/ 662511 w 1720794"/>
              <a:gd name="connsiteY888" fmla="*/ 160385 h 1708593"/>
              <a:gd name="connsiteX889" fmla="*/ 562069 w 1720794"/>
              <a:gd name="connsiteY889" fmla="*/ 207496 h 1708593"/>
              <a:gd name="connsiteX890" fmla="*/ 462743 w 1720794"/>
              <a:gd name="connsiteY890" fmla="*/ 160385 h 1708593"/>
              <a:gd name="connsiteX891" fmla="*/ 375034 w 1720794"/>
              <a:gd name="connsiteY891" fmla="*/ 117927 h 1708593"/>
              <a:gd name="connsiteX892" fmla="*/ 287371 w 1720794"/>
              <a:gd name="connsiteY892" fmla="*/ 160385 h 1708593"/>
              <a:gd name="connsiteX893" fmla="*/ 187517 w 1720794"/>
              <a:gd name="connsiteY893" fmla="*/ 207496 h 1708593"/>
              <a:gd name="connsiteX894" fmla="*/ 87663 w 1720794"/>
              <a:gd name="connsiteY894" fmla="*/ 160385 h 1708593"/>
              <a:gd name="connsiteX895" fmla="*/ 0 w 1720794"/>
              <a:gd name="connsiteY895" fmla="*/ 117927 h 1708593"/>
              <a:gd name="connsiteX896" fmla="*/ 0 w 1720794"/>
              <a:gd name="connsiteY896" fmla="*/ 0 h 1708593"/>
              <a:gd name="connsiteX897" fmla="*/ 99855 w 1720794"/>
              <a:gd name="connsiteY897" fmla="*/ 47649 h 1708593"/>
              <a:gd name="connsiteX898" fmla="*/ 187517 w 1720794"/>
              <a:gd name="connsiteY898" fmla="*/ 90067 h 1708593"/>
              <a:gd name="connsiteX899" fmla="*/ 275179 w 1720794"/>
              <a:gd name="connsiteY899" fmla="*/ 47649 h 1708593"/>
              <a:gd name="connsiteX900" fmla="*/ 375034 w 1720794"/>
              <a:gd name="connsiteY900" fmla="*/ 0 h 1708593"/>
              <a:gd name="connsiteX901" fmla="*/ 474941 w 1720794"/>
              <a:gd name="connsiteY901" fmla="*/ 47649 h 1708593"/>
              <a:gd name="connsiteX902" fmla="*/ 562069 w 1720794"/>
              <a:gd name="connsiteY902" fmla="*/ 90067 h 1708593"/>
              <a:gd name="connsiteX903" fmla="*/ 650315 w 1720794"/>
              <a:gd name="connsiteY903" fmla="*/ 47649 h 1708593"/>
              <a:gd name="connsiteX904" fmla="*/ 740506 w 1720794"/>
              <a:gd name="connsiteY904" fmla="*/ 286 h 1708593"/>
              <a:gd name="connsiteX905" fmla="*/ 749586 w 1720794"/>
              <a:gd name="connsiteY905" fmla="*/ 0 h 1708593"/>
              <a:gd name="connsiteX906" fmla="*/ 850154 w 1720794"/>
              <a:gd name="connsiteY906" fmla="*/ 47649 h 1708593"/>
              <a:gd name="connsiteX907" fmla="*/ 937343 w 1720794"/>
              <a:gd name="connsiteY907" fmla="*/ 90067 h 1708593"/>
              <a:gd name="connsiteX908" fmla="*/ 1025586 w 1720794"/>
              <a:gd name="connsiteY908" fmla="*/ 47649 h 1708593"/>
              <a:gd name="connsiteX909" fmla="*/ 1115684 w 1720794"/>
              <a:gd name="connsiteY909" fmla="*/ 286 h 1708593"/>
              <a:gd name="connsiteX910" fmla="*/ 1124860 w 1720794"/>
              <a:gd name="connsiteY910" fmla="*/ 0 h 1708593"/>
              <a:gd name="connsiteX911" fmla="*/ 1225295 w 1720794"/>
              <a:gd name="connsiteY911" fmla="*/ 47649 h 1708593"/>
              <a:gd name="connsiteX912" fmla="*/ 1312377 w 1720794"/>
              <a:gd name="connsiteY912" fmla="*/ 90067 h 1708593"/>
              <a:gd name="connsiteX913" fmla="*/ 1400620 w 1720794"/>
              <a:gd name="connsiteY913" fmla="*/ 47649 h 1708593"/>
              <a:gd name="connsiteX914" fmla="*/ 1490715 w 1720794"/>
              <a:gd name="connsiteY914" fmla="*/ 286 h 1708593"/>
              <a:gd name="connsiteX915" fmla="*/ 1499902 w 1720794"/>
              <a:gd name="connsiteY915" fmla="*/ 0 h 1708593"/>
              <a:gd name="connsiteX916" fmla="*/ 1600457 w 1720794"/>
              <a:gd name="connsiteY916" fmla="*/ 47649 h 1708593"/>
              <a:gd name="connsiteX917" fmla="*/ 1672675 w 1720794"/>
              <a:gd name="connsiteY917" fmla="*/ 89151 h 1708593"/>
              <a:gd name="connsiteX918" fmla="*/ 1687656 w 1720794"/>
              <a:gd name="connsiteY918" fmla="*/ 90067 h 1708593"/>
              <a:gd name="connsiteX919" fmla="*/ 1702991 w 1720794"/>
              <a:gd name="connsiteY919" fmla="*/ 89151 h 1708593"/>
              <a:gd name="connsiteX920" fmla="*/ 1720794 w 1720794"/>
              <a:gd name="connsiteY920" fmla="*/ 82672 h 1708593"/>
              <a:gd name="connsiteX921" fmla="*/ 1720794 w 1720794"/>
              <a:gd name="connsiteY921" fmla="*/ 103349 h 1708593"/>
              <a:gd name="connsiteX922" fmla="*/ 1696936 w 1720794"/>
              <a:gd name="connsiteY922" fmla="*/ 107795 h 1708593"/>
              <a:gd name="connsiteX923" fmla="*/ 1687656 w 1720794"/>
              <a:gd name="connsiteY923" fmla="*/ 108081 h 1708593"/>
              <a:gd name="connsiteX924" fmla="*/ 1678456 w 1720794"/>
              <a:gd name="connsiteY924" fmla="*/ 107795 h 1708593"/>
              <a:gd name="connsiteX925" fmla="*/ 1588259 w 1720794"/>
              <a:gd name="connsiteY925" fmla="*/ 60433 h 1708593"/>
              <a:gd name="connsiteX926" fmla="*/ 1515254 w 1720794"/>
              <a:gd name="connsiteY926" fmla="*/ 18931 h 1708593"/>
              <a:gd name="connsiteX927" fmla="*/ 1499902 w 1720794"/>
              <a:gd name="connsiteY927" fmla="*/ 18014 h 1708593"/>
              <a:gd name="connsiteX928" fmla="*/ 1484938 w 1720794"/>
              <a:gd name="connsiteY928" fmla="*/ 18931 h 1708593"/>
              <a:gd name="connsiteX929" fmla="*/ 1412811 w 1720794"/>
              <a:gd name="connsiteY929" fmla="*/ 60433 h 1708593"/>
              <a:gd name="connsiteX930" fmla="*/ 1312377 w 1720794"/>
              <a:gd name="connsiteY930" fmla="*/ 108081 h 1708593"/>
              <a:gd name="connsiteX931" fmla="*/ 1213103 w 1720794"/>
              <a:gd name="connsiteY931" fmla="*/ 60433 h 1708593"/>
              <a:gd name="connsiteX932" fmla="*/ 1140203 w 1720794"/>
              <a:gd name="connsiteY932" fmla="*/ 18931 h 1708593"/>
              <a:gd name="connsiteX933" fmla="*/ 1124860 w 1720794"/>
              <a:gd name="connsiteY933" fmla="*/ 18014 h 1708593"/>
              <a:gd name="connsiteX934" fmla="*/ 1109907 w 1720794"/>
              <a:gd name="connsiteY934" fmla="*/ 18931 h 1708593"/>
              <a:gd name="connsiteX935" fmla="*/ 1037780 w 1720794"/>
              <a:gd name="connsiteY935" fmla="*/ 60433 h 1708593"/>
              <a:gd name="connsiteX936" fmla="*/ 937343 w 1720794"/>
              <a:gd name="connsiteY936" fmla="*/ 108081 h 1708593"/>
              <a:gd name="connsiteX937" fmla="*/ 837942 w 1720794"/>
              <a:gd name="connsiteY937" fmla="*/ 60433 h 1708593"/>
              <a:gd name="connsiteX938" fmla="*/ 764952 w 1720794"/>
              <a:gd name="connsiteY938" fmla="*/ 18931 h 1708593"/>
              <a:gd name="connsiteX939" fmla="*/ 749586 w 1720794"/>
              <a:gd name="connsiteY939" fmla="*/ 18014 h 1708593"/>
              <a:gd name="connsiteX940" fmla="*/ 734638 w 1720794"/>
              <a:gd name="connsiteY940" fmla="*/ 18931 h 1708593"/>
              <a:gd name="connsiteX941" fmla="*/ 662511 w 1720794"/>
              <a:gd name="connsiteY941" fmla="*/ 60433 h 1708593"/>
              <a:gd name="connsiteX942" fmla="*/ 562069 w 1720794"/>
              <a:gd name="connsiteY942" fmla="*/ 108081 h 1708593"/>
              <a:gd name="connsiteX943" fmla="*/ 462743 w 1720794"/>
              <a:gd name="connsiteY943" fmla="*/ 60433 h 1708593"/>
              <a:gd name="connsiteX944" fmla="*/ 375034 w 1720794"/>
              <a:gd name="connsiteY944" fmla="*/ 18014 h 1708593"/>
              <a:gd name="connsiteX945" fmla="*/ 287371 w 1720794"/>
              <a:gd name="connsiteY945" fmla="*/ 60433 h 1708593"/>
              <a:gd name="connsiteX946" fmla="*/ 187517 w 1720794"/>
              <a:gd name="connsiteY946" fmla="*/ 108081 h 1708593"/>
              <a:gd name="connsiteX947" fmla="*/ 87663 w 1720794"/>
              <a:gd name="connsiteY947" fmla="*/ 60433 h 1708593"/>
              <a:gd name="connsiteX948" fmla="*/ 0 w 1720794"/>
              <a:gd name="connsiteY948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</a:cxnLst>
            <a:rect l="l" t="t" r="r" b="b"/>
            <a:pathLst>
              <a:path w="1720794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803998" y="1603627"/>
                  <a:pt x="828351" y="1626915"/>
                  <a:pt x="850154" y="1648161"/>
                </a:cubicBezTo>
                <a:cubicBezTo>
                  <a:pt x="873408" y="1670242"/>
                  <a:pt x="894909" y="1690580"/>
                  <a:pt x="937343" y="1690580"/>
                </a:cubicBezTo>
                <a:cubicBezTo>
                  <a:pt x="980892" y="1690580"/>
                  <a:pt x="1002368" y="1670242"/>
                  <a:pt x="1025586" y="1648161"/>
                </a:cubicBezTo>
                <a:cubicBezTo>
                  <a:pt x="1047357" y="1626915"/>
                  <a:pt x="1071175" y="1603627"/>
                  <a:pt x="1115684" y="1600798"/>
                </a:cubicBezTo>
                <a:lnTo>
                  <a:pt x="1124860" y="1600512"/>
                </a:lnTo>
                <a:lnTo>
                  <a:pt x="1134151" y="1600798"/>
                </a:lnTo>
                <a:cubicBezTo>
                  <a:pt x="1179136" y="1603627"/>
                  <a:pt x="1202980" y="1626915"/>
                  <a:pt x="1225295" y="1648161"/>
                </a:cubicBezTo>
                <a:cubicBezTo>
                  <a:pt x="1248517" y="1670242"/>
                  <a:pt x="1270006" y="1690580"/>
                  <a:pt x="1312377" y="1690580"/>
                </a:cubicBezTo>
                <a:cubicBezTo>
                  <a:pt x="1355923" y="1690580"/>
                  <a:pt x="1377398" y="1670242"/>
                  <a:pt x="1400620" y="1648161"/>
                </a:cubicBezTo>
                <a:cubicBezTo>
                  <a:pt x="1422391" y="1626915"/>
                  <a:pt x="1446206" y="1603627"/>
                  <a:pt x="1490715" y="1600798"/>
                </a:cubicBezTo>
                <a:lnTo>
                  <a:pt x="1499902" y="1600512"/>
                </a:lnTo>
                <a:lnTo>
                  <a:pt x="1509200" y="1600798"/>
                </a:lnTo>
                <a:cubicBezTo>
                  <a:pt x="1554240" y="1603627"/>
                  <a:pt x="1578118" y="1626915"/>
                  <a:pt x="1600457" y="1648161"/>
                </a:cubicBezTo>
                <a:cubicBezTo>
                  <a:pt x="1620811" y="1667482"/>
                  <a:pt x="1639813" y="1685468"/>
                  <a:pt x="1672675" y="1689663"/>
                </a:cubicBezTo>
                <a:lnTo>
                  <a:pt x="1687656" y="1690580"/>
                </a:lnTo>
                <a:lnTo>
                  <a:pt x="1702991" y="1689663"/>
                </a:lnTo>
                <a:lnTo>
                  <a:pt x="1720794" y="1683184"/>
                </a:lnTo>
                <a:lnTo>
                  <a:pt x="1720794" y="1703862"/>
                </a:lnTo>
                <a:lnTo>
                  <a:pt x="1696936" y="1708307"/>
                </a:lnTo>
                <a:lnTo>
                  <a:pt x="1687656" y="1708593"/>
                </a:lnTo>
                <a:lnTo>
                  <a:pt x="1678456" y="1708307"/>
                </a:lnTo>
                <a:cubicBezTo>
                  <a:pt x="1633891" y="1705479"/>
                  <a:pt x="1610048" y="1682190"/>
                  <a:pt x="1588259" y="1660945"/>
                </a:cubicBezTo>
                <a:cubicBezTo>
                  <a:pt x="1567905" y="1641624"/>
                  <a:pt x="1548904" y="1623638"/>
                  <a:pt x="1515254" y="1619443"/>
                </a:cubicBezTo>
                <a:lnTo>
                  <a:pt x="1499902" y="1618526"/>
                </a:lnTo>
                <a:lnTo>
                  <a:pt x="1484938" y="1619443"/>
                </a:lnTo>
                <a:cubicBezTo>
                  <a:pt x="1452117" y="1623638"/>
                  <a:pt x="1433131" y="1641624"/>
                  <a:pt x="1412811" y="1660945"/>
                </a:cubicBezTo>
                <a:cubicBezTo>
                  <a:pt x="1389009" y="1683607"/>
                  <a:pt x="1363465" y="1708593"/>
                  <a:pt x="1312377" y="1708593"/>
                </a:cubicBezTo>
                <a:cubicBezTo>
                  <a:pt x="1261869" y="1708593"/>
                  <a:pt x="1236325" y="1683607"/>
                  <a:pt x="1213103" y="1660945"/>
                </a:cubicBezTo>
                <a:cubicBezTo>
                  <a:pt x="1192784" y="1641624"/>
                  <a:pt x="1173800" y="1623638"/>
                  <a:pt x="1140203" y="1619443"/>
                </a:cubicBezTo>
                <a:lnTo>
                  <a:pt x="1124860" y="1618526"/>
                </a:lnTo>
                <a:lnTo>
                  <a:pt x="1109907" y="1619443"/>
                </a:lnTo>
                <a:cubicBezTo>
                  <a:pt x="1077083" y="1623638"/>
                  <a:pt x="1058099" y="1641624"/>
                  <a:pt x="1037780" y="1660945"/>
                </a:cubicBezTo>
                <a:cubicBezTo>
                  <a:pt x="1014563" y="1683607"/>
                  <a:pt x="988431" y="1708593"/>
                  <a:pt x="937343" y="1708593"/>
                </a:cubicBezTo>
                <a:cubicBezTo>
                  <a:pt x="887352" y="1708593"/>
                  <a:pt x="861195" y="1683607"/>
                  <a:pt x="837942" y="1660945"/>
                </a:cubicBezTo>
                <a:cubicBezTo>
                  <a:pt x="817603" y="1641624"/>
                  <a:pt x="798587" y="1623638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803998" y="1504144"/>
                  <a:pt x="828351" y="1526943"/>
                  <a:pt x="850154" y="1548208"/>
                </a:cubicBezTo>
                <a:cubicBezTo>
                  <a:pt x="873408" y="1570891"/>
                  <a:pt x="894909" y="1590666"/>
                  <a:pt x="937343" y="1590666"/>
                </a:cubicBezTo>
                <a:cubicBezTo>
                  <a:pt x="980892" y="1590666"/>
                  <a:pt x="1002368" y="1570310"/>
                  <a:pt x="1025586" y="1548208"/>
                </a:cubicBezTo>
                <a:cubicBezTo>
                  <a:pt x="1047357" y="1526943"/>
                  <a:pt x="1071175" y="1504144"/>
                  <a:pt x="1115684" y="1501377"/>
                </a:cubicBezTo>
                <a:lnTo>
                  <a:pt x="1124860" y="1501097"/>
                </a:lnTo>
                <a:lnTo>
                  <a:pt x="1134151" y="1501377"/>
                </a:lnTo>
                <a:cubicBezTo>
                  <a:pt x="1179136" y="1504144"/>
                  <a:pt x="1202980" y="1526943"/>
                  <a:pt x="1225295" y="1548208"/>
                </a:cubicBezTo>
                <a:cubicBezTo>
                  <a:pt x="1248517" y="1570891"/>
                  <a:pt x="1270006" y="1590666"/>
                  <a:pt x="1312377" y="1590666"/>
                </a:cubicBezTo>
                <a:cubicBezTo>
                  <a:pt x="1355923" y="1590666"/>
                  <a:pt x="1377398" y="1570310"/>
                  <a:pt x="1400620" y="1548208"/>
                </a:cubicBezTo>
                <a:cubicBezTo>
                  <a:pt x="1422391" y="1526943"/>
                  <a:pt x="1446206" y="1504144"/>
                  <a:pt x="1490715" y="1501377"/>
                </a:cubicBezTo>
                <a:lnTo>
                  <a:pt x="1499902" y="1501097"/>
                </a:lnTo>
                <a:lnTo>
                  <a:pt x="1509200" y="1501377"/>
                </a:lnTo>
                <a:cubicBezTo>
                  <a:pt x="1554240" y="1504144"/>
                  <a:pt x="1578118" y="1526943"/>
                  <a:pt x="1600457" y="1548208"/>
                </a:cubicBezTo>
                <a:cubicBezTo>
                  <a:pt x="1620811" y="1568056"/>
                  <a:pt x="1639813" y="1585677"/>
                  <a:pt x="1672675" y="1589772"/>
                </a:cubicBezTo>
                <a:lnTo>
                  <a:pt x="1687656" y="1590666"/>
                </a:lnTo>
                <a:lnTo>
                  <a:pt x="1702991" y="1589748"/>
                </a:lnTo>
                <a:lnTo>
                  <a:pt x="1720794" y="1583264"/>
                </a:lnTo>
                <a:lnTo>
                  <a:pt x="1720794" y="1603961"/>
                </a:lnTo>
                <a:lnTo>
                  <a:pt x="1696936" y="1608410"/>
                </a:lnTo>
                <a:lnTo>
                  <a:pt x="1687656" y="1608697"/>
                </a:lnTo>
                <a:lnTo>
                  <a:pt x="1678456" y="1608410"/>
                </a:lnTo>
                <a:cubicBezTo>
                  <a:pt x="1633891" y="1605580"/>
                  <a:pt x="1610048" y="1582269"/>
                  <a:pt x="1588259" y="1561004"/>
                </a:cubicBezTo>
                <a:cubicBezTo>
                  <a:pt x="1567905" y="1541665"/>
                  <a:pt x="1548904" y="1523662"/>
                  <a:pt x="1515254" y="1519464"/>
                </a:cubicBezTo>
                <a:lnTo>
                  <a:pt x="1499902" y="1518546"/>
                </a:lnTo>
                <a:lnTo>
                  <a:pt x="1484938" y="1519464"/>
                </a:lnTo>
                <a:cubicBezTo>
                  <a:pt x="1452117" y="1523662"/>
                  <a:pt x="1433131" y="1541665"/>
                  <a:pt x="1412811" y="1561004"/>
                </a:cubicBezTo>
                <a:cubicBezTo>
                  <a:pt x="1389009" y="1583687"/>
                  <a:pt x="1363465" y="1608697"/>
                  <a:pt x="1312377" y="1608697"/>
                </a:cubicBezTo>
                <a:cubicBezTo>
                  <a:pt x="1261869" y="1608697"/>
                  <a:pt x="1236325" y="1583687"/>
                  <a:pt x="1213103" y="1561004"/>
                </a:cubicBezTo>
                <a:cubicBezTo>
                  <a:pt x="1192784" y="1541665"/>
                  <a:pt x="1173800" y="1523662"/>
                  <a:pt x="1140203" y="1519464"/>
                </a:cubicBezTo>
                <a:lnTo>
                  <a:pt x="1124860" y="1518546"/>
                </a:lnTo>
                <a:lnTo>
                  <a:pt x="1109907" y="1519464"/>
                </a:lnTo>
                <a:cubicBezTo>
                  <a:pt x="1077083" y="1523662"/>
                  <a:pt x="1058099" y="1541665"/>
                  <a:pt x="1037780" y="1561004"/>
                </a:cubicBezTo>
                <a:cubicBezTo>
                  <a:pt x="1014563" y="1583687"/>
                  <a:pt x="988431" y="1608697"/>
                  <a:pt x="937343" y="1608697"/>
                </a:cubicBezTo>
                <a:cubicBezTo>
                  <a:pt x="887352" y="1608697"/>
                  <a:pt x="861195" y="1583687"/>
                  <a:pt x="837942" y="1561004"/>
                </a:cubicBezTo>
                <a:cubicBezTo>
                  <a:pt x="817603" y="1541665"/>
                  <a:pt x="798587" y="1523662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5"/>
                </a:cubicBezTo>
                <a:cubicBezTo>
                  <a:pt x="123076" y="1469726"/>
                  <a:pt x="144556" y="1490064"/>
                  <a:pt x="187517" y="1490064"/>
                </a:cubicBezTo>
                <a:cubicBezTo>
                  <a:pt x="230477" y="1490064"/>
                  <a:pt x="251957" y="1469726"/>
                  <a:pt x="275179" y="1447645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5"/>
                </a:cubicBezTo>
                <a:cubicBezTo>
                  <a:pt x="498175" y="1469726"/>
                  <a:pt x="519667" y="1490064"/>
                  <a:pt x="562069" y="1490064"/>
                </a:cubicBezTo>
                <a:cubicBezTo>
                  <a:pt x="605610" y="1490064"/>
                  <a:pt x="627090" y="1469726"/>
                  <a:pt x="650315" y="1447645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803998" y="1403111"/>
                  <a:pt x="828351" y="1426400"/>
                  <a:pt x="850154" y="1447645"/>
                </a:cubicBezTo>
                <a:cubicBezTo>
                  <a:pt x="873408" y="1469726"/>
                  <a:pt x="894909" y="1490064"/>
                  <a:pt x="937343" y="1490064"/>
                </a:cubicBezTo>
                <a:cubicBezTo>
                  <a:pt x="980892" y="1490064"/>
                  <a:pt x="1002368" y="1469726"/>
                  <a:pt x="1025586" y="1447645"/>
                </a:cubicBezTo>
                <a:cubicBezTo>
                  <a:pt x="1047357" y="1426400"/>
                  <a:pt x="1071175" y="1403111"/>
                  <a:pt x="1115684" y="1400283"/>
                </a:cubicBezTo>
                <a:lnTo>
                  <a:pt x="1124860" y="1399997"/>
                </a:lnTo>
                <a:lnTo>
                  <a:pt x="1134151" y="1400283"/>
                </a:lnTo>
                <a:cubicBezTo>
                  <a:pt x="1179136" y="1403111"/>
                  <a:pt x="1202980" y="1426400"/>
                  <a:pt x="1225295" y="1447645"/>
                </a:cubicBezTo>
                <a:cubicBezTo>
                  <a:pt x="1248517" y="1469726"/>
                  <a:pt x="1270006" y="1490064"/>
                  <a:pt x="1312377" y="1490064"/>
                </a:cubicBezTo>
                <a:cubicBezTo>
                  <a:pt x="1355923" y="1490064"/>
                  <a:pt x="1377398" y="1469726"/>
                  <a:pt x="1400620" y="1447645"/>
                </a:cubicBezTo>
                <a:cubicBezTo>
                  <a:pt x="1422391" y="1426400"/>
                  <a:pt x="1446206" y="1403111"/>
                  <a:pt x="1490715" y="1400283"/>
                </a:cubicBezTo>
                <a:lnTo>
                  <a:pt x="1499902" y="1399997"/>
                </a:lnTo>
                <a:lnTo>
                  <a:pt x="1509200" y="1400283"/>
                </a:lnTo>
                <a:cubicBezTo>
                  <a:pt x="1554240" y="1403111"/>
                  <a:pt x="1578118" y="1426400"/>
                  <a:pt x="1600457" y="1447645"/>
                </a:cubicBezTo>
                <a:cubicBezTo>
                  <a:pt x="1620811" y="1466966"/>
                  <a:pt x="1639813" y="1484953"/>
                  <a:pt x="1672675" y="1489147"/>
                </a:cubicBezTo>
                <a:lnTo>
                  <a:pt x="1687656" y="1490064"/>
                </a:lnTo>
                <a:lnTo>
                  <a:pt x="1702991" y="1489147"/>
                </a:lnTo>
                <a:lnTo>
                  <a:pt x="1720794" y="1482668"/>
                </a:lnTo>
                <a:lnTo>
                  <a:pt x="1720794" y="1503346"/>
                </a:lnTo>
                <a:lnTo>
                  <a:pt x="1696936" y="1507792"/>
                </a:lnTo>
                <a:lnTo>
                  <a:pt x="1687656" y="1508078"/>
                </a:lnTo>
                <a:lnTo>
                  <a:pt x="1678456" y="1507792"/>
                </a:lnTo>
                <a:cubicBezTo>
                  <a:pt x="1633891" y="1504964"/>
                  <a:pt x="1610048" y="1481675"/>
                  <a:pt x="1588259" y="1460429"/>
                </a:cubicBezTo>
                <a:cubicBezTo>
                  <a:pt x="1567905" y="1441108"/>
                  <a:pt x="1548904" y="1423122"/>
                  <a:pt x="1515254" y="1418928"/>
                </a:cubicBezTo>
                <a:lnTo>
                  <a:pt x="1499902" y="1418010"/>
                </a:lnTo>
                <a:lnTo>
                  <a:pt x="1484938" y="1418928"/>
                </a:lnTo>
                <a:cubicBezTo>
                  <a:pt x="1452117" y="1423122"/>
                  <a:pt x="1433131" y="1441108"/>
                  <a:pt x="1412811" y="1460429"/>
                </a:cubicBezTo>
                <a:cubicBezTo>
                  <a:pt x="1389009" y="1483091"/>
                  <a:pt x="1363465" y="1508078"/>
                  <a:pt x="1312377" y="1508078"/>
                </a:cubicBezTo>
                <a:cubicBezTo>
                  <a:pt x="1261869" y="1508078"/>
                  <a:pt x="1236325" y="1483091"/>
                  <a:pt x="1213103" y="1460429"/>
                </a:cubicBezTo>
                <a:cubicBezTo>
                  <a:pt x="1192784" y="1441108"/>
                  <a:pt x="1173800" y="1423122"/>
                  <a:pt x="1140203" y="1418928"/>
                </a:cubicBezTo>
                <a:lnTo>
                  <a:pt x="1124860" y="1418010"/>
                </a:lnTo>
                <a:lnTo>
                  <a:pt x="1109907" y="1418928"/>
                </a:lnTo>
                <a:cubicBezTo>
                  <a:pt x="1077083" y="1423122"/>
                  <a:pt x="1058099" y="1441108"/>
                  <a:pt x="1037780" y="1460429"/>
                </a:cubicBezTo>
                <a:cubicBezTo>
                  <a:pt x="1014563" y="1483091"/>
                  <a:pt x="988431" y="1508078"/>
                  <a:pt x="937343" y="1508078"/>
                </a:cubicBezTo>
                <a:cubicBezTo>
                  <a:pt x="887352" y="1508078"/>
                  <a:pt x="861195" y="1483091"/>
                  <a:pt x="837942" y="1460429"/>
                </a:cubicBezTo>
                <a:cubicBezTo>
                  <a:pt x="817603" y="1441108"/>
                  <a:pt x="798587" y="1423122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803998" y="1303697"/>
                  <a:pt x="828351" y="1326973"/>
                  <a:pt x="850154" y="1347693"/>
                </a:cubicBezTo>
                <a:cubicBezTo>
                  <a:pt x="873408" y="1370376"/>
                  <a:pt x="894909" y="1390151"/>
                  <a:pt x="937343" y="1390151"/>
                </a:cubicBezTo>
                <a:cubicBezTo>
                  <a:pt x="980892" y="1390151"/>
                  <a:pt x="1002368" y="1370376"/>
                  <a:pt x="1025586" y="1347693"/>
                </a:cubicBezTo>
                <a:cubicBezTo>
                  <a:pt x="1047357" y="1326973"/>
                  <a:pt x="1071175" y="1303697"/>
                  <a:pt x="1115684" y="1300868"/>
                </a:cubicBezTo>
                <a:lnTo>
                  <a:pt x="1124860" y="1300582"/>
                </a:lnTo>
                <a:lnTo>
                  <a:pt x="1134151" y="1300868"/>
                </a:lnTo>
                <a:cubicBezTo>
                  <a:pt x="1179136" y="1303697"/>
                  <a:pt x="1202980" y="1326973"/>
                  <a:pt x="1225295" y="1347693"/>
                </a:cubicBezTo>
                <a:cubicBezTo>
                  <a:pt x="1248517" y="1370376"/>
                  <a:pt x="1270006" y="1390151"/>
                  <a:pt x="1312377" y="1390151"/>
                </a:cubicBezTo>
                <a:cubicBezTo>
                  <a:pt x="1355923" y="1390151"/>
                  <a:pt x="1377398" y="1370376"/>
                  <a:pt x="1400620" y="1347693"/>
                </a:cubicBezTo>
                <a:cubicBezTo>
                  <a:pt x="1422391" y="1326973"/>
                  <a:pt x="1446206" y="1303697"/>
                  <a:pt x="1490715" y="1300868"/>
                </a:cubicBezTo>
                <a:lnTo>
                  <a:pt x="1499902" y="1300582"/>
                </a:lnTo>
                <a:lnTo>
                  <a:pt x="1509200" y="1300868"/>
                </a:lnTo>
                <a:cubicBezTo>
                  <a:pt x="1554240" y="1303697"/>
                  <a:pt x="1578118" y="1326973"/>
                  <a:pt x="1600457" y="1347693"/>
                </a:cubicBezTo>
                <a:cubicBezTo>
                  <a:pt x="1620811" y="1367541"/>
                  <a:pt x="1639813" y="1385162"/>
                  <a:pt x="1672675" y="1389257"/>
                </a:cubicBezTo>
                <a:lnTo>
                  <a:pt x="1687656" y="1390151"/>
                </a:lnTo>
                <a:lnTo>
                  <a:pt x="1702991" y="1389257"/>
                </a:lnTo>
                <a:lnTo>
                  <a:pt x="1720794" y="1382866"/>
                </a:lnTo>
                <a:lnTo>
                  <a:pt x="1720794" y="1403544"/>
                </a:lnTo>
                <a:lnTo>
                  <a:pt x="1696936" y="1407901"/>
                </a:lnTo>
                <a:lnTo>
                  <a:pt x="1687656" y="1408181"/>
                </a:lnTo>
                <a:lnTo>
                  <a:pt x="1678456" y="1407901"/>
                </a:lnTo>
                <a:cubicBezTo>
                  <a:pt x="1633891" y="1405135"/>
                  <a:pt x="1610048" y="1382336"/>
                  <a:pt x="1588259" y="1361070"/>
                </a:cubicBezTo>
                <a:cubicBezTo>
                  <a:pt x="1567905" y="1341222"/>
                  <a:pt x="1548904" y="1323601"/>
                  <a:pt x="1515254" y="1319506"/>
                </a:cubicBezTo>
                <a:lnTo>
                  <a:pt x="1499902" y="1318612"/>
                </a:lnTo>
                <a:lnTo>
                  <a:pt x="1484938" y="1319506"/>
                </a:lnTo>
                <a:cubicBezTo>
                  <a:pt x="1452117" y="1323601"/>
                  <a:pt x="1433131" y="1341222"/>
                  <a:pt x="1412811" y="1361070"/>
                </a:cubicBezTo>
                <a:cubicBezTo>
                  <a:pt x="1389009" y="1383753"/>
                  <a:pt x="1363465" y="1408181"/>
                  <a:pt x="1312377" y="1408181"/>
                </a:cubicBezTo>
                <a:cubicBezTo>
                  <a:pt x="1261869" y="1408181"/>
                  <a:pt x="1236325" y="1383753"/>
                  <a:pt x="1213103" y="1361070"/>
                </a:cubicBezTo>
                <a:cubicBezTo>
                  <a:pt x="1192784" y="1341222"/>
                  <a:pt x="1173800" y="1323601"/>
                  <a:pt x="1140203" y="1319506"/>
                </a:cubicBezTo>
                <a:lnTo>
                  <a:pt x="1124860" y="1318612"/>
                </a:lnTo>
                <a:lnTo>
                  <a:pt x="1109907" y="1319506"/>
                </a:lnTo>
                <a:cubicBezTo>
                  <a:pt x="1077083" y="1323601"/>
                  <a:pt x="1058099" y="1341222"/>
                  <a:pt x="1037780" y="1361070"/>
                </a:cubicBezTo>
                <a:cubicBezTo>
                  <a:pt x="1014563" y="1383753"/>
                  <a:pt x="988431" y="1408181"/>
                  <a:pt x="937343" y="1408181"/>
                </a:cubicBezTo>
                <a:cubicBezTo>
                  <a:pt x="887352" y="1408181"/>
                  <a:pt x="861195" y="1383753"/>
                  <a:pt x="837942" y="1361070"/>
                </a:cubicBezTo>
                <a:cubicBezTo>
                  <a:pt x="817603" y="1341222"/>
                  <a:pt x="798587" y="1323601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803998" y="1203799"/>
                  <a:pt x="828351" y="1227088"/>
                  <a:pt x="850154" y="1248334"/>
                </a:cubicBezTo>
                <a:cubicBezTo>
                  <a:pt x="873408" y="1270415"/>
                  <a:pt x="894909" y="1290753"/>
                  <a:pt x="937343" y="1290753"/>
                </a:cubicBezTo>
                <a:cubicBezTo>
                  <a:pt x="980892" y="1290753"/>
                  <a:pt x="1002368" y="1270415"/>
                  <a:pt x="1025586" y="1248334"/>
                </a:cubicBezTo>
                <a:cubicBezTo>
                  <a:pt x="1047357" y="1227088"/>
                  <a:pt x="1071175" y="1203799"/>
                  <a:pt x="1115684" y="1200971"/>
                </a:cubicBezTo>
                <a:lnTo>
                  <a:pt x="1124860" y="1200685"/>
                </a:lnTo>
                <a:lnTo>
                  <a:pt x="1134151" y="1200971"/>
                </a:lnTo>
                <a:cubicBezTo>
                  <a:pt x="1179136" y="1203799"/>
                  <a:pt x="1202980" y="1227088"/>
                  <a:pt x="1225295" y="1248334"/>
                </a:cubicBezTo>
                <a:cubicBezTo>
                  <a:pt x="1248517" y="1270415"/>
                  <a:pt x="1270006" y="1290753"/>
                  <a:pt x="1312377" y="1290753"/>
                </a:cubicBezTo>
                <a:cubicBezTo>
                  <a:pt x="1355923" y="1290753"/>
                  <a:pt x="1377398" y="1270415"/>
                  <a:pt x="1400620" y="1248334"/>
                </a:cubicBezTo>
                <a:cubicBezTo>
                  <a:pt x="1422391" y="1227088"/>
                  <a:pt x="1446206" y="1203799"/>
                  <a:pt x="1490715" y="1200971"/>
                </a:cubicBezTo>
                <a:lnTo>
                  <a:pt x="1499902" y="1200685"/>
                </a:lnTo>
                <a:lnTo>
                  <a:pt x="1509200" y="1200971"/>
                </a:lnTo>
                <a:cubicBezTo>
                  <a:pt x="1554240" y="1203799"/>
                  <a:pt x="1578118" y="1227088"/>
                  <a:pt x="1600457" y="1248334"/>
                </a:cubicBezTo>
                <a:cubicBezTo>
                  <a:pt x="1620811" y="1267654"/>
                  <a:pt x="1639813" y="1285641"/>
                  <a:pt x="1672675" y="1289836"/>
                </a:cubicBezTo>
                <a:lnTo>
                  <a:pt x="1687656" y="1290753"/>
                </a:lnTo>
                <a:lnTo>
                  <a:pt x="1702991" y="1289836"/>
                </a:lnTo>
                <a:lnTo>
                  <a:pt x="1720794" y="1283357"/>
                </a:lnTo>
                <a:lnTo>
                  <a:pt x="1720794" y="1304034"/>
                </a:lnTo>
                <a:lnTo>
                  <a:pt x="1696936" y="1308480"/>
                </a:lnTo>
                <a:lnTo>
                  <a:pt x="1687656" y="1308766"/>
                </a:lnTo>
                <a:lnTo>
                  <a:pt x="1678456" y="1308480"/>
                </a:lnTo>
                <a:cubicBezTo>
                  <a:pt x="1633891" y="1305652"/>
                  <a:pt x="1610048" y="1282363"/>
                  <a:pt x="1588259" y="1261118"/>
                </a:cubicBezTo>
                <a:cubicBezTo>
                  <a:pt x="1567905" y="1241797"/>
                  <a:pt x="1548904" y="1223810"/>
                  <a:pt x="1515254" y="1219616"/>
                </a:cubicBezTo>
                <a:lnTo>
                  <a:pt x="1499902" y="1218699"/>
                </a:lnTo>
                <a:lnTo>
                  <a:pt x="1484938" y="1219616"/>
                </a:lnTo>
                <a:cubicBezTo>
                  <a:pt x="1452117" y="1223810"/>
                  <a:pt x="1433131" y="1241797"/>
                  <a:pt x="1412811" y="1261118"/>
                </a:cubicBezTo>
                <a:cubicBezTo>
                  <a:pt x="1389009" y="1283779"/>
                  <a:pt x="1363465" y="1308766"/>
                  <a:pt x="1312377" y="1308766"/>
                </a:cubicBezTo>
                <a:cubicBezTo>
                  <a:pt x="1261869" y="1308766"/>
                  <a:pt x="1236325" y="1283779"/>
                  <a:pt x="1213103" y="1261118"/>
                </a:cubicBezTo>
                <a:cubicBezTo>
                  <a:pt x="1192784" y="1241797"/>
                  <a:pt x="1173800" y="1223810"/>
                  <a:pt x="1140203" y="1219616"/>
                </a:cubicBezTo>
                <a:lnTo>
                  <a:pt x="1124860" y="1218699"/>
                </a:lnTo>
                <a:lnTo>
                  <a:pt x="1109907" y="1219616"/>
                </a:lnTo>
                <a:cubicBezTo>
                  <a:pt x="1077083" y="1223810"/>
                  <a:pt x="1058099" y="1241797"/>
                  <a:pt x="1037780" y="1261118"/>
                </a:cubicBezTo>
                <a:cubicBezTo>
                  <a:pt x="1014563" y="1283779"/>
                  <a:pt x="988431" y="1308766"/>
                  <a:pt x="937343" y="1308766"/>
                </a:cubicBezTo>
                <a:cubicBezTo>
                  <a:pt x="887352" y="1308766"/>
                  <a:pt x="861195" y="1283779"/>
                  <a:pt x="837942" y="1261118"/>
                </a:cubicBezTo>
                <a:cubicBezTo>
                  <a:pt x="817603" y="1241797"/>
                  <a:pt x="798587" y="1223810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1" y="1241797"/>
                  <a:pt x="662511" y="1261118"/>
                </a:cubicBezTo>
                <a:cubicBezTo>
                  <a:pt x="639282" y="1283779"/>
                  <a:pt x="613157" y="1308766"/>
                  <a:pt x="562069" y="1308766"/>
                </a:cubicBezTo>
                <a:cubicBezTo>
                  <a:pt x="512115" y="1308766"/>
                  <a:pt x="485977" y="1283779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79"/>
                  <a:pt x="238024" y="1308766"/>
                  <a:pt x="187517" y="1308766"/>
                </a:cubicBezTo>
                <a:cubicBezTo>
                  <a:pt x="137009" y="1308766"/>
                  <a:pt x="111465" y="1283779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803998" y="1103181"/>
                  <a:pt x="828351" y="1126469"/>
                  <a:pt x="850154" y="1147715"/>
                </a:cubicBezTo>
                <a:cubicBezTo>
                  <a:pt x="873408" y="1169796"/>
                  <a:pt x="894909" y="1190134"/>
                  <a:pt x="937343" y="1190134"/>
                </a:cubicBezTo>
                <a:cubicBezTo>
                  <a:pt x="980892" y="1190134"/>
                  <a:pt x="1002368" y="1169796"/>
                  <a:pt x="1025586" y="1147715"/>
                </a:cubicBezTo>
                <a:cubicBezTo>
                  <a:pt x="1047357" y="1126469"/>
                  <a:pt x="1071175" y="1103181"/>
                  <a:pt x="1115684" y="1100352"/>
                </a:cubicBezTo>
                <a:lnTo>
                  <a:pt x="1124860" y="1100066"/>
                </a:lnTo>
                <a:lnTo>
                  <a:pt x="1134151" y="1100352"/>
                </a:lnTo>
                <a:cubicBezTo>
                  <a:pt x="1179136" y="1103181"/>
                  <a:pt x="1202980" y="1126469"/>
                  <a:pt x="1225295" y="1147715"/>
                </a:cubicBezTo>
                <a:cubicBezTo>
                  <a:pt x="1248517" y="1169796"/>
                  <a:pt x="1270006" y="1190134"/>
                  <a:pt x="1312377" y="1190134"/>
                </a:cubicBezTo>
                <a:cubicBezTo>
                  <a:pt x="1355923" y="1190134"/>
                  <a:pt x="1377398" y="1169796"/>
                  <a:pt x="1400620" y="1147715"/>
                </a:cubicBezTo>
                <a:cubicBezTo>
                  <a:pt x="1422391" y="1126469"/>
                  <a:pt x="1446206" y="1103181"/>
                  <a:pt x="1490715" y="1100352"/>
                </a:cubicBezTo>
                <a:lnTo>
                  <a:pt x="1499902" y="1100066"/>
                </a:lnTo>
                <a:lnTo>
                  <a:pt x="1509200" y="1100352"/>
                </a:lnTo>
                <a:cubicBezTo>
                  <a:pt x="1554240" y="1103181"/>
                  <a:pt x="1578118" y="1126469"/>
                  <a:pt x="1600457" y="1147715"/>
                </a:cubicBezTo>
                <a:cubicBezTo>
                  <a:pt x="1620811" y="1167036"/>
                  <a:pt x="1639813" y="1185022"/>
                  <a:pt x="1672675" y="1189217"/>
                </a:cubicBezTo>
                <a:lnTo>
                  <a:pt x="1687656" y="1190134"/>
                </a:lnTo>
                <a:lnTo>
                  <a:pt x="1702991" y="1189217"/>
                </a:lnTo>
                <a:lnTo>
                  <a:pt x="1720794" y="1182738"/>
                </a:lnTo>
                <a:lnTo>
                  <a:pt x="1720794" y="1203416"/>
                </a:lnTo>
                <a:lnTo>
                  <a:pt x="1696936" y="1207861"/>
                </a:lnTo>
                <a:lnTo>
                  <a:pt x="1687656" y="1208147"/>
                </a:lnTo>
                <a:lnTo>
                  <a:pt x="1678456" y="1207861"/>
                </a:lnTo>
                <a:cubicBezTo>
                  <a:pt x="1633891" y="1205033"/>
                  <a:pt x="1610048" y="1181744"/>
                  <a:pt x="1588259" y="1160499"/>
                </a:cubicBezTo>
                <a:cubicBezTo>
                  <a:pt x="1567905" y="1141178"/>
                  <a:pt x="1548904" y="1123191"/>
                  <a:pt x="1515254" y="1118997"/>
                </a:cubicBezTo>
                <a:lnTo>
                  <a:pt x="1499902" y="1118080"/>
                </a:lnTo>
                <a:lnTo>
                  <a:pt x="1484938" y="1118997"/>
                </a:lnTo>
                <a:cubicBezTo>
                  <a:pt x="1452117" y="1123191"/>
                  <a:pt x="1433131" y="1141178"/>
                  <a:pt x="1412811" y="1160499"/>
                </a:cubicBezTo>
                <a:cubicBezTo>
                  <a:pt x="1389009" y="1183161"/>
                  <a:pt x="1363465" y="1208147"/>
                  <a:pt x="1312377" y="1208147"/>
                </a:cubicBezTo>
                <a:cubicBezTo>
                  <a:pt x="1261869" y="1208147"/>
                  <a:pt x="1236325" y="1183161"/>
                  <a:pt x="1213103" y="1160499"/>
                </a:cubicBezTo>
                <a:cubicBezTo>
                  <a:pt x="1192784" y="1141178"/>
                  <a:pt x="1173800" y="1123191"/>
                  <a:pt x="1140203" y="1118997"/>
                </a:cubicBezTo>
                <a:lnTo>
                  <a:pt x="1124860" y="1118080"/>
                </a:lnTo>
                <a:lnTo>
                  <a:pt x="1109907" y="1118997"/>
                </a:lnTo>
                <a:cubicBezTo>
                  <a:pt x="1077083" y="1123191"/>
                  <a:pt x="1058099" y="1141178"/>
                  <a:pt x="1037780" y="1160499"/>
                </a:cubicBezTo>
                <a:cubicBezTo>
                  <a:pt x="1014563" y="1183161"/>
                  <a:pt x="988431" y="1208147"/>
                  <a:pt x="937343" y="1208147"/>
                </a:cubicBezTo>
                <a:cubicBezTo>
                  <a:pt x="887352" y="1208147"/>
                  <a:pt x="861195" y="1183161"/>
                  <a:pt x="837942" y="1160499"/>
                </a:cubicBezTo>
                <a:cubicBezTo>
                  <a:pt x="817603" y="1141178"/>
                  <a:pt x="798587" y="1123191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803998" y="1003698"/>
                  <a:pt x="828351" y="1026497"/>
                  <a:pt x="850154" y="1047762"/>
                </a:cubicBezTo>
                <a:cubicBezTo>
                  <a:pt x="873408" y="1070445"/>
                  <a:pt x="894909" y="1090220"/>
                  <a:pt x="937343" y="1090220"/>
                </a:cubicBezTo>
                <a:cubicBezTo>
                  <a:pt x="980892" y="1090220"/>
                  <a:pt x="1002368" y="1070445"/>
                  <a:pt x="1025586" y="1047762"/>
                </a:cubicBezTo>
                <a:cubicBezTo>
                  <a:pt x="1047357" y="1027042"/>
                  <a:pt x="1071175" y="1003766"/>
                  <a:pt x="1115684" y="1000937"/>
                </a:cubicBezTo>
                <a:lnTo>
                  <a:pt x="1124860" y="1000651"/>
                </a:lnTo>
                <a:lnTo>
                  <a:pt x="1134151" y="1000931"/>
                </a:lnTo>
                <a:cubicBezTo>
                  <a:pt x="1179136" y="1003698"/>
                  <a:pt x="1202980" y="1026497"/>
                  <a:pt x="1225295" y="1047762"/>
                </a:cubicBezTo>
                <a:cubicBezTo>
                  <a:pt x="1248517" y="1070445"/>
                  <a:pt x="1270006" y="1090220"/>
                  <a:pt x="1312377" y="1090220"/>
                </a:cubicBezTo>
                <a:cubicBezTo>
                  <a:pt x="1355923" y="1090220"/>
                  <a:pt x="1377398" y="1070445"/>
                  <a:pt x="1400620" y="1047762"/>
                </a:cubicBezTo>
                <a:cubicBezTo>
                  <a:pt x="1422391" y="1027042"/>
                  <a:pt x="1446206" y="1003766"/>
                  <a:pt x="1490715" y="1000937"/>
                </a:cubicBezTo>
                <a:lnTo>
                  <a:pt x="1499902" y="1000651"/>
                </a:lnTo>
                <a:lnTo>
                  <a:pt x="1509200" y="1000931"/>
                </a:lnTo>
                <a:cubicBezTo>
                  <a:pt x="1554240" y="1003698"/>
                  <a:pt x="1578118" y="1026497"/>
                  <a:pt x="1600457" y="1047762"/>
                </a:cubicBezTo>
                <a:cubicBezTo>
                  <a:pt x="1620811" y="1067610"/>
                  <a:pt x="1639813" y="1085231"/>
                  <a:pt x="1672675" y="1089326"/>
                </a:cubicBezTo>
                <a:lnTo>
                  <a:pt x="1687656" y="1090220"/>
                </a:lnTo>
                <a:lnTo>
                  <a:pt x="1702991" y="1089326"/>
                </a:lnTo>
                <a:lnTo>
                  <a:pt x="1720794" y="1082935"/>
                </a:lnTo>
                <a:lnTo>
                  <a:pt x="1720794" y="1103614"/>
                </a:lnTo>
                <a:lnTo>
                  <a:pt x="1696936" y="1107971"/>
                </a:lnTo>
                <a:lnTo>
                  <a:pt x="1687656" y="1108251"/>
                </a:lnTo>
                <a:lnTo>
                  <a:pt x="1678456" y="1107971"/>
                </a:lnTo>
                <a:cubicBezTo>
                  <a:pt x="1633891" y="1105204"/>
                  <a:pt x="1610048" y="1082405"/>
                  <a:pt x="1588259" y="1061140"/>
                </a:cubicBezTo>
                <a:cubicBezTo>
                  <a:pt x="1567905" y="1041292"/>
                  <a:pt x="1548904" y="1023671"/>
                  <a:pt x="1515254" y="1019575"/>
                </a:cubicBezTo>
                <a:lnTo>
                  <a:pt x="1499902" y="1018681"/>
                </a:lnTo>
                <a:lnTo>
                  <a:pt x="1484938" y="1019575"/>
                </a:lnTo>
                <a:cubicBezTo>
                  <a:pt x="1452117" y="1023671"/>
                  <a:pt x="1433131" y="1041292"/>
                  <a:pt x="1412811" y="1061140"/>
                </a:cubicBezTo>
                <a:cubicBezTo>
                  <a:pt x="1389009" y="1083823"/>
                  <a:pt x="1363465" y="1108251"/>
                  <a:pt x="1312377" y="1108251"/>
                </a:cubicBezTo>
                <a:cubicBezTo>
                  <a:pt x="1261869" y="1108251"/>
                  <a:pt x="1236325" y="1083823"/>
                  <a:pt x="1213103" y="1061140"/>
                </a:cubicBezTo>
                <a:cubicBezTo>
                  <a:pt x="1192784" y="1041292"/>
                  <a:pt x="1173800" y="1023671"/>
                  <a:pt x="1140203" y="1019575"/>
                </a:cubicBezTo>
                <a:lnTo>
                  <a:pt x="1124860" y="1018681"/>
                </a:lnTo>
                <a:lnTo>
                  <a:pt x="1109907" y="1019575"/>
                </a:lnTo>
                <a:cubicBezTo>
                  <a:pt x="1077083" y="1023671"/>
                  <a:pt x="1058099" y="1041292"/>
                  <a:pt x="1037780" y="1061140"/>
                </a:cubicBezTo>
                <a:cubicBezTo>
                  <a:pt x="1014563" y="1083823"/>
                  <a:pt x="988431" y="1108251"/>
                  <a:pt x="937343" y="1108251"/>
                </a:cubicBezTo>
                <a:cubicBezTo>
                  <a:pt x="887352" y="1108251"/>
                  <a:pt x="861195" y="1083823"/>
                  <a:pt x="837942" y="1061140"/>
                </a:cubicBezTo>
                <a:cubicBezTo>
                  <a:pt x="817603" y="1041292"/>
                  <a:pt x="798587" y="1023671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7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7"/>
                  <a:pt x="324526" y="900273"/>
                  <a:pt x="375034" y="900273"/>
                </a:cubicBezTo>
                <a:cubicBezTo>
                  <a:pt x="425568" y="900273"/>
                  <a:pt x="451706" y="924647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803998" y="903313"/>
                  <a:pt x="828351" y="926061"/>
                  <a:pt x="850154" y="947279"/>
                </a:cubicBezTo>
                <a:cubicBezTo>
                  <a:pt x="873408" y="969911"/>
                  <a:pt x="894909" y="989642"/>
                  <a:pt x="937343" y="989642"/>
                </a:cubicBezTo>
                <a:cubicBezTo>
                  <a:pt x="980892" y="989642"/>
                  <a:pt x="1002368" y="969911"/>
                  <a:pt x="1025586" y="947279"/>
                </a:cubicBezTo>
                <a:cubicBezTo>
                  <a:pt x="1047357" y="926061"/>
                  <a:pt x="1071175" y="903313"/>
                  <a:pt x="1115684" y="900552"/>
                </a:cubicBezTo>
                <a:lnTo>
                  <a:pt x="1124860" y="900273"/>
                </a:lnTo>
                <a:lnTo>
                  <a:pt x="1134151" y="900552"/>
                </a:lnTo>
                <a:cubicBezTo>
                  <a:pt x="1179136" y="903313"/>
                  <a:pt x="1202980" y="926061"/>
                  <a:pt x="1225295" y="947279"/>
                </a:cubicBezTo>
                <a:cubicBezTo>
                  <a:pt x="1248517" y="969911"/>
                  <a:pt x="1270006" y="989642"/>
                  <a:pt x="1312377" y="989642"/>
                </a:cubicBezTo>
                <a:cubicBezTo>
                  <a:pt x="1355923" y="989642"/>
                  <a:pt x="1377398" y="969911"/>
                  <a:pt x="1400620" y="947279"/>
                </a:cubicBezTo>
                <a:cubicBezTo>
                  <a:pt x="1422391" y="926061"/>
                  <a:pt x="1446206" y="903313"/>
                  <a:pt x="1490715" y="900552"/>
                </a:cubicBezTo>
                <a:lnTo>
                  <a:pt x="1499902" y="900273"/>
                </a:lnTo>
                <a:lnTo>
                  <a:pt x="1509200" y="900552"/>
                </a:lnTo>
                <a:cubicBezTo>
                  <a:pt x="1554240" y="903313"/>
                  <a:pt x="1578118" y="926061"/>
                  <a:pt x="1600457" y="947279"/>
                </a:cubicBezTo>
                <a:cubicBezTo>
                  <a:pt x="1620811" y="967082"/>
                  <a:pt x="1639813" y="984664"/>
                  <a:pt x="1672675" y="988750"/>
                </a:cubicBezTo>
                <a:lnTo>
                  <a:pt x="1687656" y="989642"/>
                </a:lnTo>
                <a:lnTo>
                  <a:pt x="1702991" y="988750"/>
                </a:lnTo>
                <a:lnTo>
                  <a:pt x="1720794" y="982373"/>
                </a:lnTo>
                <a:lnTo>
                  <a:pt x="1720794" y="1000099"/>
                </a:lnTo>
                <a:lnTo>
                  <a:pt x="1696936" y="1007353"/>
                </a:lnTo>
                <a:lnTo>
                  <a:pt x="1687656" y="1007632"/>
                </a:lnTo>
                <a:lnTo>
                  <a:pt x="1678456" y="1007346"/>
                </a:lnTo>
                <a:cubicBezTo>
                  <a:pt x="1633891" y="1004524"/>
                  <a:pt x="1610048" y="981300"/>
                  <a:pt x="1588259" y="960626"/>
                </a:cubicBezTo>
                <a:cubicBezTo>
                  <a:pt x="1567905" y="940823"/>
                  <a:pt x="1548904" y="923241"/>
                  <a:pt x="1515254" y="919155"/>
                </a:cubicBezTo>
                <a:lnTo>
                  <a:pt x="1499902" y="918263"/>
                </a:lnTo>
                <a:lnTo>
                  <a:pt x="1484938" y="919155"/>
                </a:lnTo>
                <a:cubicBezTo>
                  <a:pt x="1452117" y="923241"/>
                  <a:pt x="1433131" y="940823"/>
                  <a:pt x="1412811" y="960626"/>
                </a:cubicBezTo>
                <a:cubicBezTo>
                  <a:pt x="1389009" y="983258"/>
                  <a:pt x="1363465" y="1007632"/>
                  <a:pt x="1312377" y="1007632"/>
                </a:cubicBezTo>
                <a:cubicBezTo>
                  <a:pt x="1261869" y="1007632"/>
                  <a:pt x="1236325" y="982678"/>
                  <a:pt x="1213103" y="960626"/>
                </a:cubicBezTo>
                <a:cubicBezTo>
                  <a:pt x="1192784" y="940823"/>
                  <a:pt x="1173800" y="923241"/>
                  <a:pt x="1140203" y="919155"/>
                </a:cubicBezTo>
                <a:lnTo>
                  <a:pt x="1124860" y="918263"/>
                </a:lnTo>
                <a:lnTo>
                  <a:pt x="1109907" y="919155"/>
                </a:lnTo>
                <a:cubicBezTo>
                  <a:pt x="1077083" y="923241"/>
                  <a:pt x="1058099" y="940823"/>
                  <a:pt x="1037780" y="960626"/>
                </a:cubicBezTo>
                <a:cubicBezTo>
                  <a:pt x="1014563" y="983258"/>
                  <a:pt x="988431" y="1007632"/>
                  <a:pt x="937343" y="1007632"/>
                </a:cubicBezTo>
                <a:cubicBezTo>
                  <a:pt x="887352" y="1007632"/>
                  <a:pt x="861195" y="982678"/>
                  <a:pt x="837942" y="960626"/>
                </a:cubicBezTo>
                <a:cubicBezTo>
                  <a:pt x="817603" y="940823"/>
                  <a:pt x="798587" y="923241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8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8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5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5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5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5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803998" y="803250"/>
                  <a:pt x="828351" y="826539"/>
                  <a:pt x="850154" y="847785"/>
                </a:cubicBezTo>
                <a:cubicBezTo>
                  <a:pt x="873408" y="869865"/>
                  <a:pt x="894909" y="890203"/>
                  <a:pt x="937343" y="890203"/>
                </a:cubicBezTo>
                <a:cubicBezTo>
                  <a:pt x="980892" y="890203"/>
                  <a:pt x="1002368" y="869865"/>
                  <a:pt x="1025586" y="847785"/>
                </a:cubicBezTo>
                <a:cubicBezTo>
                  <a:pt x="1047357" y="826539"/>
                  <a:pt x="1071175" y="803250"/>
                  <a:pt x="1115684" y="800422"/>
                </a:cubicBezTo>
                <a:lnTo>
                  <a:pt x="1124860" y="800136"/>
                </a:lnTo>
                <a:lnTo>
                  <a:pt x="1134151" y="800422"/>
                </a:lnTo>
                <a:cubicBezTo>
                  <a:pt x="1179136" y="803250"/>
                  <a:pt x="1202980" y="826539"/>
                  <a:pt x="1225295" y="847785"/>
                </a:cubicBezTo>
                <a:cubicBezTo>
                  <a:pt x="1248517" y="869865"/>
                  <a:pt x="1270006" y="890203"/>
                  <a:pt x="1312377" y="890203"/>
                </a:cubicBezTo>
                <a:cubicBezTo>
                  <a:pt x="1355923" y="890203"/>
                  <a:pt x="1377398" y="869865"/>
                  <a:pt x="1400620" y="847785"/>
                </a:cubicBezTo>
                <a:cubicBezTo>
                  <a:pt x="1422391" y="826539"/>
                  <a:pt x="1446206" y="803250"/>
                  <a:pt x="1490715" y="800422"/>
                </a:cubicBezTo>
                <a:lnTo>
                  <a:pt x="1499902" y="800136"/>
                </a:lnTo>
                <a:lnTo>
                  <a:pt x="1509200" y="800422"/>
                </a:lnTo>
                <a:cubicBezTo>
                  <a:pt x="1554240" y="803250"/>
                  <a:pt x="1578118" y="826539"/>
                  <a:pt x="1600457" y="847785"/>
                </a:cubicBezTo>
                <a:cubicBezTo>
                  <a:pt x="1620811" y="867105"/>
                  <a:pt x="1639813" y="885092"/>
                  <a:pt x="1672675" y="889286"/>
                </a:cubicBezTo>
                <a:lnTo>
                  <a:pt x="1687656" y="890203"/>
                </a:lnTo>
                <a:lnTo>
                  <a:pt x="1702991" y="889286"/>
                </a:lnTo>
                <a:lnTo>
                  <a:pt x="1720794" y="882808"/>
                </a:lnTo>
                <a:lnTo>
                  <a:pt x="1720794" y="903485"/>
                </a:lnTo>
                <a:lnTo>
                  <a:pt x="1696936" y="907931"/>
                </a:lnTo>
                <a:lnTo>
                  <a:pt x="1687656" y="908217"/>
                </a:lnTo>
                <a:lnTo>
                  <a:pt x="1678456" y="907931"/>
                </a:lnTo>
                <a:cubicBezTo>
                  <a:pt x="1633891" y="905102"/>
                  <a:pt x="1610048" y="881814"/>
                  <a:pt x="1588259" y="860568"/>
                </a:cubicBezTo>
                <a:cubicBezTo>
                  <a:pt x="1567905" y="841247"/>
                  <a:pt x="1548904" y="823261"/>
                  <a:pt x="1515254" y="819066"/>
                </a:cubicBezTo>
                <a:lnTo>
                  <a:pt x="1499902" y="818149"/>
                </a:lnTo>
                <a:lnTo>
                  <a:pt x="1484938" y="819066"/>
                </a:lnTo>
                <a:cubicBezTo>
                  <a:pt x="1452117" y="823261"/>
                  <a:pt x="1433131" y="841247"/>
                  <a:pt x="1412811" y="860568"/>
                </a:cubicBezTo>
                <a:cubicBezTo>
                  <a:pt x="1389009" y="883230"/>
                  <a:pt x="1363465" y="908217"/>
                  <a:pt x="1312377" y="908217"/>
                </a:cubicBezTo>
                <a:cubicBezTo>
                  <a:pt x="1261869" y="908217"/>
                  <a:pt x="1236325" y="883230"/>
                  <a:pt x="1213103" y="860568"/>
                </a:cubicBezTo>
                <a:cubicBezTo>
                  <a:pt x="1192784" y="841247"/>
                  <a:pt x="1173800" y="823261"/>
                  <a:pt x="1140203" y="819066"/>
                </a:cubicBezTo>
                <a:lnTo>
                  <a:pt x="1124860" y="818149"/>
                </a:lnTo>
                <a:lnTo>
                  <a:pt x="1109907" y="819066"/>
                </a:lnTo>
                <a:cubicBezTo>
                  <a:pt x="1077083" y="823261"/>
                  <a:pt x="1058099" y="841247"/>
                  <a:pt x="1037780" y="860568"/>
                </a:cubicBezTo>
                <a:cubicBezTo>
                  <a:pt x="1014563" y="883230"/>
                  <a:pt x="988431" y="908217"/>
                  <a:pt x="937343" y="908217"/>
                </a:cubicBezTo>
                <a:cubicBezTo>
                  <a:pt x="887352" y="908217"/>
                  <a:pt x="861195" y="883230"/>
                  <a:pt x="837942" y="860568"/>
                </a:cubicBezTo>
                <a:cubicBezTo>
                  <a:pt x="817603" y="841247"/>
                  <a:pt x="798587" y="823261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600"/>
                  <a:pt x="144556" y="790330"/>
                  <a:pt x="187517" y="790330"/>
                </a:cubicBezTo>
                <a:cubicBezTo>
                  <a:pt x="230477" y="790330"/>
                  <a:pt x="251957" y="770600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600"/>
                  <a:pt x="519667" y="790330"/>
                  <a:pt x="562069" y="790330"/>
                </a:cubicBezTo>
                <a:cubicBezTo>
                  <a:pt x="605610" y="790330"/>
                  <a:pt x="627090" y="770600"/>
                  <a:pt x="650315" y="747967"/>
                </a:cubicBezTo>
                <a:cubicBezTo>
                  <a:pt x="672083" y="726749"/>
                  <a:pt x="696405" y="704001"/>
                  <a:pt x="740506" y="701241"/>
                </a:cubicBezTo>
                <a:lnTo>
                  <a:pt x="749586" y="700961"/>
                </a:lnTo>
                <a:lnTo>
                  <a:pt x="758889" y="701241"/>
                </a:lnTo>
                <a:cubicBezTo>
                  <a:pt x="803998" y="704001"/>
                  <a:pt x="828351" y="726749"/>
                  <a:pt x="850154" y="747967"/>
                </a:cubicBezTo>
                <a:cubicBezTo>
                  <a:pt x="873408" y="770600"/>
                  <a:pt x="894909" y="790330"/>
                  <a:pt x="937343" y="790330"/>
                </a:cubicBezTo>
                <a:cubicBezTo>
                  <a:pt x="980892" y="790330"/>
                  <a:pt x="1002368" y="770600"/>
                  <a:pt x="1025586" y="747967"/>
                </a:cubicBezTo>
                <a:cubicBezTo>
                  <a:pt x="1047357" y="726749"/>
                  <a:pt x="1071175" y="704001"/>
                  <a:pt x="1115684" y="701241"/>
                </a:cubicBezTo>
                <a:lnTo>
                  <a:pt x="1124860" y="700961"/>
                </a:lnTo>
                <a:lnTo>
                  <a:pt x="1134151" y="701241"/>
                </a:lnTo>
                <a:cubicBezTo>
                  <a:pt x="1179136" y="704001"/>
                  <a:pt x="1202980" y="726749"/>
                  <a:pt x="1225295" y="747967"/>
                </a:cubicBezTo>
                <a:cubicBezTo>
                  <a:pt x="1248517" y="770600"/>
                  <a:pt x="1270006" y="790330"/>
                  <a:pt x="1312377" y="790330"/>
                </a:cubicBezTo>
                <a:cubicBezTo>
                  <a:pt x="1355923" y="790330"/>
                  <a:pt x="1377398" y="770600"/>
                  <a:pt x="1400620" y="747967"/>
                </a:cubicBezTo>
                <a:cubicBezTo>
                  <a:pt x="1422391" y="726749"/>
                  <a:pt x="1446206" y="704001"/>
                  <a:pt x="1490715" y="701241"/>
                </a:cubicBezTo>
                <a:lnTo>
                  <a:pt x="1499902" y="700961"/>
                </a:lnTo>
                <a:lnTo>
                  <a:pt x="1509200" y="701241"/>
                </a:lnTo>
                <a:cubicBezTo>
                  <a:pt x="1554240" y="704001"/>
                  <a:pt x="1578118" y="726749"/>
                  <a:pt x="1600457" y="747967"/>
                </a:cubicBezTo>
                <a:cubicBezTo>
                  <a:pt x="1620811" y="767771"/>
                  <a:pt x="1639813" y="785352"/>
                  <a:pt x="1672675" y="789438"/>
                </a:cubicBezTo>
                <a:lnTo>
                  <a:pt x="1687656" y="790330"/>
                </a:lnTo>
                <a:lnTo>
                  <a:pt x="1702991" y="789438"/>
                </a:lnTo>
                <a:lnTo>
                  <a:pt x="1720794" y="783061"/>
                </a:lnTo>
                <a:lnTo>
                  <a:pt x="1720794" y="803607"/>
                </a:lnTo>
                <a:lnTo>
                  <a:pt x="1696936" y="808034"/>
                </a:lnTo>
                <a:lnTo>
                  <a:pt x="1687656" y="808320"/>
                </a:lnTo>
                <a:lnTo>
                  <a:pt x="1678456" y="808034"/>
                </a:lnTo>
                <a:cubicBezTo>
                  <a:pt x="1633891" y="805212"/>
                  <a:pt x="1610048" y="781988"/>
                  <a:pt x="1588259" y="761314"/>
                </a:cubicBezTo>
                <a:cubicBezTo>
                  <a:pt x="1567905" y="741511"/>
                  <a:pt x="1548904" y="723929"/>
                  <a:pt x="1515254" y="719843"/>
                </a:cubicBezTo>
                <a:lnTo>
                  <a:pt x="1499902" y="718951"/>
                </a:lnTo>
                <a:lnTo>
                  <a:pt x="1484938" y="719843"/>
                </a:lnTo>
                <a:cubicBezTo>
                  <a:pt x="1452117" y="723929"/>
                  <a:pt x="1433131" y="741511"/>
                  <a:pt x="1412811" y="761314"/>
                </a:cubicBezTo>
                <a:cubicBezTo>
                  <a:pt x="1389009" y="783366"/>
                  <a:pt x="1363465" y="808320"/>
                  <a:pt x="1312377" y="808320"/>
                </a:cubicBezTo>
                <a:cubicBezTo>
                  <a:pt x="1261869" y="808320"/>
                  <a:pt x="1236325" y="783366"/>
                  <a:pt x="1213103" y="761314"/>
                </a:cubicBezTo>
                <a:cubicBezTo>
                  <a:pt x="1192784" y="741511"/>
                  <a:pt x="1173800" y="723929"/>
                  <a:pt x="1140203" y="719843"/>
                </a:cubicBezTo>
                <a:lnTo>
                  <a:pt x="1124860" y="718951"/>
                </a:lnTo>
                <a:lnTo>
                  <a:pt x="1109907" y="719843"/>
                </a:lnTo>
                <a:cubicBezTo>
                  <a:pt x="1077083" y="723929"/>
                  <a:pt x="1058099" y="741511"/>
                  <a:pt x="1037780" y="761314"/>
                </a:cubicBezTo>
                <a:cubicBezTo>
                  <a:pt x="1014563" y="783366"/>
                  <a:pt x="988431" y="808320"/>
                  <a:pt x="937343" y="808320"/>
                </a:cubicBezTo>
                <a:cubicBezTo>
                  <a:pt x="887352" y="808320"/>
                  <a:pt x="861195" y="783366"/>
                  <a:pt x="837942" y="761314"/>
                </a:cubicBezTo>
                <a:cubicBezTo>
                  <a:pt x="817603" y="741511"/>
                  <a:pt x="798587" y="723929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6"/>
                  <a:pt x="613157" y="808320"/>
                  <a:pt x="562069" y="808320"/>
                </a:cubicBezTo>
                <a:cubicBezTo>
                  <a:pt x="512115" y="808320"/>
                  <a:pt x="485977" y="783366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6"/>
                  <a:pt x="238024" y="808320"/>
                  <a:pt x="187517" y="808320"/>
                </a:cubicBezTo>
                <a:cubicBezTo>
                  <a:pt x="137009" y="808320"/>
                  <a:pt x="111465" y="783366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1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1"/>
                  <a:pt x="650315" y="647348"/>
                </a:cubicBezTo>
                <a:cubicBezTo>
                  <a:pt x="672083" y="626131"/>
                  <a:pt x="696405" y="603383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803998" y="603383"/>
                  <a:pt x="828351" y="626131"/>
                  <a:pt x="850154" y="647348"/>
                </a:cubicBezTo>
                <a:cubicBezTo>
                  <a:pt x="873408" y="669981"/>
                  <a:pt x="894909" y="689712"/>
                  <a:pt x="937343" y="689712"/>
                </a:cubicBezTo>
                <a:cubicBezTo>
                  <a:pt x="980892" y="689712"/>
                  <a:pt x="1002368" y="669401"/>
                  <a:pt x="1025586" y="647348"/>
                </a:cubicBezTo>
                <a:cubicBezTo>
                  <a:pt x="1047357" y="626131"/>
                  <a:pt x="1071175" y="603383"/>
                  <a:pt x="1115684" y="600622"/>
                </a:cubicBezTo>
                <a:lnTo>
                  <a:pt x="1124860" y="600343"/>
                </a:lnTo>
                <a:lnTo>
                  <a:pt x="1134151" y="600622"/>
                </a:lnTo>
                <a:cubicBezTo>
                  <a:pt x="1179136" y="603383"/>
                  <a:pt x="1202980" y="626131"/>
                  <a:pt x="1225295" y="647348"/>
                </a:cubicBezTo>
                <a:cubicBezTo>
                  <a:pt x="1248517" y="669981"/>
                  <a:pt x="1270006" y="689712"/>
                  <a:pt x="1312377" y="689712"/>
                </a:cubicBezTo>
                <a:cubicBezTo>
                  <a:pt x="1355923" y="689712"/>
                  <a:pt x="1377398" y="669401"/>
                  <a:pt x="1400620" y="647348"/>
                </a:cubicBezTo>
                <a:cubicBezTo>
                  <a:pt x="1422391" y="626131"/>
                  <a:pt x="1446206" y="603383"/>
                  <a:pt x="1490715" y="600622"/>
                </a:cubicBezTo>
                <a:lnTo>
                  <a:pt x="1499902" y="600343"/>
                </a:lnTo>
                <a:lnTo>
                  <a:pt x="1509200" y="600622"/>
                </a:lnTo>
                <a:cubicBezTo>
                  <a:pt x="1554240" y="603383"/>
                  <a:pt x="1578118" y="626131"/>
                  <a:pt x="1600457" y="647348"/>
                </a:cubicBezTo>
                <a:cubicBezTo>
                  <a:pt x="1620811" y="667152"/>
                  <a:pt x="1639813" y="684734"/>
                  <a:pt x="1672675" y="688820"/>
                </a:cubicBezTo>
                <a:lnTo>
                  <a:pt x="1687656" y="689712"/>
                </a:lnTo>
                <a:lnTo>
                  <a:pt x="1702991" y="688796"/>
                </a:lnTo>
                <a:lnTo>
                  <a:pt x="1720794" y="682326"/>
                </a:lnTo>
                <a:lnTo>
                  <a:pt x="1720794" y="702976"/>
                </a:lnTo>
                <a:lnTo>
                  <a:pt x="1696936" y="707416"/>
                </a:lnTo>
                <a:lnTo>
                  <a:pt x="1687656" y="707702"/>
                </a:lnTo>
                <a:lnTo>
                  <a:pt x="1678456" y="707416"/>
                </a:lnTo>
                <a:cubicBezTo>
                  <a:pt x="1633891" y="704591"/>
                  <a:pt x="1610048" y="681333"/>
                  <a:pt x="1588259" y="660115"/>
                </a:cubicBezTo>
                <a:cubicBezTo>
                  <a:pt x="1567905" y="640820"/>
                  <a:pt x="1548904" y="622857"/>
                  <a:pt x="1515254" y="618668"/>
                </a:cubicBezTo>
                <a:lnTo>
                  <a:pt x="1499902" y="617752"/>
                </a:lnTo>
                <a:lnTo>
                  <a:pt x="1484938" y="618668"/>
                </a:lnTo>
                <a:cubicBezTo>
                  <a:pt x="1452117" y="622857"/>
                  <a:pt x="1433131" y="640820"/>
                  <a:pt x="1412811" y="660115"/>
                </a:cubicBezTo>
                <a:cubicBezTo>
                  <a:pt x="1389009" y="682748"/>
                  <a:pt x="1363465" y="707702"/>
                  <a:pt x="1312377" y="707702"/>
                </a:cubicBezTo>
                <a:cubicBezTo>
                  <a:pt x="1261869" y="707702"/>
                  <a:pt x="1236325" y="682748"/>
                  <a:pt x="1213103" y="660115"/>
                </a:cubicBezTo>
                <a:cubicBezTo>
                  <a:pt x="1192784" y="640820"/>
                  <a:pt x="1173800" y="622857"/>
                  <a:pt x="1140203" y="618668"/>
                </a:cubicBezTo>
                <a:lnTo>
                  <a:pt x="1124860" y="617752"/>
                </a:lnTo>
                <a:lnTo>
                  <a:pt x="1109907" y="618668"/>
                </a:lnTo>
                <a:cubicBezTo>
                  <a:pt x="1077083" y="622857"/>
                  <a:pt x="1058099" y="640820"/>
                  <a:pt x="1037780" y="660115"/>
                </a:cubicBezTo>
                <a:cubicBezTo>
                  <a:pt x="1014563" y="682748"/>
                  <a:pt x="988431" y="707702"/>
                  <a:pt x="937343" y="707702"/>
                </a:cubicBezTo>
                <a:cubicBezTo>
                  <a:pt x="887352" y="707702"/>
                  <a:pt x="861195" y="682748"/>
                  <a:pt x="837942" y="660115"/>
                </a:cubicBezTo>
                <a:cubicBezTo>
                  <a:pt x="817603" y="640820"/>
                  <a:pt x="798587" y="622857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2"/>
                  <a:pt x="562069" y="707702"/>
                </a:cubicBezTo>
                <a:cubicBezTo>
                  <a:pt x="512115" y="707702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2"/>
                  <a:pt x="187517" y="707702"/>
                </a:cubicBezTo>
                <a:cubicBezTo>
                  <a:pt x="137009" y="707702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803998" y="503556"/>
                  <a:pt x="828351" y="526814"/>
                  <a:pt x="850154" y="548032"/>
                </a:cubicBezTo>
                <a:cubicBezTo>
                  <a:pt x="873408" y="570084"/>
                  <a:pt x="894909" y="590395"/>
                  <a:pt x="937343" y="590395"/>
                </a:cubicBezTo>
                <a:cubicBezTo>
                  <a:pt x="980892" y="590395"/>
                  <a:pt x="1002368" y="570084"/>
                  <a:pt x="1025586" y="548032"/>
                </a:cubicBezTo>
                <a:cubicBezTo>
                  <a:pt x="1047357" y="526814"/>
                  <a:pt x="1071175" y="503556"/>
                  <a:pt x="1115684" y="500732"/>
                </a:cubicBezTo>
                <a:lnTo>
                  <a:pt x="1124860" y="500446"/>
                </a:lnTo>
                <a:lnTo>
                  <a:pt x="1134151" y="500732"/>
                </a:lnTo>
                <a:cubicBezTo>
                  <a:pt x="1179136" y="503556"/>
                  <a:pt x="1202980" y="526814"/>
                  <a:pt x="1225295" y="548032"/>
                </a:cubicBezTo>
                <a:cubicBezTo>
                  <a:pt x="1248517" y="570084"/>
                  <a:pt x="1270006" y="590395"/>
                  <a:pt x="1312377" y="590395"/>
                </a:cubicBezTo>
                <a:cubicBezTo>
                  <a:pt x="1355923" y="590395"/>
                  <a:pt x="1377398" y="570084"/>
                  <a:pt x="1400620" y="548032"/>
                </a:cubicBezTo>
                <a:cubicBezTo>
                  <a:pt x="1422391" y="526814"/>
                  <a:pt x="1446206" y="503556"/>
                  <a:pt x="1490715" y="500732"/>
                </a:cubicBezTo>
                <a:lnTo>
                  <a:pt x="1499902" y="500446"/>
                </a:lnTo>
                <a:lnTo>
                  <a:pt x="1509200" y="500732"/>
                </a:lnTo>
                <a:cubicBezTo>
                  <a:pt x="1554240" y="503556"/>
                  <a:pt x="1578118" y="526814"/>
                  <a:pt x="1600457" y="548032"/>
                </a:cubicBezTo>
                <a:cubicBezTo>
                  <a:pt x="1620811" y="567328"/>
                  <a:pt x="1639813" y="585291"/>
                  <a:pt x="1672675" y="589479"/>
                </a:cubicBezTo>
                <a:lnTo>
                  <a:pt x="1687656" y="590395"/>
                </a:lnTo>
                <a:lnTo>
                  <a:pt x="1702991" y="589479"/>
                </a:lnTo>
                <a:lnTo>
                  <a:pt x="1720794" y="583009"/>
                </a:lnTo>
                <a:lnTo>
                  <a:pt x="1720794" y="600272"/>
                </a:lnTo>
                <a:lnTo>
                  <a:pt x="1696936" y="607526"/>
                </a:lnTo>
                <a:lnTo>
                  <a:pt x="1687656" y="607805"/>
                </a:lnTo>
                <a:lnTo>
                  <a:pt x="1678456" y="607526"/>
                </a:lnTo>
                <a:cubicBezTo>
                  <a:pt x="1633891" y="604765"/>
                  <a:pt x="1610048" y="582017"/>
                  <a:pt x="1588259" y="560799"/>
                </a:cubicBezTo>
                <a:cubicBezTo>
                  <a:pt x="1567905" y="541504"/>
                  <a:pt x="1548904" y="523541"/>
                  <a:pt x="1515254" y="519352"/>
                </a:cubicBezTo>
                <a:lnTo>
                  <a:pt x="1499902" y="518436"/>
                </a:lnTo>
                <a:lnTo>
                  <a:pt x="1484938" y="519352"/>
                </a:lnTo>
                <a:cubicBezTo>
                  <a:pt x="1452117" y="523541"/>
                  <a:pt x="1433131" y="541504"/>
                  <a:pt x="1412811" y="560799"/>
                </a:cubicBezTo>
                <a:cubicBezTo>
                  <a:pt x="1389009" y="583431"/>
                  <a:pt x="1363465" y="607805"/>
                  <a:pt x="1312377" y="607805"/>
                </a:cubicBezTo>
                <a:cubicBezTo>
                  <a:pt x="1261869" y="607805"/>
                  <a:pt x="1236325" y="583431"/>
                  <a:pt x="1213103" y="560799"/>
                </a:cubicBezTo>
                <a:cubicBezTo>
                  <a:pt x="1192784" y="541504"/>
                  <a:pt x="1173800" y="523541"/>
                  <a:pt x="1140203" y="519352"/>
                </a:cubicBezTo>
                <a:lnTo>
                  <a:pt x="1124860" y="518436"/>
                </a:lnTo>
                <a:lnTo>
                  <a:pt x="1109907" y="519352"/>
                </a:lnTo>
                <a:cubicBezTo>
                  <a:pt x="1077083" y="523541"/>
                  <a:pt x="1058099" y="541504"/>
                  <a:pt x="1037780" y="560799"/>
                </a:cubicBezTo>
                <a:cubicBezTo>
                  <a:pt x="1014563" y="583431"/>
                  <a:pt x="988431" y="607805"/>
                  <a:pt x="937343" y="607805"/>
                </a:cubicBezTo>
                <a:cubicBezTo>
                  <a:pt x="887352" y="607805"/>
                  <a:pt x="861195" y="583431"/>
                  <a:pt x="837942" y="560799"/>
                </a:cubicBezTo>
                <a:cubicBezTo>
                  <a:pt x="817603" y="541504"/>
                  <a:pt x="798587" y="523541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1"/>
                  <a:pt x="613157" y="607805"/>
                  <a:pt x="562069" y="607805"/>
                </a:cubicBezTo>
                <a:cubicBezTo>
                  <a:pt x="512115" y="607805"/>
                  <a:pt x="485977" y="583431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1"/>
                  <a:pt x="238024" y="607805"/>
                  <a:pt x="187517" y="607805"/>
                </a:cubicBezTo>
                <a:cubicBezTo>
                  <a:pt x="137009" y="607805"/>
                  <a:pt x="111465" y="583431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2"/>
                  <a:pt x="144556" y="489978"/>
                  <a:pt x="187517" y="489978"/>
                </a:cubicBezTo>
                <a:cubicBezTo>
                  <a:pt x="230477" y="489978"/>
                  <a:pt x="251957" y="469622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2"/>
                  <a:pt x="519667" y="489978"/>
                  <a:pt x="562069" y="489978"/>
                </a:cubicBezTo>
                <a:cubicBezTo>
                  <a:pt x="605610" y="489978"/>
                  <a:pt x="627090" y="469622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803998" y="402944"/>
                  <a:pt x="828351" y="426255"/>
                  <a:pt x="850154" y="447520"/>
                </a:cubicBezTo>
                <a:cubicBezTo>
                  <a:pt x="873408" y="469622"/>
                  <a:pt x="894909" y="489978"/>
                  <a:pt x="937343" y="489978"/>
                </a:cubicBezTo>
                <a:cubicBezTo>
                  <a:pt x="980892" y="489978"/>
                  <a:pt x="1002368" y="469622"/>
                  <a:pt x="1025586" y="447520"/>
                </a:cubicBezTo>
                <a:cubicBezTo>
                  <a:pt x="1047357" y="426255"/>
                  <a:pt x="1071175" y="402944"/>
                  <a:pt x="1115684" y="400114"/>
                </a:cubicBezTo>
                <a:lnTo>
                  <a:pt x="1124860" y="399827"/>
                </a:lnTo>
                <a:lnTo>
                  <a:pt x="1134151" y="400114"/>
                </a:lnTo>
                <a:cubicBezTo>
                  <a:pt x="1179136" y="402944"/>
                  <a:pt x="1202980" y="426255"/>
                  <a:pt x="1225295" y="447520"/>
                </a:cubicBezTo>
                <a:cubicBezTo>
                  <a:pt x="1248517" y="469622"/>
                  <a:pt x="1270006" y="489978"/>
                  <a:pt x="1312377" y="489978"/>
                </a:cubicBezTo>
                <a:cubicBezTo>
                  <a:pt x="1355923" y="489978"/>
                  <a:pt x="1377398" y="469622"/>
                  <a:pt x="1400620" y="447520"/>
                </a:cubicBezTo>
                <a:cubicBezTo>
                  <a:pt x="1422391" y="426255"/>
                  <a:pt x="1446206" y="402944"/>
                  <a:pt x="1490715" y="400114"/>
                </a:cubicBezTo>
                <a:lnTo>
                  <a:pt x="1499902" y="399827"/>
                </a:lnTo>
                <a:lnTo>
                  <a:pt x="1509200" y="400114"/>
                </a:lnTo>
                <a:cubicBezTo>
                  <a:pt x="1554240" y="402944"/>
                  <a:pt x="1578118" y="426255"/>
                  <a:pt x="1600457" y="447520"/>
                </a:cubicBezTo>
                <a:cubicBezTo>
                  <a:pt x="1620811" y="466859"/>
                  <a:pt x="1639813" y="484862"/>
                  <a:pt x="1672675" y="489060"/>
                </a:cubicBezTo>
                <a:lnTo>
                  <a:pt x="1687656" y="489978"/>
                </a:lnTo>
                <a:lnTo>
                  <a:pt x="1702991" y="489060"/>
                </a:lnTo>
                <a:lnTo>
                  <a:pt x="1720794" y="482576"/>
                </a:lnTo>
                <a:lnTo>
                  <a:pt x="1720794" y="502790"/>
                </a:lnTo>
                <a:lnTo>
                  <a:pt x="1696936" y="507147"/>
                </a:lnTo>
                <a:lnTo>
                  <a:pt x="1687656" y="507427"/>
                </a:lnTo>
                <a:lnTo>
                  <a:pt x="1678456" y="507147"/>
                </a:lnTo>
                <a:cubicBezTo>
                  <a:pt x="1633891" y="504380"/>
                  <a:pt x="1610048" y="481581"/>
                  <a:pt x="1588259" y="460316"/>
                </a:cubicBezTo>
                <a:cubicBezTo>
                  <a:pt x="1567905" y="440977"/>
                  <a:pt x="1548904" y="422974"/>
                  <a:pt x="1515254" y="418776"/>
                </a:cubicBezTo>
                <a:lnTo>
                  <a:pt x="1499902" y="417857"/>
                </a:lnTo>
                <a:lnTo>
                  <a:pt x="1484938" y="418752"/>
                </a:lnTo>
                <a:cubicBezTo>
                  <a:pt x="1452117" y="422847"/>
                  <a:pt x="1433131" y="440468"/>
                  <a:pt x="1412811" y="460316"/>
                </a:cubicBezTo>
                <a:cubicBezTo>
                  <a:pt x="1389009" y="482999"/>
                  <a:pt x="1363465" y="507427"/>
                  <a:pt x="1312377" y="507427"/>
                </a:cubicBezTo>
                <a:cubicBezTo>
                  <a:pt x="1261869" y="507427"/>
                  <a:pt x="1236325" y="482999"/>
                  <a:pt x="1213103" y="460316"/>
                </a:cubicBezTo>
                <a:cubicBezTo>
                  <a:pt x="1192784" y="440977"/>
                  <a:pt x="1173800" y="422974"/>
                  <a:pt x="1140203" y="418776"/>
                </a:cubicBezTo>
                <a:lnTo>
                  <a:pt x="1124860" y="417857"/>
                </a:lnTo>
                <a:lnTo>
                  <a:pt x="1109907" y="418752"/>
                </a:lnTo>
                <a:cubicBezTo>
                  <a:pt x="1077083" y="422847"/>
                  <a:pt x="1058099" y="440468"/>
                  <a:pt x="1037780" y="460316"/>
                </a:cubicBezTo>
                <a:cubicBezTo>
                  <a:pt x="1014563" y="482999"/>
                  <a:pt x="988431" y="507427"/>
                  <a:pt x="937343" y="507427"/>
                </a:cubicBezTo>
                <a:cubicBezTo>
                  <a:pt x="887352" y="507427"/>
                  <a:pt x="861195" y="482999"/>
                  <a:pt x="837942" y="460316"/>
                </a:cubicBezTo>
                <a:cubicBezTo>
                  <a:pt x="817603" y="440977"/>
                  <a:pt x="798587" y="422974"/>
                  <a:pt x="764952" y="418776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2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4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803998" y="303045"/>
                  <a:pt x="828351" y="326334"/>
                  <a:pt x="850154" y="347579"/>
                </a:cubicBezTo>
                <a:cubicBezTo>
                  <a:pt x="873408" y="369660"/>
                  <a:pt x="894909" y="389998"/>
                  <a:pt x="937343" y="389998"/>
                </a:cubicBezTo>
                <a:cubicBezTo>
                  <a:pt x="980892" y="389998"/>
                  <a:pt x="1002368" y="369660"/>
                  <a:pt x="1025586" y="347579"/>
                </a:cubicBezTo>
                <a:cubicBezTo>
                  <a:pt x="1047357" y="326334"/>
                  <a:pt x="1071175" y="303045"/>
                  <a:pt x="1115684" y="300217"/>
                </a:cubicBezTo>
                <a:lnTo>
                  <a:pt x="1124860" y="299931"/>
                </a:lnTo>
                <a:lnTo>
                  <a:pt x="1134151" y="300217"/>
                </a:lnTo>
                <a:cubicBezTo>
                  <a:pt x="1179136" y="303045"/>
                  <a:pt x="1202980" y="326334"/>
                  <a:pt x="1225295" y="347579"/>
                </a:cubicBezTo>
                <a:cubicBezTo>
                  <a:pt x="1248517" y="369660"/>
                  <a:pt x="1270006" y="389998"/>
                  <a:pt x="1312377" y="389998"/>
                </a:cubicBezTo>
                <a:cubicBezTo>
                  <a:pt x="1355923" y="389998"/>
                  <a:pt x="1377398" y="369660"/>
                  <a:pt x="1400620" y="347579"/>
                </a:cubicBezTo>
                <a:cubicBezTo>
                  <a:pt x="1422391" y="326334"/>
                  <a:pt x="1446206" y="303045"/>
                  <a:pt x="1490715" y="300217"/>
                </a:cubicBezTo>
                <a:lnTo>
                  <a:pt x="1499902" y="299931"/>
                </a:lnTo>
                <a:lnTo>
                  <a:pt x="1509200" y="300217"/>
                </a:lnTo>
                <a:cubicBezTo>
                  <a:pt x="1554240" y="303045"/>
                  <a:pt x="1578118" y="326334"/>
                  <a:pt x="1600457" y="347579"/>
                </a:cubicBezTo>
                <a:cubicBezTo>
                  <a:pt x="1620811" y="366900"/>
                  <a:pt x="1639813" y="384886"/>
                  <a:pt x="1672675" y="389081"/>
                </a:cubicBezTo>
                <a:lnTo>
                  <a:pt x="1687656" y="389998"/>
                </a:lnTo>
                <a:lnTo>
                  <a:pt x="1702991" y="389081"/>
                </a:lnTo>
                <a:lnTo>
                  <a:pt x="1720794" y="382603"/>
                </a:lnTo>
                <a:lnTo>
                  <a:pt x="1720794" y="403280"/>
                </a:lnTo>
                <a:lnTo>
                  <a:pt x="1696936" y="407726"/>
                </a:lnTo>
                <a:lnTo>
                  <a:pt x="1687656" y="408012"/>
                </a:lnTo>
                <a:lnTo>
                  <a:pt x="1678456" y="407726"/>
                </a:lnTo>
                <a:cubicBezTo>
                  <a:pt x="1633891" y="404897"/>
                  <a:pt x="1610048" y="381609"/>
                  <a:pt x="1588259" y="360363"/>
                </a:cubicBezTo>
                <a:cubicBezTo>
                  <a:pt x="1567905" y="341042"/>
                  <a:pt x="1548904" y="323056"/>
                  <a:pt x="1515254" y="318861"/>
                </a:cubicBezTo>
                <a:lnTo>
                  <a:pt x="1499902" y="317944"/>
                </a:lnTo>
                <a:lnTo>
                  <a:pt x="1484938" y="318861"/>
                </a:lnTo>
                <a:cubicBezTo>
                  <a:pt x="1452117" y="323056"/>
                  <a:pt x="1433131" y="341042"/>
                  <a:pt x="1412811" y="360363"/>
                </a:cubicBezTo>
                <a:cubicBezTo>
                  <a:pt x="1389009" y="383025"/>
                  <a:pt x="1363465" y="408012"/>
                  <a:pt x="1312377" y="408012"/>
                </a:cubicBezTo>
                <a:cubicBezTo>
                  <a:pt x="1261869" y="408012"/>
                  <a:pt x="1236325" y="383025"/>
                  <a:pt x="1213103" y="360363"/>
                </a:cubicBezTo>
                <a:cubicBezTo>
                  <a:pt x="1192784" y="341042"/>
                  <a:pt x="1173800" y="323056"/>
                  <a:pt x="1140203" y="318861"/>
                </a:cubicBezTo>
                <a:lnTo>
                  <a:pt x="1124860" y="317944"/>
                </a:lnTo>
                <a:lnTo>
                  <a:pt x="1109907" y="318861"/>
                </a:lnTo>
                <a:cubicBezTo>
                  <a:pt x="1077083" y="323056"/>
                  <a:pt x="1058099" y="341042"/>
                  <a:pt x="1037780" y="360363"/>
                </a:cubicBezTo>
                <a:cubicBezTo>
                  <a:pt x="1014563" y="383025"/>
                  <a:pt x="988431" y="408012"/>
                  <a:pt x="937343" y="408012"/>
                </a:cubicBezTo>
                <a:cubicBezTo>
                  <a:pt x="887352" y="408012"/>
                  <a:pt x="861195" y="383025"/>
                  <a:pt x="837942" y="360363"/>
                </a:cubicBezTo>
                <a:cubicBezTo>
                  <a:pt x="817603" y="341042"/>
                  <a:pt x="798587" y="323056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2"/>
                  <a:pt x="562069" y="408012"/>
                </a:cubicBezTo>
                <a:cubicBezTo>
                  <a:pt x="512115" y="408012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2"/>
                  <a:pt x="187517" y="408012"/>
                </a:cubicBezTo>
                <a:cubicBezTo>
                  <a:pt x="137009" y="408012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5"/>
                  <a:pt x="187517" y="289885"/>
                </a:cubicBezTo>
                <a:cubicBezTo>
                  <a:pt x="230477" y="289885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5"/>
                  <a:pt x="562069" y="289885"/>
                </a:cubicBezTo>
                <a:cubicBezTo>
                  <a:pt x="605610" y="289885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803998" y="203623"/>
                  <a:pt x="828351" y="226847"/>
                  <a:pt x="850154" y="247521"/>
                </a:cubicBezTo>
                <a:cubicBezTo>
                  <a:pt x="873408" y="270154"/>
                  <a:pt x="894909" y="289885"/>
                  <a:pt x="937343" y="289885"/>
                </a:cubicBezTo>
                <a:cubicBezTo>
                  <a:pt x="980892" y="289885"/>
                  <a:pt x="1002368" y="270154"/>
                  <a:pt x="1025586" y="247521"/>
                </a:cubicBezTo>
                <a:cubicBezTo>
                  <a:pt x="1047357" y="226847"/>
                  <a:pt x="1071175" y="203623"/>
                  <a:pt x="1115684" y="200801"/>
                </a:cubicBezTo>
                <a:lnTo>
                  <a:pt x="1124860" y="200515"/>
                </a:lnTo>
                <a:lnTo>
                  <a:pt x="1134151" y="200801"/>
                </a:lnTo>
                <a:cubicBezTo>
                  <a:pt x="1179136" y="203623"/>
                  <a:pt x="1202980" y="226847"/>
                  <a:pt x="1225295" y="247521"/>
                </a:cubicBezTo>
                <a:cubicBezTo>
                  <a:pt x="1248517" y="270154"/>
                  <a:pt x="1270006" y="289885"/>
                  <a:pt x="1312377" y="289885"/>
                </a:cubicBezTo>
                <a:cubicBezTo>
                  <a:pt x="1355923" y="289885"/>
                  <a:pt x="1377398" y="270154"/>
                  <a:pt x="1400620" y="247521"/>
                </a:cubicBezTo>
                <a:cubicBezTo>
                  <a:pt x="1422391" y="226847"/>
                  <a:pt x="1446206" y="203623"/>
                  <a:pt x="1490715" y="200801"/>
                </a:cubicBezTo>
                <a:lnTo>
                  <a:pt x="1499902" y="200515"/>
                </a:lnTo>
                <a:lnTo>
                  <a:pt x="1509200" y="200801"/>
                </a:lnTo>
                <a:cubicBezTo>
                  <a:pt x="1554240" y="203623"/>
                  <a:pt x="1578118" y="226847"/>
                  <a:pt x="1600457" y="247521"/>
                </a:cubicBezTo>
                <a:cubicBezTo>
                  <a:pt x="1620811" y="267325"/>
                  <a:pt x="1639813" y="284906"/>
                  <a:pt x="1672675" y="288992"/>
                </a:cubicBezTo>
                <a:lnTo>
                  <a:pt x="1687656" y="289885"/>
                </a:lnTo>
                <a:lnTo>
                  <a:pt x="1702991" y="288992"/>
                </a:lnTo>
                <a:lnTo>
                  <a:pt x="1720794" y="282616"/>
                </a:lnTo>
                <a:lnTo>
                  <a:pt x="1720794" y="300342"/>
                </a:lnTo>
                <a:lnTo>
                  <a:pt x="1696936" y="307595"/>
                </a:lnTo>
                <a:lnTo>
                  <a:pt x="1687656" y="307874"/>
                </a:lnTo>
                <a:lnTo>
                  <a:pt x="1678456" y="307595"/>
                </a:lnTo>
                <a:cubicBezTo>
                  <a:pt x="1633891" y="304834"/>
                  <a:pt x="1610048" y="282086"/>
                  <a:pt x="1588259" y="260868"/>
                </a:cubicBezTo>
                <a:cubicBezTo>
                  <a:pt x="1567905" y="241065"/>
                  <a:pt x="1548904" y="223483"/>
                  <a:pt x="1515254" y="219397"/>
                </a:cubicBezTo>
                <a:lnTo>
                  <a:pt x="1499902" y="218505"/>
                </a:lnTo>
                <a:lnTo>
                  <a:pt x="1484938" y="219397"/>
                </a:lnTo>
                <a:cubicBezTo>
                  <a:pt x="1452117" y="223483"/>
                  <a:pt x="1433131" y="241065"/>
                  <a:pt x="1412811" y="260868"/>
                </a:cubicBezTo>
                <a:cubicBezTo>
                  <a:pt x="1389009" y="283501"/>
                  <a:pt x="1363465" y="307874"/>
                  <a:pt x="1312377" y="307874"/>
                </a:cubicBezTo>
                <a:cubicBezTo>
                  <a:pt x="1261869" y="307874"/>
                  <a:pt x="1236325" y="283501"/>
                  <a:pt x="1213103" y="260868"/>
                </a:cubicBezTo>
                <a:cubicBezTo>
                  <a:pt x="1192784" y="241065"/>
                  <a:pt x="1173800" y="223483"/>
                  <a:pt x="1140203" y="219397"/>
                </a:cubicBezTo>
                <a:lnTo>
                  <a:pt x="1124860" y="218505"/>
                </a:lnTo>
                <a:lnTo>
                  <a:pt x="1109907" y="219397"/>
                </a:lnTo>
                <a:cubicBezTo>
                  <a:pt x="1077083" y="223483"/>
                  <a:pt x="1058099" y="241065"/>
                  <a:pt x="1037780" y="260868"/>
                </a:cubicBezTo>
                <a:cubicBezTo>
                  <a:pt x="1014563" y="283501"/>
                  <a:pt x="988431" y="307874"/>
                  <a:pt x="937343" y="307874"/>
                </a:cubicBezTo>
                <a:cubicBezTo>
                  <a:pt x="887352" y="307874"/>
                  <a:pt x="861195" y="283501"/>
                  <a:pt x="837942" y="260868"/>
                </a:cubicBezTo>
                <a:cubicBezTo>
                  <a:pt x="817603" y="241065"/>
                  <a:pt x="798587" y="223483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3"/>
                  <a:pt x="682831" y="241065"/>
                  <a:pt x="662511" y="260868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8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8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8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7"/>
                </a:lnTo>
                <a:cubicBezTo>
                  <a:pt x="803998" y="102944"/>
                  <a:pt x="828351" y="125742"/>
                  <a:pt x="850154" y="147008"/>
                </a:cubicBezTo>
                <a:cubicBezTo>
                  <a:pt x="873408" y="169691"/>
                  <a:pt x="894909" y="189466"/>
                  <a:pt x="937343" y="189466"/>
                </a:cubicBezTo>
                <a:cubicBezTo>
                  <a:pt x="980892" y="189466"/>
                  <a:pt x="1002368" y="169691"/>
                  <a:pt x="1025586" y="147008"/>
                </a:cubicBezTo>
                <a:cubicBezTo>
                  <a:pt x="1047357" y="126288"/>
                  <a:pt x="1071175" y="103012"/>
                  <a:pt x="1115684" y="100183"/>
                </a:cubicBezTo>
                <a:lnTo>
                  <a:pt x="1124860" y="99897"/>
                </a:lnTo>
                <a:lnTo>
                  <a:pt x="1134151" y="100177"/>
                </a:lnTo>
                <a:cubicBezTo>
                  <a:pt x="1179136" y="102944"/>
                  <a:pt x="1202980" y="125742"/>
                  <a:pt x="1225295" y="147008"/>
                </a:cubicBezTo>
                <a:cubicBezTo>
                  <a:pt x="1248517" y="169691"/>
                  <a:pt x="1270006" y="189466"/>
                  <a:pt x="1312377" y="189466"/>
                </a:cubicBezTo>
                <a:cubicBezTo>
                  <a:pt x="1355923" y="189466"/>
                  <a:pt x="1377398" y="169691"/>
                  <a:pt x="1400620" y="147008"/>
                </a:cubicBezTo>
                <a:cubicBezTo>
                  <a:pt x="1422391" y="126288"/>
                  <a:pt x="1446206" y="103012"/>
                  <a:pt x="1490715" y="100183"/>
                </a:cubicBezTo>
                <a:lnTo>
                  <a:pt x="1499902" y="99897"/>
                </a:lnTo>
                <a:lnTo>
                  <a:pt x="1509200" y="100177"/>
                </a:lnTo>
                <a:cubicBezTo>
                  <a:pt x="1554240" y="102944"/>
                  <a:pt x="1578118" y="125742"/>
                  <a:pt x="1600457" y="147008"/>
                </a:cubicBezTo>
                <a:cubicBezTo>
                  <a:pt x="1620811" y="166856"/>
                  <a:pt x="1639813" y="184477"/>
                  <a:pt x="1672675" y="188572"/>
                </a:cubicBezTo>
                <a:lnTo>
                  <a:pt x="1687656" y="189466"/>
                </a:lnTo>
                <a:lnTo>
                  <a:pt x="1702991" y="188572"/>
                </a:lnTo>
                <a:lnTo>
                  <a:pt x="1720794" y="182181"/>
                </a:lnTo>
                <a:lnTo>
                  <a:pt x="1720794" y="202859"/>
                </a:lnTo>
                <a:lnTo>
                  <a:pt x="1696936" y="207216"/>
                </a:lnTo>
                <a:lnTo>
                  <a:pt x="1687656" y="207496"/>
                </a:lnTo>
                <a:lnTo>
                  <a:pt x="1678456" y="207216"/>
                </a:lnTo>
                <a:cubicBezTo>
                  <a:pt x="1633891" y="204450"/>
                  <a:pt x="1610048" y="181651"/>
                  <a:pt x="1588259" y="160385"/>
                </a:cubicBezTo>
                <a:cubicBezTo>
                  <a:pt x="1567905" y="140537"/>
                  <a:pt x="1548904" y="122916"/>
                  <a:pt x="1515254" y="118821"/>
                </a:cubicBezTo>
                <a:lnTo>
                  <a:pt x="1499902" y="117927"/>
                </a:lnTo>
                <a:lnTo>
                  <a:pt x="1484938" y="118821"/>
                </a:lnTo>
                <a:cubicBezTo>
                  <a:pt x="1452117" y="122916"/>
                  <a:pt x="1433131" y="140537"/>
                  <a:pt x="1412811" y="160385"/>
                </a:cubicBezTo>
                <a:cubicBezTo>
                  <a:pt x="1389009" y="183068"/>
                  <a:pt x="1363465" y="207496"/>
                  <a:pt x="1312377" y="207496"/>
                </a:cubicBezTo>
                <a:cubicBezTo>
                  <a:pt x="1261869" y="207496"/>
                  <a:pt x="1236325" y="183068"/>
                  <a:pt x="1213103" y="160385"/>
                </a:cubicBezTo>
                <a:cubicBezTo>
                  <a:pt x="1192784" y="140537"/>
                  <a:pt x="1173800" y="122916"/>
                  <a:pt x="1140203" y="118821"/>
                </a:cubicBezTo>
                <a:lnTo>
                  <a:pt x="1124860" y="117927"/>
                </a:lnTo>
                <a:lnTo>
                  <a:pt x="1109907" y="118821"/>
                </a:lnTo>
                <a:cubicBezTo>
                  <a:pt x="1077083" y="122916"/>
                  <a:pt x="1058099" y="140537"/>
                  <a:pt x="1037780" y="160385"/>
                </a:cubicBezTo>
                <a:cubicBezTo>
                  <a:pt x="1014563" y="183068"/>
                  <a:pt x="988431" y="207496"/>
                  <a:pt x="937343" y="207496"/>
                </a:cubicBezTo>
                <a:cubicBezTo>
                  <a:pt x="887352" y="207496"/>
                  <a:pt x="861195" y="183068"/>
                  <a:pt x="837942" y="160385"/>
                </a:cubicBezTo>
                <a:cubicBezTo>
                  <a:pt x="817603" y="140537"/>
                  <a:pt x="798587" y="122916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7"/>
                  <a:pt x="99855" y="47649"/>
                </a:cubicBezTo>
                <a:cubicBezTo>
                  <a:pt x="123076" y="69730"/>
                  <a:pt x="144556" y="90067"/>
                  <a:pt x="187517" y="90067"/>
                </a:cubicBezTo>
                <a:cubicBezTo>
                  <a:pt x="230477" y="90067"/>
                  <a:pt x="251957" y="69730"/>
                  <a:pt x="275179" y="47649"/>
                </a:cubicBezTo>
                <a:cubicBezTo>
                  <a:pt x="298982" y="24987"/>
                  <a:pt x="324526" y="0"/>
                  <a:pt x="375034" y="0"/>
                </a:cubicBezTo>
                <a:cubicBezTo>
                  <a:pt x="425568" y="0"/>
                  <a:pt x="451706" y="24987"/>
                  <a:pt x="474941" y="47649"/>
                </a:cubicBezTo>
                <a:cubicBezTo>
                  <a:pt x="498175" y="69730"/>
                  <a:pt x="519667" y="90067"/>
                  <a:pt x="562069" y="90067"/>
                </a:cubicBezTo>
                <a:cubicBezTo>
                  <a:pt x="605610" y="90067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800739" y="0"/>
                  <a:pt x="826901" y="24987"/>
                  <a:pt x="850154" y="47649"/>
                </a:cubicBezTo>
                <a:cubicBezTo>
                  <a:pt x="873408" y="69730"/>
                  <a:pt x="894909" y="90067"/>
                  <a:pt x="937343" y="90067"/>
                </a:cubicBezTo>
                <a:cubicBezTo>
                  <a:pt x="980892" y="90067"/>
                  <a:pt x="1002368" y="69730"/>
                  <a:pt x="1025586" y="47649"/>
                </a:cubicBezTo>
                <a:cubicBezTo>
                  <a:pt x="1047357" y="26403"/>
                  <a:pt x="1071175" y="3114"/>
                  <a:pt x="1115684" y="286"/>
                </a:cubicBezTo>
                <a:lnTo>
                  <a:pt x="1124860" y="0"/>
                </a:lnTo>
                <a:cubicBezTo>
                  <a:pt x="1175948" y="0"/>
                  <a:pt x="1201492" y="24987"/>
                  <a:pt x="1225295" y="47649"/>
                </a:cubicBezTo>
                <a:cubicBezTo>
                  <a:pt x="1248517" y="69730"/>
                  <a:pt x="1270006" y="90067"/>
                  <a:pt x="1312377" y="90067"/>
                </a:cubicBezTo>
                <a:cubicBezTo>
                  <a:pt x="1355923" y="90067"/>
                  <a:pt x="1377398" y="69730"/>
                  <a:pt x="1400620" y="47649"/>
                </a:cubicBezTo>
                <a:cubicBezTo>
                  <a:pt x="1422391" y="26403"/>
                  <a:pt x="1446206" y="3114"/>
                  <a:pt x="1490715" y="286"/>
                </a:cubicBezTo>
                <a:lnTo>
                  <a:pt x="1499902" y="0"/>
                </a:lnTo>
                <a:cubicBezTo>
                  <a:pt x="1551049" y="0"/>
                  <a:pt x="1576632" y="24987"/>
                  <a:pt x="1600457" y="47649"/>
                </a:cubicBezTo>
                <a:cubicBezTo>
                  <a:pt x="1620811" y="66970"/>
                  <a:pt x="1639813" y="84956"/>
                  <a:pt x="1672675" y="89151"/>
                </a:cubicBezTo>
                <a:lnTo>
                  <a:pt x="1687656" y="90067"/>
                </a:lnTo>
                <a:lnTo>
                  <a:pt x="1702991" y="89151"/>
                </a:lnTo>
                <a:lnTo>
                  <a:pt x="1720794" y="82672"/>
                </a:lnTo>
                <a:lnTo>
                  <a:pt x="1720794" y="103349"/>
                </a:lnTo>
                <a:lnTo>
                  <a:pt x="1696936" y="107795"/>
                </a:lnTo>
                <a:lnTo>
                  <a:pt x="1687656" y="108081"/>
                </a:lnTo>
                <a:lnTo>
                  <a:pt x="1678456" y="107795"/>
                </a:lnTo>
                <a:cubicBezTo>
                  <a:pt x="1633891" y="104967"/>
                  <a:pt x="1610048" y="81678"/>
                  <a:pt x="1588259" y="60433"/>
                </a:cubicBezTo>
                <a:cubicBezTo>
                  <a:pt x="1567905" y="41112"/>
                  <a:pt x="1548904" y="23125"/>
                  <a:pt x="1515254" y="18931"/>
                </a:cubicBezTo>
                <a:lnTo>
                  <a:pt x="1499902" y="18014"/>
                </a:lnTo>
                <a:lnTo>
                  <a:pt x="1484938" y="18931"/>
                </a:lnTo>
                <a:cubicBezTo>
                  <a:pt x="1452117" y="23125"/>
                  <a:pt x="1433131" y="41112"/>
                  <a:pt x="1412811" y="60433"/>
                </a:cubicBezTo>
                <a:cubicBezTo>
                  <a:pt x="1389009" y="83095"/>
                  <a:pt x="1363465" y="108081"/>
                  <a:pt x="1312377" y="108081"/>
                </a:cubicBezTo>
                <a:cubicBezTo>
                  <a:pt x="1261869" y="108081"/>
                  <a:pt x="1236325" y="83095"/>
                  <a:pt x="1213103" y="60433"/>
                </a:cubicBezTo>
                <a:cubicBezTo>
                  <a:pt x="1192784" y="41112"/>
                  <a:pt x="1173800" y="23125"/>
                  <a:pt x="1140203" y="18931"/>
                </a:cubicBezTo>
                <a:lnTo>
                  <a:pt x="1124860" y="18014"/>
                </a:lnTo>
                <a:lnTo>
                  <a:pt x="1109907" y="18931"/>
                </a:lnTo>
                <a:cubicBezTo>
                  <a:pt x="1077083" y="23125"/>
                  <a:pt x="1058099" y="41112"/>
                  <a:pt x="1037780" y="60433"/>
                </a:cubicBezTo>
                <a:cubicBezTo>
                  <a:pt x="1014563" y="83095"/>
                  <a:pt x="988431" y="108081"/>
                  <a:pt x="937343" y="108081"/>
                </a:cubicBezTo>
                <a:cubicBezTo>
                  <a:pt x="887352" y="108081"/>
                  <a:pt x="861195" y="83095"/>
                  <a:pt x="837942" y="60433"/>
                </a:cubicBezTo>
                <a:cubicBezTo>
                  <a:pt x="817603" y="41112"/>
                  <a:pt x="798587" y="23125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2"/>
                  <a:pt x="662511" y="60433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3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3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09" y="108081"/>
                  <a:pt x="111465" y="83095"/>
                  <a:pt x="87663" y="60433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BB5A68D6-E842-4A9F-86EB-E3D4D97D2ED1}"/>
              </a:ext>
            </a:extLst>
          </p:cNvPr>
          <p:cNvSpPr>
            <a:spLocks/>
          </p:cNvSpPr>
          <p:nvPr/>
        </p:nvSpPr>
        <p:spPr bwMode="auto">
          <a:xfrm>
            <a:off x="10471205" y="-3633"/>
            <a:ext cx="1720794" cy="1708593"/>
          </a:xfrm>
          <a:custGeom>
            <a:avLst/>
            <a:gdLst>
              <a:gd name="connsiteX0" fmla="*/ 0 w 1720794"/>
              <a:gd name="connsiteY0" fmla="*/ 1600512 h 1708593"/>
              <a:gd name="connsiteX1" fmla="*/ 99855 w 1720794"/>
              <a:gd name="connsiteY1" fmla="*/ 1648161 h 1708593"/>
              <a:gd name="connsiteX2" fmla="*/ 187517 w 1720794"/>
              <a:gd name="connsiteY2" fmla="*/ 1690580 h 1708593"/>
              <a:gd name="connsiteX3" fmla="*/ 275179 w 1720794"/>
              <a:gd name="connsiteY3" fmla="*/ 1648161 h 1708593"/>
              <a:gd name="connsiteX4" fmla="*/ 375034 w 1720794"/>
              <a:gd name="connsiteY4" fmla="*/ 1600512 h 1708593"/>
              <a:gd name="connsiteX5" fmla="*/ 474941 w 1720794"/>
              <a:gd name="connsiteY5" fmla="*/ 1648161 h 1708593"/>
              <a:gd name="connsiteX6" fmla="*/ 562069 w 1720794"/>
              <a:gd name="connsiteY6" fmla="*/ 1690580 h 1708593"/>
              <a:gd name="connsiteX7" fmla="*/ 650315 w 1720794"/>
              <a:gd name="connsiteY7" fmla="*/ 1648161 h 1708593"/>
              <a:gd name="connsiteX8" fmla="*/ 740506 w 1720794"/>
              <a:gd name="connsiteY8" fmla="*/ 1600798 h 1708593"/>
              <a:gd name="connsiteX9" fmla="*/ 749586 w 1720794"/>
              <a:gd name="connsiteY9" fmla="*/ 1600512 h 1708593"/>
              <a:gd name="connsiteX10" fmla="*/ 758889 w 1720794"/>
              <a:gd name="connsiteY10" fmla="*/ 1600798 h 1708593"/>
              <a:gd name="connsiteX11" fmla="*/ 850154 w 1720794"/>
              <a:gd name="connsiteY11" fmla="*/ 1648161 h 1708593"/>
              <a:gd name="connsiteX12" fmla="*/ 937343 w 1720794"/>
              <a:gd name="connsiteY12" fmla="*/ 1690580 h 1708593"/>
              <a:gd name="connsiteX13" fmla="*/ 1025586 w 1720794"/>
              <a:gd name="connsiteY13" fmla="*/ 1648161 h 1708593"/>
              <a:gd name="connsiteX14" fmla="*/ 1115684 w 1720794"/>
              <a:gd name="connsiteY14" fmla="*/ 1600798 h 1708593"/>
              <a:gd name="connsiteX15" fmla="*/ 1124860 w 1720794"/>
              <a:gd name="connsiteY15" fmla="*/ 1600512 h 1708593"/>
              <a:gd name="connsiteX16" fmla="*/ 1134151 w 1720794"/>
              <a:gd name="connsiteY16" fmla="*/ 1600798 h 1708593"/>
              <a:gd name="connsiteX17" fmla="*/ 1225295 w 1720794"/>
              <a:gd name="connsiteY17" fmla="*/ 1648161 h 1708593"/>
              <a:gd name="connsiteX18" fmla="*/ 1312377 w 1720794"/>
              <a:gd name="connsiteY18" fmla="*/ 1690580 h 1708593"/>
              <a:gd name="connsiteX19" fmla="*/ 1400620 w 1720794"/>
              <a:gd name="connsiteY19" fmla="*/ 1648161 h 1708593"/>
              <a:gd name="connsiteX20" fmla="*/ 1490715 w 1720794"/>
              <a:gd name="connsiteY20" fmla="*/ 1600798 h 1708593"/>
              <a:gd name="connsiteX21" fmla="*/ 1499902 w 1720794"/>
              <a:gd name="connsiteY21" fmla="*/ 1600512 h 1708593"/>
              <a:gd name="connsiteX22" fmla="*/ 1509200 w 1720794"/>
              <a:gd name="connsiteY22" fmla="*/ 1600798 h 1708593"/>
              <a:gd name="connsiteX23" fmla="*/ 1600457 w 1720794"/>
              <a:gd name="connsiteY23" fmla="*/ 1648161 h 1708593"/>
              <a:gd name="connsiteX24" fmla="*/ 1672675 w 1720794"/>
              <a:gd name="connsiteY24" fmla="*/ 1689663 h 1708593"/>
              <a:gd name="connsiteX25" fmla="*/ 1687656 w 1720794"/>
              <a:gd name="connsiteY25" fmla="*/ 1690580 h 1708593"/>
              <a:gd name="connsiteX26" fmla="*/ 1702991 w 1720794"/>
              <a:gd name="connsiteY26" fmla="*/ 1689663 h 1708593"/>
              <a:gd name="connsiteX27" fmla="*/ 1720794 w 1720794"/>
              <a:gd name="connsiteY27" fmla="*/ 1683184 h 1708593"/>
              <a:gd name="connsiteX28" fmla="*/ 1720794 w 1720794"/>
              <a:gd name="connsiteY28" fmla="*/ 1703862 h 1708593"/>
              <a:gd name="connsiteX29" fmla="*/ 1696936 w 1720794"/>
              <a:gd name="connsiteY29" fmla="*/ 1708307 h 1708593"/>
              <a:gd name="connsiteX30" fmla="*/ 1687656 w 1720794"/>
              <a:gd name="connsiteY30" fmla="*/ 1708593 h 1708593"/>
              <a:gd name="connsiteX31" fmla="*/ 1678456 w 1720794"/>
              <a:gd name="connsiteY31" fmla="*/ 1708307 h 1708593"/>
              <a:gd name="connsiteX32" fmla="*/ 1588259 w 1720794"/>
              <a:gd name="connsiteY32" fmla="*/ 1660945 h 1708593"/>
              <a:gd name="connsiteX33" fmla="*/ 1515254 w 1720794"/>
              <a:gd name="connsiteY33" fmla="*/ 1619443 h 1708593"/>
              <a:gd name="connsiteX34" fmla="*/ 1499902 w 1720794"/>
              <a:gd name="connsiteY34" fmla="*/ 1618526 h 1708593"/>
              <a:gd name="connsiteX35" fmla="*/ 1484938 w 1720794"/>
              <a:gd name="connsiteY35" fmla="*/ 1619443 h 1708593"/>
              <a:gd name="connsiteX36" fmla="*/ 1412811 w 1720794"/>
              <a:gd name="connsiteY36" fmla="*/ 1660945 h 1708593"/>
              <a:gd name="connsiteX37" fmla="*/ 1312377 w 1720794"/>
              <a:gd name="connsiteY37" fmla="*/ 1708593 h 1708593"/>
              <a:gd name="connsiteX38" fmla="*/ 1213103 w 1720794"/>
              <a:gd name="connsiteY38" fmla="*/ 1660945 h 1708593"/>
              <a:gd name="connsiteX39" fmla="*/ 1140203 w 1720794"/>
              <a:gd name="connsiteY39" fmla="*/ 1619443 h 1708593"/>
              <a:gd name="connsiteX40" fmla="*/ 1124860 w 1720794"/>
              <a:gd name="connsiteY40" fmla="*/ 1618526 h 1708593"/>
              <a:gd name="connsiteX41" fmla="*/ 1109907 w 1720794"/>
              <a:gd name="connsiteY41" fmla="*/ 1619443 h 1708593"/>
              <a:gd name="connsiteX42" fmla="*/ 1037780 w 1720794"/>
              <a:gd name="connsiteY42" fmla="*/ 1660945 h 1708593"/>
              <a:gd name="connsiteX43" fmla="*/ 937343 w 1720794"/>
              <a:gd name="connsiteY43" fmla="*/ 1708593 h 1708593"/>
              <a:gd name="connsiteX44" fmla="*/ 837942 w 1720794"/>
              <a:gd name="connsiteY44" fmla="*/ 1660945 h 1708593"/>
              <a:gd name="connsiteX45" fmla="*/ 764952 w 1720794"/>
              <a:gd name="connsiteY45" fmla="*/ 1619443 h 1708593"/>
              <a:gd name="connsiteX46" fmla="*/ 749586 w 1720794"/>
              <a:gd name="connsiteY46" fmla="*/ 1618526 h 1708593"/>
              <a:gd name="connsiteX47" fmla="*/ 734638 w 1720794"/>
              <a:gd name="connsiteY47" fmla="*/ 1619443 h 1708593"/>
              <a:gd name="connsiteX48" fmla="*/ 662511 w 1720794"/>
              <a:gd name="connsiteY48" fmla="*/ 1660945 h 1708593"/>
              <a:gd name="connsiteX49" fmla="*/ 562069 w 1720794"/>
              <a:gd name="connsiteY49" fmla="*/ 1708593 h 1708593"/>
              <a:gd name="connsiteX50" fmla="*/ 462743 w 1720794"/>
              <a:gd name="connsiteY50" fmla="*/ 1660945 h 1708593"/>
              <a:gd name="connsiteX51" fmla="*/ 375034 w 1720794"/>
              <a:gd name="connsiteY51" fmla="*/ 1618526 h 1708593"/>
              <a:gd name="connsiteX52" fmla="*/ 287371 w 1720794"/>
              <a:gd name="connsiteY52" fmla="*/ 1660945 h 1708593"/>
              <a:gd name="connsiteX53" fmla="*/ 187517 w 1720794"/>
              <a:gd name="connsiteY53" fmla="*/ 1708593 h 1708593"/>
              <a:gd name="connsiteX54" fmla="*/ 87663 w 1720794"/>
              <a:gd name="connsiteY54" fmla="*/ 1660945 h 1708593"/>
              <a:gd name="connsiteX55" fmla="*/ 0 w 1720794"/>
              <a:gd name="connsiteY55" fmla="*/ 1618526 h 1708593"/>
              <a:gd name="connsiteX56" fmla="*/ 0 w 1720794"/>
              <a:gd name="connsiteY56" fmla="*/ 1501097 h 1708593"/>
              <a:gd name="connsiteX57" fmla="*/ 99855 w 1720794"/>
              <a:gd name="connsiteY57" fmla="*/ 1548208 h 1708593"/>
              <a:gd name="connsiteX58" fmla="*/ 187517 w 1720794"/>
              <a:gd name="connsiteY58" fmla="*/ 1590666 h 1708593"/>
              <a:gd name="connsiteX59" fmla="*/ 275179 w 1720794"/>
              <a:gd name="connsiteY59" fmla="*/ 1548208 h 1708593"/>
              <a:gd name="connsiteX60" fmla="*/ 375034 w 1720794"/>
              <a:gd name="connsiteY60" fmla="*/ 1501097 h 1708593"/>
              <a:gd name="connsiteX61" fmla="*/ 474941 w 1720794"/>
              <a:gd name="connsiteY61" fmla="*/ 1548208 h 1708593"/>
              <a:gd name="connsiteX62" fmla="*/ 562069 w 1720794"/>
              <a:gd name="connsiteY62" fmla="*/ 1590666 h 1708593"/>
              <a:gd name="connsiteX63" fmla="*/ 650315 w 1720794"/>
              <a:gd name="connsiteY63" fmla="*/ 1548208 h 1708593"/>
              <a:gd name="connsiteX64" fmla="*/ 740506 w 1720794"/>
              <a:gd name="connsiteY64" fmla="*/ 1501377 h 1708593"/>
              <a:gd name="connsiteX65" fmla="*/ 749586 w 1720794"/>
              <a:gd name="connsiteY65" fmla="*/ 1501097 h 1708593"/>
              <a:gd name="connsiteX66" fmla="*/ 758889 w 1720794"/>
              <a:gd name="connsiteY66" fmla="*/ 1501377 h 1708593"/>
              <a:gd name="connsiteX67" fmla="*/ 850154 w 1720794"/>
              <a:gd name="connsiteY67" fmla="*/ 1548208 h 1708593"/>
              <a:gd name="connsiteX68" fmla="*/ 937343 w 1720794"/>
              <a:gd name="connsiteY68" fmla="*/ 1590666 h 1708593"/>
              <a:gd name="connsiteX69" fmla="*/ 1025586 w 1720794"/>
              <a:gd name="connsiteY69" fmla="*/ 1548208 h 1708593"/>
              <a:gd name="connsiteX70" fmla="*/ 1115684 w 1720794"/>
              <a:gd name="connsiteY70" fmla="*/ 1501377 h 1708593"/>
              <a:gd name="connsiteX71" fmla="*/ 1124860 w 1720794"/>
              <a:gd name="connsiteY71" fmla="*/ 1501097 h 1708593"/>
              <a:gd name="connsiteX72" fmla="*/ 1134151 w 1720794"/>
              <a:gd name="connsiteY72" fmla="*/ 1501377 h 1708593"/>
              <a:gd name="connsiteX73" fmla="*/ 1225295 w 1720794"/>
              <a:gd name="connsiteY73" fmla="*/ 1548208 h 1708593"/>
              <a:gd name="connsiteX74" fmla="*/ 1312377 w 1720794"/>
              <a:gd name="connsiteY74" fmla="*/ 1590666 h 1708593"/>
              <a:gd name="connsiteX75" fmla="*/ 1400620 w 1720794"/>
              <a:gd name="connsiteY75" fmla="*/ 1548208 h 1708593"/>
              <a:gd name="connsiteX76" fmla="*/ 1490715 w 1720794"/>
              <a:gd name="connsiteY76" fmla="*/ 1501377 h 1708593"/>
              <a:gd name="connsiteX77" fmla="*/ 1499902 w 1720794"/>
              <a:gd name="connsiteY77" fmla="*/ 1501097 h 1708593"/>
              <a:gd name="connsiteX78" fmla="*/ 1509200 w 1720794"/>
              <a:gd name="connsiteY78" fmla="*/ 1501377 h 1708593"/>
              <a:gd name="connsiteX79" fmla="*/ 1600457 w 1720794"/>
              <a:gd name="connsiteY79" fmla="*/ 1548208 h 1708593"/>
              <a:gd name="connsiteX80" fmla="*/ 1672675 w 1720794"/>
              <a:gd name="connsiteY80" fmla="*/ 1589772 h 1708593"/>
              <a:gd name="connsiteX81" fmla="*/ 1687656 w 1720794"/>
              <a:gd name="connsiteY81" fmla="*/ 1590666 h 1708593"/>
              <a:gd name="connsiteX82" fmla="*/ 1702991 w 1720794"/>
              <a:gd name="connsiteY82" fmla="*/ 1589748 h 1708593"/>
              <a:gd name="connsiteX83" fmla="*/ 1720794 w 1720794"/>
              <a:gd name="connsiteY83" fmla="*/ 1583264 h 1708593"/>
              <a:gd name="connsiteX84" fmla="*/ 1720794 w 1720794"/>
              <a:gd name="connsiteY84" fmla="*/ 1603961 h 1708593"/>
              <a:gd name="connsiteX85" fmla="*/ 1696936 w 1720794"/>
              <a:gd name="connsiteY85" fmla="*/ 1608410 h 1708593"/>
              <a:gd name="connsiteX86" fmla="*/ 1687656 w 1720794"/>
              <a:gd name="connsiteY86" fmla="*/ 1608697 h 1708593"/>
              <a:gd name="connsiteX87" fmla="*/ 1678456 w 1720794"/>
              <a:gd name="connsiteY87" fmla="*/ 1608410 h 1708593"/>
              <a:gd name="connsiteX88" fmla="*/ 1588259 w 1720794"/>
              <a:gd name="connsiteY88" fmla="*/ 1561004 h 1708593"/>
              <a:gd name="connsiteX89" fmla="*/ 1515254 w 1720794"/>
              <a:gd name="connsiteY89" fmla="*/ 1519464 h 1708593"/>
              <a:gd name="connsiteX90" fmla="*/ 1499902 w 1720794"/>
              <a:gd name="connsiteY90" fmla="*/ 1518546 h 1708593"/>
              <a:gd name="connsiteX91" fmla="*/ 1484938 w 1720794"/>
              <a:gd name="connsiteY91" fmla="*/ 1519464 h 1708593"/>
              <a:gd name="connsiteX92" fmla="*/ 1412811 w 1720794"/>
              <a:gd name="connsiteY92" fmla="*/ 1561004 h 1708593"/>
              <a:gd name="connsiteX93" fmla="*/ 1312377 w 1720794"/>
              <a:gd name="connsiteY93" fmla="*/ 1608697 h 1708593"/>
              <a:gd name="connsiteX94" fmla="*/ 1213103 w 1720794"/>
              <a:gd name="connsiteY94" fmla="*/ 1561004 h 1708593"/>
              <a:gd name="connsiteX95" fmla="*/ 1140203 w 1720794"/>
              <a:gd name="connsiteY95" fmla="*/ 1519464 h 1708593"/>
              <a:gd name="connsiteX96" fmla="*/ 1124860 w 1720794"/>
              <a:gd name="connsiteY96" fmla="*/ 1518546 h 1708593"/>
              <a:gd name="connsiteX97" fmla="*/ 1109907 w 1720794"/>
              <a:gd name="connsiteY97" fmla="*/ 1519464 h 1708593"/>
              <a:gd name="connsiteX98" fmla="*/ 1037780 w 1720794"/>
              <a:gd name="connsiteY98" fmla="*/ 1561004 h 1708593"/>
              <a:gd name="connsiteX99" fmla="*/ 937343 w 1720794"/>
              <a:gd name="connsiteY99" fmla="*/ 1608697 h 1708593"/>
              <a:gd name="connsiteX100" fmla="*/ 837942 w 1720794"/>
              <a:gd name="connsiteY100" fmla="*/ 1561004 h 1708593"/>
              <a:gd name="connsiteX101" fmla="*/ 764952 w 1720794"/>
              <a:gd name="connsiteY101" fmla="*/ 1519464 h 1708593"/>
              <a:gd name="connsiteX102" fmla="*/ 749586 w 1720794"/>
              <a:gd name="connsiteY102" fmla="*/ 1518546 h 1708593"/>
              <a:gd name="connsiteX103" fmla="*/ 734638 w 1720794"/>
              <a:gd name="connsiteY103" fmla="*/ 1519464 h 1708593"/>
              <a:gd name="connsiteX104" fmla="*/ 662511 w 1720794"/>
              <a:gd name="connsiteY104" fmla="*/ 1561004 h 1708593"/>
              <a:gd name="connsiteX105" fmla="*/ 562069 w 1720794"/>
              <a:gd name="connsiteY105" fmla="*/ 1608697 h 1708593"/>
              <a:gd name="connsiteX106" fmla="*/ 462743 w 1720794"/>
              <a:gd name="connsiteY106" fmla="*/ 1561004 h 1708593"/>
              <a:gd name="connsiteX107" fmla="*/ 375034 w 1720794"/>
              <a:gd name="connsiteY107" fmla="*/ 1518546 h 1708593"/>
              <a:gd name="connsiteX108" fmla="*/ 287371 w 1720794"/>
              <a:gd name="connsiteY108" fmla="*/ 1561004 h 1708593"/>
              <a:gd name="connsiteX109" fmla="*/ 187517 w 1720794"/>
              <a:gd name="connsiteY109" fmla="*/ 1608697 h 1708593"/>
              <a:gd name="connsiteX110" fmla="*/ 87663 w 1720794"/>
              <a:gd name="connsiteY110" fmla="*/ 1561004 h 1708593"/>
              <a:gd name="connsiteX111" fmla="*/ 0 w 1720794"/>
              <a:gd name="connsiteY111" fmla="*/ 1518546 h 1708593"/>
              <a:gd name="connsiteX112" fmla="*/ 0 w 1720794"/>
              <a:gd name="connsiteY112" fmla="*/ 1399997 h 1708593"/>
              <a:gd name="connsiteX113" fmla="*/ 99855 w 1720794"/>
              <a:gd name="connsiteY113" fmla="*/ 1447646 h 1708593"/>
              <a:gd name="connsiteX114" fmla="*/ 187517 w 1720794"/>
              <a:gd name="connsiteY114" fmla="*/ 1490065 h 1708593"/>
              <a:gd name="connsiteX115" fmla="*/ 275179 w 1720794"/>
              <a:gd name="connsiteY115" fmla="*/ 1447646 h 1708593"/>
              <a:gd name="connsiteX116" fmla="*/ 375034 w 1720794"/>
              <a:gd name="connsiteY116" fmla="*/ 1399997 h 1708593"/>
              <a:gd name="connsiteX117" fmla="*/ 474941 w 1720794"/>
              <a:gd name="connsiteY117" fmla="*/ 1447646 h 1708593"/>
              <a:gd name="connsiteX118" fmla="*/ 562069 w 1720794"/>
              <a:gd name="connsiteY118" fmla="*/ 1490065 h 1708593"/>
              <a:gd name="connsiteX119" fmla="*/ 650315 w 1720794"/>
              <a:gd name="connsiteY119" fmla="*/ 1447646 h 1708593"/>
              <a:gd name="connsiteX120" fmla="*/ 740506 w 1720794"/>
              <a:gd name="connsiteY120" fmla="*/ 1400283 h 1708593"/>
              <a:gd name="connsiteX121" fmla="*/ 749586 w 1720794"/>
              <a:gd name="connsiteY121" fmla="*/ 1399997 h 1708593"/>
              <a:gd name="connsiteX122" fmla="*/ 758889 w 1720794"/>
              <a:gd name="connsiteY122" fmla="*/ 1400283 h 1708593"/>
              <a:gd name="connsiteX123" fmla="*/ 850154 w 1720794"/>
              <a:gd name="connsiteY123" fmla="*/ 1447646 h 1708593"/>
              <a:gd name="connsiteX124" fmla="*/ 937343 w 1720794"/>
              <a:gd name="connsiteY124" fmla="*/ 1490065 h 1708593"/>
              <a:gd name="connsiteX125" fmla="*/ 1025586 w 1720794"/>
              <a:gd name="connsiteY125" fmla="*/ 1447646 h 1708593"/>
              <a:gd name="connsiteX126" fmla="*/ 1115684 w 1720794"/>
              <a:gd name="connsiteY126" fmla="*/ 1400283 h 1708593"/>
              <a:gd name="connsiteX127" fmla="*/ 1124860 w 1720794"/>
              <a:gd name="connsiteY127" fmla="*/ 1399997 h 1708593"/>
              <a:gd name="connsiteX128" fmla="*/ 1134151 w 1720794"/>
              <a:gd name="connsiteY128" fmla="*/ 1400283 h 1708593"/>
              <a:gd name="connsiteX129" fmla="*/ 1225295 w 1720794"/>
              <a:gd name="connsiteY129" fmla="*/ 1447646 h 1708593"/>
              <a:gd name="connsiteX130" fmla="*/ 1312377 w 1720794"/>
              <a:gd name="connsiteY130" fmla="*/ 1490065 h 1708593"/>
              <a:gd name="connsiteX131" fmla="*/ 1400620 w 1720794"/>
              <a:gd name="connsiteY131" fmla="*/ 1447646 h 1708593"/>
              <a:gd name="connsiteX132" fmla="*/ 1490715 w 1720794"/>
              <a:gd name="connsiteY132" fmla="*/ 1400283 h 1708593"/>
              <a:gd name="connsiteX133" fmla="*/ 1499902 w 1720794"/>
              <a:gd name="connsiteY133" fmla="*/ 1399997 h 1708593"/>
              <a:gd name="connsiteX134" fmla="*/ 1509200 w 1720794"/>
              <a:gd name="connsiteY134" fmla="*/ 1400283 h 1708593"/>
              <a:gd name="connsiteX135" fmla="*/ 1600457 w 1720794"/>
              <a:gd name="connsiteY135" fmla="*/ 1447646 h 1708593"/>
              <a:gd name="connsiteX136" fmla="*/ 1672675 w 1720794"/>
              <a:gd name="connsiteY136" fmla="*/ 1489147 h 1708593"/>
              <a:gd name="connsiteX137" fmla="*/ 1687656 w 1720794"/>
              <a:gd name="connsiteY137" fmla="*/ 1490065 h 1708593"/>
              <a:gd name="connsiteX138" fmla="*/ 1702991 w 1720794"/>
              <a:gd name="connsiteY138" fmla="*/ 1489147 h 1708593"/>
              <a:gd name="connsiteX139" fmla="*/ 1720794 w 1720794"/>
              <a:gd name="connsiteY139" fmla="*/ 1482669 h 1708593"/>
              <a:gd name="connsiteX140" fmla="*/ 1720794 w 1720794"/>
              <a:gd name="connsiteY140" fmla="*/ 1503346 h 1708593"/>
              <a:gd name="connsiteX141" fmla="*/ 1696936 w 1720794"/>
              <a:gd name="connsiteY141" fmla="*/ 1507792 h 1708593"/>
              <a:gd name="connsiteX142" fmla="*/ 1687656 w 1720794"/>
              <a:gd name="connsiteY142" fmla="*/ 1508078 h 1708593"/>
              <a:gd name="connsiteX143" fmla="*/ 1678456 w 1720794"/>
              <a:gd name="connsiteY143" fmla="*/ 1507792 h 1708593"/>
              <a:gd name="connsiteX144" fmla="*/ 1588259 w 1720794"/>
              <a:gd name="connsiteY144" fmla="*/ 1460429 h 1708593"/>
              <a:gd name="connsiteX145" fmla="*/ 1515254 w 1720794"/>
              <a:gd name="connsiteY145" fmla="*/ 1418928 h 1708593"/>
              <a:gd name="connsiteX146" fmla="*/ 1499902 w 1720794"/>
              <a:gd name="connsiteY146" fmla="*/ 1418010 h 1708593"/>
              <a:gd name="connsiteX147" fmla="*/ 1484938 w 1720794"/>
              <a:gd name="connsiteY147" fmla="*/ 1418928 h 1708593"/>
              <a:gd name="connsiteX148" fmla="*/ 1412811 w 1720794"/>
              <a:gd name="connsiteY148" fmla="*/ 1460429 h 1708593"/>
              <a:gd name="connsiteX149" fmla="*/ 1312377 w 1720794"/>
              <a:gd name="connsiteY149" fmla="*/ 1508078 h 1708593"/>
              <a:gd name="connsiteX150" fmla="*/ 1213103 w 1720794"/>
              <a:gd name="connsiteY150" fmla="*/ 1460429 h 1708593"/>
              <a:gd name="connsiteX151" fmla="*/ 1140203 w 1720794"/>
              <a:gd name="connsiteY151" fmla="*/ 1418928 h 1708593"/>
              <a:gd name="connsiteX152" fmla="*/ 1124860 w 1720794"/>
              <a:gd name="connsiteY152" fmla="*/ 1418010 h 1708593"/>
              <a:gd name="connsiteX153" fmla="*/ 1109907 w 1720794"/>
              <a:gd name="connsiteY153" fmla="*/ 1418928 h 1708593"/>
              <a:gd name="connsiteX154" fmla="*/ 1037780 w 1720794"/>
              <a:gd name="connsiteY154" fmla="*/ 1460429 h 1708593"/>
              <a:gd name="connsiteX155" fmla="*/ 937343 w 1720794"/>
              <a:gd name="connsiteY155" fmla="*/ 1508078 h 1708593"/>
              <a:gd name="connsiteX156" fmla="*/ 837942 w 1720794"/>
              <a:gd name="connsiteY156" fmla="*/ 1460429 h 1708593"/>
              <a:gd name="connsiteX157" fmla="*/ 764952 w 1720794"/>
              <a:gd name="connsiteY157" fmla="*/ 1418928 h 1708593"/>
              <a:gd name="connsiteX158" fmla="*/ 749586 w 1720794"/>
              <a:gd name="connsiteY158" fmla="*/ 1418010 h 1708593"/>
              <a:gd name="connsiteX159" fmla="*/ 734638 w 1720794"/>
              <a:gd name="connsiteY159" fmla="*/ 1418928 h 1708593"/>
              <a:gd name="connsiteX160" fmla="*/ 662511 w 1720794"/>
              <a:gd name="connsiteY160" fmla="*/ 1460429 h 1708593"/>
              <a:gd name="connsiteX161" fmla="*/ 562069 w 1720794"/>
              <a:gd name="connsiteY161" fmla="*/ 1508078 h 1708593"/>
              <a:gd name="connsiteX162" fmla="*/ 462743 w 1720794"/>
              <a:gd name="connsiteY162" fmla="*/ 1460429 h 1708593"/>
              <a:gd name="connsiteX163" fmla="*/ 375034 w 1720794"/>
              <a:gd name="connsiteY163" fmla="*/ 1418010 h 1708593"/>
              <a:gd name="connsiteX164" fmla="*/ 287371 w 1720794"/>
              <a:gd name="connsiteY164" fmla="*/ 1460429 h 1708593"/>
              <a:gd name="connsiteX165" fmla="*/ 187517 w 1720794"/>
              <a:gd name="connsiteY165" fmla="*/ 1508078 h 1708593"/>
              <a:gd name="connsiteX166" fmla="*/ 87663 w 1720794"/>
              <a:gd name="connsiteY166" fmla="*/ 1460429 h 1708593"/>
              <a:gd name="connsiteX167" fmla="*/ 0 w 1720794"/>
              <a:gd name="connsiteY167" fmla="*/ 1418010 h 1708593"/>
              <a:gd name="connsiteX168" fmla="*/ 0 w 1720794"/>
              <a:gd name="connsiteY168" fmla="*/ 1300582 h 1708593"/>
              <a:gd name="connsiteX169" fmla="*/ 99855 w 1720794"/>
              <a:gd name="connsiteY169" fmla="*/ 1347693 h 1708593"/>
              <a:gd name="connsiteX170" fmla="*/ 187517 w 1720794"/>
              <a:gd name="connsiteY170" fmla="*/ 1390151 h 1708593"/>
              <a:gd name="connsiteX171" fmla="*/ 275179 w 1720794"/>
              <a:gd name="connsiteY171" fmla="*/ 1347693 h 1708593"/>
              <a:gd name="connsiteX172" fmla="*/ 375034 w 1720794"/>
              <a:gd name="connsiteY172" fmla="*/ 1300582 h 1708593"/>
              <a:gd name="connsiteX173" fmla="*/ 474941 w 1720794"/>
              <a:gd name="connsiteY173" fmla="*/ 1347693 h 1708593"/>
              <a:gd name="connsiteX174" fmla="*/ 562069 w 1720794"/>
              <a:gd name="connsiteY174" fmla="*/ 1390151 h 1708593"/>
              <a:gd name="connsiteX175" fmla="*/ 650315 w 1720794"/>
              <a:gd name="connsiteY175" fmla="*/ 1347693 h 1708593"/>
              <a:gd name="connsiteX176" fmla="*/ 740506 w 1720794"/>
              <a:gd name="connsiteY176" fmla="*/ 1300868 h 1708593"/>
              <a:gd name="connsiteX177" fmla="*/ 749586 w 1720794"/>
              <a:gd name="connsiteY177" fmla="*/ 1300582 h 1708593"/>
              <a:gd name="connsiteX178" fmla="*/ 758889 w 1720794"/>
              <a:gd name="connsiteY178" fmla="*/ 1300868 h 1708593"/>
              <a:gd name="connsiteX179" fmla="*/ 850154 w 1720794"/>
              <a:gd name="connsiteY179" fmla="*/ 1347693 h 1708593"/>
              <a:gd name="connsiteX180" fmla="*/ 937343 w 1720794"/>
              <a:gd name="connsiteY180" fmla="*/ 1390151 h 1708593"/>
              <a:gd name="connsiteX181" fmla="*/ 1025586 w 1720794"/>
              <a:gd name="connsiteY181" fmla="*/ 1347693 h 1708593"/>
              <a:gd name="connsiteX182" fmla="*/ 1115684 w 1720794"/>
              <a:gd name="connsiteY182" fmla="*/ 1300868 h 1708593"/>
              <a:gd name="connsiteX183" fmla="*/ 1124860 w 1720794"/>
              <a:gd name="connsiteY183" fmla="*/ 1300582 h 1708593"/>
              <a:gd name="connsiteX184" fmla="*/ 1134151 w 1720794"/>
              <a:gd name="connsiteY184" fmla="*/ 1300868 h 1708593"/>
              <a:gd name="connsiteX185" fmla="*/ 1225295 w 1720794"/>
              <a:gd name="connsiteY185" fmla="*/ 1347693 h 1708593"/>
              <a:gd name="connsiteX186" fmla="*/ 1312377 w 1720794"/>
              <a:gd name="connsiteY186" fmla="*/ 1390151 h 1708593"/>
              <a:gd name="connsiteX187" fmla="*/ 1400620 w 1720794"/>
              <a:gd name="connsiteY187" fmla="*/ 1347693 h 1708593"/>
              <a:gd name="connsiteX188" fmla="*/ 1490715 w 1720794"/>
              <a:gd name="connsiteY188" fmla="*/ 1300868 h 1708593"/>
              <a:gd name="connsiteX189" fmla="*/ 1499902 w 1720794"/>
              <a:gd name="connsiteY189" fmla="*/ 1300582 h 1708593"/>
              <a:gd name="connsiteX190" fmla="*/ 1509200 w 1720794"/>
              <a:gd name="connsiteY190" fmla="*/ 1300868 h 1708593"/>
              <a:gd name="connsiteX191" fmla="*/ 1600457 w 1720794"/>
              <a:gd name="connsiteY191" fmla="*/ 1347693 h 1708593"/>
              <a:gd name="connsiteX192" fmla="*/ 1672675 w 1720794"/>
              <a:gd name="connsiteY192" fmla="*/ 1389257 h 1708593"/>
              <a:gd name="connsiteX193" fmla="*/ 1687656 w 1720794"/>
              <a:gd name="connsiteY193" fmla="*/ 1390151 h 1708593"/>
              <a:gd name="connsiteX194" fmla="*/ 1702991 w 1720794"/>
              <a:gd name="connsiteY194" fmla="*/ 1389257 h 1708593"/>
              <a:gd name="connsiteX195" fmla="*/ 1720794 w 1720794"/>
              <a:gd name="connsiteY195" fmla="*/ 1382866 h 1708593"/>
              <a:gd name="connsiteX196" fmla="*/ 1720794 w 1720794"/>
              <a:gd name="connsiteY196" fmla="*/ 1403544 h 1708593"/>
              <a:gd name="connsiteX197" fmla="*/ 1696936 w 1720794"/>
              <a:gd name="connsiteY197" fmla="*/ 1407901 h 1708593"/>
              <a:gd name="connsiteX198" fmla="*/ 1687656 w 1720794"/>
              <a:gd name="connsiteY198" fmla="*/ 1408181 h 1708593"/>
              <a:gd name="connsiteX199" fmla="*/ 1678456 w 1720794"/>
              <a:gd name="connsiteY199" fmla="*/ 1407901 h 1708593"/>
              <a:gd name="connsiteX200" fmla="*/ 1588259 w 1720794"/>
              <a:gd name="connsiteY200" fmla="*/ 1361070 h 1708593"/>
              <a:gd name="connsiteX201" fmla="*/ 1515254 w 1720794"/>
              <a:gd name="connsiteY201" fmla="*/ 1319506 h 1708593"/>
              <a:gd name="connsiteX202" fmla="*/ 1499902 w 1720794"/>
              <a:gd name="connsiteY202" fmla="*/ 1318612 h 1708593"/>
              <a:gd name="connsiteX203" fmla="*/ 1484938 w 1720794"/>
              <a:gd name="connsiteY203" fmla="*/ 1319506 h 1708593"/>
              <a:gd name="connsiteX204" fmla="*/ 1412811 w 1720794"/>
              <a:gd name="connsiteY204" fmla="*/ 1361070 h 1708593"/>
              <a:gd name="connsiteX205" fmla="*/ 1312377 w 1720794"/>
              <a:gd name="connsiteY205" fmla="*/ 1408181 h 1708593"/>
              <a:gd name="connsiteX206" fmla="*/ 1213103 w 1720794"/>
              <a:gd name="connsiteY206" fmla="*/ 1361070 h 1708593"/>
              <a:gd name="connsiteX207" fmla="*/ 1140203 w 1720794"/>
              <a:gd name="connsiteY207" fmla="*/ 1319506 h 1708593"/>
              <a:gd name="connsiteX208" fmla="*/ 1124860 w 1720794"/>
              <a:gd name="connsiteY208" fmla="*/ 1318612 h 1708593"/>
              <a:gd name="connsiteX209" fmla="*/ 1109907 w 1720794"/>
              <a:gd name="connsiteY209" fmla="*/ 1319506 h 1708593"/>
              <a:gd name="connsiteX210" fmla="*/ 1037780 w 1720794"/>
              <a:gd name="connsiteY210" fmla="*/ 1361070 h 1708593"/>
              <a:gd name="connsiteX211" fmla="*/ 937343 w 1720794"/>
              <a:gd name="connsiteY211" fmla="*/ 1408181 h 1708593"/>
              <a:gd name="connsiteX212" fmla="*/ 837942 w 1720794"/>
              <a:gd name="connsiteY212" fmla="*/ 1361070 h 1708593"/>
              <a:gd name="connsiteX213" fmla="*/ 764952 w 1720794"/>
              <a:gd name="connsiteY213" fmla="*/ 1319506 h 1708593"/>
              <a:gd name="connsiteX214" fmla="*/ 749586 w 1720794"/>
              <a:gd name="connsiteY214" fmla="*/ 1318612 h 1708593"/>
              <a:gd name="connsiteX215" fmla="*/ 734638 w 1720794"/>
              <a:gd name="connsiteY215" fmla="*/ 1319506 h 1708593"/>
              <a:gd name="connsiteX216" fmla="*/ 662511 w 1720794"/>
              <a:gd name="connsiteY216" fmla="*/ 1361070 h 1708593"/>
              <a:gd name="connsiteX217" fmla="*/ 562069 w 1720794"/>
              <a:gd name="connsiteY217" fmla="*/ 1408181 h 1708593"/>
              <a:gd name="connsiteX218" fmla="*/ 462743 w 1720794"/>
              <a:gd name="connsiteY218" fmla="*/ 1361070 h 1708593"/>
              <a:gd name="connsiteX219" fmla="*/ 375034 w 1720794"/>
              <a:gd name="connsiteY219" fmla="*/ 1318612 h 1708593"/>
              <a:gd name="connsiteX220" fmla="*/ 287371 w 1720794"/>
              <a:gd name="connsiteY220" fmla="*/ 1361070 h 1708593"/>
              <a:gd name="connsiteX221" fmla="*/ 187517 w 1720794"/>
              <a:gd name="connsiteY221" fmla="*/ 1408181 h 1708593"/>
              <a:gd name="connsiteX222" fmla="*/ 87663 w 1720794"/>
              <a:gd name="connsiteY222" fmla="*/ 1361070 h 1708593"/>
              <a:gd name="connsiteX223" fmla="*/ 0 w 1720794"/>
              <a:gd name="connsiteY223" fmla="*/ 1318612 h 1708593"/>
              <a:gd name="connsiteX224" fmla="*/ 0 w 1720794"/>
              <a:gd name="connsiteY224" fmla="*/ 1200685 h 1708593"/>
              <a:gd name="connsiteX225" fmla="*/ 99855 w 1720794"/>
              <a:gd name="connsiteY225" fmla="*/ 1248334 h 1708593"/>
              <a:gd name="connsiteX226" fmla="*/ 187517 w 1720794"/>
              <a:gd name="connsiteY226" fmla="*/ 1290753 h 1708593"/>
              <a:gd name="connsiteX227" fmla="*/ 275179 w 1720794"/>
              <a:gd name="connsiteY227" fmla="*/ 1248334 h 1708593"/>
              <a:gd name="connsiteX228" fmla="*/ 375034 w 1720794"/>
              <a:gd name="connsiteY228" fmla="*/ 1200685 h 1708593"/>
              <a:gd name="connsiteX229" fmla="*/ 474941 w 1720794"/>
              <a:gd name="connsiteY229" fmla="*/ 1248334 h 1708593"/>
              <a:gd name="connsiteX230" fmla="*/ 562069 w 1720794"/>
              <a:gd name="connsiteY230" fmla="*/ 1290753 h 1708593"/>
              <a:gd name="connsiteX231" fmla="*/ 650315 w 1720794"/>
              <a:gd name="connsiteY231" fmla="*/ 1248334 h 1708593"/>
              <a:gd name="connsiteX232" fmla="*/ 740506 w 1720794"/>
              <a:gd name="connsiteY232" fmla="*/ 1200971 h 1708593"/>
              <a:gd name="connsiteX233" fmla="*/ 749586 w 1720794"/>
              <a:gd name="connsiteY233" fmla="*/ 1200685 h 1708593"/>
              <a:gd name="connsiteX234" fmla="*/ 758889 w 1720794"/>
              <a:gd name="connsiteY234" fmla="*/ 1200971 h 1708593"/>
              <a:gd name="connsiteX235" fmla="*/ 850154 w 1720794"/>
              <a:gd name="connsiteY235" fmla="*/ 1248334 h 1708593"/>
              <a:gd name="connsiteX236" fmla="*/ 937343 w 1720794"/>
              <a:gd name="connsiteY236" fmla="*/ 1290753 h 1708593"/>
              <a:gd name="connsiteX237" fmla="*/ 1025586 w 1720794"/>
              <a:gd name="connsiteY237" fmla="*/ 1248334 h 1708593"/>
              <a:gd name="connsiteX238" fmla="*/ 1115684 w 1720794"/>
              <a:gd name="connsiteY238" fmla="*/ 1200971 h 1708593"/>
              <a:gd name="connsiteX239" fmla="*/ 1124860 w 1720794"/>
              <a:gd name="connsiteY239" fmla="*/ 1200685 h 1708593"/>
              <a:gd name="connsiteX240" fmla="*/ 1134151 w 1720794"/>
              <a:gd name="connsiteY240" fmla="*/ 1200971 h 1708593"/>
              <a:gd name="connsiteX241" fmla="*/ 1225295 w 1720794"/>
              <a:gd name="connsiteY241" fmla="*/ 1248334 h 1708593"/>
              <a:gd name="connsiteX242" fmla="*/ 1312377 w 1720794"/>
              <a:gd name="connsiteY242" fmla="*/ 1290753 h 1708593"/>
              <a:gd name="connsiteX243" fmla="*/ 1400620 w 1720794"/>
              <a:gd name="connsiteY243" fmla="*/ 1248334 h 1708593"/>
              <a:gd name="connsiteX244" fmla="*/ 1490715 w 1720794"/>
              <a:gd name="connsiteY244" fmla="*/ 1200971 h 1708593"/>
              <a:gd name="connsiteX245" fmla="*/ 1499902 w 1720794"/>
              <a:gd name="connsiteY245" fmla="*/ 1200685 h 1708593"/>
              <a:gd name="connsiteX246" fmla="*/ 1509200 w 1720794"/>
              <a:gd name="connsiteY246" fmla="*/ 1200971 h 1708593"/>
              <a:gd name="connsiteX247" fmla="*/ 1600457 w 1720794"/>
              <a:gd name="connsiteY247" fmla="*/ 1248334 h 1708593"/>
              <a:gd name="connsiteX248" fmla="*/ 1672675 w 1720794"/>
              <a:gd name="connsiteY248" fmla="*/ 1289836 h 1708593"/>
              <a:gd name="connsiteX249" fmla="*/ 1687656 w 1720794"/>
              <a:gd name="connsiteY249" fmla="*/ 1290753 h 1708593"/>
              <a:gd name="connsiteX250" fmla="*/ 1702991 w 1720794"/>
              <a:gd name="connsiteY250" fmla="*/ 1289836 h 1708593"/>
              <a:gd name="connsiteX251" fmla="*/ 1720794 w 1720794"/>
              <a:gd name="connsiteY251" fmla="*/ 1283357 h 1708593"/>
              <a:gd name="connsiteX252" fmla="*/ 1720794 w 1720794"/>
              <a:gd name="connsiteY252" fmla="*/ 1304034 h 1708593"/>
              <a:gd name="connsiteX253" fmla="*/ 1696936 w 1720794"/>
              <a:gd name="connsiteY253" fmla="*/ 1308480 h 1708593"/>
              <a:gd name="connsiteX254" fmla="*/ 1687656 w 1720794"/>
              <a:gd name="connsiteY254" fmla="*/ 1308766 h 1708593"/>
              <a:gd name="connsiteX255" fmla="*/ 1678456 w 1720794"/>
              <a:gd name="connsiteY255" fmla="*/ 1308480 h 1708593"/>
              <a:gd name="connsiteX256" fmla="*/ 1588259 w 1720794"/>
              <a:gd name="connsiteY256" fmla="*/ 1261118 h 1708593"/>
              <a:gd name="connsiteX257" fmla="*/ 1515254 w 1720794"/>
              <a:gd name="connsiteY257" fmla="*/ 1219616 h 1708593"/>
              <a:gd name="connsiteX258" fmla="*/ 1499902 w 1720794"/>
              <a:gd name="connsiteY258" fmla="*/ 1218699 h 1708593"/>
              <a:gd name="connsiteX259" fmla="*/ 1484938 w 1720794"/>
              <a:gd name="connsiteY259" fmla="*/ 1219616 h 1708593"/>
              <a:gd name="connsiteX260" fmla="*/ 1412811 w 1720794"/>
              <a:gd name="connsiteY260" fmla="*/ 1261118 h 1708593"/>
              <a:gd name="connsiteX261" fmla="*/ 1312377 w 1720794"/>
              <a:gd name="connsiteY261" fmla="*/ 1308766 h 1708593"/>
              <a:gd name="connsiteX262" fmla="*/ 1213103 w 1720794"/>
              <a:gd name="connsiteY262" fmla="*/ 1261118 h 1708593"/>
              <a:gd name="connsiteX263" fmla="*/ 1140203 w 1720794"/>
              <a:gd name="connsiteY263" fmla="*/ 1219616 h 1708593"/>
              <a:gd name="connsiteX264" fmla="*/ 1124860 w 1720794"/>
              <a:gd name="connsiteY264" fmla="*/ 1218699 h 1708593"/>
              <a:gd name="connsiteX265" fmla="*/ 1109907 w 1720794"/>
              <a:gd name="connsiteY265" fmla="*/ 1219616 h 1708593"/>
              <a:gd name="connsiteX266" fmla="*/ 1037780 w 1720794"/>
              <a:gd name="connsiteY266" fmla="*/ 1261118 h 1708593"/>
              <a:gd name="connsiteX267" fmla="*/ 937343 w 1720794"/>
              <a:gd name="connsiteY267" fmla="*/ 1308766 h 1708593"/>
              <a:gd name="connsiteX268" fmla="*/ 837942 w 1720794"/>
              <a:gd name="connsiteY268" fmla="*/ 1261118 h 1708593"/>
              <a:gd name="connsiteX269" fmla="*/ 764952 w 1720794"/>
              <a:gd name="connsiteY269" fmla="*/ 1219616 h 1708593"/>
              <a:gd name="connsiteX270" fmla="*/ 749586 w 1720794"/>
              <a:gd name="connsiteY270" fmla="*/ 1218699 h 1708593"/>
              <a:gd name="connsiteX271" fmla="*/ 734638 w 1720794"/>
              <a:gd name="connsiteY271" fmla="*/ 1219616 h 1708593"/>
              <a:gd name="connsiteX272" fmla="*/ 662511 w 1720794"/>
              <a:gd name="connsiteY272" fmla="*/ 1261118 h 1708593"/>
              <a:gd name="connsiteX273" fmla="*/ 562069 w 1720794"/>
              <a:gd name="connsiteY273" fmla="*/ 1308766 h 1708593"/>
              <a:gd name="connsiteX274" fmla="*/ 462743 w 1720794"/>
              <a:gd name="connsiteY274" fmla="*/ 1261118 h 1708593"/>
              <a:gd name="connsiteX275" fmla="*/ 375034 w 1720794"/>
              <a:gd name="connsiteY275" fmla="*/ 1218699 h 1708593"/>
              <a:gd name="connsiteX276" fmla="*/ 287371 w 1720794"/>
              <a:gd name="connsiteY276" fmla="*/ 1261118 h 1708593"/>
              <a:gd name="connsiteX277" fmla="*/ 187517 w 1720794"/>
              <a:gd name="connsiteY277" fmla="*/ 1308766 h 1708593"/>
              <a:gd name="connsiteX278" fmla="*/ 87663 w 1720794"/>
              <a:gd name="connsiteY278" fmla="*/ 1261118 h 1708593"/>
              <a:gd name="connsiteX279" fmla="*/ 0 w 1720794"/>
              <a:gd name="connsiteY279" fmla="*/ 1218699 h 1708593"/>
              <a:gd name="connsiteX280" fmla="*/ 0 w 1720794"/>
              <a:gd name="connsiteY280" fmla="*/ 1100066 h 1708593"/>
              <a:gd name="connsiteX281" fmla="*/ 99855 w 1720794"/>
              <a:gd name="connsiteY281" fmla="*/ 1147715 h 1708593"/>
              <a:gd name="connsiteX282" fmla="*/ 187517 w 1720794"/>
              <a:gd name="connsiteY282" fmla="*/ 1190134 h 1708593"/>
              <a:gd name="connsiteX283" fmla="*/ 275179 w 1720794"/>
              <a:gd name="connsiteY283" fmla="*/ 1147715 h 1708593"/>
              <a:gd name="connsiteX284" fmla="*/ 375034 w 1720794"/>
              <a:gd name="connsiteY284" fmla="*/ 1100066 h 1708593"/>
              <a:gd name="connsiteX285" fmla="*/ 474941 w 1720794"/>
              <a:gd name="connsiteY285" fmla="*/ 1147715 h 1708593"/>
              <a:gd name="connsiteX286" fmla="*/ 562069 w 1720794"/>
              <a:gd name="connsiteY286" fmla="*/ 1190134 h 1708593"/>
              <a:gd name="connsiteX287" fmla="*/ 650315 w 1720794"/>
              <a:gd name="connsiteY287" fmla="*/ 1147715 h 1708593"/>
              <a:gd name="connsiteX288" fmla="*/ 740506 w 1720794"/>
              <a:gd name="connsiteY288" fmla="*/ 1100352 h 1708593"/>
              <a:gd name="connsiteX289" fmla="*/ 749586 w 1720794"/>
              <a:gd name="connsiteY289" fmla="*/ 1100066 h 1708593"/>
              <a:gd name="connsiteX290" fmla="*/ 758889 w 1720794"/>
              <a:gd name="connsiteY290" fmla="*/ 1100352 h 1708593"/>
              <a:gd name="connsiteX291" fmla="*/ 850154 w 1720794"/>
              <a:gd name="connsiteY291" fmla="*/ 1147715 h 1708593"/>
              <a:gd name="connsiteX292" fmla="*/ 937343 w 1720794"/>
              <a:gd name="connsiteY292" fmla="*/ 1190134 h 1708593"/>
              <a:gd name="connsiteX293" fmla="*/ 1025586 w 1720794"/>
              <a:gd name="connsiteY293" fmla="*/ 1147715 h 1708593"/>
              <a:gd name="connsiteX294" fmla="*/ 1115684 w 1720794"/>
              <a:gd name="connsiteY294" fmla="*/ 1100352 h 1708593"/>
              <a:gd name="connsiteX295" fmla="*/ 1124860 w 1720794"/>
              <a:gd name="connsiteY295" fmla="*/ 1100066 h 1708593"/>
              <a:gd name="connsiteX296" fmla="*/ 1134151 w 1720794"/>
              <a:gd name="connsiteY296" fmla="*/ 1100352 h 1708593"/>
              <a:gd name="connsiteX297" fmla="*/ 1225295 w 1720794"/>
              <a:gd name="connsiteY297" fmla="*/ 1147715 h 1708593"/>
              <a:gd name="connsiteX298" fmla="*/ 1312377 w 1720794"/>
              <a:gd name="connsiteY298" fmla="*/ 1190134 h 1708593"/>
              <a:gd name="connsiteX299" fmla="*/ 1400620 w 1720794"/>
              <a:gd name="connsiteY299" fmla="*/ 1147715 h 1708593"/>
              <a:gd name="connsiteX300" fmla="*/ 1490715 w 1720794"/>
              <a:gd name="connsiteY300" fmla="*/ 1100352 h 1708593"/>
              <a:gd name="connsiteX301" fmla="*/ 1499902 w 1720794"/>
              <a:gd name="connsiteY301" fmla="*/ 1100066 h 1708593"/>
              <a:gd name="connsiteX302" fmla="*/ 1509200 w 1720794"/>
              <a:gd name="connsiteY302" fmla="*/ 1100352 h 1708593"/>
              <a:gd name="connsiteX303" fmla="*/ 1600457 w 1720794"/>
              <a:gd name="connsiteY303" fmla="*/ 1147715 h 1708593"/>
              <a:gd name="connsiteX304" fmla="*/ 1672675 w 1720794"/>
              <a:gd name="connsiteY304" fmla="*/ 1189217 h 1708593"/>
              <a:gd name="connsiteX305" fmla="*/ 1687656 w 1720794"/>
              <a:gd name="connsiteY305" fmla="*/ 1190134 h 1708593"/>
              <a:gd name="connsiteX306" fmla="*/ 1702991 w 1720794"/>
              <a:gd name="connsiteY306" fmla="*/ 1189217 h 1708593"/>
              <a:gd name="connsiteX307" fmla="*/ 1720794 w 1720794"/>
              <a:gd name="connsiteY307" fmla="*/ 1182738 h 1708593"/>
              <a:gd name="connsiteX308" fmla="*/ 1720794 w 1720794"/>
              <a:gd name="connsiteY308" fmla="*/ 1203416 h 1708593"/>
              <a:gd name="connsiteX309" fmla="*/ 1696936 w 1720794"/>
              <a:gd name="connsiteY309" fmla="*/ 1207861 h 1708593"/>
              <a:gd name="connsiteX310" fmla="*/ 1687656 w 1720794"/>
              <a:gd name="connsiteY310" fmla="*/ 1208147 h 1708593"/>
              <a:gd name="connsiteX311" fmla="*/ 1678456 w 1720794"/>
              <a:gd name="connsiteY311" fmla="*/ 1207861 h 1708593"/>
              <a:gd name="connsiteX312" fmla="*/ 1588259 w 1720794"/>
              <a:gd name="connsiteY312" fmla="*/ 1160499 h 1708593"/>
              <a:gd name="connsiteX313" fmla="*/ 1515254 w 1720794"/>
              <a:gd name="connsiteY313" fmla="*/ 1118997 h 1708593"/>
              <a:gd name="connsiteX314" fmla="*/ 1499902 w 1720794"/>
              <a:gd name="connsiteY314" fmla="*/ 1118080 h 1708593"/>
              <a:gd name="connsiteX315" fmla="*/ 1484938 w 1720794"/>
              <a:gd name="connsiteY315" fmla="*/ 1118997 h 1708593"/>
              <a:gd name="connsiteX316" fmla="*/ 1412811 w 1720794"/>
              <a:gd name="connsiteY316" fmla="*/ 1160499 h 1708593"/>
              <a:gd name="connsiteX317" fmla="*/ 1312377 w 1720794"/>
              <a:gd name="connsiteY317" fmla="*/ 1208147 h 1708593"/>
              <a:gd name="connsiteX318" fmla="*/ 1213103 w 1720794"/>
              <a:gd name="connsiteY318" fmla="*/ 1160499 h 1708593"/>
              <a:gd name="connsiteX319" fmla="*/ 1140203 w 1720794"/>
              <a:gd name="connsiteY319" fmla="*/ 1118997 h 1708593"/>
              <a:gd name="connsiteX320" fmla="*/ 1124860 w 1720794"/>
              <a:gd name="connsiteY320" fmla="*/ 1118080 h 1708593"/>
              <a:gd name="connsiteX321" fmla="*/ 1109907 w 1720794"/>
              <a:gd name="connsiteY321" fmla="*/ 1118997 h 1708593"/>
              <a:gd name="connsiteX322" fmla="*/ 1037780 w 1720794"/>
              <a:gd name="connsiteY322" fmla="*/ 1160499 h 1708593"/>
              <a:gd name="connsiteX323" fmla="*/ 937343 w 1720794"/>
              <a:gd name="connsiteY323" fmla="*/ 1208147 h 1708593"/>
              <a:gd name="connsiteX324" fmla="*/ 837942 w 1720794"/>
              <a:gd name="connsiteY324" fmla="*/ 1160499 h 1708593"/>
              <a:gd name="connsiteX325" fmla="*/ 764952 w 1720794"/>
              <a:gd name="connsiteY325" fmla="*/ 1118997 h 1708593"/>
              <a:gd name="connsiteX326" fmla="*/ 749586 w 1720794"/>
              <a:gd name="connsiteY326" fmla="*/ 1118080 h 1708593"/>
              <a:gd name="connsiteX327" fmla="*/ 734638 w 1720794"/>
              <a:gd name="connsiteY327" fmla="*/ 1118997 h 1708593"/>
              <a:gd name="connsiteX328" fmla="*/ 662511 w 1720794"/>
              <a:gd name="connsiteY328" fmla="*/ 1160499 h 1708593"/>
              <a:gd name="connsiteX329" fmla="*/ 562069 w 1720794"/>
              <a:gd name="connsiteY329" fmla="*/ 1208147 h 1708593"/>
              <a:gd name="connsiteX330" fmla="*/ 462743 w 1720794"/>
              <a:gd name="connsiteY330" fmla="*/ 1160499 h 1708593"/>
              <a:gd name="connsiteX331" fmla="*/ 375034 w 1720794"/>
              <a:gd name="connsiteY331" fmla="*/ 1118080 h 1708593"/>
              <a:gd name="connsiteX332" fmla="*/ 287371 w 1720794"/>
              <a:gd name="connsiteY332" fmla="*/ 1160499 h 1708593"/>
              <a:gd name="connsiteX333" fmla="*/ 187517 w 1720794"/>
              <a:gd name="connsiteY333" fmla="*/ 1208147 h 1708593"/>
              <a:gd name="connsiteX334" fmla="*/ 87663 w 1720794"/>
              <a:gd name="connsiteY334" fmla="*/ 1160499 h 1708593"/>
              <a:gd name="connsiteX335" fmla="*/ 0 w 1720794"/>
              <a:gd name="connsiteY335" fmla="*/ 1118080 h 1708593"/>
              <a:gd name="connsiteX336" fmla="*/ 0 w 1720794"/>
              <a:gd name="connsiteY336" fmla="*/ 1000651 h 1708593"/>
              <a:gd name="connsiteX337" fmla="*/ 99855 w 1720794"/>
              <a:gd name="connsiteY337" fmla="*/ 1047762 h 1708593"/>
              <a:gd name="connsiteX338" fmla="*/ 187517 w 1720794"/>
              <a:gd name="connsiteY338" fmla="*/ 1090220 h 1708593"/>
              <a:gd name="connsiteX339" fmla="*/ 275179 w 1720794"/>
              <a:gd name="connsiteY339" fmla="*/ 1047762 h 1708593"/>
              <a:gd name="connsiteX340" fmla="*/ 375034 w 1720794"/>
              <a:gd name="connsiteY340" fmla="*/ 1000651 h 1708593"/>
              <a:gd name="connsiteX341" fmla="*/ 474941 w 1720794"/>
              <a:gd name="connsiteY341" fmla="*/ 1047762 h 1708593"/>
              <a:gd name="connsiteX342" fmla="*/ 562069 w 1720794"/>
              <a:gd name="connsiteY342" fmla="*/ 1090220 h 1708593"/>
              <a:gd name="connsiteX343" fmla="*/ 650315 w 1720794"/>
              <a:gd name="connsiteY343" fmla="*/ 1047762 h 1708593"/>
              <a:gd name="connsiteX344" fmla="*/ 740506 w 1720794"/>
              <a:gd name="connsiteY344" fmla="*/ 1000937 h 1708593"/>
              <a:gd name="connsiteX345" fmla="*/ 749586 w 1720794"/>
              <a:gd name="connsiteY345" fmla="*/ 1000651 h 1708593"/>
              <a:gd name="connsiteX346" fmla="*/ 758889 w 1720794"/>
              <a:gd name="connsiteY346" fmla="*/ 1000931 h 1708593"/>
              <a:gd name="connsiteX347" fmla="*/ 850154 w 1720794"/>
              <a:gd name="connsiteY347" fmla="*/ 1047762 h 1708593"/>
              <a:gd name="connsiteX348" fmla="*/ 937343 w 1720794"/>
              <a:gd name="connsiteY348" fmla="*/ 1090220 h 1708593"/>
              <a:gd name="connsiteX349" fmla="*/ 1025586 w 1720794"/>
              <a:gd name="connsiteY349" fmla="*/ 1047762 h 1708593"/>
              <a:gd name="connsiteX350" fmla="*/ 1115684 w 1720794"/>
              <a:gd name="connsiteY350" fmla="*/ 1000937 h 1708593"/>
              <a:gd name="connsiteX351" fmla="*/ 1124860 w 1720794"/>
              <a:gd name="connsiteY351" fmla="*/ 1000651 h 1708593"/>
              <a:gd name="connsiteX352" fmla="*/ 1134151 w 1720794"/>
              <a:gd name="connsiteY352" fmla="*/ 1000931 h 1708593"/>
              <a:gd name="connsiteX353" fmla="*/ 1225295 w 1720794"/>
              <a:gd name="connsiteY353" fmla="*/ 1047762 h 1708593"/>
              <a:gd name="connsiteX354" fmla="*/ 1312377 w 1720794"/>
              <a:gd name="connsiteY354" fmla="*/ 1090220 h 1708593"/>
              <a:gd name="connsiteX355" fmla="*/ 1400620 w 1720794"/>
              <a:gd name="connsiteY355" fmla="*/ 1047762 h 1708593"/>
              <a:gd name="connsiteX356" fmla="*/ 1490715 w 1720794"/>
              <a:gd name="connsiteY356" fmla="*/ 1000937 h 1708593"/>
              <a:gd name="connsiteX357" fmla="*/ 1499902 w 1720794"/>
              <a:gd name="connsiteY357" fmla="*/ 1000651 h 1708593"/>
              <a:gd name="connsiteX358" fmla="*/ 1509200 w 1720794"/>
              <a:gd name="connsiteY358" fmla="*/ 1000931 h 1708593"/>
              <a:gd name="connsiteX359" fmla="*/ 1600457 w 1720794"/>
              <a:gd name="connsiteY359" fmla="*/ 1047762 h 1708593"/>
              <a:gd name="connsiteX360" fmla="*/ 1672675 w 1720794"/>
              <a:gd name="connsiteY360" fmla="*/ 1089326 h 1708593"/>
              <a:gd name="connsiteX361" fmla="*/ 1687656 w 1720794"/>
              <a:gd name="connsiteY361" fmla="*/ 1090220 h 1708593"/>
              <a:gd name="connsiteX362" fmla="*/ 1702991 w 1720794"/>
              <a:gd name="connsiteY362" fmla="*/ 1089326 h 1708593"/>
              <a:gd name="connsiteX363" fmla="*/ 1720794 w 1720794"/>
              <a:gd name="connsiteY363" fmla="*/ 1082935 h 1708593"/>
              <a:gd name="connsiteX364" fmla="*/ 1720794 w 1720794"/>
              <a:gd name="connsiteY364" fmla="*/ 1103614 h 1708593"/>
              <a:gd name="connsiteX365" fmla="*/ 1696936 w 1720794"/>
              <a:gd name="connsiteY365" fmla="*/ 1107971 h 1708593"/>
              <a:gd name="connsiteX366" fmla="*/ 1687656 w 1720794"/>
              <a:gd name="connsiteY366" fmla="*/ 1108251 h 1708593"/>
              <a:gd name="connsiteX367" fmla="*/ 1678456 w 1720794"/>
              <a:gd name="connsiteY367" fmla="*/ 1107971 h 1708593"/>
              <a:gd name="connsiteX368" fmla="*/ 1588259 w 1720794"/>
              <a:gd name="connsiteY368" fmla="*/ 1061140 h 1708593"/>
              <a:gd name="connsiteX369" fmla="*/ 1515254 w 1720794"/>
              <a:gd name="connsiteY369" fmla="*/ 1019575 h 1708593"/>
              <a:gd name="connsiteX370" fmla="*/ 1499902 w 1720794"/>
              <a:gd name="connsiteY370" fmla="*/ 1018681 h 1708593"/>
              <a:gd name="connsiteX371" fmla="*/ 1484938 w 1720794"/>
              <a:gd name="connsiteY371" fmla="*/ 1019575 h 1708593"/>
              <a:gd name="connsiteX372" fmla="*/ 1412811 w 1720794"/>
              <a:gd name="connsiteY372" fmla="*/ 1061140 h 1708593"/>
              <a:gd name="connsiteX373" fmla="*/ 1312377 w 1720794"/>
              <a:gd name="connsiteY373" fmla="*/ 1108251 h 1708593"/>
              <a:gd name="connsiteX374" fmla="*/ 1213103 w 1720794"/>
              <a:gd name="connsiteY374" fmla="*/ 1061140 h 1708593"/>
              <a:gd name="connsiteX375" fmla="*/ 1140203 w 1720794"/>
              <a:gd name="connsiteY375" fmla="*/ 1019575 h 1708593"/>
              <a:gd name="connsiteX376" fmla="*/ 1124860 w 1720794"/>
              <a:gd name="connsiteY376" fmla="*/ 1018681 h 1708593"/>
              <a:gd name="connsiteX377" fmla="*/ 1109907 w 1720794"/>
              <a:gd name="connsiteY377" fmla="*/ 1019575 h 1708593"/>
              <a:gd name="connsiteX378" fmla="*/ 1037780 w 1720794"/>
              <a:gd name="connsiteY378" fmla="*/ 1061140 h 1708593"/>
              <a:gd name="connsiteX379" fmla="*/ 937343 w 1720794"/>
              <a:gd name="connsiteY379" fmla="*/ 1108251 h 1708593"/>
              <a:gd name="connsiteX380" fmla="*/ 837942 w 1720794"/>
              <a:gd name="connsiteY380" fmla="*/ 1061140 h 1708593"/>
              <a:gd name="connsiteX381" fmla="*/ 764952 w 1720794"/>
              <a:gd name="connsiteY381" fmla="*/ 1019575 h 1708593"/>
              <a:gd name="connsiteX382" fmla="*/ 749586 w 1720794"/>
              <a:gd name="connsiteY382" fmla="*/ 1018681 h 1708593"/>
              <a:gd name="connsiteX383" fmla="*/ 734638 w 1720794"/>
              <a:gd name="connsiteY383" fmla="*/ 1019575 h 1708593"/>
              <a:gd name="connsiteX384" fmla="*/ 662511 w 1720794"/>
              <a:gd name="connsiteY384" fmla="*/ 1061140 h 1708593"/>
              <a:gd name="connsiteX385" fmla="*/ 562069 w 1720794"/>
              <a:gd name="connsiteY385" fmla="*/ 1108251 h 1708593"/>
              <a:gd name="connsiteX386" fmla="*/ 462743 w 1720794"/>
              <a:gd name="connsiteY386" fmla="*/ 1061140 h 1708593"/>
              <a:gd name="connsiteX387" fmla="*/ 375034 w 1720794"/>
              <a:gd name="connsiteY387" fmla="*/ 1018681 h 1708593"/>
              <a:gd name="connsiteX388" fmla="*/ 287371 w 1720794"/>
              <a:gd name="connsiteY388" fmla="*/ 1061140 h 1708593"/>
              <a:gd name="connsiteX389" fmla="*/ 187517 w 1720794"/>
              <a:gd name="connsiteY389" fmla="*/ 1108251 h 1708593"/>
              <a:gd name="connsiteX390" fmla="*/ 87663 w 1720794"/>
              <a:gd name="connsiteY390" fmla="*/ 1061140 h 1708593"/>
              <a:gd name="connsiteX391" fmla="*/ 0 w 1720794"/>
              <a:gd name="connsiteY391" fmla="*/ 1018681 h 1708593"/>
              <a:gd name="connsiteX392" fmla="*/ 0 w 1720794"/>
              <a:gd name="connsiteY392" fmla="*/ 900273 h 1708593"/>
              <a:gd name="connsiteX393" fmla="*/ 99855 w 1720794"/>
              <a:gd name="connsiteY393" fmla="*/ 947279 h 1708593"/>
              <a:gd name="connsiteX394" fmla="*/ 187517 w 1720794"/>
              <a:gd name="connsiteY394" fmla="*/ 989642 h 1708593"/>
              <a:gd name="connsiteX395" fmla="*/ 275179 w 1720794"/>
              <a:gd name="connsiteY395" fmla="*/ 947279 h 1708593"/>
              <a:gd name="connsiteX396" fmla="*/ 375034 w 1720794"/>
              <a:gd name="connsiteY396" fmla="*/ 900273 h 1708593"/>
              <a:gd name="connsiteX397" fmla="*/ 474941 w 1720794"/>
              <a:gd name="connsiteY397" fmla="*/ 947279 h 1708593"/>
              <a:gd name="connsiteX398" fmla="*/ 562069 w 1720794"/>
              <a:gd name="connsiteY398" fmla="*/ 989642 h 1708593"/>
              <a:gd name="connsiteX399" fmla="*/ 650315 w 1720794"/>
              <a:gd name="connsiteY399" fmla="*/ 947279 h 1708593"/>
              <a:gd name="connsiteX400" fmla="*/ 740506 w 1720794"/>
              <a:gd name="connsiteY400" fmla="*/ 900552 h 1708593"/>
              <a:gd name="connsiteX401" fmla="*/ 749586 w 1720794"/>
              <a:gd name="connsiteY401" fmla="*/ 900273 h 1708593"/>
              <a:gd name="connsiteX402" fmla="*/ 758889 w 1720794"/>
              <a:gd name="connsiteY402" fmla="*/ 900552 h 1708593"/>
              <a:gd name="connsiteX403" fmla="*/ 850154 w 1720794"/>
              <a:gd name="connsiteY403" fmla="*/ 947279 h 1708593"/>
              <a:gd name="connsiteX404" fmla="*/ 937343 w 1720794"/>
              <a:gd name="connsiteY404" fmla="*/ 989642 h 1708593"/>
              <a:gd name="connsiteX405" fmla="*/ 1025586 w 1720794"/>
              <a:gd name="connsiteY405" fmla="*/ 947279 h 1708593"/>
              <a:gd name="connsiteX406" fmla="*/ 1115684 w 1720794"/>
              <a:gd name="connsiteY406" fmla="*/ 900552 h 1708593"/>
              <a:gd name="connsiteX407" fmla="*/ 1124860 w 1720794"/>
              <a:gd name="connsiteY407" fmla="*/ 900273 h 1708593"/>
              <a:gd name="connsiteX408" fmla="*/ 1134151 w 1720794"/>
              <a:gd name="connsiteY408" fmla="*/ 900552 h 1708593"/>
              <a:gd name="connsiteX409" fmla="*/ 1225295 w 1720794"/>
              <a:gd name="connsiteY409" fmla="*/ 947279 h 1708593"/>
              <a:gd name="connsiteX410" fmla="*/ 1312377 w 1720794"/>
              <a:gd name="connsiteY410" fmla="*/ 989642 h 1708593"/>
              <a:gd name="connsiteX411" fmla="*/ 1400620 w 1720794"/>
              <a:gd name="connsiteY411" fmla="*/ 947279 h 1708593"/>
              <a:gd name="connsiteX412" fmla="*/ 1490715 w 1720794"/>
              <a:gd name="connsiteY412" fmla="*/ 900552 h 1708593"/>
              <a:gd name="connsiteX413" fmla="*/ 1499902 w 1720794"/>
              <a:gd name="connsiteY413" fmla="*/ 900273 h 1708593"/>
              <a:gd name="connsiteX414" fmla="*/ 1509200 w 1720794"/>
              <a:gd name="connsiteY414" fmla="*/ 900552 h 1708593"/>
              <a:gd name="connsiteX415" fmla="*/ 1600457 w 1720794"/>
              <a:gd name="connsiteY415" fmla="*/ 947279 h 1708593"/>
              <a:gd name="connsiteX416" fmla="*/ 1672675 w 1720794"/>
              <a:gd name="connsiteY416" fmla="*/ 988750 h 1708593"/>
              <a:gd name="connsiteX417" fmla="*/ 1687656 w 1720794"/>
              <a:gd name="connsiteY417" fmla="*/ 989642 h 1708593"/>
              <a:gd name="connsiteX418" fmla="*/ 1702991 w 1720794"/>
              <a:gd name="connsiteY418" fmla="*/ 988750 h 1708593"/>
              <a:gd name="connsiteX419" fmla="*/ 1720794 w 1720794"/>
              <a:gd name="connsiteY419" fmla="*/ 982373 h 1708593"/>
              <a:gd name="connsiteX420" fmla="*/ 1720794 w 1720794"/>
              <a:gd name="connsiteY420" fmla="*/ 1000099 h 1708593"/>
              <a:gd name="connsiteX421" fmla="*/ 1696936 w 1720794"/>
              <a:gd name="connsiteY421" fmla="*/ 1007353 h 1708593"/>
              <a:gd name="connsiteX422" fmla="*/ 1687656 w 1720794"/>
              <a:gd name="connsiteY422" fmla="*/ 1007632 h 1708593"/>
              <a:gd name="connsiteX423" fmla="*/ 1678456 w 1720794"/>
              <a:gd name="connsiteY423" fmla="*/ 1007346 h 1708593"/>
              <a:gd name="connsiteX424" fmla="*/ 1588259 w 1720794"/>
              <a:gd name="connsiteY424" fmla="*/ 960626 h 1708593"/>
              <a:gd name="connsiteX425" fmla="*/ 1515254 w 1720794"/>
              <a:gd name="connsiteY425" fmla="*/ 919155 h 1708593"/>
              <a:gd name="connsiteX426" fmla="*/ 1499902 w 1720794"/>
              <a:gd name="connsiteY426" fmla="*/ 918263 h 1708593"/>
              <a:gd name="connsiteX427" fmla="*/ 1484938 w 1720794"/>
              <a:gd name="connsiteY427" fmla="*/ 919155 h 1708593"/>
              <a:gd name="connsiteX428" fmla="*/ 1412811 w 1720794"/>
              <a:gd name="connsiteY428" fmla="*/ 960626 h 1708593"/>
              <a:gd name="connsiteX429" fmla="*/ 1312377 w 1720794"/>
              <a:gd name="connsiteY429" fmla="*/ 1007632 h 1708593"/>
              <a:gd name="connsiteX430" fmla="*/ 1213103 w 1720794"/>
              <a:gd name="connsiteY430" fmla="*/ 960626 h 1708593"/>
              <a:gd name="connsiteX431" fmla="*/ 1140203 w 1720794"/>
              <a:gd name="connsiteY431" fmla="*/ 919155 h 1708593"/>
              <a:gd name="connsiteX432" fmla="*/ 1124860 w 1720794"/>
              <a:gd name="connsiteY432" fmla="*/ 918263 h 1708593"/>
              <a:gd name="connsiteX433" fmla="*/ 1109907 w 1720794"/>
              <a:gd name="connsiteY433" fmla="*/ 919155 h 1708593"/>
              <a:gd name="connsiteX434" fmla="*/ 1037780 w 1720794"/>
              <a:gd name="connsiteY434" fmla="*/ 960626 h 1708593"/>
              <a:gd name="connsiteX435" fmla="*/ 937343 w 1720794"/>
              <a:gd name="connsiteY435" fmla="*/ 1007632 h 1708593"/>
              <a:gd name="connsiteX436" fmla="*/ 837942 w 1720794"/>
              <a:gd name="connsiteY436" fmla="*/ 960626 h 1708593"/>
              <a:gd name="connsiteX437" fmla="*/ 764952 w 1720794"/>
              <a:gd name="connsiteY437" fmla="*/ 919155 h 1708593"/>
              <a:gd name="connsiteX438" fmla="*/ 749586 w 1720794"/>
              <a:gd name="connsiteY438" fmla="*/ 918263 h 1708593"/>
              <a:gd name="connsiteX439" fmla="*/ 734638 w 1720794"/>
              <a:gd name="connsiteY439" fmla="*/ 919155 h 1708593"/>
              <a:gd name="connsiteX440" fmla="*/ 662511 w 1720794"/>
              <a:gd name="connsiteY440" fmla="*/ 960626 h 1708593"/>
              <a:gd name="connsiteX441" fmla="*/ 562069 w 1720794"/>
              <a:gd name="connsiteY441" fmla="*/ 1007632 h 1708593"/>
              <a:gd name="connsiteX442" fmla="*/ 462743 w 1720794"/>
              <a:gd name="connsiteY442" fmla="*/ 960626 h 1708593"/>
              <a:gd name="connsiteX443" fmla="*/ 375034 w 1720794"/>
              <a:gd name="connsiteY443" fmla="*/ 918263 h 1708593"/>
              <a:gd name="connsiteX444" fmla="*/ 287371 w 1720794"/>
              <a:gd name="connsiteY444" fmla="*/ 960626 h 1708593"/>
              <a:gd name="connsiteX445" fmla="*/ 187517 w 1720794"/>
              <a:gd name="connsiteY445" fmla="*/ 1007632 h 1708593"/>
              <a:gd name="connsiteX446" fmla="*/ 87663 w 1720794"/>
              <a:gd name="connsiteY446" fmla="*/ 960626 h 1708593"/>
              <a:gd name="connsiteX447" fmla="*/ 0 w 1720794"/>
              <a:gd name="connsiteY447" fmla="*/ 918263 h 1708593"/>
              <a:gd name="connsiteX448" fmla="*/ 0 w 1720794"/>
              <a:gd name="connsiteY448" fmla="*/ 800136 h 1708593"/>
              <a:gd name="connsiteX449" fmla="*/ 99855 w 1720794"/>
              <a:gd name="connsiteY449" fmla="*/ 847784 h 1708593"/>
              <a:gd name="connsiteX450" fmla="*/ 187517 w 1720794"/>
              <a:gd name="connsiteY450" fmla="*/ 890203 h 1708593"/>
              <a:gd name="connsiteX451" fmla="*/ 275179 w 1720794"/>
              <a:gd name="connsiteY451" fmla="*/ 847784 h 1708593"/>
              <a:gd name="connsiteX452" fmla="*/ 375034 w 1720794"/>
              <a:gd name="connsiteY452" fmla="*/ 800136 h 1708593"/>
              <a:gd name="connsiteX453" fmla="*/ 474941 w 1720794"/>
              <a:gd name="connsiteY453" fmla="*/ 847784 h 1708593"/>
              <a:gd name="connsiteX454" fmla="*/ 562069 w 1720794"/>
              <a:gd name="connsiteY454" fmla="*/ 890203 h 1708593"/>
              <a:gd name="connsiteX455" fmla="*/ 650315 w 1720794"/>
              <a:gd name="connsiteY455" fmla="*/ 847784 h 1708593"/>
              <a:gd name="connsiteX456" fmla="*/ 740506 w 1720794"/>
              <a:gd name="connsiteY456" fmla="*/ 800422 h 1708593"/>
              <a:gd name="connsiteX457" fmla="*/ 749586 w 1720794"/>
              <a:gd name="connsiteY457" fmla="*/ 800136 h 1708593"/>
              <a:gd name="connsiteX458" fmla="*/ 758889 w 1720794"/>
              <a:gd name="connsiteY458" fmla="*/ 800422 h 1708593"/>
              <a:gd name="connsiteX459" fmla="*/ 850154 w 1720794"/>
              <a:gd name="connsiteY459" fmla="*/ 847784 h 1708593"/>
              <a:gd name="connsiteX460" fmla="*/ 937343 w 1720794"/>
              <a:gd name="connsiteY460" fmla="*/ 890203 h 1708593"/>
              <a:gd name="connsiteX461" fmla="*/ 1025586 w 1720794"/>
              <a:gd name="connsiteY461" fmla="*/ 847784 h 1708593"/>
              <a:gd name="connsiteX462" fmla="*/ 1115684 w 1720794"/>
              <a:gd name="connsiteY462" fmla="*/ 800422 h 1708593"/>
              <a:gd name="connsiteX463" fmla="*/ 1124860 w 1720794"/>
              <a:gd name="connsiteY463" fmla="*/ 800136 h 1708593"/>
              <a:gd name="connsiteX464" fmla="*/ 1134151 w 1720794"/>
              <a:gd name="connsiteY464" fmla="*/ 800422 h 1708593"/>
              <a:gd name="connsiteX465" fmla="*/ 1225295 w 1720794"/>
              <a:gd name="connsiteY465" fmla="*/ 847784 h 1708593"/>
              <a:gd name="connsiteX466" fmla="*/ 1312377 w 1720794"/>
              <a:gd name="connsiteY466" fmla="*/ 890203 h 1708593"/>
              <a:gd name="connsiteX467" fmla="*/ 1400620 w 1720794"/>
              <a:gd name="connsiteY467" fmla="*/ 847784 h 1708593"/>
              <a:gd name="connsiteX468" fmla="*/ 1490715 w 1720794"/>
              <a:gd name="connsiteY468" fmla="*/ 800422 h 1708593"/>
              <a:gd name="connsiteX469" fmla="*/ 1499902 w 1720794"/>
              <a:gd name="connsiteY469" fmla="*/ 800136 h 1708593"/>
              <a:gd name="connsiteX470" fmla="*/ 1509200 w 1720794"/>
              <a:gd name="connsiteY470" fmla="*/ 800422 h 1708593"/>
              <a:gd name="connsiteX471" fmla="*/ 1600457 w 1720794"/>
              <a:gd name="connsiteY471" fmla="*/ 847784 h 1708593"/>
              <a:gd name="connsiteX472" fmla="*/ 1672675 w 1720794"/>
              <a:gd name="connsiteY472" fmla="*/ 889286 h 1708593"/>
              <a:gd name="connsiteX473" fmla="*/ 1687656 w 1720794"/>
              <a:gd name="connsiteY473" fmla="*/ 890203 h 1708593"/>
              <a:gd name="connsiteX474" fmla="*/ 1702991 w 1720794"/>
              <a:gd name="connsiteY474" fmla="*/ 889286 h 1708593"/>
              <a:gd name="connsiteX475" fmla="*/ 1720794 w 1720794"/>
              <a:gd name="connsiteY475" fmla="*/ 882808 h 1708593"/>
              <a:gd name="connsiteX476" fmla="*/ 1720794 w 1720794"/>
              <a:gd name="connsiteY476" fmla="*/ 903485 h 1708593"/>
              <a:gd name="connsiteX477" fmla="*/ 1696936 w 1720794"/>
              <a:gd name="connsiteY477" fmla="*/ 907931 h 1708593"/>
              <a:gd name="connsiteX478" fmla="*/ 1687656 w 1720794"/>
              <a:gd name="connsiteY478" fmla="*/ 908217 h 1708593"/>
              <a:gd name="connsiteX479" fmla="*/ 1678456 w 1720794"/>
              <a:gd name="connsiteY479" fmla="*/ 907931 h 1708593"/>
              <a:gd name="connsiteX480" fmla="*/ 1588259 w 1720794"/>
              <a:gd name="connsiteY480" fmla="*/ 860568 h 1708593"/>
              <a:gd name="connsiteX481" fmla="*/ 1515254 w 1720794"/>
              <a:gd name="connsiteY481" fmla="*/ 819066 h 1708593"/>
              <a:gd name="connsiteX482" fmla="*/ 1499902 w 1720794"/>
              <a:gd name="connsiteY482" fmla="*/ 818149 h 1708593"/>
              <a:gd name="connsiteX483" fmla="*/ 1484938 w 1720794"/>
              <a:gd name="connsiteY483" fmla="*/ 819066 h 1708593"/>
              <a:gd name="connsiteX484" fmla="*/ 1412811 w 1720794"/>
              <a:gd name="connsiteY484" fmla="*/ 860568 h 1708593"/>
              <a:gd name="connsiteX485" fmla="*/ 1312377 w 1720794"/>
              <a:gd name="connsiteY485" fmla="*/ 908217 h 1708593"/>
              <a:gd name="connsiteX486" fmla="*/ 1213103 w 1720794"/>
              <a:gd name="connsiteY486" fmla="*/ 860568 h 1708593"/>
              <a:gd name="connsiteX487" fmla="*/ 1140203 w 1720794"/>
              <a:gd name="connsiteY487" fmla="*/ 819066 h 1708593"/>
              <a:gd name="connsiteX488" fmla="*/ 1124860 w 1720794"/>
              <a:gd name="connsiteY488" fmla="*/ 818149 h 1708593"/>
              <a:gd name="connsiteX489" fmla="*/ 1109907 w 1720794"/>
              <a:gd name="connsiteY489" fmla="*/ 819066 h 1708593"/>
              <a:gd name="connsiteX490" fmla="*/ 1037780 w 1720794"/>
              <a:gd name="connsiteY490" fmla="*/ 860568 h 1708593"/>
              <a:gd name="connsiteX491" fmla="*/ 937343 w 1720794"/>
              <a:gd name="connsiteY491" fmla="*/ 908217 h 1708593"/>
              <a:gd name="connsiteX492" fmla="*/ 837942 w 1720794"/>
              <a:gd name="connsiteY492" fmla="*/ 860568 h 1708593"/>
              <a:gd name="connsiteX493" fmla="*/ 764952 w 1720794"/>
              <a:gd name="connsiteY493" fmla="*/ 819066 h 1708593"/>
              <a:gd name="connsiteX494" fmla="*/ 749586 w 1720794"/>
              <a:gd name="connsiteY494" fmla="*/ 818149 h 1708593"/>
              <a:gd name="connsiteX495" fmla="*/ 734638 w 1720794"/>
              <a:gd name="connsiteY495" fmla="*/ 819066 h 1708593"/>
              <a:gd name="connsiteX496" fmla="*/ 662511 w 1720794"/>
              <a:gd name="connsiteY496" fmla="*/ 860568 h 1708593"/>
              <a:gd name="connsiteX497" fmla="*/ 562069 w 1720794"/>
              <a:gd name="connsiteY497" fmla="*/ 908217 h 1708593"/>
              <a:gd name="connsiteX498" fmla="*/ 462743 w 1720794"/>
              <a:gd name="connsiteY498" fmla="*/ 860568 h 1708593"/>
              <a:gd name="connsiteX499" fmla="*/ 375034 w 1720794"/>
              <a:gd name="connsiteY499" fmla="*/ 818149 h 1708593"/>
              <a:gd name="connsiteX500" fmla="*/ 287371 w 1720794"/>
              <a:gd name="connsiteY500" fmla="*/ 860568 h 1708593"/>
              <a:gd name="connsiteX501" fmla="*/ 187517 w 1720794"/>
              <a:gd name="connsiteY501" fmla="*/ 908217 h 1708593"/>
              <a:gd name="connsiteX502" fmla="*/ 87663 w 1720794"/>
              <a:gd name="connsiteY502" fmla="*/ 860568 h 1708593"/>
              <a:gd name="connsiteX503" fmla="*/ 0 w 1720794"/>
              <a:gd name="connsiteY503" fmla="*/ 818149 h 1708593"/>
              <a:gd name="connsiteX504" fmla="*/ 0 w 1720794"/>
              <a:gd name="connsiteY504" fmla="*/ 700961 h 1708593"/>
              <a:gd name="connsiteX505" fmla="*/ 99855 w 1720794"/>
              <a:gd name="connsiteY505" fmla="*/ 747967 h 1708593"/>
              <a:gd name="connsiteX506" fmla="*/ 187517 w 1720794"/>
              <a:gd name="connsiteY506" fmla="*/ 790330 h 1708593"/>
              <a:gd name="connsiteX507" fmla="*/ 275179 w 1720794"/>
              <a:gd name="connsiteY507" fmla="*/ 747967 h 1708593"/>
              <a:gd name="connsiteX508" fmla="*/ 375034 w 1720794"/>
              <a:gd name="connsiteY508" fmla="*/ 700961 h 1708593"/>
              <a:gd name="connsiteX509" fmla="*/ 474941 w 1720794"/>
              <a:gd name="connsiteY509" fmla="*/ 747967 h 1708593"/>
              <a:gd name="connsiteX510" fmla="*/ 562069 w 1720794"/>
              <a:gd name="connsiteY510" fmla="*/ 790330 h 1708593"/>
              <a:gd name="connsiteX511" fmla="*/ 650315 w 1720794"/>
              <a:gd name="connsiteY511" fmla="*/ 747967 h 1708593"/>
              <a:gd name="connsiteX512" fmla="*/ 740506 w 1720794"/>
              <a:gd name="connsiteY512" fmla="*/ 701240 h 1708593"/>
              <a:gd name="connsiteX513" fmla="*/ 749586 w 1720794"/>
              <a:gd name="connsiteY513" fmla="*/ 700961 h 1708593"/>
              <a:gd name="connsiteX514" fmla="*/ 758889 w 1720794"/>
              <a:gd name="connsiteY514" fmla="*/ 701240 h 1708593"/>
              <a:gd name="connsiteX515" fmla="*/ 850154 w 1720794"/>
              <a:gd name="connsiteY515" fmla="*/ 747967 h 1708593"/>
              <a:gd name="connsiteX516" fmla="*/ 937343 w 1720794"/>
              <a:gd name="connsiteY516" fmla="*/ 790330 h 1708593"/>
              <a:gd name="connsiteX517" fmla="*/ 1025586 w 1720794"/>
              <a:gd name="connsiteY517" fmla="*/ 747967 h 1708593"/>
              <a:gd name="connsiteX518" fmla="*/ 1115684 w 1720794"/>
              <a:gd name="connsiteY518" fmla="*/ 701240 h 1708593"/>
              <a:gd name="connsiteX519" fmla="*/ 1124860 w 1720794"/>
              <a:gd name="connsiteY519" fmla="*/ 700961 h 1708593"/>
              <a:gd name="connsiteX520" fmla="*/ 1134151 w 1720794"/>
              <a:gd name="connsiteY520" fmla="*/ 701240 h 1708593"/>
              <a:gd name="connsiteX521" fmla="*/ 1225295 w 1720794"/>
              <a:gd name="connsiteY521" fmla="*/ 747967 h 1708593"/>
              <a:gd name="connsiteX522" fmla="*/ 1312377 w 1720794"/>
              <a:gd name="connsiteY522" fmla="*/ 790330 h 1708593"/>
              <a:gd name="connsiteX523" fmla="*/ 1400620 w 1720794"/>
              <a:gd name="connsiteY523" fmla="*/ 747967 h 1708593"/>
              <a:gd name="connsiteX524" fmla="*/ 1490715 w 1720794"/>
              <a:gd name="connsiteY524" fmla="*/ 701240 h 1708593"/>
              <a:gd name="connsiteX525" fmla="*/ 1499902 w 1720794"/>
              <a:gd name="connsiteY525" fmla="*/ 700961 h 1708593"/>
              <a:gd name="connsiteX526" fmla="*/ 1509200 w 1720794"/>
              <a:gd name="connsiteY526" fmla="*/ 701240 h 1708593"/>
              <a:gd name="connsiteX527" fmla="*/ 1600457 w 1720794"/>
              <a:gd name="connsiteY527" fmla="*/ 747967 h 1708593"/>
              <a:gd name="connsiteX528" fmla="*/ 1672675 w 1720794"/>
              <a:gd name="connsiteY528" fmla="*/ 789438 h 1708593"/>
              <a:gd name="connsiteX529" fmla="*/ 1687656 w 1720794"/>
              <a:gd name="connsiteY529" fmla="*/ 790330 h 1708593"/>
              <a:gd name="connsiteX530" fmla="*/ 1702991 w 1720794"/>
              <a:gd name="connsiteY530" fmla="*/ 789438 h 1708593"/>
              <a:gd name="connsiteX531" fmla="*/ 1720794 w 1720794"/>
              <a:gd name="connsiteY531" fmla="*/ 783061 h 1708593"/>
              <a:gd name="connsiteX532" fmla="*/ 1720794 w 1720794"/>
              <a:gd name="connsiteY532" fmla="*/ 803607 h 1708593"/>
              <a:gd name="connsiteX533" fmla="*/ 1696936 w 1720794"/>
              <a:gd name="connsiteY533" fmla="*/ 808034 h 1708593"/>
              <a:gd name="connsiteX534" fmla="*/ 1687656 w 1720794"/>
              <a:gd name="connsiteY534" fmla="*/ 808320 h 1708593"/>
              <a:gd name="connsiteX535" fmla="*/ 1678456 w 1720794"/>
              <a:gd name="connsiteY535" fmla="*/ 808034 h 1708593"/>
              <a:gd name="connsiteX536" fmla="*/ 1588259 w 1720794"/>
              <a:gd name="connsiteY536" fmla="*/ 761314 h 1708593"/>
              <a:gd name="connsiteX537" fmla="*/ 1515254 w 1720794"/>
              <a:gd name="connsiteY537" fmla="*/ 719843 h 1708593"/>
              <a:gd name="connsiteX538" fmla="*/ 1499902 w 1720794"/>
              <a:gd name="connsiteY538" fmla="*/ 718951 h 1708593"/>
              <a:gd name="connsiteX539" fmla="*/ 1484938 w 1720794"/>
              <a:gd name="connsiteY539" fmla="*/ 719843 h 1708593"/>
              <a:gd name="connsiteX540" fmla="*/ 1412811 w 1720794"/>
              <a:gd name="connsiteY540" fmla="*/ 761314 h 1708593"/>
              <a:gd name="connsiteX541" fmla="*/ 1312377 w 1720794"/>
              <a:gd name="connsiteY541" fmla="*/ 808320 h 1708593"/>
              <a:gd name="connsiteX542" fmla="*/ 1213103 w 1720794"/>
              <a:gd name="connsiteY542" fmla="*/ 761314 h 1708593"/>
              <a:gd name="connsiteX543" fmla="*/ 1140203 w 1720794"/>
              <a:gd name="connsiteY543" fmla="*/ 719843 h 1708593"/>
              <a:gd name="connsiteX544" fmla="*/ 1124860 w 1720794"/>
              <a:gd name="connsiteY544" fmla="*/ 718951 h 1708593"/>
              <a:gd name="connsiteX545" fmla="*/ 1109907 w 1720794"/>
              <a:gd name="connsiteY545" fmla="*/ 719843 h 1708593"/>
              <a:gd name="connsiteX546" fmla="*/ 1037780 w 1720794"/>
              <a:gd name="connsiteY546" fmla="*/ 761314 h 1708593"/>
              <a:gd name="connsiteX547" fmla="*/ 937343 w 1720794"/>
              <a:gd name="connsiteY547" fmla="*/ 808320 h 1708593"/>
              <a:gd name="connsiteX548" fmla="*/ 837942 w 1720794"/>
              <a:gd name="connsiteY548" fmla="*/ 761314 h 1708593"/>
              <a:gd name="connsiteX549" fmla="*/ 764952 w 1720794"/>
              <a:gd name="connsiteY549" fmla="*/ 719843 h 1708593"/>
              <a:gd name="connsiteX550" fmla="*/ 749586 w 1720794"/>
              <a:gd name="connsiteY550" fmla="*/ 718951 h 1708593"/>
              <a:gd name="connsiteX551" fmla="*/ 734638 w 1720794"/>
              <a:gd name="connsiteY551" fmla="*/ 719843 h 1708593"/>
              <a:gd name="connsiteX552" fmla="*/ 662511 w 1720794"/>
              <a:gd name="connsiteY552" fmla="*/ 761314 h 1708593"/>
              <a:gd name="connsiteX553" fmla="*/ 562069 w 1720794"/>
              <a:gd name="connsiteY553" fmla="*/ 808320 h 1708593"/>
              <a:gd name="connsiteX554" fmla="*/ 462743 w 1720794"/>
              <a:gd name="connsiteY554" fmla="*/ 761314 h 1708593"/>
              <a:gd name="connsiteX555" fmla="*/ 375034 w 1720794"/>
              <a:gd name="connsiteY555" fmla="*/ 718951 h 1708593"/>
              <a:gd name="connsiteX556" fmla="*/ 287371 w 1720794"/>
              <a:gd name="connsiteY556" fmla="*/ 761314 h 1708593"/>
              <a:gd name="connsiteX557" fmla="*/ 187517 w 1720794"/>
              <a:gd name="connsiteY557" fmla="*/ 808320 h 1708593"/>
              <a:gd name="connsiteX558" fmla="*/ 87663 w 1720794"/>
              <a:gd name="connsiteY558" fmla="*/ 761314 h 1708593"/>
              <a:gd name="connsiteX559" fmla="*/ 0 w 1720794"/>
              <a:gd name="connsiteY559" fmla="*/ 718951 h 1708593"/>
              <a:gd name="connsiteX560" fmla="*/ 0 w 1720794"/>
              <a:gd name="connsiteY560" fmla="*/ 600343 h 1708593"/>
              <a:gd name="connsiteX561" fmla="*/ 99855 w 1720794"/>
              <a:gd name="connsiteY561" fmla="*/ 647348 h 1708593"/>
              <a:gd name="connsiteX562" fmla="*/ 187517 w 1720794"/>
              <a:gd name="connsiteY562" fmla="*/ 689712 h 1708593"/>
              <a:gd name="connsiteX563" fmla="*/ 275179 w 1720794"/>
              <a:gd name="connsiteY563" fmla="*/ 647348 h 1708593"/>
              <a:gd name="connsiteX564" fmla="*/ 375034 w 1720794"/>
              <a:gd name="connsiteY564" fmla="*/ 600343 h 1708593"/>
              <a:gd name="connsiteX565" fmla="*/ 474941 w 1720794"/>
              <a:gd name="connsiteY565" fmla="*/ 647348 h 1708593"/>
              <a:gd name="connsiteX566" fmla="*/ 562069 w 1720794"/>
              <a:gd name="connsiteY566" fmla="*/ 689712 h 1708593"/>
              <a:gd name="connsiteX567" fmla="*/ 650315 w 1720794"/>
              <a:gd name="connsiteY567" fmla="*/ 647348 h 1708593"/>
              <a:gd name="connsiteX568" fmla="*/ 740506 w 1720794"/>
              <a:gd name="connsiteY568" fmla="*/ 600622 h 1708593"/>
              <a:gd name="connsiteX569" fmla="*/ 749586 w 1720794"/>
              <a:gd name="connsiteY569" fmla="*/ 600343 h 1708593"/>
              <a:gd name="connsiteX570" fmla="*/ 758889 w 1720794"/>
              <a:gd name="connsiteY570" fmla="*/ 600622 h 1708593"/>
              <a:gd name="connsiteX571" fmla="*/ 850154 w 1720794"/>
              <a:gd name="connsiteY571" fmla="*/ 647348 h 1708593"/>
              <a:gd name="connsiteX572" fmla="*/ 937343 w 1720794"/>
              <a:gd name="connsiteY572" fmla="*/ 689712 h 1708593"/>
              <a:gd name="connsiteX573" fmla="*/ 1025586 w 1720794"/>
              <a:gd name="connsiteY573" fmla="*/ 647348 h 1708593"/>
              <a:gd name="connsiteX574" fmla="*/ 1115684 w 1720794"/>
              <a:gd name="connsiteY574" fmla="*/ 600622 h 1708593"/>
              <a:gd name="connsiteX575" fmla="*/ 1124860 w 1720794"/>
              <a:gd name="connsiteY575" fmla="*/ 600343 h 1708593"/>
              <a:gd name="connsiteX576" fmla="*/ 1134151 w 1720794"/>
              <a:gd name="connsiteY576" fmla="*/ 600622 h 1708593"/>
              <a:gd name="connsiteX577" fmla="*/ 1225295 w 1720794"/>
              <a:gd name="connsiteY577" fmla="*/ 647348 h 1708593"/>
              <a:gd name="connsiteX578" fmla="*/ 1312377 w 1720794"/>
              <a:gd name="connsiteY578" fmla="*/ 689712 h 1708593"/>
              <a:gd name="connsiteX579" fmla="*/ 1400620 w 1720794"/>
              <a:gd name="connsiteY579" fmla="*/ 647348 h 1708593"/>
              <a:gd name="connsiteX580" fmla="*/ 1490715 w 1720794"/>
              <a:gd name="connsiteY580" fmla="*/ 600622 h 1708593"/>
              <a:gd name="connsiteX581" fmla="*/ 1499902 w 1720794"/>
              <a:gd name="connsiteY581" fmla="*/ 600343 h 1708593"/>
              <a:gd name="connsiteX582" fmla="*/ 1509200 w 1720794"/>
              <a:gd name="connsiteY582" fmla="*/ 600622 h 1708593"/>
              <a:gd name="connsiteX583" fmla="*/ 1600457 w 1720794"/>
              <a:gd name="connsiteY583" fmla="*/ 647348 h 1708593"/>
              <a:gd name="connsiteX584" fmla="*/ 1672675 w 1720794"/>
              <a:gd name="connsiteY584" fmla="*/ 688820 h 1708593"/>
              <a:gd name="connsiteX585" fmla="*/ 1687656 w 1720794"/>
              <a:gd name="connsiteY585" fmla="*/ 689712 h 1708593"/>
              <a:gd name="connsiteX586" fmla="*/ 1702991 w 1720794"/>
              <a:gd name="connsiteY586" fmla="*/ 688796 h 1708593"/>
              <a:gd name="connsiteX587" fmla="*/ 1720794 w 1720794"/>
              <a:gd name="connsiteY587" fmla="*/ 682326 h 1708593"/>
              <a:gd name="connsiteX588" fmla="*/ 1720794 w 1720794"/>
              <a:gd name="connsiteY588" fmla="*/ 702976 h 1708593"/>
              <a:gd name="connsiteX589" fmla="*/ 1696936 w 1720794"/>
              <a:gd name="connsiteY589" fmla="*/ 707416 h 1708593"/>
              <a:gd name="connsiteX590" fmla="*/ 1687656 w 1720794"/>
              <a:gd name="connsiteY590" fmla="*/ 707701 h 1708593"/>
              <a:gd name="connsiteX591" fmla="*/ 1678456 w 1720794"/>
              <a:gd name="connsiteY591" fmla="*/ 707416 h 1708593"/>
              <a:gd name="connsiteX592" fmla="*/ 1588259 w 1720794"/>
              <a:gd name="connsiteY592" fmla="*/ 660115 h 1708593"/>
              <a:gd name="connsiteX593" fmla="*/ 1515254 w 1720794"/>
              <a:gd name="connsiteY593" fmla="*/ 618668 h 1708593"/>
              <a:gd name="connsiteX594" fmla="*/ 1499902 w 1720794"/>
              <a:gd name="connsiteY594" fmla="*/ 617752 h 1708593"/>
              <a:gd name="connsiteX595" fmla="*/ 1484938 w 1720794"/>
              <a:gd name="connsiteY595" fmla="*/ 618668 h 1708593"/>
              <a:gd name="connsiteX596" fmla="*/ 1412811 w 1720794"/>
              <a:gd name="connsiteY596" fmla="*/ 660115 h 1708593"/>
              <a:gd name="connsiteX597" fmla="*/ 1312377 w 1720794"/>
              <a:gd name="connsiteY597" fmla="*/ 707701 h 1708593"/>
              <a:gd name="connsiteX598" fmla="*/ 1213103 w 1720794"/>
              <a:gd name="connsiteY598" fmla="*/ 660115 h 1708593"/>
              <a:gd name="connsiteX599" fmla="*/ 1140203 w 1720794"/>
              <a:gd name="connsiteY599" fmla="*/ 618668 h 1708593"/>
              <a:gd name="connsiteX600" fmla="*/ 1124860 w 1720794"/>
              <a:gd name="connsiteY600" fmla="*/ 617752 h 1708593"/>
              <a:gd name="connsiteX601" fmla="*/ 1109907 w 1720794"/>
              <a:gd name="connsiteY601" fmla="*/ 618668 h 1708593"/>
              <a:gd name="connsiteX602" fmla="*/ 1037780 w 1720794"/>
              <a:gd name="connsiteY602" fmla="*/ 660115 h 1708593"/>
              <a:gd name="connsiteX603" fmla="*/ 937343 w 1720794"/>
              <a:gd name="connsiteY603" fmla="*/ 707701 h 1708593"/>
              <a:gd name="connsiteX604" fmla="*/ 837942 w 1720794"/>
              <a:gd name="connsiteY604" fmla="*/ 660115 h 1708593"/>
              <a:gd name="connsiteX605" fmla="*/ 764952 w 1720794"/>
              <a:gd name="connsiteY605" fmla="*/ 618668 h 1708593"/>
              <a:gd name="connsiteX606" fmla="*/ 749586 w 1720794"/>
              <a:gd name="connsiteY606" fmla="*/ 617752 h 1708593"/>
              <a:gd name="connsiteX607" fmla="*/ 734638 w 1720794"/>
              <a:gd name="connsiteY607" fmla="*/ 618668 h 1708593"/>
              <a:gd name="connsiteX608" fmla="*/ 662511 w 1720794"/>
              <a:gd name="connsiteY608" fmla="*/ 660115 h 1708593"/>
              <a:gd name="connsiteX609" fmla="*/ 562069 w 1720794"/>
              <a:gd name="connsiteY609" fmla="*/ 707701 h 1708593"/>
              <a:gd name="connsiteX610" fmla="*/ 462743 w 1720794"/>
              <a:gd name="connsiteY610" fmla="*/ 660115 h 1708593"/>
              <a:gd name="connsiteX611" fmla="*/ 375034 w 1720794"/>
              <a:gd name="connsiteY611" fmla="*/ 617752 h 1708593"/>
              <a:gd name="connsiteX612" fmla="*/ 287371 w 1720794"/>
              <a:gd name="connsiteY612" fmla="*/ 660115 h 1708593"/>
              <a:gd name="connsiteX613" fmla="*/ 187517 w 1720794"/>
              <a:gd name="connsiteY613" fmla="*/ 707701 h 1708593"/>
              <a:gd name="connsiteX614" fmla="*/ 87663 w 1720794"/>
              <a:gd name="connsiteY614" fmla="*/ 660115 h 1708593"/>
              <a:gd name="connsiteX615" fmla="*/ 0 w 1720794"/>
              <a:gd name="connsiteY615" fmla="*/ 617752 h 1708593"/>
              <a:gd name="connsiteX616" fmla="*/ 0 w 1720794"/>
              <a:gd name="connsiteY616" fmla="*/ 500446 h 1708593"/>
              <a:gd name="connsiteX617" fmla="*/ 99855 w 1720794"/>
              <a:gd name="connsiteY617" fmla="*/ 548032 h 1708593"/>
              <a:gd name="connsiteX618" fmla="*/ 187517 w 1720794"/>
              <a:gd name="connsiteY618" fmla="*/ 590395 h 1708593"/>
              <a:gd name="connsiteX619" fmla="*/ 275179 w 1720794"/>
              <a:gd name="connsiteY619" fmla="*/ 548032 h 1708593"/>
              <a:gd name="connsiteX620" fmla="*/ 375034 w 1720794"/>
              <a:gd name="connsiteY620" fmla="*/ 500446 h 1708593"/>
              <a:gd name="connsiteX621" fmla="*/ 474941 w 1720794"/>
              <a:gd name="connsiteY621" fmla="*/ 548032 h 1708593"/>
              <a:gd name="connsiteX622" fmla="*/ 562069 w 1720794"/>
              <a:gd name="connsiteY622" fmla="*/ 590395 h 1708593"/>
              <a:gd name="connsiteX623" fmla="*/ 650315 w 1720794"/>
              <a:gd name="connsiteY623" fmla="*/ 548032 h 1708593"/>
              <a:gd name="connsiteX624" fmla="*/ 740506 w 1720794"/>
              <a:gd name="connsiteY624" fmla="*/ 500732 h 1708593"/>
              <a:gd name="connsiteX625" fmla="*/ 749586 w 1720794"/>
              <a:gd name="connsiteY625" fmla="*/ 500446 h 1708593"/>
              <a:gd name="connsiteX626" fmla="*/ 758889 w 1720794"/>
              <a:gd name="connsiteY626" fmla="*/ 500732 h 1708593"/>
              <a:gd name="connsiteX627" fmla="*/ 850154 w 1720794"/>
              <a:gd name="connsiteY627" fmla="*/ 548032 h 1708593"/>
              <a:gd name="connsiteX628" fmla="*/ 937343 w 1720794"/>
              <a:gd name="connsiteY628" fmla="*/ 590395 h 1708593"/>
              <a:gd name="connsiteX629" fmla="*/ 1025586 w 1720794"/>
              <a:gd name="connsiteY629" fmla="*/ 548032 h 1708593"/>
              <a:gd name="connsiteX630" fmla="*/ 1115684 w 1720794"/>
              <a:gd name="connsiteY630" fmla="*/ 500732 h 1708593"/>
              <a:gd name="connsiteX631" fmla="*/ 1124860 w 1720794"/>
              <a:gd name="connsiteY631" fmla="*/ 500446 h 1708593"/>
              <a:gd name="connsiteX632" fmla="*/ 1134151 w 1720794"/>
              <a:gd name="connsiteY632" fmla="*/ 500732 h 1708593"/>
              <a:gd name="connsiteX633" fmla="*/ 1225295 w 1720794"/>
              <a:gd name="connsiteY633" fmla="*/ 548032 h 1708593"/>
              <a:gd name="connsiteX634" fmla="*/ 1312377 w 1720794"/>
              <a:gd name="connsiteY634" fmla="*/ 590395 h 1708593"/>
              <a:gd name="connsiteX635" fmla="*/ 1400620 w 1720794"/>
              <a:gd name="connsiteY635" fmla="*/ 548032 h 1708593"/>
              <a:gd name="connsiteX636" fmla="*/ 1490715 w 1720794"/>
              <a:gd name="connsiteY636" fmla="*/ 500732 h 1708593"/>
              <a:gd name="connsiteX637" fmla="*/ 1499902 w 1720794"/>
              <a:gd name="connsiteY637" fmla="*/ 500446 h 1708593"/>
              <a:gd name="connsiteX638" fmla="*/ 1509200 w 1720794"/>
              <a:gd name="connsiteY638" fmla="*/ 500732 h 1708593"/>
              <a:gd name="connsiteX639" fmla="*/ 1600457 w 1720794"/>
              <a:gd name="connsiteY639" fmla="*/ 548032 h 1708593"/>
              <a:gd name="connsiteX640" fmla="*/ 1672675 w 1720794"/>
              <a:gd name="connsiteY640" fmla="*/ 589479 h 1708593"/>
              <a:gd name="connsiteX641" fmla="*/ 1687656 w 1720794"/>
              <a:gd name="connsiteY641" fmla="*/ 590395 h 1708593"/>
              <a:gd name="connsiteX642" fmla="*/ 1702991 w 1720794"/>
              <a:gd name="connsiteY642" fmla="*/ 589479 h 1708593"/>
              <a:gd name="connsiteX643" fmla="*/ 1720794 w 1720794"/>
              <a:gd name="connsiteY643" fmla="*/ 583009 h 1708593"/>
              <a:gd name="connsiteX644" fmla="*/ 1720794 w 1720794"/>
              <a:gd name="connsiteY644" fmla="*/ 600272 h 1708593"/>
              <a:gd name="connsiteX645" fmla="*/ 1696936 w 1720794"/>
              <a:gd name="connsiteY645" fmla="*/ 607526 h 1708593"/>
              <a:gd name="connsiteX646" fmla="*/ 1687656 w 1720794"/>
              <a:gd name="connsiteY646" fmla="*/ 607805 h 1708593"/>
              <a:gd name="connsiteX647" fmla="*/ 1678456 w 1720794"/>
              <a:gd name="connsiteY647" fmla="*/ 607526 h 1708593"/>
              <a:gd name="connsiteX648" fmla="*/ 1588259 w 1720794"/>
              <a:gd name="connsiteY648" fmla="*/ 560799 h 1708593"/>
              <a:gd name="connsiteX649" fmla="*/ 1515254 w 1720794"/>
              <a:gd name="connsiteY649" fmla="*/ 519352 h 1708593"/>
              <a:gd name="connsiteX650" fmla="*/ 1499902 w 1720794"/>
              <a:gd name="connsiteY650" fmla="*/ 518436 h 1708593"/>
              <a:gd name="connsiteX651" fmla="*/ 1484938 w 1720794"/>
              <a:gd name="connsiteY651" fmla="*/ 519352 h 1708593"/>
              <a:gd name="connsiteX652" fmla="*/ 1412811 w 1720794"/>
              <a:gd name="connsiteY652" fmla="*/ 560799 h 1708593"/>
              <a:gd name="connsiteX653" fmla="*/ 1312377 w 1720794"/>
              <a:gd name="connsiteY653" fmla="*/ 607805 h 1708593"/>
              <a:gd name="connsiteX654" fmla="*/ 1213103 w 1720794"/>
              <a:gd name="connsiteY654" fmla="*/ 560799 h 1708593"/>
              <a:gd name="connsiteX655" fmla="*/ 1140203 w 1720794"/>
              <a:gd name="connsiteY655" fmla="*/ 519352 h 1708593"/>
              <a:gd name="connsiteX656" fmla="*/ 1124860 w 1720794"/>
              <a:gd name="connsiteY656" fmla="*/ 518436 h 1708593"/>
              <a:gd name="connsiteX657" fmla="*/ 1109907 w 1720794"/>
              <a:gd name="connsiteY657" fmla="*/ 519352 h 1708593"/>
              <a:gd name="connsiteX658" fmla="*/ 1037780 w 1720794"/>
              <a:gd name="connsiteY658" fmla="*/ 560799 h 1708593"/>
              <a:gd name="connsiteX659" fmla="*/ 937343 w 1720794"/>
              <a:gd name="connsiteY659" fmla="*/ 607805 h 1708593"/>
              <a:gd name="connsiteX660" fmla="*/ 837942 w 1720794"/>
              <a:gd name="connsiteY660" fmla="*/ 560799 h 1708593"/>
              <a:gd name="connsiteX661" fmla="*/ 764952 w 1720794"/>
              <a:gd name="connsiteY661" fmla="*/ 519352 h 1708593"/>
              <a:gd name="connsiteX662" fmla="*/ 749586 w 1720794"/>
              <a:gd name="connsiteY662" fmla="*/ 518436 h 1708593"/>
              <a:gd name="connsiteX663" fmla="*/ 734638 w 1720794"/>
              <a:gd name="connsiteY663" fmla="*/ 519352 h 1708593"/>
              <a:gd name="connsiteX664" fmla="*/ 662511 w 1720794"/>
              <a:gd name="connsiteY664" fmla="*/ 560799 h 1708593"/>
              <a:gd name="connsiteX665" fmla="*/ 562069 w 1720794"/>
              <a:gd name="connsiteY665" fmla="*/ 607805 h 1708593"/>
              <a:gd name="connsiteX666" fmla="*/ 462743 w 1720794"/>
              <a:gd name="connsiteY666" fmla="*/ 560799 h 1708593"/>
              <a:gd name="connsiteX667" fmla="*/ 375034 w 1720794"/>
              <a:gd name="connsiteY667" fmla="*/ 518436 h 1708593"/>
              <a:gd name="connsiteX668" fmla="*/ 287371 w 1720794"/>
              <a:gd name="connsiteY668" fmla="*/ 560799 h 1708593"/>
              <a:gd name="connsiteX669" fmla="*/ 187517 w 1720794"/>
              <a:gd name="connsiteY669" fmla="*/ 607805 h 1708593"/>
              <a:gd name="connsiteX670" fmla="*/ 87663 w 1720794"/>
              <a:gd name="connsiteY670" fmla="*/ 560799 h 1708593"/>
              <a:gd name="connsiteX671" fmla="*/ 0 w 1720794"/>
              <a:gd name="connsiteY671" fmla="*/ 518436 h 1708593"/>
              <a:gd name="connsiteX672" fmla="*/ 0 w 1720794"/>
              <a:gd name="connsiteY672" fmla="*/ 399827 h 1708593"/>
              <a:gd name="connsiteX673" fmla="*/ 99855 w 1720794"/>
              <a:gd name="connsiteY673" fmla="*/ 447520 h 1708593"/>
              <a:gd name="connsiteX674" fmla="*/ 187517 w 1720794"/>
              <a:gd name="connsiteY674" fmla="*/ 489978 h 1708593"/>
              <a:gd name="connsiteX675" fmla="*/ 275179 w 1720794"/>
              <a:gd name="connsiteY675" fmla="*/ 447520 h 1708593"/>
              <a:gd name="connsiteX676" fmla="*/ 375034 w 1720794"/>
              <a:gd name="connsiteY676" fmla="*/ 399827 h 1708593"/>
              <a:gd name="connsiteX677" fmla="*/ 474941 w 1720794"/>
              <a:gd name="connsiteY677" fmla="*/ 447520 h 1708593"/>
              <a:gd name="connsiteX678" fmla="*/ 562069 w 1720794"/>
              <a:gd name="connsiteY678" fmla="*/ 489978 h 1708593"/>
              <a:gd name="connsiteX679" fmla="*/ 650315 w 1720794"/>
              <a:gd name="connsiteY679" fmla="*/ 447520 h 1708593"/>
              <a:gd name="connsiteX680" fmla="*/ 740506 w 1720794"/>
              <a:gd name="connsiteY680" fmla="*/ 400114 h 1708593"/>
              <a:gd name="connsiteX681" fmla="*/ 749586 w 1720794"/>
              <a:gd name="connsiteY681" fmla="*/ 399827 h 1708593"/>
              <a:gd name="connsiteX682" fmla="*/ 758889 w 1720794"/>
              <a:gd name="connsiteY682" fmla="*/ 400114 h 1708593"/>
              <a:gd name="connsiteX683" fmla="*/ 850154 w 1720794"/>
              <a:gd name="connsiteY683" fmla="*/ 447520 h 1708593"/>
              <a:gd name="connsiteX684" fmla="*/ 937343 w 1720794"/>
              <a:gd name="connsiteY684" fmla="*/ 489978 h 1708593"/>
              <a:gd name="connsiteX685" fmla="*/ 1025586 w 1720794"/>
              <a:gd name="connsiteY685" fmla="*/ 447520 h 1708593"/>
              <a:gd name="connsiteX686" fmla="*/ 1115684 w 1720794"/>
              <a:gd name="connsiteY686" fmla="*/ 400114 h 1708593"/>
              <a:gd name="connsiteX687" fmla="*/ 1124860 w 1720794"/>
              <a:gd name="connsiteY687" fmla="*/ 399827 h 1708593"/>
              <a:gd name="connsiteX688" fmla="*/ 1134151 w 1720794"/>
              <a:gd name="connsiteY688" fmla="*/ 400114 h 1708593"/>
              <a:gd name="connsiteX689" fmla="*/ 1225295 w 1720794"/>
              <a:gd name="connsiteY689" fmla="*/ 447520 h 1708593"/>
              <a:gd name="connsiteX690" fmla="*/ 1312377 w 1720794"/>
              <a:gd name="connsiteY690" fmla="*/ 489978 h 1708593"/>
              <a:gd name="connsiteX691" fmla="*/ 1400620 w 1720794"/>
              <a:gd name="connsiteY691" fmla="*/ 447520 h 1708593"/>
              <a:gd name="connsiteX692" fmla="*/ 1490715 w 1720794"/>
              <a:gd name="connsiteY692" fmla="*/ 400114 h 1708593"/>
              <a:gd name="connsiteX693" fmla="*/ 1499902 w 1720794"/>
              <a:gd name="connsiteY693" fmla="*/ 399827 h 1708593"/>
              <a:gd name="connsiteX694" fmla="*/ 1509200 w 1720794"/>
              <a:gd name="connsiteY694" fmla="*/ 400114 h 1708593"/>
              <a:gd name="connsiteX695" fmla="*/ 1600457 w 1720794"/>
              <a:gd name="connsiteY695" fmla="*/ 447520 h 1708593"/>
              <a:gd name="connsiteX696" fmla="*/ 1672675 w 1720794"/>
              <a:gd name="connsiteY696" fmla="*/ 489060 h 1708593"/>
              <a:gd name="connsiteX697" fmla="*/ 1687656 w 1720794"/>
              <a:gd name="connsiteY697" fmla="*/ 489978 h 1708593"/>
              <a:gd name="connsiteX698" fmla="*/ 1702991 w 1720794"/>
              <a:gd name="connsiteY698" fmla="*/ 489060 h 1708593"/>
              <a:gd name="connsiteX699" fmla="*/ 1720794 w 1720794"/>
              <a:gd name="connsiteY699" fmla="*/ 482576 h 1708593"/>
              <a:gd name="connsiteX700" fmla="*/ 1720794 w 1720794"/>
              <a:gd name="connsiteY700" fmla="*/ 502790 h 1708593"/>
              <a:gd name="connsiteX701" fmla="*/ 1696936 w 1720794"/>
              <a:gd name="connsiteY701" fmla="*/ 507147 h 1708593"/>
              <a:gd name="connsiteX702" fmla="*/ 1687656 w 1720794"/>
              <a:gd name="connsiteY702" fmla="*/ 507427 h 1708593"/>
              <a:gd name="connsiteX703" fmla="*/ 1678456 w 1720794"/>
              <a:gd name="connsiteY703" fmla="*/ 507147 h 1708593"/>
              <a:gd name="connsiteX704" fmla="*/ 1588259 w 1720794"/>
              <a:gd name="connsiteY704" fmla="*/ 460316 h 1708593"/>
              <a:gd name="connsiteX705" fmla="*/ 1515254 w 1720794"/>
              <a:gd name="connsiteY705" fmla="*/ 418775 h 1708593"/>
              <a:gd name="connsiteX706" fmla="*/ 1499902 w 1720794"/>
              <a:gd name="connsiteY706" fmla="*/ 417857 h 1708593"/>
              <a:gd name="connsiteX707" fmla="*/ 1484938 w 1720794"/>
              <a:gd name="connsiteY707" fmla="*/ 418752 h 1708593"/>
              <a:gd name="connsiteX708" fmla="*/ 1412811 w 1720794"/>
              <a:gd name="connsiteY708" fmla="*/ 460316 h 1708593"/>
              <a:gd name="connsiteX709" fmla="*/ 1312377 w 1720794"/>
              <a:gd name="connsiteY709" fmla="*/ 507427 h 1708593"/>
              <a:gd name="connsiteX710" fmla="*/ 1213103 w 1720794"/>
              <a:gd name="connsiteY710" fmla="*/ 460316 h 1708593"/>
              <a:gd name="connsiteX711" fmla="*/ 1140203 w 1720794"/>
              <a:gd name="connsiteY711" fmla="*/ 418775 h 1708593"/>
              <a:gd name="connsiteX712" fmla="*/ 1124860 w 1720794"/>
              <a:gd name="connsiteY712" fmla="*/ 417857 h 1708593"/>
              <a:gd name="connsiteX713" fmla="*/ 1109907 w 1720794"/>
              <a:gd name="connsiteY713" fmla="*/ 418752 h 1708593"/>
              <a:gd name="connsiteX714" fmla="*/ 1037780 w 1720794"/>
              <a:gd name="connsiteY714" fmla="*/ 460316 h 1708593"/>
              <a:gd name="connsiteX715" fmla="*/ 937343 w 1720794"/>
              <a:gd name="connsiteY715" fmla="*/ 507427 h 1708593"/>
              <a:gd name="connsiteX716" fmla="*/ 837942 w 1720794"/>
              <a:gd name="connsiteY716" fmla="*/ 460316 h 1708593"/>
              <a:gd name="connsiteX717" fmla="*/ 764952 w 1720794"/>
              <a:gd name="connsiteY717" fmla="*/ 418775 h 1708593"/>
              <a:gd name="connsiteX718" fmla="*/ 749586 w 1720794"/>
              <a:gd name="connsiteY718" fmla="*/ 417857 h 1708593"/>
              <a:gd name="connsiteX719" fmla="*/ 734638 w 1720794"/>
              <a:gd name="connsiteY719" fmla="*/ 418752 h 1708593"/>
              <a:gd name="connsiteX720" fmla="*/ 662511 w 1720794"/>
              <a:gd name="connsiteY720" fmla="*/ 460316 h 1708593"/>
              <a:gd name="connsiteX721" fmla="*/ 562069 w 1720794"/>
              <a:gd name="connsiteY721" fmla="*/ 507427 h 1708593"/>
              <a:gd name="connsiteX722" fmla="*/ 462743 w 1720794"/>
              <a:gd name="connsiteY722" fmla="*/ 460316 h 1708593"/>
              <a:gd name="connsiteX723" fmla="*/ 375034 w 1720794"/>
              <a:gd name="connsiteY723" fmla="*/ 417857 h 1708593"/>
              <a:gd name="connsiteX724" fmla="*/ 287371 w 1720794"/>
              <a:gd name="connsiteY724" fmla="*/ 460316 h 1708593"/>
              <a:gd name="connsiteX725" fmla="*/ 187517 w 1720794"/>
              <a:gd name="connsiteY725" fmla="*/ 507427 h 1708593"/>
              <a:gd name="connsiteX726" fmla="*/ 87663 w 1720794"/>
              <a:gd name="connsiteY726" fmla="*/ 460316 h 1708593"/>
              <a:gd name="connsiteX727" fmla="*/ 0 w 1720794"/>
              <a:gd name="connsiteY727" fmla="*/ 417857 h 1708593"/>
              <a:gd name="connsiteX728" fmla="*/ 0 w 1720794"/>
              <a:gd name="connsiteY728" fmla="*/ 299931 h 1708593"/>
              <a:gd name="connsiteX729" fmla="*/ 99855 w 1720794"/>
              <a:gd name="connsiteY729" fmla="*/ 347579 h 1708593"/>
              <a:gd name="connsiteX730" fmla="*/ 187517 w 1720794"/>
              <a:gd name="connsiteY730" fmla="*/ 389998 h 1708593"/>
              <a:gd name="connsiteX731" fmla="*/ 275179 w 1720794"/>
              <a:gd name="connsiteY731" fmla="*/ 347579 h 1708593"/>
              <a:gd name="connsiteX732" fmla="*/ 375034 w 1720794"/>
              <a:gd name="connsiteY732" fmla="*/ 299931 h 1708593"/>
              <a:gd name="connsiteX733" fmla="*/ 474941 w 1720794"/>
              <a:gd name="connsiteY733" fmla="*/ 347579 h 1708593"/>
              <a:gd name="connsiteX734" fmla="*/ 562069 w 1720794"/>
              <a:gd name="connsiteY734" fmla="*/ 389998 h 1708593"/>
              <a:gd name="connsiteX735" fmla="*/ 650315 w 1720794"/>
              <a:gd name="connsiteY735" fmla="*/ 347579 h 1708593"/>
              <a:gd name="connsiteX736" fmla="*/ 740506 w 1720794"/>
              <a:gd name="connsiteY736" fmla="*/ 300217 h 1708593"/>
              <a:gd name="connsiteX737" fmla="*/ 749586 w 1720794"/>
              <a:gd name="connsiteY737" fmla="*/ 299931 h 1708593"/>
              <a:gd name="connsiteX738" fmla="*/ 758889 w 1720794"/>
              <a:gd name="connsiteY738" fmla="*/ 300217 h 1708593"/>
              <a:gd name="connsiteX739" fmla="*/ 850154 w 1720794"/>
              <a:gd name="connsiteY739" fmla="*/ 347579 h 1708593"/>
              <a:gd name="connsiteX740" fmla="*/ 937343 w 1720794"/>
              <a:gd name="connsiteY740" fmla="*/ 389998 h 1708593"/>
              <a:gd name="connsiteX741" fmla="*/ 1025586 w 1720794"/>
              <a:gd name="connsiteY741" fmla="*/ 347579 h 1708593"/>
              <a:gd name="connsiteX742" fmla="*/ 1115684 w 1720794"/>
              <a:gd name="connsiteY742" fmla="*/ 300217 h 1708593"/>
              <a:gd name="connsiteX743" fmla="*/ 1124860 w 1720794"/>
              <a:gd name="connsiteY743" fmla="*/ 299931 h 1708593"/>
              <a:gd name="connsiteX744" fmla="*/ 1134151 w 1720794"/>
              <a:gd name="connsiteY744" fmla="*/ 300217 h 1708593"/>
              <a:gd name="connsiteX745" fmla="*/ 1225295 w 1720794"/>
              <a:gd name="connsiteY745" fmla="*/ 347579 h 1708593"/>
              <a:gd name="connsiteX746" fmla="*/ 1312377 w 1720794"/>
              <a:gd name="connsiteY746" fmla="*/ 389998 h 1708593"/>
              <a:gd name="connsiteX747" fmla="*/ 1400620 w 1720794"/>
              <a:gd name="connsiteY747" fmla="*/ 347579 h 1708593"/>
              <a:gd name="connsiteX748" fmla="*/ 1490715 w 1720794"/>
              <a:gd name="connsiteY748" fmla="*/ 300217 h 1708593"/>
              <a:gd name="connsiteX749" fmla="*/ 1499902 w 1720794"/>
              <a:gd name="connsiteY749" fmla="*/ 299931 h 1708593"/>
              <a:gd name="connsiteX750" fmla="*/ 1509200 w 1720794"/>
              <a:gd name="connsiteY750" fmla="*/ 300217 h 1708593"/>
              <a:gd name="connsiteX751" fmla="*/ 1600457 w 1720794"/>
              <a:gd name="connsiteY751" fmla="*/ 347579 h 1708593"/>
              <a:gd name="connsiteX752" fmla="*/ 1672675 w 1720794"/>
              <a:gd name="connsiteY752" fmla="*/ 389081 h 1708593"/>
              <a:gd name="connsiteX753" fmla="*/ 1687656 w 1720794"/>
              <a:gd name="connsiteY753" fmla="*/ 389998 h 1708593"/>
              <a:gd name="connsiteX754" fmla="*/ 1702991 w 1720794"/>
              <a:gd name="connsiteY754" fmla="*/ 389081 h 1708593"/>
              <a:gd name="connsiteX755" fmla="*/ 1720794 w 1720794"/>
              <a:gd name="connsiteY755" fmla="*/ 382602 h 1708593"/>
              <a:gd name="connsiteX756" fmla="*/ 1720794 w 1720794"/>
              <a:gd name="connsiteY756" fmla="*/ 403280 h 1708593"/>
              <a:gd name="connsiteX757" fmla="*/ 1696936 w 1720794"/>
              <a:gd name="connsiteY757" fmla="*/ 407725 h 1708593"/>
              <a:gd name="connsiteX758" fmla="*/ 1687656 w 1720794"/>
              <a:gd name="connsiteY758" fmla="*/ 408011 h 1708593"/>
              <a:gd name="connsiteX759" fmla="*/ 1678456 w 1720794"/>
              <a:gd name="connsiteY759" fmla="*/ 407725 h 1708593"/>
              <a:gd name="connsiteX760" fmla="*/ 1588259 w 1720794"/>
              <a:gd name="connsiteY760" fmla="*/ 360363 h 1708593"/>
              <a:gd name="connsiteX761" fmla="*/ 1515254 w 1720794"/>
              <a:gd name="connsiteY761" fmla="*/ 318861 h 1708593"/>
              <a:gd name="connsiteX762" fmla="*/ 1499902 w 1720794"/>
              <a:gd name="connsiteY762" fmla="*/ 317944 h 1708593"/>
              <a:gd name="connsiteX763" fmla="*/ 1484938 w 1720794"/>
              <a:gd name="connsiteY763" fmla="*/ 318861 h 1708593"/>
              <a:gd name="connsiteX764" fmla="*/ 1412811 w 1720794"/>
              <a:gd name="connsiteY764" fmla="*/ 360363 h 1708593"/>
              <a:gd name="connsiteX765" fmla="*/ 1312377 w 1720794"/>
              <a:gd name="connsiteY765" fmla="*/ 408011 h 1708593"/>
              <a:gd name="connsiteX766" fmla="*/ 1213103 w 1720794"/>
              <a:gd name="connsiteY766" fmla="*/ 360363 h 1708593"/>
              <a:gd name="connsiteX767" fmla="*/ 1140203 w 1720794"/>
              <a:gd name="connsiteY767" fmla="*/ 318861 h 1708593"/>
              <a:gd name="connsiteX768" fmla="*/ 1124860 w 1720794"/>
              <a:gd name="connsiteY768" fmla="*/ 317944 h 1708593"/>
              <a:gd name="connsiteX769" fmla="*/ 1109907 w 1720794"/>
              <a:gd name="connsiteY769" fmla="*/ 318861 h 1708593"/>
              <a:gd name="connsiteX770" fmla="*/ 1037780 w 1720794"/>
              <a:gd name="connsiteY770" fmla="*/ 360363 h 1708593"/>
              <a:gd name="connsiteX771" fmla="*/ 937343 w 1720794"/>
              <a:gd name="connsiteY771" fmla="*/ 408011 h 1708593"/>
              <a:gd name="connsiteX772" fmla="*/ 837942 w 1720794"/>
              <a:gd name="connsiteY772" fmla="*/ 360363 h 1708593"/>
              <a:gd name="connsiteX773" fmla="*/ 764952 w 1720794"/>
              <a:gd name="connsiteY773" fmla="*/ 318861 h 1708593"/>
              <a:gd name="connsiteX774" fmla="*/ 749586 w 1720794"/>
              <a:gd name="connsiteY774" fmla="*/ 317944 h 1708593"/>
              <a:gd name="connsiteX775" fmla="*/ 734638 w 1720794"/>
              <a:gd name="connsiteY775" fmla="*/ 318861 h 1708593"/>
              <a:gd name="connsiteX776" fmla="*/ 662511 w 1720794"/>
              <a:gd name="connsiteY776" fmla="*/ 360363 h 1708593"/>
              <a:gd name="connsiteX777" fmla="*/ 562069 w 1720794"/>
              <a:gd name="connsiteY777" fmla="*/ 408011 h 1708593"/>
              <a:gd name="connsiteX778" fmla="*/ 462743 w 1720794"/>
              <a:gd name="connsiteY778" fmla="*/ 360363 h 1708593"/>
              <a:gd name="connsiteX779" fmla="*/ 375034 w 1720794"/>
              <a:gd name="connsiteY779" fmla="*/ 317944 h 1708593"/>
              <a:gd name="connsiteX780" fmla="*/ 287371 w 1720794"/>
              <a:gd name="connsiteY780" fmla="*/ 360363 h 1708593"/>
              <a:gd name="connsiteX781" fmla="*/ 187517 w 1720794"/>
              <a:gd name="connsiteY781" fmla="*/ 408011 h 1708593"/>
              <a:gd name="connsiteX782" fmla="*/ 87663 w 1720794"/>
              <a:gd name="connsiteY782" fmla="*/ 360363 h 1708593"/>
              <a:gd name="connsiteX783" fmla="*/ 0 w 1720794"/>
              <a:gd name="connsiteY783" fmla="*/ 317944 h 1708593"/>
              <a:gd name="connsiteX784" fmla="*/ 0 w 1720794"/>
              <a:gd name="connsiteY784" fmla="*/ 200515 h 1708593"/>
              <a:gd name="connsiteX785" fmla="*/ 99855 w 1720794"/>
              <a:gd name="connsiteY785" fmla="*/ 247521 h 1708593"/>
              <a:gd name="connsiteX786" fmla="*/ 187517 w 1720794"/>
              <a:gd name="connsiteY786" fmla="*/ 289884 h 1708593"/>
              <a:gd name="connsiteX787" fmla="*/ 275179 w 1720794"/>
              <a:gd name="connsiteY787" fmla="*/ 247521 h 1708593"/>
              <a:gd name="connsiteX788" fmla="*/ 375034 w 1720794"/>
              <a:gd name="connsiteY788" fmla="*/ 200515 h 1708593"/>
              <a:gd name="connsiteX789" fmla="*/ 474941 w 1720794"/>
              <a:gd name="connsiteY789" fmla="*/ 247521 h 1708593"/>
              <a:gd name="connsiteX790" fmla="*/ 562069 w 1720794"/>
              <a:gd name="connsiteY790" fmla="*/ 289884 h 1708593"/>
              <a:gd name="connsiteX791" fmla="*/ 650315 w 1720794"/>
              <a:gd name="connsiteY791" fmla="*/ 247521 h 1708593"/>
              <a:gd name="connsiteX792" fmla="*/ 740506 w 1720794"/>
              <a:gd name="connsiteY792" fmla="*/ 200801 h 1708593"/>
              <a:gd name="connsiteX793" fmla="*/ 749586 w 1720794"/>
              <a:gd name="connsiteY793" fmla="*/ 200515 h 1708593"/>
              <a:gd name="connsiteX794" fmla="*/ 758889 w 1720794"/>
              <a:gd name="connsiteY794" fmla="*/ 200801 h 1708593"/>
              <a:gd name="connsiteX795" fmla="*/ 850154 w 1720794"/>
              <a:gd name="connsiteY795" fmla="*/ 247521 h 1708593"/>
              <a:gd name="connsiteX796" fmla="*/ 937343 w 1720794"/>
              <a:gd name="connsiteY796" fmla="*/ 289884 h 1708593"/>
              <a:gd name="connsiteX797" fmla="*/ 1025586 w 1720794"/>
              <a:gd name="connsiteY797" fmla="*/ 247521 h 1708593"/>
              <a:gd name="connsiteX798" fmla="*/ 1115684 w 1720794"/>
              <a:gd name="connsiteY798" fmla="*/ 200801 h 1708593"/>
              <a:gd name="connsiteX799" fmla="*/ 1124860 w 1720794"/>
              <a:gd name="connsiteY799" fmla="*/ 200515 h 1708593"/>
              <a:gd name="connsiteX800" fmla="*/ 1134151 w 1720794"/>
              <a:gd name="connsiteY800" fmla="*/ 200801 h 1708593"/>
              <a:gd name="connsiteX801" fmla="*/ 1225295 w 1720794"/>
              <a:gd name="connsiteY801" fmla="*/ 247521 h 1708593"/>
              <a:gd name="connsiteX802" fmla="*/ 1312377 w 1720794"/>
              <a:gd name="connsiteY802" fmla="*/ 289884 h 1708593"/>
              <a:gd name="connsiteX803" fmla="*/ 1400620 w 1720794"/>
              <a:gd name="connsiteY803" fmla="*/ 247521 h 1708593"/>
              <a:gd name="connsiteX804" fmla="*/ 1490715 w 1720794"/>
              <a:gd name="connsiteY804" fmla="*/ 200801 h 1708593"/>
              <a:gd name="connsiteX805" fmla="*/ 1499902 w 1720794"/>
              <a:gd name="connsiteY805" fmla="*/ 200515 h 1708593"/>
              <a:gd name="connsiteX806" fmla="*/ 1509200 w 1720794"/>
              <a:gd name="connsiteY806" fmla="*/ 200801 h 1708593"/>
              <a:gd name="connsiteX807" fmla="*/ 1600457 w 1720794"/>
              <a:gd name="connsiteY807" fmla="*/ 247521 h 1708593"/>
              <a:gd name="connsiteX808" fmla="*/ 1672675 w 1720794"/>
              <a:gd name="connsiteY808" fmla="*/ 288992 h 1708593"/>
              <a:gd name="connsiteX809" fmla="*/ 1687656 w 1720794"/>
              <a:gd name="connsiteY809" fmla="*/ 289884 h 1708593"/>
              <a:gd name="connsiteX810" fmla="*/ 1702991 w 1720794"/>
              <a:gd name="connsiteY810" fmla="*/ 288992 h 1708593"/>
              <a:gd name="connsiteX811" fmla="*/ 1720794 w 1720794"/>
              <a:gd name="connsiteY811" fmla="*/ 282616 h 1708593"/>
              <a:gd name="connsiteX812" fmla="*/ 1720794 w 1720794"/>
              <a:gd name="connsiteY812" fmla="*/ 300342 h 1708593"/>
              <a:gd name="connsiteX813" fmla="*/ 1696936 w 1720794"/>
              <a:gd name="connsiteY813" fmla="*/ 307595 h 1708593"/>
              <a:gd name="connsiteX814" fmla="*/ 1687656 w 1720794"/>
              <a:gd name="connsiteY814" fmla="*/ 307874 h 1708593"/>
              <a:gd name="connsiteX815" fmla="*/ 1678456 w 1720794"/>
              <a:gd name="connsiteY815" fmla="*/ 307595 h 1708593"/>
              <a:gd name="connsiteX816" fmla="*/ 1588259 w 1720794"/>
              <a:gd name="connsiteY816" fmla="*/ 260868 h 1708593"/>
              <a:gd name="connsiteX817" fmla="*/ 1515254 w 1720794"/>
              <a:gd name="connsiteY817" fmla="*/ 219397 h 1708593"/>
              <a:gd name="connsiteX818" fmla="*/ 1499902 w 1720794"/>
              <a:gd name="connsiteY818" fmla="*/ 218505 h 1708593"/>
              <a:gd name="connsiteX819" fmla="*/ 1484938 w 1720794"/>
              <a:gd name="connsiteY819" fmla="*/ 219397 h 1708593"/>
              <a:gd name="connsiteX820" fmla="*/ 1412811 w 1720794"/>
              <a:gd name="connsiteY820" fmla="*/ 260868 h 1708593"/>
              <a:gd name="connsiteX821" fmla="*/ 1312377 w 1720794"/>
              <a:gd name="connsiteY821" fmla="*/ 307874 h 1708593"/>
              <a:gd name="connsiteX822" fmla="*/ 1213103 w 1720794"/>
              <a:gd name="connsiteY822" fmla="*/ 260868 h 1708593"/>
              <a:gd name="connsiteX823" fmla="*/ 1140203 w 1720794"/>
              <a:gd name="connsiteY823" fmla="*/ 219397 h 1708593"/>
              <a:gd name="connsiteX824" fmla="*/ 1124860 w 1720794"/>
              <a:gd name="connsiteY824" fmla="*/ 218505 h 1708593"/>
              <a:gd name="connsiteX825" fmla="*/ 1109907 w 1720794"/>
              <a:gd name="connsiteY825" fmla="*/ 219397 h 1708593"/>
              <a:gd name="connsiteX826" fmla="*/ 1037780 w 1720794"/>
              <a:gd name="connsiteY826" fmla="*/ 260868 h 1708593"/>
              <a:gd name="connsiteX827" fmla="*/ 937343 w 1720794"/>
              <a:gd name="connsiteY827" fmla="*/ 307874 h 1708593"/>
              <a:gd name="connsiteX828" fmla="*/ 837942 w 1720794"/>
              <a:gd name="connsiteY828" fmla="*/ 260868 h 1708593"/>
              <a:gd name="connsiteX829" fmla="*/ 764952 w 1720794"/>
              <a:gd name="connsiteY829" fmla="*/ 219397 h 1708593"/>
              <a:gd name="connsiteX830" fmla="*/ 749586 w 1720794"/>
              <a:gd name="connsiteY830" fmla="*/ 218505 h 1708593"/>
              <a:gd name="connsiteX831" fmla="*/ 734638 w 1720794"/>
              <a:gd name="connsiteY831" fmla="*/ 219397 h 1708593"/>
              <a:gd name="connsiteX832" fmla="*/ 662511 w 1720794"/>
              <a:gd name="connsiteY832" fmla="*/ 260868 h 1708593"/>
              <a:gd name="connsiteX833" fmla="*/ 562069 w 1720794"/>
              <a:gd name="connsiteY833" fmla="*/ 307874 h 1708593"/>
              <a:gd name="connsiteX834" fmla="*/ 462743 w 1720794"/>
              <a:gd name="connsiteY834" fmla="*/ 260868 h 1708593"/>
              <a:gd name="connsiteX835" fmla="*/ 375034 w 1720794"/>
              <a:gd name="connsiteY835" fmla="*/ 218505 h 1708593"/>
              <a:gd name="connsiteX836" fmla="*/ 287371 w 1720794"/>
              <a:gd name="connsiteY836" fmla="*/ 260868 h 1708593"/>
              <a:gd name="connsiteX837" fmla="*/ 187517 w 1720794"/>
              <a:gd name="connsiteY837" fmla="*/ 307874 h 1708593"/>
              <a:gd name="connsiteX838" fmla="*/ 87663 w 1720794"/>
              <a:gd name="connsiteY838" fmla="*/ 260868 h 1708593"/>
              <a:gd name="connsiteX839" fmla="*/ 0 w 1720794"/>
              <a:gd name="connsiteY839" fmla="*/ 218505 h 1708593"/>
              <a:gd name="connsiteX840" fmla="*/ 0 w 1720794"/>
              <a:gd name="connsiteY840" fmla="*/ 99897 h 1708593"/>
              <a:gd name="connsiteX841" fmla="*/ 99855 w 1720794"/>
              <a:gd name="connsiteY841" fmla="*/ 147008 h 1708593"/>
              <a:gd name="connsiteX842" fmla="*/ 187517 w 1720794"/>
              <a:gd name="connsiteY842" fmla="*/ 189466 h 1708593"/>
              <a:gd name="connsiteX843" fmla="*/ 275179 w 1720794"/>
              <a:gd name="connsiteY843" fmla="*/ 147008 h 1708593"/>
              <a:gd name="connsiteX844" fmla="*/ 375034 w 1720794"/>
              <a:gd name="connsiteY844" fmla="*/ 99897 h 1708593"/>
              <a:gd name="connsiteX845" fmla="*/ 474941 w 1720794"/>
              <a:gd name="connsiteY845" fmla="*/ 147008 h 1708593"/>
              <a:gd name="connsiteX846" fmla="*/ 562069 w 1720794"/>
              <a:gd name="connsiteY846" fmla="*/ 189466 h 1708593"/>
              <a:gd name="connsiteX847" fmla="*/ 650315 w 1720794"/>
              <a:gd name="connsiteY847" fmla="*/ 147008 h 1708593"/>
              <a:gd name="connsiteX848" fmla="*/ 740506 w 1720794"/>
              <a:gd name="connsiteY848" fmla="*/ 100183 h 1708593"/>
              <a:gd name="connsiteX849" fmla="*/ 749586 w 1720794"/>
              <a:gd name="connsiteY849" fmla="*/ 99897 h 1708593"/>
              <a:gd name="connsiteX850" fmla="*/ 758889 w 1720794"/>
              <a:gd name="connsiteY850" fmla="*/ 100176 h 1708593"/>
              <a:gd name="connsiteX851" fmla="*/ 850154 w 1720794"/>
              <a:gd name="connsiteY851" fmla="*/ 147008 h 1708593"/>
              <a:gd name="connsiteX852" fmla="*/ 937343 w 1720794"/>
              <a:gd name="connsiteY852" fmla="*/ 189466 h 1708593"/>
              <a:gd name="connsiteX853" fmla="*/ 1025586 w 1720794"/>
              <a:gd name="connsiteY853" fmla="*/ 147008 h 1708593"/>
              <a:gd name="connsiteX854" fmla="*/ 1115684 w 1720794"/>
              <a:gd name="connsiteY854" fmla="*/ 100183 h 1708593"/>
              <a:gd name="connsiteX855" fmla="*/ 1124860 w 1720794"/>
              <a:gd name="connsiteY855" fmla="*/ 99897 h 1708593"/>
              <a:gd name="connsiteX856" fmla="*/ 1134151 w 1720794"/>
              <a:gd name="connsiteY856" fmla="*/ 100176 h 1708593"/>
              <a:gd name="connsiteX857" fmla="*/ 1225295 w 1720794"/>
              <a:gd name="connsiteY857" fmla="*/ 147008 h 1708593"/>
              <a:gd name="connsiteX858" fmla="*/ 1312377 w 1720794"/>
              <a:gd name="connsiteY858" fmla="*/ 189466 h 1708593"/>
              <a:gd name="connsiteX859" fmla="*/ 1400620 w 1720794"/>
              <a:gd name="connsiteY859" fmla="*/ 147008 h 1708593"/>
              <a:gd name="connsiteX860" fmla="*/ 1490715 w 1720794"/>
              <a:gd name="connsiteY860" fmla="*/ 100183 h 1708593"/>
              <a:gd name="connsiteX861" fmla="*/ 1499902 w 1720794"/>
              <a:gd name="connsiteY861" fmla="*/ 99897 h 1708593"/>
              <a:gd name="connsiteX862" fmla="*/ 1509200 w 1720794"/>
              <a:gd name="connsiteY862" fmla="*/ 100176 h 1708593"/>
              <a:gd name="connsiteX863" fmla="*/ 1600457 w 1720794"/>
              <a:gd name="connsiteY863" fmla="*/ 147008 h 1708593"/>
              <a:gd name="connsiteX864" fmla="*/ 1672675 w 1720794"/>
              <a:gd name="connsiteY864" fmla="*/ 188572 h 1708593"/>
              <a:gd name="connsiteX865" fmla="*/ 1687656 w 1720794"/>
              <a:gd name="connsiteY865" fmla="*/ 189466 h 1708593"/>
              <a:gd name="connsiteX866" fmla="*/ 1702991 w 1720794"/>
              <a:gd name="connsiteY866" fmla="*/ 188572 h 1708593"/>
              <a:gd name="connsiteX867" fmla="*/ 1720794 w 1720794"/>
              <a:gd name="connsiteY867" fmla="*/ 182181 h 1708593"/>
              <a:gd name="connsiteX868" fmla="*/ 1720794 w 1720794"/>
              <a:gd name="connsiteY868" fmla="*/ 202859 h 1708593"/>
              <a:gd name="connsiteX869" fmla="*/ 1696936 w 1720794"/>
              <a:gd name="connsiteY869" fmla="*/ 207216 h 1708593"/>
              <a:gd name="connsiteX870" fmla="*/ 1687656 w 1720794"/>
              <a:gd name="connsiteY870" fmla="*/ 207496 h 1708593"/>
              <a:gd name="connsiteX871" fmla="*/ 1678456 w 1720794"/>
              <a:gd name="connsiteY871" fmla="*/ 207216 h 1708593"/>
              <a:gd name="connsiteX872" fmla="*/ 1588259 w 1720794"/>
              <a:gd name="connsiteY872" fmla="*/ 160385 h 1708593"/>
              <a:gd name="connsiteX873" fmla="*/ 1515254 w 1720794"/>
              <a:gd name="connsiteY873" fmla="*/ 118821 h 1708593"/>
              <a:gd name="connsiteX874" fmla="*/ 1499902 w 1720794"/>
              <a:gd name="connsiteY874" fmla="*/ 117927 h 1708593"/>
              <a:gd name="connsiteX875" fmla="*/ 1484938 w 1720794"/>
              <a:gd name="connsiteY875" fmla="*/ 118821 h 1708593"/>
              <a:gd name="connsiteX876" fmla="*/ 1412811 w 1720794"/>
              <a:gd name="connsiteY876" fmla="*/ 160385 h 1708593"/>
              <a:gd name="connsiteX877" fmla="*/ 1312377 w 1720794"/>
              <a:gd name="connsiteY877" fmla="*/ 207496 h 1708593"/>
              <a:gd name="connsiteX878" fmla="*/ 1213103 w 1720794"/>
              <a:gd name="connsiteY878" fmla="*/ 160385 h 1708593"/>
              <a:gd name="connsiteX879" fmla="*/ 1140203 w 1720794"/>
              <a:gd name="connsiteY879" fmla="*/ 118821 h 1708593"/>
              <a:gd name="connsiteX880" fmla="*/ 1124860 w 1720794"/>
              <a:gd name="connsiteY880" fmla="*/ 117927 h 1708593"/>
              <a:gd name="connsiteX881" fmla="*/ 1109907 w 1720794"/>
              <a:gd name="connsiteY881" fmla="*/ 118821 h 1708593"/>
              <a:gd name="connsiteX882" fmla="*/ 1037780 w 1720794"/>
              <a:gd name="connsiteY882" fmla="*/ 160385 h 1708593"/>
              <a:gd name="connsiteX883" fmla="*/ 937343 w 1720794"/>
              <a:gd name="connsiteY883" fmla="*/ 207496 h 1708593"/>
              <a:gd name="connsiteX884" fmla="*/ 837942 w 1720794"/>
              <a:gd name="connsiteY884" fmla="*/ 160385 h 1708593"/>
              <a:gd name="connsiteX885" fmla="*/ 764952 w 1720794"/>
              <a:gd name="connsiteY885" fmla="*/ 118821 h 1708593"/>
              <a:gd name="connsiteX886" fmla="*/ 749586 w 1720794"/>
              <a:gd name="connsiteY886" fmla="*/ 117927 h 1708593"/>
              <a:gd name="connsiteX887" fmla="*/ 734638 w 1720794"/>
              <a:gd name="connsiteY887" fmla="*/ 118821 h 1708593"/>
              <a:gd name="connsiteX888" fmla="*/ 662511 w 1720794"/>
              <a:gd name="connsiteY888" fmla="*/ 160385 h 1708593"/>
              <a:gd name="connsiteX889" fmla="*/ 562069 w 1720794"/>
              <a:gd name="connsiteY889" fmla="*/ 207496 h 1708593"/>
              <a:gd name="connsiteX890" fmla="*/ 462743 w 1720794"/>
              <a:gd name="connsiteY890" fmla="*/ 160385 h 1708593"/>
              <a:gd name="connsiteX891" fmla="*/ 375034 w 1720794"/>
              <a:gd name="connsiteY891" fmla="*/ 117927 h 1708593"/>
              <a:gd name="connsiteX892" fmla="*/ 287371 w 1720794"/>
              <a:gd name="connsiteY892" fmla="*/ 160385 h 1708593"/>
              <a:gd name="connsiteX893" fmla="*/ 187517 w 1720794"/>
              <a:gd name="connsiteY893" fmla="*/ 207496 h 1708593"/>
              <a:gd name="connsiteX894" fmla="*/ 87663 w 1720794"/>
              <a:gd name="connsiteY894" fmla="*/ 160385 h 1708593"/>
              <a:gd name="connsiteX895" fmla="*/ 0 w 1720794"/>
              <a:gd name="connsiteY895" fmla="*/ 117927 h 1708593"/>
              <a:gd name="connsiteX896" fmla="*/ 0 w 1720794"/>
              <a:gd name="connsiteY896" fmla="*/ 0 h 1708593"/>
              <a:gd name="connsiteX897" fmla="*/ 99855 w 1720794"/>
              <a:gd name="connsiteY897" fmla="*/ 47649 h 1708593"/>
              <a:gd name="connsiteX898" fmla="*/ 187517 w 1720794"/>
              <a:gd name="connsiteY898" fmla="*/ 90067 h 1708593"/>
              <a:gd name="connsiteX899" fmla="*/ 275179 w 1720794"/>
              <a:gd name="connsiteY899" fmla="*/ 47649 h 1708593"/>
              <a:gd name="connsiteX900" fmla="*/ 375034 w 1720794"/>
              <a:gd name="connsiteY900" fmla="*/ 0 h 1708593"/>
              <a:gd name="connsiteX901" fmla="*/ 474941 w 1720794"/>
              <a:gd name="connsiteY901" fmla="*/ 47649 h 1708593"/>
              <a:gd name="connsiteX902" fmla="*/ 562069 w 1720794"/>
              <a:gd name="connsiteY902" fmla="*/ 90067 h 1708593"/>
              <a:gd name="connsiteX903" fmla="*/ 650315 w 1720794"/>
              <a:gd name="connsiteY903" fmla="*/ 47649 h 1708593"/>
              <a:gd name="connsiteX904" fmla="*/ 740506 w 1720794"/>
              <a:gd name="connsiteY904" fmla="*/ 286 h 1708593"/>
              <a:gd name="connsiteX905" fmla="*/ 749586 w 1720794"/>
              <a:gd name="connsiteY905" fmla="*/ 0 h 1708593"/>
              <a:gd name="connsiteX906" fmla="*/ 850154 w 1720794"/>
              <a:gd name="connsiteY906" fmla="*/ 47649 h 1708593"/>
              <a:gd name="connsiteX907" fmla="*/ 937343 w 1720794"/>
              <a:gd name="connsiteY907" fmla="*/ 90067 h 1708593"/>
              <a:gd name="connsiteX908" fmla="*/ 1025586 w 1720794"/>
              <a:gd name="connsiteY908" fmla="*/ 47649 h 1708593"/>
              <a:gd name="connsiteX909" fmla="*/ 1115684 w 1720794"/>
              <a:gd name="connsiteY909" fmla="*/ 286 h 1708593"/>
              <a:gd name="connsiteX910" fmla="*/ 1124860 w 1720794"/>
              <a:gd name="connsiteY910" fmla="*/ 0 h 1708593"/>
              <a:gd name="connsiteX911" fmla="*/ 1225295 w 1720794"/>
              <a:gd name="connsiteY911" fmla="*/ 47649 h 1708593"/>
              <a:gd name="connsiteX912" fmla="*/ 1312377 w 1720794"/>
              <a:gd name="connsiteY912" fmla="*/ 90067 h 1708593"/>
              <a:gd name="connsiteX913" fmla="*/ 1400620 w 1720794"/>
              <a:gd name="connsiteY913" fmla="*/ 47649 h 1708593"/>
              <a:gd name="connsiteX914" fmla="*/ 1490715 w 1720794"/>
              <a:gd name="connsiteY914" fmla="*/ 286 h 1708593"/>
              <a:gd name="connsiteX915" fmla="*/ 1499902 w 1720794"/>
              <a:gd name="connsiteY915" fmla="*/ 0 h 1708593"/>
              <a:gd name="connsiteX916" fmla="*/ 1600457 w 1720794"/>
              <a:gd name="connsiteY916" fmla="*/ 47649 h 1708593"/>
              <a:gd name="connsiteX917" fmla="*/ 1672675 w 1720794"/>
              <a:gd name="connsiteY917" fmla="*/ 89150 h 1708593"/>
              <a:gd name="connsiteX918" fmla="*/ 1687656 w 1720794"/>
              <a:gd name="connsiteY918" fmla="*/ 90067 h 1708593"/>
              <a:gd name="connsiteX919" fmla="*/ 1702991 w 1720794"/>
              <a:gd name="connsiteY919" fmla="*/ 89150 h 1708593"/>
              <a:gd name="connsiteX920" fmla="*/ 1720794 w 1720794"/>
              <a:gd name="connsiteY920" fmla="*/ 82672 h 1708593"/>
              <a:gd name="connsiteX921" fmla="*/ 1720794 w 1720794"/>
              <a:gd name="connsiteY921" fmla="*/ 103349 h 1708593"/>
              <a:gd name="connsiteX922" fmla="*/ 1696936 w 1720794"/>
              <a:gd name="connsiteY922" fmla="*/ 107795 h 1708593"/>
              <a:gd name="connsiteX923" fmla="*/ 1687656 w 1720794"/>
              <a:gd name="connsiteY923" fmla="*/ 108081 h 1708593"/>
              <a:gd name="connsiteX924" fmla="*/ 1678456 w 1720794"/>
              <a:gd name="connsiteY924" fmla="*/ 107795 h 1708593"/>
              <a:gd name="connsiteX925" fmla="*/ 1588259 w 1720794"/>
              <a:gd name="connsiteY925" fmla="*/ 60432 h 1708593"/>
              <a:gd name="connsiteX926" fmla="*/ 1515254 w 1720794"/>
              <a:gd name="connsiteY926" fmla="*/ 18931 h 1708593"/>
              <a:gd name="connsiteX927" fmla="*/ 1499902 w 1720794"/>
              <a:gd name="connsiteY927" fmla="*/ 18014 h 1708593"/>
              <a:gd name="connsiteX928" fmla="*/ 1484938 w 1720794"/>
              <a:gd name="connsiteY928" fmla="*/ 18931 h 1708593"/>
              <a:gd name="connsiteX929" fmla="*/ 1412811 w 1720794"/>
              <a:gd name="connsiteY929" fmla="*/ 60432 h 1708593"/>
              <a:gd name="connsiteX930" fmla="*/ 1312377 w 1720794"/>
              <a:gd name="connsiteY930" fmla="*/ 108081 h 1708593"/>
              <a:gd name="connsiteX931" fmla="*/ 1213103 w 1720794"/>
              <a:gd name="connsiteY931" fmla="*/ 60432 h 1708593"/>
              <a:gd name="connsiteX932" fmla="*/ 1140203 w 1720794"/>
              <a:gd name="connsiteY932" fmla="*/ 18931 h 1708593"/>
              <a:gd name="connsiteX933" fmla="*/ 1124860 w 1720794"/>
              <a:gd name="connsiteY933" fmla="*/ 18014 h 1708593"/>
              <a:gd name="connsiteX934" fmla="*/ 1109907 w 1720794"/>
              <a:gd name="connsiteY934" fmla="*/ 18931 h 1708593"/>
              <a:gd name="connsiteX935" fmla="*/ 1037780 w 1720794"/>
              <a:gd name="connsiteY935" fmla="*/ 60432 h 1708593"/>
              <a:gd name="connsiteX936" fmla="*/ 937343 w 1720794"/>
              <a:gd name="connsiteY936" fmla="*/ 108081 h 1708593"/>
              <a:gd name="connsiteX937" fmla="*/ 837942 w 1720794"/>
              <a:gd name="connsiteY937" fmla="*/ 60432 h 1708593"/>
              <a:gd name="connsiteX938" fmla="*/ 764952 w 1720794"/>
              <a:gd name="connsiteY938" fmla="*/ 18931 h 1708593"/>
              <a:gd name="connsiteX939" fmla="*/ 749586 w 1720794"/>
              <a:gd name="connsiteY939" fmla="*/ 18014 h 1708593"/>
              <a:gd name="connsiteX940" fmla="*/ 734638 w 1720794"/>
              <a:gd name="connsiteY940" fmla="*/ 18931 h 1708593"/>
              <a:gd name="connsiteX941" fmla="*/ 662511 w 1720794"/>
              <a:gd name="connsiteY941" fmla="*/ 60432 h 1708593"/>
              <a:gd name="connsiteX942" fmla="*/ 562069 w 1720794"/>
              <a:gd name="connsiteY942" fmla="*/ 108081 h 1708593"/>
              <a:gd name="connsiteX943" fmla="*/ 462743 w 1720794"/>
              <a:gd name="connsiteY943" fmla="*/ 60432 h 1708593"/>
              <a:gd name="connsiteX944" fmla="*/ 375034 w 1720794"/>
              <a:gd name="connsiteY944" fmla="*/ 18014 h 1708593"/>
              <a:gd name="connsiteX945" fmla="*/ 287371 w 1720794"/>
              <a:gd name="connsiteY945" fmla="*/ 60432 h 1708593"/>
              <a:gd name="connsiteX946" fmla="*/ 187517 w 1720794"/>
              <a:gd name="connsiteY946" fmla="*/ 108081 h 1708593"/>
              <a:gd name="connsiteX947" fmla="*/ 87663 w 1720794"/>
              <a:gd name="connsiteY947" fmla="*/ 60432 h 1708593"/>
              <a:gd name="connsiteX948" fmla="*/ 0 w 1720794"/>
              <a:gd name="connsiteY948" fmla="*/ 18014 h 17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</a:cxnLst>
            <a:rect l="l" t="t" r="r" b="b"/>
            <a:pathLst>
              <a:path w="1720794" h="1708593">
                <a:moveTo>
                  <a:pt x="0" y="1600512"/>
                </a:moveTo>
                <a:cubicBezTo>
                  <a:pt x="50507" y="1600512"/>
                  <a:pt x="76632" y="1625499"/>
                  <a:pt x="99855" y="1648161"/>
                </a:cubicBezTo>
                <a:cubicBezTo>
                  <a:pt x="123076" y="1670242"/>
                  <a:pt x="144556" y="1690580"/>
                  <a:pt x="187517" y="1690580"/>
                </a:cubicBezTo>
                <a:cubicBezTo>
                  <a:pt x="230477" y="1690580"/>
                  <a:pt x="251957" y="1670242"/>
                  <a:pt x="275179" y="1648161"/>
                </a:cubicBezTo>
                <a:cubicBezTo>
                  <a:pt x="298982" y="1625499"/>
                  <a:pt x="324526" y="1600512"/>
                  <a:pt x="375034" y="1600512"/>
                </a:cubicBezTo>
                <a:cubicBezTo>
                  <a:pt x="425568" y="1600512"/>
                  <a:pt x="451706" y="1625499"/>
                  <a:pt x="474941" y="1648161"/>
                </a:cubicBezTo>
                <a:cubicBezTo>
                  <a:pt x="498175" y="1670242"/>
                  <a:pt x="519667" y="1690580"/>
                  <a:pt x="562069" y="1690580"/>
                </a:cubicBezTo>
                <a:cubicBezTo>
                  <a:pt x="605610" y="1690580"/>
                  <a:pt x="627090" y="1670242"/>
                  <a:pt x="650315" y="1648161"/>
                </a:cubicBezTo>
                <a:cubicBezTo>
                  <a:pt x="672083" y="1626915"/>
                  <a:pt x="696405" y="1603627"/>
                  <a:pt x="740506" y="1600798"/>
                </a:cubicBezTo>
                <a:lnTo>
                  <a:pt x="749586" y="1600512"/>
                </a:lnTo>
                <a:lnTo>
                  <a:pt x="758889" y="1600798"/>
                </a:lnTo>
                <a:cubicBezTo>
                  <a:pt x="803998" y="1603627"/>
                  <a:pt x="828351" y="1626915"/>
                  <a:pt x="850154" y="1648161"/>
                </a:cubicBezTo>
                <a:cubicBezTo>
                  <a:pt x="873408" y="1670242"/>
                  <a:pt x="894909" y="1690580"/>
                  <a:pt x="937343" y="1690580"/>
                </a:cubicBezTo>
                <a:cubicBezTo>
                  <a:pt x="980892" y="1690580"/>
                  <a:pt x="1002368" y="1670242"/>
                  <a:pt x="1025586" y="1648161"/>
                </a:cubicBezTo>
                <a:cubicBezTo>
                  <a:pt x="1047357" y="1626915"/>
                  <a:pt x="1071175" y="1603627"/>
                  <a:pt x="1115684" y="1600798"/>
                </a:cubicBezTo>
                <a:lnTo>
                  <a:pt x="1124860" y="1600512"/>
                </a:lnTo>
                <a:lnTo>
                  <a:pt x="1134151" y="1600798"/>
                </a:lnTo>
                <a:cubicBezTo>
                  <a:pt x="1179136" y="1603627"/>
                  <a:pt x="1202980" y="1626915"/>
                  <a:pt x="1225295" y="1648161"/>
                </a:cubicBezTo>
                <a:cubicBezTo>
                  <a:pt x="1248517" y="1670242"/>
                  <a:pt x="1270006" y="1690580"/>
                  <a:pt x="1312377" y="1690580"/>
                </a:cubicBezTo>
                <a:cubicBezTo>
                  <a:pt x="1355923" y="1690580"/>
                  <a:pt x="1377398" y="1670242"/>
                  <a:pt x="1400620" y="1648161"/>
                </a:cubicBezTo>
                <a:cubicBezTo>
                  <a:pt x="1422391" y="1626915"/>
                  <a:pt x="1446206" y="1603627"/>
                  <a:pt x="1490715" y="1600798"/>
                </a:cubicBezTo>
                <a:lnTo>
                  <a:pt x="1499902" y="1600512"/>
                </a:lnTo>
                <a:lnTo>
                  <a:pt x="1509200" y="1600798"/>
                </a:lnTo>
                <a:cubicBezTo>
                  <a:pt x="1554240" y="1603627"/>
                  <a:pt x="1578118" y="1626915"/>
                  <a:pt x="1600457" y="1648161"/>
                </a:cubicBezTo>
                <a:cubicBezTo>
                  <a:pt x="1620811" y="1667482"/>
                  <a:pt x="1639813" y="1685468"/>
                  <a:pt x="1672675" y="1689663"/>
                </a:cubicBezTo>
                <a:lnTo>
                  <a:pt x="1687656" y="1690580"/>
                </a:lnTo>
                <a:lnTo>
                  <a:pt x="1702991" y="1689663"/>
                </a:lnTo>
                <a:lnTo>
                  <a:pt x="1720794" y="1683184"/>
                </a:lnTo>
                <a:lnTo>
                  <a:pt x="1720794" y="1703862"/>
                </a:lnTo>
                <a:lnTo>
                  <a:pt x="1696936" y="1708307"/>
                </a:lnTo>
                <a:lnTo>
                  <a:pt x="1687656" y="1708593"/>
                </a:lnTo>
                <a:lnTo>
                  <a:pt x="1678456" y="1708307"/>
                </a:lnTo>
                <a:cubicBezTo>
                  <a:pt x="1633891" y="1705479"/>
                  <a:pt x="1610048" y="1682190"/>
                  <a:pt x="1588259" y="1660945"/>
                </a:cubicBezTo>
                <a:cubicBezTo>
                  <a:pt x="1567905" y="1641624"/>
                  <a:pt x="1548904" y="1623638"/>
                  <a:pt x="1515254" y="1619443"/>
                </a:cubicBezTo>
                <a:lnTo>
                  <a:pt x="1499902" y="1618526"/>
                </a:lnTo>
                <a:lnTo>
                  <a:pt x="1484938" y="1619443"/>
                </a:lnTo>
                <a:cubicBezTo>
                  <a:pt x="1452117" y="1623638"/>
                  <a:pt x="1433131" y="1641624"/>
                  <a:pt x="1412811" y="1660945"/>
                </a:cubicBezTo>
                <a:cubicBezTo>
                  <a:pt x="1389009" y="1683607"/>
                  <a:pt x="1363465" y="1708593"/>
                  <a:pt x="1312377" y="1708593"/>
                </a:cubicBezTo>
                <a:cubicBezTo>
                  <a:pt x="1261869" y="1708593"/>
                  <a:pt x="1236325" y="1683607"/>
                  <a:pt x="1213103" y="1660945"/>
                </a:cubicBezTo>
                <a:cubicBezTo>
                  <a:pt x="1192784" y="1641624"/>
                  <a:pt x="1173800" y="1623638"/>
                  <a:pt x="1140203" y="1619443"/>
                </a:cubicBezTo>
                <a:lnTo>
                  <a:pt x="1124860" y="1618526"/>
                </a:lnTo>
                <a:lnTo>
                  <a:pt x="1109907" y="1619443"/>
                </a:lnTo>
                <a:cubicBezTo>
                  <a:pt x="1077083" y="1623638"/>
                  <a:pt x="1058099" y="1641624"/>
                  <a:pt x="1037780" y="1660945"/>
                </a:cubicBezTo>
                <a:cubicBezTo>
                  <a:pt x="1014563" y="1683607"/>
                  <a:pt x="988431" y="1708593"/>
                  <a:pt x="937343" y="1708593"/>
                </a:cubicBezTo>
                <a:cubicBezTo>
                  <a:pt x="887352" y="1708593"/>
                  <a:pt x="861195" y="1683607"/>
                  <a:pt x="837942" y="1660945"/>
                </a:cubicBezTo>
                <a:cubicBezTo>
                  <a:pt x="817603" y="1641624"/>
                  <a:pt x="798587" y="1623638"/>
                  <a:pt x="764952" y="1619443"/>
                </a:cubicBezTo>
                <a:lnTo>
                  <a:pt x="749586" y="1618526"/>
                </a:lnTo>
                <a:lnTo>
                  <a:pt x="734638" y="1619443"/>
                </a:lnTo>
                <a:cubicBezTo>
                  <a:pt x="701811" y="1623638"/>
                  <a:pt x="682831" y="1641624"/>
                  <a:pt x="662511" y="1660945"/>
                </a:cubicBezTo>
                <a:cubicBezTo>
                  <a:pt x="639282" y="1683607"/>
                  <a:pt x="613157" y="1708593"/>
                  <a:pt x="562069" y="1708593"/>
                </a:cubicBezTo>
                <a:cubicBezTo>
                  <a:pt x="512115" y="1708593"/>
                  <a:pt x="485977" y="1683607"/>
                  <a:pt x="462743" y="1660945"/>
                </a:cubicBezTo>
                <a:cubicBezTo>
                  <a:pt x="439508" y="1638864"/>
                  <a:pt x="418017" y="1618526"/>
                  <a:pt x="375034" y="1618526"/>
                </a:cubicBezTo>
                <a:cubicBezTo>
                  <a:pt x="332073" y="1618526"/>
                  <a:pt x="310593" y="1638864"/>
                  <a:pt x="287371" y="1660945"/>
                </a:cubicBezTo>
                <a:cubicBezTo>
                  <a:pt x="264149" y="1683607"/>
                  <a:pt x="238024" y="1708593"/>
                  <a:pt x="187517" y="1708593"/>
                </a:cubicBezTo>
                <a:cubicBezTo>
                  <a:pt x="137009" y="1708593"/>
                  <a:pt x="111465" y="1683607"/>
                  <a:pt x="87663" y="1660945"/>
                </a:cubicBezTo>
                <a:cubicBezTo>
                  <a:pt x="64441" y="1638864"/>
                  <a:pt x="42960" y="1618526"/>
                  <a:pt x="0" y="1618526"/>
                </a:cubicBezTo>
                <a:close/>
                <a:moveTo>
                  <a:pt x="0" y="1501097"/>
                </a:moveTo>
                <a:cubicBezTo>
                  <a:pt x="50507" y="1501097"/>
                  <a:pt x="76632" y="1525525"/>
                  <a:pt x="99855" y="1548208"/>
                </a:cubicBezTo>
                <a:cubicBezTo>
                  <a:pt x="123076" y="1570891"/>
                  <a:pt x="144556" y="1590666"/>
                  <a:pt x="187517" y="1590666"/>
                </a:cubicBezTo>
                <a:cubicBezTo>
                  <a:pt x="230477" y="1590666"/>
                  <a:pt x="251957" y="1570310"/>
                  <a:pt x="275179" y="1548208"/>
                </a:cubicBezTo>
                <a:cubicBezTo>
                  <a:pt x="298982" y="1525525"/>
                  <a:pt x="324526" y="1501097"/>
                  <a:pt x="375034" y="1501097"/>
                </a:cubicBezTo>
                <a:cubicBezTo>
                  <a:pt x="425568" y="1501097"/>
                  <a:pt x="451706" y="1525525"/>
                  <a:pt x="474941" y="1548208"/>
                </a:cubicBezTo>
                <a:cubicBezTo>
                  <a:pt x="498175" y="1570891"/>
                  <a:pt x="519667" y="1590666"/>
                  <a:pt x="562069" y="1590666"/>
                </a:cubicBezTo>
                <a:cubicBezTo>
                  <a:pt x="605610" y="1590666"/>
                  <a:pt x="627090" y="1570310"/>
                  <a:pt x="650315" y="1548208"/>
                </a:cubicBezTo>
                <a:cubicBezTo>
                  <a:pt x="672083" y="1526943"/>
                  <a:pt x="696405" y="1504144"/>
                  <a:pt x="740506" y="1501377"/>
                </a:cubicBezTo>
                <a:lnTo>
                  <a:pt x="749586" y="1501097"/>
                </a:lnTo>
                <a:lnTo>
                  <a:pt x="758889" y="1501377"/>
                </a:lnTo>
                <a:cubicBezTo>
                  <a:pt x="803998" y="1504144"/>
                  <a:pt x="828351" y="1526943"/>
                  <a:pt x="850154" y="1548208"/>
                </a:cubicBezTo>
                <a:cubicBezTo>
                  <a:pt x="873408" y="1570891"/>
                  <a:pt x="894909" y="1590666"/>
                  <a:pt x="937343" y="1590666"/>
                </a:cubicBezTo>
                <a:cubicBezTo>
                  <a:pt x="980892" y="1590666"/>
                  <a:pt x="1002368" y="1570310"/>
                  <a:pt x="1025586" y="1548208"/>
                </a:cubicBezTo>
                <a:cubicBezTo>
                  <a:pt x="1047357" y="1526943"/>
                  <a:pt x="1071175" y="1504144"/>
                  <a:pt x="1115684" y="1501377"/>
                </a:cubicBezTo>
                <a:lnTo>
                  <a:pt x="1124860" y="1501097"/>
                </a:lnTo>
                <a:lnTo>
                  <a:pt x="1134151" y="1501377"/>
                </a:lnTo>
                <a:cubicBezTo>
                  <a:pt x="1179136" y="1504144"/>
                  <a:pt x="1202980" y="1526943"/>
                  <a:pt x="1225295" y="1548208"/>
                </a:cubicBezTo>
                <a:cubicBezTo>
                  <a:pt x="1248517" y="1570891"/>
                  <a:pt x="1270006" y="1590666"/>
                  <a:pt x="1312377" y="1590666"/>
                </a:cubicBezTo>
                <a:cubicBezTo>
                  <a:pt x="1355923" y="1590666"/>
                  <a:pt x="1377398" y="1570310"/>
                  <a:pt x="1400620" y="1548208"/>
                </a:cubicBezTo>
                <a:cubicBezTo>
                  <a:pt x="1422391" y="1526943"/>
                  <a:pt x="1446206" y="1504144"/>
                  <a:pt x="1490715" y="1501377"/>
                </a:cubicBezTo>
                <a:lnTo>
                  <a:pt x="1499902" y="1501097"/>
                </a:lnTo>
                <a:lnTo>
                  <a:pt x="1509200" y="1501377"/>
                </a:lnTo>
                <a:cubicBezTo>
                  <a:pt x="1554240" y="1504144"/>
                  <a:pt x="1578118" y="1526943"/>
                  <a:pt x="1600457" y="1548208"/>
                </a:cubicBezTo>
                <a:cubicBezTo>
                  <a:pt x="1620811" y="1568056"/>
                  <a:pt x="1639813" y="1585677"/>
                  <a:pt x="1672675" y="1589772"/>
                </a:cubicBezTo>
                <a:lnTo>
                  <a:pt x="1687656" y="1590666"/>
                </a:lnTo>
                <a:lnTo>
                  <a:pt x="1702991" y="1589748"/>
                </a:lnTo>
                <a:lnTo>
                  <a:pt x="1720794" y="1583264"/>
                </a:lnTo>
                <a:lnTo>
                  <a:pt x="1720794" y="1603961"/>
                </a:lnTo>
                <a:lnTo>
                  <a:pt x="1696936" y="1608410"/>
                </a:lnTo>
                <a:lnTo>
                  <a:pt x="1687656" y="1608697"/>
                </a:lnTo>
                <a:lnTo>
                  <a:pt x="1678456" y="1608410"/>
                </a:lnTo>
                <a:cubicBezTo>
                  <a:pt x="1633891" y="1605580"/>
                  <a:pt x="1610048" y="1582269"/>
                  <a:pt x="1588259" y="1561004"/>
                </a:cubicBezTo>
                <a:cubicBezTo>
                  <a:pt x="1567905" y="1541665"/>
                  <a:pt x="1548904" y="1523662"/>
                  <a:pt x="1515254" y="1519464"/>
                </a:cubicBezTo>
                <a:lnTo>
                  <a:pt x="1499902" y="1518546"/>
                </a:lnTo>
                <a:lnTo>
                  <a:pt x="1484938" y="1519464"/>
                </a:lnTo>
                <a:cubicBezTo>
                  <a:pt x="1452117" y="1523662"/>
                  <a:pt x="1433131" y="1541665"/>
                  <a:pt x="1412811" y="1561004"/>
                </a:cubicBezTo>
                <a:cubicBezTo>
                  <a:pt x="1389009" y="1583687"/>
                  <a:pt x="1363465" y="1608697"/>
                  <a:pt x="1312377" y="1608697"/>
                </a:cubicBezTo>
                <a:cubicBezTo>
                  <a:pt x="1261869" y="1608697"/>
                  <a:pt x="1236325" y="1583687"/>
                  <a:pt x="1213103" y="1561004"/>
                </a:cubicBezTo>
                <a:cubicBezTo>
                  <a:pt x="1192784" y="1541665"/>
                  <a:pt x="1173800" y="1523662"/>
                  <a:pt x="1140203" y="1519464"/>
                </a:cubicBezTo>
                <a:lnTo>
                  <a:pt x="1124860" y="1518546"/>
                </a:lnTo>
                <a:lnTo>
                  <a:pt x="1109907" y="1519464"/>
                </a:lnTo>
                <a:cubicBezTo>
                  <a:pt x="1077083" y="1523662"/>
                  <a:pt x="1058099" y="1541665"/>
                  <a:pt x="1037780" y="1561004"/>
                </a:cubicBezTo>
                <a:cubicBezTo>
                  <a:pt x="1014563" y="1583687"/>
                  <a:pt x="988431" y="1608697"/>
                  <a:pt x="937343" y="1608697"/>
                </a:cubicBezTo>
                <a:cubicBezTo>
                  <a:pt x="887352" y="1608697"/>
                  <a:pt x="861195" y="1583687"/>
                  <a:pt x="837942" y="1561004"/>
                </a:cubicBezTo>
                <a:cubicBezTo>
                  <a:pt x="817603" y="1541665"/>
                  <a:pt x="798587" y="1523662"/>
                  <a:pt x="764952" y="1519464"/>
                </a:cubicBezTo>
                <a:lnTo>
                  <a:pt x="749586" y="1518546"/>
                </a:lnTo>
                <a:lnTo>
                  <a:pt x="734638" y="1519464"/>
                </a:lnTo>
                <a:cubicBezTo>
                  <a:pt x="701811" y="1523662"/>
                  <a:pt x="682831" y="1541665"/>
                  <a:pt x="662511" y="1561004"/>
                </a:cubicBezTo>
                <a:cubicBezTo>
                  <a:pt x="639282" y="1583687"/>
                  <a:pt x="613157" y="1608697"/>
                  <a:pt x="562069" y="1608697"/>
                </a:cubicBezTo>
                <a:cubicBezTo>
                  <a:pt x="512115" y="1608697"/>
                  <a:pt x="485977" y="1583687"/>
                  <a:pt x="462743" y="1561004"/>
                </a:cubicBezTo>
                <a:cubicBezTo>
                  <a:pt x="439508" y="1538902"/>
                  <a:pt x="418017" y="1518546"/>
                  <a:pt x="375034" y="1518546"/>
                </a:cubicBezTo>
                <a:cubicBezTo>
                  <a:pt x="332073" y="1518546"/>
                  <a:pt x="310593" y="1538902"/>
                  <a:pt x="287371" y="1561004"/>
                </a:cubicBezTo>
                <a:cubicBezTo>
                  <a:pt x="264149" y="1583687"/>
                  <a:pt x="238024" y="1608697"/>
                  <a:pt x="187517" y="1608697"/>
                </a:cubicBezTo>
                <a:cubicBezTo>
                  <a:pt x="137009" y="1608697"/>
                  <a:pt x="111465" y="1583687"/>
                  <a:pt x="87663" y="1561004"/>
                </a:cubicBezTo>
                <a:cubicBezTo>
                  <a:pt x="64441" y="1538902"/>
                  <a:pt x="42960" y="1518546"/>
                  <a:pt x="0" y="1518546"/>
                </a:cubicBezTo>
                <a:close/>
                <a:moveTo>
                  <a:pt x="0" y="1399997"/>
                </a:moveTo>
                <a:cubicBezTo>
                  <a:pt x="50507" y="1399997"/>
                  <a:pt x="76632" y="1424983"/>
                  <a:pt x="99855" y="1447646"/>
                </a:cubicBezTo>
                <a:cubicBezTo>
                  <a:pt x="123076" y="1469726"/>
                  <a:pt x="144556" y="1490065"/>
                  <a:pt x="187517" y="1490065"/>
                </a:cubicBezTo>
                <a:cubicBezTo>
                  <a:pt x="230477" y="1490065"/>
                  <a:pt x="251957" y="1469726"/>
                  <a:pt x="275179" y="1447646"/>
                </a:cubicBezTo>
                <a:cubicBezTo>
                  <a:pt x="298982" y="1424983"/>
                  <a:pt x="324526" y="1399997"/>
                  <a:pt x="375034" y="1399997"/>
                </a:cubicBezTo>
                <a:cubicBezTo>
                  <a:pt x="425568" y="1399997"/>
                  <a:pt x="451706" y="1424983"/>
                  <a:pt x="474941" y="1447646"/>
                </a:cubicBezTo>
                <a:cubicBezTo>
                  <a:pt x="498175" y="1469726"/>
                  <a:pt x="519667" y="1490065"/>
                  <a:pt x="562069" y="1490065"/>
                </a:cubicBezTo>
                <a:cubicBezTo>
                  <a:pt x="605610" y="1490065"/>
                  <a:pt x="627090" y="1469726"/>
                  <a:pt x="650315" y="1447646"/>
                </a:cubicBezTo>
                <a:cubicBezTo>
                  <a:pt x="672083" y="1426400"/>
                  <a:pt x="696405" y="1403111"/>
                  <a:pt x="740506" y="1400283"/>
                </a:cubicBezTo>
                <a:lnTo>
                  <a:pt x="749586" y="1399997"/>
                </a:lnTo>
                <a:lnTo>
                  <a:pt x="758889" y="1400283"/>
                </a:lnTo>
                <a:cubicBezTo>
                  <a:pt x="803998" y="1403111"/>
                  <a:pt x="828351" y="1426400"/>
                  <a:pt x="850154" y="1447646"/>
                </a:cubicBezTo>
                <a:cubicBezTo>
                  <a:pt x="873408" y="1469726"/>
                  <a:pt x="894909" y="1490065"/>
                  <a:pt x="937343" y="1490065"/>
                </a:cubicBezTo>
                <a:cubicBezTo>
                  <a:pt x="980892" y="1490065"/>
                  <a:pt x="1002368" y="1469726"/>
                  <a:pt x="1025586" y="1447646"/>
                </a:cubicBezTo>
                <a:cubicBezTo>
                  <a:pt x="1047357" y="1426400"/>
                  <a:pt x="1071175" y="1403111"/>
                  <a:pt x="1115684" y="1400283"/>
                </a:cubicBezTo>
                <a:lnTo>
                  <a:pt x="1124860" y="1399997"/>
                </a:lnTo>
                <a:lnTo>
                  <a:pt x="1134151" y="1400283"/>
                </a:lnTo>
                <a:cubicBezTo>
                  <a:pt x="1179136" y="1403111"/>
                  <a:pt x="1202980" y="1426400"/>
                  <a:pt x="1225295" y="1447646"/>
                </a:cubicBezTo>
                <a:cubicBezTo>
                  <a:pt x="1248517" y="1469726"/>
                  <a:pt x="1270006" y="1490065"/>
                  <a:pt x="1312377" y="1490065"/>
                </a:cubicBezTo>
                <a:cubicBezTo>
                  <a:pt x="1355923" y="1490065"/>
                  <a:pt x="1377398" y="1469726"/>
                  <a:pt x="1400620" y="1447646"/>
                </a:cubicBezTo>
                <a:cubicBezTo>
                  <a:pt x="1422391" y="1426400"/>
                  <a:pt x="1446206" y="1403111"/>
                  <a:pt x="1490715" y="1400283"/>
                </a:cubicBezTo>
                <a:lnTo>
                  <a:pt x="1499902" y="1399997"/>
                </a:lnTo>
                <a:lnTo>
                  <a:pt x="1509200" y="1400283"/>
                </a:lnTo>
                <a:cubicBezTo>
                  <a:pt x="1554240" y="1403111"/>
                  <a:pt x="1578118" y="1426400"/>
                  <a:pt x="1600457" y="1447646"/>
                </a:cubicBezTo>
                <a:cubicBezTo>
                  <a:pt x="1620811" y="1466966"/>
                  <a:pt x="1639813" y="1484953"/>
                  <a:pt x="1672675" y="1489147"/>
                </a:cubicBezTo>
                <a:lnTo>
                  <a:pt x="1687656" y="1490065"/>
                </a:lnTo>
                <a:lnTo>
                  <a:pt x="1702991" y="1489147"/>
                </a:lnTo>
                <a:lnTo>
                  <a:pt x="1720794" y="1482669"/>
                </a:lnTo>
                <a:lnTo>
                  <a:pt x="1720794" y="1503346"/>
                </a:lnTo>
                <a:lnTo>
                  <a:pt x="1696936" y="1507792"/>
                </a:lnTo>
                <a:lnTo>
                  <a:pt x="1687656" y="1508078"/>
                </a:lnTo>
                <a:lnTo>
                  <a:pt x="1678456" y="1507792"/>
                </a:lnTo>
                <a:cubicBezTo>
                  <a:pt x="1633891" y="1504964"/>
                  <a:pt x="1610048" y="1481675"/>
                  <a:pt x="1588259" y="1460429"/>
                </a:cubicBezTo>
                <a:cubicBezTo>
                  <a:pt x="1567905" y="1441108"/>
                  <a:pt x="1548904" y="1423122"/>
                  <a:pt x="1515254" y="1418928"/>
                </a:cubicBezTo>
                <a:lnTo>
                  <a:pt x="1499902" y="1418010"/>
                </a:lnTo>
                <a:lnTo>
                  <a:pt x="1484938" y="1418928"/>
                </a:lnTo>
                <a:cubicBezTo>
                  <a:pt x="1452117" y="1423122"/>
                  <a:pt x="1433131" y="1441108"/>
                  <a:pt x="1412811" y="1460429"/>
                </a:cubicBezTo>
                <a:cubicBezTo>
                  <a:pt x="1389009" y="1483091"/>
                  <a:pt x="1363465" y="1508078"/>
                  <a:pt x="1312377" y="1508078"/>
                </a:cubicBezTo>
                <a:cubicBezTo>
                  <a:pt x="1261869" y="1508078"/>
                  <a:pt x="1236325" y="1483091"/>
                  <a:pt x="1213103" y="1460429"/>
                </a:cubicBezTo>
                <a:cubicBezTo>
                  <a:pt x="1192784" y="1441108"/>
                  <a:pt x="1173800" y="1423122"/>
                  <a:pt x="1140203" y="1418928"/>
                </a:cubicBezTo>
                <a:lnTo>
                  <a:pt x="1124860" y="1418010"/>
                </a:lnTo>
                <a:lnTo>
                  <a:pt x="1109907" y="1418928"/>
                </a:lnTo>
                <a:cubicBezTo>
                  <a:pt x="1077083" y="1423122"/>
                  <a:pt x="1058099" y="1441108"/>
                  <a:pt x="1037780" y="1460429"/>
                </a:cubicBezTo>
                <a:cubicBezTo>
                  <a:pt x="1014563" y="1483091"/>
                  <a:pt x="988431" y="1508078"/>
                  <a:pt x="937343" y="1508078"/>
                </a:cubicBezTo>
                <a:cubicBezTo>
                  <a:pt x="887352" y="1508078"/>
                  <a:pt x="861195" y="1483091"/>
                  <a:pt x="837942" y="1460429"/>
                </a:cubicBezTo>
                <a:cubicBezTo>
                  <a:pt x="817603" y="1441108"/>
                  <a:pt x="798587" y="1423122"/>
                  <a:pt x="764952" y="1418928"/>
                </a:cubicBezTo>
                <a:lnTo>
                  <a:pt x="749586" y="1418010"/>
                </a:lnTo>
                <a:lnTo>
                  <a:pt x="734638" y="1418928"/>
                </a:lnTo>
                <a:cubicBezTo>
                  <a:pt x="701811" y="1423122"/>
                  <a:pt x="682831" y="1441108"/>
                  <a:pt x="662511" y="1460429"/>
                </a:cubicBezTo>
                <a:cubicBezTo>
                  <a:pt x="639282" y="1483091"/>
                  <a:pt x="613157" y="1508078"/>
                  <a:pt x="562069" y="1508078"/>
                </a:cubicBezTo>
                <a:cubicBezTo>
                  <a:pt x="512115" y="1508078"/>
                  <a:pt x="485977" y="1483091"/>
                  <a:pt x="462743" y="1460429"/>
                </a:cubicBezTo>
                <a:cubicBezTo>
                  <a:pt x="439508" y="1438348"/>
                  <a:pt x="418017" y="1418010"/>
                  <a:pt x="375034" y="1418010"/>
                </a:cubicBezTo>
                <a:cubicBezTo>
                  <a:pt x="332073" y="1418010"/>
                  <a:pt x="310593" y="1438348"/>
                  <a:pt x="287371" y="1460429"/>
                </a:cubicBezTo>
                <a:cubicBezTo>
                  <a:pt x="264149" y="1483091"/>
                  <a:pt x="238024" y="1508078"/>
                  <a:pt x="187517" y="1508078"/>
                </a:cubicBezTo>
                <a:cubicBezTo>
                  <a:pt x="137009" y="1508078"/>
                  <a:pt x="111465" y="1483091"/>
                  <a:pt x="87663" y="1460429"/>
                </a:cubicBezTo>
                <a:cubicBezTo>
                  <a:pt x="64441" y="1438348"/>
                  <a:pt x="42960" y="1418010"/>
                  <a:pt x="0" y="1418010"/>
                </a:cubicBezTo>
                <a:close/>
                <a:moveTo>
                  <a:pt x="0" y="1300582"/>
                </a:moveTo>
                <a:cubicBezTo>
                  <a:pt x="50507" y="1300582"/>
                  <a:pt x="76632" y="1325591"/>
                  <a:pt x="99855" y="1347693"/>
                </a:cubicBezTo>
                <a:cubicBezTo>
                  <a:pt x="123076" y="1370376"/>
                  <a:pt x="144556" y="1390151"/>
                  <a:pt x="187517" y="1390151"/>
                </a:cubicBezTo>
                <a:cubicBezTo>
                  <a:pt x="230477" y="1390151"/>
                  <a:pt x="251957" y="1370376"/>
                  <a:pt x="275179" y="1347693"/>
                </a:cubicBezTo>
                <a:cubicBezTo>
                  <a:pt x="298982" y="1325591"/>
                  <a:pt x="324526" y="1300582"/>
                  <a:pt x="375034" y="1300582"/>
                </a:cubicBezTo>
                <a:cubicBezTo>
                  <a:pt x="425568" y="1300582"/>
                  <a:pt x="451706" y="1325591"/>
                  <a:pt x="474941" y="1347693"/>
                </a:cubicBezTo>
                <a:cubicBezTo>
                  <a:pt x="498175" y="1370376"/>
                  <a:pt x="519667" y="1390151"/>
                  <a:pt x="562069" y="1390151"/>
                </a:cubicBezTo>
                <a:cubicBezTo>
                  <a:pt x="605610" y="1390151"/>
                  <a:pt x="627090" y="1370376"/>
                  <a:pt x="650315" y="1347693"/>
                </a:cubicBezTo>
                <a:cubicBezTo>
                  <a:pt x="672083" y="1326973"/>
                  <a:pt x="696405" y="1303697"/>
                  <a:pt x="740506" y="1300868"/>
                </a:cubicBezTo>
                <a:lnTo>
                  <a:pt x="749586" y="1300582"/>
                </a:lnTo>
                <a:lnTo>
                  <a:pt x="758889" y="1300868"/>
                </a:lnTo>
                <a:cubicBezTo>
                  <a:pt x="803998" y="1303697"/>
                  <a:pt x="828351" y="1326973"/>
                  <a:pt x="850154" y="1347693"/>
                </a:cubicBezTo>
                <a:cubicBezTo>
                  <a:pt x="873408" y="1370376"/>
                  <a:pt x="894909" y="1390151"/>
                  <a:pt x="937343" y="1390151"/>
                </a:cubicBezTo>
                <a:cubicBezTo>
                  <a:pt x="980892" y="1390151"/>
                  <a:pt x="1002368" y="1370376"/>
                  <a:pt x="1025586" y="1347693"/>
                </a:cubicBezTo>
                <a:cubicBezTo>
                  <a:pt x="1047357" y="1326973"/>
                  <a:pt x="1071175" y="1303697"/>
                  <a:pt x="1115684" y="1300868"/>
                </a:cubicBezTo>
                <a:lnTo>
                  <a:pt x="1124860" y="1300582"/>
                </a:lnTo>
                <a:lnTo>
                  <a:pt x="1134151" y="1300868"/>
                </a:lnTo>
                <a:cubicBezTo>
                  <a:pt x="1179136" y="1303697"/>
                  <a:pt x="1202980" y="1326973"/>
                  <a:pt x="1225295" y="1347693"/>
                </a:cubicBezTo>
                <a:cubicBezTo>
                  <a:pt x="1248517" y="1370376"/>
                  <a:pt x="1270006" y="1390151"/>
                  <a:pt x="1312377" y="1390151"/>
                </a:cubicBezTo>
                <a:cubicBezTo>
                  <a:pt x="1355923" y="1390151"/>
                  <a:pt x="1377398" y="1370376"/>
                  <a:pt x="1400620" y="1347693"/>
                </a:cubicBezTo>
                <a:cubicBezTo>
                  <a:pt x="1422391" y="1326973"/>
                  <a:pt x="1446206" y="1303697"/>
                  <a:pt x="1490715" y="1300868"/>
                </a:cubicBezTo>
                <a:lnTo>
                  <a:pt x="1499902" y="1300582"/>
                </a:lnTo>
                <a:lnTo>
                  <a:pt x="1509200" y="1300868"/>
                </a:lnTo>
                <a:cubicBezTo>
                  <a:pt x="1554240" y="1303697"/>
                  <a:pt x="1578118" y="1326973"/>
                  <a:pt x="1600457" y="1347693"/>
                </a:cubicBezTo>
                <a:cubicBezTo>
                  <a:pt x="1620811" y="1367541"/>
                  <a:pt x="1639813" y="1385162"/>
                  <a:pt x="1672675" y="1389257"/>
                </a:cubicBezTo>
                <a:lnTo>
                  <a:pt x="1687656" y="1390151"/>
                </a:lnTo>
                <a:lnTo>
                  <a:pt x="1702991" y="1389257"/>
                </a:lnTo>
                <a:lnTo>
                  <a:pt x="1720794" y="1382866"/>
                </a:lnTo>
                <a:lnTo>
                  <a:pt x="1720794" y="1403544"/>
                </a:lnTo>
                <a:lnTo>
                  <a:pt x="1696936" y="1407901"/>
                </a:lnTo>
                <a:lnTo>
                  <a:pt x="1687656" y="1408181"/>
                </a:lnTo>
                <a:lnTo>
                  <a:pt x="1678456" y="1407901"/>
                </a:lnTo>
                <a:cubicBezTo>
                  <a:pt x="1633891" y="1405135"/>
                  <a:pt x="1610048" y="1382336"/>
                  <a:pt x="1588259" y="1361070"/>
                </a:cubicBezTo>
                <a:cubicBezTo>
                  <a:pt x="1567905" y="1341222"/>
                  <a:pt x="1548904" y="1323601"/>
                  <a:pt x="1515254" y="1319506"/>
                </a:cubicBezTo>
                <a:lnTo>
                  <a:pt x="1499902" y="1318612"/>
                </a:lnTo>
                <a:lnTo>
                  <a:pt x="1484938" y="1319506"/>
                </a:lnTo>
                <a:cubicBezTo>
                  <a:pt x="1452117" y="1323601"/>
                  <a:pt x="1433131" y="1341222"/>
                  <a:pt x="1412811" y="1361070"/>
                </a:cubicBezTo>
                <a:cubicBezTo>
                  <a:pt x="1389009" y="1383753"/>
                  <a:pt x="1363465" y="1408181"/>
                  <a:pt x="1312377" y="1408181"/>
                </a:cubicBezTo>
                <a:cubicBezTo>
                  <a:pt x="1261869" y="1408181"/>
                  <a:pt x="1236325" y="1383753"/>
                  <a:pt x="1213103" y="1361070"/>
                </a:cubicBezTo>
                <a:cubicBezTo>
                  <a:pt x="1192784" y="1341222"/>
                  <a:pt x="1173800" y="1323601"/>
                  <a:pt x="1140203" y="1319506"/>
                </a:cubicBezTo>
                <a:lnTo>
                  <a:pt x="1124860" y="1318612"/>
                </a:lnTo>
                <a:lnTo>
                  <a:pt x="1109907" y="1319506"/>
                </a:lnTo>
                <a:cubicBezTo>
                  <a:pt x="1077083" y="1323601"/>
                  <a:pt x="1058099" y="1341222"/>
                  <a:pt x="1037780" y="1361070"/>
                </a:cubicBezTo>
                <a:cubicBezTo>
                  <a:pt x="1014563" y="1383753"/>
                  <a:pt x="988431" y="1408181"/>
                  <a:pt x="937343" y="1408181"/>
                </a:cubicBezTo>
                <a:cubicBezTo>
                  <a:pt x="887352" y="1408181"/>
                  <a:pt x="861195" y="1383753"/>
                  <a:pt x="837942" y="1361070"/>
                </a:cubicBezTo>
                <a:cubicBezTo>
                  <a:pt x="817603" y="1341222"/>
                  <a:pt x="798587" y="1323601"/>
                  <a:pt x="764952" y="1319506"/>
                </a:cubicBezTo>
                <a:lnTo>
                  <a:pt x="749586" y="1318612"/>
                </a:lnTo>
                <a:lnTo>
                  <a:pt x="734638" y="1319506"/>
                </a:lnTo>
                <a:cubicBezTo>
                  <a:pt x="701811" y="1323601"/>
                  <a:pt x="682831" y="1341222"/>
                  <a:pt x="662511" y="1361070"/>
                </a:cubicBezTo>
                <a:cubicBezTo>
                  <a:pt x="639282" y="1383753"/>
                  <a:pt x="613157" y="1408181"/>
                  <a:pt x="562069" y="1408181"/>
                </a:cubicBezTo>
                <a:cubicBezTo>
                  <a:pt x="512115" y="1408181"/>
                  <a:pt x="485977" y="1383753"/>
                  <a:pt x="462743" y="1361070"/>
                </a:cubicBezTo>
                <a:cubicBezTo>
                  <a:pt x="439508" y="1338387"/>
                  <a:pt x="418017" y="1318612"/>
                  <a:pt x="375034" y="1318612"/>
                </a:cubicBezTo>
                <a:cubicBezTo>
                  <a:pt x="332073" y="1318612"/>
                  <a:pt x="310593" y="1338387"/>
                  <a:pt x="287371" y="1361070"/>
                </a:cubicBezTo>
                <a:cubicBezTo>
                  <a:pt x="264149" y="1383753"/>
                  <a:pt x="238024" y="1408181"/>
                  <a:pt x="187517" y="1408181"/>
                </a:cubicBezTo>
                <a:cubicBezTo>
                  <a:pt x="137009" y="1408181"/>
                  <a:pt x="111465" y="1383753"/>
                  <a:pt x="87663" y="1361070"/>
                </a:cubicBezTo>
                <a:cubicBezTo>
                  <a:pt x="64441" y="1338387"/>
                  <a:pt x="42960" y="1318612"/>
                  <a:pt x="0" y="1318612"/>
                </a:cubicBezTo>
                <a:close/>
                <a:moveTo>
                  <a:pt x="0" y="1200685"/>
                </a:moveTo>
                <a:cubicBezTo>
                  <a:pt x="50507" y="1200685"/>
                  <a:pt x="76632" y="1225672"/>
                  <a:pt x="99855" y="1248334"/>
                </a:cubicBezTo>
                <a:cubicBezTo>
                  <a:pt x="123076" y="1270415"/>
                  <a:pt x="144556" y="1290753"/>
                  <a:pt x="187517" y="1290753"/>
                </a:cubicBezTo>
                <a:cubicBezTo>
                  <a:pt x="230477" y="1290753"/>
                  <a:pt x="251957" y="1270415"/>
                  <a:pt x="275179" y="1248334"/>
                </a:cubicBezTo>
                <a:cubicBezTo>
                  <a:pt x="298982" y="1225672"/>
                  <a:pt x="324526" y="1200685"/>
                  <a:pt x="375034" y="1200685"/>
                </a:cubicBezTo>
                <a:cubicBezTo>
                  <a:pt x="425568" y="1200685"/>
                  <a:pt x="451706" y="1225672"/>
                  <a:pt x="474941" y="1248334"/>
                </a:cubicBezTo>
                <a:cubicBezTo>
                  <a:pt x="498175" y="1270415"/>
                  <a:pt x="519667" y="1290753"/>
                  <a:pt x="562069" y="1290753"/>
                </a:cubicBezTo>
                <a:cubicBezTo>
                  <a:pt x="605610" y="1290753"/>
                  <a:pt x="627090" y="1270415"/>
                  <a:pt x="650315" y="1248334"/>
                </a:cubicBezTo>
                <a:cubicBezTo>
                  <a:pt x="672083" y="1227088"/>
                  <a:pt x="696405" y="1203799"/>
                  <a:pt x="740506" y="1200971"/>
                </a:cubicBezTo>
                <a:lnTo>
                  <a:pt x="749586" y="1200685"/>
                </a:lnTo>
                <a:lnTo>
                  <a:pt x="758889" y="1200971"/>
                </a:lnTo>
                <a:cubicBezTo>
                  <a:pt x="803998" y="1203799"/>
                  <a:pt x="828351" y="1227088"/>
                  <a:pt x="850154" y="1248334"/>
                </a:cubicBezTo>
                <a:cubicBezTo>
                  <a:pt x="873408" y="1270415"/>
                  <a:pt x="894909" y="1290753"/>
                  <a:pt x="937343" y="1290753"/>
                </a:cubicBezTo>
                <a:cubicBezTo>
                  <a:pt x="980892" y="1290753"/>
                  <a:pt x="1002368" y="1270415"/>
                  <a:pt x="1025586" y="1248334"/>
                </a:cubicBezTo>
                <a:cubicBezTo>
                  <a:pt x="1047357" y="1227088"/>
                  <a:pt x="1071175" y="1203799"/>
                  <a:pt x="1115684" y="1200971"/>
                </a:cubicBezTo>
                <a:lnTo>
                  <a:pt x="1124860" y="1200685"/>
                </a:lnTo>
                <a:lnTo>
                  <a:pt x="1134151" y="1200971"/>
                </a:lnTo>
                <a:cubicBezTo>
                  <a:pt x="1179136" y="1203799"/>
                  <a:pt x="1202980" y="1227088"/>
                  <a:pt x="1225295" y="1248334"/>
                </a:cubicBezTo>
                <a:cubicBezTo>
                  <a:pt x="1248517" y="1270415"/>
                  <a:pt x="1270006" y="1290753"/>
                  <a:pt x="1312377" y="1290753"/>
                </a:cubicBezTo>
                <a:cubicBezTo>
                  <a:pt x="1355923" y="1290753"/>
                  <a:pt x="1377398" y="1270415"/>
                  <a:pt x="1400620" y="1248334"/>
                </a:cubicBezTo>
                <a:cubicBezTo>
                  <a:pt x="1422391" y="1227088"/>
                  <a:pt x="1446206" y="1203799"/>
                  <a:pt x="1490715" y="1200971"/>
                </a:cubicBezTo>
                <a:lnTo>
                  <a:pt x="1499902" y="1200685"/>
                </a:lnTo>
                <a:lnTo>
                  <a:pt x="1509200" y="1200971"/>
                </a:lnTo>
                <a:cubicBezTo>
                  <a:pt x="1554240" y="1203799"/>
                  <a:pt x="1578118" y="1227088"/>
                  <a:pt x="1600457" y="1248334"/>
                </a:cubicBezTo>
                <a:cubicBezTo>
                  <a:pt x="1620811" y="1267655"/>
                  <a:pt x="1639813" y="1285641"/>
                  <a:pt x="1672675" y="1289836"/>
                </a:cubicBezTo>
                <a:lnTo>
                  <a:pt x="1687656" y="1290753"/>
                </a:lnTo>
                <a:lnTo>
                  <a:pt x="1702991" y="1289836"/>
                </a:lnTo>
                <a:lnTo>
                  <a:pt x="1720794" y="1283357"/>
                </a:lnTo>
                <a:lnTo>
                  <a:pt x="1720794" y="1304034"/>
                </a:lnTo>
                <a:lnTo>
                  <a:pt x="1696936" y="1308480"/>
                </a:lnTo>
                <a:lnTo>
                  <a:pt x="1687656" y="1308766"/>
                </a:lnTo>
                <a:lnTo>
                  <a:pt x="1678456" y="1308480"/>
                </a:lnTo>
                <a:cubicBezTo>
                  <a:pt x="1633891" y="1305652"/>
                  <a:pt x="1610048" y="1282363"/>
                  <a:pt x="1588259" y="1261118"/>
                </a:cubicBezTo>
                <a:cubicBezTo>
                  <a:pt x="1567905" y="1241797"/>
                  <a:pt x="1548904" y="1223810"/>
                  <a:pt x="1515254" y="1219616"/>
                </a:cubicBezTo>
                <a:lnTo>
                  <a:pt x="1499902" y="1218699"/>
                </a:lnTo>
                <a:lnTo>
                  <a:pt x="1484938" y="1219616"/>
                </a:lnTo>
                <a:cubicBezTo>
                  <a:pt x="1452117" y="1223810"/>
                  <a:pt x="1433131" y="1241797"/>
                  <a:pt x="1412811" y="1261118"/>
                </a:cubicBezTo>
                <a:cubicBezTo>
                  <a:pt x="1389009" y="1283780"/>
                  <a:pt x="1363465" y="1308766"/>
                  <a:pt x="1312377" y="1308766"/>
                </a:cubicBezTo>
                <a:cubicBezTo>
                  <a:pt x="1261869" y="1308766"/>
                  <a:pt x="1236325" y="1283780"/>
                  <a:pt x="1213103" y="1261118"/>
                </a:cubicBezTo>
                <a:cubicBezTo>
                  <a:pt x="1192784" y="1241797"/>
                  <a:pt x="1173800" y="1223810"/>
                  <a:pt x="1140203" y="1219616"/>
                </a:cubicBezTo>
                <a:lnTo>
                  <a:pt x="1124860" y="1218699"/>
                </a:lnTo>
                <a:lnTo>
                  <a:pt x="1109907" y="1219616"/>
                </a:lnTo>
                <a:cubicBezTo>
                  <a:pt x="1077083" y="1223810"/>
                  <a:pt x="1058099" y="1241797"/>
                  <a:pt x="1037780" y="1261118"/>
                </a:cubicBezTo>
                <a:cubicBezTo>
                  <a:pt x="1014563" y="1283780"/>
                  <a:pt x="988431" y="1308766"/>
                  <a:pt x="937343" y="1308766"/>
                </a:cubicBezTo>
                <a:cubicBezTo>
                  <a:pt x="887352" y="1308766"/>
                  <a:pt x="861195" y="1283780"/>
                  <a:pt x="837942" y="1261118"/>
                </a:cubicBezTo>
                <a:cubicBezTo>
                  <a:pt x="817603" y="1241797"/>
                  <a:pt x="798587" y="1223810"/>
                  <a:pt x="764952" y="1219616"/>
                </a:cubicBezTo>
                <a:lnTo>
                  <a:pt x="749586" y="1218699"/>
                </a:lnTo>
                <a:lnTo>
                  <a:pt x="734638" y="1219616"/>
                </a:lnTo>
                <a:cubicBezTo>
                  <a:pt x="701811" y="1223810"/>
                  <a:pt x="682831" y="1241797"/>
                  <a:pt x="662511" y="1261118"/>
                </a:cubicBezTo>
                <a:cubicBezTo>
                  <a:pt x="639282" y="1283780"/>
                  <a:pt x="613157" y="1308766"/>
                  <a:pt x="562069" y="1308766"/>
                </a:cubicBezTo>
                <a:cubicBezTo>
                  <a:pt x="512115" y="1308766"/>
                  <a:pt x="485977" y="1283780"/>
                  <a:pt x="462743" y="1261118"/>
                </a:cubicBezTo>
                <a:cubicBezTo>
                  <a:pt x="439508" y="1239037"/>
                  <a:pt x="418017" y="1218699"/>
                  <a:pt x="375034" y="1218699"/>
                </a:cubicBezTo>
                <a:cubicBezTo>
                  <a:pt x="332073" y="1218699"/>
                  <a:pt x="310593" y="1239037"/>
                  <a:pt x="287371" y="1261118"/>
                </a:cubicBezTo>
                <a:cubicBezTo>
                  <a:pt x="264149" y="1283780"/>
                  <a:pt x="238024" y="1308766"/>
                  <a:pt x="187517" y="1308766"/>
                </a:cubicBezTo>
                <a:cubicBezTo>
                  <a:pt x="137009" y="1308766"/>
                  <a:pt x="111465" y="1283780"/>
                  <a:pt x="87663" y="1261118"/>
                </a:cubicBezTo>
                <a:cubicBezTo>
                  <a:pt x="64441" y="1239037"/>
                  <a:pt x="42960" y="1218699"/>
                  <a:pt x="0" y="1218699"/>
                </a:cubicBezTo>
                <a:close/>
                <a:moveTo>
                  <a:pt x="0" y="1100066"/>
                </a:moveTo>
                <a:cubicBezTo>
                  <a:pt x="50507" y="1100066"/>
                  <a:pt x="76632" y="1125053"/>
                  <a:pt x="99855" y="1147715"/>
                </a:cubicBezTo>
                <a:cubicBezTo>
                  <a:pt x="123076" y="1169796"/>
                  <a:pt x="144556" y="1190134"/>
                  <a:pt x="187517" y="1190134"/>
                </a:cubicBezTo>
                <a:cubicBezTo>
                  <a:pt x="230477" y="1190134"/>
                  <a:pt x="251957" y="1169796"/>
                  <a:pt x="275179" y="1147715"/>
                </a:cubicBezTo>
                <a:cubicBezTo>
                  <a:pt x="298982" y="1125053"/>
                  <a:pt x="324526" y="1100066"/>
                  <a:pt x="375034" y="1100066"/>
                </a:cubicBezTo>
                <a:cubicBezTo>
                  <a:pt x="425568" y="1100066"/>
                  <a:pt x="451706" y="1125053"/>
                  <a:pt x="474941" y="1147715"/>
                </a:cubicBezTo>
                <a:cubicBezTo>
                  <a:pt x="498175" y="1169796"/>
                  <a:pt x="519667" y="1190134"/>
                  <a:pt x="562069" y="1190134"/>
                </a:cubicBezTo>
                <a:cubicBezTo>
                  <a:pt x="605610" y="1190134"/>
                  <a:pt x="627090" y="1169796"/>
                  <a:pt x="650315" y="1147715"/>
                </a:cubicBezTo>
                <a:cubicBezTo>
                  <a:pt x="672083" y="1126469"/>
                  <a:pt x="696405" y="1103181"/>
                  <a:pt x="740506" y="1100352"/>
                </a:cubicBezTo>
                <a:lnTo>
                  <a:pt x="749586" y="1100066"/>
                </a:lnTo>
                <a:lnTo>
                  <a:pt x="758889" y="1100352"/>
                </a:lnTo>
                <a:cubicBezTo>
                  <a:pt x="803998" y="1103181"/>
                  <a:pt x="828351" y="1126469"/>
                  <a:pt x="850154" y="1147715"/>
                </a:cubicBezTo>
                <a:cubicBezTo>
                  <a:pt x="873408" y="1169796"/>
                  <a:pt x="894909" y="1190134"/>
                  <a:pt x="937343" y="1190134"/>
                </a:cubicBezTo>
                <a:cubicBezTo>
                  <a:pt x="980892" y="1190134"/>
                  <a:pt x="1002368" y="1169796"/>
                  <a:pt x="1025586" y="1147715"/>
                </a:cubicBezTo>
                <a:cubicBezTo>
                  <a:pt x="1047357" y="1126469"/>
                  <a:pt x="1071175" y="1103181"/>
                  <a:pt x="1115684" y="1100352"/>
                </a:cubicBezTo>
                <a:lnTo>
                  <a:pt x="1124860" y="1100066"/>
                </a:lnTo>
                <a:lnTo>
                  <a:pt x="1134151" y="1100352"/>
                </a:lnTo>
                <a:cubicBezTo>
                  <a:pt x="1179136" y="1103181"/>
                  <a:pt x="1202980" y="1126469"/>
                  <a:pt x="1225295" y="1147715"/>
                </a:cubicBezTo>
                <a:cubicBezTo>
                  <a:pt x="1248517" y="1169796"/>
                  <a:pt x="1270006" y="1190134"/>
                  <a:pt x="1312377" y="1190134"/>
                </a:cubicBezTo>
                <a:cubicBezTo>
                  <a:pt x="1355923" y="1190134"/>
                  <a:pt x="1377398" y="1169796"/>
                  <a:pt x="1400620" y="1147715"/>
                </a:cubicBezTo>
                <a:cubicBezTo>
                  <a:pt x="1422391" y="1126469"/>
                  <a:pt x="1446206" y="1103181"/>
                  <a:pt x="1490715" y="1100352"/>
                </a:cubicBezTo>
                <a:lnTo>
                  <a:pt x="1499902" y="1100066"/>
                </a:lnTo>
                <a:lnTo>
                  <a:pt x="1509200" y="1100352"/>
                </a:lnTo>
                <a:cubicBezTo>
                  <a:pt x="1554240" y="1103181"/>
                  <a:pt x="1578118" y="1126469"/>
                  <a:pt x="1600457" y="1147715"/>
                </a:cubicBezTo>
                <a:cubicBezTo>
                  <a:pt x="1620811" y="1167036"/>
                  <a:pt x="1639813" y="1185022"/>
                  <a:pt x="1672675" y="1189217"/>
                </a:cubicBezTo>
                <a:lnTo>
                  <a:pt x="1687656" y="1190134"/>
                </a:lnTo>
                <a:lnTo>
                  <a:pt x="1702991" y="1189217"/>
                </a:lnTo>
                <a:lnTo>
                  <a:pt x="1720794" y="1182738"/>
                </a:lnTo>
                <a:lnTo>
                  <a:pt x="1720794" y="1203416"/>
                </a:lnTo>
                <a:lnTo>
                  <a:pt x="1696936" y="1207861"/>
                </a:lnTo>
                <a:lnTo>
                  <a:pt x="1687656" y="1208147"/>
                </a:lnTo>
                <a:lnTo>
                  <a:pt x="1678456" y="1207861"/>
                </a:lnTo>
                <a:cubicBezTo>
                  <a:pt x="1633891" y="1205033"/>
                  <a:pt x="1610048" y="1181745"/>
                  <a:pt x="1588259" y="1160499"/>
                </a:cubicBezTo>
                <a:cubicBezTo>
                  <a:pt x="1567905" y="1141178"/>
                  <a:pt x="1548904" y="1123191"/>
                  <a:pt x="1515254" y="1118997"/>
                </a:cubicBezTo>
                <a:lnTo>
                  <a:pt x="1499902" y="1118080"/>
                </a:lnTo>
                <a:lnTo>
                  <a:pt x="1484938" y="1118997"/>
                </a:lnTo>
                <a:cubicBezTo>
                  <a:pt x="1452117" y="1123191"/>
                  <a:pt x="1433131" y="1141178"/>
                  <a:pt x="1412811" y="1160499"/>
                </a:cubicBezTo>
                <a:cubicBezTo>
                  <a:pt x="1389009" y="1183161"/>
                  <a:pt x="1363465" y="1208147"/>
                  <a:pt x="1312377" y="1208147"/>
                </a:cubicBezTo>
                <a:cubicBezTo>
                  <a:pt x="1261869" y="1208147"/>
                  <a:pt x="1236325" y="1183161"/>
                  <a:pt x="1213103" y="1160499"/>
                </a:cubicBezTo>
                <a:cubicBezTo>
                  <a:pt x="1192784" y="1141178"/>
                  <a:pt x="1173800" y="1123191"/>
                  <a:pt x="1140203" y="1118997"/>
                </a:cubicBezTo>
                <a:lnTo>
                  <a:pt x="1124860" y="1118080"/>
                </a:lnTo>
                <a:lnTo>
                  <a:pt x="1109907" y="1118997"/>
                </a:lnTo>
                <a:cubicBezTo>
                  <a:pt x="1077083" y="1123191"/>
                  <a:pt x="1058099" y="1141178"/>
                  <a:pt x="1037780" y="1160499"/>
                </a:cubicBezTo>
                <a:cubicBezTo>
                  <a:pt x="1014563" y="1183161"/>
                  <a:pt x="988431" y="1208147"/>
                  <a:pt x="937343" y="1208147"/>
                </a:cubicBezTo>
                <a:cubicBezTo>
                  <a:pt x="887352" y="1208147"/>
                  <a:pt x="861195" y="1183161"/>
                  <a:pt x="837942" y="1160499"/>
                </a:cubicBezTo>
                <a:cubicBezTo>
                  <a:pt x="817603" y="1141178"/>
                  <a:pt x="798587" y="1123191"/>
                  <a:pt x="764952" y="1118997"/>
                </a:cubicBezTo>
                <a:lnTo>
                  <a:pt x="749586" y="1118080"/>
                </a:lnTo>
                <a:lnTo>
                  <a:pt x="734638" y="1118997"/>
                </a:lnTo>
                <a:cubicBezTo>
                  <a:pt x="701811" y="1123191"/>
                  <a:pt x="682831" y="1141178"/>
                  <a:pt x="662511" y="1160499"/>
                </a:cubicBezTo>
                <a:cubicBezTo>
                  <a:pt x="639282" y="1183161"/>
                  <a:pt x="613157" y="1208147"/>
                  <a:pt x="562069" y="1208147"/>
                </a:cubicBezTo>
                <a:cubicBezTo>
                  <a:pt x="512115" y="1208147"/>
                  <a:pt x="485977" y="1183161"/>
                  <a:pt x="462743" y="1160499"/>
                </a:cubicBezTo>
                <a:cubicBezTo>
                  <a:pt x="439508" y="1138418"/>
                  <a:pt x="418017" y="1118080"/>
                  <a:pt x="375034" y="1118080"/>
                </a:cubicBezTo>
                <a:cubicBezTo>
                  <a:pt x="332073" y="1118080"/>
                  <a:pt x="310593" y="1138418"/>
                  <a:pt x="287371" y="1160499"/>
                </a:cubicBezTo>
                <a:cubicBezTo>
                  <a:pt x="264149" y="1183161"/>
                  <a:pt x="238024" y="1208147"/>
                  <a:pt x="187517" y="1208147"/>
                </a:cubicBezTo>
                <a:cubicBezTo>
                  <a:pt x="137009" y="1208147"/>
                  <a:pt x="111465" y="1183161"/>
                  <a:pt x="87663" y="1160499"/>
                </a:cubicBezTo>
                <a:cubicBezTo>
                  <a:pt x="64441" y="1138418"/>
                  <a:pt x="42960" y="1118080"/>
                  <a:pt x="0" y="1118080"/>
                </a:cubicBezTo>
                <a:close/>
                <a:moveTo>
                  <a:pt x="0" y="1000651"/>
                </a:moveTo>
                <a:cubicBezTo>
                  <a:pt x="50507" y="1000651"/>
                  <a:pt x="76632" y="1025079"/>
                  <a:pt x="99855" y="1047762"/>
                </a:cubicBezTo>
                <a:cubicBezTo>
                  <a:pt x="123076" y="1070445"/>
                  <a:pt x="144556" y="1090220"/>
                  <a:pt x="187517" y="1090220"/>
                </a:cubicBezTo>
                <a:cubicBezTo>
                  <a:pt x="230477" y="1090220"/>
                  <a:pt x="251957" y="1070445"/>
                  <a:pt x="275179" y="1047762"/>
                </a:cubicBezTo>
                <a:cubicBezTo>
                  <a:pt x="298982" y="1025661"/>
                  <a:pt x="324526" y="1000651"/>
                  <a:pt x="375034" y="1000651"/>
                </a:cubicBezTo>
                <a:cubicBezTo>
                  <a:pt x="425568" y="1000651"/>
                  <a:pt x="451706" y="1025079"/>
                  <a:pt x="474941" y="1047762"/>
                </a:cubicBezTo>
                <a:cubicBezTo>
                  <a:pt x="498175" y="1070445"/>
                  <a:pt x="519667" y="1090220"/>
                  <a:pt x="562069" y="1090220"/>
                </a:cubicBezTo>
                <a:cubicBezTo>
                  <a:pt x="605610" y="1090220"/>
                  <a:pt x="627090" y="1070445"/>
                  <a:pt x="650315" y="1047762"/>
                </a:cubicBezTo>
                <a:cubicBezTo>
                  <a:pt x="672083" y="1027042"/>
                  <a:pt x="696405" y="1003766"/>
                  <a:pt x="740506" y="1000937"/>
                </a:cubicBezTo>
                <a:lnTo>
                  <a:pt x="749586" y="1000651"/>
                </a:lnTo>
                <a:lnTo>
                  <a:pt x="758889" y="1000931"/>
                </a:lnTo>
                <a:cubicBezTo>
                  <a:pt x="803998" y="1003698"/>
                  <a:pt x="828351" y="1026497"/>
                  <a:pt x="850154" y="1047762"/>
                </a:cubicBezTo>
                <a:cubicBezTo>
                  <a:pt x="873408" y="1070445"/>
                  <a:pt x="894909" y="1090220"/>
                  <a:pt x="937343" y="1090220"/>
                </a:cubicBezTo>
                <a:cubicBezTo>
                  <a:pt x="980892" y="1090220"/>
                  <a:pt x="1002368" y="1070445"/>
                  <a:pt x="1025586" y="1047762"/>
                </a:cubicBezTo>
                <a:cubicBezTo>
                  <a:pt x="1047357" y="1027042"/>
                  <a:pt x="1071175" y="1003766"/>
                  <a:pt x="1115684" y="1000937"/>
                </a:cubicBezTo>
                <a:lnTo>
                  <a:pt x="1124860" y="1000651"/>
                </a:lnTo>
                <a:lnTo>
                  <a:pt x="1134151" y="1000931"/>
                </a:lnTo>
                <a:cubicBezTo>
                  <a:pt x="1179136" y="1003698"/>
                  <a:pt x="1202980" y="1026497"/>
                  <a:pt x="1225295" y="1047762"/>
                </a:cubicBezTo>
                <a:cubicBezTo>
                  <a:pt x="1248517" y="1070445"/>
                  <a:pt x="1270006" y="1090220"/>
                  <a:pt x="1312377" y="1090220"/>
                </a:cubicBezTo>
                <a:cubicBezTo>
                  <a:pt x="1355923" y="1090220"/>
                  <a:pt x="1377398" y="1070445"/>
                  <a:pt x="1400620" y="1047762"/>
                </a:cubicBezTo>
                <a:cubicBezTo>
                  <a:pt x="1422391" y="1027042"/>
                  <a:pt x="1446206" y="1003766"/>
                  <a:pt x="1490715" y="1000937"/>
                </a:cubicBezTo>
                <a:lnTo>
                  <a:pt x="1499902" y="1000651"/>
                </a:lnTo>
                <a:lnTo>
                  <a:pt x="1509200" y="1000931"/>
                </a:lnTo>
                <a:cubicBezTo>
                  <a:pt x="1554240" y="1003698"/>
                  <a:pt x="1578118" y="1026497"/>
                  <a:pt x="1600457" y="1047762"/>
                </a:cubicBezTo>
                <a:cubicBezTo>
                  <a:pt x="1620811" y="1067610"/>
                  <a:pt x="1639813" y="1085231"/>
                  <a:pt x="1672675" y="1089326"/>
                </a:cubicBezTo>
                <a:lnTo>
                  <a:pt x="1687656" y="1090220"/>
                </a:lnTo>
                <a:lnTo>
                  <a:pt x="1702991" y="1089326"/>
                </a:lnTo>
                <a:lnTo>
                  <a:pt x="1720794" y="1082935"/>
                </a:lnTo>
                <a:lnTo>
                  <a:pt x="1720794" y="1103614"/>
                </a:lnTo>
                <a:lnTo>
                  <a:pt x="1696936" y="1107971"/>
                </a:lnTo>
                <a:lnTo>
                  <a:pt x="1687656" y="1108251"/>
                </a:lnTo>
                <a:lnTo>
                  <a:pt x="1678456" y="1107971"/>
                </a:lnTo>
                <a:cubicBezTo>
                  <a:pt x="1633891" y="1105204"/>
                  <a:pt x="1610048" y="1082405"/>
                  <a:pt x="1588259" y="1061140"/>
                </a:cubicBezTo>
                <a:cubicBezTo>
                  <a:pt x="1567905" y="1041292"/>
                  <a:pt x="1548904" y="1023671"/>
                  <a:pt x="1515254" y="1019575"/>
                </a:cubicBezTo>
                <a:lnTo>
                  <a:pt x="1499902" y="1018681"/>
                </a:lnTo>
                <a:lnTo>
                  <a:pt x="1484938" y="1019575"/>
                </a:lnTo>
                <a:cubicBezTo>
                  <a:pt x="1452117" y="1023671"/>
                  <a:pt x="1433131" y="1041292"/>
                  <a:pt x="1412811" y="1061140"/>
                </a:cubicBezTo>
                <a:cubicBezTo>
                  <a:pt x="1389009" y="1083823"/>
                  <a:pt x="1363465" y="1108251"/>
                  <a:pt x="1312377" y="1108251"/>
                </a:cubicBezTo>
                <a:cubicBezTo>
                  <a:pt x="1261869" y="1108251"/>
                  <a:pt x="1236325" y="1083823"/>
                  <a:pt x="1213103" y="1061140"/>
                </a:cubicBezTo>
                <a:cubicBezTo>
                  <a:pt x="1192784" y="1041292"/>
                  <a:pt x="1173800" y="1023671"/>
                  <a:pt x="1140203" y="1019575"/>
                </a:cubicBezTo>
                <a:lnTo>
                  <a:pt x="1124860" y="1018681"/>
                </a:lnTo>
                <a:lnTo>
                  <a:pt x="1109907" y="1019575"/>
                </a:lnTo>
                <a:cubicBezTo>
                  <a:pt x="1077083" y="1023671"/>
                  <a:pt x="1058099" y="1041292"/>
                  <a:pt x="1037780" y="1061140"/>
                </a:cubicBezTo>
                <a:cubicBezTo>
                  <a:pt x="1014563" y="1083823"/>
                  <a:pt x="988431" y="1108251"/>
                  <a:pt x="937343" y="1108251"/>
                </a:cubicBezTo>
                <a:cubicBezTo>
                  <a:pt x="887352" y="1108251"/>
                  <a:pt x="861195" y="1083823"/>
                  <a:pt x="837942" y="1061140"/>
                </a:cubicBezTo>
                <a:cubicBezTo>
                  <a:pt x="817603" y="1041292"/>
                  <a:pt x="798587" y="1023671"/>
                  <a:pt x="764952" y="1019575"/>
                </a:cubicBezTo>
                <a:lnTo>
                  <a:pt x="749586" y="1018681"/>
                </a:lnTo>
                <a:lnTo>
                  <a:pt x="734638" y="1019575"/>
                </a:lnTo>
                <a:cubicBezTo>
                  <a:pt x="701811" y="1023671"/>
                  <a:pt x="682831" y="1041292"/>
                  <a:pt x="662511" y="1061140"/>
                </a:cubicBezTo>
                <a:cubicBezTo>
                  <a:pt x="639282" y="1083823"/>
                  <a:pt x="613157" y="1108251"/>
                  <a:pt x="562069" y="1108251"/>
                </a:cubicBezTo>
                <a:cubicBezTo>
                  <a:pt x="512115" y="1108251"/>
                  <a:pt x="485977" y="1083823"/>
                  <a:pt x="462743" y="1061140"/>
                </a:cubicBezTo>
                <a:cubicBezTo>
                  <a:pt x="439508" y="1038456"/>
                  <a:pt x="418017" y="1018681"/>
                  <a:pt x="375034" y="1018681"/>
                </a:cubicBezTo>
                <a:cubicBezTo>
                  <a:pt x="332073" y="1018681"/>
                  <a:pt x="310593" y="1038456"/>
                  <a:pt x="287371" y="1061140"/>
                </a:cubicBezTo>
                <a:cubicBezTo>
                  <a:pt x="264149" y="1083823"/>
                  <a:pt x="238024" y="1108251"/>
                  <a:pt x="187517" y="1108251"/>
                </a:cubicBezTo>
                <a:cubicBezTo>
                  <a:pt x="137009" y="1108251"/>
                  <a:pt x="111465" y="1083823"/>
                  <a:pt x="87663" y="1061140"/>
                </a:cubicBezTo>
                <a:cubicBezTo>
                  <a:pt x="64441" y="1038456"/>
                  <a:pt x="42960" y="1018681"/>
                  <a:pt x="0" y="1018681"/>
                </a:cubicBezTo>
                <a:close/>
                <a:moveTo>
                  <a:pt x="0" y="900273"/>
                </a:moveTo>
                <a:cubicBezTo>
                  <a:pt x="50507" y="900273"/>
                  <a:pt x="76632" y="924646"/>
                  <a:pt x="99855" y="947279"/>
                </a:cubicBezTo>
                <a:cubicBezTo>
                  <a:pt x="123076" y="969911"/>
                  <a:pt x="144556" y="989642"/>
                  <a:pt x="187517" y="989642"/>
                </a:cubicBezTo>
                <a:cubicBezTo>
                  <a:pt x="230477" y="989642"/>
                  <a:pt x="251957" y="969911"/>
                  <a:pt x="275179" y="947279"/>
                </a:cubicBezTo>
                <a:cubicBezTo>
                  <a:pt x="298982" y="924646"/>
                  <a:pt x="324526" y="900273"/>
                  <a:pt x="375034" y="900273"/>
                </a:cubicBezTo>
                <a:cubicBezTo>
                  <a:pt x="425568" y="900273"/>
                  <a:pt x="451706" y="924646"/>
                  <a:pt x="474941" y="947279"/>
                </a:cubicBezTo>
                <a:cubicBezTo>
                  <a:pt x="498175" y="969911"/>
                  <a:pt x="519667" y="989642"/>
                  <a:pt x="562069" y="989642"/>
                </a:cubicBezTo>
                <a:cubicBezTo>
                  <a:pt x="605610" y="989642"/>
                  <a:pt x="627090" y="969911"/>
                  <a:pt x="650315" y="947279"/>
                </a:cubicBezTo>
                <a:cubicBezTo>
                  <a:pt x="672083" y="926061"/>
                  <a:pt x="696405" y="903313"/>
                  <a:pt x="740506" y="900552"/>
                </a:cubicBezTo>
                <a:lnTo>
                  <a:pt x="749586" y="900273"/>
                </a:lnTo>
                <a:lnTo>
                  <a:pt x="758889" y="900552"/>
                </a:lnTo>
                <a:cubicBezTo>
                  <a:pt x="803998" y="903313"/>
                  <a:pt x="828351" y="926061"/>
                  <a:pt x="850154" y="947279"/>
                </a:cubicBezTo>
                <a:cubicBezTo>
                  <a:pt x="873408" y="969911"/>
                  <a:pt x="894909" y="989642"/>
                  <a:pt x="937343" y="989642"/>
                </a:cubicBezTo>
                <a:cubicBezTo>
                  <a:pt x="980892" y="989642"/>
                  <a:pt x="1002368" y="969911"/>
                  <a:pt x="1025586" y="947279"/>
                </a:cubicBezTo>
                <a:cubicBezTo>
                  <a:pt x="1047357" y="926061"/>
                  <a:pt x="1071175" y="903313"/>
                  <a:pt x="1115684" y="900552"/>
                </a:cubicBezTo>
                <a:lnTo>
                  <a:pt x="1124860" y="900273"/>
                </a:lnTo>
                <a:lnTo>
                  <a:pt x="1134151" y="900552"/>
                </a:lnTo>
                <a:cubicBezTo>
                  <a:pt x="1179136" y="903313"/>
                  <a:pt x="1202980" y="926061"/>
                  <a:pt x="1225295" y="947279"/>
                </a:cubicBezTo>
                <a:cubicBezTo>
                  <a:pt x="1248517" y="969911"/>
                  <a:pt x="1270006" y="989642"/>
                  <a:pt x="1312377" y="989642"/>
                </a:cubicBezTo>
                <a:cubicBezTo>
                  <a:pt x="1355923" y="989642"/>
                  <a:pt x="1377398" y="969911"/>
                  <a:pt x="1400620" y="947279"/>
                </a:cubicBezTo>
                <a:cubicBezTo>
                  <a:pt x="1422391" y="926061"/>
                  <a:pt x="1446206" y="903313"/>
                  <a:pt x="1490715" y="900552"/>
                </a:cubicBezTo>
                <a:lnTo>
                  <a:pt x="1499902" y="900273"/>
                </a:lnTo>
                <a:lnTo>
                  <a:pt x="1509200" y="900552"/>
                </a:lnTo>
                <a:cubicBezTo>
                  <a:pt x="1554240" y="903313"/>
                  <a:pt x="1578118" y="926061"/>
                  <a:pt x="1600457" y="947279"/>
                </a:cubicBezTo>
                <a:cubicBezTo>
                  <a:pt x="1620811" y="967082"/>
                  <a:pt x="1639813" y="984664"/>
                  <a:pt x="1672675" y="988750"/>
                </a:cubicBezTo>
                <a:lnTo>
                  <a:pt x="1687656" y="989642"/>
                </a:lnTo>
                <a:lnTo>
                  <a:pt x="1702991" y="988750"/>
                </a:lnTo>
                <a:lnTo>
                  <a:pt x="1720794" y="982373"/>
                </a:lnTo>
                <a:lnTo>
                  <a:pt x="1720794" y="1000099"/>
                </a:lnTo>
                <a:lnTo>
                  <a:pt x="1696936" y="1007353"/>
                </a:lnTo>
                <a:lnTo>
                  <a:pt x="1687656" y="1007632"/>
                </a:lnTo>
                <a:lnTo>
                  <a:pt x="1678456" y="1007346"/>
                </a:lnTo>
                <a:cubicBezTo>
                  <a:pt x="1633891" y="1004524"/>
                  <a:pt x="1610048" y="981300"/>
                  <a:pt x="1588259" y="960626"/>
                </a:cubicBezTo>
                <a:cubicBezTo>
                  <a:pt x="1567905" y="940823"/>
                  <a:pt x="1548904" y="923241"/>
                  <a:pt x="1515254" y="919155"/>
                </a:cubicBezTo>
                <a:lnTo>
                  <a:pt x="1499902" y="918263"/>
                </a:lnTo>
                <a:lnTo>
                  <a:pt x="1484938" y="919155"/>
                </a:lnTo>
                <a:cubicBezTo>
                  <a:pt x="1452117" y="923241"/>
                  <a:pt x="1433131" y="940823"/>
                  <a:pt x="1412811" y="960626"/>
                </a:cubicBezTo>
                <a:cubicBezTo>
                  <a:pt x="1389009" y="983258"/>
                  <a:pt x="1363465" y="1007632"/>
                  <a:pt x="1312377" y="1007632"/>
                </a:cubicBezTo>
                <a:cubicBezTo>
                  <a:pt x="1261869" y="1007632"/>
                  <a:pt x="1236325" y="982678"/>
                  <a:pt x="1213103" y="960626"/>
                </a:cubicBezTo>
                <a:cubicBezTo>
                  <a:pt x="1192784" y="940823"/>
                  <a:pt x="1173800" y="923241"/>
                  <a:pt x="1140203" y="919155"/>
                </a:cubicBezTo>
                <a:lnTo>
                  <a:pt x="1124860" y="918263"/>
                </a:lnTo>
                <a:lnTo>
                  <a:pt x="1109907" y="919155"/>
                </a:lnTo>
                <a:cubicBezTo>
                  <a:pt x="1077083" y="923241"/>
                  <a:pt x="1058099" y="940823"/>
                  <a:pt x="1037780" y="960626"/>
                </a:cubicBezTo>
                <a:cubicBezTo>
                  <a:pt x="1014563" y="983258"/>
                  <a:pt x="988431" y="1007632"/>
                  <a:pt x="937343" y="1007632"/>
                </a:cubicBezTo>
                <a:cubicBezTo>
                  <a:pt x="887352" y="1007632"/>
                  <a:pt x="861195" y="982678"/>
                  <a:pt x="837942" y="960626"/>
                </a:cubicBezTo>
                <a:cubicBezTo>
                  <a:pt x="817603" y="940823"/>
                  <a:pt x="798587" y="923241"/>
                  <a:pt x="764952" y="919155"/>
                </a:cubicBezTo>
                <a:lnTo>
                  <a:pt x="749586" y="918263"/>
                </a:lnTo>
                <a:lnTo>
                  <a:pt x="734638" y="919155"/>
                </a:lnTo>
                <a:cubicBezTo>
                  <a:pt x="701811" y="923241"/>
                  <a:pt x="682831" y="940823"/>
                  <a:pt x="662511" y="960626"/>
                </a:cubicBezTo>
                <a:cubicBezTo>
                  <a:pt x="639282" y="983258"/>
                  <a:pt x="613157" y="1007632"/>
                  <a:pt x="562069" y="1007632"/>
                </a:cubicBezTo>
                <a:cubicBezTo>
                  <a:pt x="512115" y="1007632"/>
                  <a:pt x="485977" y="982678"/>
                  <a:pt x="462743" y="960626"/>
                </a:cubicBezTo>
                <a:cubicBezTo>
                  <a:pt x="439508" y="937994"/>
                  <a:pt x="418017" y="918263"/>
                  <a:pt x="375034" y="918263"/>
                </a:cubicBezTo>
                <a:cubicBezTo>
                  <a:pt x="332073" y="918263"/>
                  <a:pt x="310593" y="937994"/>
                  <a:pt x="287371" y="960626"/>
                </a:cubicBezTo>
                <a:cubicBezTo>
                  <a:pt x="264149" y="983258"/>
                  <a:pt x="238024" y="1007632"/>
                  <a:pt x="187517" y="1007632"/>
                </a:cubicBezTo>
                <a:cubicBezTo>
                  <a:pt x="137009" y="1007632"/>
                  <a:pt x="111465" y="982678"/>
                  <a:pt x="87663" y="960626"/>
                </a:cubicBezTo>
                <a:cubicBezTo>
                  <a:pt x="64441" y="937994"/>
                  <a:pt x="42960" y="918263"/>
                  <a:pt x="0" y="918263"/>
                </a:cubicBezTo>
                <a:close/>
                <a:moveTo>
                  <a:pt x="0" y="800136"/>
                </a:moveTo>
                <a:cubicBezTo>
                  <a:pt x="50507" y="800136"/>
                  <a:pt x="76632" y="825122"/>
                  <a:pt x="99855" y="847784"/>
                </a:cubicBezTo>
                <a:cubicBezTo>
                  <a:pt x="123076" y="869865"/>
                  <a:pt x="144556" y="890203"/>
                  <a:pt x="187517" y="890203"/>
                </a:cubicBezTo>
                <a:cubicBezTo>
                  <a:pt x="230477" y="890203"/>
                  <a:pt x="251957" y="869865"/>
                  <a:pt x="275179" y="847784"/>
                </a:cubicBezTo>
                <a:cubicBezTo>
                  <a:pt x="298982" y="825122"/>
                  <a:pt x="324526" y="800136"/>
                  <a:pt x="375034" y="800136"/>
                </a:cubicBezTo>
                <a:cubicBezTo>
                  <a:pt x="425568" y="800136"/>
                  <a:pt x="451706" y="825122"/>
                  <a:pt x="474941" y="847784"/>
                </a:cubicBezTo>
                <a:cubicBezTo>
                  <a:pt x="498175" y="869865"/>
                  <a:pt x="519667" y="890203"/>
                  <a:pt x="562069" y="890203"/>
                </a:cubicBezTo>
                <a:cubicBezTo>
                  <a:pt x="605610" y="890203"/>
                  <a:pt x="627090" y="869865"/>
                  <a:pt x="650315" y="847784"/>
                </a:cubicBezTo>
                <a:cubicBezTo>
                  <a:pt x="672083" y="826539"/>
                  <a:pt x="696405" y="803250"/>
                  <a:pt x="740506" y="800422"/>
                </a:cubicBezTo>
                <a:lnTo>
                  <a:pt x="749586" y="800136"/>
                </a:lnTo>
                <a:lnTo>
                  <a:pt x="758889" y="800422"/>
                </a:lnTo>
                <a:cubicBezTo>
                  <a:pt x="803998" y="803250"/>
                  <a:pt x="828351" y="826539"/>
                  <a:pt x="850154" y="847784"/>
                </a:cubicBezTo>
                <a:cubicBezTo>
                  <a:pt x="873408" y="869865"/>
                  <a:pt x="894909" y="890203"/>
                  <a:pt x="937343" y="890203"/>
                </a:cubicBezTo>
                <a:cubicBezTo>
                  <a:pt x="980892" y="890203"/>
                  <a:pt x="1002368" y="869865"/>
                  <a:pt x="1025586" y="847784"/>
                </a:cubicBezTo>
                <a:cubicBezTo>
                  <a:pt x="1047357" y="826539"/>
                  <a:pt x="1071175" y="803250"/>
                  <a:pt x="1115684" y="800422"/>
                </a:cubicBezTo>
                <a:lnTo>
                  <a:pt x="1124860" y="800136"/>
                </a:lnTo>
                <a:lnTo>
                  <a:pt x="1134151" y="800422"/>
                </a:lnTo>
                <a:cubicBezTo>
                  <a:pt x="1179136" y="803250"/>
                  <a:pt x="1202980" y="826539"/>
                  <a:pt x="1225295" y="847784"/>
                </a:cubicBezTo>
                <a:cubicBezTo>
                  <a:pt x="1248517" y="869865"/>
                  <a:pt x="1270006" y="890203"/>
                  <a:pt x="1312377" y="890203"/>
                </a:cubicBezTo>
                <a:cubicBezTo>
                  <a:pt x="1355923" y="890203"/>
                  <a:pt x="1377398" y="869865"/>
                  <a:pt x="1400620" y="847784"/>
                </a:cubicBezTo>
                <a:cubicBezTo>
                  <a:pt x="1422391" y="826539"/>
                  <a:pt x="1446206" y="803250"/>
                  <a:pt x="1490715" y="800422"/>
                </a:cubicBezTo>
                <a:lnTo>
                  <a:pt x="1499902" y="800136"/>
                </a:lnTo>
                <a:lnTo>
                  <a:pt x="1509200" y="800422"/>
                </a:lnTo>
                <a:cubicBezTo>
                  <a:pt x="1554240" y="803250"/>
                  <a:pt x="1578118" y="826539"/>
                  <a:pt x="1600457" y="847784"/>
                </a:cubicBezTo>
                <a:cubicBezTo>
                  <a:pt x="1620811" y="867105"/>
                  <a:pt x="1639813" y="885091"/>
                  <a:pt x="1672675" y="889286"/>
                </a:cubicBezTo>
                <a:lnTo>
                  <a:pt x="1687656" y="890203"/>
                </a:lnTo>
                <a:lnTo>
                  <a:pt x="1702991" y="889286"/>
                </a:lnTo>
                <a:lnTo>
                  <a:pt x="1720794" y="882808"/>
                </a:lnTo>
                <a:lnTo>
                  <a:pt x="1720794" y="903485"/>
                </a:lnTo>
                <a:lnTo>
                  <a:pt x="1696936" y="907931"/>
                </a:lnTo>
                <a:lnTo>
                  <a:pt x="1687656" y="908217"/>
                </a:lnTo>
                <a:lnTo>
                  <a:pt x="1678456" y="907931"/>
                </a:lnTo>
                <a:cubicBezTo>
                  <a:pt x="1633891" y="905102"/>
                  <a:pt x="1610048" y="881814"/>
                  <a:pt x="1588259" y="860568"/>
                </a:cubicBezTo>
                <a:cubicBezTo>
                  <a:pt x="1567905" y="841247"/>
                  <a:pt x="1548904" y="823261"/>
                  <a:pt x="1515254" y="819066"/>
                </a:cubicBezTo>
                <a:lnTo>
                  <a:pt x="1499902" y="818149"/>
                </a:lnTo>
                <a:lnTo>
                  <a:pt x="1484938" y="819066"/>
                </a:lnTo>
                <a:cubicBezTo>
                  <a:pt x="1452117" y="823261"/>
                  <a:pt x="1433131" y="841247"/>
                  <a:pt x="1412811" y="860568"/>
                </a:cubicBezTo>
                <a:cubicBezTo>
                  <a:pt x="1389009" y="883230"/>
                  <a:pt x="1363465" y="908217"/>
                  <a:pt x="1312377" y="908217"/>
                </a:cubicBezTo>
                <a:cubicBezTo>
                  <a:pt x="1261869" y="908217"/>
                  <a:pt x="1236325" y="883230"/>
                  <a:pt x="1213103" y="860568"/>
                </a:cubicBezTo>
                <a:cubicBezTo>
                  <a:pt x="1192784" y="841247"/>
                  <a:pt x="1173800" y="823261"/>
                  <a:pt x="1140203" y="819066"/>
                </a:cubicBezTo>
                <a:lnTo>
                  <a:pt x="1124860" y="818149"/>
                </a:lnTo>
                <a:lnTo>
                  <a:pt x="1109907" y="819066"/>
                </a:lnTo>
                <a:cubicBezTo>
                  <a:pt x="1077083" y="823261"/>
                  <a:pt x="1058099" y="841247"/>
                  <a:pt x="1037780" y="860568"/>
                </a:cubicBezTo>
                <a:cubicBezTo>
                  <a:pt x="1014563" y="883230"/>
                  <a:pt x="988431" y="908217"/>
                  <a:pt x="937343" y="908217"/>
                </a:cubicBezTo>
                <a:cubicBezTo>
                  <a:pt x="887352" y="908217"/>
                  <a:pt x="861195" y="883230"/>
                  <a:pt x="837942" y="860568"/>
                </a:cubicBezTo>
                <a:cubicBezTo>
                  <a:pt x="817603" y="841247"/>
                  <a:pt x="798587" y="823261"/>
                  <a:pt x="764952" y="819066"/>
                </a:cubicBezTo>
                <a:lnTo>
                  <a:pt x="749586" y="818149"/>
                </a:lnTo>
                <a:lnTo>
                  <a:pt x="734638" y="819066"/>
                </a:lnTo>
                <a:cubicBezTo>
                  <a:pt x="701811" y="823261"/>
                  <a:pt x="682831" y="841247"/>
                  <a:pt x="662511" y="860568"/>
                </a:cubicBezTo>
                <a:cubicBezTo>
                  <a:pt x="639282" y="883230"/>
                  <a:pt x="613157" y="908217"/>
                  <a:pt x="562069" y="908217"/>
                </a:cubicBezTo>
                <a:cubicBezTo>
                  <a:pt x="512115" y="908217"/>
                  <a:pt x="485977" y="883230"/>
                  <a:pt x="462743" y="860568"/>
                </a:cubicBezTo>
                <a:cubicBezTo>
                  <a:pt x="439508" y="838487"/>
                  <a:pt x="418017" y="818149"/>
                  <a:pt x="375034" y="818149"/>
                </a:cubicBezTo>
                <a:cubicBezTo>
                  <a:pt x="332073" y="818149"/>
                  <a:pt x="310593" y="838487"/>
                  <a:pt x="287371" y="860568"/>
                </a:cubicBezTo>
                <a:cubicBezTo>
                  <a:pt x="264149" y="883230"/>
                  <a:pt x="238024" y="908217"/>
                  <a:pt x="187517" y="908217"/>
                </a:cubicBezTo>
                <a:cubicBezTo>
                  <a:pt x="137009" y="908217"/>
                  <a:pt x="111465" y="883230"/>
                  <a:pt x="87663" y="860568"/>
                </a:cubicBezTo>
                <a:cubicBezTo>
                  <a:pt x="64441" y="838487"/>
                  <a:pt x="42960" y="818149"/>
                  <a:pt x="0" y="818149"/>
                </a:cubicBezTo>
                <a:close/>
                <a:moveTo>
                  <a:pt x="0" y="700961"/>
                </a:moveTo>
                <a:cubicBezTo>
                  <a:pt x="50507" y="700961"/>
                  <a:pt x="76632" y="725335"/>
                  <a:pt x="99855" y="747967"/>
                </a:cubicBezTo>
                <a:cubicBezTo>
                  <a:pt x="123076" y="770599"/>
                  <a:pt x="144556" y="790330"/>
                  <a:pt x="187517" y="790330"/>
                </a:cubicBezTo>
                <a:cubicBezTo>
                  <a:pt x="230477" y="790330"/>
                  <a:pt x="251957" y="770599"/>
                  <a:pt x="275179" y="747967"/>
                </a:cubicBezTo>
                <a:cubicBezTo>
                  <a:pt x="298982" y="725335"/>
                  <a:pt x="324526" y="700961"/>
                  <a:pt x="375034" y="700961"/>
                </a:cubicBezTo>
                <a:cubicBezTo>
                  <a:pt x="425568" y="700961"/>
                  <a:pt x="451706" y="725335"/>
                  <a:pt x="474941" y="747967"/>
                </a:cubicBezTo>
                <a:cubicBezTo>
                  <a:pt x="498175" y="770599"/>
                  <a:pt x="519667" y="790330"/>
                  <a:pt x="562069" y="790330"/>
                </a:cubicBezTo>
                <a:cubicBezTo>
                  <a:pt x="605610" y="790330"/>
                  <a:pt x="627090" y="770599"/>
                  <a:pt x="650315" y="747967"/>
                </a:cubicBezTo>
                <a:cubicBezTo>
                  <a:pt x="672083" y="726749"/>
                  <a:pt x="696405" y="704001"/>
                  <a:pt x="740506" y="701240"/>
                </a:cubicBezTo>
                <a:lnTo>
                  <a:pt x="749586" y="700961"/>
                </a:lnTo>
                <a:lnTo>
                  <a:pt x="758889" y="701240"/>
                </a:lnTo>
                <a:cubicBezTo>
                  <a:pt x="803998" y="704001"/>
                  <a:pt x="828351" y="726749"/>
                  <a:pt x="850154" y="747967"/>
                </a:cubicBezTo>
                <a:cubicBezTo>
                  <a:pt x="873408" y="770599"/>
                  <a:pt x="894909" y="790330"/>
                  <a:pt x="937343" y="790330"/>
                </a:cubicBezTo>
                <a:cubicBezTo>
                  <a:pt x="980892" y="790330"/>
                  <a:pt x="1002368" y="770599"/>
                  <a:pt x="1025586" y="747967"/>
                </a:cubicBezTo>
                <a:cubicBezTo>
                  <a:pt x="1047357" y="726749"/>
                  <a:pt x="1071175" y="704001"/>
                  <a:pt x="1115684" y="701240"/>
                </a:cubicBezTo>
                <a:lnTo>
                  <a:pt x="1124860" y="700961"/>
                </a:lnTo>
                <a:lnTo>
                  <a:pt x="1134151" y="701240"/>
                </a:lnTo>
                <a:cubicBezTo>
                  <a:pt x="1179136" y="704001"/>
                  <a:pt x="1202980" y="726749"/>
                  <a:pt x="1225295" y="747967"/>
                </a:cubicBezTo>
                <a:cubicBezTo>
                  <a:pt x="1248517" y="770599"/>
                  <a:pt x="1270006" y="790330"/>
                  <a:pt x="1312377" y="790330"/>
                </a:cubicBezTo>
                <a:cubicBezTo>
                  <a:pt x="1355923" y="790330"/>
                  <a:pt x="1377398" y="770599"/>
                  <a:pt x="1400620" y="747967"/>
                </a:cubicBezTo>
                <a:cubicBezTo>
                  <a:pt x="1422391" y="726749"/>
                  <a:pt x="1446206" y="704001"/>
                  <a:pt x="1490715" y="701240"/>
                </a:cubicBezTo>
                <a:lnTo>
                  <a:pt x="1499902" y="700961"/>
                </a:lnTo>
                <a:lnTo>
                  <a:pt x="1509200" y="701240"/>
                </a:lnTo>
                <a:cubicBezTo>
                  <a:pt x="1554240" y="704001"/>
                  <a:pt x="1578118" y="726749"/>
                  <a:pt x="1600457" y="747967"/>
                </a:cubicBezTo>
                <a:cubicBezTo>
                  <a:pt x="1620811" y="767770"/>
                  <a:pt x="1639813" y="785352"/>
                  <a:pt x="1672675" y="789438"/>
                </a:cubicBezTo>
                <a:lnTo>
                  <a:pt x="1687656" y="790330"/>
                </a:lnTo>
                <a:lnTo>
                  <a:pt x="1702991" y="789438"/>
                </a:lnTo>
                <a:lnTo>
                  <a:pt x="1720794" y="783061"/>
                </a:lnTo>
                <a:lnTo>
                  <a:pt x="1720794" y="803607"/>
                </a:lnTo>
                <a:lnTo>
                  <a:pt x="1696936" y="808034"/>
                </a:lnTo>
                <a:lnTo>
                  <a:pt x="1687656" y="808320"/>
                </a:lnTo>
                <a:lnTo>
                  <a:pt x="1678456" y="808034"/>
                </a:lnTo>
                <a:cubicBezTo>
                  <a:pt x="1633891" y="805212"/>
                  <a:pt x="1610048" y="781988"/>
                  <a:pt x="1588259" y="761314"/>
                </a:cubicBezTo>
                <a:cubicBezTo>
                  <a:pt x="1567905" y="741511"/>
                  <a:pt x="1548904" y="723929"/>
                  <a:pt x="1515254" y="719843"/>
                </a:cubicBezTo>
                <a:lnTo>
                  <a:pt x="1499902" y="718951"/>
                </a:lnTo>
                <a:lnTo>
                  <a:pt x="1484938" y="719843"/>
                </a:lnTo>
                <a:cubicBezTo>
                  <a:pt x="1452117" y="723929"/>
                  <a:pt x="1433131" y="741511"/>
                  <a:pt x="1412811" y="761314"/>
                </a:cubicBezTo>
                <a:cubicBezTo>
                  <a:pt x="1389009" y="783367"/>
                  <a:pt x="1363465" y="808320"/>
                  <a:pt x="1312377" y="808320"/>
                </a:cubicBezTo>
                <a:cubicBezTo>
                  <a:pt x="1261869" y="808320"/>
                  <a:pt x="1236325" y="783367"/>
                  <a:pt x="1213103" y="761314"/>
                </a:cubicBezTo>
                <a:cubicBezTo>
                  <a:pt x="1192784" y="741511"/>
                  <a:pt x="1173800" y="723929"/>
                  <a:pt x="1140203" y="719843"/>
                </a:cubicBezTo>
                <a:lnTo>
                  <a:pt x="1124860" y="718951"/>
                </a:lnTo>
                <a:lnTo>
                  <a:pt x="1109907" y="719843"/>
                </a:lnTo>
                <a:cubicBezTo>
                  <a:pt x="1077083" y="723929"/>
                  <a:pt x="1058099" y="741511"/>
                  <a:pt x="1037780" y="761314"/>
                </a:cubicBezTo>
                <a:cubicBezTo>
                  <a:pt x="1014563" y="783367"/>
                  <a:pt x="988431" y="808320"/>
                  <a:pt x="937343" y="808320"/>
                </a:cubicBezTo>
                <a:cubicBezTo>
                  <a:pt x="887352" y="808320"/>
                  <a:pt x="861195" y="783367"/>
                  <a:pt x="837942" y="761314"/>
                </a:cubicBezTo>
                <a:cubicBezTo>
                  <a:pt x="817603" y="741511"/>
                  <a:pt x="798587" y="723929"/>
                  <a:pt x="764952" y="719843"/>
                </a:cubicBezTo>
                <a:lnTo>
                  <a:pt x="749586" y="718951"/>
                </a:lnTo>
                <a:lnTo>
                  <a:pt x="734638" y="719843"/>
                </a:lnTo>
                <a:cubicBezTo>
                  <a:pt x="701811" y="723929"/>
                  <a:pt x="682831" y="741511"/>
                  <a:pt x="662511" y="761314"/>
                </a:cubicBezTo>
                <a:cubicBezTo>
                  <a:pt x="639282" y="783367"/>
                  <a:pt x="613157" y="808320"/>
                  <a:pt x="562069" y="808320"/>
                </a:cubicBezTo>
                <a:cubicBezTo>
                  <a:pt x="512115" y="808320"/>
                  <a:pt x="485977" y="783367"/>
                  <a:pt x="462743" y="761314"/>
                </a:cubicBezTo>
                <a:cubicBezTo>
                  <a:pt x="439508" y="738682"/>
                  <a:pt x="418017" y="718951"/>
                  <a:pt x="375034" y="718951"/>
                </a:cubicBezTo>
                <a:cubicBezTo>
                  <a:pt x="332073" y="718951"/>
                  <a:pt x="310593" y="738682"/>
                  <a:pt x="287371" y="761314"/>
                </a:cubicBezTo>
                <a:cubicBezTo>
                  <a:pt x="264149" y="783367"/>
                  <a:pt x="238024" y="808320"/>
                  <a:pt x="187517" y="808320"/>
                </a:cubicBezTo>
                <a:cubicBezTo>
                  <a:pt x="137009" y="808320"/>
                  <a:pt x="111465" y="783367"/>
                  <a:pt x="87663" y="761314"/>
                </a:cubicBezTo>
                <a:cubicBezTo>
                  <a:pt x="64441" y="738682"/>
                  <a:pt x="42960" y="718951"/>
                  <a:pt x="0" y="718951"/>
                </a:cubicBezTo>
                <a:close/>
                <a:moveTo>
                  <a:pt x="0" y="600343"/>
                </a:moveTo>
                <a:cubicBezTo>
                  <a:pt x="50507" y="600343"/>
                  <a:pt x="76632" y="624716"/>
                  <a:pt x="99855" y="647348"/>
                </a:cubicBezTo>
                <a:cubicBezTo>
                  <a:pt x="123076" y="669981"/>
                  <a:pt x="144556" y="689712"/>
                  <a:pt x="187517" y="689712"/>
                </a:cubicBezTo>
                <a:cubicBezTo>
                  <a:pt x="230477" y="689712"/>
                  <a:pt x="251957" y="669400"/>
                  <a:pt x="275179" y="647348"/>
                </a:cubicBezTo>
                <a:cubicBezTo>
                  <a:pt x="298982" y="624716"/>
                  <a:pt x="324526" y="600343"/>
                  <a:pt x="375034" y="600343"/>
                </a:cubicBezTo>
                <a:cubicBezTo>
                  <a:pt x="425568" y="600343"/>
                  <a:pt x="451706" y="624716"/>
                  <a:pt x="474941" y="647348"/>
                </a:cubicBezTo>
                <a:cubicBezTo>
                  <a:pt x="498175" y="669981"/>
                  <a:pt x="519667" y="689712"/>
                  <a:pt x="562069" y="689712"/>
                </a:cubicBezTo>
                <a:cubicBezTo>
                  <a:pt x="605610" y="689712"/>
                  <a:pt x="627090" y="669400"/>
                  <a:pt x="650315" y="647348"/>
                </a:cubicBezTo>
                <a:cubicBezTo>
                  <a:pt x="672083" y="626130"/>
                  <a:pt x="696405" y="603382"/>
                  <a:pt x="740506" y="600622"/>
                </a:cubicBezTo>
                <a:lnTo>
                  <a:pt x="749586" y="600343"/>
                </a:lnTo>
                <a:lnTo>
                  <a:pt x="758889" y="600622"/>
                </a:lnTo>
                <a:cubicBezTo>
                  <a:pt x="803998" y="603382"/>
                  <a:pt x="828351" y="626130"/>
                  <a:pt x="850154" y="647348"/>
                </a:cubicBezTo>
                <a:cubicBezTo>
                  <a:pt x="873408" y="669981"/>
                  <a:pt x="894909" y="689712"/>
                  <a:pt x="937343" y="689712"/>
                </a:cubicBezTo>
                <a:cubicBezTo>
                  <a:pt x="980892" y="689712"/>
                  <a:pt x="1002368" y="669400"/>
                  <a:pt x="1025586" y="647348"/>
                </a:cubicBezTo>
                <a:cubicBezTo>
                  <a:pt x="1047357" y="626130"/>
                  <a:pt x="1071175" y="603382"/>
                  <a:pt x="1115684" y="600622"/>
                </a:cubicBezTo>
                <a:lnTo>
                  <a:pt x="1124860" y="600343"/>
                </a:lnTo>
                <a:lnTo>
                  <a:pt x="1134151" y="600622"/>
                </a:lnTo>
                <a:cubicBezTo>
                  <a:pt x="1179136" y="603382"/>
                  <a:pt x="1202980" y="626130"/>
                  <a:pt x="1225295" y="647348"/>
                </a:cubicBezTo>
                <a:cubicBezTo>
                  <a:pt x="1248517" y="669981"/>
                  <a:pt x="1270006" y="689712"/>
                  <a:pt x="1312377" y="689712"/>
                </a:cubicBezTo>
                <a:cubicBezTo>
                  <a:pt x="1355923" y="689712"/>
                  <a:pt x="1377398" y="669400"/>
                  <a:pt x="1400620" y="647348"/>
                </a:cubicBezTo>
                <a:cubicBezTo>
                  <a:pt x="1422391" y="626130"/>
                  <a:pt x="1446206" y="603382"/>
                  <a:pt x="1490715" y="600622"/>
                </a:cubicBezTo>
                <a:lnTo>
                  <a:pt x="1499902" y="600343"/>
                </a:lnTo>
                <a:lnTo>
                  <a:pt x="1509200" y="600622"/>
                </a:lnTo>
                <a:cubicBezTo>
                  <a:pt x="1554240" y="603382"/>
                  <a:pt x="1578118" y="626130"/>
                  <a:pt x="1600457" y="647348"/>
                </a:cubicBezTo>
                <a:cubicBezTo>
                  <a:pt x="1620811" y="667152"/>
                  <a:pt x="1639813" y="684734"/>
                  <a:pt x="1672675" y="688820"/>
                </a:cubicBezTo>
                <a:lnTo>
                  <a:pt x="1687656" y="689712"/>
                </a:lnTo>
                <a:lnTo>
                  <a:pt x="1702991" y="688796"/>
                </a:lnTo>
                <a:lnTo>
                  <a:pt x="1720794" y="682326"/>
                </a:lnTo>
                <a:lnTo>
                  <a:pt x="1720794" y="702976"/>
                </a:lnTo>
                <a:lnTo>
                  <a:pt x="1696936" y="707416"/>
                </a:lnTo>
                <a:lnTo>
                  <a:pt x="1687656" y="707701"/>
                </a:lnTo>
                <a:lnTo>
                  <a:pt x="1678456" y="707416"/>
                </a:lnTo>
                <a:cubicBezTo>
                  <a:pt x="1633891" y="704591"/>
                  <a:pt x="1610048" y="681333"/>
                  <a:pt x="1588259" y="660115"/>
                </a:cubicBezTo>
                <a:cubicBezTo>
                  <a:pt x="1567905" y="640820"/>
                  <a:pt x="1548904" y="622857"/>
                  <a:pt x="1515254" y="618668"/>
                </a:cubicBezTo>
                <a:lnTo>
                  <a:pt x="1499902" y="617752"/>
                </a:lnTo>
                <a:lnTo>
                  <a:pt x="1484938" y="618668"/>
                </a:lnTo>
                <a:cubicBezTo>
                  <a:pt x="1452117" y="622857"/>
                  <a:pt x="1433131" y="640820"/>
                  <a:pt x="1412811" y="660115"/>
                </a:cubicBezTo>
                <a:cubicBezTo>
                  <a:pt x="1389009" y="682748"/>
                  <a:pt x="1363465" y="707701"/>
                  <a:pt x="1312377" y="707701"/>
                </a:cubicBezTo>
                <a:cubicBezTo>
                  <a:pt x="1261869" y="707701"/>
                  <a:pt x="1236325" y="682748"/>
                  <a:pt x="1213103" y="660115"/>
                </a:cubicBezTo>
                <a:cubicBezTo>
                  <a:pt x="1192784" y="640820"/>
                  <a:pt x="1173800" y="622857"/>
                  <a:pt x="1140203" y="618668"/>
                </a:cubicBezTo>
                <a:lnTo>
                  <a:pt x="1124860" y="617752"/>
                </a:lnTo>
                <a:lnTo>
                  <a:pt x="1109907" y="618668"/>
                </a:lnTo>
                <a:cubicBezTo>
                  <a:pt x="1077083" y="622857"/>
                  <a:pt x="1058099" y="640820"/>
                  <a:pt x="1037780" y="660115"/>
                </a:cubicBezTo>
                <a:cubicBezTo>
                  <a:pt x="1014563" y="682748"/>
                  <a:pt x="988431" y="707701"/>
                  <a:pt x="937343" y="707701"/>
                </a:cubicBezTo>
                <a:cubicBezTo>
                  <a:pt x="887352" y="707701"/>
                  <a:pt x="861195" y="682748"/>
                  <a:pt x="837942" y="660115"/>
                </a:cubicBezTo>
                <a:cubicBezTo>
                  <a:pt x="817603" y="640820"/>
                  <a:pt x="798587" y="622857"/>
                  <a:pt x="764952" y="618668"/>
                </a:cubicBezTo>
                <a:lnTo>
                  <a:pt x="749586" y="617752"/>
                </a:lnTo>
                <a:lnTo>
                  <a:pt x="734638" y="618668"/>
                </a:lnTo>
                <a:cubicBezTo>
                  <a:pt x="701811" y="622857"/>
                  <a:pt x="682831" y="640820"/>
                  <a:pt x="662511" y="660115"/>
                </a:cubicBezTo>
                <a:cubicBezTo>
                  <a:pt x="639282" y="682748"/>
                  <a:pt x="613157" y="707701"/>
                  <a:pt x="562069" y="707701"/>
                </a:cubicBezTo>
                <a:cubicBezTo>
                  <a:pt x="512115" y="707701"/>
                  <a:pt x="485977" y="682748"/>
                  <a:pt x="462743" y="660115"/>
                </a:cubicBezTo>
                <a:cubicBezTo>
                  <a:pt x="439508" y="638063"/>
                  <a:pt x="418017" y="617752"/>
                  <a:pt x="375034" y="617752"/>
                </a:cubicBezTo>
                <a:cubicBezTo>
                  <a:pt x="332073" y="617752"/>
                  <a:pt x="310593" y="638063"/>
                  <a:pt x="287371" y="660115"/>
                </a:cubicBezTo>
                <a:cubicBezTo>
                  <a:pt x="264149" y="682748"/>
                  <a:pt x="238024" y="707701"/>
                  <a:pt x="187517" y="707701"/>
                </a:cubicBezTo>
                <a:cubicBezTo>
                  <a:pt x="137009" y="707701"/>
                  <a:pt x="111465" y="682748"/>
                  <a:pt x="87663" y="660115"/>
                </a:cubicBezTo>
                <a:cubicBezTo>
                  <a:pt x="64441" y="638063"/>
                  <a:pt x="42960" y="617752"/>
                  <a:pt x="0" y="617752"/>
                </a:cubicBezTo>
                <a:close/>
                <a:moveTo>
                  <a:pt x="0" y="500446"/>
                </a:moveTo>
                <a:cubicBezTo>
                  <a:pt x="50507" y="500446"/>
                  <a:pt x="76632" y="525400"/>
                  <a:pt x="99855" y="548032"/>
                </a:cubicBezTo>
                <a:cubicBezTo>
                  <a:pt x="123076" y="570084"/>
                  <a:pt x="144556" y="590395"/>
                  <a:pt x="187517" y="590395"/>
                </a:cubicBezTo>
                <a:cubicBezTo>
                  <a:pt x="230477" y="590395"/>
                  <a:pt x="251957" y="570084"/>
                  <a:pt x="275179" y="548032"/>
                </a:cubicBezTo>
                <a:cubicBezTo>
                  <a:pt x="298982" y="525400"/>
                  <a:pt x="324526" y="500446"/>
                  <a:pt x="375034" y="500446"/>
                </a:cubicBezTo>
                <a:cubicBezTo>
                  <a:pt x="425568" y="500446"/>
                  <a:pt x="451706" y="525400"/>
                  <a:pt x="474941" y="548032"/>
                </a:cubicBezTo>
                <a:cubicBezTo>
                  <a:pt x="498175" y="570084"/>
                  <a:pt x="519667" y="590395"/>
                  <a:pt x="562069" y="590395"/>
                </a:cubicBezTo>
                <a:cubicBezTo>
                  <a:pt x="605610" y="590395"/>
                  <a:pt x="627090" y="570084"/>
                  <a:pt x="650315" y="548032"/>
                </a:cubicBezTo>
                <a:cubicBezTo>
                  <a:pt x="672083" y="526814"/>
                  <a:pt x="696405" y="503556"/>
                  <a:pt x="740506" y="500732"/>
                </a:cubicBezTo>
                <a:lnTo>
                  <a:pt x="749586" y="500446"/>
                </a:lnTo>
                <a:lnTo>
                  <a:pt x="758889" y="500732"/>
                </a:lnTo>
                <a:cubicBezTo>
                  <a:pt x="803998" y="503556"/>
                  <a:pt x="828351" y="526814"/>
                  <a:pt x="850154" y="548032"/>
                </a:cubicBezTo>
                <a:cubicBezTo>
                  <a:pt x="873408" y="570084"/>
                  <a:pt x="894909" y="590395"/>
                  <a:pt x="937343" y="590395"/>
                </a:cubicBezTo>
                <a:cubicBezTo>
                  <a:pt x="980892" y="590395"/>
                  <a:pt x="1002368" y="570084"/>
                  <a:pt x="1025586" y="548032"/>
                </a:cubicBezTo>
                <a:cubicBezTo>
                  <a:pt x="1047357" y="526814"/>
                  <a:pt x="1071175" y="503556"/>
                  <a:pt x="1115684" y="500732"/>
                </a:cubicBezTo>
                <a:lnTo>
                  <a:pt x="1124860" y="500446"/>
                </a:lnTo>
                <a:lnTo>
                  <a:pt x="1134151" y="500732"/>
                </a:lnTo>
                <a:cubicBezTo>
                  <a:pt x="1179136" y="503556"/>
                  <a:pt x="1202980" y="526814"/>
                  <a:pt x="1225295" y="548032"/>
                </a:cubicBezTo>
                <a:cubicBezTo>
                  <a:pt x="1248517" y="570084"/>
                  <a:pt x="1270006" y="590395"/>
                  <a:pt x="1312377" y="590395"/>
                </a:cubicBezTo>
                <a:cubicBezTo>
                  <a:pt x="1355923" y="590395"/>
                  <a:pt x="1377398" y="570084"/>
                  <a:pt x="1400620" y="548032"/>
                </a:cubicBezTo>
                <a:cubicBezTo>
                  <a:pt x="1422391" y="526814"/>
                  <a:pt x="1446206" y="503556"/>
                  <a:pt x="1490715" y="500732"/>
                </a:cubicBezTo>
                <a:lnTo>
                  <a:pt x="1499902" y="500446"/>
                </a:lnTo>
                <a:lnTo>
                  <a:pt x="1509200" y="500732"/>
                </a:lnTo>
                <a:cubicBezTo>
                  <a:pt x="1554240" y="503556"/>
                  <a:pt x="1578118" y="526814"/>
                  <a:pt x="1600457" y="548032"/>
                </a:cubicBezTo>
                <a:cubicBezTo>
                  <a:pt x="1620811" y="567328"/>
                  <a:pt x="1639813" y="585290"/>
                  <a:pt x="1672675" y="589479"/>
                </a:cubicBezTo>
                <a:lnTo>
                  <a:pt x="1687656" y="590395"/>
                </a:lnTo>
                <a:lnTo>
                  <a:pt x="1702991" y="589479"/>
                </a:lnTo>
                <a:lnTo>
                  <a:pt x="1720794" y="583009"/>
                </a:lnTo>
                <a:lnTo>
                  <a:pt x="1720794" y="600272"/>
                </a:lnTo>
                <a:lnTo>
                  <a:pt x="1696936" y="607526"/>
                </a:lnTo>
                <a:lnTo>
                  <a:pt x="1687656" y="607805"/>
                </a:lnTo>
                <a:lnTo>
                  <a:pt x="1678456" y="607526"/>
                </a:lnTo>
                <a:cubicBezTo>
                  <a:pt x="1633891" y="604765"/>
                  <a:pt x="1610048" y="582017"/>
                  <a:pt x="1588259" y="560799"/>
                </a:cubicBezTo>
                <a:cubicBezTo>
                  <a:pt x="1567905" y="541504"/>
                  <a:pt x="1548904" y="523541"/>
                  <a:pt x="1515254" y="519352"/>
                </a:cubicBezTo>
                <a:lnTo>
                  <a:pt x="1499902" y="518436"/>
                </a:lnTo>
                <a:lnTo>
                  <a:pt x="1484938" y="519352"/>
                </a:lnTo>
                <a:cubicBezTo>
                  <a:pt x="1452117" y="523541"/>
                  <a:pt x="1433131" y="541504"/>
                  <a:pt x="1412811" y="560799"/>
                </a:cubicBezTo>
                <a:cubicBezTo>
                  <a:pt x="1389009" y="583431"/>
                  <a:pt x="1363465" y="607805"/>
                  <a:pt x="1312377" y="607805"/>
                </a:cubicBezTo>
                <a:cubicBezTo>
                  <a:pt x="1261869" y="607805"/>
                  <a:pt x="1236325" y="583431"/>
                  <a:pt x="1213103" y="560799"/>
                </a:cubicBezTo>
                <a:cubicBezTo>
                  <a:pt x="1192784" y="541504"/>
                  <a:pt x="1173800" y="523541"/>
                  <a:pt x="1140203" y="519352"/>
                </a:cubicBezTo>
                <a:lnTo>
                  <a:pt x="1124860" y="518436"/>
                </a:lnTo>
                <a:lnTo>
                  <a:pt x="1109907" y="519352"/>
                </a:lnTo>
                <a:cubicBezTo>
                  <a:pt x="1077083" y="523541"/>
                  <a:pt x="1058099" y="541504"/>
                  <a:pt x="1037780" y="560799"/>
                </a:cubicBezTo>
                <a:cubicBezTo>
                  <a:pt x="1014563" y="583431"/>
                  <a:pt x="988431" y="607805"/>
                  <a:pt x="937343" y="607805"/>
                </a:cubicBezTo>
                <a:cubicBezTo>
                  <a:pt x="887352" y="607805"/>
                  <a:pt x="861195" y="583431"/>
                  <a:pt x="837942" y="560799"/>
                </a:cubicBezTo>
                <a:cubicBezTo>
                  <a:pt x="817603" y="541504"/>
                  <a:pt x="798587" y="523541"/>
                  <a:pt x="764952" y="519352"/>
                </a:cubicBezTo>
                <a:lnTo>
                  <a:pt x="749586" y="518436"/>
                </a:lnTo>
                <a:lnTo>
                  <a:pt x="734638" y="519352"/>
                </a:lnTo>
                <a:cubicBezTo>
                  <a:pt x="701811" y="523541"/>
                  <a:pt x="682831" y="541504"/>
                  <a:pt x="662511" y="560799"/>
                </a:cubicBezTo>
                <a:cubicBezTo>
                  <a:pt x="639282" y="583431"/>
                  <a:pt x="613157" y="607805"/>
                  <a:pt x="562069" y="607805"/>
                </a:cubicBezTo>
                <a:cubicBezTo>
                  <a:pt x="512115" y="607805"/>
                  <a:pt x="485977" y="583431"/>
                  <a:pt x="462743" y="560799"/>
                </a:cubicBezTo>
                <a:cubicBezTo>
                  <a:pt x="439508" y="538747"/>
                  <a:pt x="418017" y="518436"/>
                  <a:pt x="375034" y="518436"/>
                </a:cubicBezTo>
                <a:cubicBezTo>
                  <a:pt x="332073" y="518436"/>
                  <a:pt x="310593" y="538747"/>
                  <a:pt x="287371" y="560799"/>
                </a:cubicBezTo>
                <a:cubicBezTo>
                  <a:pt x="264149" y="583431"/>
                  <a:pt x="238024" y="607805"/>
                  <a:pt x="187517" y="607805"/>
                </a:cubicBezTo>
                <a:cubicBezTo>
                  <a:pt x="137009" y="607805"/>
                  <a:pt x="111465" y="583431"/>
                  <a:pt x="87663" y="560799"/>
                </a:cubicBezTo>
                <a:cubicBezTo>
                  <a:pt x="64441" y="538747"/>
                  <a:pt x="42960" y="518436"/>
                  <a:pt x="0" y="518436"/>
                </a:cubicBezTo>
                <a:close/>
                <a:moveTo>
                  <a:pt x="0" y="399827"/>
                </a:moveTo>
                <a:cubicBezTo>
                  <a:pt x="50507" y="399827"/>
                  <a:pt x="76632" y="424837"/>
                  <a:pt x="99855" y="447520"/>
                </a:cubicBezTo>
                <a:cubicBezTo>
                  <a:pt x="123076" y="469622"/>
                  <a:pt x="144556" y="489978"/>
                  <a:pt x="187517" y="489978"/>
                </a:cubicBezTo>
                <a:cubicBezTo>
                  <a:pt x="230477" y="489978"/>
                  <a:pt x="251957" y="469622"/>
                  <a:pt x="275179" y="447520"/>
                </a:cubicBezTo>
                <a:cubicBezTo>
                  <a:pt x="298982" y="424837"/>
                  <a:pt x="324526" y="399827"/>
                  <a:pt x="375034" y="399827"/>
                </a:cubicBezTo>
                <a:cubicBezTo>
                  <a:pt x="425568" y="399827"/>
                  <a:pt x="451706" y="424837"/>
                  <a:pt x="474941" y="447520"/>
                </a:cubicBezTo>
                <a:cubicBezTo>
                  <a:pt x="498175" y="469622"/>
                  <a:pt x="519667" y="489978"/>
                  <a:pt x="562069" y="489978"/>
                </a:cubicBezTo>
                <a:cubicBezTo>
                  <a:pt x="605610" y="489978"/>
                  <a:pt x="627090" y="469622"/>
                  <a:pt x="650315" y="447520"/>
                </a:cubicBezTo>
                <a:cubicBezTo>
                  <a:pt x="672083" y="426255"/>
                  <a:pt x="696405" y="402944"/>
                  <a:pt x="740506" y="400114"/>
                </a:cubicBezTo>
                <a:lnTo>
                  <a:pt x="749586" y="399827"/>
                </a:lnTo>
                <a:lnTo>
                  <a:pt x="758889" y="400114"/>
                </a:lnTo>
                <a:cubicBezTo>
                  <a:pt x="803998" y="402944"/>
                  <a:pt x="828351" y="426255"/>
                  <a:pt x="850154" y="447520"/>
                </a:cubicBezTo>
                <a:cubicBezTo>
                  <a:pt x="873408" y="469622"/>
                  <a:pt x="894909" y="489978"/>
                  <a:pt x="937343" y="489978"/>
                </a:cubicBezTo>
                <a:cubicBezTo>
                  <a:pt x="980892" y="489978"/>
                  <a:pt x="1002368" y="469622"/>
                  <a:pt x="1025586" y="447520"/>
                </a:cubicBezTo>
                <a:cubicBezTo>
                  <a:pt x="1047357" y="426255"/>
                  <a:pt x="1071175" y="402944"/>
                  <a:pt x="1115684" y="400114"/>
                </a:cubicBezTo>
                <a:lnTo>
                  <a:pt x="1124860" y="399827"/>
                </a:lnTo>
                <a:lnTo>
                  <a:pt x="1134151" y="400114"/>
                </a:lnTo>
                <a:cubicBezTo>
                  <a:pt x="1179136" y="402944"/>
                  <a:pt x="1202980" y="426255"/>
                  <a:pt x="1225295" y="447520"/>
                </a:cubicBezTo>
                <a:cubicBezTo>
                  <a:pt x="1248517" y="469622"/>
                  <a:pt x="1270006" y="489978"/>
                  <a:pt x="1312377" y="489978"/>
                </a:cubicBezTo>
                <a:cubicBezTo>
                  <a:pt x="1355923" y="489978"/>
                  <a:pt x="1377398" y="469622"/>
                  <a:pt x="1400620" y="447520"/>
                </a:cubicBezTo>
                <a:cubicBezTo>
                  <a:pt x="1422391" y="426255"/>
                  <a:pt x="1446206" y="402944"/>
                  <a:pt x="1490715" y="400114"/>
                </a:cubicBezTo>
                <a:lnTo>
                  <a:pt x="1499902" y="399827"/>
                </a:lnTo>
                <a:lnTo>
                  <a:pt x="1509200" y="400114"/>
                </a:lnTo>
                <a:cubicBezTo>
                  <a:pt x="1554240" y="402944"/>
                  <a:pt x="1578118" y="426255"/>
                  <a:pt x="1600457" y="447520"/>
                </a:cubicBezTo>
                <a:cubicBezTo>
                  <a:pt x="1620811" y="466859"/>
                  <a:pt x="1639813" y="484862"/>
                  <a:pt x="1672675" y="489060"/>
                </a:cubicBezTo>
                <a:lnTo>
                  <a:pt x="1687656" y="489978"/>
                </a:lnTo>
                <a:lnTo>
                  <a:pt x="1702991" y="489060"/>
                </a:lnTo>
                <a:lnTo>
                  <a:pt x="1720794" y="482576"/>
                </a:lnTo>
                <a:lnTo>
                  <a:pt x="1720794" y="502790"/>
                </a:lnTo>
                <a:lnTo>
                  <a:pt x="1696936" y="507147"/>
                </a:lnTo>
                <a:lnTo>
                  <a:pt x="1687656" y="507427"/>
                </a:lnTo>
                <a:lnTo>
                  <a:pt x="1678456" y="507147"/>
                </a:lnTo>
                <a:cubicBezTo>
                  <a:pt x="1633891" y="504380"/>
                  <a:pt x="1610048" y="481581"/>
                  <a:pt x="1588259" y="460316"/>
                </a:cubicBezTo>
                <a:cubicBezTo>
                  <a:pt x="1567905" y="440977"/>
                  <a:pt x="1548904" y="422974"/>
                  <a:pt x="1515254" y="418775"/>
                </a:cubicBezTo>
                <a:lnTo>
                  <a:pt x="1499902" y="417857"/>
                </a:lnTo>
                <a:lnTo>
                  <a:pt x="1484938" y="418752"/>
                </a:lnTo>
                <a:cubicBezTo>
                  <a:pt x="1452117" y="422847"/>
                  <a:pt x="1433131" y="440468"/>
                  <a:pt x="1412811" y="460316"/>
                </a:cubicBezTo>
                <a:cubicBezTo>
                  <a:pt x="1389009" y="482999"/>
                  <a:pt x="1363465" y="507427"/>
                  <a:pt x="1312377" y="507427"/>
                </a:cubicBezTo>
                <a:cubicBezTo>
                  <a:pt x="1261869" y="507427"/>
                  <a:pt x="1236325" y="482999"/>
                  <a:pt x="1213103" y="460316"/>
                </a:cubicBezTo>
                <a:cubicBezTo>
                  <a:pt x="1192784" y="440977"/>
                  <a:pt x="1173800" y="422974"/>
                  <a:pt x="1140203" y="418775"/>
                </a:cubicBezTo>
                <a:lnTo>
                  <a:pt x="1124860" y="417857"/>
                </a:lnTo>
                <a:lnTo>
                  <a:pt x="1109907" y="418752"/>
                </a:lnTo>
                <a:cubicBezTo>
                  <a:pt x="1077083" y="422847"/>
                  <a:pt x="1058099" y="440468"/>
                  <a:pt x="1037780" y="460316"/>
                </a:cubicBezTo>
                <a:cubicBezTo>
                  <a:pt x="1014563" y="482999"/>
                  <a:pt x="988431" y="507427"/>
                  <a:pt x="937343" y="507427"/>
                </a:cubicBezTo>
                <a:cubicBezTo>
                  <a:pt x="887352" y="507427"/>
                  <a:pt x="861195" y="482999"/>
                  <a:pt x="837942" y="460316"/>
                </a:cubicBezTo>
                <a:cubicBezTo>
                  <a:pt x="817603" y="440977"/>
                  <a:pt x="798587" y="422974"/>
                  <a:pt x="764952" y="418775"/>
                </a:cubicBezTo>
                <a:lnTo>
                  <a:pt x="749586" y="417857"/>
                </a:lnTo>
                <a:lnTo>
                  <a:pt x="734638" y="418752"/>
                </a:lnTo>
                <a:cubicBezTo>
                  <a:pt x="701811" y="422847"/>
                  <a:pt x="682831" y="440468"/>
                  <a:pt x="662511" y="460316"/>
                </a:cubicBezTo>
                <a:cubicBezTo>
                  <a:pt x="639282" y="482999"/>
                  <a:pt x="613157" y="507427"/>
                  <a:pt x="562069" y="507427"/>
                </a:cubicBezTo>
                <a:cubicBezTo>
                  <a:pt x="512115" y="507427"/>
                  <a:pt x="485977" y="482999"/>
                  <a:pt x="462743" y="460316"/>
                </a:cubicBezTo>
                <a:cubicBezTo>
                  <a:pt x="439508" y="438214"/>
                  <a:pt x="418017" y="417857"/>
                  <a:pt x="375034" y="417857"/>
                </a:cubicBezTo>
                <a:cubicBezTo>
                  <a:pt x="332073" y="417857"/>
                  <a:pt x="310593" y="437632"/>
                  <a:pt x="287371" y="460316"/>
                </a:cubicBezTo>
                <a:cubicBezTo>
                  <a:pt x="264149" y="482999"/>
                  <a:pt x="238024" y="507427"/>
                  <a:pt x="187517" y="507427"/>
                </a:cubicBezTo>
                <a:cubicBezTo>
                  <a:pt x="137009" y="507427"/>
                  <a:pt x="111465" y="482999"/>
                  <a:pt x="87663" y="460316"/>
                </a:cubicBezTo>
                <a:cubicBezTo>
                  <a:pt x="64441" y="438214"/>
                  <a:pt x="42960" y="417857"/>
                  <a:pt x="0" y="417857"/>
                </a:cubicBezTo>
                <a:close/>
                <a:moveTo>
                  <a:pt x="0" y="299931"/>
                </a:moveTo>
                <a:cubicBezTo>
                  <a:pt x="50507" y="299931"/>
                  <a:pt x="76632" y="324917"/>
                  <a:pt x="99855" y="347579"/>
                </a:cubicBezTo>
                <a:cubicBezTo>
                  <a:pt x="123076" y="369660"/>
                  <a:pt x="144556" y="389998"/>
                  <a:pt x="187517" y="389998"/>
                </a:cubicBezTo>
                <a:cubicBezTo>
                  <a:pt x="230477" y="389998"/>
                  <a:pt x="251957" y="369660"/>
                  <a:pt x="275179" y="347579"/>
                </a:cubicBezTo>
                <a:cubicBezTo>
                  <a:pt x="298982" y="324917"/>
                  <a:pt x="324526" y="299931"/>
                  <a:pt x="375034" y="299931"/>
                </a:cubicBezTo>
                <a:cubicBezTo>
                  <a:pt x="425568" y="299931"/>
                  <a:pt x="451706" y="324917"/>
                  <a:pt x="474941" y="347579"/>
                </a:cubicBezTo>
                <a:cubicBezTo>
                  <a:pt x="498175" y="369660"/>
                  <a:pt x="519667" y="389998"/>
                  <a:pt x="562069" y="389998"/>
                </a:cubicBezTo>
                <a:cubicBezTo>
                  <a:pt x="605610" y="389998"/>
                  <a:pt x="627090" y="369660"/>
                  <a:pt x="650315" y="347579"/>
                </a:cubicBezTo>
                <a:cubicBezTo>
                  <a:pt x="672083" y="326333"/>
                  <a:pt x="696405" y="303045"/>
                  <a:pt x="740506" y="300217"/>
                </a:cubicBezTo>
                <a:lnTo>
                  <a:pt x="749586" y="299931"/>
                </a:lnTo>
                <a:lnTo>
                  <a:pt x="758889" y="300217"/>
                </a:lnTo>
                <a:cubicBezTo>
                  <a:pt x="803998" y="303045"/>
                  <a:pt x="828351" y="326333"/>
                  <a:pt x="850154" y="347579"/>
                </a:cubicBezTo>
                <a:cubicBezTo>
                  <a:pt x="873408" y="369660"/>
                  <a:pt x="894909" y="389998"/>
                  <a:pt x="937343" y="389998"/>
                </a:cubicBezTo>
                <a:cubicBezTo>
                  <a:pt x="980892" y="389998"/>
                  <a:pt x="1002368" y="369660"/>
                  <a:pt x="1025586" y="347579"/>
                </a:cubicBezTo>
                <a:cubicBezTo>
                  <a:pt x="1047357" y="326333"/>
                  <a:pt x="1071175" y="303045"/>
                  <a:pt x="1115684" y="300217"/>
                </a:cubicBezTo>
                <a:lnTo>
                  <a:pt x="1124860" y="299931"/>
                </a:lnTo>
                <a:lnTo>
                  <a:pt x="1134151" y="300217"/>
                </a:lnTo>
                <a:cubicBezTo>
                  <a:pt x="1179136" y="303045"/>
                  <a:pt x="1202980" y="326333"/>
                  <a:pt x="1225295" y="347579"/>
                </a:cubicBezTo>
                <a:cubicBezTo>
                  <a:pt x="1248517" y="369660"/>
                  <a:pt x="1270006" y="389998"/>
                  <a:pt x="1312377" y="389998"/>
                </a:cubicBezTo>
                <a:cubicBezTo>
                  <a:pt x="1355923" y="389998"/>
                  <a:pt x="1377398" y="369660"/>
                  <a:pt x="1400620" y="347579"/>
                </a:cubicBezTo>
                <a:cubicBezTo>
                  <a:pt x="1422391" y="326333"/>
                  <a:pt x="1446206" y="303045"/>
                  <a:pt x="1490715" y="300217"/>
                </a:cubicBezTo>
                <a:lnTo>
                  <a:pt x="1499902" y="299931"/>
                </a:lnTo>
                <a:lnTo>
                  <a:pt x="1509200" y="300217"/>
                </a:lnTo>
                <a:cubicBezTo>
                  <a:pt x="1554240" y="303045"/>
                  <a:pt x="1578118" y="326333"/>
                  <a:pt x="1600457" y="347579"/>
                </a:cubicBezTo>
                <a:cubicBezTo>
                  <a:pt x="1620811" y="366900"/>
                  <a:pt x="1639813" y="384886"/>
                  <a:pt x="1672675" y="389081"/>
                </a:cubicBezTo>
                <a:lnTo>
                  <a:pt x="1687656" y="389998"/>
                </a:lnTo>
                <a:lnTo>
                  <a:pt x="1702991" y="389081"/>
                </a:lnTo>
                <a:lnTo>
                  <a:pt x="1720794" y="382602"/>
                </a:lnTo>
                <a:lnTo>
                  <a:pt x="1720794" y="403280"/>
                </a:lnTo>
                <a:lnTo>
                  <a:pt x="1696936" y="407725"/>
                </a:lnTo>
                <a:lnTo>
                  <a:pt x="1687656" y="408011"/>
                </a:lnTo>
                <a:lnTo>
                  <a:pt x="1678456" y="407725"/>
                </a:lnTo>
                <a:cubicBezTo>
                  <a:pt x="1633891" y="404897"/>
                  <a:pt x="1610048" y="381609"/>
                  <a:pt x="1588259" y="360363"/>
                </a:cubicBezTo>
                <a:cubicBezTo>
                  <a:pt x="1567905" y="341042"/>
                  <a:pt x="1548904" y="323056"/>
                  <a:pt x="1515254" y="318861"/>
                </a:cubicBezTo>
                <a:lnTo>
                  <a:pt x="1499902" y="317944"/>
                </a:lnTo>
                <a:lnTo>
                  <a:pt x="1484938" y="318861"/>
                </a:lnTo>
                <a:cubicBezTo>
                  <a:pt x="1452117" y="323056"/>
                  <a:pt x="1433131" y="341042"/>
                  <a:pt x="1412811" y="360363"/>
                </a:cubicBezTo>
                <a:cubicBezTo>
                  <a:pt x="1389009" y="383025"/>
                  <a:pt x="1363465" y="408011"/>
                  <a:pt x="1312377" y="408011"/>
                </a:cubicBezTo>
                <a:cubicBezTo>
                  <a:pt x="1261869" y="408011"/>
                  <a:pt x="1236325" y="383025"/>
                  <a:pt x="1213103" y="360363"/>
                </a:cubicBezTo>
                <a:cubicBezTo>
                  <a:pt x="1192784" y="341042"/>
                  <a:pt x="1173800" y="323056"/>
                  <a:pt x="1140203" y="318861"/>
                </a:cubicBezTo>
                <a:lnTo>
                  <a:pt x="1124860" y="317944"/>
                </a:lnTo>
                <a:lnTo>
                  <a:pt x="1109907" y="318861"/>
                </a:lnTo>
                <a:cubicBezTo>
                  <a:pt x="1077083" y="323056"/>
                  <a:pt x="1058099" y="341042"/>
                  <a:pt x="1037780" y="360363"/>
                </a:cubicBezTo>
                <a:cubicBezTo>
                  <a:pt x="1014563" y="383025"/>
                  <a:pt x="988431" y="408011"/>
                  <a:pt x="937343" y="408011"/>
                </a:cubicBezTo>
                <a:cubicBezTo>
                  <a:pt x="887352" y="408011"/>
                  <a:pt x="861195" y="383025"/>
                  <a:pt x="837942" y="360363"/>
                </a:cubicBezTo>
                <a:cubicBezTo>
                  <a:pt x="817603" y="341042"/>
                  <a:pt x="798587" y="323056"/>
                  <a:pt x="764952" y="318861"/>
                </a:cubicBezTo>
                <a:lnTo>
                  <a:pt x="749586" y="317944"/>
                </a:lnTo>
                <a:lnTo>
                  <a:pt x="734638" y="318861"/>
                </a:lnTo>
                <a:cubicBezTo>
                  <a:pt x="701811" y="323056"/>
                  <a:pt x="682831" y="341042"/>
                  <a:pt x="662511" y="360363"/>
                </a:cubicBezTo>
                <a:cubicBezTo>
                  <a:pt x="639282" y="383025"/>
                  <a:pt x="613157" y="408011"/>
                  <a:pt x="562069" y="408011"/>
                </a:cubicBezTo>
                <a:cubicBezTo>
                  <a:pt x="512115" y="408011"/>
                  <a:pt x="485977" y="383025"/>
                  <a:pt x="462743" y="360363"/>
                </a:cubicBezTo>
                <a:cubicBezTo>
                  <a:pt x="439508" y="338282"/>
                  <a:pt x="418017" y="317944"/>
                  <a:pt x="375034" y="317944"/>
                </a:cubicBezTo>
                <a:cubicBezTo>
                  <a:pt x="332073" y="317944"/>
                  <a:pt x="310593" y="338282"/>
                  <a:pt x="287371" y="360363"/>
                </a:cubicBezTo>
                <a:cubicBezTo>
                  <a:pt x="264149" y="383025"/>
                  <a:pt x="238024" y="408011"/>
                  <a:pt x="187517" y="408011"/>
                </a:cubicBezTo>
                <a:cubicBezTo>
                  <a:pt x="137009" y="408011"/>
                  <a:pt x="111465" y="383025"/>
                  <a:pt x="87663" y="360363"/>
                </a:cubicBezTo>
                <a:cubicBezTo>
                  <a:pt x="64441" y="338282"/>
                  <a:pt x="42960" y="317944"/>
                  <a:pt x="0" y="317944"/>
                </a:cubicBezTo>
                <a:close/>
                <a:moveTo>
                  <a:pt x="0" y="200515"/>
                </a:moveTo>
                <a:cubicBezTo>
                  <a:pt x="50507" y="200515"/>
                  <a:pt x="76632" y="225469"/>
                  <a:pt x="99855" y="247521"/>
                </a:cubicBezTo>
                <a:cubicBezTo>
                  <a:pt x="123076" y="270154"/>
                  <a:pt x="144556" y="289884"/>
                  <a:pt x="187517" y="289884"/>
                </a:cubicBezTo>
                <a:cubicBezTo>
                  <a:pt x="230477" y="289884"/>
                  <a:pt x="251957" y="270154"/>
                  <a:pt x="275179" y="247521"/>
                </a:cubicBezTo>
                <a:cubicBezTo>
                  <a:pt x="298982" y="225469"/>
                  <a:pt x="324526" y="200515"/>
                  <a:pt x="375034" y="200515"/>
                </a:cubicBezTo>
                <a:cubicBezTo>
                  <a:pt x="425568" y="200515"/>
                  <a:pt x="451706" y="225469"/>
                  <a:pt x="474941" y="247521"/>
                </a:cubicBezTo>
                <a:cubicBezTo>
                  <a:pt x="498175" y="270154"/>
                  <a:pt x="519667" y="289884"/>
                  <a:pt x="562069" y="289884"/>
                </a:cubicBezTo>
                <a:cubicBezTo>
                  <a:pt x="605610" y="289884"/>
                  <a:pt x="627090" y="270154"/>
                  <a:pt x="650315" y="247521"/>
                </a:cubicBezTo>
                <a:cubicBezTo>
                  <a:pt x="672083" y="226847"/>
                  <a:pt x="696405" y="203623"/>
                  <a:pt x="740506" y="200801"/>
                </a:cubicBezTo>
                <a:lnTo>
                  <a:pt x="749586" y="200515"/>
                </a:lnTo>
                <a:lnTo>
                  <a:pt x="758889" y="200801"/>
                </a:lnTo>
                <a:cubicBezTo>
                  <a:pt x="803998" y="203623"/>
                  <a:pt x="828351" y="226847"/>
                  <a:pt x="850154" y="247521"/>
                </a:cubicBezTo>
                <a:cubicBezTo>
                  <a:pt x="873408" y="270154"/>
                  <a:pt x="894909" y="289884"/>
                  <a:pt x="937343" y="289884"/>
                </a:cubicBezTo>
                <a:cubicBezTo>
                  <a:pt x="980892" y="289884"/>
                  <a:pt x="1002368" y="270154"/>
                  <a:pt x="1025586" y="247521"/>
                </a:cubicBezTo>
                <a:cubicBezTo>
                  <a:pt x="1047357" y="226847"/>
                  <a:pt x="1071175" y="203623"/>
                  <a:pt x="1115684" y="200801"/>
                </a:cubicBezTo>
                <a:lnTo>
                  <a:pt x="1124860" y="200515"/>
                </a:lnTo>
                <a:lnTo>
                  <a:pt x="1134151" y="200801"/>
                </a:lnTo>
                <a:cubicBezTo>
                  <a:pt x="1179136" y="203623"/>
                  <a:pt x="1202980" y="226847"/>
                  <a:pt x="1225295" y="247521"/>
                </a:cubicBezTo>
                <a:cubicBezTo>
                  <a:pt x="1248517" y="270154"/>
                  <a:pt x="1270006" y="289884"/>
                  <a:pt x="1312377" y="289884"/>
                </a:cubicBezTo>
                <a:cubicBezTo>
                  <a:pt x="1355923" y="289884"/>
                  <a:pt x="1377398" y="270154"/>
                  <a:pt x="1400620" y="247521"/>
                </a:cubicBezTo>
                <a:cubicBezTo>
                  <a:pt x="1422391" y="226847"/>
                  <a:pt x="1446206" y="203623"/>
                  <a:pt x="1490715" y="200801"/>
                </a:cubicBezTo>
                <a:lnTo>
                  <a:pt x="1499902" y="200515"/>
                </a:lnTo>
                <a:lnTo>
                  <a:pt x="1509200" y="200801"/>
                </a:lnTo>
                <a:cubicBezTo>
                  <a:pt x="1554240" y="203623"/>
                  <a:pt x="1578118" y="226847"/>
                  <a:pt x="1600457" y="247521"/>
                </a:cubicBezTo>
                <a:cubicBezTo>
                  <a:pt x="1620811" y="267325"/>
                  <a:pt x="1639813" y="284906"/>
                  <a:pt x="1672675" y="288992"/>
                </a:cubicBezTo>
                <a:lnTo>
                  <a:pt x="1687656" y="289884"/>
                </a:lnTo>
                <a:lnTo>
                  <a:pt x="1702991" y="288992"/>
                </a:lnTo>
                <a:lnTo>
                  <a:pt x="1720794" y="282616"/>
                </a:lnTo>
                <a:lnTo>
                  <a:pt x="1720794" y="300342"/>
                </a:lnTo>
                <a:lnTo>
                  <a:pt x="1696936" y="307595"/>
                </a:lnTo>
                <a:lnTo>
                  <a:pt x="1687656" y="307874"/>
                </a:lnTo>
                <a:lnTo>
                  <a:pt x="1678456" y="307595"/>
                </a:lnTo>
                <a:cubicBezTo>
                  <a:pt x="1633891" y="304834"/>
                  <a:pt x="1610048" y="282086"/>
                  <a:pt x="1588259" y="260868"/>
                </a:cubicBezTo>
                <a:cubicBezTo>
                  <a:pt x="1567905" y="241065"/>
                  <a:pt x="1548904" y="223483"/>
                  <a:pt x="1515254" y="219397"/>
                </a:cubicBezTo>
                <a:lnTo>
                  <a:pt x="1499902" y="218505"/>
                </a:lnTo>
                <a:lnTo>
                  <a:pt x="1484938" y="219397"/>
                </a:lnTo>
                <a:cubicBezTo>
                  <a:pt x="1452117" y="223483"/>
                  <a:pt x="1433131" y="241065"/>
                  <a:pt x="1412811" y="260868"/>
                </a:cubicBezTo>
                <a:cubicBezTo>
                  <a:pt x="1389009" y="283501"/>
                  <a:pt x="1363465" y="307874"/>
                  <a:pt x="1312377" y="307874"/>
                </a:cubicBezTo>
                <a:cubicBezTo>
                  <a:pt x="1261869" y="307874"/>
                  <a:pt x="1236325" y="283501"/>
                  <a:pt x="1213103" y="260868"/>
                </a:cubicBezTo>
                <a:cubicBezTo>
                  <a:pt x="1192784" y="241065"/>
                  <a:pt x="1173800" y="223483"/>
                  <a:pt x="1140203" y="219397"/>
                </a:cubicBezTo>
                <a:lnTo>
                  <a:pt x="1124860" y="218505"/>
                </a:lnTo>
                <a:lnTo>
                  <a:pt x="1109907" y="219397"/>
                </a:lnTo>
                <a:cubicBezTo>
                  <a:pt x="1077083" y="223483"/>
                  <a:pt x="1058099" y="241065"/>
                  <a:pt x="1037780" y="260868"/>
                </a:cubicBezTo>
                <a:cubicBezTo>
                  <a:pt x="1014563" y="283501"/>
                  <a:pt x="988431" y="307874"/>
                  <a:pt x="937343" y="307874"/>
                </a:cubicBezTo>
                <a:cubicBezTo>
                  <a:pt x="887352" y="307874"/>
                  <a:pt x="861195" y="283501"/>
                  <a:pt x="837942" y="260868"/>
                </a:cubicBezTo>
                <a:cubicBezTo>
                  <a:pt x="817603" y="241065"/>
                  <a:pt x="798587" y="223483"/>
                  <a:pt x="764952" y="219397"/>
                </a:cubicBezTo>
                <a:lnTo>
                  <a:pt x="749586" y="218505"/>
                </a:lnTo>
                <a:lnTo>
                  <a:pt x="734638" y="219397"/>
                </a:lnTo>
                <a:cubicBezTo>
                  <a:pt x="701811" y="223483"/>
                  <a:pt x="682831" y="241065"/>
                  <a:pt x="662511" y="260868"/>
                </a:cubicBezTo>
                <a:cubicBezTo>
                  <a:pt x="639282" y="283501"/>
                  <a:pt x="613157" y="307874"/>
                  <a:pt x="562069" y="307874"/>
                </a:cubicBezTo>
                <a:cubicBezTo>
                  <a:pt x="512115" y="307874"/>
                  <a:pt x="485977" y="283501"/>
                  <a:pt x="462743" y="260868"/>
                </a:cubicBezTo>
                <a:cubicBezTo>
                  <a:pt x="439508" y="238236"/>
                  <a:pt x="418017" y="218505"/>
                  <a:pt x="375034" y="218505"/>
                </a:cubicBezTo>
                <a:cubicBezTo>
                  <a:pt x="332073" y="218505"/>
                  <a:pt x="310593" y="238236"/>
                  <a:pt x="287371" y="260868"/>
                </a:cubicBezTo>
                <a:cubicBezTo>
                  <a:pt x="264149" y="283501"/>
                  <a:pt x="238024" y="307874"/>
                  <a:pt x="187517" y="307874"/>
                </a:cubicBezTo>
                <a:cubicBezTo>
                  <a:pt x="137009" y="307874"/>
                  <a:pt x="111465" y="283501"/>
                  <a:pt x="87663" y="260868"/>
                </a:cubicBezTo>
                <a:cubicBezTo>
                  <a:pt x="64441" y="238236"/>
                  <a:pt x="42960" y="218505"/>
                  <a:pt x="0" y="218505"/>
                </a:cubicBezTo>
                <a:close/>
                <a:moveTo>
                  <a:pt x="0" y="99897"/>
                </a:moveTo>
                <a:cubicBezTo>
                  <a:pt x="50507" y="99897"/>
                  <a:pt x="76632" y="124325"/>
                  <a:pt x="99855" y="147008"/>
                </a:cubicBezTo>
                <a:cubicBezTo>
                  <a:pt x="123076" y="169691"/>
                  <a:pt x="144556" y="189466"/>
                  <a:pt x="187517" y="189466"/>
                </a:cubicBezTo>
                <a:cubicBezTo>
                  <a:pt x="230477" y="189466"/>
                  <a:pt x="251957" y="169691"/>
                  <a:pt x="275179" y="147008"/>
                </a:cubicBezTo>
                <a:cubicBezTo>
                  <a:pt x="298982" y="124906"/>
                  <a:pt x="324526" y="99897"/>
                  <a:pt x="375034" y="99897"/>
                </a:cubicBezTo>
                <a:cubicBezTo>
                  <a:pt x="425568" y="99897"/>
                  <a:pt x="451706" y="124325"/>
                  <a:pt x="474941" y="147008"/>
                </a:cubicBezTo>
                <a:cubicBezTo>
                  <a:pt x="498175" y="169691"/>
                  <a:pt x="519667" y="189466"/>
                  <a:pt x="562069" y="189466"/>
                </a:cubicBezTo>
                <a:cubicBezTo>
                  <a:pt x="605610" y="189466"/>
                  <a:pt x="627090" y="169691"/>
                  <a:pt x="650315" y="147008"/>
                </a:cubicBezTo>
                <a:cubicBezTo>
                  <a:pt x="672083" y="126288"/>
                  <a:pt x="696405" y="103012"/>
                  <a:pt x="740506" y="100183"/>
                </a:cubicBezTo>
                <a:lnTo>
                  <a:pt x="749586" y="99897"/>
                </a:lnTo>
                <a:lnTo>
                  <a:pt x="758889" y="100176"/>
                </a:lnTo>
                <a:cubicBezTo>
                  <a:pt x="803998" y="102943"/>
                  <a:pt x="828351" y="125742"/>
                  <a:pt x="850154" y="147008"/>
                </a:cubicBezTo>
                <a:cubicBezTo>
                  <a:pt x="873408" y="169691"/>
                  <a:pt x="894909" y="189466"/>
                  <a:pt x="937343" y="189466"/>
                </a:cubicBezTo>
                <a:cubicBezTo>
                  <a:pt x="980892" y="189466"/>
                  <a:pt x="1002368" y="169691"/>
                  <a:pt x="1025586" y="147008"/>
                </a:cubicBezTo>
                <a:cubicBezTo>
                  <a:pt x="1047357" y="126288"/>
                  <a:pt x="1071175" y="103012"/>
                  <a:pt x="1115684" y="100183"/>
                </a:cubicBezTo>
                <a:lnTo>
                  <a:pt x="1124860" y="99897"/>
                </a:lnTo>
                <a:lnTo>
                  <a:pt x="1134151" y="100176"/>
                </a:lnTo>
                <a:cubicBezTo>
                  <a:pt x="1179136" y="102943"/>
                  <a:pt x="1202980" y="125742"/>
                  <a:pt x="1225295" y="147008"/>
                </a:cubicBezTo>
                <a:cubicBezTo>
                  <a:pt x="1248517" y="169691"/>
                  <a:pt x="1270006" y="189466"/>
                  <a:pt x="1312377" y="189466"/>
                </a:cubicBezTo>
                <a:cubicBezTo>
                  <a:pt x="1355923" y="189466"/>
                  <a:pt x="1377398" y="169691"/>
                  <a:pt x="1400620" y="147008"/>
                </a:cubicBezTo>
                <a:cubicBezTo>
                  <a:pt x="1422391" y="126288"/>
                  <a:pt x="1446206" y="103012"/>
                  <a:pt x="1490715" y="100183"/>
                </a:cubicBezTo>
                <a:lnTo>
                  <a:pt x="1499902" y="99897"/>
                </a:lnTo>
                <a:lnTo>
                  <a:pt x="1509200" y="100176"/>
                </a:lnTo>
                <a:cubicBezTo>
                  <a:pt x="1554240" y="102943"/>
                  <a:pt x="1578118" y="125742"/>
                  <a:pt x="1600457" y="147008"/>
                </a:cubicBezTo>
                <a:cubicBezTo>
                  <a:pt x="1620811" y="166855"/>
                  <a:pt x="1639813" y="184477"/>
                  <a:pt x="1672675" y="188572"/>
                </a:cubicBezTo>
                <a:lnTo>
                  <a:pt x="1687656" y="189466"/>
                </a:lnTo>
                <a:lnTo>
                  <a:pt x="1702991" y="188572"/>
                </a:lnTo>
                <a:lnTo>
                  <a:pt x="1720794" y="182181"/>
                </a:lnTo>
                <a:lnTo>
                  <a:pt x="1720794" y="202859"/>
                </a:lnTo>
                <a:lnTo>
                  <a:pt x="1696936" y="207216"/>
                </a:lnTo>
                <a:lnTo>
                  <a:pt x="1687656" y="207496"/>
                </a:lnTo>
                <a:lnTo>
                  <a:pt x="1678456" y="207216"/>
                </a:lnTo>
                <a:cubicBezTo>
                  <a:pt x="1633891" y="204450"/>
                  <a:pt x="1610048" y="181650"/>
                  <a:pt x="1588259" y="160385"/>
                </a:cubicBezTo>
                <a:cubicBezTo>
                  <a:pt x="1567905" y="140537"/>
                  <a:pt x="1548904" y="122916"/>
                  <a:pt x="1515254" y="118821"/>
                </a:cubicBezTo>
                <a:lnTo>
                  <a:pt x="1499902" y="117927"/>
                </a:lnTo>
                <a:lnTo>
                  <a:pt x="1484938" y="118821"/>
                </a:lnTo>
                <a:cubicBezTo>
                  <a:pt x="1452117" y="122916"/>
                  <a:pt x="1433131" y="140537"/>
                  <a:pt x="1412811" y="160385"/>
                </a:cubicBezTo>
                <a:cubicBezTo>
                  <a:pt x="1389009" y="183068"/>
                  <a:pt x="1363465" y="207496"/>
                  <a:pt x="1312377" y="207496"/>
                </a:cubicBezTo>
                <a:cubicBezTo>
                  <a:pt x="1261869" y="207496"/>
                  <a:pt x="1236325" y="183068"/>
                  <a:pt x="1213103" y="160385"/>
                </a:cubicBezTo>
                <a:cubicBezTo>
                  <a:pt x="1192784" y="140537"/>
                  <a:pt x="1173800" y="122916"/>
                  <a:pt x="1140203" y="118821"/>
                </a:cubicBezTo>
                <a:lnTo>
                  <a:pt x="1124860" y="117927"/>
                </a:lnTo>
                <a:lnTo>
                  <a:pt x="1109907" y="118821"/>
                </a:lnTo>
                <a:cubicBezTo>
                  <a:pt x="1077083" y="122916"/>
                  <a:pt x="1058099" y="140537"/>
                  <a:pt x="1037780" y="160385"/>
                </a:cubicBezTo>
                <a:cubicBezTo>
                  <a:pt x="1014563" y="183068"/>
                  <a:pt x="988431" y="207496"/>
                  <a:pt x="937343" y="207496"/>
                </a:cubicBezTo>
                <a:cubicBezTo>
                  <a:pt x="887352" y="207496"/>
                  <a:pt x="861195" y="183068"/>
                  <a:pt x="837942" y="160385"/>
                </a:cubicBezTo>
                <a:cubicBezTo>
                  <a:pt x="817603" y="140537"/>
                  <a:pt x="798587" y="122916"/>
                  <a:pt x="764952" y="118821"/>
                </a:cubicBezTo>
                <a:lnTo>
                  <a:pt x="749586" y="117927"/>
                </a:lnTo>
                <a:lnTo>
                  <a:pt x="734638" y="118821"/>
                </a:lnTo>
                <a:cubicBezTo>
                  <a:pt x="701811" y="122916"/>
                  <a:pt x="682831" y="140537"/>
                  <a:pt x="662511" y="160385"/>
                </a:cubicBezTo>
                <a:cubicBezTo>
                  <a:pt x="639282" y="183068"/>
                  <a:pt x="613157" y="207496"/>
                  <a:pt x="562069" y="207496"/>
                </a:cubicBezTo>
                <a:cubicBezTo>
                  <a:pt x="512115" y="207496"/>
                  <a:pt x="485977" y="183068"/>
                  <a:pt x="462743" y="160385"/>
                </a:cubicBezTo>
                <a:cubicBezTo>
                  <a:pt x="439508" y="137702"/>
                  <a:pt x="418017" y="117927"/>
                  <a:pt x="375034" y="117927"/>
                </a:cubicBezTo>
                <a:cubicBezTo>
                  <a:pt x="332073" y="117927"/>
                  <a:pt x="310593" y="137702"/>
                  <a:pt x="287371" y="160385"/>
                </a:cubicBezTo>
                <a:cubicBezTo>
                  <a:pt x="264149" y="183068"/>
                  <a:pt x="238024" y="207496"/>
                  <a:pt x="187517" y="207496"/>
                </a:cubicBezTo>
                <a:cubicBezTo>
                  <a:pt x="137009" y="207496"/>
                  <a:pt x="111465" y="183068"/>
                  <a:pt x="87663" y="160385"/>
                </a:cubicBezTo>
                <a:cubicBezTo>
                  <a:pt x="64441" y="137702"/>
                  <a:pt x="42960" y="117927"/>
                  <a:pt x="0" y="117927"/>
                </a:cubicBezTo>
                <a:close/>
                <a:moveTo>
                  <a:pt x="0" y="0"/>
                </a:moveTo>
                <a:cubicBezTo>
                  <a:pt x="50507" y="0"/>
                  <a:pt x="76632" y="24986"/>
                  <a:pt x="99855" y="47649"/>
                </a:cubicBezTo>
                <a:cubicBezTo>
                  <a:pt x="123076" y="69730"/>
                  <a:pt x="144556" y="90067"/>
                  <a:pt x="187517" y="90067"/>
                </a:cubicBezTo>
                <a:cubicBezTo>
                  <a:pt x="230477" y="90067"/>
                  <a:pt x="251957" y="69730"/>
                  <a:pt x="275179" y="47649"/>
                </a:cubicBezTo>
                <a:cubicBezTo>
                  <a:pt x="298982" y="24986"/>
                  <a:pt x="324526" y="0"/>
                  <a:pt x="375034" y="0"/>
                </a:cubicBezTo>
                <a:cubicBezTo>
                  <a:pt x="425568" y="0"/>
                  <a:pt x="451706" y="24986"/>
                  <a:pt x="474941" y="47649"/>
                </a:cubicBezTo>
                <a:cubicBezTo>
                  <a:pt x="498175" y="69730"/>
                  <a:pt x="519667" y="90067"/>
                  <a:pt x="562069" y="90067"/>
                </a:cubicBezTo>
                <a:cubicBezTo>
                  <a:pt x="605610" y="90067"/>
                  <a:pt x="627090" y="69730"/>
                  <a:pt x="650315" y="47649"/>
                </a:cubicBezTo>
                <a:cubicBezTo>
                  <a:pt x="672083" y="26403"/>
                  <a:pt x="696405" y="3114"/>
                  <a:pt x="740506" y="286"/>
                </a:cubicBezTo>
                <a:lnTo>
                  <a:pt x="749586" y="0"/>
                </a:lnTo>
                <a:cubicBezTo>
                  <a:pt x="800739" y="0"/>
                  <a:pt x="826901" y="24986"/>
                  <a:pt x="850154" y="47649"/>
                </a:cubicBezTo>
                <a:cubicBezTo>
                  <a:pt x="873408" y="69730"/>
                  <a:pt x="894909" y="90067"/>
                  <a:pt x="937343" y="90067"/>
                </a:cubicBezTo>
                <a:cubicBezTo>
                  <a:pt x="980892" y="90067"/>
                  <a:pt x="1002368" y="69730"/>
                  <a:pt x="1025586" y="47649"/>
                </a:cubicBezTo>
                <a:cubicBezTo>
                  <a:pt x="1047357" y="26403"/>
                  <a:pt x="1071175" y="3114"/>
                  <a:pt x="1115684" y="286"/>
                </a:cubicBezTo>
                <a:lnTo>
                  <a:pt x="1124860" y="0"/>
                </a:lnTo>
                <a:cubicBezTo>
                  <a:pt x="1175948" y="0"/>
                  <a:pt x="1201492" y="24986"/>
                  <a:pt x="1225295" y="47649"/>
                </a:cubicBezTo>
                <a:cubicBezTo>
                  <a:pt x="1248517" y="69730"/>
                  <a:pt x="1270006" y="90067"/>
                  <a:pt x="1312377" y="90067"/>
                </a:cubicBezTo>
                <a:cubicBezTo>
                  <a:pt x="1355923" y="90067"/>
                  <a:pt x="1377398" y="69730"/>
                  <a:pt x="1400620" y="47649"/>
                </a:cubicBezTo>
                <a:cubicBezTo>
                  <a:pt x="1422391" y="26403"/>
                  <a:pt x="1446206" y="3114"/>
                  <a:pt x="1490715" y="286"/>
                </a:cubicBezTo>
                <a:lnTo>
                  <a:pt x="1499902" y="0"/>
                </a:lnTo>
                <a:cubicBezTo>
                  <a:pt x="1551049" y="0"/>
                  <a:pt x="1576632" y="24986"/>
                  <a:pt x="1600457" y="47649"/>
                </a:cubicBezTo>
                <a:cubicBezTo>
                  <a:pt x="1620811" y="66970"/>
                  <a:pt x="1639813" y="84956"/>
                  <a:pt x="1672675" y="89150"/>
                </a:cubicBezTo>
                <a:lnTo>
                  <a:pt x="1687656" y="90067"/>
                </a:lnTo>
                <a:lnTo>
                  <a:pt x="1702991" y="89150"/>
                </a:lnTo>
                <a:lnTo>
                  <a:pt x="1720794" y="82672"/>
                </a:lnTo>
                <a:lnTo>
                  <a:pt x="1720794" y="103349"/>
                </a:lnTo>
                <a:lnTo>
                  <a:pt x="1696936" y="107795"/>
                </a:lnTo>
                <a:lnTo>
                  <a:pt x="1687656" y="108081"/>
                </a:lnTo>
                <a:lnTo>
                  <a:pt x="1678456" y="107795"/>
                </a:lnTo>
                <a:cubicBezTo>
                  <a:pt x="1633891" y="104967"/>
                  <a:pt x="1610048" y="81678"/>
                  <a:pt x="1588259" y="60432"/>
                </a:cubicBezTo>
                <a:cubicBezTo>
                  <a:pt x="1567905" y="41111"/>
                  <a:pt x="1548904" y="23125"/>
                  <a:pt x="1515254" y="18931"/>
                </a:cubicBezTo>
                <a:lnTo>
                  <a:pt x="1499902" y="18014"/>
                </a:lnTo>
                <a:lnTo>
                  <a:pt x="1484938" y="18931"/>
                </a:lnTo>
                <a:cubicBezTo>
                  <a:pt x="1452117" y="23125"/>
                  <a:pt x="1433131" y="41111"/>
                  <a:pt x="1412811" y="60432"/>
                </a:cubicBezTo>
                <a:cubicBezTo>
                  <a:pt x="1389009" y="83095"/>
                  <a:pt x="1363465" y="108081"/>
                  <a:pt x="1312377" y="108081"/>
                </a:cubicBezTo>
                <a:cubicBezTo>
                  <a:pt x="1261869" y="108081"/>
                  <a:pt x="1236325" y="83095"/>
                  <a:pt x="1213103" y="60432"/>
                </a:cubicBezTo>
                <a:cubicBezTo>
                  <a:pt x="1192784" y="41111"/>
                  <a:pt x="1173800" y="23125"/>
                  <a:pt x="1140203" y="18931"/>
                </a:cubicBezTo>
                <a:lnTo>
                  <a:pt x="1124860" y="18014"/>
                </a:lnTo>
                <a:lnTo>
                  <a:pt x="1109907" y="18931"/>
                </a:lnTo>
                <a:cubicBezTo>
                  <a:pt x="1077083" y="23125"/>
                  <a:pt x="1058099" y="41111"/>
                  <a:pt x="1037780" y="60432"/>
                </a:cubicBezTo>
                <a:cubicBezTo>
                  <a:pt x="1014563" y="83095"/>
                  <a:pt x="988431" y="108081"/>
                  <a:pt x="937343" y="108081"/>
                </a:cubicBezTo>
                <a:cubicBezTo>
                  <a:pt x="887352" y="108081"/>
                  <a:pt x="861195" y="83095"/>
                  <a:pt x="837942" y="60432"/>
                </a:cubicBezTo>
                <a:cubicBezTo>
                  <a:pt x="817603" y="41111"/>
                  <a:pt x="798587" y="23125"/>
                  <a:pt x="764952" y="18931"/>
                </a:cubicBezTo>
                <a:lnTo>
                  <a:pt x="749586" y="18014"/>
                </a:lnTo>
                <a:lnTo>
                  <a:pt x="734638" y="18931"/>
                </a:lnTo>
                <a:cubicBezTo>
                  <a:pt x="701811" y="23125"/>
                  <a:pt x="682831" y="41111"/>
                  <a:pt x="662511" y="60432"/>
                </a:cubicBezTo>
                <a:cubicBezTo>
                  <a:pt x="639282" y="83095"/>
                  <a:pt x="613157" y="108081"/>
                  <a:pt x="562069" y="108081"/>
                </a:cubicBezTo>
                <a:cubicBezTo>
                  <a:pt x="512115" y="108081"/>
                  <a:pt x="485977" y="83095"/>
                  <a:pt x="462743" y="60432"/>
                </a:cubicBezTo>
                <a:cubicBezTo>
                  <a:pt x="439508" y="38351"/>
                  <a:pt x="418017" y="18014"/>
                  <a:pt x="375034" y="18014"/>
                </a:cubicBezTo>
                <a:cubicBezTo>
                  <a:pt x="332073" y="18014"/>
                  <a:pt x="310593" y="38351"/>
                  <a:pt x="287371" y="60432"/>
                </a:cubicBezTo>
                <a:cubicBezTo>
                  <a:pt x="264149" y="83095"/>
                  <a:pt x="238024" y="108081"/>
                  <a:pt x="187517" y="108081"/>
                </a:cubicBezTo>
                <a:cubicBezTo>
                  <a:pt x="137009" y="108081"/>
                  <a:pt x="111465" y="83095"/>
                  <a:pt x="87663" y="60432"/>
                </a:cubicBezTo>
                <a:cubicBezTo>
                  <a:pt x="64441" y="38351"/>
                  <a:pt x="42960" y="18014"/>
                  <a:pt x="0" y="1801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492E4DB-D49F-4680-9101-EDF14C821ACF}"/>
              </a:ext>
            </a:extLst>
          </p:cNvPr>
          <p:cNvGrpSpPr/>
          <p:nvPr userDrawn="1"/>
        </p:nvGrpSpPr>
        <p:grpSpPr>
          <a:xfrm rot="5400000">
            <a:off x="11033341" y="2277022"/>
            <a:ext cx="1158658" cy="1158658"/>
            <a:chOff x="13672894" y="6503095"/>
            <a:chExt cx="3240000" cy="3240000"/>
          </a:xfrm>
          <a:solidFill>
            <a:schemeClr val="accent5"/>
          </a:solidFill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007C9B3-022E-4665-A546-32B53C201A2C}"/>
                </a:ext>
              </a:extLst>
            </p:cNvPr>
            <p:cNvSpPr/>
            <p:nvPr/>
          </p:nvSpPr>
          <p:spPr>
            <a:xfrm>
              <a:off x="13672894" y="6503095"/>
              <a:ext cx="3240000" cy="324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GB" sz="2000" noProof="0" dirty="0" err="1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6E4E0FC-5729-4A59-B5E5-08827A4868A5}"/>
                </a:ext>
              </a:extLst>
            </p:cNvPr>
            <p:cNvSpPr/>
            <p:nvPr/>
          </p:nvSpPr>
          <p:spPr>
            <a:xfrm>
              <a:off x="13672894" y="6503095"/>
              <a:ext cx="1620000" cy="3240000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4259AED-06A0-4364-954E-57E6B55958FC}"/>
              </a:ext>
            </a:extLst>
          </p:cNvPr>
          <p:cNvGrpSpPr/>
          <p:nvPr userDrawn="1"/>
        </p:nvGrpSpPr>
        <p:grpSpPr>
          <a:xfrm rot="10800000">
            <a:off x="11041937" y="4575069"/>
            <a:ext cx="1141465" cy="1141664"/>
            <a:chOff x="14745955" y="3429000"/>
            <a:chExt cx="3240001" cy="3240565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9E7BAF9-8F2B-4769-8591-B422296B9ABC}"/>
                </a:ext>
              </a:extLst>
            </p:cNvPr>
            <p:cNvSpPr>
              <a:spLocks/>
            </p:cNvSpPr>
            <p:nvPr/>
          </p:nvSpPr>
          <p:spPr>
            <a:xfrm rot="10800000">
              <a:off x="14745955" y="3429000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DE53701E-E6F7-4176-912D-7E5737C2AC5D}"/>
                </a:ext>
              </a:extLst>
            </p:cNvPr>
            <p:cNvSpPr>
              <a:spLocks/>
            </p:cNvSpPr>
            <p:nvPr/>
          </p:nvSpPr>
          <p:spPr>
            <a:xfrm rot="10800000">
              <a:off x="16365956" y="3429000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AE793EA-1015-411D-9229-C5FC67519042}"/>
              </a:ext>
            </a:extLst>
          </p:cNvPr>
          <p:cNvGrpSpPr/>
          <p:nvPr userDrawn="1"/>
        </p:nvGrpSpPr>
        <p:grpSpPr>
          <a:xfrm>
            <a:off x="9900473" y="3435680"/>
            <a:ext cx="1141465" cy="1141664"/>
            <a:chOff x="8910877" y="178355"/>
            <a:chExt cx="3239999" cy="3240565"/>
          </a:xfrm>
        </p:grpSpPr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E854B6F-30E8-48AF-B3BE-52D7D6E09A56}"/>
                </a:ext>
              </a:extLst>
            </p:cNvPr>
            <p:cNvSpPr>
              <a:spLocks/>
            </p:cNvSpPr>
            <p:nvPr/>
          </p:nvSpPr>
          <p:spPr>
            <a:xfrm rot="10800000">
              <a:off x="10530875" y="178355"/>
              <a:ext cx="1620001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3E1BF2C-61A9-4B51-A2D5-3E712A604144}"/>
                </a:ext>
              </a:extLst>
            </p:cNvPr>
            <p:cNvSpPr>
              <a:spLocks/>
            </p:cNvSpPr>
            <p:nvPr/>
          </p:nvSpPr>
          <p:spPr>
            <a:xfrm>
              <a:off x="8910877" y="178355"/>
              <a:ext cx="1619998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AD13ECA1-35DB-4CCF-836A-E023CCB98AA1}"/>
              </a:ext>
            </a:extLst>
          </p:cNvPr>
          <p:cNvGrpSpPr/>
          <p:nvPr userDrawn="1"/>
        </p:nvGrpSpPr>
        <p:grpSpPr>
          <a:xfrm>
            <a:off x="11041937" y="5716336"/>
            <a:ext cx="1141465" cy="1141664"/>
            <a:chOff x="12150870" y="183894"/>
            <a:chExt cx="3240000" cy="3240565"/>
          </a:xfrm>
        </p:grpSpPr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7151994-EFA9-4140-B95E-E779639F02E8}"/>
                </a:ext>
              </a:extLst>
            </p:cNvPr>
            <p:cNvSpPr>
              <a:spLocks/>
            </p:cNvSpPr>
            <p:nvPr/>
          </p:nvSpPr>
          <p:spPr>
            <a:xfrm rot="10800000">
              <a:off x="13770870" y="183894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72A82E01-CB74-4FB7-8484-CE81A0A9EEE9}"/>
                </a:ext>
              </a:extLst>
            </p:cNvPr>
            <p:cNvSpPr>
              <a:spLocks/>
            </p:cNvSpPr>
            <p:nvPr/>
          </p:nvSpPr>
          <p:spPr>
            <a:xfrm>
              <a:off x="12150870" y="183894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</p:grp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5B250C1E-CFE5-4E4D-BECD-B4B2981C7E5C}"/>
              </a:ext>
            </a:extLst>
          </p:cNvPr>
          <p:cNvSpPr>
            <a:spLocks/>
          </p:cNvSpPr>
          <p:nvPr userDrawn="1"/>
        </p:nvSpPr>
        <p:spPr>
          <a:xfrm rot="10800000">
            <a:off x="11050534" y="1135756"/>
            <a:ext cx="570732" cy="1141664"/>
          </a:xfrm>
          <a:custGeom>
            <a:avLst/>
            <a:gdLst>
              <a:gd name="connsiteX0" fmla="*/ 1620000 w 1620000"/>
              <a:gd name="connsiteY0" fmla="*/ 0 h 3240000"/>
              <a:gd name="connsiteX1" fmla="*/ 1620000 w 1620000"/>
              <a:gd name="connsiteY1" fmla="*/ 3240000 h 3240000"/>
              <a:gd name="connsiteX2" fmla="*/ 0 w 1620000"/>
              <a:gd name="connsiteY2" fmla="*/ 1620000 h 3240000"/>
              <a:gd name="connsiteX3" fmla="*/ 1620000 w 1620000"/>
              <a:gd name="connsiteY3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000" h="3240000">
                <a:moveTo>
                  <a:pt x="1620000" y="0"/>
                </a:moveTo>
                <a:lnTo>
                  <a:pt x="1620000" y="3240000"/>
                </a:ln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E2E129C-4DB5-43FB-B195-1F3D7A6B5BBE}"/>
              </a:ext>
            </a:extLst>
          </p:cNvPr>
          <p:cNvGrpSpPr/>
          <p:nvPr userDrawn="1"/>
        </p:nvGrpSpPr>
        <p:grpSpPr>
          <a:xfrm>
            <a:off x="11050534" y="-3633"/>
            <a:ext cx="1141465" cy="1141664"/>
            <a:chOff x="12150870" y="-9583966"/>
            <a:chExt cx="3240000" cy="3240565"/>
          </a:xfrm>
        </p:grpSpPr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0E994230-7B0C-4493-8673-BF5CD5BEC602}"/>
                </a:ext>
              </a:extLst>
            </p:cNvPr>
            <p:cNvSpPr>
              <a:spLocks/>
            </p:cNvSpPr>
            <p:nvPr/>
          </p:nvSpPr>
          <p:spPr>
            <a:xfrm rot="10800000">
              <a:off x="13770870" y="-9583966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BBE9F7DD-5FA3-44CA-A49B-0D115257CDCB}"/>
                </a:ext>
              </a:extLst>
            </p:cNvPr>
            <p:cNvSpPr>
              <a:spLocks/>
            </p:cNvSpPr>
            <p:nvPr/>
          </p:nvSpPr>
          <p:spPr>
            <a:xfrm>
              <a:off x="12150870" y="-9583966"/>
              <a:ext cx="1620000" cy="3240565"/>
            </a:xfrm>
            <a:custGeom>
              <a:avLst/>
              <a:gdLst>
                <a:gd name="connsiteX0" fmla="*/ 1620000 w 1620000"/>
                <a:gd name="connsiteY0" fmla="*/ 0 h 3240000"/>
                <a:gd name="connsiteX1" fmla="*/ 1620000 w 1620000"/>
                <a:gd name="connsiteY1" fmla="*/ 3240000 h 3240000"/>
                <a:gd name="connsiteX2" fmla="*/ 0 w 1620000"/>
                <a:gd name="connsiteY2" fmla="*/ 1620000 h 3240000"/>
                <a:gd name="connsiteX3" fmla="*/ 1620000 w 1620000"/>
                <a:gd name="connsiteY3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0000" h="3240000">
                  <a:moveTo>
                    <a:pt x="1620000" y="0"/>
                  </a:moveTo>
                  <a:lnTo>
                    <a:pt x="1620000" y="3240000"/>
                  </a:ln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31716291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I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13253D06-7D35-4974-A482-C44FB94293D8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grpSp>
        <p:nvGrpSpPr>
          <p:cNvPr id="40" name="Group 4">
            <a:extLst>
              <a:ext uri="{FF2B5EF4-FFF2-40B4-BE49-F238E27FC236}">
                <a16:creationId xmlns:a16="http://schemas.microsoft.com/office/drawing/2014/main" id="{B1DCACA0-0D0D-47B8-BEFB-40D1F524FAB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2301" y="719138"/>
            <a:ext cx="3192604" cy="452099"/>
            <a:chOff x="441" y="-2489"/>
            <a:chExt cx="5261" cy="745"/>
          </a:xfrm>
          <a:solidFill>
            <a:schemeClr val="accent1"/>
          </a:solidFill>
        </p:grpSpPr>
        <p:sp>
          <p:nvSpPr>
            <p:cNvPr id="42" name="Rectangle 5">
              <a:extLst>
                <a:ext uri="{FF2B5EF4-FFF2-40B4-BE49-F238E27FC236}">
                  <a16:creationId xmlns:a16="http://schemas.microsoft.com/office/drawing/2014/main" id="{8AFCDD2C-D9CE-4D68-901E-2E51174A0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2" y="-2343"/>
              <a:ext cx="41" cy="4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128E8151-4651-45BC-B91A-9E8C70CCB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-2339"/>
              <a:ext cx="185" cy="452"/>
            </a:xfrm>
            <a:custGeom>
              <a:avLst/>
              <a:gdLst>
                <a:gd name="T0" fmla="*/ 376 w 378"/>
                <a:gd name="T1" fmla="*/ 13 h 923"/>
                <a:gd name="T2" fmla="*/ 376 w 378"/>
                <a:gd name="T3" fmla="*/ 94 h 923"/>
                <a:gd name="T4" fmla="*/ 193 w 378"/>
                <a:gd name="T5" fmla="*/ 258 h 923"/>
                <a:gd name="T6" fmla="*/ 193 w 378"/>
                <a:gd name="T7" fmla="*/ 284 h 923"/>
                <a:gd name="T8" fmla="*/ 378 w 378"/>
                <a:gd name="T9" fmla="*/ 284 h 923"/>
                <a:gd name="T10" fmla="*/ 378 w 378"/>
                <a:gd name="T11" fmla="*/ 365 h 923"/>
                <a:gd name="T12" fmla="*/ 193 w 378"/>
                <a:gd name="T13" fmla="*/ 365 h 923"/>
                <a:gd name="T14" fmla="*/ 193 w 378"/>
                <a:gd name="T15" fmla="*/ 923 h 923"/>
                <a:gd name="T16" fmla="*/ 109 w 378"/>
                <a:gd name="T17" fmla="*/ 923 h 923"/>
                <a:gd name="T18" fmla="*/ 109 w 378"/>
                <a:gd name="T19" fmla="*/ 366 h 923"/>
                <a:gd name="T20" fmla="*/ 0 w 378"/>
                <a:gd name="T21" fmla="*/ 366 h 923"/>
                <a:gd name="T22" fmla="*/ 0 w 378"/>
                <a:gd name="T23" fmla="*/ 285 h 923"/>
                <a:gd name="T24" fmla="*/ 109 w 378"/>
                <a:gd name="T25" fmla="*/ 285 h 923"/>
                <a:gd name="T26" fmla="*/ 109 w 378"/>
                <a:gd name="T27" fmla="*/ 259 h 923"/>
                <a:gd name="T28" fmla="*/ 376 w 378"/>
                <a:gd name="T29" fmla="*/ 13 h 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78" h="923">
                  <a:moveTo>
                    <a:pt x="376" y="13"/>
                  </a:moveTo>
                  <a:cubicBezTo>
                    <a:pt x="376" y="94"/>
                    <a:pt x="376" y="94"/>
                    <a:pt x="376" y="94"/>
                  </a:cubicBezTo>
                  <a:cubicBezTo>
                    <a:pt x="251" y="85"/>
                    <a:pt x="191" y="135"/>
                    <a:pt x="193" y="258"/>
                  </a:cubicBezTo>
                  <a:cubicBezTo>
                    <a:pt x="193" y="284"/>
                    <a:pt x="193" y="284"/>
                    <a:pt x="193" y="284"/>
                  </a:cubicBezTo>
                  <a:cubicBezTo>
                    <a:pt x="378" y="284"/>
                    <a:pt x="378" y="284"/>
                    <a:pt x="378" y="284"/>
                  </a:cubicBezTo>
                  <a:cubicBezTo>
                    <a:pt x="378" y="365"/>
                    <a:pt x="378" y="365"/>
                    <a:pt x="378" y="365"/>
                  </a:cubicBezTo>
                  <a:cubicBezTo>
                    <a:pt x="193" y="365"/>
                    <a:pt x="193" y="365"/>
                    <a:pt x="193" y="365"/>
                  </a:cubicBezTo>
                  <a:cubicBezTo>
                    <a:pt x="193" y="923"/>
                    <a:pt x="193" y="923"/>
                    <a:pt x="193" y="923"/>
                  </a:cubicBezTo>
                  <a:cubicBezTo>
                    <a:pt x="109" y="923"/>
                    <a:pt x="109" y="923"/>
                    <a:pt x="109" y="923"/>
                  </a:cubicBezTo>
                  <a:cubicBezTo>
                    <a:pt x="109" y="366"/>
                    <a:pt x="109" y="366"/>
                    <a:pt x="109" y="366"/>
                  </a:cubicBezTo>
                  <a:cubicBezTo>
                    <a:pt x="0" y="366"/>
                    <a:pt x="0" y="366"/>
                    <a:pt x="0" y="366"/>
                  </a:cubicBezTo>
                  <a:cubicBezTo>
                    <a:pt x="0" y="285"/>
                    <a:pt x="0" y="285"/>
                    <a:pt x="0" y="285"/>
                  </a:cubicBezTo>
                  <a:cubicBezTo>
                    <a:pt x="109" y="285"/>
                    <a:pt x="109" y="285"/>
                    <a:pt x="109" y="285"/>
                  </a:cubicBezTo>
                  <a:cubicBezTo>
                    <a:pt x="109" y="259"/>
                    <a:pt x="109" y="259"/>
                    <a:pt x="109" y="259"/>
                  </a:cubicBezTo>
                  <a:cubicBezTo>
                    <a:pt x="107" y="93"/>
                    <a:pt x="203" y="0"/>
                    <a:pt x="376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874344D7-C738-4A7C-A572-B3DB0997C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02" y="-2324"/>
              <a:ext cx="335" cy="446"/>
            </a:xfrm>
            <a:custGeom>
              <a:avLst/>
              <a:gdLst>
                <a:gd name="T0" fmla="*/ 165 w 685"/>
                <a:gd name="T1" fmla="*/ 574 h 911"/>
                <a:gd name="T2" fmla="*/ 342 w 685"/>
                <a:gd name="T3" fmla="*/ 754 h 911"/>
                <a:gd name="T4" fmla="*/ 520 w 685"/>
                <a:gd name="T5" fmla="*/ 574 h 911"/>
                <a:gd name="T6" fmla="*/ 342 w 685"/>
                <a:gd name="T7" fmla="*/ 395 h 911"/>
                <a:gd name="T8" fmla="*/ 165 w 685"/>
                <a:gd name="T9" fmla="*/ 574 h 911"/>
                <a:gd name="T10" fmla="*/ 165 w 685"/>
                <a:gd name="T11" fmla="*/ 330 h 911"/>
                <a:gd name="T12" fmla="*/ 372 w 685"/>
                <a:gd name="T13" fmla="*/ 238 h 911"/>
                <a:gd name="T14" fmla="*/ 685 w 685"/>
                <a:gd name="T15" fmla="*/ 574 h 911"/>
                <a:gd name="T16" fmla="*/ 372 w 685"/>
                <a:gd name="T17" fmla="*/ 911 h 911"/>
                <a:gd name="T18" fmla="*/ 165 w 685"/>
                <a:gd name="T19" fmla="*/ 819 h 911"/>
                <a:gd name="T20" fmla="*/ 165 w 685"/>
                <a:gd name="T21" fmla="*/ 893 h 911"/>
                <a:gd name="T22" fmla="*/ 0 w 685"/>
                <a:gd name="T23" fmla="*/ 893 h 911"/>
                <a:gd name="T24" fmla="*/ 0 w 685"/>
                <a:gd name="T25" fmla="*/ 0 h 911"/>
                <a:gd name="T26" fmla="*/ 165 w 685"/>
                <a:gd name="T27" fmla="*/ 0 h 911"/>
                <a:gd name="T28" fmla="*/ 165 w 685"/>
                <a:gd name="T29" fmla="*/ 33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5" h="911">
                  <a:moveTo>
                    <a:pt x="165" y="574"/>
                  </a:moveTo>
                  <a:cubicBezTo>
                    <a:pt x="165" y="681"/>
                    <a:pt x="241" y="754"/>
                    <a:pt x="342" y="754"/>
                  </a:cubicBezTo>
                  <a:cubicBezTo>
                    <a:pt x="444" y="754"/>
                    <a:pt x="520" y="681"/>
                    <a:pt x="520" y="574"/>
                  </a:cubicBezTo>
                  <a:cubicBezTo>
                    <a:pt x="520" y="467"/>
                    <a:pt x="444" y="395"/>
                    <a:pt x="342" y="395"/>
                  </a:cubicBezTo>
                  <a:cubicBezTo>
                    <a:pt x="241" y="395"/>
                    <a:pt x="165" y="467"/>
                    <a:pt x="165" y="574"/>
                  </a:cubicBezTo>
                  <a:close/>
                  <a:moveTo>
                    <a:pt x="165" y="330"/>
                  </a:moveTo>
                  <a:cubicBezTo>
                    <a:pt x="212" y="272"/>
                    <a:pt x="279" y="238"/>
                    <a:pt x="372" y="238"/>
                  </a:cubicBezTo>
                  <a:cubicBezTo>
                    <a:pt x="544" y="238"/>
                    <a:pt x="685" y="385"/>
                    <a:pt x="685" y="574"/>
                  </a:cubicBezTo>
                  <a:cubicBezTo>
                    <a:pt x="685" y="764"/>
                    <a:pt x="544" y="911"/>
                    <a:pt x="372" y="911"/>
                  </a:cubicBezTo>
                  <a:cubicBezTo>
                    <a:pt x="280" y="911"/>
                    <a:pt x="212" y="877"/>
                    <a:pt x="165" y="819"/>
                  </a:cubicBezTo>
                  <a:cubicBezTo>
                    <a:pt x="165" y="893"/>
                    <a:pt x="165" y="893"/>
                    <a:pt x="165" y="893"/>
                  </a:cubicBezTo>
                  <a:cubicBezTo>
                    <a:pt x="0" y="893"/>
                    <a:pt x="0" y="893"/>
                    <a:pt x="0" y="89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5" y="0"/>
                    <a:pt x="165" y="0"/>
                    <a:pt x="165" y="0"/>
                  </a:cubicBezTo>
                  <a:lnTo>
                    <a:pt x="165" y="3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6" name="Freeform 8">
              <a:extLst>
                <a:ext uri="{FF2B5EF4-FFF2-40B4-BE49-F238E27FC236}">
                  <a16:creationId xmlns:a16="http://schemas.microsoft.com/office/drawing/2014/main" id="{315A1812-219F-48D9-9411-77B040812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" y="-2206"/>
              <a:ext cx="175" cy="319"/>
            </a:xfrm>
            <a:custGeom>
              <a:avLst/>
              <a:gdLst>
                <a:gd name="T0" fmla="*/ 164 w 358"/>
                <a:gd name="T1" fmla="*/ 13 h 652"/>
                <a:gd name="T2" fmla="*/ 164 w 358"/>
                <a:gd name="T3" fmla="*/ 123 h 652"/>
                <a:gd name="T4" fmla="*/ 358 w 358"/>
                <a:gd name="T5" fmla="*/ 0 h 652"/>
                <a:gd name="T6" fmla="*/ 358 w 358"/>
                <a:gd name="T7" fmla="*/ 184 h 652"/>
                <a:gd name="T8" fmla="*/ 164 w 358"/>
                <a:gd name="T9" fmla="*/ 346 h 652"/>
                <a:gd name="T10" fmla="*/ 164 w 358"/>
                <a:gd name="T11" fmla="*/ 652 h 652"/>
                <a:gd name="T12" fmla="*/ 0 w 358"/>
                <a:gd name="T13" fmla="*/ 652 h 652"/>
                <a:gd name="T14" fmla="*/ 0 w 358"/>
                <a:gd name="T15" fmla="*/ 13 h 652"/>
                <a:gd name="T16" fmla="*/ 164 w 358"/>
                <a:gd name="T17" fmla="*/ 13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8" h="652">
                  <a:moveTo>
                    <a:pt x="164" y="13"/>
                  </a:moveTo>
                  <a:cubicBezTo>
                    <a:pt x="164" y="123"/>
                    <a:pt x="164" y="123"/>
                    <a:pt x="164" y="123"/>
                  </a:cubicBezTo>
                  <a:cubicBezTo>
                    <a:pt x="196" y="35"/>
                    <a:pt x="277" y="0"/>
                    <a:pt x="358" y="0"/>
                  </a:cubicBezTo>
                  <a:cubicBezTo>
                    <a:pt x="358" y="184"/>
                    <a:pt x="358" y="184"/>
                    <a:pt x="358" y="184"/>
                  </a:cubicBezTo>
                  <a:cubicBezTo>
                    <a:pt x="272" y="173"/>
                    <a:pt x="164" y="212"/>
                    <a:pt x="164" y="346"/>
                  </a:cubicBezTo>
                  <a:cubicBezTo>
                    <a:pt x="164" y="652"/>
                    <a:pt x="164" y="652"/>
                    <a:pt x="164" y="652"/>
                  </a:cubicBezTo>
                  <a:cubicBezTo>
                    <a:pt x="0" y="652"/>
                    <a:pt x="0" y="652"/>
                    <a:pt x="0" y="652"/>
                  </a:cubicBezTo>
                  <a:cubicBezTo>
                    <a:pt x="0" y="13"/>
                    <a:pt x="0" y="13"/>
                    <a:pt x="0" y="13"/>
                  </a:cubicBezTo>
                  <a:lnTo>
                    <a:pt x="164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8" name="Freeform 9">
              <a:extLst>
                <a:ext uri="{FF2B5EF4-FFF2-40B4-BE49-F238E27FC236}">
                  <a16:creationId xmlns:a16="http://schemas.microsoft.com/office/drawing/2014/main" id="{B83F5B96-ABB7-447A-8624-88F7E3B56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90" y="-2208"/>
              <a:ext cx="322" cy="329"/>
            </a:xfrm>
            <a:custGeom>
              <a:avLst/>
              <a:gdLst>
                <a:gd name="T0" fmla="*/ 172 w 660"/>
                <a:gd name="T1" fmla="*/ 277 h 673"/>
                <a:gd name="T2" fmla="*/ 338 w 660"/>
                <a:gd name="T3" fmla="*/ 147 h 673"/>
                <a:gd name="T4" fmla="*/ 497 w 660"/>
                <a:gd name="T5" fmla="*/ 277 h 673"/>
                <a:gd name="T6" fmla="*/ 172 w 660"/>
                <a:gd name="T7" fmla="*/ 277 h 673"/>
                <a:gd name="T8" fmla="*/ 173 w 660"/>
                <a:gd name="T9" fmla="*/ 405 h 673"/>
                <a:gd name="T10" fmla="*/ 654 w 660"/>
                <a:gd name="T11" fmla="*/ 405 h 673"/>
                <a:gd name="T12" fmla="*/ 660 w 660"/>
                <a:gd name="T13" fmla="*/ 337 h 673"/>
                <a:gd name="T14" fmla="*/ 337 w 660"/>
                <a:gd name="T15" fmla="*/ 0 h 673"/>
                <a:gd name="T16" fmla="*/ 0 w 660"/>
                <a:gd name="T17" fmla="*/ 337 h 673"/>
                <a:gd name="T18" fmla="*/ 350 w 660"/>
                <a:gd name="T19" fmla="*/ 673 h 673"/>
                <a:gd name="T20" fmla="*/ 628 w 660"/>
                <a:gd name="T21" fmla="*/ 537 h 673"/>
                <a:gd name="T22" fmla="*/ 495 w 660"/>
                <a:gd name="T23" fmla="*/ 461 h 673"/>
                <a:gd name="T24" fmla="*/ 353 w 660"/>
                <a:gd name="T25" fmla="*/ 524 h 673"/>
                <a:gd name="T26" fmla="*/ 173 w 660"/>
                <a:gd name="T27" fmla="*/ 405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60" h="673">
                  <a:moveTo>
                    <a:pt x="172" y="277"/>
                  </a:moveTo>
                  <a:cubicBezTo>
                    <a:pt x="191" y="196"/>
                    <a:pt x="251" y="147"/>
                    <a:pt x="338" y="147"/>
                  </a:cubicBezTo>
                  <a:cubicBezTo>
                    <a:pt x="408" y="147"/>
                    <a:pt x="476" y="185"/>
                    <a:pt x="497" y="277"/>
                  </a:cubicBezTo>
                  <a:lnTo>
                    <a:pt x="172" y="277"/>
                  </a:lnTo>
                  <a:close/>
                  <a:moveTo>
                    <a:pt x="173" y="405"/>
                  </a:moveTo>
                  <a:cubicBezTo>
                    <a:pt x="654" y="405"/>
                    <a:pt x="654" y="405"/>
                    <a:pt x="654" y="405"/>
                  </a:cubicBezTo>
                  <a:cubicBezTo>
                    <a:pt x="657" y="382"/>
                    <a:pt x="660" y="361"/>
                    <a:pt x="660" y="337"/>
                  </a:cubicBezTo>
                  <a:cubicBezTo>
                    <a:pt x="660" y="149"/>
                    <a:pt x="526" y="0"/>
                    <a:pt x="337" y="0"/>
                  </a:cubicBezTo>
                  <a:cubicBezTo>
                    <a:pt x="136" y="0"/>
                    <a:pt x="0" y="147"/>
                    <a:pt x="0" y="337"/>
                  </a:cubicBezTo>
                  <a:cubicBezTo>
                    <a:pt x="0" y="528"/>
                    <a:pt x="136" y="673"/>
                    <a:pt x="350" y="673"/>
                  </a:cubicBezTo>
                  <a:cubicBezTo>
                    <a:pt x="473" y="673"/>
                    <a:pt x="568" y="623"/>
                    <a:pt x="628" y="537"/>
                  </a:cubicBezTo>
                  <a:cubicBezTo>
                    <a:pt x="495" y="461"/>
                    <a:pt x="495" y="461"/>
                    <a:pt x="495" y="461"/>
                  </a:cubicBezTo>
                  <a:cubicBezTo>
                    <a:pt x="466" y="499"/>
                    <a:pt x="416" y="524"/>
                    <a:pt x="353" y="524"/>
                  </a:cubicBezTo>
                  <a:cubicBezTo>
                    <a:pt x="267" y="526"/>
                    <a:pt x="197" y="489"/>
                    <a:pt x="173" y="4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221D7E4B-2060-43F6-AA9F-BB5DDE1E8E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50" y="-2208"/>
              <a:ext cx="334" cy="330"/>
            </a:xfrm>
            <a:custGeom>
              <a:avLst/>
              <a:gdLst>
                <a:gd name="T0" fmla="*/ 166 w 684"/>
                <a:gd name="T1" fmla="*/ 338 h 675"/>
                <a:gd name="T2" fmla="*/ 343 w 684"/>
                <a:gd name="T3" fmla="*/ 518 h 675"/>
                <a:gd name="T4" fmla="*/ 521 w 684"/>
                <a:gd name="T5" fmla="*/ 338 h 675"/>
                <a:gd name="T6" fmla="*/ 343 w 684"/>
                <a:gd name="T7" fmla="*/ 159 h 675"/>
                <a:gd name="T8" fmla="*/ 166 w 684"/>
                <a:gd name="T9" fmla="*/ 338 h 675"/>
                <a:gd name="T10" fmla="*/ 519 w 684"/>
                <a:gd name="T11" fmla="*/ 94 h 675"/>
                <a:gd name="T12" fmla="*/ 519 w 684"/>
                <a:gd name="T13" fmla="*/ 19 h 675"/>
                <a:gd name="T14" fmla="*/ 684 w 684"/>
                <a:gd name="T15" fmla="*/ 19 h 675"/>
                <a:gd name="T16" fmla="*/ 684 w 684"/>
                <a:gd name="T17" fmla="*/ 657 h 675"/>
                <a:gd name="T18" fmla="*/ 519 w 684"/>
                <a:gd name="T19" fmla="*/ 657 h 675"/>
                <a:gd name="T20" fmla="*/ 519 w 684"/>
                <a:gd name="T21" fmla="*/ 583 h 675"/>
                <a:gd name="T22" fmla="*/ 310 w 684"/>
                <a:gd name="T23" fmla="*/ 675 h 675"/>
                <a:gd name="T24" fmla="*/ 0 w 684"/>
                <a:gd name="T25" fmla="*/ 338 h 675"/>
                <a:gd name="T26" fmla="*/ 310 w 684"/>
                <a:gd name="T27" fmla="*/ 2 h 675"/>
                <a:gd name="T28" fmla="*/ 519 w 684"/>
                <a:gd name="T29" fmla="*/ 94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4" h="675">
                  <a:moveTo>
                    <a:pt x="166" y="338"/>
                  </a:moveTo>
                  <a:cubicBezTo>
                    <a:pt x="166" y="445"/>
                    <a:pt x="241" y="518"/>
                    <a:pt x="343" y="518"/>
                  </a:cubicBezTo>
                  <a:cubicBezTo>
                    <a:pt x="445" y="518"/>
                    <a:pt x="521" y="445"/>
                    <a:pt x="521" y="338"/>
                  </a:cubicBezTo>
                  <a:cubicBezTo>
                    <a:pt x="521" y="231"/>
                    <a:pt x="446" y="159"/>
                    <a:pt x="343" y="159"/>
                  </a:cubicBezTo>
                  <a:cubicBezTo>
                    <a:pt x="241" y="159"/>
                    <a:pt x="166" y="231"/>
                    <a:pt x="166" y="338"/>
                  </a:cubicBezTo>
                  <a:close/>
                  <a:moveTo>
                    <a:pt x="519" y="94"/>
                  </a:moveTo>
                  <a:cubicBezTo>
                    <a:pt x="519" y="19"/>
                    <a:pt x="519" y="19"/>
                    <a:pt x="519" y="19"/>
                  </a:cubicBezTo>
                  <a:cubicBezTo>
                    <a:pt x="684" y="19"/>
                    <a:pt x="684" y="19"/>
                    <a:pt x="684" y="19"/>
                  </a:cubicBezTo>
                  <a:cubicBezTo>
                    <a:pt x="684" y="657"/>
                    <a:pt x="684" y="657"/>
                    <a:pt x="684" y="657"/>
                  </a:cubicBezTo>
                  <a:cubicBezTo>
                    <a:pt x="519" y="657"/>
                    <a:pt x="519" y="657"/>
                    <a:pt x="519" y="657"/>
                  </a:cubicBezTo>
                  <a:cubicBezTo>
                    <a:pt x="519" y="583"/>
                    <a:pt x="519" y="583"/>
                    <a:pt x="519" y="583"/>
                  </a:cubicBezTo>
                  <a:cubicBezTo>
                    <a:pt x="472" y="641"/>
                    <a:pt x="404" y="675"/>
                    <a:pt x="310" y="675"/>
                  </a:cubicBezTo>
                  <a:cubicBezTo>
                    <a:pt x="140" y="675"/>
                    <a:pt x="0" y="529"/>
                    <a:pt x="0" y="338"/>
                  </a:cubicBezTo>
                  <a:cubicBezTo>
                    <a:pt x="0" y="149"/>
                    <a:pt x="140" y="2"/>
                    <a:pt x="310" y="2"/>
                  </a:cubicBezTo>
                  <a:cubicBezTo>
                    <a:pt x="404" y="0"/>
                    <a:pt x="472" y="36"/>
                    <a:pt x="519" y="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E9CA355B-4C4E-43D8-ACD0-809E95A1AA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8" y="-2324"/>
              <a:ext cx="334" cy="446"/>
            </a:xfrm>
            <a:custGeom>
              <a:avLst/>
              <a:gdLst>
                <a:gd name="T0" fmla="*/ 344 w 685"/>
                <a:gd name="T1" fmla="*/ 754 h 911"/>
                <a:gd name="T2" fmla="*/ 165 w 685"/>
                <a:gd name="T3" fmla="*/ 574 h 911"/>
                <a:gd name="T4" fmla="*/ 344 w 685"/>
                <a:gd name="T5" fmla="*/ 395 h 911"/>
                <a:gd name="T6" fmla="*/ 520 w 685"/>
                <a:gd name="T7" fmla="*/ 574 h 911"/>
                <a:gd name="T8" fmla="*/ 344 w 685"/>
                <a:gd name="T9" fmla="*/ 754 h 911"/>
                <a:gd name="T10" fmla="*/ 520 w 685"/>
                <a:gd name="T11" fmla="*/ 0 h 911"/>
                <a:gd name="T12" fmla="*/ 520 w 685"/>
                <a:gd name="T13" fmla="*/ 330 h 911"/>
                <a:gd name="T14" fmla="*/ 313 w 685"/>
                <a:gd name="T15" fmla="*/ 238 h 911"/>
                <a:gd name="T16" fmla="*/ 0 w 685"/>
                <a:gd name="T17" fmla="*/ 574 h 911"/>
                <a:gd name="T18" fmla="*/ 313 w 685"/>
                <a:gd name="T19" fmla="*/ 911 h 911"/>
                <a:gd name="T20" fmla="*/ 520 w 685"/>
                <a:gd name="T21" fmla="*/ 819 h 911"/>
                <a:gd name="T22" fmla="*/ 520 w 685"/>
                <a:gd name="T23" fmla="*/ 893 h 911"/>
                <a:gd name="T24" fmla="*/ 685 w 685"/>
                <a:gd name="T25" fmla="*/ 893 h 911"/>
                <a:gd name="T26" fmla="*/ 685 w 685"/>
                <a:gd name="T27" fmla="*/ 0 h 911"/>
                <a:gd name="T28" fmla="*/ 520 w 685"/>
                <a:gd name="T29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85" h="911">
                  <a:moveTo>
                    <a:pt x="344" y="754"/>
                  </a:moveTo>
                  <a:cubicBezTo>
                    <a:pt x="242" y="754"/>
                    <a:pt x="165" y="681"/>
                    <a:pt x="165" y="574"/>
                  </a:cubicBezTo>
                  <a:cubicBezTo>
                    <a:pt x="165" y="467"/>
                    <a:pt x="240" y="395"/>
                    <a:pt x="344" y="395"/>
                  </a:cubicBezTo>
                  <a:cubicBezTo>
                    <a:pt x="444" y="395"/>
                    <a:pt x="520" y="467"/>
                    <a:pt x="520" y="574"/>
                  </a:cubicBezTo>
                  <a:cubicBezTo>
                    <a:pt x="520" y="681"/>
                    <a:pt x="444" y="754"/>
                    <a:pt x="344" y="754"/>
                  </a:cubicBezTo>
                  <a:close/>
                  <a:moveTo>
                    <a:pt x="520" y="0"/>
                  </a:moveTo>
                  <a:cubicBezTo>
                    <a:pt x="520" y="330"/>
                    <a:pt x="520" y="330"/>
                    <a:pt x="520" y="330"/>
                  </a:cubicBezTo>
                  <a:cubicBezTo>
                    <a:pt x="473" y="272"/>
                    <a:pt x="407" y="238"/>
                    <a:pt x="313" y="238"/>
                  </a:cubicBezTo>
                  <a:cubicBezTo>
                    <a:pt x="141" y="238"/>
                    <a:pt x="0" y="385"/>
                    <a:pt x="0" y="574"/>
                  </a:cubicBezTo>
                  <a:cubicBezTo>
                    <a:pt x="0" y="765"/>
                    <a:pt x="141" y="911"/>
                    <a:pt x="313" y="911"/>
                  </a:cubicBezTo>
                  <a:cubicBezTo>
                    <a:pt x="405" y="911"/>
                    <a:pt x="473" y="877"/>
                    <a:pt x="520" y="819"/>
                  </a:cubicBezTo>
                  <a:cubicBezTo>
                    <a:pt x="520" y="893"/>
                    <a:pt x="520" y="893"/>
                    <a:pt x="520" y="893"/>
                  </a:cubicBezTo>
                  <a:cubicBezTo>
                    <a:pt x="685" y="893"/>
                    <a:pt x="685" y="893"/>
                    <a:pt x="685" y="893"/>
                  </a:cubicBezTo>
                  <a:cubicBezTo>
                    <a:pt x="685" y="0"/>
                    <a:pt x="685" y="0"/>
                    <a:pt x="685" y="0"/>
                  </a:cubicBezTo>
                  <a:lnTo>
                    <a:pt x="52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3" name="Freeform 12">
              <a:extLst>
                <a:ext uri="{FF2B5EF4-FFF2-40B4-BE49-F238E27FC236}">
                  <a16:creationId xmlns:a16="http://schemas.microsoft.com/office/drawing/2014/main" id="{EAC88072-E46B-4711-A9F8-AC1FEEC6C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-2326"/>
              <a:ext cx="60" cy="60"/>
            </a:xfrm>
            <a:custGeom>
              <a:avLst/>
              <a:gdLst>
                <a:gd name="T0" fmla="*/ 61 w 123"/>
                <a:gd name="T1" fmla="*/ 123 h 123"/>
                <a:gd name="T2" fmla="*/ 123 w 123"/>
                <a:gd name="T3" fmla="*/ 62 h 123"/>
                <a:gd name="T4" fmla="*/ 61 w 123"/>
                <a:gd name="T5" fmla="*/ 0 h 123"/>
                <a:gd name="T6" fmla="*/ 0 w 123"/>
                <a:gd name="T7" fmla="*/ 62 h 123"/>
                <a:gd name="T8" fmla="*/ 61 w 123"/>
                <a:gd name="T9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23">
                  <a:moveTo>
                    <a:pt x="61" y="123"/>
                  </a:moveTo>
                  <a:cubicBezTo>
                    <a:pt x="95" y="123"/>
                    <a:pt x="123" y="94"/>
                    <a:pt x="123" y="62"/>
                  </a:cubicBezTo>
                  <a:cubicBezTo>
                    <a:pt x="123" y="28"/>
                    <a:pt x="95" y="0"/>
                    <a:pt x="61" y="0"/>
                  </a:cubicBezTo>
                  <a:cubicBezTo>
                    <a:pt x="27" y="0"/>
                    <a:pt x="0" y="29"/>
                    <a:pt x="0" y="62"/>
                  </a:cubicBezTo>
                  <a:cubicBezTo>
                    <a:pt x="0" y="94"/>
                    <a:pt x="26" y="123"/>
                    <a:pt x="61" y="1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4" name="Rectangle 13">
              <a:extLst>
                <a:ext uri="{FF2B5EF4-FFF2-40B4-BE49-F238E27FC236}">
                  <a16:creationId xmlns:a16="http://schemas.microsoft.com/office/drawing/2014/main" id="{A805BA91-2FB5-41A7-8C55-75F23B764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5" y="-2200"/>
              <a:ext cx="41" cy="3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12E395CA-F307-4DEF-99A7-1B182960F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8" y="-2207"/>
              <a:ext cx="268" cy="320"/>
            </a:xfrm>
            <a:custGeom>
              <a:avLst/>
              <a:gdLst>
                <a:gd name="T0" fmla="*/ 86 w 549"/>
                <a:gd name="T1" fmla="*/ 115 h 654"/>
                <a:gd name="T2" fmla="*/ 300 w 549"/>
                <a:gd name="T3" fmla="*/ 0 h 654"/>
                <a:gd name="T4" fmla="*/ 549 w 549"/>
                <a:gd name="T5" fmla="*/ 262 h 654"/>
                <a:gd name="T6" fmla="*/ 549 w 549"/>
                <a:gd name="T7" fmla="*/ 654 h 654"/>
                <a:gd name="T8" fmla="*/ 465 w 549"/>
                <a:gd name="T9" fmla="*/ 654 h 654"/>
                <a:gd name="T10" fmla="*/ 465 w 549"/>
                <a:gd name="T11" fmla="*/ 262 h 654"/>
                <a:gd name="T12" fmla="*/ 291 w 549"/>
                <a:gd name="T13" fmla="*/ 83 h 654"/>
                <a:gd name="T14" fmla="*/ 84 w 549"/>
                <a:gd name="T15" fmla="*/ 321 h 654"/>
                <a:gd name="T16" fmla="*/ 84 w 549"/>
                <a:gd name="T17" fmla="*/ 654 h 654"/>
                <a:gd name="T18" fmla="*/ 0 w 549"/>
                <a:gd name="T19" fmla="*/ 654 h 654"/>
                <a:gd name="T20" fmla="*/ 0 w 549"/>
                <a:gd name="T21" fmla="*/ 15 h 654"/>
                <a:gd name="T22" fmla="*/ 84 w 549"/>
                <a:gd name="T23" fmla="*/ 15 h 654"/>
                <a:gd name="T24" fmla="*/ 84 w 549"/>
                <a:gd name="T25" fmla="*/ 115 h 654"/>
                <a:gd name="T26" fmla="*/ 86 w 549"/>
                <a:gd name="T27" fmla="*/ 11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9" h="654">
                  <a:moveTo>
                    <a:pt x="86" y="115"/>
                  </a:moveTo>
                  <a:cubicBezTo>
                    <a:pt x="136" y="34"/>
                    <a:pt x="209" y="0"/>
                    <a:pt x="300" y="0"/>
                  </a:cubicBezTo>
                  <a:cubicBezTo>
                    <a:pt x="455" y="0"/>
                    <a:pt x="549" y="102"/>
                    <a:pt x="549" y="262"/>
                  </a:cubicBezTo>
                  <a:cubicBezTo>
                    <a:pt x="549" y="654"/>
                    <a:pt x="549" y="654"/>
                    <a:pt x="549" y="654"/>
                  </a:cubicBezTo>
                  <a:cubicBezTo>
                    <a:pt x="465" y="654"/>
                    <a:pt x="465" y="654"/>
                    <a:pt x="465" y="654"/>
                  </a:cubicBezTo>
                  <a:cubicBezTo>
                    <a:pt x="465" y="262"/>
                    <a:pt x="465" y="262"/>
                    <a:pt x="465" y="262"/>
                  </a:cubicBezTo>
                  <a:cubicBezTo>
                    <a:pt x="465" y="149"/>
                    <a:pt x="402" y="83"/>
                    <a:pt x="291" y="83"/>
                  </a:cubicBezTo>
                  <a:cubicBezTo>
                    <a:pt x="180" y="83"/>
                    <a:pt x="84" y="149"/>
                    <a:pt x="84" y="321"/>
                  </a:cubicBezTo>
                  <a:cubicBezTo>
                    <a:pt x="84" y="654"/>
                    <a:pt x="84" y="654"/>
                    <a:pt x="84" y="654"/>
                  </a:cubicBezTo>
                  <a:cubicBezTo>
                    <a:pt x="0" y="654"/>
                    <a:pt x="0" y="654"/>
                    <a:pt x="0" y="65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4" y="115"/>
                    <a:pt x="84" y="115"/>
                    <a:pt x="84" y="115"/>
                  </a:cubicBezTo>
                  <a:lnTo>
                    <a:pt x="86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1FEE52A0-169E-4119-A161-992B6674EE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6" y="-2207"/>
              <a:ext cx="329" cy="328"/>
            </a:xfrm>
            <a:custGeom>
              <a:avLst/>
              <a:gdLst>
                <a:gd name="T0" fmla="*/ 337 w 672"/>
                <a:gd name="T1" fmla="*/ 587 h 670"/>
                <a:gd name="T2" fmla="*/ 86 w 672"/>
                <a:gd name="T3" fmla="*/ 335 h 670"/>
                <a:gd name="T4" fmla="*/ 337 w 672"/>
                <a:gd name="T5" fmla="*/ 82 h 670"/>
                <a:gd name="T6" fmla="*/ 588 w 672"/>
                <a:gd name="T7" fmla="*/ 335 h 670"/>
                <a:gd name="T8" fmla="*/ 337 w 672"/>
                <a:gd name="T9" fmla="*/ 587 h 670"/>
                <a:gd name="T10" fmla="*/ 588 w 672"/>
                <a:gd name="T11" fmla="*/ 16 h 670"/>
                <a:gd name="T12" fmla="*/ 588 w 672"/>
                <a:gd name="T13" fmla="*/ 140 h 670"/>
                <a:gd name="T14" fmla="*/ 331 w 672"/>
                <a:gd name="T15" fmla="*/ 0 h 670"/>
                <a:gd name="T16" fmla="*/ 0 w 672"/>
                <a:gd name="T17" fmla="*/ 335 h 670"/>
                <a:gd name="T18" fmla="*/ 331 w 672"/>
                <a:gd name="T19" fmla="*/ 670 h 670"/>
                <a:gd name="T20" fmla="*/ 588 w 672"/>
                <a:gd name="T21" fmla="*/ 529 h 670"/>
                <a:gd name="T22" fmla="*/ 588 w 672"/>
                <a:gd name="T23" fmla="*/ 654 h 670"/>
                <a:gd name="T24" fmla="*/ 672 w 672"/>
                <a:gd name="T25" fmla="*/ 654 h 670"/>
                <a:gd name="T26" fmla="*/ 672 w 672"/>
                <a:gd name="T27" fmla="*/ 16 h 670"/>
                <a:gd name="T28" fmla="*/ 588 w 672"/>
                <a:gd name="T29" fmla="*/ 16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2" h="670">
                  <a:moveTo>
                    <a:pt x="337" y="587"/>
                  </a:moveTo>
                  <a:cubicBezTo>
                    <a:pt x="196" y="587"/>
                    <a:pt x="86" y="477"/>
                    <a:pt x="86" y="335"/>
                  </a:cubicBezTo>
                  <a:cubicBezTo>
                    <a:pt x="86" y="192"/>
                    <a:pt x="196" y="82"/>
                    <a:pt x="337" y="82"/>
                  </a:cubicBezTo>
                  <a:cubicBezTo>
                    <a:pt x="480" y="82"/>
                    <a:pt x="588" y="192"/>
                    <a:pt x="588" y="335"/>
                  </a:cubicBezTo>
                  <a:cubicBezTo>
                    <a:pt x="588" y="477"/>
                    <a:pt x="478" y="587"/>
                    <a:pt x="337" y="587"/>
                  </a:cubicBezTo>
                  <a:close/>
                  <a:moveTo>
                    <a:pt x="588" y="16"/>
                  </a:moveTo>
                  <a:cubicBezTo>
                    <a:pt x="588" y="140"/>
                    <a:pt x="588" y="140"/>
                    <a:pt x="588" y="140"/>
                  </a:cubicBezTo>
                  <a:cubicBezTo>
                    <a:pt x="535" y="55"/>
                    <a:pt x="444" y="0"/>
                    <a:pt x="331" y="0"/>
                  </a:cubicBezTo>
                  <a:cubicBezTo>
                    <a:pt x="151" y="0"/>
                    <a:pt x="0" y="145"/>
                    <a:pt x="0" y="335"/>
                  </a:cubicBezTo>
                  <a:cubicBezTo>
                    <a:pt x="0" y="524"/>
                    <a:pt x="149" y="670"/>
                    <a:pt x="331" y="670"/>
                  </a:cubicBezTo>
                  <a:cubicBezTo>
                    <a:pt x="444" y="670"/>
                    <a:pt x="535" y="615"/>
                    <a:pt x="588" y="529"/>
                  </a:cubicBezTo>
                  <a:cubicBezTo>
                    <a:pt x="588" y="654"/>
                    <a:pt x="588" y="654"/>
                    <a:pt x="588" y="654"/>
                  </a:cubicBezTo>
                  <a:cubicBezTo>
                    <a:pt x="672" y="654"/>
                    <a:pt x="672" y="654"/>
                    <a:pt x="672" y="654"/>
                  </a:cubicBezTo>
                  <a:cubicBezTo>
                    <a:pt x="672" y="16"/>
                    <a:pt x="672" y="16"/>
                    <a:pt x="672" y="16"/>
                  </a:cubicBezTo>
                  <a:lnTo>
                    <a:pt x="588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C49F7ABD-BC85-4210-B3BC-2496653C7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" y="-2207"/>
              <a:ext cx="269" cy="320"/>
            </a:xfrm>
            <a:custGeom>
              <a:avLst/>
              <a:gdLst>
                <a:gd name="T0" fmla="*/ 86 w 551"/>
                <a:gd name="T1" fmla="*/ 115 h 654"/>
                <a:gd name="T2" fmla="*/ 300 w 551"/>
                <a:gd name="T3" fmla="*/ 0 h 654"/>
                <a:gd name="T4" fmla="*/ 549 w 551"/>
                <a:gd name="T5" fmla="*/ 262 h 654"/>
                <a:gd name="T6" fmla="*/ 549 w 551"/>
                <a:gd name="T7" fmla="*/ 654 h 654"/>
                <a:gd name="T8" fmla="*/ 465 w 551"/>
                <a:gd name="T9" fmla="*/ 654 h 654"/>
                <a:gd name="T10" fmla="*/ 465 w 551"/>
                <a:gd name="T11" fmla="*/ 262 h 654"/>
                <a:gd name="T12" fmla="*/ 292 w 551"/>
                <a:gd name="T13" fmla="*/ 83 h 654"/>
                <a:gd name="T14" fmla="*/ 85 w 551"/>
                <a:gd name="T15" fmla="*/ 321 h 654"/>
                <a:gd name="T16" fmla="*/ 85 w 551"/>
                <a:gd name="T17" fmla="*/ 654 h 654"/>
                <a:gd name="T18" fmla="*/ 0 w 551"/>
                <a:gd name="T19" fmla="*/ 654 h 654"/>
                <a:gd name="T20" fmla="*/ 0 w 551"/>
                <a:gd name="T21" fmla="*/ 15 h 654"/>
                <a:gd name="T22" fmla="*/ 85 w 551"/>
                <a:gd name="T23" fmla="*/ 15 h 654"/>
                <a:gd name="T24" fmla="*/ 85 w 551"/>
                <a:gd name="T25" fmla="*/ 115 h 654"/>
                <a:gd name="T26" fmla="*/ 86 w 551"/>
                <a:gd name="T27" fmla="*/ 11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51" h="654">
                  <a:moveTo>
                    <a:pt x="86" y="115"/>
                  </a:moveTo>
                  <a:cubicBezTo>
                    <a:pt x="136" y="34"/>
                    <a:pt x="209" y="0"/>
                    <a:pt x="300" y="0"/>
                  </a:cubicBezTo>
                  <a:cubicBezTo>
                    <a:pt x="455" y="0"/>
                    <a:pt x="551" y="102"/>
                    <a:pt x="549" y="262"/>
                  </a:cubicBezTo>
                  <a:cubicBezTo>
                    <a:pt x="549" y="654"/>
                    <a:pt x="549" y="654"/>
                    <a:pt x="549" y="654"/>
                  </a:cubicBezTo>
                  <a:cubicBezTo>
                    <a:pt x="465" y="654"/>
                    <a:pt x="465" y="654"/>
                    <a:pt x="465" y="654"/>
                  </a:cubicBezTo>
                  <a:cubicBezTo>
                    <a:pt x="465" y="262"/>
                    <a:pt x="465" y="262"/>
                    <a:pt x="465" y="262"/>
                  </a:cubicBezTo>
                  <a:cubicBezTo>
                    <a:pt x="465" y="149"/>
                    <a:pt x="402" y="83"/>
                    <a:pt x="292" y="83"/>
                  </a:cubicBezTo>
                  <a:cubicBezTo>
                    <a:pt x="180" y="83"/>
                    <a:pt x="85" y="149"/>
                    <a:pt x="85" y="321"/>
                  </a:cubicBezTo>
                  <a:cubicBezTo>
                    <a:pt x="85" y="654"/>
                    <a:pt x="85" y="654"/>
                    <a:pt x="85" y="654"/>
                  </a:cubicBezTo>
                  <a:cubicBezTo>
                    <a:pt x="0" y="654"/>
                    <a:pt x="0" y="654"/>
                    <a:pt x="0" y="65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5" y="115"/>
                    <a:pt x="85" y="115"/>
                    <a:pt x="85" y="115"/>
                  </a:cubicBezTo>
                  <a:lnTo>
                    <a:pt x="86" y="1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8" name="Freeform 17">
              <a:extLst>
                <a:ext uri="{FF2B5EF4-FFF2-40B4-BE49-F238E27FC236}">
                  <a16:creationId xmlns:a16="http://schemas.microsoft.com/office/drawing/2014/main" id="{3F8ED4F7-FDEE-4B06-B216-2EA595676A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" y="-2207"/>
              <a:ext cx="303" cy="328"/>
            </a:xfrm>
            <a:custGeom>
              <a:avLst/>
              <a:gdLst>
                <a:gd name="T0" fmla="*/ 335 w 621"/>
                <a:gd name="T1" fmla="*/ 670 h 670"/>
                <a:gd name="T2" fmla="*/ 621 w 621"/>
                <a:gd name="T3" fmla="*/ 503 h 670"/>
                <a:gd name="T4" fmla="*/ 552 w 621"/>
                <a:gd name="T5" fmla="*/ 463 h 670"/>
                <a:gd name="T6" fmla="*/ 336 w 621"/>
                <a:gd name="T7" fmla="*/ 587 h 670"/>
                <a:gd name="T8" fmla="*/ 85 w 621"/>
                <a:gd name="T9" fmla="*/ 335 h 670"/>
                <a:gd name="T10" fmla="*/ 336 w 621"/>
                <a:gd name="T11" fmla="*/ 82 h 670"/>
                <a:gd name="T12" fmla="*/ 547 w 621"/>
                <a:gd name="T13" fmla="*/ 207 h 670"/>
                <a:gd name="T14" fmla="*/ 616 w 621"/>
                <a:gd name="T15" fmla="*/ 166 h 670"/>
                <a:gd name="T16" fmla="*/ 336 w 621"/>
                <a:gd name="T17" fmla="*/ 0 h 670"/>
                <a:gd name="T18" fmla="*/ 1 w 621"/>
                <a:gd name="T19" fmla="*/ 335 h 670"/>
                <a:gd name="T20" fmla="*/ 335 w 621"/>
                <a:gd name="T21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1" h="670">
                  <a:moveTo>
                    <a:pt x="335" y="670"/>
                  </a:moveTo>
                  <a:cubicBezTo>
                    <a:pt x="459" y="670"/>
                    <a:pt x="568" y="605"/>
                    <a:pt x="621" y="503"/>
                  </a:cubicBezTo>
                  <a:cubicBezTo>
                    <a:pt x="552" y="463"/>
                    <a:pt x="552" y="463"/>
                    <a:pt x="552" y="463"/>
                  </a:cubicBezTo>
                  <a:cubicBezTo>
                    <a:pt x="511" y="537"/>
                    <a:pt x="433" y="587"/>
                    <a:pt x="336" y="587"/>
                  </a:cubicBezTo>
                  <a:cubicBezTo>
                    <a:pt x="195" y="587"/>
                    <a:pt x="85" y="477"/>
                    <a:pt x="85" y="335"/>
                  </a:cubicBezTo>
                  <a:cubicBezTo>
                    <a:pt x="85" y="192"/>
                    <a:pt x="195" y="82"/>
                    <a:pt x="336" y="82"/>
                  </a:cubicBezTo>
                  <a:cubicBezTo>
                    <a:pt x="432" y="82"/>
                    <a:pt x="513" y="132"/>
                    <a:pt x="547" y="207"/>
                  </a:cubicBezTo>
                  <a:cubicBezTo>
                    <a:pt x="616" y="166"/>
                    <a:pt x="616" y="166"/>
                    <a:pt x="616" y="166"/>
                  </a:cubicBezTo>
                  <a:cubicBezTo>
                    <a:pt x="569" y="66"/>
                    <a:pt x="463" y="0"/>
                    <a:pt x="336" y="0"/>
                  </a:cubicBezTo>
                  <a:cubicBezTo>
                    <a:pt x="144" y="0"/>
                    <a:pt x="1" y="145"/>
                    <a:pt x="1" y="335"/>
                  </a:cubicBezTo>
                  <a:cubicBezTo>
                    <a:pt x="0" y="524"/>
                    <a:pt x="142" y="670"/>
                    <a:pt x="335" y="6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9" name="Freeform 18">
              <a:extLst>
                <a:ext uri="{FF2B5EF4-FFF2-40B4-BE49-F238E27FC236}">
                  <a16:creationId xmlns:a16="http://schemas.microsoft.com/office/drawing/2014/main" id="{A3E6382B-ACEF-4419-A183-9FBB177807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90" y="-2207"/>
              <a:ext cx="328" cy="328"/>
            </a:xfrm>
            <a:custGeom>
              <a:avLst/>
              <a:gdLst>
                <a:gd name="T0" fmla="*/ 85 w 672"/>
                <a:gd name="T1" fmla="*/ 334 h 670"/>
                <a:gd name="T2" fmla="*/ 335 w 672"/>
                <a:gd name="T3" fmla="*/ 586 h 670"/>
                <a:gd name="T4" fmla="*/ 586 w 672"/>
                <a:gd name="T5" fmla="*/ 334 h 670"/>
                <a:gd name="T6" fmla="*/ 335 w 672"/>
                <a:gd name="T7" fmla="*/ 81 h 670"/>
                <a:gd name="T8" fmla="*/ 85 w 672"/>
                <a:gd name="T9" fmla="*/ 334 h 670"/>
                <a:gd name="T10" fmla="*/ 588 w 672"/>
                <a:gd name="T11" fmla="*/ 141 h 670"/>
                <a:gd name="T12" fmla="*/ 588 w 672"/>
                <a:gd name="T13" fmla="*/ 16 h 670"/>
                <a:gd name="T14" fmla="*/ 672 w 672"/>
                <a:gd name="T15" fmla="*/ 16 h 670"/>
                <a:gd name="T16" fmla="*/ 672 w 672"/>
                <a:gd name="T17" fmla="*/ 654 h 670"/>
                <a:gd name="T18" fmla="*/ 588 w 672"/>
                <a:gd name="T19" fmla="*/ 654 h 670"/>
                <a:gd name="T20" fmla="*/ 588 w 672"/>
                <a:gd name="T21" fmla="*/ 530 h 670"/>
                <a:gd name="T22" fmla="*/ 331 w 672"/>
                <a:gd name="T23" fmla="*/ 670 h 670"/>
                <a:gd name="T24" fmla="*/ 0 w 672"/>
                <a:gd name="T25" fmla="*/ 335 h 670"/>
                <a:gd name="T26" fmla="*/ 331 w 672"/>
                <a:gd name="T27" fmla="*/ 0 h 670"/>
                <a:gd name="T28" fmla="*/ 588 w 672"/>
                <a:gd name="T29" fmla="*/ 141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2" h="670">
                  <a:moveTo>
                    <a:pt x="85" y="334"/>
                  </a:moveTo>
                  <a:cubicBezTo>
                    <a:pt x="85" y="476"/>
                    <a:pt x="195" y="586"/>
                    <a:pt x="335" y="586"/>
                  </a:cubicBezTo>
                  <a:cubicBezTo>
                    <a:pt x="478" y="586"/>
                    <a:pt x="586" y="476"/>
                    <a:pt x="586" y="334"/>
                  </a:cubicBezTo>
                  <a:cubicBezTo>
                    <a:pt x="586" y="191"/>
                    <a:pt x="476" y="81"/>
                    <a:pt x="335" y="81"/>
                  </a:cubicBezTo>
                  <a:cubicBezTo>
                    <a:pt x="195" y="81"/>
                    <a:pt x="85" y="193"/>
                    <a:pt x="85" y="334"/>
                  </a:cubicBezTo>
                  <a:close/>
                  <a:moveTo>
                    <a:pt x="588" y="141"/>
                  </a:moveTo>
                  <a:cubicBezTo>
                    <a:pt x="588" y="16"/>
                    <a:pt x="588" y="16"/>
                    <a:pt x="588" y="16"/>
                  </a:cubicBezTo>
                  <a:cubicBezTo>
                    <a:pt x="672" y="16"/>
                    <a:pt x="672" y="16"/>
                    <a:pt x="672" y="16"/>
                  </a:cubicBezTo>
                  <a:cubicBezTo>
                    <a:pt x="672" y="654"/>
                    <a:pt x="672" y="654"/>
                    <a:pt x="672" y="654"/>
                  </a:cubicBezTo>
                  <a:cubicBezTo>
                    <a:pt x="588" y="654"/>
                    <a:pt x="588" y="654"/>
                    <a:pt x="588" y="654"/>
                  </a:cubicBezTo>
                  <a:cubicBezTo>
                    <a:pt x="588" y="530"/>
                    <a:pt x="588" y="530"/>
                    <a:pt x="588" y="530"/>
                  </a:cubicBezTo>
                  <a:cubicBezTo>
                    <a:pt x="535" y="615"/>
                    <a:pt x="444" y="670"/>
                    <a:pt x="331" y="670"/>
                  </a:cubicBezTo>
                  <a:cubicBezTo>
                    <a:pt x="151" y="670"/>
                    <a:pt x="0" y="525"/>
                    <a:pt x="0" y="335"/>
                  </a:cubicBezTo>
                  <a:cubicBezTo>
                    <a:pt x="0" y="146"/>
                    <a:pt x="151" y="0"/>
                    <a:pt x="331" y="0"/>
                  </a:cubicBezTo>
                  <a:cubicBezTo>
                    <a:pt x="444" y="0"/>
                    <a:pt x="535" y="55"/>
                    <a:pt x="588" y="1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C5DDC9DA-18FF-437E-BC4E-305FF3C7C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7" y="-2326"/>
              <a:ext cx="60" cy="60"/>
            </a:xfrm>
            <a:custGeom>
              <a:avLst/>
              <a:gdLst>
                <a:gd name="T0" fmla="*/ 123 w 123"/>
                <a:gd name="T1" fmla="*/ 62 h 123"/>
                <a:gd name="T2" fmla="*/ 61 w 123"/>
                <a:gd name="T3" fmla="*/ 123 h 123"/>
                <a:gd name="T4" fmla="*/ 0 w 123"/>
                <a:gd name="T5" fmla="*/ 62 h 123"/>
                <a:gd name="T6" fmla="*/ 61 w 123"/>
                <a:gd name="T7" fmla="*/ 0 h 123"/>
                <a:gd name="T8" fmla="*/ 123 w 123"/>
                <a:gd name="T9" fmla="*/ 62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23">
                  <a:moveTo>
                    <a:pt x="123" y="62"/>
                  </a:moveTo>
                  <a:cubicBezTo>
                    <a:pt x="123" y="94"/>
                    <a:pt x="95" y="123"/>
                    <a:pt x="61" y="123"/>
                  </a:cubicBezTo>
                  <a:cubicBezTo>
                    <a:pt x="27" y="123"/>
                    <a:pt x="0" y="96"/>
                    <a:pt x="0" y="62"/>
                  </a:cubicBezTo>
                  <a:cubicBezTo>
                    <a:pt x="0" y="29"/>
                    <a:pt x="27" y="0"/>
                    <a:pt x="61" y="0"/>
                  </a:cubicBezTo>
                  <a:cubicBezTo>
                    <a:pt x="95" y="0"/>
                    <a:pt x="123" y="28"/>
                    <a:pt x="123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1" name="Rectangle 20">
              <a:extLst>
                <a:ext uri="{FF2B5EF4-FFF2-40B4-BE49-F238E27FC236}">
                  <a16:creationId xmlns:a16="http://schemas.microsoft.com/office/drawing/2014/main" id="{CE7DAA47-F123-418B-B914-83531DBF5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" y="-2200"/>
              <a:ext cx="38" cy="3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2" name="Freeform 21">
              <a:extLst>
                <a:ext uri="{FF2B5EF4-FFF2-40B4-BE49-F238E27FC236}">
                  <a16:creationId xmlns:a16="http://schemas.microsoft.com/office/drawing/2014/main" id="{67DBCA8D-E542-4DE5-9136-1DFEEDF658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1" y="-2489"/>
              <a:ext cx="744" cy="745"/>
            </a:xfrm>
            <a:custGeom>
              <a:avLst/>
              <a:gdLst>
                <a:gd name="T0" fmla="*/ 1075 w 1523"/>
                <a:gd name="T1" fmla="*/ 1101 h 1522"/>
                <a:gd name="T2" fmla="*/ 753 w 1523"/>
                <a:gd name="T3" fmla="*/ 505 h 1522"/>
                <a:gd name="T4" fmla="*/ 1213 w 1523"/>
                <a:gd name="T5" fmla="*/ 643 h 1522"/>
                <a:gd name="T6" fmla="*/ 1075 w 1523"/>
                <a:gd name="T7" fmla="*/ 1101 h 1522"/>
                <a:gd name="T8" fmla="*/ 908 w 1523"/>
                <a:gd name="T9" fmla="*/ 1315 h 1522"/>
                <a:gd name="T10" fmla="*/ 898 w 1523"/>
                <a:gd name="T11" fmla="*/ 1320 h 1522"/>
                <a:gd name="T12" fmla="*/ 711 w 1523"/>
                <a:gd name="T13" fmla="*/ 1264 h 1522"/>
                <a:gd name="T14" fmla="*/ 297 w 1523"/>
                <a:gd name="T15" fmla="*/ 496 h 1522"/>
                <a:gd name="T16" fmla="*/ 353 w 1523"/>
                <a:gd name="T17" fmla="*/ 308 h 1522"/>
                <a:gd name="T18" fmla="*/ 363 w 1523"/>
                <a:gd name="T19" fmla="*/ 303 h 1522"/>
                <a:gd name="T20" fmla="*/ 550 w 1523"/>
                <a:gd name="T21" fmla="*/ 359 h 1522"/>
                <a:gd name="T22" fmla="*/ 964 w 1523"/>
                <a:gd name="T23" fmla="*/ 1128 h 1522"/>
                <a:gd name="T24" fmla="*/ 908 w 1523"/>
                <a:gd name="T25" fmla="*/ 1315 h 1522"/>
                <a:gd name="T26" fmla="*/ 761 w 1523"/>
                <a:gd name="T27" fmla="*/ 0 h 1522"/>
                <a:gd name="T28" fmla="*/ 0 w 1523"/>
                <a:gd name="T29" fmla="*/ 761 h 1522"/>
                <a:gd name="T30" fmla="*/ 761 w 1523"/>
                <a:gd name="T31" fmla="*/ 1522 h 1522"/>
                <a:gd name="T32" fmla="*/ 1522 w 1523"/>
                <a:gd name="T33" fmla="*/ 761 h 1522"/>
                <a:gd name="T34" fmla="*/ 761 w 1523"/>
                <a:gd name="T35" fmla="*/ 0 h 1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23" h="1522">
                  <a:moveTo>
                    <a:pt x="1075" y="1101"/>
                  </a:moveTo>
                  <a:cubicBezTo>
                    <a:pt x="753" y="505"/>
                    <a:pt x="753" y="505"/>
                    <a:pt x="753" y="505"/>
                  </a:cubicBezTo>
                  <a:cubicBezTo>
                    <a:pt x="918" y="416"/>
                    <a:pt x="1124" y="478"/>
                    <a:pt x="1213" y="643"/>
                  </a:cubicBezTo>
                  <a:cubicBezTo>
                    <a:pt x="1301" y="807"/>
                    <a:pt x="1240" y="1012"/>
                    <a:pt x="1075" y="1101"/>
                  </a:cubicBezTo>
                  <a:close/>
                  <a:moveTo>
                    <a:pt x="908" y="1315"/>
                  </a:moveTo>
                  <a:cubicBezTo>
                    <a:pt x="898" y="1320"/>
                    <a:pt x="898" y="1320"/>
                    <a:pt x="898" y="1320"/>
                  </a:cubicBezTo>
                  <a:cubicBezTo>
                    <a:pt x="831" y="1357"/>
                    <a:pt x="747" y="1331"/>
                    <a:pt x="711" y="1264"/>
                  </a:cubicBezTo>
                  <a:cubicBezTo>
                    <a:pt x="297" y="496"/>
                    <a:pt x="297" y="496"/>
                    <a:pt x="297" y="496"/>
                  </a:cubicBezTo>
                  <a:cubicBezTo>
                    <a:pt x="260" y="429"/>
                    <a:pt x="286" y="345"/>
                    <a:pt x="353" y="308"/>
                  </a:cubicBezTo>
                  <a:cubicBezTo>
                    <a:pt x="363" y="303"/>
                    <a:pt x="363" y="303"/>
                    <a:pt x="363" y="303"/>
                  </a:cubicBezTo>
                  <a:cubicBezTo>
                    <a:pt x="430" y="267"/>
                    <a:pt x="514" y="291"/>
                    <a:pt x="550" y="359"/>
                  </a:cubicBezTo>
                  <a:cubicBezTo>
                    <a:pt x="964" y="1128"/>
                    <a:pt x="964" y="1128"/>
                    <a:pt x="964" y="1128"/>
                  </a:cubicBezTo>
                  <a:cubicBezTo>
                    <a:pt x="999" y="1195"/>
                    <a:pt x="974" y="1278"/>
                    <a:pt x="908" y="1315"/>
                  </a:cubicBezTo>
                  <a:close/>
                  <a:moveTo>
                    <a:pt x="761" y="0"/>
                  </a:moveTo>
                  <a:cubicBezTo>
                    <a:pt x="341" y="0"/>
                    <a:pt x="0" y="340"/>
                    <a:pt x="0" y="761"/>
                  </a:cubicBezTo>
                  <a:cubicBezTo>
                    <a:pt x="0" y="1181"/>
                    <a:pt x="341" y="1522"/>
                    <a:pt x="761" y="1522"/>
                  </a:cubicBezTo>
                  <a:cubicBezTo>
                    <a:pt x="1181" y="1522"/>
                    <a:pt x="1522" y="1181"/>
                    <a:pt x="1522" y="761"/>
                  </a:cubicBezTo>
                  <a:cubicBezTo>
                    <a:pt x="1523" y="340"/>
                    <a:pt x="1182" y="0"/>
                    <a:pt x="7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3" name="Freeform 22">
              <a:extLst>
                <a:ext uri="{FF2B5EF4-FFF2-40B4-BE49-F238E27FC236}">
                  <a16:creationId xmlns:a16="http://schemas.microsoft.com/office/drawing/2014/main" id="{E2058B9E-6C38-47DA-95C6-4B848B127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" y="-1949"/>
              <a:ext cx="39" cy="56"/>
            </a:xfrm>
            <a:custGeom>
              <a:avLst/>
              <a:gdLst>
                <a:gd name="T0" fmla="*/ 39 w 39"/>
                <a:gd name="T1" fmla="*/ 0 h 56"/>
                <a:gd name="T2" fmla="*/ 0 w 39"/>
                <a:gd name="T3" fmla="*/ 0 h 56"/>
                <a:gd name="T4" fmla="*/ 0 w 39"/>
                <a:gd name="T5" fmla="*/ 7 h 56"/>
                <a:gd name="T6" fmla="*/ 16 w 39"/>
                <a:gd name="T7" fmla="*/ 7 h 56"/>
                <a:gd name="T8" fmla="*/ 16 w 39"/>
                <a:gd name="T9" fmla="*/ 56 h 56"/>
                <a:gd name="T10" fmla="*/ 23 w 39"/>
                <a:gd name="T11" fmla="*/ 56 h 56"/>
                <a:gd name="T12" fmla="*/ 23 w 39"/>
                <a:gd name="T13" fmla="*/ 7 h 56"/>
                <a:gd name="T14" fmla="*/ 39 w 39"/>
                <a:gd name="T15" fmla="*/ 7 h 56"/>
                <a:gd name="T16" fmla="*/ 39 w 39"/>
                <a:gd name="T1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56">
                  <a:moveTo>
                    <a:pt x="39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16" y="7"/>
                  </a:lnTo>
                  <a:lnTo>
                    <a:pt x="16" y="56"/>
                  </a:lnTo>
                  <a:lnTo>
                    <a:pt x="23" y="56"/>
                  </a:lnTo>
                  <a:lnTo>
                    <a:pt x="23" y="7"/>
                  </a:lnTo>
                  <a:lnTo>
                    <a:pt x="39" y="7"/>
                  </a:lnTo>
                  <a:lnTo>
                    <a:pt x="3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4" name="Freeform 23">
              <a:extLst>
                <a:ext uri="{FF2B5EF4-FFF2-40B4-BE49-F238E27FC236}">
                  <a16:creationId xmlns:a16="http://schemas.microsoft.com/office/drawing/2014/main" id="{69952878-1E4A-4B62-9FB9-A940A59A8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1" y="-1949"/>
              <a:ext cx="51" cy="56"/>
            </a:xfrm>
            <a:custGeom>
              <a:avLst/>
              <a:gdLst>
                <a:gd name="T0" fmla="*/ 51 w 51"/>
                <a:gd name="T1" fmla="*/ 0 h 56"/>
                <a:gd name="T2" fmla="*/ 43 w 51"/>
                <a:gd name="T3" fmla="*/ 0 h 56"/>
                <a:gd name="T4" fmla="*/ 26 w 51"/>
                <a:gd name="T5" fmla="*/ 30 h 56"/>
                <a:gd name="T6" fmla="*/ 8 w 51"/>
                <a:gd name="T7" fmla="*/ 0 h 56"/>
                <a:gd name="T8" fmla="*/ 0 w 51"/>
                <a:gd name="T9" fmla="*/ 0 h 56"/>
                <a:gd name="T10" fmla="*/ 0 w 51"/>
                <a:gd name="T11" fmla="*/ 56 h 56"/>
                <a:gd name="T12" fmla="*/ 7 w 51"/>
                <a:gd name="T13" fmla="*/ 56 h 56"/>
                <a:gd name="T14" fmla="*/ 7 w 51"/>
                <a:gd name="T15" fmla="*/ 12 h 56"/>
                <a:gd name="T16" fmla="*/ 25 w 51"/>
                <a:gd name="T17" fmla="*/ 43 h 56"/>
                <a:gd name="T18" fmla="*/ 26 w 51"/>
                <a:gd name="T19" fmla="*/ 43 h 56"/>
                <a:gd name="T20" fmla="*/ 44 w 51"/>
                <a:gd name="T21" fmla="*/ 12 h 56"/>
                <a:gd name="T22" fmla="*/ 44 w 51"/>
                <a:gd name="T23" fmla="*/ 56 h 56"/>
                <a:gd name="T24" fmla="*/ 51 w 51"/>
                <a:gd name="T25" fmla="*/ 56 h 56"/>
                <a:gd name="T26" fmla="*/ 51 w 51"/>
                <a:gd name="T2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" h="56">
                  <a:moveTo>
                    <a:pt x="51" y="0"/>
                  </a:moveTo>
                  <a:lnTo>
                    <a:pt x="43" y="0"/>
                  </a:lnTo>
                  <a:lnTo>
                    <a:pt x="26" y="3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56"/>
                  </a:lnTo>
                  <a:lnTo>
                    <a:pt x="7" y="56"/>
                  </a:lnTo>
                  <a:lnTo>
                    <a:pt x="7" y="1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44" y="12"/>
                  </a:lnTo>
                  <a:lnTo>
                    <a:pt x="44" y="56"/>
                  </a:lnTo>
                  <a:lnTo>
                    <a:pt x="51" y="56"/>
                  </a:lnTo>
                  <a:lnTo>
                    <a:pt x="5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6C91B6DA-22AC-4E8E-9B9D-B82442A71067}"/>
              </a:ext>
            </a:extLst>
          </p:cNvPr>
          <p:cNvSpPr>
            <a:spLocks/>
          </p:cNvSpPr>
          <p:nvPr/>
        </p:nvSpPr>
        <p:spPr bwMode="auto">
          <a:xfrm>
            <a:off x="9234490" y="0"/>
            <a:ext cx="2957510" cy="719138"/>
          </a:xfrm>
          <a:custGeom>
            <a:avLst/>
            <a:gdLst>
              <a:gd name="connsiteX0" fmla="*/ 0 w 2957510"/>
              <a:gd name="connsiteY0" fmla="*/ 611057 h 719138"/>
              <a:gd name="connsiteX1" fmla="*/ 99855 w 2957510"/>
              <a:gd name="connsiteY1" fmla="*/ 658706 h 719138"/>
              <a:gd name="connsiteX2" fmla="*/ 187517 w 2957510"/>
              <a:gd name="connsiteY2" fmla="*/ 701125 h 719138"/>
              <a:gd name="connsiteX3" fmla="*/ 275179 w 2957510"/>
              <a:gd name="connsiteY3" fmla="*/ 658706 h 719138"/>
              <a:gd name="connsiteX4" fmla="*/ 375034 w 2957510"/>
              <a:gd name="connsiteY4" fmla="*/ 611057 h 719138"/>
              <a:gd name="connsiteX5" fmla="*/ 474941 w 2957510"/>
              <a:gd name="connsiteY5" fmla="*/ 658706 h 719138"/>
              <a:gd name="connsiteX6" fmla="*/ 562069 w 2957510"/>
              <a:gd name="connsiteY6" fmla="*/ 701125 h 719138"/>
              <a:gd name="connsiteX7" fmla="*/ 650315 w 2957510"/>
              <a:gd name="connsiteY7" fmla="*/ 658706 h 719138"/>
              <a:gd name="connsiteX8" fmla="*/ 740506 w 2957510"/>
              <a:gd name="connsiteY8" fmla="*/ 611343 h 719138"/>
              <a:gd name="connsiteX9" fmla="*/ 749586 w 2957510"/>
              <a:gd name="connsiteY9" fmla="*/ 611057 h 719138"/>
              <a:gd name="connsiteX10" fmla="*/ 758889 w 2957510"/>
              <a:gd name="connsiteY10" fmla="*/ 611343 h 719138"/>
              <a:gd name="connsiteX11" fmla="*/ 850154 w 2957510"/>
              <a:gd name="connsiteY11" fmla="*/ 658706 h 719138"/>
              <a:gd name="connsiteX12" fmla="*/ 937343 w 2957510"/>
              <a:gd name="connsiteY12" fmla="*/ 701125 h 719138"/>
              <a:gd name="connsiteX13" fmla="*/ 1025586 w 2957510"/>
              <a:gd name="connsiteY13" fmla="*/ 658706 h 719138"/>
              <a:gd name="connsiteX14" fmla="*/ 1115684 w 2957510"/>
              <a:gd name="connsiteY14" fmla="*/ 611343 h 719138"/>
              <a:gd name="connsiteX15" fmla="*/ 1124860 w 2957510"/>
              <a:gd name="connsiteY15" fmla="*/ 611057 h 719138"/>
              <a:gd name="connsiteX16" fmla="*/ 1134151 w 2957510"/>
              <a:gd name="connsiteY16" fmla="*/ 611343 h 719138"/>
              <a:gd name="connsiteX17" fmla="*/ 1225295 w 2957510"/>
              <a:gd name="connsiteY17" fmla="*/ 658706 h 719138"/>
              <a:gd name="connsiteX18" fmla="*/ 1312377 w 2957510"/>
              <a:gd name="connsiteY18" fmla="*/ 701125 h 719138"/>
              <a:gd name="connsiteX19" fmla="*/ 1400620 w 2957510"/>
              <a:gd name="connsiteY19" fmla="*/ 658706 h 719138"/>
              <a:gd name="connsiteX20" fmla="*/ 1490715 w 2957510"/>
              <a:gd name="connsiteY20" fmla="*/ 611343 h 719138"/>
              <a:gd name="connsiteX21" fmla="*/ 1499902 w 2957510"/>
              <a:gd name="connsiteY21" fmla="*/ 611057 h 719138"/>
              <a:gd name="connsiteX22" fmla="*/ 1509200 w 2957510"/>
              <a:gd name="connsiteY22" fmla="*/ 611343 h 719138"/>
              <a:gd name="connsiteX23" fmla="*/ 1600457 w 2957510"/>
              <a:gd name="connsiteY23" fmla="*/ 658706 h 719138"/>
              <a:gd name="connsiteX24" fmla="*/ 1672675 w 2957510"/>
              <a:gd name="connsiteY24" fmla="*/ 700208 h 719138"/>
              <a:gd name="connsiteX25" fmla="*/ 1687656 w 2957510"/>
              <a:gd name="connsiteY25" fmla="*/ 701125 h 719138"/>
              <a:gd name="connsiteX26" fmla="*/ 1702991 w 2957510"/>
              <a:gd name="connsiteY26" fmla="*/ 700208 h 719138"/>
              <a:gd name="connsiteX27" fmla="*/ 1775902 w 2957510"/>
              <a:gd name="connsiteY27" fmla="*/ 658706 h 719138"/>
              <a:gd name="connsiteX28" fmla="*/ 1865985 w 2957510"/>
              <a:gd name="connsiteY28" fmla="*/ 611343 h 719138"/>
              <a:gd name="connsiteX29" fmla="*/ 1875171 w 2957510"/>
              <a:gd name="connsiteY29" fmla="*/ 611057 h 719138"/>
              <a:gd name="connsiteX30" fmla="*/ 1884453 w 2957510"/>
              <a:gd name="connsiteY30" fmla="*/ 611343 h 719138"/>
              <a:gd name="connsiteX31" fmla="*/ 1975602 w 2957510"/>
              <a:gd name="connsiteY31" fmla="*/ 658706 h 719138"/>
              <a:gd name="connsiteX32" fmla="*/ 2047561 w 2957510"/>
              <a:gd name="connsiteY32" fmla="*/ 700208 h 719138"/>
              <a:gd name="connsiteX33" fmla="*/ 2062687 w 2957510"/>
              <a:gd name="connsiteY33" fmla="*/ 701125 h 719138"/>
              <a:gd name="connsiteX34" fmla="*/ 2078025 w 2957510"/>
              <a:gd name="connsiteY34" fmla="*/ 700208 h 719138"/>
              <a:gd name="connsiteX35" fmla="*/ 2150933 w 2957510"/>
              <a:gd name="connsiteY35" fmla="*/ 658706 h 719138"/>
              <a:gd name="connsiteX36" fmla="*/ 2241019 w 2957510"/>
              <a:gd name="connsiteY36" fmla="*/ 611343 h 719138"/>
              <a:gd name="connsiteX37" fmla="*/ 2250202 w 2957510"/>
              <a:gd name="connsiteY37" fmla="*/ 611057 h 719138"/>
              <a:gd name="connsiteX38" fmla="*/ 2259500 w 2957510"/>
              <a:gd name="connsiteY38" fmla="*/ 611343 h 719138"/>
              <a:gd name="connsiteX39" fmla="*/ 2350772 w 2957510"/>
              <a:gd name="connsiteY39" fmla="*/ 658706 h 719138"/>
              <a:gd name="connsiteX40" fmla="*/ 2422815 w 2957510"/>
              <a:gd name="connsiteY40" fmla="*/ 700208 h 719138"/>
              <a:gd name="connsiteX41" fmla="*/ 2437959 w 2957510"/>
              <a:gd name="connsiteY41" fmla="*/ 701125 h 719138"/>
              <a:gd name="connsiteX42" fmla="*/ 2453275 w 2957510"/>
              <a:gd name="connsiteY42" fmla="*/ 700208 h 719138"/>
              <a:gd name="connsiteX43" fmla="*/ 2526203 w 2957510"/>
              <a:gd name="connsiteY43" fmla="*/ 658706 h 719138"/>
              <a:gd name="connsiteX44" fmla="*/ 2625475 w 2957510"/>
              <a:gd name="connsiteY44" fmla="*/ 611057 h 719138"/>
              <a:gd name="connsiteX45" fmla="*/ 2725913 w 2957510"/>
              <a:gd name="connsiteY45" fmla="*/ 658706 h 719138"/>
              <a:gd name="connsiteX46" fmla="*/ 2797875 w 2957510"/>
              <a:gd name="connsiteY46" fmla="*/ 700208 h 719138"/>
              <a:gd name="connsiteX47" fmla="*/ 2812992 w 2957510"/>
              <a:gd name="connsiteY47" fmla="*/ 701125 h 719138"/>
              <a:gd name="connsiteX48" fmla="*/ 2828318 w 2957510"/>
              <a:gd name="connsiteY48" fmla="*/ 700208 h 719138"/>
              <a:gd name="connsiteX49" fmla="*/ 2901235 w 2957510"/>
              <a:gd name="connsiteY49" fmla="*/ 658706 h 719138"/>
              <a:gd name="connsiteX50" fmla="*/ 2937930 w 2957510"/>
              <a:gd name="connsiteY50" fmla="*/ 628118 h 719138"/>
              <a:gd name="connsiteX51" fmla="*/ 2957510 w 2957510"/>
              <a:gd name="connsiteY51" fmla="*/ 618930 h 719138"/>
              <a:gd name="connsiteX52" fmla="*/ 2957510 w 2957510"/>
              <a:gd name="connsiteY52" fmla="*/ 640365 h 719138"/>
              <a:gd name="connsiteX53" fmla="*/ 2944790 w 2957510"/>
              <a:gd name="connsiteY53" fmla="*/ 645066 h 719138"/>
              <a:gd name="connsiteX54" fmla="*/ 2913429 w 2957510"/>
              <a:gd name="connsiteY54" fmla="*/ 671490 h 719138"/>
              <a:gd name="connsiteX55" fmla="*/ 2822285 w 2957510"/>
              <a:gd name="connsiteY55" fmla="*/ 718852 h 719138"/>
              <a:gd name="connsiteX56" fmla="*/ 2812992 w 2957510"/>
              <a:gd name="connsiteY56" fmla="*/ 719138 h 719138"/>
              <a:gd name="connsiteX57" fmla="*/ 2803817 w 2957510"/>
              <a:gd name="connsiteY57" fmla="*/ 718852 h 719138"/>
              <a:gd name="connsiteX58" fmla="*/ 2713719 w 2957510"/>
              <a:gd name="connsiteY58" fmla="*/ 671490 h 719138"/>
              <a:gd name="connsiteX59" fmla="*/ 2625475 w 2957510"/>
              <a:gd name="connsiteY59" fmla="*/ 629071 h 719138"/>
              <a:gd name="connsiteX60" fmla="*/ 2538398 w 2957510"/>
              <a:gd name="connsiteY60" fmla="*/ 671490 h 719138"/>
              <a:gd name="connsiteX61" fmla="*/ 2447253 w 2957510"/>
              <a:gd name="connsiteY61" fmla="*/ 718852 h 719138"/>
              <a:gd name="connsiteX62" fmla="*/ 2437959 w 2957510"/>
              <a:gd name="connsiteY62" fmla="*/ 719138 h 719138"/>
              <a:gd name="connsiteX63" fmla="*/ 2428768 w 2957510"/>
              <a:gd name="connsiteY63" fmla="*/ 718852 h 719138"/>
              <a:gd name="connsiteX64" fmla="*/ 2338559 w 2957510"/>
              <a:gd name="connsiteY64" fmla="*/ 671490 h 719138"/>
              <a:gd name="connsiteX65" fmla="*/ 2265570 w 2957510"/>
              <a:gd name="connsiteY65" fmla="*/ 629988 h 719138"/>
              <a:gd name="connsiteX66" fmla="*/ 2250202 w 2957510"/>
              <a:gd name="connsiteY66" fmla="*/ 629071 h 719138"/>
              <a:gd name="connsiteX67" fmla="*/ 2235078 w 2957510"/>
              <a:gd name="connsiteY67" fmla="*/ 629988 h 719138"/>
              <a:gd name="connsiteX68" fmla="*/ 2163119 w 2957510"/>
              <a:gd name="connsiteY68" fmla="*/ 671490 h 719138"/>
              <a:gd name="connsiteX69" fmla="*/ 2071970 w 2957510"/>
              <a:gd name="connsiteY69" fmla="*/ 718852 h 719138"/>
              <a:gd name="connsiteX70" fmla="*/ 2062687 w 2957510"/>
              <a:gd name="connsiteY70" fmla="*/ 719138 h 719138"/>
              <a:gd name="connsiteX71" fmla="*/ 2053502 w 2957510"/>
              <a:gd name="connsiteY71" fmla="*/ 718852 h 719138"/>
              <a:gd name="connsiteX72" fmla="*/ 1963418 w 2957510"/>
              <a:gd name="connsiteY72" fmla="*/ 671490 h 719138"/>
              <a:gd name="connsiteX73" fmla="*/ 1890508 w 2957510"/>
              <a:gd name="connsiteY73" fmla="*/ 629988 h 719138"/>
              <a:gd name="connsiteX74" fmla="*/ 1875171 w 2957510"/>
              <a:gd name="connsiteY74" fmla="*/ 629071 h 719138"/>
              <a:gd name="connsiteX75" fmla="*/ 1860044 w 2957510"/>
              <a:gd name="connsiteY75" fmla="*/ 629988 h 719138"/>
              <a:gd name="connsiteX76" fmla="*/ 1788085 w 2957510"/>
              <a:gd name="connsiteY76" fmla="*/ 671490 h 719138"/>
              <a:gd name="connsiteX77" fmla="*/ 1696936 w 2957510"/>
              <a:gd name="connsiteY77" fmla="*/ 718852 h 719138"/>
              <a:gd name="connsiteX78" fmla="*/ 1687656 w 2957510"/>
              <a:gd name="connsiteY78" fmla="*/ 719138 h 719138"/>
              <a:gd name="connsiteX79" fmla="*/ 1678456 w 2957510"/>
              <a:gd name="connsiteY79" fmla="*/ 718852 h 719138"/>
              <a:gd name="connsiteX80" fmla="*/ 1588259 w 2957510"/>
              <a:gd name="connsiteY80" fmla="*/ 671490 h 719138"/>
              <a:gd name="connsiteX81" fmla="*/ 1515254 w 2957510"/>
              <a:gd name="connsiteY81" fmla="*/ 629988 h 719138"/>
              <a:gd name="connsiteX82" fmla="*/ 1499902 w 2957510"/>
              <a:gd name="connsiteY82" fmla="*/ 629071 h 719138"/>
              <a:gd name="connsiteX83" fmla="*/ 1484938 w 2957510"/>
              <a:gd name="connsiteY83" fmla="*/ 629988 h 719138"/>
              <a:gd name="connsiteX84" fmla="*/ 1412811 w 2957510"/>
              <a:gd name="connsiteY84" fmla="*/ 671490 h 719138"/>
              <a:gd name="connsiteX85" fmla="*/ 1312377 w 2957510"/>
              <a:gd name="connsiteY85" fmla="*/ 719138 h 719138"/>
              <a:gd name="connsiteX86" fmla="*/ 1213103 w 2957510"/>
              <a:gd name="connsiteY86" fmla="*/ 671490 h 719138"/>
              <a:gd name="connsiteX87" fmla="*/ 1140203 w 2957510"/>
              <a:gd name="connsiteY87" fmla="*/ 629988 h 719138"/>
              <a:gd name="connsiteX88" fmla="*/ 1124860 w 2957510"/>
              <a:gd name="connsiteY88" fmla="*/ 629071 h 719138"/>
              <a:gd name="connsiteX89" fmla="*/ 1109907 w 2957510"/>
              <a:gd name="connsiteY89" fmla="*/ 629988 h 719138"/>
              <a:gd name="connsiteX90" fmla="*/ 1037780 w 2957510"/>
              <a:gd name="connsiteY90" fmla="*/ 671490 h 719138"/>
              <a:gd name="connsiteX91" fmla="*/ 937343 w 2957510"/>
              <a:gd name="connsiteY91" fmla="*/ 719138 h 719138"/>
              <a:gd name="connsiteX92" fmla="*/ 837942 w 2957510"/>
              <a:gd name="connsiteY92" fmla="*/ 671490 h 719138"/>
              <a:gd name="connsiteX93" fmla="*/ 764952 w 2957510"/>
              <a:gd name="connsiteY93" fmla="*/ 629988 h 719138"/>
              <a:gd name="connsiteX94" fmla="*/ 749586 w 2957510"/>
              <a:gd name="connsiteY94" fmla="*/ 629071 h 719138"/>
              <a:gd name="connsiteX95" fmla="*/ 734638 w 2957510"/>
              <a:gd name="connsiteY95" fmla="*/ 629988 h 719138"/>
              <a:gd name="connsiteX96" fmla="*/ 662511 w 2957510"/>
              <a:gd name="connsiteY96" fmla="*/ 671490 h 719138"/>
              <a:gd name="connsiteX97" fmla="*/ 562069 w 2957510"/>
              <a:gd name="connsiteY97" fmla="*/ 719138 h 719138"/>
              <a:gd name="connsiteX98" fmla="*/ 462743 w 2957510"/>
              <a:gd name="connsiteY98" fmla="*/ 671490 h 719138"/>
              <a:gd name="connsiteX99" fmla="*/ 375034 w 2957510"/>
              <a:gd name="connsiteY99" fmla="*/ 629071 h 719138"/>
              <a:gd name="connsiteX100" fmla="*/ 287371 w 2957510"/>
              <a:gd name="connsiteY100" fmla="*/ 671490 h 719138"/>
              <a:gd name="connsiteX101" fmla="*/ 187517 w 2957510"/>
              <a:gd name="connsiteY101" fmla="*/ 719138 h 719138"/>
              <a:gd name="connsiteX102" fmla="*/ 87663 w 2957510"/>
              <a:gd name="connsiteY102" fmla="*/ 671490 h 719138"/>
              <a:gd name="connsiteX103" fmla="*/ 0 w 2957510"/>
              <a:gd name="connsiteY103" fmla="*/ 629071 h 719138"/>
              <a:gd name="connsiteX104" fmla="*/ 0 w 2957510"/>
              <a:gd name="connsiteY104" fmla="*/ 511642 h 719138"/>
              <a:gd name="connsiteX105" fmla="*/ 99855 w 2957510"/>
              <a:gd name="connsiteY105" fmla="*/ 558753 h 719138"/>
              <a:gd name="connsiteX106" fmla="*/ 187517 w 2957510"/>
              <a:gd name="connsiteY106" fmla="*/ 601211 h 719138"/>
              <a:gd name="connsiteX107" fmla="*/ 275179 w 2957510"/>
              <a:gd name="connsiteY107" fmla="*/ 558753 h 719138"/>
              <a:gd name="connsiteX108" fmla="*/ 375034 w 2957510"/>
              <a:gd name="connsiteY108" fmla="*/ 511642 h 719138"/>
              <a:gd name="connsiteX109" fmla="*/ 474941 w 2957510"/>
              <a:gd name="connsiteY109" fmla="*/ 558753 h 719138"/>
              <a:gd name="connsiteX110" fmla="*/ 562069 w 2957510"/>
              <a:gd name="connsiteY110" fmla="*/ 601211 h 719138"/>
              <a:gd name="connsiteX111" fmla="*/ 650315 w 2957510"/>
              <a:gd name="connsiteY111" fmla="*/ 558753 h 719138"/>
              <a:gd name="connsiteX112" fmla="*/ 740506 w 2957510"/>
              <a:gd name="connsiteY112" fmla="*/ 511922 h 719138"/>
              <a:gd name="connsiteX113" fmla="*/ 749586 w 2957510"/>
              <a:gd name="connsiteY113" fmla="*/ 511642 h 719138"/>
              <a:gd name="connsiteX114" fmla="*/ 758889 w 2957510"/>
              <a:gd name="connsiteY114" fmla="*/ 511922 h 719138"/>
              <a:gd name="connsiteX115" fmla="*/ 850154 w 2957510"/>
              <a:gd name="connsiteY115" fmla="*/ 558753 h 719138"/>
              <a:gd name="connsiteX116" fmla="*/ 937343 w 2957510"/>
              <a:gd name="connsiteY116" fmla="*/ 601211 h 719138"/>
              <a:gd name="connsiteX117" fmla="*/ 1025586 w 2957510"/>
              <a:gd name="connsiteY117" fmla="*/ 558753 h 719138"/>
              <a:gd name="connsiteX118" fmla="*/ 1115684 w 2957510"/>
              <a:gd name="connsiteY118" fmla="*/ 511922 h 719138"/>
              <a:gd name="connsiteX119" fmla="*/ 1124860 w 2957510"/>
              <a:gd name="connsiteY119" fmla="*/ 511642 h 719138"/>
              <a:gd name="connsiteX120" fmla="*/ 1134151 w 2957510"/>
              <a:gd name="connsiteY120" fmla="*/ 511922 h 719138"/>
              <a:gd name="connsiteX121" fmla="*/ 1225295 w 2957510"/>
              <a:gd name="connsiteY121" fmla="*/ 558753 h 719138"/>
              <a:gd name="connsiteX122" fmla="*/ 1312377 w 2957510"/>
              <a:gd name="connsiteY122" fmla="*/ 601211 h 719138"/>
              <a:gd name="connsiteX123" fmla="*/ 1400620 w 2957510"/>
              <a:gd name="connsiteY123" fmla="*/ 558753 h 719138"/>
              <a:gd name="connsiteX124" fmla="*/ 1490715 w 2957510"/>
              <a:gd name="connsiteY124" fmla="*/ 511922 h 719138"/>
              <a:gd name="connsiteX125" fmla="*/ 1499902 w 2957510"/>
              <a:gd name="connsiteY125" fmla="*/ 511642 h 719138"/>
              <a:gd name="connsiteX126" fmla="*/ 1509200 w 2957510"/>
              <a:gd name="connsiteY126" fmla="*/ 511922 h 719138"/>
              <a:gd name="connsiteX127" fmla="*/ 1600457 w 2957510"/>
              <a:gd name="connsiteY127" fmla="*/ 558753 h 719138"/>
              <a:gd name="connsiteX128" fmla="*/ 1672675 w 2957510"/>
              <a:gd name="connsiteY128" fmla="*/ 600317 h 719138"/>
              <a:gd name="connsiteX129" fmla="*/ 1687656 w 2957510"/>
              <a:gd name="connsiteY129" fmla="*/ 601211 h 719138"/>
              <a:gd name="connsiteX130" fmla="*/ 1702991 w 2957510"/>
              <a:gd name="connsiteY130" fmla="*/ 600293 h 719138"/>
              <a:gd name="connsiteX131" fmla="*/ 1775902 w 2957510"/>
              <a:gd name="connsiteY131" fmla="*/ 558753 h 719138"/>
              <a:gd name="connsiteX132" fmla="*/ 1865985 w 2957510"/>
              <a:gd name="connsiteY132" fmla="*/ 511922 h 719138"/>
              <a:gd name="connsiteX133" fmla="*/ 1875171 w 2957510"/>
              <a:gd name="connsiteY133" fmla="*/ 511642 h 719138"/>
              <a:gd name="connsiteX134" fmla="*/ 1884453 w 2957510"/>
              <a:gd name="connsiteY134" fmla="*/ 511922 h 719138"/>
              <a:gd name="connsiteX135" fmla="*/ 1975602 w 2957510"/>
              <a:gd name="connsiteY135" fmla="*/ 558753 h 719138"/>
              <a:gd name="connsiteX136" fmla="*/ 2047561 w 2957510"/>
              <a:gd name="connsiteY136" fmla="*/ 600317 h 719138"/>
              <a:gd name="connsiteX137" fmla="*/ 2062687 w 2957510"/>
              <a:gd name="connsiteY137" fmla="*/ 601211 h 719138"/>
              <a:gd name="connsiteX138" fmla="*/ 2078025 w 2957510"/>
              <a:gd name="connsiteY138" fmla="*/ 600293 h 719138"/>
              <a:gd name="connsiteX139" fmla="*/ 2150933 w 2957510"/>
              <a:gd name="connsiteY139" fmla="*/ 558753 h 719138"/>
              <a:gd name="connsiteX140" fmla="*/ 2241019 w 2957510"/>
              <a:gd name="connsiteY140" fmla="*/ 511922 h 719138"/>
              <a:gd name="connsiteX141" fmla="*/ 2250202 w 2957510"/>
              <a:gd name="connsiteY141" fmla="*/ 511642 h 719138"/>
              <a:gd name="connsiteX142" fmla="*/ 2259500 w 2957510"/>
              <a:gd name="connsiteY142" fmla="*/ 511922 h 719138"/>
              <a:gd name="connsiteX143" fmla="*/ 2350772 w 2957510"/>
              <a:gd name="connsiteY143" fmla="*/ 558753 h 719138"/>
              <a:gd name="connsiteX144" fmla="*/ 2422815 w 2957510"/>
              <a:gd name="connsiteY144" fmla="*/ 600317 h 719138"/>
              <a:gd name="connsiteX145" fmla="*/ 2437959 w 2957510"/>
              <a:gd name="connsiteY145" fmla="*/ 601211 h 719138"/>
              <a:gd name="connsiteX146" fmla="*/ 2453275 w 2957510"/>
              <a:gd name="connsiteY146" fmla="*/ 600293 h 719138"/>
              <a:gd name="connsiteX147" fmla="*/ 2526203 w 2957510"/>
              <a:gd name="connsiteY147" fmla="*/ 558753 h 719138"/>
              <a:gd name="connsiteX148" fmla="*/ 2625475 w 2957510"/>
              <a:gd name="connsiteY148" fmla="*/ 511642 h 719138"/>
              <a:gd name="connsiteX149" fmla="*/ 2725913 w 2957510"/>
              <a:gd name="connsiteY149" fmla="*/ 558753 h 719138"/>
              <a:gd name="connsiteX150" fmla="*/ 2797875 w 2957510"/>
              <a:gd name="connsiteY150" fmla="*/ 600317 h 719138"/>
              <a:gd name="connsiteX151" fmla="*/ 2812992 w 2957510"/>
              <a:gd name="connsiteY151" fmla="*/ 601211 h 719138"/>
              <a:gd name="connsiteX152" fmla="*/ 2828318 w 2957510"/>
              <a:gd name="connsiteY152" fmla="*/ 600293 h 719138"/>
              <a:gd name="connsiteX153" fmla="*/ 2901235 w 2957510"/>
              <a:gd name="connsiteY153" fmla="*/ 558753 h 719138"/>
              <a:gd name="connsiteX154" fmla="*/ 2937924 w 2957510"/>
              <a:gd name="connsiteY154" fmla="*/ 528401 h 719138"/>
              <a:gd name="connsiteX155" fmla="*/ 2957510 w 2957510"/>
              <a:gd name="connsiteY155" fmla="*/ 519362 h 719138"/>
              <a:gd name="connsiteX156" fmla="*/ 2957510 w 2957510"/>
              <a:gd name="connsiteY156" fmla="*/ 540393 h 719138"/>
              <a:gd name="connsiteX157" fmla="*/ 2944785 w 2957510"/>
              <a:gd name="connsiteY157" fmla="*/ 545101 h 719138"/>
              <a:gd name="connsiteX158" fmla="*/ 2913429 w 2957510"/>
              <a:gd name="connsiteY158" fmla="*/ 571549 h 719138"/>
              <a:gd name="connsiteX159" fmla="*/ 2822285 w 2957510"/>
              <a:gd name="connsiteY159" fmla="*/ 618955 h 719138"/>
              <a:gd name="connsiteX160" fmla="*/ 2812992 w 2957510"/>
              <a:gd name="connsiteY160" fmla="*/ 619242 h 719138"/>
              <a:gd name="connsiteX161" fmla="*/ 2803817 w 2957510"/>
              <a:gd name="connsiteY161" fmla="*/ 618955 h 719138"/>
              <a:gd name="connsiteX162" fmla="*/ 2713719 w 2957510"/>
              <a:gd name="connsiteY162" fmla="*/ 571549 h 719138"/>
              <a:gd name="connsiteX163" fmla="*/ 2625475 w 2957510"/>
              <a:gd name="connsiteY163" fmla="*/ 529091 h 719138"/>
              <a:gd name="connsiteX164" fmla="*/ 2538398 w 2957510"/>
              <a:gd name="connsiteY164" fmla="*/ 571549 h 719138"/>
              <a:gd name="connsiteX165" fmla="*/ 2447253 w 2957510"/>
              <a:gd name="connsiteY165" fmla="*/ 618955 h 719138"/>
              <a:gd name="connsiteX166" fmla="*/ 2437959 w 2957510"/>
              <a:gd name="connsiteY166" fmla="*/ 619242 h 719138"/>
              <a:gd name="connsiteX167" fmla="*/ 2428768 w 2957510"/>
              <a:gd name="connsiteY167" fmla="*/ 618955 h 719138"/>
              <a:gd name="connsiteX168" fmla="*/ 2338559 w 2957510"/>
              <a:gd name="connsiteY168" fmla="*/ 571549 h 719138"/>
              <a:gd name="connsiteX169" fmla="*/ 2265570 w 2957510"/>
              <a:gd name="connsiteY169" fmla="*/ 530008 h 719138"/>
              <a:gd name="connsiteX170" fmla="*/ 2250202 w 2957510"/>
              <a:gd name="connsiteY170" fmla="*/ 529091 h 719138"/>
              <a:gd name="connsiteX171" fmla="*/ 2235078 w 2957510"/>
              <a:gd name="connsiteY171" fmla="*/ 530008 h 719138"/>
              <a:gd name="connsiteX172" fmla="*/ 2163119 w 2957510"/>
              <a:gd name="connsiteY172" fmla="*/ 571549 h 719138"/>
              <a:gd name="connsiteX173" fmla="*/ 2071970 w 2957510"/>
              <a:gd name="connsiteY173" fmla="*/ 618955 h 719138"/>
              <a:gd name="connsiteX174" fmla="*/ 2062687 w 2957510"/>
              <a:gd name="connsiteY174" fmla="*/ 619242 h 719138"/>
              <a:gd name="connsiteX175" fmla="*/ 2053502 w 2957510"/>
              <a:gd name="connsiteY175" fmla="*/ 618955 h 719138"/>
              <a:gd name="connsiteX176" fmla="*/ 1963418 w 2957510"/>
              <a:gd name="connsiteY176" fmla="*/ 571549 h 719138"/>
              <a:gd name="connsiteX177" fmla="*/ 1890508 w 2957510"/>
              <a:gd name="connsiteY177" fmla="*/ 530008 h 719138"/>
              <a:gd name="connsiteX178" fmla="*/ 1875171 w 2957510"/>
              <a:gd name="connsiteY178" fmla="*/ 529091 h 719138"/>
              <a:gd name="connsiteX179" fmla="*/ 1860044 w 2957510"/>
              <a:gd name="connsiteY179" fmla="*/ 530008 h 719138"/>
              <a:gd name="connsiteX180" fmla="*/ 1788085 w 2957510"/>
              <a:gd name="connsiteY180" fmla="*/ 571549 h 719138"/>
              <a:gd name="connsiteX181" fmla="*/ 1696936 w 2957510"/>
              <a:gd name="connsiteY181" fmla="*/ 618955 h 719138"/>
              <a:gd name="connsiteX182" fmla="*/ 1687656 w 2957510"/>
              <a:gd name="connsiteY182" fmla="*/ 619242 h 719138"/>
              <a:gd name="connsiteX183" fmla="*/ 1678456 w 2957510"/>
              <a:gd name="connsiteY183" fmla="*/ 618955 h 719138"/>
              <a:gd name="connsiteX184" fmla="*/ 1588259 w 2957510"/>
              <a:gd name="connsiteY184" fmla="*/ 571549 h 719138"/>
              <a:gd name="connsiteX185" fmla="*/ 1515254 w 2957510"/>
              <a:gd name="connsiteY185" fmla="*/ 530008 h 719138"/>
              <a:gd name="connsiteX186" fmla="*/ 1499902 w 2957510"/>
              <a:gd name="connsiteY186" fmla="*/ 529091 h 719138"/>
              <a:gd name="connsiteX187" fmla="*/ 1484938 w 2957510"/>
              <a:gd name="connsiteY187" fmla="*/ 530008 h 719138"/>
              <a:gd name="connsiteX188" fmla="*/ 1412811 w 2957510"/>
              <a:gd name="connsiteY188" fmla="*/ 571549 h 719138"/>
              <a:gd name="connsiteX189" fmla="*/ 1312377 w 2957510"/>
              <a:gd name="connsiteY189" fmla="*/ 619242 h 719138"/>
              <a:gd name="connsiteX190" fmla="*/ 1213103 w 2957510"/>
              <a:gd name="connsiteY190" fmla="*/ 571549 h 719138"/>
              <a:gd name="connsiteX191" fmla="*/ 1140203 w 2957510"/>
              <a:gd name="connsiteY191" fmla="*/ 530008 h 719138"/>
              <a:gd name="connsiteX192" fmla="*/ 1124860 w 2957510"/>
              <a:gd name="connsiteY192" fmla="*/ 529091 h 719138"/>
              <a:gd name="connsiteX193" fmla="*/ 1109907 w 2957510"/>
              <a:gd name="connsiteY193" fmla="*/ 530008 h 719138"/>
              <a:gd name="connsiteX194" fmla="*/ 1037780 w 2957510"/>
              <a:gd name="connsiteY194" fmla="*/ 571549 h 719138"/>
              <a:gd name="connsiteX195" fmla="*/ 937343 w 2957510"/>
              <a:gd name="connsiteY195" fmla="*/ 619242 h 719138"/>
              <a:gd name="connsiteX196" fmla="*/ 837942 w 2957510"/>
              <a:gd name="connsiteY196" fmla="*/ 571549 h 719138"/>
              <a:gd name="connsiteX197" fmla="*/ 764952 w 2957510"/>
              <a:gd name="connsiteY197" fmla="*/ 530008 h 719138"/>
              <a:gd name="connsiteX198" fmla="*/ 749586 w 2957510"/>
              <a:gd name="connsiteY198" fmla="*/ 529091 h 719138"/>
              <a:gd name="connsiteX199" fmla="*/ 734638 w 2957510"/>
              <a:gd name="connsiteY199" fmla="*/ 530008 h 719138"/>
              <a:gd name="connsiteX200" fmla="*/ 662511 w 2957510"/>
              <a:gd name="connsiteY200" fmla="*/ 571549 h 719138"/>
              <a:gd name="connsiteX201" fmla="*/ 562069 w 2957510"/>
              <a:gd name="connsiteY201" fmla="*/ 619242 h 719138"/>
              <a:gd name="connsiteX202" fmla="*/ 462743 w 2957510"/>
              <a:gd name="connsiteY202" fmla="*/ 571549 h 719138"/>
              <a:gd name="connsiteX203" fmla="*/ 375034 w 2957510"/>
              <a:gd name="connsiteY203" fmla="*/ 529091 h 719138"/>
              <a:gd name="connsiteX204" fmla="*/ 287371 w 2957510"/>
              <a:gd name="connsiteY204" fmla="*/ 571549 h 719138"/>
              <a:gd name="connsiteX205" fmla="*/ 187517 w 2957510"/>
              <a:gd name="connsiteY205" fmla="*/ 619242 h 719138"/>
              <a:gd name="connsiteX206" fmla="*/ 87663 w 2957510"/>
              <a:gd name="connsiteY206" fmla="*/ 571549 h 719138"/>
              <a:gd name="connsiteX207" fmla="*/ 0 w 2957510"/>
              <a:gd name="connsiteY207" fmla="*/ 529091 h 719138"/>
              <a:gd name="connsiteX208" fmla="*/ 0 w 2957510"/>
              <a:gd name="connsiteY208" fmla="*/ 410542 h 719138"/>
              <a:gd name="connsiteX209" fmla="*/ 99855 w 2957510"/>
              <a:gd name="connsiteY209" fmla="*/ 458190 h 719138"/>
              <a:gd name="connsiteX210" fmla="*/ 187517 w 2957510"/>
              <a:gd name="connsiteY210" fmla="*/ 500609 h 719138"/>
              <a:gd name="connsiteX211" fmla="*/ 275179 w 2957510"/>
              <a:gd name="connsiteY211" fmla="*/ 458190 h 719138"/>
              <a:gd name="connsiteX212" fmla="*/ 375034 w 2957510"/>
              <a:gd name="connsiteY212" fmla="*/ 410542 h 719138"/>
              <a:gd name="connsiteX213" fmla="*/ 474941 w 2957510"/>
              <a:gd name="connsiteY213" fmla="*/ 458190 h 719138"/>
              <a:gd name="connsiteX214" fmla="*/ 562069 w 2957510"/>
              <a:gd name="connsiteY214" fmla="*/ 500609 h 719138"/>
              <a:gd name="connsiteX215" fmla="*/ 650315 w 2957510"/>
              <a:gd name="connsiteY215" fmla="*/ 458190 h 719138"/>
              <a:gd name="connsiteX216" fmla="*/ 740506 w 2957510"/>
              <a:gd name="connsiteY216" fmla="*/ 410828 h 719138"/>
              <a:gd name="connsiteX217" fmla="*/ 749586 w 2957510"/>
              <a:gd name="connsiteY217" fmla="*/ 410542 h 719138"/>
              <a:gd name="connsiteX218" fmla="*/ 758889 w 2957510"/>
              <a:gd name="connsiteY218" fmla="*/ 410828 h 719138"/>
              <a:gd name="connsiteX219" fmla="*/ 850154 w 2957510"/>
              <a:gd name="connsiteY219" fmla="*/ 458190 h 719138"/>
              <a:gd name="connsiteX220" fmla="*/ 937343 w 2957510"/>
              <a:gd name="connsiteY220" fmla="*/ 500609 h 719138"/>
              <a:gd name="connsiteX221" fmla="*/ 1025586 w 2957510"/>
              <a:gd name="connsiteY221" fmla="*/ 458190 h 719138"/>
              <a:gd name="connsiteX222" fmla="*/ 1115684 w 2957510"/>
              <a:gd name="connsiteY222" fmla="*/ 410828 h 719138"/>
              <a:gd name="connsiteX223" fmla="*/ 1124860 w 2957510"/>
              <a:gd name="connsiteY223" fmla="*/ 410542 h 719138"/>
              <a:gd name="connsiteX224" fmla="*/ 1134151 w 2957510"/>
              <a:gd name="connsiteY224" fmla="*/ 410828 h 719138"/>
              <a:gd name="connsiteX225" fmla="*/ 1225295 w 2957510"/>
              <a:gd name="connsiteY225" fmla="*/ 458190 h 719138"/>
              <a:gd name="connsiteX226" fmla="*/ 1312377 w 2957510"/>
              <a:gd name="connsiteY226" fmla="*/ 500609 h 719138"/>
              <a:gd name="connsiteX227" fmla="*/ 1400620 w 2957510"/>
              <a:gd name="connsiteY227" fmla="*/ 458190 h 719138"/>
              <a:gd name="connsiteX228" fmla="*/ 1490715 w 2957510"/>
              <a:gd name="connsiteY228" fmla="*/ 410828 h 719138"/>
              <a:gd name="connsiteX229" fmla="*/ 1499902 w 2957510"/>
              <a:gd name="connsiteY229" fmla="*/ 410542 h 719138"/>
              <a:gd name="connsiteX230" fmla="*/ 1509200 w 2957510"/>
              <a:gd name="connsiteY230" fmla="*/ 410828 h 719138"/>
              <a:gd name="connsiteX231" fmla="*/ 1600457 w 2957510"/>
              <a:gd name="connsiteY231" fmla="*/ 458190 h 719138"/>
              <a:gd name="connsiteX232" fmla="*/ 1672675 w 2957510"/>
              <a:gd name="connsiteY232" fmla="*/ 499692 h 719138"/>
              <a:gd name="connsiteX233" fmla="*/ 1687656 w 2957510"/>
              <a:gd name="connsiteY233" fmla="*/ 500609 h 719138"/>
              <a:gd name="connsiteX234" fmla="*/ 1702991 w 2957510"/>
              <a:gd name="connsiteY234" fmla="*/ 499692 h 719138"/>
              <a:gd name="connsiteX235" fmla="*/ 1775902 w 2957510"/>
              <a:gd name="connsiteY235" fmla="*/ 458190 h 719138"/>
              <a:gd name="connsiteX236" fmla="*/ 1865985 w 2957510"/>
              <a:gd name="connsiteY236" fmla="*/ 410828 h 719138"/>
              <a:gd name="connsiteX237" fmla="*/ 1875171 w 2957510"/>
              <a:gd name="connsiteY237" fmla="*/ 410542 h 719138"/>
              <a:gd name="connsiteX238" fmla="*/ 1884453 w 2957510"/>
              <a:gd name="connsiteY238" fmla="*/ 410828 h 719138"/>
              <a:gd name="connsiteX239" fmla="*/ 1975602 w 2957510"/>
              <a:gd name="connsiteY239" fmla="*/ 458190 h 719138"/>
              <a:gd name="connsiteX240" fmla="*/ 2047561 w 2957510"/>
              <a:gd name="connsiteY240" fmla="*/ 499692 h 719138"/>
              <a:gd name="connsiteX241" fmla="*/ 2062687 w 2957510"/>
              <a:gd name="connsiteY241" fmla="*/ 500609 h 719138"/>
              <a:gd name="connsiteX242" fmla="*/ 2078025 w 2957510"/>
              <a:gd name="connsiteY242" fmla="*/ 499692 h 719138"/>
              <a:gd name="connsiteX243" fmla="*/ 2150933 w 2957510"/>
              <a:gd name="connsiteY243" fmla="*/ 458190 h 719138"/>
              <a:gd name="connsiteX244" fmla="*/ 2241019 w 2957510"/>
              <a:gd name="connsiteY244" fmla="*/ 410828 h 719138"/>
              <a:gd name="connsiteX245" fmla="*/ 2250202 w 2957510"/>
              <a:gd name="connsiteY245" fmla="*/ 410542 h 719138"/>
              <a:gd name="connsiteX246" fmla="*/ 2259500 w 2957510"/>
              <a:gd name="connsiteY246" fmla="*/ 410828 h 719138"/>
              <a:gd name="connsiteX247" fmla="*/ 2350772 w 2957510"/>
              <a:gd name="connsiteY247" fmla="*/ 458190 h 719138"/>
              <a:gd name="connsiteX248" fmla="*/ 2422815 w 2957510"/>
              <a:gd name="connsiteY248" fmla="*/ 499692 h 719138"/>
              <a:gd name="connsiteX249" fmla="*/ 2437959 w 2957510"/>
              <a:gd name="connsiteY249" fmla="*/ 500609 h 719138"/>
              <a:gd name="connsiteX250" fmla="*/ 2453275 w 2957510"/>
              <a:gd name="connsiteY250" fmla="*/ 499692 h 719138"/>
              <a:gd name="connsiteX251" fmla="*/ 2526203 w 2957510"/>
              <a:gd name="connsiteY251" fmla="*/ 458190 h 719138"/>
              <a:gd name="connsiteX252" fmla="*/ 2625475 w 2957510"/>
              <a:gd name="connsiteY252" fmla="*/ 410542 h 719138"/>
              <a:gd name="connsiteX253" fmla="*/ 2725913 w 2957510"/>
              <a:gd name="connsiteY253" fmla="*/ 458190 h 719138"/>
              <a:gd name="connsiteX254" fmla="*/ 2797875 w 2957510"/>
              <a:gd name="connsiteY254" fmla="*/ 499692 h 719138"/>
              <a:gd name="connsiteX255" fmla="*/ 2812992 w 2957510"/>
              <a:gd name="connsiteY255" fmla="*/ 500609 h 719138"/>
              <a:gd name="connsiteX256" fmla="*/ 2828318 w 2957510"/>
              <a:gd name="connsiteY256" fmla="*/ 499692 h 719138"/>
              <a:gd name="connsiteX257" fmla="*/ 2901235 w 2957510"/>
              <a:gd name="connsiteY257" fmla="*/ 458190 h 719138"/>
              <a:gd name="connsiteX258" fmla="*/ 2937919 w 2957510"/>
              <a:gd name="connsiteY258" fmla="*/ 427602 h 719138"/>
              <a:gd name="connsiteX259" fmla="*/ 2957510 w 2957510"/>
              <a:gd name="connsiteY259" fmla="*/ 418409 h 719138"/>
              <a:gd name="connsiteX260" fmla="*/ 2957510 w 2957510"/>
              <a:gd name="connsiteY260" fmla="*/ 439845 h 719138"/>
              <a:gd name="connsiteX261" fmla="*/ 2944779 w 2957510"/>
              <a:gd name="connsiteY261" fmla="*/ 444551 h 719138"/>
              <a:gd name="connsiteX262" fmla="*/ 2913429 w 2957510"/>
              <a:gd name="connsiteY262" fmla="*/ 470974 h 719138"/>
              <a:gd name="connsiteX263" fmla="*/ 2822285 w 2957510"/>
              <a:gd name="connsiteY263" fmla="*/ 518336 h 719138"/>
              <a:gd name="connsiteX264" fmla="*/ 2812992 w 2957510"/>
              <a:gd name="connsiteY264" fmla="*/ 518623 h 719138"/>
              <a:gd name="connsiteX265" fmla="*/ 2803817 w 2957510"/>
              <a:gd name="connsiteY265" fmla="*/ 518336 h 719138"/>
              <a:gd name="connsiteX266" fmla="*/ 2713719 w 2957510"/>
              <a:gd name="connsiteY266" fmla="*/ 470974 h 719138"/>
              <a:gd name="connsiteX267" fmla="*/ 2625475 w 2957510"/>
              <a:gd name="connsiteY267" fmla="*/ 428555 h 719138"/>
              <a:gd name="connsiteX268" fmla="*/ 2538398 w 2957510"/>
              <a:gd name="connsiteY268" fmla="*/ 470974 h 719138"/>
              <a:gd name="connsiteX269" fmla="*/ 2447253 w 2957510"/>
              <a:gd name="connsiteY269" fmla="*/ 518336 h 719138"/>
              <a:gd name="connsiteX270" fmla="*/ 2437959 w 2957510"/>
              <a:gd name="connsiteY270" fmla="*/ 518623 h 719138"/>
              <a:gd name="connsiteX271" fmla="*/ 2428768 w 2957510"/>
              <a:gd name="connsiteY271" fmla="*/ 518336 h 719138"/>
              <a:gd name="connsiteX272" fmla="*/ 2338559 w 2957510"/>
              <a:gd name="connsiteY272" fmla="*/ 470974 h 719138"/>
              <a:gd name="connsiteX273" fmla="*/ 2265570 w 2957510"/>
              <a:gd name="connsiteY273" fmla="*/ 429472 h 719138"/>
              <a:gd name="connsiteX274" fmla="*/ 2250202 w 2957510"/>
              <a:gd name="connsiteY274" fmla="*/ 428555 h 719138"/>
              <a:gd name="connsiteX275" fmla="*/ 2235078 w 2957510"/>
              <a:gd name="connsiteY275" fmla="*/ 429472 h 719138"/>
              <a:gd name="connsiteX276" fmla="*/ 2163119 w 2957510"/>
              <a:gd name="connsiteY276" fmla="*/ 470974 h 719138"/>
              <a:gd name="connsiteX277" fmla="*/ 2071970 w 2957510"/>
              <a:gd name="connsiteY277" fmla="*/ 518336 h 719138"/>
              <a:gd name="connsiteX278" fmla="*/ 2062687 w 2957510"/>
              <a:gd name="connsiteY278" fmla="*/ 518623 h 719138"/>
              <a:gd name="connsiteX279" fmla="*/ 2053502 w 2957510"/>
              <a:gd name="connsiteY279" fmla="*/ 518336 h 719138"/>
              <a:gd name="connsiteX280" fmla="*/ 1963418 w 2957510"/>
              <a:gd name="connsiteY280" fmla="*/ 470974 h 719138"/>
              <a:gd name="connsiteX281" fmla="*/ 1890508 w 2957510"/>
              <a:gd name="connsiteY281" fmla="*/ 429472 h 719138"/>
              <a:gd name="connsiteX282" fmla="*/ 1875171 w 2957510"/>
              <a:gd name="connsiteY282" fmla="*/ 428555 h 719138"/>
              <a:gd name="connsiteX283" fmla="*/ 1860044 w 2957510"/>
              <a:gd name="connsiteY283" fmla="*/ 429472 h 719138"/>
              <a:gd name="connsiteX284" fmla="*/ 1788085 w 2957510"/>
              <a:gd name="connsiteY284" fmla="*/ 470974 h 719138"/>
              <a:gd name="connsiteX285" fmla="*/ 1696936 w 2957510"/>
              <a:gd name="connsiteY285" fmla="*/ 518336 h 719138"/>
              <a:gd name="connsiteX286" fmla="*/ 1687656 w 2957510"/>
              <a:gd name="connsiteY286" fmla="*/ 518623 h 719138"/>
              <a:gd name="connsiteX287" fmla="*/ 1678456 w 2957510"/>
              <a:gd name="connsiteY287" fmla="*/ 518336 h 719138"/>
              <a:gd name="connsiteX288" fmla="*/ 1588259 w 2957510"/>
              <a:gd name="connsiteY288" fmla="*/ 470974 h 719138"/>
              <a:gd name="connsiteX289" fmla="*/ 1515254 w 2957510"/>
              <a:gd name="connsiteY289" fmla="*/ 429472 h 719138"/>
              <a:gd name="connsiteX290" fmla="*/ 1499902 w 2957510"/>
              <a:gd name="connsiteY290" fmla="*/ 428555 h 719138"/>
              <a:gd name="connsiteX291" fmla="*/ 1484938 w 2957510"/>
              <a:gd name="connsiteY291" fmla="*/ 429472 h 719138"/>
              <a:gd name="connsiteX292" fmla="*/ 1412811 w 2957510"/>
              <a:gd name="connsiteY292" fmla="*/ 470974 h 719138"/>
              <a:gd name="connsiteX293" fmla="*/ 1312377 w 2957510"/>
              <a:gd name="connsiteY293" fmla="*/ 518623 h 719138"/>
              <a:gd name="connsiteX294" fmla="*/ 1213103 w 2957510"/>
              <a:gd name="connsiteY294" fmla="*/ 470974 h 719138"/>
              <a:gd name="connsiteX295" fmla="*/ 1140203 w 2957510"/>
              <a:gd name="connsiteY295" fmla="*/ 429472 h 719138"/>
              <a:gd name="connsiteX296" fmla="*/ 1124860 w 2957510"/>
              <a:gd name="connsiteY296" fmla="*/ 428555 h 719138"/>
              <a:gd name="connsiteX297" fmla="*/ 1109907 w 2957510"/>
              <a:gd name="connsiteY297" fmla="*/ 429472 h 719138"/>
              <a:gd name="connsiteX298" fmla="*/ 1037780 w 2957510"/>
              <a:gd name="connsiteY298" fmla="*/ 470974 h 719138"/>
              <a:gd name="connsiteX299" fmla="*/ 937343 w 2957510"/>
              <a:gd name="connsiteY299" fmla="*/ 518623 h 719138"/>
              <a:gd name="connsiteX300" fmla="*/ 837942 w 2957510"/>
              <a:gd name="connsiteY300" fmla="*/ 470974 h 719138"/>
              <a:gd name="connsiteX301" fmla="*/ 764952 w 2957510"/>
              <a:gd name="connsiteY301" fmla="*/ 429472 h 719138"/>
              <a:gd name="connsiteX302" fmla="*/ 749586 w 2957510"/>
              <a:gd name="connsiteY302" fmla="*/ 428555 h 719138"/>
              <a:gd name="connsiteX303" fmla="*/ 734638 w 2957510"/>
              <a:gd name="connsiteY303" fmla="*/ 429472 h 719138"/>
              <a:gd name="connsiteX304" fmla="*/ 662511 w 2957510"/>
              <a:gd name="connsiteY304" fmla="*/ 470974 h 719138"/>
              <a:gd name="connsiteX305" fmla="*/ 562069 w 2957510"/>
              <a:gd name="connsiteY305" fmla="*/ 518623 h 719138"/>
              <a:gd name="connsiteX306" fmla="*/ 462743 w 2957510"/>
              <a:gd name="connsiteY306" fmla="*/ 470974 h 719138"/>
              <a:gd name="connsiteX307" fmla="*/ 375034 w 2957510"/>
              <a:gd name="connsiteY307" fmla="*/ 428555 h 719138"/>
              <a:gd name="connsiteX308" fmla="*/ 287371 w 2957510"/>
              <a:gd name="connsiteY308" fmla="*/ 470974 h 719138"/>
              <a:gd name="connsiteX309" fmla="*/ 187517 w 2957510"/>
              <a:gd name="connsiteY309" fmla="*/ 518623 h 719138"/>
              <a:gd name="connsiteX310" fmla="*/ 87663 w 2957510"/>
              <a:gd name="connsiteY310" fmla="*/ 470974 h 719138"/>
              <a:gd name="connsiteX311" fmla="*/ 0 w 2957510"/>
              <a:gd name="connsiteY311" fmla="*/ 428555 h 719138"/>
              <a:gd name="connsiteX312" fmla="*/ 0 w 2957510"/>
              <a:gd name="connsiteY312" fmla="*/ 311126 h 719138"/>
              <a:gd name="connsiteX313" fmla="*/ 99855 w 2957510"/>
              <a:gd name="connsiteY313" fmla="*/ 358238 h 719138"/>
              <a:gd name="connsiteX314" fmla="*/ 187517 w 2957510"/>
              <a:gd name="connsiteY314" fmla="*/ 400696 h 719138"/>
              <a:gd name="connsiteX315" fmla="*/ 275179 w 2957510"/>
              <a:gd name="connsiteY315" fmla="*/ 358238 h 719138"/>
              <a:gd name="connsiteX316" fmla="*/ 375034 w 2957510"/>
              <a:gd name="connsiteY316" fmla="*/ 311126 h 719138"/>
              <a:gd name="connsiteX317" fmla="*/ 474941 w 2957510"/>
              <a:gd name="connsiteY317" fmla="*/ 358238 h 719138"/>
              <a:gd name="connsiteX318" fmla="*/ 562069 w 2957510"/>
              <a:gd name="connsiteY318" fmla="*/ 400696 h 719138"/>
              <a:gd name="connsiteX319" fmla="*/ 650315 w 2957510"/>
              <a:gd name="connsiteY319" fmla="*/ 358238 h 719138"/>
              <a:gd name="connsiteX320" fmla="*/ 740506 w 2957510"/>
              <a:gd name="connsiteY320" fmla="*/ 311413 h 719138"/>
              <a:gd name="connsiteX321" fmla="*/ 749586 w 2957510"/>
              <a:gd name="connsiteY321" fmla="*/ 311126 h 719138"/>
              <a:gd name="connsiteX322" fmla="*/ 758889 w 2957510"/>
              <a:gd name="connsiteY322" fmla="*/ 311413 h 719138"/>
              <a:gd name="connsiteX323" fmla="*/ 850154 w 2957510"/>
              <a:gd name="connsiteY323" fmla="*/ 358238 h 719138"/>
              <a:gd name="connsiteX324" fmla="*/ 937343 w 2957510"/>
              <a:gd name="connsiteY324" fmla="*/ 400696 h 719138"/>
              <a:gd name="connsiteX325" fmla="*/ 1025586 w 2957510"/>
              <a:gd name="connsiteY325" fmla="*/ 358238 h 719138"/>
              <a:gd name="connsiteX326" fmla="*/ 1115684 w 2957510"/>
              <a:gd name="connsiteY326" fmla="*/ 311413 h 719138"/>
              <a:gd name="connsiteX327" fmla="*/ 1124860 w 2957510"/>
              <a:gd name="connsiteY327" fmla="*/ 311126 h 719138"/>
              <a:gd name="connsiteX328" fmla="*/ 1134151 w 2957510"/>
              <a:gd name="connsiteY328" fmla="*/ 311413 h 719138"/>
              <a:gd name="connsiteX329" fmla="*/ 1225295 w 2957510"/>
              <a:gd name="connsiteY329" fmla="*/ 358238 h 719138"/>
              <a:gd name="connsiteX330" fmla="*/ 1312377 w 2957510"/>
              <a:gd name="connsiteY330" fmla="*/ 400696 h 719138"/>
              <a:gd name="connsiteX331" fmla="*/ 1400620 w 2957510"/>
              <a:gd name="connsiteY331" fmla="*/ 358238 h 719138"/>
              <a:gd name="connsiteX332" fmla="*/ 1490715 w 2957510"/>
              <a:gd name="connsiteY332" fmla="*/ 311413 h 719138"/>
              <a:gd name="connsiteX333" fmla="*/ 1499902 w 2957510"/>
              <a:gd name="connsiteY333" fmla="*/ 311126 h 719138"/>
              <a:gd name="connsiteX334" fmla="*/ 1509200 w 2957510"/>
              <a:gd name="connsiteY334" fmla="*/ 311413 h 719138"/>
              <a:gd name="connsiteX335" fmla="*/ 1600457 w 2957510"/>
              <a:gd name="connsiteY335" fmla="*/ 358238 h 719138"/>
              <a:gd name="connsiteX336" fmla="*/ 1672675 w 2957510"/>
              <a:gd name="connsiteY336" fmla="*/ 399802 h 719138"/>
              <a:gd name="connsiteX337" fmla="*/ 1687656 w 2957510"/>
              <a:gd name="connsiteY337" fmla="*/ 400696 h 719138"/>
              <a:gd name="connsiteX338" fmla="*/ 1702991 w 2957510"/>
              <a:gd name="connsiteY338" fmla="*/ 399802 h 719138"/>
              <a:gd name="connsiteX339" fmla="*/ 1775902 w 2957510"/>
              <a:gd name="connsiteY339" fmla="*/ 358238 h 719138"/>
              <a:gd name="connsiteX340" fmla="*/ 1865985 w 2957510"/>
              <a:gd name="connsiteY340" fmla="*/ 311413 h 719138"/>
              <a:gd name="connsiteX341" fmla="*/ 1875171 w 2957510"/>
              <a:gd name="connsiteY341" fmla="*/ 311126 h 719138"/>
              <a:gd name="connsiteX342" fmla="*/ 1884453 w 2957510"/>
              <a:gd name="connsiteY342" fmla="*/ 311413 h 719138"/>
              <a:gd name="connsiteX343" fmla="*/ 1975602 w 2957510"/>
              <a:gd name="connsiteY343" fmla="*/ 358238 h 719138"/>
              <a:gd name="connsiteX344" fmla="*/ 2047561 w 2957510"/>
              <a:gd name="connsiteY344" fmla="*/ 399802 h 719138"/>
              <a:gd name="connsiteX345" fmla="*/ 2062687 w 2957510"/>
              <a:gd name="connsiteY345" fmla="*/ 400696 h 719138"/>
              <a:gd name="connsiteX346" fmla="*/ 2078025 w 2957510"/>
              <a:gd name="connsiteY346" fmla="*/ 399802 h 719138"/>
              <a:gd name="connsiteX347" fmla="*/ 2150933 w 2957510"/>
              <a:gd name="connsiteY347" fmla="*/ 358238 h 719138"/>
              <a:gd name="connsiteX348" fmla="*/ 2241019 w 2957510"/>
              <a:gd name="connsiteY348" fmla="*/ 311413 h 719138"/>
              <a:gd name="connsiteX349" fmla="*/ 2250202 w 2957510"/>
              <a:gd name="connsiteY349" fmla="*/ 311126 h 719138"/>
              <a:gd name="connsiteX350" fmla="*/ 2259500 w 2957510"/>
              <a:gd name="connsiteY350" fmla="*/ 311413 h 719138"/>
              <a:gd name="connsiteX351" fmla="*/ 2350772 w 2957510"/>
              <a:gd name="connsiteY351" fmla="*/ 358238 h 719138"/>
              <a:gd name="connsiteX352" fmla="*/ 2422815 w 2957510"/>
              <a:gd name="connsiteY352" fmla="*/ 399802 h 719138"/>
              <a:gd name="connsiteX353" fmla="*/ 2437959 w 2957510"/>
              <a:gd name="connsiteY353" fmla="*/ 400696 h 719138"/>
              <a:gd name="connsiteX354" fmla="*/ 2453275 w 2957510"/>
              <a:gd name="connsiteY354" fmla="*/ 399802 h 719138"/>
              <a:gd name="connsiteX355" fmla="*/ 2526203 w 2957510"/>
              <a:gd name="connsiteY355" fmla="*/ 358238 h 719138"/>
              <a:gd name="connsiteX356" fmla="*/ 2625475 w 2957510"/>
              <a:gd name="connsiteY356" fmla="*/ 311126 h 719138"/>
              <a:gd name="connsiteX357" fmla="*/ 2725913 w 2957510"/>
              <a:gd name="connsiteY357" fmla="*/ 358238 h 719138"/>
              <a:gd name="connsiteX358" fmla="*/ 2797875 w 2957510"/>
              <a:gd name="connsiteY358" fmla="*/ 399802 h 719138"/>
              <a:gd name="connsiteX359" fmla="*/ 2812992 w 2957510"/>
              <a:gd name="connsiteY359" fmla="*/ 400696 h 719138"/>
              <a:gd name="connsiteX360" fmla="*/ 2828318 w 2957510"/>
              <a:gd name="connsiteY360" fmla="*/ 399802 h 719138"/>
              <a:gd name="connsiteX361" fmla="*/ 2901235 w 2957510"/>
              <a:gd name="connsiteY361" fmla="*/ 358238 h 719138"/>
              <a:gd name="connsiteX362" fmla="*/ 2937914 w 2957510"/>
              <a:gd name="connsiteY362" fmla="*/ 328116 h 719138"/>
              <a:gd name="connsiteX363" fmla="*/ 2957510 w 2957510"/>
              <a:gd name="connsiteY363" fmla="*/ 318971 h 719138"/>
              <a:gd name="connsiteX364" fmla="*/ 2957510 w 2957510"/>
              <a:gd name="connsiteY364" fmla="*/ 340282 h 719138"/>
              <a:gd name="connsiteX365" fmla="*/ 2944774 w 2957510"/>
              <a:gd name="connsiteY365" fmla="*/ 344926 h 719138"/>
              <a:gd name="connsiteX366" fmla="*/ 2913429 w 2957510"/>
              <a:gd name="connsiteY366" fmla="*/ 371615 h 719138"/>
              <a:gd name="connsiteX367" fmla="*/ 2822285 w 2957510"/>
              <a:gd name="connsiteY367" fmla="*/ 418446 h 719138"/>
              <a:gd name="connsiteX368" fmla="*/ 2812992 w 2957510"/>
              <a:gd name="connsiteY368" fmla="*/ 418726 h 719138"/>
              <a:gd name="connsiteX369" fmla="*/ 2803817 w 2957510"/>
              <a:gd name="connsiteY369" fmla="*/ 418446 h 719138"/>
              <a:gd name="connsiteX370" fmla="*/ 2713719 w 2957510"/>
              <a:gd name="connsiteY370" fmla="*/ 371615 h 719138"/>
              <a:gd name="connsiteX371" fmla="*/ 2625475 w 2957510"/>
              <a:gd name="connsiteY371" fmla="*/ 329157 h 719138"/>
              <a:gd name="connsiteX372" fmla="*/ 2538398 w 2957510"/>
              <a:gd name="connsiteY372" fmla="*/ 371615 h 719138"/>
              <a:gd name="connsiteX373" fmla="*/ 2447253 w 2957510"/>
              <a:gd name="connsiteY373" fmla="*/ 418446 h 719138"/>
              <a:gd name="connsiteX374" fmla="*/ 2437959 w 2957510"/>
              <a:gd name="connsiteY374" fmla="*/ 418726 h 719138"/>
              <a:gd name="connsiteX375" fmla="*/ 2428768 w 2957510"/>
              <a:gd name="connsiteY375" fmla="*/ 418446 h 719138"/>
              <a:gd name="connsiteX376" fmla="*/ 2338559 w 2957510"/>
              <a:gd name="connsiteY376" fmla="*/ 371615 h 719138"/>
              <a:gd name="connsiteX377" fmla="*/ 2265570 w 2957510"/>
              <a:gd name="connsiteY377" fmla="*/ 330051 h 719138"/>
              <a:gd name="connsiteX378" fmla="*/ 2250202 w 2957510"/>
              <a:gd name="connsiteY378" fmla="*/ 329157 h 719138"/>
              <a:gd name="connsiteX379" fmla="*/ 2235078 w 2957510"/>
              <a:gd name="connsiteY379" fmla="*/ 330051 h 719138"/>
              <a:gd name="connsiteX380" fmla="*/ 2163119 w 2957510"/>
              <a:gd name="connsiteY380" fmla="*/ 371615 h 719138"/>
              <a:gd name="connsiteX381" fmla="*/ 2071970 w 2957510"/>
              <a:gd name="connsiteY381" fmla="*/ 418446 h 719138"/>
              <a:gd name="connsiteX382" fmla="*/ 2062687 w 2957510"/>
              <a:gd name="connsiteY382" fmla="*/ 418726 h 719138"/>
              <a:gd name="connsiteX383" fmla="*/ 2053502 w 2957510"/>
              <a:gd name="connsiteY383" fmla="*/ 418446 h 719138"/>
              <a:gd name="connsiteX384" fmla="*/ 1963418 w 2957510"/>
              <a:gd name="connsiteY384" fmla="*/ 371615 h 719138"/>
              <a:gd name="connsiteX385" fmla="*/ 1890508 w 2957510"/>
              <a:gd name="connsiteY385" fmla="*/ 330051 h 719138"/>
              <a:gd name="connsiteX386" fmla="*/ 1875171 w 2957510"/>
              <a:gd name="connsiteY386" fmla="*/ 329157 h 719138"/>
              <a:gd name="connsiteX387" fmla="*/ 1860044 w 2957510"/>
              <a:gd name="connsiteY387" fmla="*/ 330051 h 719138"/>
              <a:gd name="connsiteX388" fmla="*/ 1788085 w 2957510"/>
              <a:gd name="connsiteY388" fmla="*/ 371615 h 719138"/>
              <a:gd name="connsiteX389" fmla="*/ 1696936 w 2957510"/>
              <a:gd name="connsiteY389" fmla="*/ 418446 h 719138"/>
              <a:gd name="connsiteX390" fmla="*/ 1687656 w 2957510"/>
              <a:gd name="connsiteY390" fmla="*/ 418726 h 719138"/>
              <a:gd name="connsiteX391" fmla="*/ 1678456 w 2957510"/>
              <a:gd name="connsiteY391" fmla="*/ 418446 h 719138"/>
              <a:gd name="connsiteX392" fmla="*/ 1588259 w 2957510"/>
              <a:gd name="connsiteY392" fmla="*/ 371615 h 719138"/>
              <a:gd name="connsiteX393" fmla="*/ 1515254 w 2957510"/>
              <a:gd name="connsiteY393" fmla="*/ 330051 h 719138"/>
              <a:gd name="connsiteX394" fmla="*/ 1499902 w 2957510"/>
              <a:gd name="connsiteY394" fmla="*/ 329157 h 719138"/>
              <a:gd name="connsiteX395" fmla="*/ 1484938 w 2957510"/>
              <a:gd name="connsiteY395" fmla="*/ 330051 h 719138"/>
              <a:gd name="connsiteX396" fmla="*/ 1412811 w 2957510"/>
              <a:gd name="connsiteY396" fmla="*/ 371615 h 719138"/>
              <a:gd name="connsiteX397" fmla="*/ 1312377 w 2957510"/>
              <a:gd name="connsiteY397" fmla="*/ 418726 h 719138"/>
              <a:gd name="connsiteX398" fmla="*/ 1213103 w 2957510"/>
              <a:gd name="connsiteY398" fmla="*/ 371615 h 719138"/>
              <a:gd name="connsiteX399" fmla="*/ 1140203 w 2957510"/>
              <a:gd name="connsiteY399" fmla="*/ 330051 h 719138"/>
              <a:gd name="connsiteX400" fmla="*/ 1124860 w 2957510"/>
              <a:gd name="connsiteY400" fmla="*/ 329157 h 719138"/>
              <a:gd name="connsiteX401" fmla="*/ 1109907 w 2957510"/>
              <a:gd name="connsiteY401" fmla="*/ 330051 h 719138"/>
              <a:gd name="connsiteX402" fmla="*/ 1037780 w 2957510"/>
              <a:gd name="connsiteY402" fmla="*/ 371615 h 719138"/>
              <a:gd name="connsiteX403" fmla="*/ 937343 w 2957510"/>
              <a:gd name="connsiteY403" fmla="*/ 418726 h 719138"/>
              <a:gd name="connsiteX404" fmla="*/ 837942 w 2957510"/>
              <a:gd name="connsiteY404" fmla="*/ 371615 h 719138"/>
              <a:gd name="connsiteX405" fmla="*/ 764952 w 2957510"/>
              <a:gd name="connsiteY405" fmla="*/ 330051 h 719138"/>
              <a:gd name="connsiteX406" fmla="*/ 749586 w 2957510"/>
              <a:gd name="connsiteY406" fmla="*/ 329157 h 719138"/>
              <a:gd name="connsiteX407" fmla="*/ 734638 w 2957510"/>
              <a:gd name="connsiteY407" fmla="*/ 330051 h 719138"/>
              <a:gd name="connsiteX408" fmla="*/ 662511 w 2957510"/>
              <a:gd name="connsiteY408" fmla="*/ 371615 h 719138"/>
              <a:gd name="connsiteX409" fmla="*/ 562069 w 2957510"/>
              <a:gd name="connsiteY409" fmla="*/ 418726 h 719138"/>
              <a:gd name="connsiteX410" fmla="*/ 462743 w 2957510"/>
              <a:gd name="connsiteY410" fmla="*/ 371615 h 719138"/>
              <a:gd name="connsiteX411" fmla="*/ 375034 w 2957510"/>
              <a:gd name="connsiteY411" fmla="*/ 329157 h 719138"/>
              <a:gd name="connsiteX412" fmla="*/ 287371 w 2957510"/>
              <a:gd name="connsiteY412" fmla="*/ 371615 h 719138"/>
              <a:gd name="connsiteX413" fmla="*/ 187517 w 2957510"/>
              <a:gd name="connsiteY413" fmla="*/ 418726 h 719138"/>
              <a:gd name="connsiteX414" fmla="*/ 87663 w 2957510"/>
              <a:gd name="connsiteY414" fmla="*/ 371615 h 719138"/>
              <a:gd name="connsiteX415" fmla="*/ 0 w 2957510"/>
              <a:gd name="connsiteY415" fmla="*/ 329157 h 719138"/>
              <a:gd name="connsiteX416" fmla="*/ 0 w 2957510"/>
              <a:gd name="connsiteY416" fmla="*/ 211230 h 719138"/>
              <a:gd name="connsiteX417" fmla="*/ 99855 w 2957510"/>
              <a:gd name="connsiteY417" fmla="*/ 258878 h 719138"/>
              <a:gd name="connsiteX418" fmla="*/ 187517 w 2957510"/>
              <a:gd name="connsiteY418" fmla="*/ 301297 h 719138"/>
              <a:gd name="connsiteX419" fmla="*/ 275179 w 2957510"/>
              <a:gd name="connsiteY419" fmla="*/ 258878 h 719138"/>
              <a:gd name="connsiteX420" fmla="*/ 375034 w 2957510"/>
              <a:gd name="connsiteY420" fmla="*/ 211230 h 719138"/>
              <a:gd name="connsiteX421" fmla="*/ 474941 w 2957510"/>
              <a:gd name="connsiteY421" fmla="*/ 258878 h 719138"/>
              <a:gd name="connsiteX422" fmla="*/ 562069 w 2957510"/>
              <a:gd name="connsiteY422" fmla="*/ 301297 h 719138"/>
              <a:gd name="connsiteX423" fmla="*/ 650315 w 2957510"/>
              <a:gd name="connsiteY423" fmla="*/ 258878 h 719138"/>
              <a:gd name="connsiteX424" fmla="*/ 740506 w 2957510"/>
              <a:gd name="connsiteY424" fmla="*/ 211516 h 719138"/>
              <a:gd name="connsiteX425" fmla="*/ 749586 w 2957510"/>
              <a:gd name="connsiteY425" fmla="*/ 211230 h 719138"/>
              <a:gd name="connsiteX426" fmla="*/ 758889 w 2957510"/>
              <a:gd name="connsiteY426" fmla="*/ 211516 h 719138"/>
              <a:gd name="connsiteX427" fmla="*/ 850154 w 2957510"/>
              <a:gd name="connsiteY427" fmla="*/ 258878 h 719138"/>
              <a:gd name="connsiteX428" fmla="*/ 937343 w 2957510"/>
              <a:gd name="connsiteY428" fmla="*/ 301297 h 719138"/>
              <a:gd name="connsiteX429" fmla="*/ 1025586 w 2957510"/>
              <a:gd name="connsiteY429" fmla="*/ 258878 h 719138"/>
              <a:gd name="connsiteX430" fmla="*/ 1115684 w 2957510"/>
              <a:gd name="connsiteY430" fmla="*/ 211516 h 719138"/>
              <a:gd name="connsiteX431" fmla="*/ 1124860 w 2957510"/>
              <a:gd name="connsiteY431" fmla="*/ 211230 h 719138"/>
              <a:gd name="connsiteX432" fmla="*/ 1134151 w 2957510"/>
              <a:gd name="connsiteY432" fmla="*/ 211516 h 719138"/>
              <a:gd name="connsiteX433" fmla="*/ 1225295 w 2957510"/>
              <a:gd name="connsiteY433" fmla="*/ 258878 h 719138"/>
              <a:gd name="connsiteX434" fmla="*/ 1312377 w 2957510"/>
              <a:gd name="connsiteY434" fmla="*/ 301297 h 719138"/>
              <a:gd name="connsiteX435" fmla="*/ 1400620 w 2957510"/>
              <a:gd name="connsiteY435" fmla="*/ 258878 h 719138"/>
              <a:gd name="connsiteX436" fmla="*/ 1490715 w 2957510"/>
              <a:gd name="connsiteY436" fmla="*/ 211516 h 719138"/>
              <a:gd name="connsiteX437" fmla="*/ 1499902 w 2957510"/>
              <a:gd name="connsiteY437" fmla="*/ 211230 h 719138"/>
              <a:gd name="connsiteX438" fmla="*/ 1509200 w 2957510"/>
              <a:gd name="connsiteY438" fmla="*/ 211516 h 719138"/>
              <a:gd name="connsiteX439" fmla="*/ 1600457 w 2957510"/>
              <a:gd name="connsiteY439" fmla="*/ 258878 h 719138"/>
              <a:gd name="connsiteX440" fmla="*/ 1672675 w 2957510"/>
              <a:gd name="connsiteY440" fmla="*/ 300380 h 719138"/>
              <a:gd name="connsiteX441" fmla="*/ 1687656 w 2957510"/>
              <a:gd name="connsiteY441" fmla="*/ 301297 h 719138"/>
              <a:gd name="connsiteX442" fmla="*/ 1702991 w 2957510"/>
              <a:gd name="connsiteY442" fmla="*/ 300380 h 719138"/>
              <a:gd name="connsiteX443" fmla="*/ 1775902 w 2957510"/>
              <a:gd name="connsiteY443" fmla="*/ 258878 h 719138"/>
              <a:gd name="connsiteX444" fmla="*/ 1865985 w 2957510"/>
              <a:gd name="connsiteY444" fmla="*/ 211516 h 719138"/>
              <a:gd name="connsiteX445" fmla="*/ 1875171 w 2957510"/>
              <a:gd name="connsiteY445" fmla="*/ 211230 h 719138"/>
              <a:gd name="connsiteX446" fmla="*/ 1884453 w 2957510"/>
              <a:gd name="connsiteY446" fmla="*/ 211516 h 719138"/>
              <a:gd name="connsiteX447" fmla="*/ 1975602 w 2957510"/>
              <a:gd name="connsiteY447" fmla="*/ 258878 h 719138"/>
              <a:gd name="connsiteX448" fmla="*/ 2047561 w 2957510"/>
              <a:gd name="connsiteY448" fmla="*/ 300380 h 719138"/>
              <a:gd name="connsiteX449" fmla="*/ 2062687 w 2957510"/>
              <a:gd name="connsiteY449" fmla="*/ 301297 h 719138"/>
              <a:gd name="connsiteX450" fmla="*/ 2078025 w 2957510"/>
              <a:gd name="connsiteY450" fmla="*/ 300380 h 719138"/>
              <a:gd name="connsiteX451" fmla="*/ 2150933 w 2957510"/>
              <a:gd name="connsiteY451" fmla="*/ 258878 h 719138"/>
              <a:gd name="connsiteX452" fmla="*/ 2241019 w 2957510"/>
              <a:gd name="connsiteY452" fmla="*/ 211516 h 719138"/>
              <a:gd name="connsiteX453" fmla="*/ 2250202 w 2957510"/>
              <a:gd name="connsiteY453" fmla="*/ 211230 h 719138"/>
              <a:gd name="connsiteX454" fmla="*/ 2259500 w 2957510"/>
              <a:gd name="connsiteY454" fmla="*/ 211516 h 719138"/>
              <a:gd name="connsiteX455" fmla="*/ 2350772 w 2957510"/>
              <a:gd name="connsiteY455" fmla="*/ 258878 h 719138"/>
              <a:gd name="connsiteX456" fmla="*/ 2422815 w 2957510"/>
              <a:gd name="connsiteY456" fmla="*/ 300380 h 719138"/>
              <a:gd name="connsiteX457" fmla="*/ 2437959 w 2957510"/>
              <a:gd name="connsiteY457" fmla="*/ 301297 h 719138"/>
              <a:gd name="connsiteX458" fmla="*/ 2453275 w 2957510"/>
              <a:gd name="connsiteY458" fmla="*/ 300380 h 719138"/>
              <a:gd name="connsiteX459" fmla="*/ 2526203 w 2957510"/>
              <a:gd name="connsiteY459" fmla="*/ 258878 h 719138"/>
              <a:gd name="connsiteX460" fmla="*/ 2625475 w 2957510"/>
              <a:gd name="connsiteY460" fmla="*/ 211230 h 719138"/>
              <a:gd name="connsiteX461" fmla="*/ 2725913 w 2957510"/>
              <a:gd name="connsiteY461" fmla="*/ 258878 h 719138"/>
              <a:gd name="connsiteX462" fmla="*/ 2797875 w 2957510"/>
              <a:gd name="connsiteY462" fmla="*/ 300380 h 719138"/>
              <a:gd name="connsiteX463" fmla="*/ 2812992 w 2957510"/>
              <a:gd name="connsiteY463" fmla="*/ 301297 h 719138"/>
              <a:gd name="connsiteX464" fmla="*/ 2828318 w 2957510"/>
              <a:gd name="connsiteY464" fmla="*/ 300380 h 719138"/>
              <a:gd name="connsiteX465" fmla="*/ 2901235 w 2957510"/>
              <a:gd name="connsiteY465" fmla="*/ 258878 h 719138"/>
              <a:gd name="connsiteX466" fmla="*/ 2937909 w 2957510"/>
              <a:gd name="connsiteY466" fmla="*/ 228291 h 719138"/>
              <a:gd name="connsiteX467" fmla="*/ 2957510 w 2957510"/>
              <a:gd name="connsiteY467" fmla="*/ 219092 h 719138"/>
              <a:gd name="connsiteX468" fmla="*/ 2957510 w 2957510"/>
              <a:gd name="connsiteY468" fmla="*/ 240530 h 719138"/>
              <a:gd name="connsiteX469" fmla="*/ 2944769 w 2957510"/>
              <a:gd name="connsiteY469" fmla="*/ 245239 h 719138"/>
              <a:gd name="connsiteX470" fmla="*/ 2913429 w 2957510"/>
              <a:gd name="connsiteY470" fmla="*/ 271662 h 719138"/>
              <a:gd name="connsiteX471" fmla="*/ 2822285 w 2957510"/>
              <a:gd name="connsiteY471" fmla="*/ 319025 h 719138"/>
              <a:gd name="connsiteX472" fmla="*/ 2812992 w 2957510"/>
              <a:gd name="connsiteY472" fmla="*/ 319311 h 719138"/>
              <a:gd name="connsiteX473" fmla="*/ 2803817 w 2957510"/>
              <a:gd name="connsiteY473" fmla="*/ 319025 h 719138"/>
              <a:gd name="connsiteX474" fmla="*/ 2713719 w 2957510"/>
              <a:gd name="connsiteY474" fmla="*/ 271662 h 719138"/>
              <a:gd name="connsiteX475" fmla="*/ 2625475 w 2957510"/>
              <a:gd name="connsiteY475" fmla="*/ 229243 h 719138"/>
              <a:gd name="connsiteX476" fmla="*/ 2538398 w 2957510"/>
              <a:gd name="connsiteY476" fmla="*/ 271662 h 719138"/>
              <a:gd name="connsiteX477" fmla="*/ 2447253 w 2957510"/>
              <a:gd name="connsiteY477" fmla="*/ 319025 h 719138"/>
              <a:gd name="connsiteX478" fmla="*/ 2437959 w 2957510"/>
              <a:gd name="connsiteY478" fmla="*/ 319311 h 719138"/>
              <a:gd name="connsiteX479" fmla="*/ 2428768 w 2957510"/>
              <a:gd name="connsiteY479" fmla="*/ 319025 h 719138"/>
              <a:gd name="connsiteX480" fmla="*/ 2338559 w 2957510"/>
              <a:gd name="connsiteY480" fmla="*/ 271662 h 719138"/>
              <a:gd name="connsiteX481" fmla="*/ 2265570 w 2957510"/>
              <a:gd name="connsiteY481" fmla="*/ 230161 h 719138"/>
              <a:gd name="connsiteX482" fmla="*/ 2250202 w 2957510"/>
              <a:gd name="connsiteY482" fmla="*/ 229243 h 719138"/>
              <a:gd name="connsiteX483" fmla="*/ 2235078 w 2957510"/>
              <a:gd name="connsiteY483" fmla="*/ 230161 h 719138"/>
              <a:gd name="connsiteX484" fmla="*/ 2163119 w 2957510"/>
              <a:gd name="connsiteY484" fmla="*/ 271662 h 719138"/>
              <a:gd name="connsiteX485" fmla="*/ 2071970 w 2957510"/>
              <a:gd name="connsiteY485" fmla="*/ 319025 h 719138"/>
              <a:gd name="connsiteX486" fmla="*/ 2062687 w 2957510"/>
              <a:gd name="connsiteY486" fmla="*/ 319311 h 719138"/>
              <a:gd name="connsiteX487" fmla="*/ 2053502 w 2957510"/>
              <a:gd name="connsiteY487" fmla="*/ 319025 h 719138"/>
              <a:gd name="connsiteX488" fmla="*/ 1963418 w 2957510"/>
              <a:gd name="connsiteY488" fmla="*/ 271662 h 719138"/>
              <a:gd name="connsiteX489" fmla="*/ 1890508 w 2957510"/>
              <a:gd name="connsiteY489" fmla="*/ 230161 h 719138"/>
              <a:gd name="connsiteX490" fmla="*/ 1875171 w 2957510"/>
              <a:gd name="connsiteY490" fmla="*/ 229243 h 719138"/>
              <a:gd name="connsiteX491" fmla="*/ 1860044 w 2957510"/>
              <a:gd name="connsiteY491" fmla="*/ 230161 h 719138"/>
              <a:gd name="connsiteX492" fmla="*/ 1788085 w 2957510"/>
              <a:gd name="connsiteY492" fmla="*/ 271662 h 719138"/>
              <a:gd name="connsiteX493" fmla="*/ 1696936 w 2957510"/>
              <a:gd name="connsiteY493" fmla="*/ 319025 h 719138"/>
              <a:gd name="connsiteX494" fmla="*/ 1687656 w 2957510"/>
              <a:gd name="connsiteY494" fmla="*/ 319311 h 719138"/>
              <a:gd name="connsiteX495" fmla="*/ 1678456 w 2957510"/>
              <a:gd name="connsiteY495" fmla="*/ 319025 h 719138"/>
              <a:gd name="connsiteX496" fmla="*/ 1588259 w 2957510"/>
              <a:gd name="connsiteY496" fmla="*/ 271662 h 719138"/>
              <a:gd name="connsiteX497" fmla="*/ 1515254 w 2957510"/>
              <a:gd name="connsiteY497" fmla="*/ 230161 h 719138"/>
              <a:gd name="connsiteX498" fmla="*/ 1499902 w 2957510"/>
              <a:gd name="connsiteY498" fmla="*/ 229243 h 719138"/>
              <a:gd name="connsiteX499" fmla="*/ 1484938 w 2957510"/>
              <a:gd name="connsiteY499" fmla="*/ 230161 h 719138"/>
              <a:gd name="connsiteX500" fmla="*/ 1412811 w 2957510"/>
              <a:gd name="connsiteY500" fmla="*/ 271662 h 719138"/>
              <a:gd name="connsiteX501" fmla="*/ 1312377 w 2957510"/>
              <a:gd name="connsiteY501" fmla="*/ 319311 h 719138"/>
              <a:gd name="connsiteX502" fmla="*/ 1213103 w 2957510"/>
              <a:gd name="connsiteY502" fmla="*/ 271662 h 719138"/>
              <a:gd name="connsiteX503" fmla="*/ 1140203 w 2957510"/>
              <a:gd name="connsiteY503" fmla="*/ 230161 h 719138"/>
              <a:gd name="connsiteX504" fmla="*/ 1124860 w 2957510"/>
              <a:gd name="connsiteY504" fmla="*/ 229243 h 719138"/>
              <a:gd name="connsiteX505" fmla="*/ 1109907 w 2957510"/>
              <a:gd name="connsiteY505" fmla="*/ 230161 h 719138"/>
              <a:gd name="connsiteX506" fmla="*/ 1037780 w 2957510"/>
              <a:gd name="connsiteY506" fmla="*/ 271662 h 719138"/>
              <a:gd name="connsiteX507" fmla="*/ 937343 w 2957510"/>
              <a:gd name="connsiteY507" fmla="*/ 319311 h 719138"/>
              <a:gd name="connsiteX508" fmla="*/ 837942 w 2957510"/>
              <a:gd name="connsiteY508" fmla="*/ 271662 h 719138"/>
              <a:gd name="connsiteX509" fmla="*/ 764952 w 2957510"/>
              <a:gd name="connsiteY509" fmla="*/ 230161 h 719138"/>
              <a:gd name="connsiteX510" fmla="*/ 749586 w 2957510"/>
              <a:gd name="connsiteY510" fmla="*/ 229243 h 719138"/>
              <a:gd name="connsiteX511" fmla="*/ 734638 w 2957510"/>
              <a:gd name="connsiteY511" fmla="*/ 230161 h 719138"/>
              <a:gd name="connsiteX512" fmla="*/ 662511 w 2957510"/>
              <a:gd name="connsiteY512" fmla="*/ 271662 h 719138"/>
              <a:gd name="connsiteX513" fmla="*/ 562069 w 2957510"/>
              <a:gd name="connsiteY513" fmla="*/ 319311 h 719138"/>
              <a:gd name="connsiteX514" fmla="*/ 462743 w 2957510"/>
              <a:gd name="connsiteY514" fmla="*/ 271662 h 719138"/>
              <a:gd name="connsiteX515" fmla="*/ 375034 w 2957510"/>
              <a:gd name="connsiteY515" fmla="*/ 229243 h 719138"/>
              <a:gd name="connsiteX516" fmla="*/ 287371 w 2957510"/>
              <a:gd name="connsiteY516" fmla="*/ 271662 h 719138"/>
              <a:gd name="connsiteX517" fmla="*/ 187517 w 2957510"/>
              <a:gd name="connsiteY517" fmla="*/ 319311 h 719138"/>
              <a:gd name="connsiteX518" fmla="*/ 87663 w 2957510"/>
              <a:gd name="connsiteY518" fmla="*/ 271662 h 719138"/>
              <a:gd name="connsiteX519" fmla="*/ 0 w 2957510"/>
              <a:gd name="connsiteY519" fmla="*/ 229243 h 719138"/>
              <a:gd name="connsiteX520" fmla="*/ 0 w 2957510"/>
              <a:gd name="connsiteY520" fmla="*/ 110611 h 719138"/>
              <a:gd name="connsiteX521" fmla="*/ 99855 w 2957510"/>
              <a:gd name="connsiteY521" fmla="*/ 158260 h 719138"/>
              <a:gd name="connsiteX522" fmla="*/ 187517 w 2957510"/>
              <a:gd name="connsiteY522" fmla="*/ 200679 h 719138"/>
              <a:gd name="connsiteX523" fmla="*/ 275179 w 2957510"/>
              <a:gd name="connsiteY523" fmla="*/ 158260 h 719138"/>
              <a:gd name="connsiteX524" fmla="*/ 375034 w 2957510"/>
              <a:gd name="connsiteY524" fmla="*/ 110611 h 719138"/>
              <a:gd name="connsiteX525" fmla="*/ 474941 w 2957510"/>
              <a:gd name="connsiteY525" fmla="*/ 158260 h 719138"/>
              <a:gd name="connsiteX526" fmla="*/ 562069 w 2957510"/>
              <a:gd name="connsiteY526" fmla="*/ 200679 h 719138"/>
              <a:gd name="connsiteX527" fmla="*/ 650315 w 2957510"/>
              <a:gd name="connsiteY527" fmla="*/ 158260 h 719138"/>
              <a:gd name="connsiteX528" fmla="*/ 740506 w 2957510"/>
              <a:gd name="connsiteY528" fmla="*/ 110897 h 719138"/>
              <a:gd name="connsiteX529" fmla="*/ 749586 w 2957510"/>
              <a:gd name="connsiteY529" fmla="*/ 110611 h 719138"/>
              <a:gd name="connsiteX530" fmla="*/ 758889 w 2957510"/>
              <a:gd name="connsiteY530" fmla="*/ 110897 h 719138"/>
              <a:gd name="connsiteX531" fmla="*/ 850154 w 2957510"/>
              <a:gd name="connsiteY531" fmla="*/ 158260 h 719138"/>
              <a:gd name="connsiteX532" fmla="*/ 937343 w 2957510"/>
              <a:gd name="connsiteY532" fmla="*/ 200679 h 719138"/>
              <a:gd name="connsiteX533" fmla="*/ 1025586 w 2957510"/>
              <a:gd name="connsiteY533" fmla="*/ 158260 h 719138"/>
              <a:gd name="connsiteX534" fmla="*/ 1115684 w 2957510"/>
              <a:gd name="connsiteY534" fmla="*/ 110897 h 719138"/>
              <a:gd name="connsiteX535" fmla="*/ 1124860 w 2957510"/>
              <a:gd name="connsiteY535" fmla="*/ 110611 h 719138"/>
              <a:gd name="connsiteX536" fmla="*/ 1134151 w 2957510"/>
              <a:gd name="connsiteY536" fmla="*/ 110897 h 719138"/>
              <a:gd name="connsiteX537" fmla="*/ 1225295 w 2957510"/>
              <a:gd name="connsiteY537" fmla="*/ 158260 h 719138"/>
              <a:gd name="connsiteX538" fmla="*/ 1312377 w 2957510"/>
              <a:gd name="connsiteY538" fmla="*/ 200679 h 719138"/>
              <a:gd name="connsiteX539" fmla="*/ 1400620 w 2957510"/>
              <a:gd name="connsiteY539" fmla="*/ 158260 h 719138"/>
              <a:gd name="connsiteX540" fmla="*/ 1490715 w 2957510"/>
              <a:gd name="connsiteY540" fmla="*/ 110897 h 719138"/>
              <a:gd name="connsiteX541" fmla="*/ 1499902 w 2957510"/>
              <a:gd name="connsiteY541" fmla="*/ 110611 h 719138"/>
              <a:gd name="connsiteX542" fmla="*/ 1509200 w 2957510"/>
              <a:gd name="connsiteY542" fmla="*/ 110897 h 719138"/>
              <a:gd name="connsiteX543" fmla="*/ 1600457 w 2957510"/>
              <a:gd name="connsiteY543" fmla="*/ 158260 h 719138"/>
              <a:gd name="connsiteX544" fmla="*/ 1672675 w 2957510"/>
              <a:gd name="connsiteY544" fmla="*/ 199762 h 719138"/>
              <a:gd name="connsiteX545" fmla="*/ 1687656 w 2957510"/>
              <a:gd name="connsiteY545" fmla="*/ 200679 h 719138"/>
              <a:gd name="connsiteX546" fmla="*/ 1702991 w 2957510"/>
              <a:gd name="connsiteY546" fmla="*/ 199762 h 719138"/>
              <a:gd name="connsiteX547" fmla="*/ 1775902 w 2957510"/>
              <a:gd name="connsiteY547" fmla="*/ 158260 h 719138"/>
              <a:gd name="connsiteX548" fmla="*/ 1865985 w 2957510"/>
              <a:gd name="connsiteY548" fmla="*/ 110897 h 719138"/>
              <a:gd name="connsiteX549" fmla="*/ 1875171 w 2957510"/>
              <a:gd name="connsiteY549" fmla="*/ 110611 h 719138"/>
              <a:gd name="connsiteX550" fmla="*/ 1884453 w 2957510"/>
              <a:gd name="connsiteY550" fmla="*/ 110897 h 719138"/>
              <a:gd name="connsiteX551" fmla="*/ 1975602 w 2957510"/>
              <a:gd name="connsiteY551" fmla="*/ 158260 h 719138"/>
              <a:gd name="connsiteX552" fmla="*/ 2047561 w 2957510"/>
              <a:gd name="connsiteY552" fmla="*/ 199762 h 719138"/>
              <a:gd name="connsiteX553" fmla="*/ 2062687 w 2957510"/>
              <a:gd name="connsiteY553" fmla="*/ 200679 h 719138"/>
              <a:gd name="connsiteX554" fmla="*/ 2078025 w 2957510"/>
              <a:gd name="connsiteY554" fmla="*/ 199762 h 719138"/>
              <a:gd name="connsiteX555" fmla="*/ 2150933 w 2957510"/>
              <a:gd name="connsiteY555" fmla="*/ 158260 h 719138"/>
              <a:gd name="connsiteX556" fmla="*/ 2241019 w 2957510"/>
              <a:gd name="connsiteY556" fmla="*/ 110897 h 719138"/>
              <a:gd name="connsiteX557" fmla="*/ 2250202 w 2957510"/>
              <a:gd name="connsiteY557" fmla="*/ 110611 h 719138"/>
              <a:gd name="connsiteX558" fmla="*/ 2259500 w 2957510"/>
              <a:gd name="connsiteY558" fmla="*/ 110897 h 719138"/>
              <a:gd name="connsiteX559" fmla="*/ 2350772 w 2957510"/>
              <a:gd name="connsiteY559" fmla="*/ 158260 h 719138"/>
              <a:gd name="connsiteX560" fmla="*/ 2422815 w 2957510"/>
              <a:gd name="connsiteY560" fmla="*/ 199762 h 719138"/>
              <a:gd name="connsiteX561" fmla="*/ 2437959 w 2957510"/>
              <a:gd name="connsiteY561" fmla="*/ 200679 h 719138"/>
              <a:gd name="connsiteX562" fmla="*/ 2453275 w 2957510"/>
              <a:gd name="connsiteY562" fmla="*/ 199762 h 719138"/>
              <a:gd name="connsiteX563" fmla="*/ 2526203 w 2957510"/>
              <a:gd name="connsiteY563" fmla="*/ 158260 h 719138"/>
              <a:gd name="connsiteX564" fmla="*/ 2625475 w 2957510"/>
              <a:gd name="connsiteY564" fmla="*/ 110611 h 719138"/>
              <a:gd name="connsiteX565" fmla="*/ 2725913 w 2957510"/>
              <a:gd name="connsiteY565" fmla="*/ 158260 h 719138"/>
              <a:gd name="connsiteX566" fmla="*/ 2797875 w 2957510"/>
              <a:gd name="connsiteY566" fmla="*/ 199762 h 719138"/>
              <a:gd name="connsiteX567" fmla="*/ 2812992 w 2957510"/>
              <a:gd name="connsiteY567" fmla="*/ 200679 h 719138"/>
              <a:gd name="connsiteX568" fmla="*/ 2828318 w 2957510"/>
              <a:gd name="connsiteY568" fmla="*/ 199762 h 719138"/>
              <a:gd name="connsiteX569" fmla="*/ 2901235 w 2957510"/>
              <a:gd name="connsiteY569" fmla="*/ 158260 h 719138"/>
              <a:gd name="connsiteX570" fmla="*/ 2937904 w 2957510"/>
              <a:gd name="connsiteY570" fmla="*/ 127672 h 719138"/>
              <a:gd name="connsiteX571" fmla="*/ 2957510 w 2957510"/>
              <a:gd name="connsiteY571" fmla="*/ 118470 h 719138"/>
              <a:gd name="connsiteX572" fmla="*/ 2957510 w 2957510"/>
              <a:gd name="connsiteY572" fmla="*/ 139909 h 719138"/>
              <a:gd name="connsiteX573" fmla="*/ 2944764 w 2957510"/>
              <a:gd name="connsiteY573" fmla="*/ 144620 h 719138"/>
              <a:gd name="connsiteX574" fmla="*/ 2913429 w 2957510"/>
              <a:gd name="connsiteY574" fmla="*/ 171043 h 719138"/>
              <a:gd name="connsiteX575" fmla="*/ 2822285 w 2957510"/>
              <a:gd name="connsiteY575" fmla="*/ 218406 h 719138"/>
              <a:gd name="connsiteX576" fmla="*/ 2812992 w 2957510"/>
              <a:gd name="connsiteY576" fmla="*/ 218692 h 719138"/>
              <a:gd name="connsiteX577" fmla="*/ 2803817 w 2957510"/>
              <a:gd name="connsiteY577" fmla="*/ 218406 h 719138"/>
              <a:gd name="connsiteX578" fmla="*/ 2713719 w 2957510"/>
              <a:gd name="connsiteY578" fmla="*/ 171043 h 719138"/>
              <a:gd name="connsiteX579" fmla="*/ 2625475 w 2957510"/>
              <a:gd name="connsiteY579" fmla="*/ 128625 h 719138"/>
              <a:gd name="connsiteX580" fmla="*/ 2538398 w 2957510"/>
              <a:gd name="connsiteY580" fmla="*/ 171043 h 719138"/>
              <a:gd name="connsiteX581" fmla="*/ 2447253 w 2957510"/>
              <a:gd name="connsiteY581" fmla="*/ 218406 h 719138"/>
              <a:gd name="connsiteX582" fmla="*/ 2437959 w 2957510"/>
              <a:gd name="connsiteY582" fmla="*/ 218692 h 719138"/>
              <a:gd name="connsiteX583" fmla="*/ 2428768 w 2957510"/>
              <a:gd name="connsiteY583" fmla="*/ 218406 h 719138"/>
              <a:gd name="connsiteX584" fmla="*/ 2338559 w 2957510"/>
              <a:gd name="connsiteY584" fmla="*/ 171043 h 719138"/>
              <a:gd name="connsiteX585" fmla="*/ 2265570 w 2957510"/>
              <a:gd name="connsiteY585" fmla="*/ 129542 h 719138"/>
              <a:gd name="connsiteX586" fmla="*/ 2250202 w 2957510"/>
              <a:gd name="connsiteY586" fmla="*/ 128625 h 719138"/>
              <a:gd name="connsiteX587" fmla="*/ 2235078 w 2957510"/>
              <a:gd name="connsiteY587" fmla="*/ 129542 h 719138"/>
              <a:gd name="connsiteX588" fmla="*/ 2163119 w 2957510"/>
              <a:gd name="connsiteY588" fmla="*/ 171043 h 719138"/>
              <a:gd name="connsiteX589" fmla="*/ 2071970 w 2957510"/>
              <a:gd name="connsiteY589" fmla="*/ 218406 h 719138"/>
              <a:gd name="connsiteX590" fmla="*/ 2062687 w 2957510"/>
              <a:gd name="connsiteY590" fmla="*/ 218692 h 719138"/>
              <a:gd name="connsiteX591" fmla="*/ 2053502 w 2957510"/>
              <a:gd name="connsiteY591" fmla="*/ 218406 h 719138"/>
              <a:gd name="connsiteX592" fmla="*/ 1963418 w 2957510"/>
              <a:gd name="connsiteY592" fmla="*/ 171043 h 719138"/>
              <a:gd name="connsiteX593" fmla="*/ 1890508 w 2957510"/>
              <a:gd name="connsiteY593" fmla="*/ 129542 h 719138"/>
              <a:gd name="connsiteX594" fmla="*/ 1875171 w 2957510"/>
              <a:gd name="connsiteY594" fmla="*/ 128625 h 719138"/>
              <a:gd name="connsiteX595" fmla="*/ 1860044 w 2957510"/>
              <a:gd name="connsiteY595" fmla="*/ 129542 h 719138"/>
              <a:gd name="connsiteX596" fmla="*/ 1788085 w 2957510"/>
              <a:gd name="connsiteY596" fmla="*/ 171043 h 719138"/>
              <a:gd name="connsiteX597" fmla="*/ 1696936 w 2957510"/>
              <a:gd name="connsiteY597" fmla="*/ 218406 h 719138"/>
              <a:gd name="connsiteX598" fmla="*/ 1687656 w 2957510"/>
              <a:gd name="connsiteY598" fmla="*/ 218692 h 719138"/>
              <a:gd name="connsiteX599" fmla="*/ 1678456 w 2957510"/>
              <a:gd name="connsiteY599" fmla="*/ 218406 h 719138"/>
              <a:gd name="connsiteX600" fmla="*/ 1588259 w 2957510"/>
              <a:gd name="connsiteY600" fmla="*/ 171043 h 719138"/>
              <a:gd name="connsiteX601" fmla="*/ 1515254 w 2957510"/>
              <a:gd name="connsiteY601" fmla="*/ 129542 h 719138"/>
              <a:gd name="connsiteX602" fmla="*/ 1499902 w 2957510"/>
              <a:gd name="connsiteY602" fmla="*/ 128625 h 719138"/>
              <a:gd name="connsiteX603" fmla="*/ 1484938 w 2957510"/>
              <a:gd name="connsiteY603" fmla="*/ 129542 h 719138"/>
              <a:gd name="connsiteX604" fmla="*/ 1412811 w 2957510"/>
              <a:gd name="connsiteY604" fmla="*/ 171043 h 719138"/>
              <a:gd name="connsiteX605" fmla="*/ 1312377 w 2957510"/>
              <a:gd name="connsiteY605" fmla="*/ 218692 h 719138"/>
              <a:gd name="connsiteX606" fmla="*/ 1213103 w 2957510"/>
              <a:gd name="connsiteY606" fmla="*/ 171043 h 719138"/>
              <a:gd name="connsiteX607" fmla="*/ 1140203 w 2957510"/>
              <a:gd name="connsiteY607" fmla="*/ 129542 h 719138"/>
              <a:gd name="connsiteX608" fmla="*/ 1124860 w 2957510"/>
              <a:gd name="connsiteY608" fmla="*/ 128625 h 719138"/>
              <a:gd name="connsiteX609" fmla="*/ 1109907 w 2957510"/>
              <a:gd name="connsiteY609" fmla="*/ 129542 h 719138"/>
              <a:gd name="connsiteX610" fmla="*/ 1037780 w 2957510"/>
              <a:gd name="connsiteY610" fmla="*/ 171043 h 719138"/>
              <a:gd name="connsiteX611" fmla="*/ 937343 w 2957510"/>
              <a:gd name="connsiteY611" fmla="*/ 218692 h 719138"/>
              <a:gd name="connsiteX612" fmla="*/ 837942 w 2957510"/>
              <a:gd name="connsiteY612" fmla="*/ 171043 h 719138"/>
              <a:gd name="connsiteX613" fmla="*/ 764952 w 2957510"/>
              <a:gd name="connsiteY613" fmla="*/ 129542 h 719138"/>
              <a:gd name="connsiteX614" fmla="*/ 749586 w 2957510"/>
              <a:gd name="connsiteY614" fmla="*/ 128625 h 719138"/>
              <a:gd name="connsiteX615" fmla="*/ 734638 w 2957510"/>
              <a:gd name="connsiteY615" fmla="*/ 129542 h 719138"/>
              <a:gd name="connsiteX616" fmla="*/ 662511 w 2957510"/>
              <a:gd name="connsiteY616" fmla="*/ 171043 h 719138"/>
              <a:gd name="connsiteX617" fmla="*/ 562069 w 2957510"/>
              <a:gd name="connsiteY617" fmla="*/ 218692 h 719138"/>
              <a:gd name="connsiteX618" fmla="*/ 462743 w 2957510"/>
              <a:gd name="connsiteY618" fmla="*/ 171043 h 719138"/>
              <a:gd name="connsiteX619" fmla="*/ 375034 w 2957510"/>
              <a:gd name="connsiteY619" fmla="*/ 128625 h 719138"/>
              <a:gd name="connsiteX620" fmla="*/ 287371 w 2957510"/>
              <a:gd name="connsiteY620" fmla="*/ 171043 h 719138"/>
              <a:gd name="connsiteX621" fmla="*/ 187517 w 2957510"/>
              <a:gd name="connsiteY621" fmla="*/ 218692 h 719138"/>
              <a:gd name="connsiteX622" fmla="*/ 87663 w 2957510"/>
              <a:gd name="connsiteY622" fmla="*/ 171043 h 719138"/>
              <a:gd name="connsiteX623" fmla="*/ 0 w 2957510"/>
              <a:gd name="connsiteY623" fmla="*/ 128625 h 719138"/>
              <a:gd name="connsiteX624" fmla="*/ 0 w 2957510"/>
              <a:gd name="connsiteY624" fmla="*/ 11196 h 719138"/>
              <a:gd name="connsiteX625" fmla="*/ 99855 w 2957510"/>
              <a:gd name="connsiteY625" fmla="*/ 58307 h 719138"/>
              <a:gd name="connsiteX626" fmla="*/ 187517 w 2957510"/>
              <a:gd name="connsiteY626" fmla="*/ 100765 h 719138"/>
              <a:gd name="connsiteX627" fmla="*/ 275179 w 2957510"/>
              <a:gd name="connsiteY627" fmla="*/ 58307 h 719138"/>
              <a:gd name="connsiteX628" fmla="*/ 375034 w 2957510"/>
              <a:gd name="connsiteY628" fmla="*/ 11196 h 719138"/>
              <a:gd name="connsiteX629" fmla="*/ 474941 w 2957510"/>
              <a:gd name="connsiteY629" fmla="*/ 58307 h 719138"/>
              <a:gd name="connsiteX630" fmla="*/ 562069 w 2957510"/>
              <a:gd name="connsiteY630" fmla="*/ 100765 h 719138"/>
              <a:gd name="connsiteX631" fmla="*/ 650315 w 2957510"/>
              <a:gd name="connsiteY631" fmla="*/ 58307 h 719138"/>
              <a:gd name="connsiteX632" fmla="*/ 740506 w 2957510"/>
              <a:gd name="connsiteY632" fmla="*/ 11482 h 719138"/>
              <a:gd name="connsiteX633" fmla="*/ 749586 w 2957510"/>
              <a:gd name="connsiteY633" fmla="*/ 11196 h 719138"/>
              <a:gd name="connsiteX634" fmla="*/ 758889 w 2957510"/>
              <a:gd name="connsiteY634" fmla="*/ 11476 h 719138"/>
              <a:gd name="connsiteX635" fmla="*/ 850154 w 2957510"/>
              <a:gd name="connsiteY635" fmla="*/ 58307 h 719138"/>
              <a:gd name="connsiteX636" fmla="*/ 937343 w 2957510"/>
              <a:gd name="connsiteY636" fmla="*/ 100765 h 719138"/>
              <a:gd name="connsiteX637" fmla="*/ 1025586 w 2957510"/>
              <a:gd name="connsiteY637" fmla="*/ 58307 h 719138"/>
              <a:gd name="connsiteX638" fmla="*/ 1115684 w 2957510"/>
              <a:gd name="connsiteY638" fmla="*/ 11482 h 719138"/>
              <a:gd name="connsiteX639" fmla="*/ 1124860 w 2957510"/>
              <a:gd name="connsiteY639" fmla="*/ 11196 h 719138"/>
              <a:gd name="connsiteX640" fmla="*/ 1134151 w 2957510"/>
              <a:gd name="connsiteY640" fmla="*/ 11476 h 719138"/>
              <a:gd name="connsiteX641" fmla="*/ 1225295 w 2957510"/>
              <a:gd name="connsiteY641" fmla="*/ 58307 h 719138"/>
              <a:gd name="connsiteX642" fmla="*/ 1312377 w 2957510"/>
              <a:gd name="connsiteY642" fmla="*/ 100765 h 719138"/>
              <a:gd name="connsiteX643" fmla="*/ 1400620 w 2957510"/>
              <a:gd name="connsiteY643" fmla="*/ 58307 h 719138"/>
              <a:gd name="connsiteX644" fmla="*/ 1490715 w 2957510"/>
              <a:gd name="connsiteY644" fmla="*/ 11482 h 719138"/>
              <a:gd name="connsiteX645" fmla="*/ 1499902 w 2957510"/>
              <a:gd name="connsiteY645" fmla="*/ 11196 h 719138"/>
              <a:gd name="connsiteX646" fmla="*/ 1509200 w 2957510"/>
              <a:gd name="connsiteY646" fmla="*/ 11476 h 719138"/>
              <a:gd name="connsiteX647" fmla="*/ 1600457 w 2957510"/>
              <a:gd name="connsiteY647" fmla="*/ 58307 h 719138"/>
              <a:gd name="connsiteX648" fmla="*/ 1672675 w 2957510"/>
              <a:gd name="connsiteY648" fmla="*/ 99871 h 719138"/>
              <a:gd name="connsiteX649" fmla="*/ 1687656 w 2957510"/>
              <a:gd name="connsiteY649" fmla="*/ 100765 h 719138"/>
              <a:gd name="connsiteX650" fmla="*/ 1702991 w 2957510"/>
              <a:gd name="connsiteY650" fmla="*/ 99871 h 719138"/>
              <a:gd name="connsiteX651" fmla="*/ 1775902 w 2957510"/>
              <a:gd name="connsiteY651" fmla="*/ 58307 h 719138"/>
              <a:gd name="connsiteX652" fmla="*/ 1865985 w 2957510"/>
              <a:gd name="connsiteY652" fmla="*/ 11482 h 719138"/>
              <a:gd name="connsiteX653" fmla="*/ 1875171 w 2957510"/>
              <a:gd name="connsiteY653" fmla="*/ 11196 h 719138"/>
              <a:gd name="connsiteX654" fmla="*/ 1884453 w 2957510"/>
              <a:gd name="connsiteY654" fmla="*/ 11476 h 719138"/>
              <a:gd name="connsiteX655" fmla="*/ 1975602 w 2957510"/>
              <a:gd name="connsiteY655" fmla="*/ 58307 h 719138"/>
              <a:gd name="connsiteX656" fmla="*/ 2047561 w 2957510"/>
              <a:gd name="connsiteY656" fmla="*/ 99871 h 719138"/>
              <a:gd name="connsiteX657" fmla="*/ 2062687 w 2957510"/>
              <a:gd name="connsiteY657" fmla="*/ 100765 h 719138"/>
              <a:gd name="connsiteX658" fmla="*/ 2078025 w 2957510"/>
              <a:gd name="connsiteY658" fmla="*/ 99871 h 719138"/>
              <a:gd name="connsiteX659" fmla="*/ 2150933 w 2957510"/>
              <a:gd name="connsiteY659" fmla="*/ 58307 h 719138"/>
              <a:gd name="connsiteX660" fmla="*/ 2241019 w 2957510"/>
              <a:gd name="connsiteY660" fmla="*/ 11482 h 719138"/>
              <a:gd name="connsiteX661" fmla="*/ 2250202 w 2957510"/>
              <a:gd name="connsiteY661" fmla="*/ 11196 h 719138"/>
              <a:gd name="connsiteX662" fmla="*/ 2259500 w 2957510"/>
              <a:gd name="connsiteY662" fmla="*/ 11476 h 719138"/>
              <a:gd name="connsiteX663" fmla="*/ 2350772 w 2957510"/>
              <a:gd name="connsiteY663" fmla="*/ 58307 h 719138"/>
              <a:gd name="connsiteX664" fmla="*/ 2422815 w 2957510"/>
              <a:gd name="connsiteY664" fmla="*/ 99871 h 719138"/>
              <a:gd name="connsiteX665" fmla="*/ 2437959 w 2957510"/>
              <a:gd name="connsiteY665" fmla="*/ 100765 h 719138"/>
              <a:gd name="connsiteX666" fmla="*/ 2453275 w 2957510"/>
              <a:gd name="connsiteY666" fmla="*/ 99871 h 719138"/>
              <a:gd name="connsiteX667" fmla="*/ 2526203 w 2957510"/>
              <a:gd name="connsiteY667" fmla="*/ 58307 h 719138"/>
              <a:gd name="connsiteX668" fmla="*/ 2625475 w 2957510"/>
              <a:gd name="connsiteY668" fmla="*/ 11196 h 719138"/>
              <a:gd name="connsiteX669" fmla="*/ 2725913 w 2957510"/>
              <a:gd name="connsiteY669" fmla="*/ 58307 h 719138"/>
              <a:gd name="connsiteX670" fmla="*/ 2797875 w 2957510"/>
              <a:gd name="connsiteY670" fmla="*/ 99871 h 719138"/>
              <a:gd name="connsiteX671" fmla="*/ 2812992 w 2957510"/>
              <a:gd name="connsiteY671" fmla="*/ 100765 h 719138"/>
              <a:gd name="connsiteX672" fmla="*/ 2828318 w 2957510"/>
              <a:gd name="connsiteY672" fmla="*/ 99871 h 719138"/>
              <a:gd name="connsiteX673" fmla="*/ 2901235 w 2957510"/>
              <a:gd name="connsiteY673" fmla="*/ 58307 h 719138"/>
              <a:gd name="connsiteX674" fmla="*/ 2937898 w 2957510"/>
              <a:gd name="connsiteY674" fmla="*/ 28185 h 719138"/>
              <a:gd name="connsiteX675" fmla="*/ 2957510 w 2957510"/>
              <a:gd name="connsiteY675" fmla="*/ 19032 h 719138"/>
              <a:gd name="connsiteX676" fmla="*/ 2957510 w 2957510"/>
              <a:gd name="connsiteY676" fmla="*/ 40345 h 719138"/>
              <a:gd name="connsiteX677" fmla="*/ 2944759 w 2957510"/>
              <a:gd name="connsiteY677" fmla="*/ 44995 h 719138"/>
              <a:gd name="connsiteX678" fmla="*/ 2913429 w 2957510"/>
              <a:gd name="connsiteY678" fmla="*/ 71684 h 719138"/>
              <a:gd name="connsiteX679" fmla="*/ 2822285 w 2957510"/>
              <a:gd name="connsiteY679" fmla="*/ 118516 h 719138"/>
              <a:gd name="connsiteX680" fmla="*/ 2812992 w 2957510"/>
              <a:gd name="connsiteY680" fmla="*/ 118796 h 719138"/>
              <a:gd name="connsiteX681" fmla="*/ 2803817 w 2957510"/>
              <a:gd name="connsiteY681" fmla="*/ 118516 h 719138"/>
              <a:gd name="connsiteX682" fmla="*/ 2713719 w 2957510"/>
              <a:gd name="connsiteY682" fmla="*/ 71684 h 719138"/>
              <a:gd name="connsiteX683" fmla="*/ 2625475 w 2957510"/>
              <a:gd name="connsiteY683" fmla="*/ 29226 h 719138"/>
              <a:gd name="connsiteX684" fmla="*/ 2538398 w 2957510"/>
              <a:gd name="connsiteY684" fmla="*/ 71684 h 719138"/>
              <a:gd name="connsiteX685" fmla="*/ 2447253 w 2957510"/>
              <a:gd name="connsiteY685" fmla="*/ 118516 h 719138"/>
              <a:gd name="connsiteX686" fmla="*/ 2437959 w 2957510"/>
              <a:gd name="connsiteY686" fmla="*/ 118796 h 719138"/>
              <a:gd name="connsiteX687" fmla="*/ 2428768 w 2957510"/>
              <a:gd name="connsiteY687" fmla="*/ 118516 h 719138"/>
              <a:gd name="connsiteX688" fmla="*/ 2338559 w 2957510"/>
              <a:gd name="connsiteY688" fmla="*/ 71684 h 719138"/>
              <a:gd name="connsiteX689" fmla="*/ 2265570 w 2957510"/>
              <a:gd name="connsiteY689" fmla="*/ 30120 h 719138"/>
              <a:gd name="connsiteX690" fmla="*/ 2250202 w 2957510"/>
              <a:gd name="connsiteY690" fmla="*/ 29226 h 719138"/>
              <a:gd name="connsiteX691" fmla="*/ 2235078 w 2957510"/>
              <a:gd name="connsiteY691" fmla="*/ 30120 h 719138"/>
              <a:gd name="connsiteX692" fmla="*/ 2163119 w 2957510"/>
              <a:gd name="connsiteY692" fmla="*/ 71684 h 719138"/>
              <a:gd name="connsiteX693" fmla="*/ 2071970 w 2957510"/>
              <a:gd name="connsiteY693" fmla="*/ 118516 h 719138"/>
              <a:gd name="connsiteX694" fmla="*/ 2062687 w 2957510"/>
              <a:gd name="connsiteY694" fmla="*/ 118796 h 719138"/>
              <a:gd name="connsiteX695" fmla="*/ 2053502 w 2957510"/>
              <a:gd name="connsiteY695" fmla="*/ 118516 h 719138"/>
              <a:gd name="connsiteX696" fmla="*/ 1963418 w 2957510"/>
              <a:gd name="connsiteY696" fmla="*/ 71684 h 719138"/>
              <a:gd name="connsiteX697" fmla="*/ 1890508 w 2957510"/>
              <a:gd name="connsiteY697" fmla="*/ 30120 h 719138"/>
              <a:gd name="connsiteX698" fmla="*/ 1875171 w 2957510"/>
              <a:gd name="connsiteY698" fmla="*/ 29226 h 719138"/>
              <a:gd name="connsiteX699" fmla="*/ 1860044 w 2957510"/>
              <a:gd name="connsiteY699" fmla="*/ 30120 h 719138"/>
              <a:gd name="connsiteX700" fmla="*/ 1788085 w 2957510"/>
              <a:gd name="connsiteY700" fmla="*/ 71684 h 719138"/>
              <a:gd name="connsiteX701" fmla="*/ 1696936 w 2957510"/>
              <a:gd name="connsiteY701" fmla="*/ 118516 h 719138"/>
              <a:gd name="connsiteX702" fmla="*/ 1687656 w 2957510"/>
              <a:gd name="connsiteY702" fmla="*/ 118796 h 719138"/>
              <a:gd name="connsiteX703" fmla="*/ 1678456 w 2957510"/>
              <a:gd name="connsiteY703" fmla="*/ 118516 h 719138"/>
              <a:gd name="connsiteX704" fmla="*/ 1588259 w 2957510"/>
              <a:gd name="connsiteY704" fmla="*/ 71684 h 719138"/>
              <a:gd name="connsiteX705" fmla="*/ 1515254 w 2957510"/>
              <a:gd name="connsiteY705" fmla="*/ 30120 h 719138"/>
              <a:gd name="connsiteX706" fmla="*/ 1499902 w 2957510"/>
              <a:gd name="connsiteY706" fmla="*/ 29226 h 719138"/>
              <a:gd name="connsiteX707" fmla="*/ 1484938 w 2957510"/>
              <a:gd name="connsiteY707" fmla="*/ 30120 h 719138"/>
              <a:gd name="connsiteX708" fmla="*/ 1412811 w 2957510"/>
              <a:gd name="connsiteY708" fmla="*/ 71684 h 719138"/>
              <a:gd name="connsiteX709" fmla="*/ 1312377 w 2957510"/>
              <a:gd name="connsiteY709" fmla="*/ 118796 h 719138"/>
              <a:gd name="connsiteX710" fmla="*/ 1213103 w 2957510"/>
              <a:gd name="connsiteY710" fmla="*/ 71684 h 719138"/>
              <a:gd name="connsiteX711" fmla="*/ 1140203 w 2957510"/>
              <a:gd name="connsiteY711" fmla="*/ 30120 h 719138"/>
              <a:gd name="connsiteX712" fmla="*/ 1124860 w 2957510"/>
              <a:gd name="connsiteY712" fmla="*/ 29226 h 719138"/>
              <a:gd name="connsiteX713" fmla="*/ 1109907 w 2957510"/>
              <a:gd name="connsiteY713" fmla="*/ 30120 h 719138"/>
              <a:gd name="connsiteX714" fmla="*/ 1037780 w 2957510"/>
              <a:gd name="connsiteY714" fmla="*/ 71684 h 719138"/>
              <a:gd name="connsiteX715" fmla="*/ 937343 w 2957510"/>
              <a:gd name="connsiteY715" fmla="*/ 118796 h 719138"/>
              <a:gd name="connsiteX716" fmla="*/ 837942 w 2957510"/>
              <a:gd name="connsiteY716" fmla="*/ 71684 h 719138"/>
              <a:gd name="connsiteX717" fmla="*/ 764952 w 2957510"/>
              <a:gd name="connsiteY717" fmla="*/ 30120 h 719138"/>
              <a:gd name="connsiteX718" fmla="*/ 749586 w 2957510"/>
              <a:gd name="connsiteY718" fmla="*/ 29226 h 719138"/>
              <a:gd name="connsiteX719" fmla="*/ 734638 w 2957510"/>
              <a:gd name="connsiteY719" fmla="*/ 30120 h 719138"/>
              <a:gd name="connsiteX720" fmla="*/ 662511 w 2957510"/>
              <a:gd name="connsiteY720" fmla="*/ 71684 h 719138"/>
              <a:gd name="connsiteX721" fmla="*/ 562069 w 2957510"/>
              <a:gd name="connsiteY721" fmla="*/ 118796 h 719138"/>
              <a:gd name="connsiteX722" fmla="*/ 462743 w 2957510"/>
              <a:gd name="connsiteY722" fmla="*/ 71684 h 719138"/>
              <a:gd name="connsiteX723" fmla="*/ 375034 w 2957510"/>
              <a:gd name="connsiteY723" fmla="*/ 29226 h 719138"/>
              <a:gd name="connsiteX724" fmla="*/ 287371 w 2957510"/>
              <a:gd name="connsiteY724" fmla="*/ 71684 h 719138"/>
              <a:gd name="connsiteX725" fmla="*/ 187517 w 2957510"/>
              <a:gd name="connsiteY725" fmla="*/ 118796 h 719138"/>
              <a:gd name="connsiteX726" fmla="*/ 87663 w 2957510"/>
              <a:gd name="connsiteY726" fmla="*/ 71684 h 719138"/>
              <a:gd name="connsiteX727" fmla="*/ 0 w 2957510"/>
              <a:gd name="connsiteY727" fmla="*/ 29226 h 719138"/>
              <a:gd name="connsiteX728" fmla="*/ 2748752 w 2957510"/>
              <a:gd name="connsiteY728" fmla="*/ 0 h 719138"/>
              <a:gd name="connsiteX729" fmla="*/ 2809825 w 2957510"/>
              <a:gd name="connsiteY729" fmla="*/ 0 h 719138"/>
              <a:gd name="connsiteX730" fmla="*/ 2812992 w 2957510"/>
              <a:gd name="connsiteY730" fmla="*/ 187 h 719138"/>
              <a:gd name="connsiteX731" fmla="*/ 2816204 w 2957510"/>
              <a:gd name="connsiteY731" fmla="*/ 0 h 719138"/>
              <a:gd name="connsiteX732" fmla="*/ 2878139 w 2957510"/>
              <a:gd name="connsiteY732" fmla="*/ 0 h 719138"/>
              <a:gd name="connsiteX733" fmla="*/ 2876357 w 2957510"/>
              <a:gd name="connsiteY733" fmla="*/ 1456 h 719138"/>
              <a:gd name="connsiteX734" fmla="*/ 2822285 w 2957510"/>
              <a:gd name="connsiteY734" fmla="*/ 17897 h 719138"/>
              <a:gd name="connsiteX735" fmla="*/ 2812992 w 2957510"/>
              <a:gd name="connsiteY735" fmla="*/ 18177 h 719138"/>
              <a:gd name="connsiteX736" fmla="*/ 2803817 w 2957510"/>
              <a:gd name="connsiteY736" fmla="*/ 17891 h 719138"/>
              <a:gd name="connsiteX737" fmla="*/ 2750241 w 2957510"/>
              <a:gd name="connsiteY737" fmla="*/ 1225 h 719138"/>
              <a:gd name="connsiteX738" fmla="*/ 2373639 w 2957510"/>
              <a:gd name="connsiteY738" fmla="*/ 0 h 719138"/>
              <a:gd name="connsiteX739" fmla="*/ 2434786 w 2957510"/>
              <a:gd name="connsiteY739" fmla="*/ 0 h 719138"/>
              <a:gd name="connsiteX740" fmla="*/ 2437959 w 2957510"/>
              <a:gd name="connsiteY740" fmla="*/ 187 h 719138"/>
              <a:gd name="connsiteX741" fmla="*/ 2441169 w 2957510"/>
              <a:gd name="connsiteY741" fmla="*/ 0 h 719138"/>
              <a:gd name="connsiteX742" fmla="*/ 2503108 w 2957510"/>
              <a:gd name="connsiteY742" fmla="*/ 0 h 719138"/>
              <a:gd name="connsiteX743" fmla="*/ 2501326 w 2957510"/>
              <a:gd name="connsiteY743" fmla="*/ 1456 h 719138"/>
              <a:gd name="connsiteX744" fmla="*/ 2447253 w 2957510"/>
              <a:gd name="connsiteY744" fmla="*/ 17897 h 719138"/>
              <a:gd name="connsiteX745" fmla="*/ 2437959 w 2957510"/>
              <a:gd name="connsiteY745" fmla="*/ 18177 h 719138"/>
              <a:gd name="connsiteX746" fmla="*/ 2428768 w 2957510"/>
              <a:gd name="connsiteY746" fmla="*/ 17891 h 719138"/>
              <a:gd name="connsiteX747" fmla="*/ 2375130 w 2957510"/>
              <a:gd name="connsiteY747" fmla="*/ 1225 h 719138"/>
              <a:gd name="connsiteX748" fmla="*/ 1998444 w 2957510"/>
              <a:gd name="connsiteY748" fmla="*/ 0 h 719138"/>
              <a:gd name="connsiteX749" fmla="*/ 2059518 w 2957510"/>
              <a:gd name="connsiteY749" fmla="*/ 0 h 719138"/>
              <a:gd name="connsiteX750" fmla="*/ 2062687 w 2957510"/>
              <a:gd name="connsiteY750" fmla="*/ 187 h 719138"/>
              <a:gd name="connsiteX751" fmla="*/ 2065901 w 2957510"/>
              <a:gd name="connsiteY751" fmla="*/ 0 h 719138"/>
              <a:gd name="connsiteX752" fmla="*/ 2127832 w 2957510"/>
              <a:gd name="connsiteY752" fmla="*/ 0 h 719138"/>
              <a:gd name="connsiteX753" fmla="*/ 2126050 w 2957510"/>
              <a:gd name="connsiteY753" fmla="*/ 1456 h 719138"/>
              <a:gd name="connsiteX754" fmla="*/ 2071970 w 2957510"/>
              <a:gd name="connsiteY754" fmla="*/ 17897 h 719138"/>
              <a:gd name="connsiteX755" fmla="*/ 2062687 w 2957510"/>
              <a:gd name="connsiteY755" fmla="*/ 18177 h 719138"/>
              <a:gd name="connsiteX756" fmla="*/ 2053502 w 2957510"/>
              <a:gd name="connsiteY756" fmla="*/ 17891 h 719138"/>
              <a:gd name="connsiteX757" fmla="*/ 1999933 w 2957510"/>
              <a:gd name="connsiteY757" fmla="*/ 1225 h 719138"/>
              <a:gd name="connsiteX758" fmla="*/ 1623326 w 2957510"/>
              <a:gd name="connsiteY758" fmla="*/ 0 h 719138"/>
              <a:gd name="connsiteX759" fmla="*/ 1684517 w 2957510"/>
              <a:gd name="connsiteY759" fmla="*/ 0 h 719138"/>
              <a:gd name="connsiteX760" fmla="*/ 1687656 w 2957510"/>
              <a:gd name="connsiteY760" fmla="*/ 187 h 719138"/>
              <a:gd name="connsiteX761" fmla="*/ 1690870 w 2957510"/>
              <a:gd name="connsiteY761" fmla="*/ 0 h 719138"/>
              <a:gd name="connsiteX762" fmla="*/ 1752799 w 2957510"/>
              <a:gd name="connsiteY762" fmla="*/ 0 h 719138"/>
              <a:gd name="connsiteX763" fmla="*/ 1751017 w 2957510"/>
              <a:gd name="connsiteY763" fmla="*/ 1456 h 719138"/>
              <a:gd name="connsiteX764" fmla="*/ 1696936 w 2957510"/>
              <a:gd name="connsiteY764" fmla="*/ 17897 h 719138"/>
              <a:gd name="connsiteX765" fmla="*/ 1687656 w 2957510"/>
              <a:gd name="connsiteY765" fmla="*/ 18177 h 719138"/>
              <a:gd name="connsiteX766" fmla="*/ 1678456 w 2957510"/>
              <a:gd name="connsiteY766" fmla="*/ 17891 h 719138"/>
              <a:gd name="connsiteX767" fmla="*/ 1624817 w 2957510"/>
              <a:gd name="connsiteY767" fmla="*/ 1225 h 719138"/>
              <a:gd name="connsiteX768" fmla="*/ 1248858 w 2957510"/>
              <a:gd name="connsiteY768" fmla="*/ 0 h 719138"/>
              <a:gd name="connsiteX769" fmla="*/ 1311630 w 2957510"/>
              <a:gd name="connsiteY769" fmla="*/ 0 h 719138"/>
              <a:gd name="connsiteX770" fmla="*/ 1312377 w 2957510"/>
              <a:gd name="connsiteY770" fmla="*/ 187 h 719138"/>
              <a:gd name="connsiteX771" fmla="*/ 1313139 w 2957510"/>
              <a:gd name="connsiteY771" fmla="*/ 0 h 719138"/>
              <a:gd name="connsiteX772" fmla="*/ 1376777 w 2957510"/>
              <a:gd name="connsiteY772" fmla="*/ 0 h 719138"/>
              <a:gd name="connsiteX773" fmla="*/ 1372826 w 2957510"/>
              <a:gd name="connsiteY773" fmla="*/ 3161 h 719138"/>
              <a:gd name="connsiteX774" fmla="*/ 1312377 w 2957510"/>
              <a:gd name="connsiteY774" fmla="*/ 18177 h 719138"/>
              <a:gd name="connsiteX775" fmla="*/ 1252508 w 2957510"/>
              <a:gd name="connsiteY775" fmla="*/ 2943 h 719138"/>
              <a:gd name="connsiteX776" fmla="*/ 873941 w 2957510"/>
              <a:gd name="connsiteY776" fmla="*/ 0 h 719138"/>
              <a:gd name="connsiteX777" fmla="*/ 936596 w 2957510"/>
              <a:gd name="connsiteY777" fmla="*/ 0 h 719138"/>
              <a:gd name="connsiteX778" fmla="*/ 937343 w 2957510"/>
              <a:gd name="connsiteY778" fmla="*/ 187 h 719138"/>
              <a:gd name="connsiteX779" fmla="*/ 938105 w 2957510"/>
              <a:gd name="connsiteY779" fmla="*/ 0 h 719138"/>
              <a:gd name="connsiteX780" fmla="*/ 1001943 w 2957510"/>
              <a:gd name="connsiteY780" fmla="*/ 0 h 719138"/>
              <a:gd name="connsiteX781" fmla="*/ 998013 w 2957510"/>
              <a:gd name="connsiteY781" fmla="*/ 3161 h 719138"/>
              <a:gd name="connsiteX782" fmla="*/ 937343 w 2957510"/>
              <a:gd name="connsiteY782" fmla="*/ 18177 h 719138"/>
              <a:gd name="connsiteX783" fmla="*/ 877616 w 2957510"/>
              <a:gd name="connsiteY783" fmla="*/ 2943 h 719138"/>
              <a:gd name="connsiteX784" fmla="*/ 498714 w 2957510"/>
              <a:gd name="connsiteY784" fmla="*/ 0 h 719138"/>
              <a:gd name="connsiteX785" fmla="*/ 561322 w 2957510"/>
              <a:gd name="connsiteY785" fmla="*/ 0 h 719138"/>
              <a:gd name="connsiteX786" fmla="*/ 562069 w 2957510"/>
              <a:gd name="connsiteY786" fmla="*/ 187 h 719138"/>
              <a:gd name="connsiteX787" fmla="*/ 562831 w 2957510"/>
              <a:gd name="connsiteY787" fmla="*/ 0 h 719138"/>
              <a:gd name="connsiteX788" fmla="*/ 626667 w 2957510"/>
              <a:gd name="connsiteY788" fmla="*/ 0 h 719138"/>
              <a:gd name="connsiteX789" fmla="*/ 622737 w 2957510"/>
              <a:gd name="connsiteY789" fmla="*/ 3161 h 719138"/>
              <a:gd name="connsiteX790" fmla="*/ 562069 w 2957510"/>
              <a:gd name="connsiteY790" fmla="*/ 18177 h 719138"/>
              <a:gd name="connsiteX791" fmla="*/ 502386 w 2957510"/>
              <a:gd name="connsiteY791" fmla="*/ 2943 h 719138"/>
              <a:gd name="connsiteX792" fmla="*/ 123878 w 2957510"/>
              <a:gd name="connsiteY792" fmla="*/ 0 h 719138"/>
              <a:gd name="connsiteX793" fmla="*/ 186763 w 2957510"/>
              <a:gd name="connsiteY793" fmla="*/ 0 h 719138"/>
              <a:gd name="connsiteX794" fmla="*/ 187517 w 2957510"/>
              <a:gd name="connsiteY794" fmla="*/ 187 h 719138"/>
              <a:gd name="connsiteX795" fmla="*/ 188272 w 2957510"/>
              <a:gd name="connsiteY795" fmla="*/ 0 h 719138"/>
              <a:gd name="connsiteX796" fmla="*/ 251598 w 2957510"/>
              <a:gd name="connsiteY796" fmla="*/ 0 h 719138"/>
              <a:gd name="connsiteX797" fmla="*/ 247676 w 2957510"/>
              <a:gd name="connsiteY797" fmla="*/ 3161 h 719138"/>
              <a:gd name="connsiteX798" fmla="*/ 187517 w 2957510"/>
              <a:gd name="connsiteY798" fmla="*/ 18177 h 719138"/>
              <a:gd name="connsiteX799" fmla="*/ 127576 w 2957510"/>
              <a:gd name="connsiteY799" fmla="*/ 2943 h 719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</a:cxnLst>
            <a:rect l="l" t="t" r="r" b="b"/>
            <a:pathLst>
              <a:path w="2957510" h="719138">
                <a:moveTo>
                  <a:pt x="0" y="611057"/>
                </a:moveTo>
                <a:cubicBezTo>
                  <a:pt x="50507" y="611057"/>
                  <a:pt x="76632" y="636044"/>
                  <a:pt x="99855" y="658706"/>
                </a:cubicBezTo>
                <a:cubicBezTo>
                  <a:pt x="123076" y="680787"/>
                  <a:pt x="144556" y="701125"/>
                  <a:pt x="187517" y="701125"/>
                </a:cubicBezTo>
                <a:cubicBezTo>
                  <a:pt x="230477" y="701125"/>
                  <a:pt x="251957" y="680787"/>
                  <a:pt x="275179" y="658706"/>
                </a:cubicBezTo>
                <a:cubicBezTo>
                  <a:pt x="298982" y="636044"/>
                  <a:pt x="324526" y="611057"/>
                  <a:pt x="375034" y="611057"/>
                </a:cubicBezTo>
                <a:cubicBezTo>
                  <a:pt x="425568" y="611057"/>
                  <a:pt x="451706" y="636044"/>
                  <a:pt x="474941" y="658706"/>
                </a:cubicBezTo>
                <a:cubicBezTo>
                  <a:pt x="498175" y="680787"/>
                  <a:pt x="519667" y="701125"/>
                  <a:pt x="562069" y="701125"/>
                </a:cubicBezTo>
                <a:cubicBezTo>
                  <a:pt x="605610" y="701125"/>
                  <a:pt x="627090" y="680787"/>
                  <a:pt x="650315" y="658706"/>
                </a:cubicBezTo>
                <a:cubicBezTo>
                  <a:pt x="672083" y="637460"/>
                  <a:pt x="696405" y="614171"/>
                  <a:pt x="740506" y="611343"/>
                </a:cubicBezTo>
                <a:lnTo>
                  <a:pt x="749586" y="611057"/>
                </a:lnTo>
                <a:lnTo>
                  <a:pt x="758889" y="611343"/>
                </a:lnTo>
                <a:cubicBezTo>
                  <a:pt x="803998" y="614171"/>
                  <a:pt x="828351" y="637460"/>
                  <a:pt x="850154" y="658706"/>
                </a:cubicBezTo>
                <a:cubicBezTo>
                  <a:pt x="873408" y="680787"/>
                  <a:pt x="894909" y="701125"/>
                  <a:pt x="937343" y="701125"/>
                </a:cubicBezTo>
                <a:cubicBezTo>
                  <a:pt x="980892" y="701125"/>
                  <a:pt x="1002368" y="680787"/>
                  <a:pt x="1025586" y="658706"/>
                </a:cubicBezTo>
                <a:cubicBezTo>
                  <a:pt x="1047357" y="637460"/>
                  <a:pt x="1071175" y="614171"/>
                  <a:pt x="1115684" y="611343"/>
                </a:cubicBezTo>
                <a:lnTo>
                  <a:pt x="1124860" y="611057"/>
                </a:lnTo>
                <a:lnTo>
                  <a:pt x="1134151" y="611343"/>
                </a:lnTo>
                <a:cubicBezTo>
                  <a:pt x="1179136" y="614171"/>
                  <a:pt x="1202980" y="637460"/>
                  <a:pt x="1225295" y="658706"/>
                </a:cubicBezTo>
                <a:cubicBezTo>
                  <a:pt x="1248517" y="680787"/>
                  <a:pt x="1270006" y="701125"/>
                  <a:pt x="1312377" y="701125"/>
                </a:cubicBezTo>
                <a:cubicBezTo>
                  <a:pt x="1355923" y="701125"/>
                  <a:pt x="1377398" y="680787"/>
                  <a:pt x="1400620" y="658706"/>
                </a:cubicBezTo>
                <a:cubicBezTo>
                  <a:pt x="1422391" y="637460"/>
                  <a:pt x="1446206" y="614171"/>
                  <a:pt x="1490715" y="611343"/>
                </a:cubicBezTo>
                <a:lnTo>
                  <a:pt x="1499902" y="611057"/>
                </a:lnTo>
                <a:lnTo>
                  <a:pt x="1509200" y="611343"/>
                </a:lnTo>
                <a:cubicBezTo>
                  <a:pt x="1554240" y="614171"/>
                  <a:pt x="1578118" y="637460"/>
                  <a:pt x="1600457" y="658706"/>
                </a:cubicBezTo>
                <a:cubicBezTo>
                  <a:pt x="1620811" y="678026"/>
                  <a:pt x="1639813" y="696013"/>
                  <a:pt x="1672675" y="700208"/>
                </a:cubicBezTo>
                <a:lnTo>
                  <a:pt x="1687656" y="701125"/>
                </a:lnTo>
                <a:lnTo>
                  <a:pt x="1702991" y="700208"/>
                </a:lnTo>
                <a:cubicBezTo>
                  <a:pt x="1736589" y="696013"/>
                  <a:pt x="1755583" y="678026"/>
                  <a:pt x="1775902" y="658706"/>
                </a:cubicBezTo>
                <a:cubicBezTo>
                  <a:pt x="1797671" y="637460"/>
                  <a:pt x="1821477" y="614171"/>
                  <a:pt x="1865985" y="611343"/>
                </a:cubicBezTo>
                <a:lnTo>
                  <a:pt x="1875171" y="611057"/>
                </a:lnTo>
                <a:lnTo>
                  <a:pt x="1884453" y="611343"/>
                </a:lnTo>
                <a:cubicBezTo>
                  <a:pt x="1929442" y="614171"/>
                  <a:pt x="1953295" y="637460"/>
                  <a:pt x="1975602" y="658706"/>
                </a:cubicBezTo>
                <a:cubicBezTo>
                  <a:pt x="1995922" y="678026"/>
                  <a:pt x="2014463" y="696013"/>
                  <a:pt x="2047561" y="700208"/>
                </a:cubicBezTo>
                <a:lnTo>
                  <a:pt x="2062687" y="701125"/>
                </a:lnTo>
                <a:lnTo>
                  <a:pt x="2078025" y="700208"/>
                </a:lnTo>
                <a:cubicBezTo>
                  <a:pt x="2111623" y="696013"/>
                  <a:pt x="2130614" y="678026"/>
                  <a:pt x="2150933" y="658706"/>
                </a:cubicBezTo>
                <a:cubicBezTo>
                  <a:pt x="2172701" y="637460"/>
                  <a:pt x="2196510" y="614171"/>
                  <a:pt x="2241019" y="611343"/>
                </a:cubicBezTo>
                <a:lnTo>
                  <a:pt x="2250202" y="611057"/>
                </a:lnTo>
                <a:lnTo>
                  <a:pt x="2259500" y="611343"/>
                </a:lnTo>
                <a:cubicBezTo>
                  <a:pt x="2304545" y="614171"/>
                  <a:pt x="2328421" y="637460"/>
                  <a:pt x="2350772" y="658706"/>
                </a:cubicBezTo>
                <a:cubicBezTo>
                  <a:pt x="2371110" y="678026"/>
                  <a:pt x="2389675" y="696013"/>
                  <a:pt x="2422815" y="700208"/>
                </a:cubicBezTo>
                <a:lnTo>
                  <a:pt x="2437959" y="701125"/>
                </a:lnTo>
                <a:lnTo>
                  <a:pt x="2453275" y="700208"/>
                </a:lnTo>
                <a:cubicBezTo>
                  <a:pt x="2486774" y="696013"/>
                  <a:pt x="2505375" y="678026"/>
                  <a:pt x="2526203" y="658706"/>
                </a:cubicBezTo>
                <a:cubicBezTo>
                  <a:pt x="2549424" y="636044"/>
                  <a:pt x="2574968" y="611057"/>
                  <a:pt x="2625475" y="611057"/>
                </a:cubicBezTo>
                <a:cubicBezTo>
                  <a:pt x="2676563" y="611057"/>
                  <a:pt x="2702109" y="636044"/>
                  <a:pt x="2725913" y="658706"/>
                </a:cubicBezTo>
                <a:cubicBezTo>
                  <a:pt x="2746233" y="678026"/>
                  <a:pt x="2764773" y="696013"/>
                  <a:pt x="2797875" y="700208"/>
                </a:cubicBezTo>
                <a:lnTo>
                  <a:pt x="2812992" y="701125"/>
                </a:lnTo>
                <a:lnTo>
                  <a:pt x="2828318" y="700208"/>
                </a:lnTo>
                <a:cubicBezTo>
                  <a:pt x="2861804" y="696013"/>
                  <a:pt x="2880408" y="678026"/>
                  <a:pt x="2901235" y="658706"/>
                </a:cubicBezTo>
                <a:cubicBezTo>
                  <a:pt x="2912221" y="648083"/>
                  <a:pt x="2923667" y="636949"/>
                  <a:pt x="2937930" y="628118"/>
                </a:cubicBezTo>
                <a:lnTo>
                  <a:pt x="2957510" y="618930"/>
                </a:lnTo>
                <a:lnTo>
                  <a:pt x="2957510" y="640365"/>
                </a:lnTo>
                <a:lnTo>
                  <a:pt x="2944790" y="645066"/>
                </a:lnTo>
                <a:cubicBezTo>
                  <a:pt x="2933453" y="652503"/>
                  <a:pt x="2923688" y="661830"/>
                  <a:pt x="2913429" y="671490"/>
                </a:cubicBezTo>
                <a:cubicBezTo>
                  <a:pt x="2891112" y="692735"/>
                  <a:pt x="2867269" y="716024"/>
                  <a:pt x="2822285" y="718852"/>
                </a:cubicBezTo>
                <a:lnTo>
                  <a:pt x="2812992" y="719138"/>
                </a:lnTo>
                <a:lnTo>
                  <a:pt x="2803817" y="718852"/>
                </a:lnTo>
                <a:cubicBezTo>
                  <a:pt x="2759309" y="716024"/>
                  <a:pt x="2735489" y="692735"/>
                  <a:pt x="2713719" y="671490"/>
                </a:cubicBezTo>
                <a:cubicBezTo>
                  <a:pt x="2689916" y="649409"/>
                  <a:pt x="2669016" y="629071"/>
                  <a:pt x="2625475" y="629071"/>
                </a:cubicBezTo>
                <a:cubicBezTo>
                  <a:pt x="2582521" y="629071"/>
                  <a:pt x="2561615" y="649409"/>
                  <a:pt x="2538398" y="671490"/>
                </a:cubicBezTo>
                <a:cubicBezTo>
                  <a:pt x="2516079" y="692735"/>
                  <a:pt x="2492239" y="716024"/>
                  <a:pt x="2447253" y="718852"/>
                </a:cubicBezTo>
                <a:lnTo>
                  <a:pt x="2437959" y="719138"/>
                </a:lnTo>
                <a:lnTo>
                  <a:pt x="2428768" y="718852"/>
                </a:lnTo>
                <a:cubicBezTo>
                  <a:pt x="2384205" y="716024"/>
                  <a:pt x="2360364" y="692735"/>
                  <a:pt x="2338559" y="671490"/>
                </a:cubicBezTo>
                <a:cubicBezTo>
                  <a:pt x="2318221" y="652169"/>
                  <a:pt x="2299203" y="634182"/>
                  <a:pt x="2265570" y="629988"/>
                </a:cubicBezTo>
                <a:lnTo>
                  <a:pt x="2250202" y="629071"/>
                </a:lnTo>
                <a:lnTo>
                  <a:pt x="2235078" y="629988"/>
                </a:lnTo>
                <a:cubicBezTo>
                  <a:pt x="2201989" y="634182"/>
                  <a:pt x="2183438" y="652169"/>
                  <a:pt x="2163119" y="671490"/>
                </a:cubicBezTo>
                <a:cubicBezTo>
                  <a:pt x="2140811" y="692735"/>
                  <a:pt x="2116959" y="716024"/>
                  <a:pt x="2071970" y="718852"/>
                </a:cubicBezTo>
                <a:lnTo>
                  <a:pt x="2062687" y="719138"/>
                </a:lnTo>
                <a:lnTo>
                  <a:pt x="2053502" y="718852"/>
                </a:lnTo>
                <a:cubicBezTo>
                  <a:pt x="2008993" y="716024"/>
                  <a:pt x="1985187" y="692735"/>
                  <a:pt x="1963418" y="671490"/>
                </a:cubicBezTo>
                <a:cubicBezTo>
                  <a:pt x="1943099" y="652169"/>
                  <a:pt x="1924106" y="634182"/>
                  <a:pt x="1890508" y="629988"/>
                </a:cubicBezTo>
                <a:lnTo>
                  <a:pt x="1875171" y="629071"/>
                </a:lnTo>
                <a:lnTo>
                  <a:pt x="1860044" y="629988"/>
                </a:lnTo>
                <a:cubicBezTo>
                  <a:pt x="1826946" y="634182"/>
                  <a:pt x="1808405" y="652169"/>
                  <a:pt x="1788085" y="671490"/>
                </a:cubicBezTo>
                <a:cubicBezTo>
                  <a:pt x="1765780" y="692735"/>
                  <a:pt x="1741925" y="716024"/>
                  <a:pt x="1696936" y="718852"/>
                </a:cubicBezTo>
                <a:lnTo>
                  <a:pt x="1687656" y="719138"/>
                </a:lnTo>
                <a:lnTo>
                  <a:pt x="1678456" y="718852"/>
                </a:lnTo>
                <a:cubicBezTo>
                  <a:pt x="1633891" y="716024"/>
                  <a:pt x="1610048" y="692735"/>
                  <a:pt x="1588259" y="671490"/>
                </a:cubicBezTo>
                <a:cubicBezTo>
                  <a:pt x="1567905" y="652169"/>
                  <a:pt x="1548904" y="634182"/>
                  <a:pt x="1515254" y="629988"/>
                </a:cubicBezTo>
                <a:lnTo>
                  <a:pt x="1499902" y="629071"/>
                </a:lnTo>
                <a:lnTo>
                  <a:pt x="1484938" y="629988"/>
                </a:lnTo>
                <a:cubicBezTo>
                  <a:pt x="1452117" y="634182"/>
                  <a:pt x="1433131" y="652169"/>
                  <a:pt x="1412811" y="671490"/>
                </a:cubicBezTo>
                <a:cubicBezTo>
                  <a:pt x="1389009" y="694152"/>
                  <a:pt x="1363465" y="719138"/>
                  <a:pt x="1312377" y="719138"/>
                </a:cubicBezTo>
                <a:cubicBezTo>
                  <a:pt x="1261869" y="719138"/>
                  <a:pt x="1236325" y="694152"/>
                  <a:pt x="1213103" y="671490"/>
                </a:cubicBezTo>
                <a:cubicBezTo>
                  <a:pt x="1192784" y="652169"/>
                  <a:pt x="1173800" y="634182"/>
                  <a:pt x="1140203" y="629988"/>
                </a:cubicBezTo>
                <a:lnTo>
                  <a:pt x="1124860" y="629071"/>
                </a:lnTo>
                <a:lnTo>
                  <a:pt x="1109907" y="629988"/>
                </a:lnTo>
                <a:cubicBezTo>
                  <a:pt x="1077083" y="634182"/>
                  <a:pt x="1058099" y="652169"/>
                  <a:pt x="1037780" y="671490"/>
                </a:cubicBezTo>
                <a:cubicBezTo>
                  <a:pt x="1014563" y="694152"/>
                  <a:pt x="988431" y="719138"/>
                  <a:pt x="937343" y="719138"/>
                </a:cubicBezTo>
                <a:cubicBezTo>
                  <a:pt x="887352" y="719138"/>
                  <a:pt x="861195" y="694152"/>
                  <a:pt x="837942" y="671490"/>
                </a:cubicBezTo>
                <a:cubicBezTo>
                  <a:pt x="817603" y="652169"/>
                  <a:pt x="798587" y="634182"/>
                  <a:pt x="764952" y="629988"/>
                </a:cubicBezTo>
                <a:lnTo>
                  <a:pt x="749586" y="629071"/>
                </a:lnTo>
                <a:lnTo>
                  <a:pt x="734638" y="629988"/>
                </a:lnTo>
                <a:cubicBezTo>
                  <a:pt x="701811" y="634182"/>
                  <a:pt x="682831" y="652169"/>
                  <a:pt x="662511" y="671490"/>
                </a:cubicBezTo>
                <a:cubicBezTo>
                  <a:pt x="639282" y="694152"/>
                  <a:pt x="613157" y="719138"/>
                  <a:pt x="562069" y="719138"/>
                </a:cubicBezTo>
                <a:cubicBezTo>
                  <a:pt x="512115" y="719138"/>
                  <a:pt x="485977" y="694152"/>
                  <a:pt x="462743" y="671490"/>
                </a:cubicBezTo>
                <a:cubicBezTo>
                  <a:pt x="439508" y="649409"/>
                  <a:pt x="418017" y="629071"/>
                  <a:pt x="375034" y="629071"/>
                </a:cubicBezTo>
                <a:cubicBezTo>
                  <a:pt x="332073" y="629071"/>
                  <a:pt x="310593" y="649409"/>
                  <a:pt x="287371" y="671490"/>
                </a:cubicBezTo>
                <a:cubicBezTo>
                  <a:pt x="264149" y="694152"/>
                  <a:pt x="238024" y="719138"/>
                  <a:pt x="187517" y="719138"/>
                </a:cubicBezTo>
                <a:cubicBezTo>
                  <a:pt x="137009" y="719138"/>
                  <a:pt x="111465" y="694152"/>
                  <a:pt x="87663" y="671490"/>
                </a:cubicBezTo>
                <a:cubicBezTo>
                  <a:pt x="64441" y="649409"/>
                  <a:pt x="42960" y="629071"/>
                  <a:pt x="0" y="629071"/>
                </a:cubicBezTo>
                <a:close/>
                <a:moveTo>
                  <a:pt x="0" y="511642"/>
                </a:moveTo>
                <a:cubicBezTo>
                  <a:pt x="50507" y="511642"/>
                  <a:pt x="76632" y="536070"/>
                  <a:pt x="99855" y="558753"/>
                </a:cubicBezTo>
                <a:cubicBezTo>
                  <a:pt x="123076" y="581436"/>
                  <a:pt x="144556" y="601211"/>
                  <a:pt x="187517" y="601211"/>
                </a:cubicBezTo>
                <a:cubicBezTo>
                  <a:pt x="230477" y="601211"/>
                  <a:pt x="251957" y="580855"/>
                  <a:pt x="275179" y="558753"/>
                </a:cubicBezTo>
                <a:cubicBezTo>
                  <a:pt x="298982" y="536070"/>
                  <a:pt x="324526" y="511642"/>
                  <a:pt x="375034" y="511642"/>
                </a:cubicBezTo>
                <a:cubicBezTo>
                  <a:pt x="425568" y="511642"/>
                  <a:pt x="451706" y="536070"/>
                  <a:pt x="474941" y="558753"/>
                </a:cubicBezTo>
                <a:cubicBezTo>
                  <a:pt x="498175" y="581436"/>
                  <a:pt x="519667" y="601211"/>
                  <a:pt x="562069" y="601211"/>
                </a:cubicBezTo>
                <a:cubicBezTo>
                  <a:pt x="605610" y="601211"/>
                  <a:pt x="627090" y="580855"/>
                  <a:pt x="650315" y="558753"/>
                </a:cubicBezTo>
                <a:cubicBezTo>
                  <a:pt x="672083" y="537488"/>
                  <a:pt x="696405" y="514689"/>
                  <a:pt x="740506" y="511922"/>
                </a:cubicBezTo>
                <a:lnTo>
                  <a:pt x="749586" y="511642"/>
                </a:lnTo>
                <a:lnTo>
                  <a:pt x="758889" y="511922"/>
                </a:lnTo>
                <a:cubicBezTo>
                  <a:pt x="803998" y="514689"/>
                  <a:pt x="828351" y="537488"/>
                  <a:pt x="850154" y="558753"/>
                </a:cubicBezTo>
                <a:cubicBezTo>
                  <a:pt x="873408" y="581436"/>
                  <a:pt x="894909" y="601211"/>
                  <a:pt x="937343" y="601211"/>
                </a:cubicBezTo>
                <a:cubicBezTo>
                  <a:pt x="980892" y="601211"/>
                  <a:pt x="1002368" y="580855"/>
                  <a:pt x="1025586" y="558753"/>
                </a:cubicBezTo>
                <a:cubicBezTo>
                  <a:pt x="1047357" y="537488"/>
                  <a:pt x="1071175" y="514689"/>
                  <a:pt x="1115684" y="511922"/>
                </a:cubicBezTo>
                <a:lnTo>
                  <a:pt x="1124860" y="511642"/>
                </a:lnTo>
                <a:lnTo>
                  <a:pt x="1134151" y="511922"/>
                </a:lnTo>
                <a:cubicBezTo>
                  <a:pt x="1179136" y="514689"/>
                  <a:pt x="1202980" y="537488"/>
                  <a:pt x="1225295" y="558753"/>
                </a:cubicBezTo>
                <a:cubicBezTo>
                  <a:pt x="1248517" y="581436"/>
                  <a:pt x="1270006" y="601211"/>
                  <a:pt x="1312377" y="601211"/>
                </a:cubicBezTo>
                <a:cubicBezTo>
                  <a:pt x="1355923" y="601211"/>
                  <a:pt x="1377398" y="580855"/>
                  <a:pt x="1400620" y="558753"/>
                </a:cubicBezTo>
                <a:cubicBezTo>
                  <a:pt x="1422391" y="537488"/>
                  <a:pt x="1446206" y="514689"/>
                  <a:pt x="1490715" y="511922"/>
                </a:cubicBezTo>
                <a:lnTo>
                  <a:pt x="1499902" y="511642"/>
                </a:lnTo>
                <a:lnTo>
                  <a:pt x="1509200" y="511922"/>
                </a:lnTo>
                <a:cubicBezTo>
                  <a:pt x="1554240" y="514689"/>
                  <a:pt x="1578118" y="537488"/>
                  <a:pt x="1600457" y="558753"/>
                </a:cubicBezTo>
                <a:cubicBezTo>
                  <a:pt x="1620811" y="578601"/>
                  <a:pt x="1639813" y="596222"/>
                  <a:pt x="1672675" y="600317"/>
                </a:cubicBezTo>
                <a:lnTo>
                  <a:pt x="1687656" y="601211"/>
                </a:lnTo>
                <a:lnTo>
                  <a:pt x="1702991" y="600293"/>
                </a:lnTo>
                <a:cubicBezTo>
                  <a:pt x="1736589" y="596095"/>
                  <a:pt x="1755583" y="578092"/>
                  <a:pt x="1775902" y="558753"/>
                </a:cubicBezTo>
                <a:cubicBezTo>
                  <a:pt x="1797671" y="537488"/>
                  <a:pt x="1821477" y="514689"/>
                  <a:pt x="1865985" y="511922"/>
                </a:cubicBezTo>
                <a:lnTo>
                  <a:pt x="1875171" y="511642"/>
                </a:lnTo>
                <a:lnTo>
                  <a:pt x="1884453" y="511922"/>
                </a:lnTo>
                <a:cubicBezTo>
                  <a:pt x="1929442" y="514689"/>
                  <a:pt x="1953295" y="537488"/>
                  <a:pt x="1975602" y="558753"/>
                </a:cubicBezTo>
                <a:cubicBezTo>
                  <a:pt x="1995922" y="578601"/>
                  <a:pt x="2014463" y="596222"/>
                  <a:pt x="2047561" y="600317"/>
                </a:cubicBezTo>
                <a:lnTo>
                  <a:pt x="2062687" y="601211"/>
                </a:lnTo>
                <a:lnTo>
                  <a:pt x="2078025" y="600293"/>
                </a:lnTo>
                <a:cubicBezTo>
                  <a:pt x="2111623" y="596095"/>
                  <a:pt x="2130614" y="578092"/>
                  <a:pt x="2150933" y="558753"/>
                </a:cubicBezTo>
                <a:cubicBezTo>
                  <a:pt x="2172701" y="537488"/>
                  <a:pt x="2196510" y="514689"/>
                  <a:pt x="2241019" y="511922"/>
                </a:cubicBezTo>
                <a:lnTo>
                  <a:pt x="2250202" y="511642"/>
                </a:lnTo>
                <a:lnTo>
                  <a:pt x="2259500" y="511922"/>
                </a:lnTo>
                <a:cubicBezTo>
                  <a:pt x="2304545" y="514689"/>
                  <a:pt x="2328421" y="537488"/>
                  <a:pt x="2350772" y="558753"/>
                </a:cubicBezTo>
                <a:cubicBezTo>
                  <a:pt x="2371110" y="578601"/>
                  <a:pt x="2389675" y="596222"/>
                  <a:pt x="2422815" y="600317"/>
                </a:cubicBezTo>
                <a:lnTo>
                  <a:pt x="2437959" y="601211"/>
                </a:lnTo>
                <a:lnTo>
                  <a:pt x="2453275" y="600293"/>
                </a:lnTo>
                <a:cubicBezTo>
                  <a:pt x="2486774" y="596095"/>
                  <a:pt x="2505375" y="578092"/>
                  <a:pt x="2526203" y="558753"/>
                </a:cubicBezTo>
                <a:cubicBezTo>
                  <a:pt x="2549424" y="536070"/>
                  <a:pt x="2574968" y="511642"/>
                  <a:pt x="2625475" y="511642"/>
                </a:cubicBezTo>
                <a:cubicBezTo>
                  <a:pt x="2676563" y="511642"/>
                  <a:pt x="2702109" y="536070"/>
                  <a:pt x="2725913" y="558753"/>
                </a:cubicBezTo>
                <a:cubicBezTo>
                  <a:pt x="2746233" y="578601"/>
                  <a:pt x="2764773" y="596222"/>
                  <a:pt x="2797875" y="600317"/>
                </a:cubicBezTo>
                <a:lnTo>
                  <a:pt x="2812992" y="601211"/>
                </a:lnTo>
                <a:lnTo>
                  <a:pt x="2828318" y="600293"/>
                </a:lnTo>
                <a:cubicBezTo>
                  <a:pt x="2861804" y="596095"/>
                  <a:pt x="2880408" y="578092"/>
                  <a:pt x="2901235" y="558753"/>
                </a:cubicBezTo>
                <a:cubicBezTo>
                  <a:pt x="2912218" y="548121"/>
                  <a:pt x="2923662" y="537105"/>
                  <a:pt x="2937924" y="528401"/>
                </a:cubicBezTo>
                <a:lnTo>
                  <a:pt x="2957510" y="519362"/>
                </a:lnTo>
                <a:lnTo>
                  <a:pt x="2957510" y="540393"/>
                </a:lnTo>
                <a:lnTo>
                  <a:pt x="2944785" y="545101"/>
                </a:lnTo>
                <a:cubicBezTo>
                  <a:pt x="2933448" y="552544"/>
                  <a:pt x="2923685" y="561880"/>
                  <a:pt x="2913429" y="571549"/>
                </a:cubicBezTo>
                <a:cubicBezTo>
                  <a:pt x="2891112" y="592814"/>
                  <a:pt x="2867269" y="616124"/>
                  <a:pt x="2822285" y="618955"/>
                </a:cubicBezTo>
                <a:lnTo>
                  <a:pt x="2812992" y="619242"/>
                </a:lnTo>
                <a:lnTo>
                  <a:pt x="2803817" y="618955"/>
                </a:lnTo>
                <a:cubicBezTo>
                  <a:pt x="2759309" y="616124"/>
                  <a:pt x="2735489" y="592814"/>
                  <a:pt x="2713719" y="571549"/>
                </a:cubicBezTo>
                <a:cubicBezTo>
                  <a:pt x="2689916" y="549447"/>
                  <a:pt x="2669016" y="529091"/>
                  <a:pt x="2625475" y="529091"/>
                </a:cubicBezTo>
                <a:cubicBezTo>
                  <a:pt x="2582521" y="529091"/>
                  <a:pt x="2561615" y="549447"/>
                  <a:pt x="2538398" y="571549"/>
                </a:cubicBezTo>
                <a:cubicBezTo>
                  <a:pt x="2516079" y="592814"/>
                  <a:pt x="2492239" y="616124"/>
                  <a:pt x="2447253" y="618955"/>
                </a:cubicBezTo>
                <a:lnTo>
                  <a:pt x="2437959" y="619242"/>
                </a:lnTo>
                <a:lnTo>
                  <a:pt x="2428768" y="618955"/>
                </a:lnTo>
                <a:cubicBezTo>
                  <a:pt x="2384205" y="616124"/>
                  <a:pt x="2360364" y="592814"/>
                  <a:pt x="2338559" y="571549"/>
                </a:cubicBezTo>
                <a:cubicBezTo>
                  <a:pt x="2318221" y="552210"/>
                  <a:pt x="2299203" y="534207"/>
                  <a:pt x="2265570" y="530008"/>
                </a:cubicBezTo>
                <a:lnTo>
                  <a:pt x="2250202" y="529091"/>
                </a:lnTo>
                <a:lnTo>
                  <a:pt x="2235078" y="530008"/>
                </a:lnTo>
                <a:cubicBezTo>
                  <a:pt x="2201989" y="534207"/>
                  <a:pt x="2183438" y="552210"/>
                  <a:pt x="2163119" y="571549"/>
                </a:cubicBezTo>
                <a:cubicBezTo>
                  <a:pt x="2140811" y="592814"/>
                  <a:pt x="2116959" y="616124"/>
                  <a:pt x="2071970" y="618955"/>
                </a:cubicBezTo>
                <a:lnTo>
                  <a:pt x="2062687" y="619242"/>
                </a:lnTo>
                <a:lnTo>
                  <a:pt x="2053502" y="618955"/>
                </a:lnTo>
                <a:cubicBezTo>
                  <a:pt x="2008993" y="616124"/>
                  <a:pt x="1985187" y="592814"/>
                  <a:pt x="1963418" y="571549"/>
                </a:cubicBezTo>
                <a:cubicBezTo>
                  <a:pt x="1943099" y="552210"/>
                  <a:pt x="1924106" y="534207"/>
                  <a:pt x="1890508" y="530008"/>
                </a:cubicBezTo>
                <a:lnTo>
                  <a:pt x="1875171" y="529091"/>
                </a:lnTo>
                <a:lnTo>
                  <a:pt x="1860044" y="530008"/>
                </a:lnTo>
                <a:cubicBezTo>
                  <a:pt x="1826946" y="534207"/>
                  <a:pt x="1808405" y="552210"/>
                  <a:pt x="1788085" y="571549"/>
                </a:cubicBezTo>
                <a:cubicBezTo>
                  <a:pt x="1765780" y="592814"/>
                  <a:pt x="1741925" y="616124"/>
                  <a:pt x="1696936" y="618955"/>
                </a:cubicBezTo>
                <a:lnTo>
                  <a:pt x="1687656" y="619242"/>
                </a:lnTo>
                <a:lnTo>
                  <a:pt x="1678456" y="618955"/>
                </a:lnTo>
                <a:cubicBezTo>
                  <a:pt x="1633891" y="616124"/>
                  <a:pt x="1610048" y="592814"/>
                  <a:pt x="1588259" y="571549"/>
                </a:cubicBezTo>
                <a:cubicBezTo>
                  <a:pt x="1567905" y="552210"/>
                  <a:pt x="1548904" y="534207"/>
                  <a:pt x="1515254" y="530008"/>
                </a:cubicBezTo>
                <a:lnTo>
                  <a:pt x="1499902" y="529091"/>
                </a:lnTo>
                <a:lnTo>
                  <a:pt x="1484938" y="530008"/>
                </a:lnTo>
                <a:cubicBezTo>
                  <a:pt x="1452117" y="534207"/>
                  <a:pt x="1433131" y="552210"/>
                  <a:pt x="1412811" y="571549"/>
                </a:cubicBezTo>
                <a:cubicBezTo>
                  <a:pt x="1389009" y="594232"/>
                  <a:pt x="1363465" y="619242"/>
                  <a:pt x="1312377" y="619242"/>
                </a:cubicBezTo>
                <a:cubicBezTo>
                  <a:pt x="1261869" y="619242"/>
                  <a:pt x="1236325" y="594232"/>
                  <a:pt x="1213103" y="571549"/>
                </a:cubicBezTo>
                <a:cubicBezTo>
                  <a:pt x="1192784" y="552210"/>
                  <a:pt x="1173800" y="534207"/>
                  <a:pt x="1140203" y="530008"/>
                </a:cubicBezTo>
                <a:lnTo>
                  <a:pt x="1124860" y="529091"/>
                </a:lnTo>
                <a:lnTo>
                  <a:pt x="1109907" y="530008"/>
                </a:lnTo>
                <a:cubicBezTo>
                  <a:pt x="1077083" y="534207"/>
                  <a:pt x="1058099" y="552210"/>
                  <a:pt x="1037780" y="571549"/>
                </a:cubicBezTo>
                <a:cubicBezTo>
                  <a:pt x="1014563" y="594232"/>
                  <a:pt x="988431" y="619242"/>
                  <a:pt x="937343" y="619242"/>
                </a:cubicBezTo>
                <a:cubicBezTo>
                  <a:pt x="887352" y="619242"/>
                  <a:pt x="861195" y="594232"/>
                  <a:pt x="837942" y="571549"/>
                </a:cubicBezTo>
                <a:cubicBezTo>
                  <a:pt x="817603" y="552210"/>
                  <a:pt x="798587" y="534207"/>
                  <a:pt x="764952" y="530008"/>
                </a:cubicBezTo>
                <a:lnTo>
                  <a:pt x="749586" y="529091"/>
                </a:lnTo>
                <a:lnTo>
                  <a:pt x="734638" y="530008"/>
                </a:lnTo>
                <a:cubicBezTo>
                  <a:pt x="701811" y="534207"/>
                  <a:pt x="682831" y="552210"/>
                  <a:pt x="662511" y="571549"/>
                </a:cubicBezTo>
                <a:cubicBezTo>
                  <a:pt x="639282" y="594232"/>
                  <a:pt x="613157" y="619242"/>
                  <a:pt x="562069" y="619242"/>
                </a:cubicBezTo>
                <a:cubicBezTo>
                  <a:pt x="512115" y="619242"/>
                  <a:pt x="485977" y="594232"/>
                  <a:pt x="462743" y="571549"/>
                </a:cubicBezTo>
                <a:cubicBezTo>
                  <a:pt x="439508" y="549447"/>
                  <a:pt x="418017" y="529091"/>
                  <a:pt x="375034" y="529091"/>
                </a:cubicBezTo>
                <a:cubicBezTo>
                  <a:pt x="332073" y="529091"/>
                  <a:pt x="310593" y="549447"/>
                  <a:pt x="287371" y="571549"/>
                </a:cubicBezTo>
                <a:cubicBezTo>
                  <a:pt x="264149" y="594232"/>
                  <a:pt x="238024" y="619242"/>
                  <a:pt x="187517" y="619242"/>
                </a:cubicBezTo>
                <a:cubicBezTo>
                  <a:pt x="137009" y="619242"/>
                  <a:pt x="111465" y="594232"/>
                  <a:pt x="87663" y="571549"/>
                </a:cubicBezTo>
                <a:cubicBezTo>
                  <a:pt x="64441" y="549447"/>
                  <a:pt x="42960" y="529091"/>
                  <a:pt x="0" y="529091"/>
                </a:cubicBezTo>
                <a:close/>
                <a:moveTo>
                  <a:pt x="0" y="410542"/>
                </a:moveTo>
                <a:cubicBezTo>
                  <a:pt x="50507" y="410542"/>
                  <a:pt x="76632" y="435528"/>
                  <a:pt x="99855" y="458190"/>
                </a:cubicBezTo>
                <a:cubicBezTo>
                  <a:pt x="123076" y="480271"/>
                  <a:pt x="144556" y="500609"/>
                  <a:pt x="187517" y="500609"/>
                </a:cubicBezTo>
                <a:cubicBezTo>
                  <a:pt x="230477" y="500609"/>
                  <a:pt x="251957" y="480271"/>
                  <a:pt x="275179" y="458190"/>
                </a:cubicBezTo>
                <a:cubicBezTo>
                  <a:pt x="298982" y="435528"/>
                  <a:pt x="324526" y="410542"/>
                  <a:pt x="375034" y="410542"/>
                </a:cubicBezTo>
                <a:cubicBezTo>
                  <a:pt x="425568" y="410542"/>
                  <a:pt x="451706" y="435528"/>
                  <a:pt x="474941" y="458190"/>
                </a:cubicBezTo>
                <a:cubicBezTo>
                  <a:pt x="498175" y="480271"/>
                  <a:pt x="519667" y="500609"/>
                  <a:pt x="562069" y="500609"/>
                </a:cubicBezTo>
                <a:cubicBezTo>
                  <a:pt x="605610" y="500609"/>
                  <a:pt x="627090" y="480271"/>
                  <a:pt x="650315" y="458190"/>
                </a:cubicBezTo>
                <a:cubicBezTo>
                  <a:pt x="672083" y="436944"/>
                  <a:pt x="696405" y="413656"/>
                  <a:pt x="740506" y="410828"/>
                </a:cubicBezTo>
                <a:lnTo>
                  <a:pt x="749586" y="410542"/>
                </a:lnTo>
                <a:lnTo>
                  <a:pt x="758889" y="410828"/>
                </a:lnTo>
                <a:cubicBezTo>
                  <a:pt x="803998" y="413656"/>
                  <a:pt x="828351" y="436944"/>
                  <a:pt x="850154" y="458190"/>
                </a:cubicBezTo>
                <a:cubicBezTo>
                  <a:pt x="873408" y="480271"/>
                  <a:pt x="894909" y="500609"/>
                  <a:pt x="937343" y="500609"/>
                </a:cubicBezTo>
                <a:cubicBezTo>
                  <a:pt x="980892" y="500609"/>
                  <a:pt x="1002368" y="480271"/>
                  <a:pt x="1025586" y="458190"/>
                </a:cubicBezTo>
                <a:cubicBezTo>
                  <a:pt x="1047357" y="436944"/>
                  <a:pt x="1071175" y="413656"/>
                  <a:pt x="1115684" y="410828"/>
                </a:cubicBezTo>
                <a:lnTo>
                  <a:pt x="1124860" y="410542"/>
                </a:lnTo>
                <a:lnTo>
                  <a:pt x="1134151" y="410828"/>
                </a:lnTo>
                <a:cubicBezTo>
                  <a:pt x="1179136" y="413656"/>
                  <a:pt x="1202980" y="436944"/>
                  <a:pt x="1225295" y="458190"/>
                </a:cubicBezTo>
                <a:cubicBezTo>
                  <a:pt x="1248517" y="480271"/>
                  <a:pt x="1270006" y="500609"/>
                  <a:pt x="1312377" y="500609"/>
                </a:cubicBezTo>
                <a:cubicBezTo>
                  <a:pt x="1355923" y="500609"/>
                  <a:pt x="1377398" y="480271"/>
                  <a:pt x="1400620" y="458190"/>
                </a:cubicBezTo>
                <a:cubicBezTo>
                  <a:pt x="1422391" y="436944"/>
                  <a:pt x="1446206" y="413656"/>
                  <a:pt x="1490715" y="410828"/>
                </a:cubicBezTo>
                <a:lnTo>
                  <a:pt x="1499902" y="410542"/>
                </a:lnTo>
                <a:lnTo>
                  <a:pt x="1509200" y="410828"/>
                </a:lnTo>
                <a:cubicBezTo>
                  <a:pt x="1554240" y="413656"/>
                  <a:pt x="1578118" y="436944"/>
                  <a:pt x="1600457" y="458190"/>
                </a:cubicBezTo>
                <a:cubicBezTo>
                  <a:pt x="1620811" y="477511"/>
                  <a:pt x="1639813" y="495497"/>
                  <a:pt x="1672675" y="499692"/>
                </a:cubicBezTo>
                <a:lnTo>
                  <a:pt x="1687656" y="500609"/>
                </a:lnTo>
                <a:lnTo>
                  <a:pt x="1702991" y="499692"/>
                </a:lnTo>
                <a:cubicBezTo>
                  <a:pt x="1736589" y="495497"/>
                  <a:pt x="1755583" y="477511"/>
                  <a:pt x="1775902" y="458190"/>
                </a:cubicBezTo>
                <a:cubicBezTo>
                  <a:pt x="1797671" y="436944"/>
                  <a:pt x="1821477" y="413656"/>
                  <a:pt x="1865985" y="410828"/>
                </a:cubicBezTo>
                <a:lnTo>
                  <a:pt x="1875171" y="410542"/>
                </a:lnTo>
                <a:lnTo>
                  <a:pt x="1884453" y="410828"/>
                </a:lnTo>
                <a:cubicBezTo>
                  <a:pt x="1929442" y="413656"/>
                  <a:pt x="1953295" y="436944"/>
                  <a:pt x="1975602" y="458190"/>
                </a:cubicBezTo>
                <a:cubicBezTo>
                  <a:pt x="1995922" y="477511"/>
                  <a:pt x="2014463" y="495497"/>
                  <a:pt x="2047561" y="499692"/>
                </a:cubicBezTo>
                <a:lnTo>
                  <a:pt x="2062687" y="500609"/>
                </a:lnTo>
                <a:lnTo>
                  <a:pt x="2078025" y="499692"/>
                </a:lnTo>
                <a:cubicBezTo>
                  <a:pt x="2111623" y="495497"/>
                  <a:pt x="2130614" y="477511"/>
                  <a:pt x="2150933" y="458190"/>
                </a:cubicBezTo>
                <a:cubicBezTo>
                  <a:pt x="2172701" y="436944"/>
                  <a:pt x="2196510" y="413656"/>
                  <a:pt x="2241019" y="410828"/>
                </a:cubicBezTo>
                <a:lnTo>
                  <a:pt x="2250202" y="410542"/>
                </a:lnTo>
                <a:lnTo>
                  <a:pt x="2259500" y="410828"/>
                </a:lnTo>
                <a:cubicBezTo>
                  <a:pt x="2304545" y="413656"/>
                  <a:pt x="2328421" y="436944"/>
                  <a:pt x="2350772" y="458190"/>
                </a:cubicBezTo>
                <a:cubicBezTo>
                  <a:pt x="2371110" y="477511"/>
                  <a:pt x="2389675" y="495497"/>
                  <a:pt x="2422815" y="499692"/>
                </a:cubicBezTo>
                <a:lnTo>
                  <a:pt x="2437959" y="500609"/>
                </a:lnTo>
                <a:lnTo>
                  <a:pt x="2453275" y="499692"/>
                </a:lnTo>
                <a:cubicBezTo>
                  <a:pt x="2486774" y="495497"/>
                  <a:pt x="2505375" y="477511"/>
                  <a:pt x="2526203" y="458190"/>
                </a:cubicBezTo>
                <a:cubicBezTo>
                  <a:pt x="2549424" y="435528"/>
                  <a:pt x="2574968" y="410542"/>
                  <a:pt x="2625475" y="410542"/>
                </a:cubicBezTo>
                <a:cubicBezTo>
                  <a:pt x="2676563" y="410542"/>
                  <a:pt x="2702109" y="435528"/>
                  <a:pt x="2725913" y="458190"/>
                </a:cubicBezTo>
                <a:cubicBezTo>
                  <a:pt x="2746233" y="477511"/>
                  <a:pt x="2764773" y="495497"/>
                  <a:pt x="2797875" y="499692"/>
                </a:cubicBezTo>
                <a:lnTo>
                  <a:pt x="2812992" y="500609"/>
                </a:lnTo>
                <a:lnTo>
                  <a:pt x="2828318" y="499692"/>
                </a:lnTo>
                <a:cubicBezTo>
                  <a:pt x="2861804" y="495497"/>
                  <a:pt x="2880408" y="477511"/>
                  <a:pt x="2901235" y="458190"/>
                </a:cubicBezTo>
                <a:cubicBezTo>
                  <a:pt x="2912215" y="447567"/>
                  <a:pt x="2923657" y="436434"/>
                  <a:pt x="2937919" y="427602"/>
                </a:cubicBezTo>
                <a:lnTo>
                  <a:pt x="2957510" y="418409"/>
                </a:lnTo>
                <a:lnTo>
                  <a:pt x="2957510" y="439845"/>
                </a:lnTo>
                <a:lnTo>
                  <a:pt x="2944779" y="444551"/>
                </a:lnTo>
                <a:cubicBezTo>
                  <a:pt x="2933443" y="451987"/>
                  <a:pt x="2923682" y="461314"/>
                  <a:pt x="2913429" y="470974"/>
                </a:cubicBezTo>
                <a:cubicBezTo>
                  <a:pt x="2891112" y="492220"/>
                  <a:pt x="2867269" y="515508"/>
                  <a:pt x="2822285" y="518336"/>
                </a:cubicBezTo>
                <a:lnTo>
                  <a:pt x="2812992" y="518623"/>
                </a:lnTo>
                <a:lnTo>
                  <a:pt x="2803817" y="518336"/>
                </a:lnTo>
                <a:cubicBezTo>
                  <a:pt x="2759309" y="515508"/>
                  <a:pt x="2735489" y="492220"/>
                  <a:pt x="2713719" y="470974"/>
                </a:cubicBezTo>
                <a:cubicBezTo>
                  <a:pt x="2689916" y="448893"/>
                  <a:pt x="2669016" y="428555"/>
                  <a:pt x="2625475" y="428555"/>
                </a:cubicBezTo>
                <a:cubicBezTo>
                  <a:pt x="2582521" y="428555"/>
                  <a:pt x="2561615" y="448893"/>
                  <a:pt x="2538398" y="470974"/>
                </a:cubicBezTo>
                <a:cubicBezTo>
                  <a:pt x="2516079" y="492220"/>
                  <a:pt x="2492239" y="515508"/>
                  <a:pt x="2447253" y="518336"/>
                </a:cubicBezTo>
                <a:lnTo>
                  <a:pt x="2437959" y="518623"/>
                </a:lnTo>
                <a:lnTo>
                  <a:pt x="2428768" y="518336"/>
                </a:lnTo>
                <a:cubicBezTo>
                  <a:pt x="2384205" y="515508"/>
                  <a:pt x="2360364" y="492220"/>
                  <a:pt x="2338559" y="470974"/>
                </a:cubicBezTo>
                <a:cubicBezTo>
                  <a:pt x="2318221" y="451653"/>
                  <a:pt x="2299203" y="433667"/>
                  <a:pt x="2265570" y="429472"/>
                </a:cubicBezTo>
                <a:lnTo>
                  <a:pt x="2250202" y="428555"/>
                </a:lnTo>
                <a:lnTo>
                  <a:pt x="2235078" y="429472"/>
                </a:lnTo>
                <a:cubicBezTo>
                  <a:pt x="2201989" y="433667"/>
                  <a:pt x="2183438" y="451653"/>
                  <a:pt x="2163119" y="470974"/>
                </a:cubicBezTo>
                <a:cubicBezTo>
                  <a:pt x="2140811" y="492220"/>
                  <a:pt x="2116959" y="515508"/>
                  <a:pt x="2071970" y="518336"/>
                </a:cubicBezTo>
                <a:lnTo>
                  <a:pt x="2062687" y="518623"/>
                </a:lnTo>
                <a:lnTo>
                  <a:pt x="2053502" y="518336"/>
                </a:lnTo>
                <a:cubicBezTo>
                  <a:pt x="2008993" y="515508"/>
                  <a:pt x="1985187" y="492220"/>
                  <a:pt x="1963418" y="470974"/>
                </a:cubicBezTo>
                <a:cubicBezTo>
                  <a:pt x="1943099" y="451653"/>
                  <a:pt x="1924106" y="433667"/>
                  <a:pt x="1890508" y="429472"/>
                </a:cubicBezTo>
                <a:lnTo>
                  <a:pt x="1875171" y="428555"/>
                </a:lnTo>
                <a:lnTo>
                  <a:pt x="1860044" y="429472"/>
                </a:lnTo>
                <a:cubicBezTo>
                  <a:pt x="1826946" y="433667"/>
                  <a:pt x="1808405" y="451653"/>
                  <a:pt x="1788085" y="470974"/>
                </a:cubicBezTo>
                <a:cubicBezTo>
                  <a:pt x="1765780" y="492220"/>
                  <a:pt x="1741925" y="515508"/>
                  <a:pt x="1696936" y="518336"/>
                </a:cubicBezTo>
                <a:lnTo>
                  <a:pt x="1687656" y="518623"/>
                </a:lnTo>
                <a:lnTo>
                  <a:pt x="1678456" y="518336"/>
                </a:lnTo>
                <a:cubicBezTo>
                  <a:pt x="1633891" y="515508"/>
                  <a:pt x="1610048" y="492220"/>
                  <a:pt x="1588259" y="470974"/>
                </a:cubicBezTo>
                <a:cubicBezTo>
                  <a:pt x="1567905" y="451653"/>
                  <a:pt x="1548904" y="433667"/>
                  <a:pt x="1515254" y="429472"/>
                </a:cubicBezTo>
                <a:lnTo>
                  <a:pt x="1499902" y="428555"/>
                </a:lnTo>
                <a:lnTo>
                  <a:pt x="1484938" y="429472"/>
                </a:lnTo>
                <a:cubicBezTo>
                  <a:pt x="1452117" y="433667"/>
                  <a:pt x="1433131" y="451653"/>
                  <a:pt x="1412811" y="470974"/>
                </a:cubicBezTo>
                <a:cubicBezTo>
                  <a:pt x="1389009" y="493636"/>
                  <a:pt x="1363465" y="518623"/>
                  <a:pt x="1312377" y="518623"/>
                </a:cubicBezTo>
                <a:cubicBezTo>
                  <a:pt x="1261869" y="518623"/>
                  <a:pt x="1236325" y="493636"/>
                  <a:pt x="1213103" y="470974"/>
                </a:cubicBezTo>
                <a:cubicBezTo>
                  <a:pt x="1192784" y="451653"/>
                  <a:pt x="1173800" y="433667"/>
                  <a:pt x="1140203" y="429472"/>
                </a:cubicBezTo>
                <a:lnTo>
                  <a:pt x="1124860" y="428555"/>
                </a:lnTo>
                <a:lnTo>
                  <a:pt x="1109907" y="429472"/>
                </a:lnTo>
                <a:cubicBezTo>
                  <a:pt x="1077083" y="433667"/>
                  <a:pt x="1058099" y="451653"/>
                  <a:pt x="1037780" y="470974"/>
                </a:cubicBezTo>
                <a:cubicBezTo>
                  <a:pt x="1014563" y="493636"/>
                  <a:pt x="988431" y="518623"/>
                  <a:pt x="937343" y="518623"/>
                </a:cubicBezTo>
                <a:cubicBezTo>
                  <a:pt x="887352" y="518623"/>
                  <a:pt x="861195" y="493636"/>
                  <a:pt x="837942" y="470974"/>
                </a:cubicBezTo>
                <a:cubicBezTo>
                  <a:pt x="817603" y="451653"/>
                  <a:pt x="798587" y="433667"/>
                  <a:pt x="764952" y="429472"/>
                </a:cubicBezTo>
                <a:lnTo>
                  <a:pt x="749586" y="428555"/>
                </a:lnTo>
                <a:lnTo>
                  <a:pt x="734638" y="429472"/>
                </a:lnTo>
                <a:cubicBezTo>
                  <a:pt x="701811" y="433667"/>
                  <a:pt x="682831" y="451653"/>
                  <a:pt x="662511" y="470974"/>
                </a:cubicBezTo>
                <a:cubicBezTo>
                  <a:pt x="639282" y="493636"/>
                  <a:pt x="613157" y="518623"/>
                  <a:pt x="562069" y="518623"/>
                </a:cubicBezTo>
                <a:cubicBezTo>
                  <a:pt x="512115" y="518623"/>
                  <a:pt x="485977" y="493636"/>
                  <a:pt x="462743" y="470974"/>
                </a:cubicBezTo>
                <a:cubicBezTo>
                  <a:pt x="439508" y="448893"/>
                  <a:pt x="418017" y="428555"/>
                  <a:pt x="375034" y="428555"/>
                </a:cubicBezTo>
                <a:cubicBezTo>
                  <a:pt x="332073" y="428555"/>
                  <a:pt x="310593" y="448893"/>
                  <a:pt x="287371" y="470974"/>
                </a:cubicBezTo>
                <a:cubicBezTo>
                  <a:pt x="264149" y="493636"/>
                  <a:pt x="238024" y="518623"/>
                  <a:pt x="187517" y="518623"/>
                </a:cubicBezTo>
                <a:cubicBezTo>
                  <a:pt x="137009" y="518623"/>
                  <a:pt x="111465" y="493636"/>
                  <a:pt x="87663" y="470974"/>
                </a:cubicBezTo>
                <a:cubicBezTo>
                  <a:pt x="64441" y="448893"/>
                  <a:pt x="42960" y="428555"/>
                  <a:pt x="0" y="428555"/>
                </a:cubicBezTo>
                <a:close/>
                <a:moveTo>
                  <a:pt x="0" y="311126"/>
                </a:moveTo>
                <a:cubicBezTo>
                  <a:pt x="50507" y="311126"/>
                  <a:pt x="76632" y="336136"/>
                  <a:pt x="99855" y="358238"/>
                </a:cubicBezTo>
                <a:cubicBezTo>
                  <a:pt x="123076" y="380921"/>
                  <a:pt x="144556" y="400696"/>
                  <a:pt x="187517" y="400696"/>
                </a:cubicBezTo>
                <a:cubicBezTo>
                  <a:pt x="230477" y="400696"/>
                  <a:pt x="251957" y="380921"/>
                  <a:pt x="275179" y="358238"/>
                </a:cubicBezTo>
                <a:cubicBezTo>
                  <a:pt x="298982" y="336136"/>
                  <a:pt x="324526" y="311126"/>
                  <a:pt x="375034" y="311126"/>
                </a:cubicBezTo>
                <a:cubicBezTo>
                  <a:pt x="425568" y="311126"/>
                  <a:pt x="451706" y="336136"/>
                  <a:pt x="474941" y="358238"/>
                </a:cubicBezTo>
                <a:cubicBezTo>
                  <a:pt x="498175" y="380921"/>
                  <a:pt x="519667" y="400696"/>
                  <a:pt x="562069" y="400696"/>
                </a:cubicBezTo>
                <a:cubicBezTo>
                  <a:pt x="605610" y="400696"/>
                  <a:pt x="627090" y="380921"/>
                  <a:pt x="650315" y="358238"/>
                </a:cubicBezTo>
                <a:cubicBezTo>
                  <a:pt x="672083" y="337518"/>
                  <a:pt x="696405" y="314241"/>
                  <a:pt x="740506" y="311413"/>
                </a:cubicBezTo>
                <a:lnTo>
                  <a:pt x="749586" y="311126"/>
                </a:lnTo>
                <a:lnTo>
                  <a:pt x="758889" y="311413"/>
                </a:lnTo>
                <a:cubicBezTo>
                  <a:pt x="803998" y="314241"/>
                  <a:pt x="828351" y="337518"/>
                  <a:pt x="850154" y="358238"/>
                </a:cubicBezTo>
                <a:cubicBezTo>
                  <a:pt x="873408" y="380921"/>
                  <a:pt x="894909" y="400696"/>
                  <a:pt x="937343" y="400696"/>
                </a:cubicBezTo>
                <a:cubicBezTo>
                  <a:pt x="980892" y="400696"/>
                  <a:pt x="1002368" y="380921"/>
                  <a:pt x="1025586" y="358238"/>
                </a:cubicBezTo>
                <a:cubicBezTo>
                  <a:pt x="1047357" y="337518"/>
                  <a:pt x="1071175" y="314241"/>
                  <a:pt x="1115684" y="311413"/>
                </a:cubicBezTo>
                <a:lnTo>
                  <a:pt x="1124860" y="311126"/>
                </a:lnTo>
                <a:lnTo>
                  <a:pt x="1134151" y="311413"/>
                </a:lnTo>
                <a:cubicBezTo>
                  <a:pt x="1179136" y="314241"/>
                  <a:pt x="1202980" y="337518"/>
                  <a:pt x="1225295" y="358238"/>
                </a:cubicBezTo>
                <a:cubicBezTo>
                  <a:pt x="1248517" y="380921"/>
                  <a:pt x="1270006" y="400696"/>
                  <a:pt x="1312377" y="400696"/>
                </a:cubicBezTo>
                <a:cubicBezTo>
                  <a:pt x="1355923" y="400696"/>
                  <a:pt x="1377398" y="380921"/>
                  <a:pt x="1400620" y="358238"/>
                </a:cubicBezTo>
                <a:cubicBezTo>
                  <a:pt x="1422391" y="337518"/>
                  <a:pt x="1446206" y="314241"/>
                  <a:pt x="1490715" y="311413"/>
                </a:cubicBezTo>
                <a:lnTo>
                  <a:pt x="1499902" y="311126"/>
                </a:lnTo>
                <a:lnTo>
                  <a:pt x="1509200" y="311413"/>
                </a:lnTo>
                <a:cubicBezTo>
                  <a:pt x="1554240" y="314241"/>
                  <a:pt x="1578118" y="337518"/>
                  <a:pt x="1600457" y="358238"/>
                </a:cubicBezTo>
                <a:cubicBezTo>
                  <a:pt x="1620811" y="378086"/>
                  <a:pt x="1639813" y="395707"/>
                  <a:pt x="1672675" y="399802"/>
                </a:cubicBezTo>
                <a:lnTo>
                  <a:pt x="1687656" y="400696"/>
                </a:lnTo>
                <a:lnTo>
                  <a:pt x="1702991" y="399802"/>
                </a:lnTo>
                <a:cubicBezTo>
                  <a:pt x="1736589" y="395707"/>
                  <a:pt x="1755583" y="378086"/>
                  <a:pt x="1775902" y="358238"/>
                </a:cubicBezTo>
                <a:cubicBezTo>
                  <a:pt x="1797671" y="337518"/>
                  <a:pt x="1821477" y="314241"/>
                  <a:pt x="1865985" y="311413"/>
                </a:cubicBezTo>
                <a:lnTo>
                  <a:pt x="1875171" y="311126"/>
                </a:lnTo>
                <a:lnTo>
                  <a:pt x="1884453" y="311413"/>
                </a:lnTo>
                <a:cubicBezTo>
                  <a:pt x="1929442" y="314241"/>
                  <a:pt x="1953295" y="337518"/>
                  <a:pt x="1975602" y="358238"/>
                </a:cubicBezTo>
                <a:cubicBezTo>
                  <a:pt x="1995922" y="378086"/>
                  <a:pt x="2014463" y="395707"/>
                  <a:pt x="2047561" y="399802"/>
                </a:cubicBezTo>
                <a:lnTo>
                  <a:pt x="2062687" y="400696"/>
                </a:lnTo>
                <a:lnTo>
                  <a:pt x="2078025" y="399802"/>
                </a:lnTo>
                <a:cubicBezTo>
                  <a:pt x="2111623" y="395707"/>
                  <a:pt x="2130614" y="378086"/>
                  <a:pt x="2150933" y="358238"/>
                </a:cubicBezTo>
                <a:cubicBezTo>
                  <a:pt x="2172701" y="337518"/>
                  <a:pt x="2196510" y="314241"/>
                  <a:pt x="2241019" y="311413"/>
                </a:cubicBezTo>
                <a:lnTo>
                  <a:pt x="2250202" y="311126"/>
                </a:lnTo>
                <a:lnTo>
                  <a:pt x="2259500" y="311413"/>
                </a:lnTo>
                <a:cubicBezTo>
                  <a:pt x="2304545" y="314241"/>
                  <a:pt x="2328421" y="337518"/>
                  <a:pt x="2350772" y="358238"/>
                </a:cubicBezTo>
                <a:cubicBezTo>
                  <a:pt x="2371110" y="378086"/>
                  <a:pt x="2389675" y="395707"/>
                  <a:pt x="2422815" y="399802"/>
                </a:cubicBezTo>
                <a:lnTo>
                  <a:pt x="2437959" y="400696"/>
                </a:lnTo>
                <a:lnTo>
                  <a:pt x="2453275" y="399802"/>
                </a:lnTo>
                <a:cubicBezTo>
                  <a:pt x="2486774" y="395707"/>
                  <a:pt x="2505375" y="378086"/>
                  <a:pt x="2526203" y="358238"/>
                </a:cubicBezTo>
                <a:cubicBezTo>
                  <a:pt x="2549424" y="336136"/>
                  <a:pt x="2574968" y="311126"/>
                  <a:pt x="2625475" y="311126"/>
                </a:cubicBezTo>
                <a:cubicBezTo>
                  <a:pt x="2676563" y="311126"/>
                  <a:pt x="2702109" y="336136"/>
                  <a:pt x="2725913" y="358238"/>
                </a:cubicBezTo>
                <a:cubicBezTo>
                  <a:pt x="2746233" y="378086"/>
                  <a:pt x="2764773" y="395707"/>
                  <a:pt x="2797875" y="399802"/>
                </a:cubicBezTo>
                <a:lnTo>
                  <a:pt x="2812992" y="400696"/>
                </a:lnTo>
                <a:lnTo>
                  <a:pt x="2828318" y="399802"/>
                </a:lnTo>
                <a:cubicBezTo>
                  <a:pt x="2861804" y="395707"/>
                  <a:pt x="2880408" y="378086"/>
                  <a:pt x="2901235" y="358238"/>
                </a:cubicBezTo>
                <a:cubicBezTo>
                  <a:pt x="2912212" y="347878"/>
                  <a:pt x="2923653" y="336879"/>
                  <a:pt x="2937914" y="328116"/>
                </a:cubicBezTo>
                <a:lnTo>
                  <a:pt x="2957510" y="318971"/>
                </a:lnTo>
                <a:lnTo>
                  <a:pt x="2957510" y="340282"/>
                </a:lnTo>
                <a:lnTo>
                  <a:pt x="2944774" y="344926"/>
                </a:lnTo>
                <a:cubicBezTo>
                  <a:pt x="2933439" y="352324"/>
                  <a:pt x="2923679" y="361691"/>
                  <a:pt x="2913429" y="371615"/>
                </a:cubicBezTo>
                <a:cubicBezTo>
                  <a:pt x="2891112" y="392880"/>
                  <a:pt x="2867269" y="415679"/>
                  <a:pt x="2822285" y="418446"/>
                </a:cubicBezTo>
                <a:lnTo>
                  <a:pt x="2812992" y="418726"/>
                </a:lnTo>
                <a:lnTo>
                  <a:pt x="2803817" y="418446"/>
                </a:lnTo>
                <a:cubicBezTo>
                  <a:pt x="2759309" y="415679"/>
                  <a:pt x="2735489" y="392880"/>
                  <a:pt x="2713719" y="371615"/>
                </a:cubicBezTo>
                <a:cubicBezTo>
                  <a:pt x="2689916" y="348932"/>
                  <a:pt x="2669016" y="329157"/>
                  <a:pt x="2625475" y="329157"/>
                </a:cubicBezTo>
                <a:cubicBezTo>
                  <a:pt x="2582521" y="329157"/>
                  <a:pt x="2561615" y="348932"/>
                  <a:pt x="2538398" y="371615"/>
                </a:cubicBezTo>
                <a:cubicBezTo>
                  <a:pt x="2516079" y="392880"/>
                  <a:pt x="2492239" y="415679"/>
                  <a:pt x="2447253" y="418446"/>
                </a:cubicBezTo>
                <a:lnTo>
                  <a:pt x="2437959" y="418726"/>
                </a:lnTo>
                <a:lnTo>
                  <a:pt x="2428768" y="418446"/>
                </a:lnTo>
                <a:cubicBezTo>
                  <a:pt x="2384205" y="415679"/>
                  <a:pt x="2360364" y="392880"/>
                  <a:pt x="2338559" y="371615"/>
                </a:cubicBezTo>
                <a:cubicBezTo>
                  <a:pt x="2318221" y="351767"/>
                  <a:pt x="2299203" y="334146"/>
                  <a:pt x="2265570" y="330051"/>
                </a:cubicBezTo>
                <a:lnTo>
                  <a:pt x="2250202" y="329157"/>
                </a:lnTo>
                <a:lnTo>
                  <a:pt x="2235078" y="330051"/>
                </a:lnTo>
                <a:cubicBezTo>
                  <a:pt x="2201989" y="334146"/>
                  <a:pt x="2183438" y="351767"/>
                  <a:pt x="2163119" y="371615"/>
                </a:cubicBezTo>
                <a:cubicBezTo>
                  <a:pt x="2140811" y="392880"/>
                  <a:pt x="2116959" y="415679"/>
                  <a:pt x="2071970" y="418446"/>
                </a:cubicBezTo>
                <a:lnTo>
                  <a:pt x="2062687" y="418726"/>
                </a:lnTo>
                <a:lnTo>
                  <a:pt x="2053502" y="418446"/>
                </a:lnTo>
                <a:cubicBezTo>
                  <a:pt x="2008993" y="415679"/>
                  <a:pt x="1985187" y="392880"/>
                  <a:pt x="1963418" y="371615"/>
                </a:cubicBezTo>
                <a:cubicBezTo>
                  <a:pt x="1943099" y="351767"/>
                  <a:pt x="1924106" y="334146"/>
                  <a:pt x="1890508" y="330051"/>
                </a:cubicBezTo>
                <a:lnTo>
                  <a:pt x="1875171" y="329157"/>
                </a:lnTo>
                <a:lnTo>
                  <a:pt x="1860044" y="330051"/>
                </a:lnTo>
                <a:cubicBezTo>
                  <a:pt x="1826946" y="334146"/>
                  <a:pt x="1808405" y="351767"/>
                  <a:pt x="1788085" y="371615"/>
                </a:cubicBezTo>
                <a:cubicBezTo>
                  <a:pt x="1765780" y="392880"/>
                  <a:pt x="1741925" y="415679"/>
                  <a:pt x="1696936" y="418446"/>
                </a:cubicBezTo>
                <a:lnTo>
                  <a:pt x="1687656" y="418726"/>
                </a:lnTo>
                <a:lnTo>
                  <a:pt x="1678456" y="418446"/>
                </a:lnTo>
                <a:cubicBezTo>
                  <a:pt x="1633891" y="415679"/>
                  <a:pt x="1610048" y="392880"/>
                  <a:pt x="1588259" y="371615"/>
                </a:cubicBezTo>
                <a:cubicBezTo>
                  <a:pt x="1567905" y="351767"/>
                  <a:pt x="1548904" y="334146"/>
                  <a:pt x="1515254" y="330051"/>
                </a:cubicBezTo>
                <a:lnTo>
                  <a:pt x="1499902" y="329157"/>
                </a:lnTo>
                <a:lnTo>
                  <a:pt x="1484938" y="330051"/>
                </a:lnTo>
                <a:cubicBezTo>
                  <a:pt x="1452117" y="334146"/>
                  <a:pt x="1433131" y="351767"/>
                  <a:pt x="1412811" y="371615"/>
                </a:cubicBezTo>
                <a:cubicBezTo>
                  <a:pt x="1389009" y="394298"/>
                  <a:pt x="1363465" y="418726"/>
                  <a:pt x="1312377" y="418726"/>
                </a:cubicBezTo>
                <a:cubicBezTo>
                  <a:pt x="1261869" y="418726"/>
                  <a:pt x="1236325" y="394298"/>
                  <a:pt x="1213103" y="371615"/>
                </a:cubicBezTo>
                <a:cubicBezTo>
                  <a:pt x="1192784" y="351767"/>
                  <a:pt x="1173800" y="334146"/>
                  <a:pt x="1140203" y="330051"/>
                </a:cubicBezTo>
                <a:lnTo>
                  <a:pt x="1124860" y="329157"/>
                </a:lnTo>
                <a:lnTo>
                  <a:pt x="1109907" y="330051"/>
                </a:lnTo>
                <a:cubicBezTo>
                  <a:pt x="1077083" y="334146"/>
                  <a:pt x="1058099" y="351767"/>
                  <a:pt x="1037780" y="371615"/>
                </a:cubicBezTo>
                <a:cubicBezTo>
                  <a:pt x="1014563" y="394298"/>
                  <a:pt x="988431" y="418726"/>
                  <a:pt x="937343" y="418726"/>
                </a:cubicBezTo>
                <a:cubicBezTo>
                  <a:pt x="887352" y="418726"/>
                  <a:pt x="861195" y="394298"/>
                  <a:pt x="837942" y="371615"/>
                </a:cubicBezTo>
                <a:cubicBezTo>
                  <a:pt x="817603" y="351767"/>
                  <a:pt x="798587" y="334146"/>
                  <a:pt x="764952" y="330051"/>
                </a:cubicBezTo>
                <a:lnTo>
                  <a:pt x="749586" y="329157"/>
                </a:lnTo>
                <a:lnTo>
                  <a:pt x="734638" y="330051"/>
                </a:lnTo>
                <a:cubicBezTo>
                  <a:pt x="701811" y="334146"/>
                  <a:pt x="682831" y="351767"/>
                  <a:pt x="662511" y="371615"/>
                </a:cubicBezTo>
                <a:cubicBezTo>
                  <a:pt x="639282" y="394298"/>
                  <a:pt x="613157" y="418726"/>
                  <a:pt x="562069" y="418726"/>
                </a:cubicBezTo>
                <a:cubicBezTo>
                  <a:pt x="512115" y="418726"/>
                  <a:pt x="485977" y="394298"/>
                  <a:pt x="462743" y="371615"/>
                </a:cubicBezTo>
                <a:cubicBezTo>
                  <a:pt x="439508" y="348932"/>
                  <a:pt x="418017" y="329157"/>
                  <a:pt x="375034" y="329157"/>
                </a:cubicBezTo>
                <a:cubicBezTo>
                  <a:pt x="332073" y="329157"/>
                  <a:pt x="310593" y="348932"/>
                  <a:pt x="287371" y="371615"/>
                </a:cubicBezTo>
                <a:cubicBezTo>
                  <a:pt x="264149" y="394298"/>
                  <a:pt x="238024" y="418726"/>
                  <a:pt x="187517" y="418726"/>
                </a:cubicBezTo>
                <a:cubicBezTo>
                  <a:pt x="137009" y="418726"/>
                  <a:pt x="111465" y="394298"/>
                  <a:pt x="87663" y="371615"/>
                </a:cubicBezTo>
                <a:cubicBezTo>
                  <a:pt x="64441" y="348932"/>
                  <a:pt x="42960" y="329157"/>
                  <a:pt x="0" y="329157"/>
                </a:cubicBezTo>
                <a:close/>
                <a:moveTo>
                  <a:pt x="0" y="211230"/>
                </a:moveTo>
                <a:cubicBezTo>
                  <a:pt x="50507" y="211230"/>
                  <a:pt x="76632" y="236217"/>
                  <a:pt x="99855" y="258878"/>
                </a:cubicBezTo>
                <a:cubicBezTo>
                  <a:pt x="123076" y="280960"/>
                  <a:pt x="144556" y="301297"/>
                  <a:pt x="187517" y="301297"/>
                </a:cubicBezTo>
                <a:cubicBezTo>
                  <a:pt x="230477" y="301297"/>
                  <a:pt x="251957" y="280960"/>
                  <a:pt x="275179" y="258878"/>
                </a:cubicBezTo>
                <a:cubicBezTo>
                  <a:pt x="298982" y="236217"/>
                  <a:pt x="324526" y="211230"/>
                  <a:pt x="375034" y="211230"/>
                </a:cubicBezTo>
                <a:cubicBezTo>
                  <a:pt x="425568" y="211230"/>
                  <a:pt x="451706" y="236217"/>
                  <a:pt x="474941" y="258878"/>
                </a:cubicBezTo>
                <a:cubicBezTo>
                  <a:pt x="498175" y="280960"/>
                  <a:pt x="519667" y="301297"/>
                  <a:pt x="562069" y="301297"/>
                </a:cubicBezTo>
                <a:cubicBezTo>
                  <a:pt x="605610" y="301297"/>
                  <a:pt x="627090" y="280960"/>
                  <a:pt x="650315" y="258878"/>
                </a:cubicBezTo>
                <a:cubicBezTo>
                  <a:pt x="672083" y="237633"/>
                  <a:pt x="696405" y="214344"/>
                  <a:pt x="740506" y="211516"/>
                </a:cubicBezTo>
                <a:lnTo>
                  <a:pt x="749586" y="211230"/>
                </a:lnTo>
                <a:lnTo>
                  <a:pt x="758889" y="211516"/>
                </a:lnTo>
                <a:cubicBezTo>
                  <a:pt x="803998" y="214344"/>
                  <a:pt x="828351" y="237633"/>
                  <a:pt x="850154" y="258878"/>
                </a:cubicBezTo>
                <a:cubicBezTo>
                  <a:pt x="873408" y="280960"/>
                  <a:pt x="894909" y="301297"/>
                  <a:pt x="937343" y="301297"/>
                </a:cubicBezTo>
                <a:cubicBezTo>
                  <a:pt x="980892" y="301297"/>
                  <a:pt x="1002368" y="280960"/>
                  <a:pt x="1025586" y="258878"/>
                </a:cubicBezTo>
                <a:cubicBezTo>
                  <a:pt x="1047357" y="237633"/>
                  <a:pt x="1071175" y="214344"/>
                  <a:pt x="1115684" y="211516"/>
                </a:cubicBezTo>
                <a:lnTo>
                  <a:pt x="1124860" y="211230"/>
                </a:lnTo>
                <a:lnTo>
                  <a:pt x="1134151" y="211516"/>
                </a:lnTo>
                <a:cubicBezTo>
                  <a:pt x="1179136" y="214344"/>
                  <a:pt x="1202980" y="237633"/>
                  <a:pt x="1225295" y="258878"/>
                </a:cubicBezTo>
                <a:cubicBezTo>
                  <a:pt x="1248517" y="280960"/>
                  <a:pt x="1270006" y="301297"/>
                  <a:pt x="1312377" y="301297"/>
                </a:cubicBezTo>
                <a:cubicBezTo>
                  <a:pt x="1355923" y="301297"/>
                  <a:pt x="1377398" y="280960"/>
                  <a:pt x="1400620" y="258878"/>
                </a:cubicBezTo>
                <a:cubicBezTo>
                  <a:pt x="1422391" y="237633"/>
                  <a:pt x="1446206" y="214344"/>
                  <a:pt x="1490715" y="211516"/>
                </a:cubicBezTo>
                <a:lnTo>
                  <a:pt x="1499902" y="211230"/>
                </a:lnTo>
                <a:lnTo>
                  <a:pt x="1509200" y="211516"/>
                </a:lnTo>
                <a:cubicBezTo>
                  <a:pt x="1554240" y="214344"/>
                  <a:pt x="1578118" y="237633"/>
                  <a:pt x="1600457" y="258878"/>
                </a:cubicBezTo>
                <a:cubicBezTo>
                  <a:pt x="1620811" y="278199"/>
                  <a:pt x="1639813" y="296186"/>
                  <a:pt x="1672675" y="300380"/>
                </a:cubicBezTo>
                <a:lnTo>
                  <a:pt x="1687656" y="301297"/>
                </a:lnTo>
                <a:lnTo>
                  <a:pt x="1702991" y="300380"/>
                </a:lnTo>
                <a:cubicBezTo>
                  <a:pt x="1736589" y="296186"/>
                  <a:pt x="1755583" y="278199"/>
                  <a:pt x="1775902" y="258878"/>
                </a:cubicBezTo>
                <a:cubicBezTo>
                  <a:pt x="1797671" y="237633"/>
                  <a:pt x="1821477" y="214344"/>
                  <a:pt x="1865985" y="211516"/>
                </a:cubicBezTo>
                <a:lnTo>
                  <a:pt x="1875171" y="211230"/>
                </a:lnTo>
                <a:lnTo>
                  <a:pt x="1884453" y="211516"/>
                </a:lnTo>
                <a:cubicBezTo>
                  <a:pt x="1929442" y="214344"/>
                  <a:pt x="1953295" y="237633"/>
                  <a:pt x="1975602" y="258878"/>
                </a:cubicBezTo>
                <a:cubicBezTo>
                  <a:pt x="1995922" y="278199"/>
                  <a:pt x="2014463" y="296186"/>
                  <a:pt x="2047561" y="300380"/>
                </a:cubicBezTo>
                <a:lnTo>
                  <a:pt x="2062687" y="301297"/>
                </a:lnTo>
                <a:lnTo>
                  <a:pt x="2078025" y="300380"/>
                </a:lnTo>
                <a:cubicBezTo>
                  <a:pt x="2111623" y="296186"/>
                  <a:pt x="2130614" y="278199"/>
                  <a:pt x="2150933" y="258878"/>
                </a:cubicBezTo>
                <a:cubicBezTo>
                  <a:pt x="2172701" y="237633"/>
                  <a:pt x="2196510" y="214344"/>
                  <a:pt x="2241019" y="211516"/>
                </a:cubicBezTo>
                <a:lnTo>
                  <a:pt x="2250202" y="211230"/>
                </a:lnTo>
                <a:lnTo>
                  <a:pt x="2259500" y="211516"/>
                </a:lnTo>
                <a:cubicBezTo>
                  <a:pt x="2304545" y="214344"/>
                  <a:pt x="2328421" y="237633"/>
                  <a:pt x="2350772" y="258878"/>
                </a:cubicBezTo>
                <a:cubicBezTo>
                  <a:pt x="2371110" y="278199"/>
                  <a:pt x="2389675" y="296186"/>
                  <a:pt x="2422815" y="300380"/>
                </a:cubicBezTo>
                <a:lnTo>
                  <a:pt x="2437959" y="301297"/>
                </a:lnTo>
                <a:lnTo>
                  <a:pt x="2453275" y="300380"/>
                </a:lnTo>
                <a:cubicBezTo>
                  <a:pt x="2486774" y="296186"/>
                  <a:pt x="2505375" y="278199"/>
                  <a:pt x="2526203" y="258878"/>
                </a:cubicBezTo>
                <a:cubicBezTo>
                  <a:pt x="2549424" y="236217"/>
                  <a:pt x="2574968" y="211230"/>
                  <a:pt x="2625475" y="211230"/>
                </a:cubicBezTo>
                <a:cubicBezTo>
                  <a:pt x="2676563" y="211230"/>
                  <a:pt x="2702109" y="236217"/>
                  <a:pt x="2725913" y="258878"/>
                </a:cubicBezTo>
                <a:cubicBezTo>
                  <a:pt x="2746233" y="278199"/>
                  <a:pt x="2764773" y="296186"/>
                  <a:pt x="2797875" y="300380"/>
                </a:cubicBezTo>
                <a:lnTo>
                  <a:pt x="2812992" y="301297"/>
                </a:lnTo>
                <a:lnTo>
                  <a:pt x="2828318" y="300380"/>
                </a:lnTo>
                <a:cubicBezTo>
                  <a:pt x="2861804" y="296186"/>
                  <a:pt x="2880408" y="278199"/>
                  <a:pt x="2901235" y="258878"/>
                </a:cubicBezTo>
                <a:cubicBezTo>
                  <a:pt x="2912209" y="248256"/>
                  <a:pt x="2923649" y="237122"/>
                  <a:pt x="2937909" y="228291"/>
                </a:cubicBezTo>
                <a:lnTo>
                  <a:pt x="2957510" y="219092"/>
                </a:lnTo>
                <a:lnTo>
                  <a:pt x="2957510" y="240530"/>
                </a:lnTo>
                <a:lnTo>
                  <a:pt x="2944769" y="245239"/>
                </a:lnTo>
                <a:cubicBezTo>
                  <a:pt x="2933434" y="252675"/>
                  <a:pt x="2923676" y="262002"/>
                  <a:pt x="2913429" y="271662"/>
                </a:cubicBezTo>
                <a:cubicBezTo>
                  <a:pt x="2891112" y="292908"/>
                  <a:pt x="2867269" y="316196"/>
                  <a:pt x="2822285" y="319025"/>
                </a:cubicBezTo>
                <a:lnTo>
                  <a:pt x="2812992" y="319311"/>
                </a:lnTo>
                <a:lnTo>
                  <a:pt x="2803817" y="319025"/>
                </a:lnTo>
                <a:cubicBezTo>
                  <a:pt x="2759309" y="316196"/>
                  <a:pt x="2735489" y="292908"/>
                  <a:pt x="2713719" y="271662"/>
                </a:cubicBezTo>
                <a:cubicBezTo>
                  <a:pt x="2689916" y="249581"/>
                  <a:pt x="2669016" y="229243"/>
                  <a:pt x="2625475" y="229243"/>
                </a:cubicBezTo>
                <a:cubicBezTo>
                  <a:pt x="2582521" y="229243"/>
                  <a:pt x="2561615" y="249581"/>
                  <a:pt x="2538398" y="271662"/>
                </a:cubicBezTo>
                <a:cubicBezTo>
                  <a:pt x="2516079" y="292908"/>
                  <a:pt x="2492239" y="316196"/>
                  <a:pt x="2447253" y="319025"/>
                </a:cubicBezTo>
                <a:lnTo>
                  <a:pt x="2437959" y="319311"/>
                </a:lnTo>
                <a:lnTo>
                  <a:pt x="2428768" y="319025"/>
                </a:lnTo>
                <a:cubicBezTo>
                  <a:pt x="2384205" y="316196"/>
                  <a:pt x="2360364" y="292908"/>
                  <a:pt x="2338559" y="271662"/>
                </a:cubicBezTo>
                <a:cubicBezTo>
                  <a:pt x="2318221" y="252342"/>
                  <a:pt x="2299203" y="234355"/>
                  <a:pt x="2265570" y="230161"/>
                </a:cubicBezTo>
                <a:lnTo>
                  <a:pt x="2250202" y="229243"/>
                </a:lnTo>
                <a:lnTo>
                  <a:pt x="2235078" y="230161"/>
                </a:lnTo>
                <a:cubicBezTo>
                  <a:pt x="2201989" y="234355"/>
                  <a:pt x="2183438" y="252342"/>
                  <a:pt x="2163119" y="271662"/>
                </a:cubicBezTo>
                <a:cubicBezTo>
                  <a:pt x="2140811" y="292908"/>
                  <a:pt x="2116959" y="316196"/>
                  <a:pt x="2071970" y="319025"/>
                </a:cubicBezTo>
                <a:lnTo>
                  <a:pt x="2062687" y="319311"/>
                </a:lnTo>
                <a:lnTo>
                  <a:pt x="2053502" y="319025"/>
                </a:lnTo>
                <a:cubicBezTo>
                  <a:pt x="2008993" y="316196"/>
                  <a:pt x="1985187" y="292908"/>
                  <a:pt x="1963418" y="271662"/>
                </a:cubicBezTo>
                <a:cubicBezTo>
                  <a:pt x="1943099" y="252342"/>
                  <a:pt x="1924106" y="234355"/>
                  <a:pt x="1890508" y="230161"/>
                </a:cubicBezTo>
                <a:lnTo>
                  <a:pt x="1875171" y="229243"/>
                </a:lnTo>
                <a:lnTo>
                  <a:pt x="1860044" y="230161"/>
                </a:lnTo>
                <a:cubicBezTo>
                  <a:pt x="1826946" y="234355"/>
                  <a:pt x="1808405" y="252342"/>
                  <a:pt x="1788085" y="271662"/>
                </a:cubicBezTo>
                <a:cubicBezTo>
                  <a:pt x="1765780" y="292908"/>
                  <a:pt x="1741925" y="316196"/>
                  <a:pt x="1696936" y="319025"/>
                </a:cubicBezTo>
                <a:lnTo>
                  <a:pt x="1687656" y="319311"/>
                </a:lnTo>
                <a:lnTo>
                  <a:pt x="1678456" y="319025"/>
                </a:lnTo>
                <a:cubicBezTo>
                  <a:pt x="1633891" y="316196"/>
                  <a:pt x="1610048" y="292908"/>
                  <a:pt x="1588259" y="271662"/>
                </a:cubicBezTo>
                <a:cubicBezTo>
                  <a:pt x="1567905" y="252342"/>
                  <a:pt x="1548904" y="234355"/>
                  <a:pt x="1515254" y="230161"/>
                </a:cubicBezTo>
                <a:lnTo>
                  <a:pt x="1499902" y="229243"/>
                </a:lnTo>
                <a:lnTo>
                  <a:pt x="1484938" y="230161"/>
                </a:lnTo>
                <a:cubicBezTo>
                  <a:pt x="1452117" y="234355"/>
                  <a:pt x="1433131" y="252342"/>
                  <a:pt x="1412811" y="271662"/>
                </a:cubicBezTo>
                <a:cubicBezTo>
                  <a:pt x="1389009" y="294324"/>
                  <a:pt x="1363465" y="319311"/>
                  <a:pt x="1312377" y="319311"/>
                </a:cubicBezTo>
                <a:cubicBezTo>
                  <a:pt x="1261869" y="319311"/>
                  <a:pt x="1236325" y="294324"/>
                  <a:pt x="1213103" y="271662"/>
                </a:cubicBezTo>
                <a:cubicBezTo>
                  <a:pt x="1192784" y="252342"/>
                  <a:pt x="1173800" y="234355"/>
                  <a:pt x="1140203" y="230161"/>
                </a:cubicBezTo>
                <a:lnTo>
                  <a:pt x="1124860" y="229243"/>
                </a:lnTo>
                <a:lnTo>
                  <a:pt x="1109907" y="230161"/>
                </a:lnTo>
                <a:cubicBezTo>
                  <a:pt x="1077083" y="234355"/>
                  <a:pt x="1058099" y="252342"/>
                  <a:pt x="1037780" y="271662"/>
                </a:cubicBezTo>
                <a:cubicBezTo>
                  <a:pt x="1014563" y="294324"/>
                  <a:pt x="988431" y="319311"/>
                  <a:pt x="937343" y="319311"/>
                </a:cubicBezTo>
                <a:cubicBezTo>
                  <a:pt x="887352" y="319311"/>
                  <a:pt x="861195" y="294324"/>
                  <a:pt x="837942" y="271662"/>
                </a:cubicBezTo>
                <a:cubicBezTo>
                  <a:pt x="817603" y="252342"/>
                  <a:pt x="798587" y="234355"/>
                  <a:pt x="764952" y="230161"/>
                </a:cubicBezTo>
                <a:lnTo>
                  <a:pt x="749586" y="229243"/>
                </a:lnTo>
                <a:lnTo>
                  <a:pt x="734638" y="230161"/>
                </a:lnTo>
                <a:cubicBezTo>
                  <a:pt x="701811" y="234355"/>
                  <a:pt x="682831" y="252342"/>
                  <a:pt x="662511" y="271662"/>
                </a:cubicBezTo>
                <a:cubicBezTo>
                  <a:pt x="639282" y="294324"/>
                  <a:pt x="613157" y="319311"/>
                  <a:pt x="562069" y="319311"/>
                </a:cubicBezTo>
                <a:cubicBezTo>
                  <a:pt x="512115" y="319311"/>
                  <a:pt x="485977" y="294324"/>
                  <a:pt x="462743" y="271662"/>
                </a:cubicBezTo>
                <a:cubicBezTo>
                  <a:pt x="439508" y="249581"/>
                  <a:pt x="418017" y="229243"/>
                  <a:pt x="375034" y="229243"/>
                </a:cubicBezTo>
                <a:cubicBezTo>
                  <a:pt x="332073" y="229243"/>
                  <a:pt x="310593" y="249581"/>
                  <a:pt x="287371" y="271662"/>
                </a:cubicBezTo>
                <a:cubicBezTo>
                  <a:pt x="264149" y="294324"/>
                  <a:pt x="238024" y="319311"/>
                  <a:pt x="187517" y="319311"/>
                </a:cubicBezTo>
                <a:cubicBezTo>
                  <a:pt x="137009" y="319311"/>
                  <a:pt x="111465" y="294324"/>
                  <a:pt x="87663" y="271662"/>
                </a:cubicBezTo>
                <a:cubicBezTo>
                  <a:pt x="64441" y="249581"/>
                  <a:pt x="42960" y="229243"/>
                  <a:pt x="0" y="229243"/>
                </a:cubicBezTo>
                <a:close/>
                <a:moveTo>
                  <a:pt x="0" y="110611"/>
                </a:moveTo>
                <a:cubicBezTo>
                  <a:pt x="50507" y="110611"/>
                  <a:pt x="76632" y="135598"/>
                  <a:pt x="99855" y="158260"/>
                </a:cubicBezTo>
                <a:cubicBezTo>
                  <a:pt x="123076" y="180341"/>
                  <a:pt x="144556" y="200679"/>
                  <a:pt x="187517" y="200679"/>
                </a:cubicBezTo>
                <a:cubicBezTo>
                  <a:pt x="230477" y="200679"/>
                  <a:pt x="251957" y="180341"/>
                  <a:pt x="275179" y="158260"/>
                </a:cubicBezTo>
                <a:cubicBezTo>
                  <a:pt x="298982" y="135598"/>
                  <a:pt x="324526" y="110611"/>
                  <a:pt x="375034" y="110611"/>
                </a:cubicBezTo>
                <a:cubicBezTo>
                  <a:pt x="425568" y="110611"/>
                  <a:pt x="451706" y="135598"/>
                  <a:pt x="474941" y="158260"/>
                </a:cubicBezTo>
                <a:cubicBezTo>
                  <a:pt x="498175" y="180341"/>
                  <a:pt x="519667" y="200679"/>
                  <a:pt x="562069" y="200679"/>
                </a:cubicBezTo>
                <a:cubicBezTo>
                  <a:pt x="605610" y="200679"/>
                  <a:pt x="627090" y="180341"/>
                  <a:pt x="650315" y="158260"/>
                </a:cubicBezTo>
                <a:cubicBezTo>
                  <a:pt x="672083" y="137014"/>
                  <a:pt x="696405" y="113725"/>
                  <a:pt x="740506" y="110897"/>
                </a:cubicBezTo>
                <a:lnTo>
                  <a:pt x="749586" y="110611"/>
                </a:lnTo>
                <a:lnTo>
                  <a:pt x="758889" y="110897"/>
                </a:lnTo>
                <a:cubicBezTo>
                  <a:pt x="803998" y="113725"/>
                  <a:pt x="828351" y="137014"/>
                  <a:pt x="850154" y="158260"/>
                </a:cubicBezTo>
                <a:cubicBezTo>
                  <a:pt x="873408" y="180341"/>
                  <a:pt x="894909" y="200679"/>
                  <a:pt x="937343" y="200679"/>
                </a:cubicBezTo>
                <a:cubicBezTo>
                  <a:pt x="980892" y="200679"/>
                  <a:pt x="1002368" y="180341"/>
                  <a:pt x="1025586" y="158260"/>
                </a:cubicBezTo>
                <a:cubicBezTo>
                  <a:pt x="1047357" y="137014"/>
                  <a:pt x="1071175" y="113725"/>
                  <a:pt x="1115684" y="110897"/>
                </a:cubicBezTo>
                <a:lnTo>
                  <a:pt x="1124860" y="110611"/>
                </a:lnTo>
                <a:lnTo>
                  <a:pt x="1134151" y="110897"/>
                </a:lnTo>
                <a:cubicBezTo>
                  <a:pt x="1179136" y="113725"/>
                  <a:pt x="1202980" y="137014"/>
                  <a:pt x="1225295" y="158260"/>
                </a:cubicBezTo>
                <a:cubicBezTo>
                  <a:pt x="1248517" y="180341"/>
                  <a:pt x="1270006" y="200679"/>
                  <a:pt x="1312377" y="200679"/>
                </a:cubicBezTo>
                <a:cubicBezTo>
                  <a:pt x="1355923" y="200679"/>
                  <a:pt x="1377398" y="180341"/>
                  <a:pt x="1400620" y="158260"/>
                </a:cubicBezTo>
                <a:cubicBezTo>
                  <a:pt x="1422391" y="137014"/>
                  <a:pt x="1446206" y="113725"/>
                  <a:pt x="1490715" y="110897"/>
                </a:cubicBezTo>
                <a:lnTo>
                  <a:pt x="1499902" y="110611"/>
                </a:lnTo>
                <a:lnTo>
                  <a:pt x="1509200" y="110897"/>
                </a:lnTo>
                <a:cubicBezTo>
                  <a:pt x="1554240" y="113725"/>
                  <a:pt x="1578118" y="137014"/>
                  <a:pt x="1600457" y="158260"/>
                </a:cubicBezTo>
                <a:cubicBezTo>
                  <a:pt x="1620811" y="177581"/>
                  <a:pt x="1639813" y="195567"/>
                  <a:pt x="1672675" y="199762"/>
                </a:cubicBezTo>
                <a:lnTo>
                  <a:pt x="1687656" y="200679"/>
                </a:lnTo>
                <a:lnTo>
                  <a:pt x="1702991" y="199762"/>
                </a:lnTo>
                <a:cubicBezTo>
                  <a:pt x="1736589" y="195567"/>
                  <a:pt x="1755583" y="177581"/>
                  <a:pt x="1775902" y="158260"/>
                </a:cubicBezTo>
                <a:cubicBezTo>
                  <a:pt x="1797671" y="137014"/>
                  <a:pt x="1821477" y="113725"/>
                  <a:pt x="1865985" y="110897"/>
                </a:cubicBezTo>
                <a:lnTo>
                  <a:pt x="1875171" y="110611"/>
                </a:lnTo>
                <a:lnTo>
                  <a:pt x="1884453" y="110897"/>
                </a:lnTo>
                <a:cubicBezTo>
                  <a:pt x="1929442" y="113725"/>
                  <a:pt x="1953295" y="137014"/>
                  <a:pt x="1975602" y="158260"/>
                </a:cubicBezTo>
                <a:cubicBezTo>
                  <a:pt x="1995922" y="177581"/>
                  <a:pt x="2014463" y="195567"/>
                  <a:pt x="2047561" y="199762"/>
                </a:cubicBezTo>
                <a:lnTo>
                  <a:pt x="2062687" y="200679"/>
                </a:lnTo>
                <a:lnTo>
                  <a:pt x="2078025" y="199762"/>
                </a:lnTo>
                <a:cubicBezTo>
                  <a:pt x="2111623" y="195567"/>
                  <a:pt x="2130614" y="177581"/>
                  <a:pt x="2150933" y="158260"/>
                </a:cubicBezTo>
                <a:cubicBezTo>
                  <a:pt x="2172701" y="137014"/>
                  <a:pt x="2196510" y="113725"/>
                  <a:pt x="2241019" y="110897"/>
                </a:cubicBezTo>
                <a:lnTo>
                  <a:pt x="2250202" y="110611"/>
                </a:lnTo>
                <a:lnTo>
                  <a:pt x="2259500" y="110897"/>
                </a:lnTo>
                <a:cubicBezTo>
                  <a:pt x="2304545" y="113725"/>
                  <a:pt x="2328421" y="137014"/>
                  <a:pt x="2350772" y="158260"/>
                </a:cubicBezTo>
                <a:cubicBezTo>
                  <a:pt x="2371110" y="177581"/>
                  <a:pt x="2389675" y="195567"/>
                  <a:pt x="2422815" y="199762"/>
                </a:cubicBezTo>
                <a:lnTo>
                  <a:pt x="2437959" y="200679"/>
                </a:lnTo>
                <a:lnTo>
                  <a:pt x="2453275" y="199762"/>
                </a:lnTo>
                <a:cubicBezTo>
                  <a:pt x="2486774" y="195567"/>
                  <a:pt x="2505375" y="177581"/>
                  <a:pt x="2526203" y="158260"/>
                </a:cubicBezTo>
                <a:cubicBezTo>
                  <a:pt x="2549424" y="135598"/>
                  <a:pt x="2574968" y="110611"/>
                  <a:pt x="2625475" y="110611"/>
                </a:cubicBezTo>
                <a:cubicBezTo>
                  <a:pt x="2676563" y="110611"/>
                  <a:pt x="2702109" y="135598"/>
                  <a:pt x="2725913" y="158260"/>
                </a:cubicBezTo>
                <a:cubicBezTo>
                  <a:pt x="2746233" y="177581"/>
                  <a:pt x="2764773" y="195567"/>
                  <a:pt x="2797875" y="199762"/>
                </a:cubicBezTo>
                <a:lnTo>
                  <a:pt x="2812992" y="200679"/>
                </a:lnTo>
                <a:lnTo>
                  <a:pt x="2828318" y="199762"/>
                </a:lnTo>
                <a:cubicBezTo>
                  <a:pt x="2861804" y="195567"/>
                  <a:pt x="2880408" y="177581"/>
                  <a:pt x="2901235" y="158260"/>
                </a:cubicBezTo>
                <a:cubicBezTo>
                  <a:pt x="2912206" y="147637"/>
                  <a:pt x="2923644" y="136503"/>
                  <a:pt x="2937904" y="127672"/>
                </a:cubicBezTo>
                <a:lnTo>
                  <a:pt x="2957510" y="118470"/>
                </a:lnTo>
                <a:lnTo>
                  <a:pt x="2957510" y="139909"/>
                </a:lnTo>
                <a:lnTo>
                  <a:pt x="2944764" y="144620"/>
                </a:lnTo>
                <a:cubicBezTo>
                  <a:pt x="2933430" y="152056"/>
                  <a:pt x="2923673" y="161383"/>
                  <a:pt x="2913429" y="171043"/>
                </a:cubicBezTo>
                <a:cubicBezTo>
                  <a:pt x="2891112" y="192289"/>
                  <a:pt x="2867269" y="215578"/>
                  <a:pt x="2822285" y="218406"/>
                </a:cubicBezTo>
                <a:lnTo>
                  <a:pt x="2812992" y="218692"/>
                </a:lnTo>
                <a:lnTo>
                  <a:pt x="2803817" y="218406"/>
                </a:lnTo>
                <a:cubicBezTo>
                  <a:pt x="2759309" y="215578"/>
                  <a:pt x="2735489" y="192289"/>
                  <a:pt x="2713719" y="171043"/>
                </a:cubicBezTo>
                <a:cubicBezTo>
                  <a:pt x="2689916" y="148962"/>
                  <a:pt x="2669016" y="128625"/>
                  <a:pt x="2625475" y="128625"/>
                </a:cubicBezTo>
                <a:cubicBezTo>
                  <a:pt x="2582521" y="128625"/>
                  <a:pt x="2561615" y="148962"/>
                  <a:pt x="2538398" y="171043"/>
                </a:cubicBezTo>
                <a:cubicBezTo>
                  <a:pt x="2516079" y="192289"/>
                  <a:pt x="2492239" y="215578"/>
                  <a:pt x="2447253" y="218406"/>
                </a:cubicBezTo>
                <a:lnTo>
                  <a:pt x="2437959" y="218692"/>
                </a:lnTo>
                <a:lnTo>
                  <a:pt x="2428768" y="218406"/>
                </a:lnTo>
                <a:cubicBezTo>
                  <a:pt x="2384205" y="215578"/>
                  <a:pt x="2360364" y="192289"/>
                  <a:pt x="2338559" y="171043"/>
                </a:cubicBezTo>
                <a:cubicBezTo>
                  <a:pt x="2318221" y="151723"/>
                  <a:pt x="2299203" y="133736"/>
                  <a:pt x="2265570" y="129542"/>
                </a:cubicBezTo>
                <a:lnTo>
                  <a:pt x="2250202" y="128625"/>
                </a:lnTo>
                <a:lnTo>
                  <a:pt x="2235078" y="129542"/>
                </a:lnTo>
                <a:cubicBezTo>
                  <a:pt x="2201989" y="133736"/>
                  <a:pt x="2183438" y="151723"/>
                  <a:pt x="2163119" y="171043"/>
                </a:cubicBezTo>
                <a:cubicBezTo>
                  <a:pt x="2140811" y="192289"/>
                  <a:pt x="2116959" y="215578"/>
                  <a:pt x="2071970" y="218406"/>
                </a:cubicBezTo>
                <a:lnTo>
                  <a:pt x="2062687" y="218692"/>
                </a:lnTo>
                <a:lnTo>
                  <a:pt x="2053502" y="218406"/>
                </a:lnTo>
                <a:cubicBezTo>
                  <a:pt x="2008993" y="215578"/>
                  <a:pt x="1985187" y="192289"/>
                  <a:pt x="1963418" y="171043"/>
                </a:cubicBezTo>
                <a:cubicBezTo>
                  <a:pt x="1943099" y="151723"/>
                  <a:pt x="1924106" y="133736"/>
                  <a:pt x="1890508" y="129542"/>
                </a:cubicBezTo>
                <a:lnTo>
                  <a:pt x="1875171" y="128625"/>
                </a:lnTo>
                <a:lnTo>
                  <a:pt x="1860044" y="129542"/>
                </a:lnTo>
                <a:cubicBezTo>
                  <a:pt x="1826946" y="133736"/>
                  <a:pt x="1808405" y="151723"/>
                  <a:pt x="1788085" y="171043"/>
                </a:cubicBezTo>
                <a:cubicBezTo>
                  <a:pt x="1765780" y="192289"/>
                  <a:pt x="1741925" y="215578"/>
                  <a:pt x="1696936" y="218406"/>
                </a:cubicBezTo>
                <a:lnTo>
                  <a:pt x="1687656" y="218692"/>
                </a:lnTo>
                <a:lnTo>
                  <a:pt x="1678456" y="218406"/>
                </a:lnTo>
                <a:cubicBezTo>
                  <a:pt x="1633891" y="215578"/>
                  <a:pt x="1610048" y="192289"/>
                  <a:pt x="1588259" y="171043"/>
                </a:cubicBezTo>
                <a:cubicBezTo>
                  <a:pt x="1567905" y="151723"/>
                  <a:pt x="1548904" y="133736"/>
                  <a:pt x="1515254" y="129542"/>
                </a:cubicBezTo>
                <a:lnTo>
                  <a:pt x="1499902" y="128625"/>
                </a:lnTo>
                <a:lnTo>
                  <a:pt x="1484938" y="129542"/>
                </a:lnTo>
                <a:cubicBezTo>
                  <a:pt x="1452117" y="133736"/>
                  <a:pt x="1433131" y="151723"/>
                  <a:pt x="1412811" y="171043"/>
                </a:cubicBezTo>
                <a:cubicBezTo>
                  <a:pt x="1389009" y="193706"/>
                  <a:pt x="1363465" y="218692"/>
                  <a:pt x="1312377" y="218692"/>
                </a:cubicBezTo>
                <a:cubicBezTo>
                  <a:pt x="1261869" y="218692"/>
                  <a:pt x="1236325" y="193706"/>
                  <a:pt x="1213103" y="171043"/>
                </a:cubicBezTo>
                <a:cubicBezTo>
                  <a:pt x="1192784" y="151723"/>
                  <a:pt x="1173800" y="133736"/>
                  <a:pt x="1140203" y="129542"/>
                </a:cubicBezTo>
                <a:lnTo>
                  <a:pt x="1124860" y="128625"/>
                </a:lnTo>
                <a:lnTo>
                  <a:pt x="1109907" y="129542"/>
                </a:lnTo>
                <a:cubicBezTo>
                  <a:pt x="1077083" y="133736"/>
                  <a:pt x="1058099" y="151723"/>
                  <a:pt x="1037780" y="171043"/>
                </a:cubicBezTo>
                <a:cubicBezTo>
                  <a:pt x="1014563" y="193706"/>
                  <a:pt x="988431" y="218692"/>
                  <a:pt x="937343" y="218692"/>
                </a:cubicBezTo>
                <a:cubicBezTo>
                  <a:pt x="887352" y="218692"/>
                  <a:pt x="861195" y="193706"/>
                  <a:pt x="837942" y="171043"/>
                </a:cubicBezTo>
                <a:cubicBezTo>
                  <a:pt x="817603" y="151723"/>
                  <a:pt x="798587" y="133736"/>
                  <a:pt x="764952" y="129542"/>
                </a:cubicBezTo>
                <a:lnTo>
                  <a:pt x="749586" y="128625"/>
                </a:lnTo>
                <a:lnTo>
                  <a:pt x="734638" y="129542"/>
                </a:lnTo>
                <a:cubicBezTo>
                  <a:pt x="701811" y="133736"/>
                  <a:pt x="682831" y="151723"/>
                  <a:pt x="662511" y="171043"/>
                </a:cubicBezTo>
                <a:cubicBezTo>
                  <a:pt x="639282" y="193706"/>
                  <a:pt x="613157" y="218692"/>
                  <a:pt x="562069" y="218692"/>
                </a:cubicBezTo>
                <a:cubicBezTo>
                  <a:pt x="512115" y="218692"/>
                  <a:pt x="485977" y="193706"/>
                  <a:pt x="462743" y="171043"/>
                </a:cubicBezTo>
                <a:cubicBezTo>
                  <a:pt x="439508" y="148962"/>
                  <a:pt x="418017" y="128625"/>
                  <a:pt x="375034" y="128625"/>
                </a:cubicBezTo>
                <a:cubicBezTo>
                  <a:pt x="332073" y="128625"/>
                  <a:pt x="310593" y="148962"/>
                  <a:pt x="287371" y="171043"/>
                </a:cubicBezTo>
                <a:cubicBezTo>
                  <a:pt x="264149" y="193706"/>
                  <a:pt x="238024" y="218692"/>
                  <a:pt x="187517" y="218692"/>
                </a:cubicBezTo>
                <a:cubicBezTo>
                  <a:pt x="137009" y="218692"/>
                  <a:pt x="111465" y="193706"/>
                  <a:pt x="87663" y="171043"/>
                </a:cubicBezTo>
                <a:cubicBezTo>
                  <a:pt x="64441" y="148962"/>
                  <a:pt x="42960" y="128625"/>
                  <a:pt x="0" y="128625"/>
                </a:cubicBezTo>
                <a:close/>
                <a:moveTo>
                  <a:pt x="0" y="11196"/>
                </a:moveTo>
                <a:cubicBezTo>
                  <a:pt x="50507" y="11196"/>
                  <a:pt x="76632" y="35624"/>
                  <a:pt x="99855" y="58307"/>
                </a:cubicBezTo>
                <a:cubicBezTo>
                  <a:pt x="123076" y="80990"/>
                  <a:pt x="144556" y="100765"/>
                  <a:pt x="187517" y="100765"/>
                </a:cubicBezTo>
                <a:cubicBezTo>
                  <a:pt x="230477" y="100765"/>
                  <a:pt x="251957" y="80990"/>
                  <a:pt x="275179" y="58307"/>
                </a:cubicBezTo>
                <a:cubicBezTo>
                  <a:pt x="298982" y="36206"/>
                  <a:pt x="324526" y="11196"/>
                  <a:pt x="375034" y="11196"/>
                </a:cubicBezTo>
                <a:cubicBezTo>
                  <a:pt x="425568" y="11196"/>
                  <a:pt x="451706" y="35624"/>
                  <a:pt x="474941" y="58307"/>
                </a:cubicBezTo>
                <a:cubicBezTo>
                  <a:pt x="498175" y="80990"/>
                  <a:pt x="519667" y="100765"/>
                  <a:pt x="562069" y="100765"/>
                </a:cubicBezTo>
                <a:cubicBezTo>
                  <a:pt x="605610" y="100765"/>
                  <a:pt x="627090" y="80990"/>
                  <a:pt x="650315" y="58307"/>
                </a:cubicBezTo>
                <a:cubicBezTo>
                  <a:pt x="672083" y="37587"/>
                  <a:pt x="696405" y="14311"/>
                  <a:pt x="740506" y="11482"/>
                </a:cubicBezTo>
                <a:lnTo>
                  <a:pt x="749586" y="11196"/>
                </a:lnTo>
                <a:lnTo>
                  <a:pt x="758889" y="11476"/>
                </a:lnTo>
                <a:cubicBezTo>
                  <a:pt x="803998" y="14243"/>
                  <a:pt x="828351" y="37042"/>
                  <a:pt x="850154" y="58307"/>
                </a:cubicBezTo>
                <a:cubicBezTo>
                  <a:pt x="873408" y="80990"/>
                  <a:pt x="894909" y="100765"/>
                  <a:pt x="937343" y="100765"/>
                </a:cubicBezTo>
                <a:cubicBezTo>
                  <a:pt x="980892" y="100765"/>
                  <a:pt x="1002368" y="80990"/>
                  <a:pt x="1025586" y="58307"/>
                </a:cubicBezTo>
                <a:cubicBezTo>
                  <a:pt x="1047357" y="37587"/>
                  <a:pt x="1071175" y="14311"/>
                  <a:pt x="1115684" y="11482"/>
                </a:cubicBezTo>
                <a:lnTo>
                  <a:pt x="1124860" y="11196"/>
                </a:lnTo>
                <a:lnTo>
                  <a:pt x="1134151" y="11476"/>
                </a:lnTo>
                <a:cubicBezTo>
                  <a:pt x="1179136" y="14243"/>
                  <a:pt x="1202980" y="37042"/>
                  <a:pt x="1225295" y="58307"/>
                </a:cubicBezTo>
                <a:cubicBezTo>
                  <a:pt x="1248517" y="80990"/>
                  <a:pt x="1270006" y="100765"/>
                  <a:pt x="1312377" y="100765"/>
                </a:cubicBezTo>
                <a:cubicBezTo>
                  <a:pt x="1355923" y="100765"/>
                  <a:pt x="1377398" y="80990"/>
                  <a:pt x="1400620" y="58307"/>
                </a:cubicBezTo>
                <a:cubicBezTo>
                  <a:pt x="1422391" y="37587"/>
                  <a:pt x="1446206" y="14311"/>
                  <a:pt x="1490715" y="11482"/>
                </a:cubicBezTo>
                <a:lnTo>
                  <a:pt x="1499902" y="11196"/>
                </a:lnTo>
                <a:lnTo>
                  <a:pt x="1509200" y="11476"/>
                </a:lnTo>
                <a:cubicBezTo>
                  <a:pt x="1554240" y="14243"/>
                  <a:pt x="1578118" y="37042"/>
                  <a:pt x="1600457" y="58307"/>
                </a:cubicBezTo>
                <a:cubicBezTo>
                  <a:pt x="1620811" y="78155"/>
                  <a:pt x="1639813" y="95776"/>
                  <a:pt x="1672675" y="99871"/>
                </a:cubicBezTo>
                <a:lnTo>
                  <a:pt x="1687656" y="100765"/>
                </a:lnTo>
                <a:lnTo>
                  <a:pt x="1702991" y="99871"/>
                </a:lnTo>
                <a:cubicBezTo>
                  <a:pt x="1736589" y="95776"/>
                  <a:pt x="1755583" y="78155"/>
                  <a:pt x="1775902" y="58307"/>
                </a:cubicBezTo>
                <a:cubicBezTo>
                  <a:pt x="1797671" y="37587"/>
                  <a:pt x="1821477" y="14311"/>
                  <a:pt x="1865985" y="11482"/>
                </a:cubicBezTo>
                <a:lnTo>
                  <a:pt x="1875171" y="11196"/>
                </a:lnTo>
                <a:lnTo>
                  <a:pt x="1884453" y="11476"/>
                </a:lnTo>
                <a:cubicBezTo>
                  <a:pt x="1929442" y="14243"/>
                  <a:pt x="1953295" y="37042"/>
                  <a:pt x="1975602" y="58307"/>
                </a:cubicBezTo>
                <a:cubicBezTo>
                  <a:pt x="1995922" y="78155"/>
                  <a:pt x="2014463" y="95776"/>
                  <a:pt x="2047561" y="99871"/>
                </a:cubicBezTo>
                <a:lnTo>
                  <a:pt x="2062687" y="100765"/>
                </a:lnTo>
                <a:lnTo>
                  <a:pt x="2078025" y="99871"/>
                </a:lnTo>
                <a:cubicBezTo>
                  <a:pt x="2111623" y="95776"/>
                  <a:pt x="2130614" y="78155"/>
                  <a:pt x="2150933" y="58307"/>
                </a:cubicBezTo>
                <a:cubicBezTo>
                  <a:pt x="2172701" y="37587"/>
                  <a:pt x="2196510" y="14311"/>
                  <a:pt x="2241019" y="11482"/>
                </a:cubicBezTo>
                <a:lnTo>
                  <a:pt x="2250202" y="11196"/>
                </a:lnTo>
                <a:lnTo>
                  <a:pt x="2259500" y="11476"/>
                </a:lnTo>
                <a:cubicBezTo>
                  <a:pt x="2304545" y="14243"/>
                  <a:pt x="2328421" y="37042"/>
                  <a:pt x="2350772" y="58307"/>
                </a:cubicBezTo>
                <a:cubicBezTo>
                  <a:pt x="2371110" y="78155"/>
                  <a:pt x="2389675" y="95776"/>
                  <a:pt x="2422815" y="99871"/>
                </a:cubicBezTo>
                <a:lnTo>
                  <a:pt x="2437959" y="100765"/>
                </a:lnTo>
                <a:lnTo>
                  <a:pt x="2453275" y="99871"/>
                </a:lnTo>
                <a:cubicBezTo>
                  <a:pt x="2486774" y="95776"/>
                  <a:pt x="2505375" y="78155"/>
                  <a:pt x="2526203" y="58307"/>
                </a:cubicBezTo>
                <a:cubicBezTo>
                  <a:pt x="2549424" y="36206"/>
                  <a:pt x="2574968" y="11196"/>
                  <a:pt x="2625475" y="11196"/>
                </a:cubicBezTo>
                <a:cubicBezTo>
                  <a:pt x="2676563" y="11196"/>
                  <a:pt x="2702109" y="35624"/>
                  <a:pt x="2725913" y="58307"/>
                </a:cubicBezTo>
                <a:cubicBezTo>
                  <a:pt x="2746233" y="78155"/>
                  <a:pt x="2764773" y="95776"/>
                  <a:pt x="2797875" y="99871"/>
                </a:cubicBezTo>
                <a:lnTo>
                  <a:pt x="2812992" y="100765"/>
                </a:lnTo>
                <a:lnTo>
                  <a:pt x="2828318" y="99871"/>
                </a:lnTo>
                <a:cubicBezTo>
                  <a:pt x="2861804" y="95776"/>
                  <a:pt x="2880408" y="78155"/>
                  <a:pt x="2901235" y="58307"/>
                </a:cubicBezTo>
                <a:cubicBezTo>
                  <a:pt x="2912203" y="47947"/>
                  <a:pt x="2923640" y="36948"/>
                  <a:pt x="2937898" y="28185"/>
                </a:cubicBezTo>
                <a:lnTo>
                  <a:pt x="2957510" y="19032"/>
                </a:lnTo>
                <a:lnTo>
                  <a:pt x="2957510" y="40345"/>
                </a:lnTo>
                <a:lnTo>
                  <a:pt x="2944759" y="44995"/>
                </a:lnTo>
                <a:cubicBezTo>
                  <a:pt x="2933426" y="52393"/>
                  <a:pt x="2923670" y="61761"/>
                  <a:pt x="2913429" y="71684"/>
                </a:cubicBezTo>
                <a:cubicBezTo>
                  <a:pt x="2891112" y="92950"/>
                  <a:pt x="2867269" y="115749"/>
                  <a:pt x="2822285" y="118516"/>
                </a:cubicBezTo>
                <a:lnTo>
                  <a:pt x="2812992" y="118796"/>
                </a:lnTo>
                <a:lnTo>
                  <a:pt x="2803817" y="118516"/>
                </a:lnTo>
                <a:cubicBezTo>
                  <a:pt x="2759309" y="115749"/>
                  <a:pt x="2735489" y="92950"/>
                  <a:pt x="2713719" y="71684"/>
                </a:cubicBezTo>
                <a:cubicBezTo>
                  <a:pt x="2689916" y="49001"/>
                  <a:pt x="2669016" y="29226"/>
                  <a:pt x="2625475" y="29226"/>
                </a:cubicBezTo>
                <a:cubicBezTo>
                  <a:pt x="2582521" y="29226"/>
                  <a:pt x="2561615" y="49001"/>
                  <a:pt x="2538398" y="71684"/>
                </a:cubicBezTo>
                <a:cubicBezTo>
                  <a:pt x="2516079" y="92950"/>
                  <a:pt x="2492239" y="115749"/>
                  <a:pt x="2447253" y="118516"/>
                </a:cubicBezTo>
                <a:lnTo>
                  <a:pt x="2437959" y="118796"/>
                </a:lnTo>
                <a:lnTo>
                  <a:pt x="2428768" y="118516"/>
                </a:lnTo>
                <a:cubicBezTo>
                  <a:pt x="2384205" y="115749"/>
                  <a:pt x="2360364" y="92950"/>
                  <a:pt x="2338559" y="71684"/>
                </a:cubicBezTo>
                <a:cubicBezTo>
                  <a:pt x="2318221" y="51837"/>
                  <a:pt x="2299203" y="34215"/>
                  <a:pt x="2265570" y="30120"/>
                </a:cubicBezTo>
                <a:lnTo>
                  <a:pt x="2250202" y="29226"/>
                </a:lnTo>
                <a:lnTo>
                  <a:pt x="2235078" y="30120"/>
                </a:lnTo>
                <a:cubicBezTo>
                  <a:pt x="2201989" y="34215"/>
                  <a:pt x="2183438" y="51837"/>
                  <a:pt x="2163119" y="71684"/>
                </a:cubicBezTo>
                <a:cubicBezTo>
                  <a:pt x="2140811" y="92950"/>
                  <a:pt x="2116959" y="115749"/>
                  <a:pt x="2071970" y="118516"/>
                </a:cubicBezTo>
                <a:lnTo>
                  <a:pt x="2062687" y="118796"/>
                </a:lnTo>
                <a:lnTo>
                  <a:pt x="2053502" y="118516"/>
                </a:lnTo>
                <a:cubicBezTo>
                  <a:pt x="2008993" y="115749"/>
                  <a:pt x="1985187" y="92950"/>
                  <a:pt x="1963418" y="71684"/>
                </a:cubicBezTo>
                <a:cubicBezTo>
                  <a:pt x="1943099" y="51837"/>
                  <a:pt x="1924106" y="34215"/>
                  <a:pt x="1890508" y="30120"/>
                </a:cubicBezTo>
                <a:lnTo>
                  <a:pt x="1875171" y="29226"/>
                </a:lnTo>
                <a:lnTo>
                  <a:pt x="1860044" y="30120"/>
                </a:lnTo>
                <a:cubicBezTo>
                  <a:pt x="1826946" y="34215"/>
                  <a:pt x="1808405" y="51837"/>
                  <a:pt x="1788085" y="71684"/>
                </a:cubicBezTo>
                <a:cubicBezTo>
                  <a:pt x="1765780" y="92950"/>
                  <a:pt x="1741925" y="115749"/>
                  <a:pt x="1696936" y="118516"/>
                </a:cubicBezTo>
                <a:lnTo>
                  <a:pt x="1687656" y="118796"/>
                </a:lnTo>
                <a:lnTo>
                  <a:pt x="1678456" y="118516"/>
                </a:lnTo>
                <a:cubicBezTo>
                  <a:pt x="1633891" y="115749"/>
                  <a:pt x="1610048" y="92950"/>
                  <a:pt x="1588259" y="71684"/>
                </a:cubicBezTo>
                <a:cubicBezTo>
                  <a:pt x="1567905" y="51837"/>
                  <a:pt x="1548904" y="34215"/>
                  <a:pt x="1515254" y="30120"/>
                </a:cubicBezTo>
                <a:lnTo>
                  <a:pt x="1499902" y="29226"/>
                </a:lnTo>
                <a:lnTo>
                  <a:pt x="1484938" y="30120"/>
                </a:lnTo>
                <a:cubicBezTo>
                  <a:pt x="1452117" y="34215"/>
                  <a:pt x="1433131" y="51837"/>
                  <a:pt x="1412811" y="71684"/>
                </a:cubicBezTo>
                <a:cubicBezTo>
                  <a:pt x="1389009" y="94367"/>
                  <a:pt x="1363465" y="118796"/>
                  <a:pt x="1312377" y="118796"/>
                </a:cubicBezTo>
                <a:cubicBezTo>
                  <a:pt x="1261869" y="118796"/>
                  <a:pt x="1236325" y="94367"/>
                  <a:pt x="1213103" y="71684"/>
                </a:cubicBezTo>
                <a:cubicBezTo>
                  <a:pt x="1192784" y="51837"/>
                  <a:pt x="1173800" y="34215"/>
                  <a:pt x="1140203" y="30120"/>
                </a:cubicBezTo>
                <a:lnTo>
                  <a:pt x="1124860" y="29226"/>
                </a:lnTo>
                <a:lnTo>
                  <a:pt x="1109907" y="30120"/>
                </a:lnTo>
                <a:cubicBezTo>
                  <a:pt x="1077083" y="34215"/>
                  <a:pt x="1058099" y="51837"/>
                  <a:pt x="1037780" y="71684"/>
                </a:cubicBezTo>
                <a:cubicBezTo>
                  <a:pt x="1014563" y="94367"/>
                  <a:pt x="988431" y="118796"/>
                  <a:pt x="937343" y="118796"/>
                </a:cubicBezTo>
                <a:cubicBezTo>
                  <a:pt x="887352" y="118796"/>
                  <a:pt x="861195" y="94367"/>
                  <a:pt x="837942" y="71684"/>
                </a:cubicBezTo>
                <a:cubicBezTo>
                  <a:pt x="817603" y="51837"/>
                  <a:pt x="798587" y="34215"/>
                  <a:pt x="764952" y="30120"/>
                </a:cubicBezTo>
                <a:lnTo>
                  <a:pt x="749586" y="29226"/>
                </a:lnTo>
                <a:lnTo>
                  <a:pt x="734638" y="30120"/>
                </a:lnTo>
                <a:cubicBezTo>
                  <a:pt x="701811" y="34215"/>
                  <a:pt x="682831" y="51837"/>
                  <a:pt x="662511" y="71684"/>
                </a:cubicBezTo>
                <a:cubicBezTo>
                  <a:pt x="639282" y="94367"/>
                  <a:pt x="613157" y="118796"/>
                  <a:pt x="562069" y="118796"/>
                </a:cubicBezTo>
                <a:cubicBezTo>
                  <a:pt x="512115" y="118796"/>
                  <a:pt x="485977" y="94367"/>
                  <a:pt x="462743" y="71684"/>
                </a:cubicBezTo>
                <a:cubicBezTo>
                  <a:pt x="439508" y="49001"/>
                  <a:pt x="418017" y="29226"/>
                  <a:pt x="375034" y="29226"/>
                </a:cubicBezTo>
                <a:cubicBezTo>
                  <a:pt x="332073" y="29226"/>
                  <a:pt x="310593" y="49001"/>
                  <a:pt x="287371" y="71684"/>
                </a:cubicBezTo>
                <a:cubicBezTo>
                  <a:pt x="264149" y="94367"/>
                  <a:pt x="238024" y="118796"/>
                  <a:pt x="187517" y="118796"/>
                </a:cubicBezTo>
                <a:cubicBezTo>
                  <a:pt x="137009" y="118796"/>
                  <a:pt x="111465" y="94367"/>
                  <a:pt x="87663" y="71684"/>
                </a:cubicBezTo>
                <a:cubicBezTo>
                  <a:pt x="64441" y="49001"/>
                  <a:pt x="42960" y="29226"/>
                  <a:pt x="0" y="29226"/>
                </a:cubicBezTo>
                <a:close/>
                <a:moveTo>
                  <a:pt x="2748752" y="0"/>
                </a:moveTo>
                <a:lnTo>
                  <a:pt x="2809825" y="0"/>
                </a:lnTo>
                <a:lnTo>
                  <a:pt x="2812992" y="187"/>
                </a:lnTo>
                <a:lnTo>
                  <a:pt x="2816204" y="0"/>
                </a:lnTo>
                <a:lnTo>
                  <a:pt x="2878139" y="0"/>
                </a:lnTo>
                <a:lnTo>
                  <a:pt x="2876357" y="1456"/>
                </a:lnTo>
                <a:cubicBezTo>
                  <a:pt x="2861984" y="10140"/>
                  <a:pt x="2844777" y="16517"/>
                  <a:pt x="2822285" y="17897"/>
                </a:cubicBezTo>
                <a:lnTo>
                  <a:pt x="2812992" y="18177"/>
                </a:lnTo>
                <a:lnTo>
                  <a:pt x="2803817" y="17891"/>
                </a:lnTo>
                <a:cubicBezTo>
                  <a:pt x="2781563" y="16480"/>
                  <a:pt x="2764481" y="9968"/>
                  <a:pt x="2750241" y="1225"/>
                </a:cubicBezTo>
                <a:close/>
                <a:moveTo>
                  <a:pt x="2373639" y="0"/>
                </a:moveTo>
                <a:lnTo>
                  <a:pt x="2434786" y="0"/>
                </a:lnTo>
                <a:lnTo>
                  <a:pt x="2437959" y="187"/>
                </a:lnTo>
                <a:lnTo>
                  <a:pt x="2441169" y="0"/>
                </a:lnTo>
                <a:lnTo>
                  <a:pt x="2503108" y="0"/>
                </a:lnTo>
                <a:lnTo>
                  <a:pt x="2501326" y="1456"/>
                </a:lnTo>
                <a:cubicBezTo>
                  <a:pt x="2486953" y="10140"/>
                  <a:pt x="2469746" y="16517"/>
                  <a:pt x="2447253" y="17897"/>
                </a:cubicBezTo>
                <a:lnTo>
                  <a:pt x="2437959" y="18177"/>
                </a:lnTo>
                <a:lnTo>
                  <a:pt x="2428768" y="17891"/>
                </a:lnTo>
                <a:cubicBezTo>
                  <a:pt x="2406487" y="16480"/>
                  <a:pt x="2389386" y="9968"/>
                  <a:pt x="2375130" y="1225"/>
                </a:cubicBezTo>
                <a:close/>
                <a:moveTo>
                  <a:pt x="1998444" y="0"/>
                </a:moveTo>
                <a:lnTo>
                  <a:pt x="2059518" y="0"/>
                </a:lnTo>
                <a:lnTo>
                  <a:pt x="2062687" y="187"/>
                </a:lnTo>
                <a:lnTo>
                  <a:pt x="2065901" y="0"/>
                </a:lnTo>
                <a:lnTo>
                  <a:pt x="2127832" y="0"/>
                </a:lnTo>
                <a:lnTo>
                  <a:pt x="2126050" y="1456"/>
                </a:lnTo>
                <a:cubicBezTo>
                  <a:pt x="2111675" y="10140"/>
                  <a:pt x="2094465" y="16517"/>
                  <a:pt x="2071970" y="17897"/>
                </a:cubicBezTo>
                <a:lnTo>
                  <a:pt x="2062687" y="18177"/>
                </a:lnTo>
                <a:lnTo>
                  <a:pt x="2053502" y="17891"/>
                </a:lnTo>
                <a:cubicBezTo>
                  <a:pt x="2031248" y="16480"/>
                  <a:pt x="2014169" y="9968"/>
                  <a:pt x="1999933" y="1225"/>
                </a:cubicBezTo>
                <a:close/>
                <a:moveTo>
                  <a:pt x="1623326" y="0"/>
                </a:moveTo>
                <a:lnTo>
                  <a:pt x="1684517" y="0"/>
                </a:lnTo>
                <a:lnTo>
                  <a:pt x="1687656" y="187"/>
                </a:lnTo>
                <a:lnTo>
                  <a:pt x="1690870" y="0"/>
                </a:lnTo>
                <a:lnTo>
                  <a:pt x="1752799" y="0"/>
                </a:lnTo>
                <a:lnTo>
                  <a:pt x="1751017" y="1456"/>
                </a:lnTo>
                <a:cubicBezTo>
                  <a:pt x="1736642" y="10140"/>
                  <a:pt x="1719431" y="16517"/>
                  <a:pt x="1696936" y="17897"/>
                </a:cubicBezTo>
                <a:lnTo>
                  <a:pt x="1687656" y="18177"/>
                </a:lnTo>
                <a:lnTo>
                  <a:pt x="1678456" y="17891"/>
                </a:lnTo>
                <a:cubicBezTo>
                  <a:pt x="1656174" y="16480"/>
                  <a:pt x="1639072" y="9968"/>
                  <a:pt x="1624817" y="1225"/>
                </a:cubicBezTo>
                <a:close/>
                <a:moveTo>
                  <a:pt x="1248858" y="0"/>
                </a:moveTo>
                <a:lnTo>
                  <a:pt x="1311630" y="0"/>
                </a:lnTo>
                <a:lnTo>
                  <a:pt x="1312377" y="187"/>
                </a:lnTo>
                <a:lnTo>
                  <a:pt x="1313139" y="0"/>
                </a:lnTo>
                <a:lnTo>
                  <a:pt x="1376777" y="0"/>
                </a:lnTo>
                <a:lnTo>
                  <a:pt x="1372826" y="3161"/>
                </a:lnTo>
                <a:cubicBezTo>
                  <a:pt x="1357079" y="12083"/>
                  <a:pt x="1337921" y="18177"/>
                  <a:pt x="1312377" y="18177"/>
                </a:cubicBezTo>
                <a:cubicBezTo>
                  <a:pt x="1287123" y="18177"/>
                  <a:pt x="1268110" y="11938"/>
                  <a:pt x="1252508" y="2943"/>
                </a:cubicBezTo>
                <a:close/>
                <a:moveTo>
                  <a:pt x="873941" y="0"/>
                </a:moveTo>
                <a:lnTo>
                  <a:pt x="936596" y="0"/>
                </a:lnTo>
                <a:lnTo>
                  <a:pt x="937343" y="187"/>
                </a:lnTo>
                <a:lnTo>
                  <a:pt x="938105" y="0"/>
                </a:lnTo>
                <a:lnTo>
                  <a:pt x="1001943" y="0"/>
                </a:lnTo>
                <a:lnTo>
                  <a:pt x="998013" y="3161"/>
                </a:lnTo>
                <a:cubicBezTo>
                  <a:pt x="982192" y="12083"/>
                  <a:pt x="962887" y="18177"/>
                  <a:pt x="937343" y="18177"/>
                </a:cubicBezTo>
                <a:cubicBezTo>
                  <a:pt x="912348" y="18177"/>
                  <a:pt x="893311" y="11938"/>
                  <a:pt x="877616" y="2943"/>
                </a:cubicBezTo>
                <a:close/>
                <a:moveTo>
                  <a:pt x="498714" y="0"/>
                </a:moveTo>
                <a:lnTo>
                  <a:pt x="561322" y="0"/>
                </a:lnTo>
                <a:lnTo>
                  <a:pt x="562069" y="187"/>
                </a:lnTo>
                <a:lnTo>
                  <a:pt x="562831" y="0"/>
                </a:lnTo>
                <a:lnTo>
                  <a:pt x="626667" y="0"/>
                </a:lnTo>
                <a:lnTo>
                  <a:pt x="622737" y="3161"/>
                </a:lnTo>
                <a:cubicBezTo>
                  <a:pt x="606917" y="12083"/>
                  <a:pt x="587613" y="18177"/>
                  <a:pt x="562069" y="18177"/>
                </a:cubicBezTo>
                <a:cubicBezTo>
                  <a:pt x="537092" y="18177"/>
                  <a:pt x="518069" y="11938"/>
                  <a:pt x="502386" y="2943"/>
                </a:cubicBezTo>
                <a:close/>
                <a:moveTo>
                  <a:pt x="123878" y="0"/>
                </a:moveTo>
                <a:lnTo>
                  <a:pt x="186763" y="0"/>
                </a:lnTo>
                <a:lnTo>
                  <a:pt x="187517" y="187"/>
                </a:lnTo>
                <a:lnTo>
                  <a:pt x="188272" y="0"/>
                </a:lnTo>
                <a:lnTo>
                  <a:pt x="251598" y="0"/>
                </a:lnTo>
                <a:lnTo>
                  <a:pt x="247676" y="3161"/>
                </a:lnTo>
                <a:cubicBezTo>
                  <a:pt x="231929" y="12083"/>
                  <a:pt x="212771" y="18177"/>
                  <a:pt x="187517" y="18177"/>
                </a:cubicBezTo>
                <a:cubicBezTo>
                  <a:pt x="162263" y="18177"/>
                  <a:pt x="143250" y="11938"/>
                  <a:pt x="127576" y="294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711200" y="1800000"/>
            <a:ext cx="8161338" cy="2966400"/>
          </a:xfrm>
        </p:spPr>
        <p:txBody>
          <a:bodyPr anchor="t"/>
          <a:lstStyle>
            <a:lvl1pPr algn="l"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711200" y="5108400"/>
            <a:ext cx="8161338" cy="669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2800">
                <a:solidFill>
                  <a:schemeClr val="accent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>
          <a:xfrm>
            <a:off x="711200" y="5882400"/>
            <a:ext cx="8161338" cy="248400"/>
          </a:xfrm>
        </p:spPr>
        <p:txBody>
          <a:bodyPr lIns="0" tIns="0" rIns="0" bIns="0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E8411B0B-D99E-451E-9AD8-A90E55CE22F9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1473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J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FF7FA002-CB64-4C90-85B7-3EF368D90B2C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70" name="AutoShape 3">
            <a:extLst>
              <a:ext uri="{FF2B5EF4-FFF2-40B4-BE49-F238E27FC236}">
                <a16:creationId xmlns:a16="http://schemas.microsoft.com/office/drawing/2014/main" id="{923D6085-0398-48F6-8D5D-24C83A1F67E8}"/>
              </a:ext>
            </a:extLst>
          </p:cNvPr>
          <p:cNvSpPr>
            <a:spLocks noChangeAspect="1" noChangeArrowheads="1" noTextEdit="1"/>
          </p:cNvSpPr>
          <p:nvPr/>
        </p:nvSpPr>
        <p:spPr bwMode="black">
          <a:xfrm>
            <a:off x="712301" y="719138"/>
            <a:ext cx="3192604" cy="452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1" name="Rectangle 5">
            <a:extLst>
              <a:ext uri="{FF2B5EF4-FFF2-40B4-BE49-F238E27FC236}">
                <a16:creationId xmlns:a16="http://schemas.microsoft.com/office/drawing/2014/main" id="{5E9749FA-6470-4293-B951-553B66E16B41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783536" y="807737"/>
            <a:ext cx="24881" cy="276721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2" name="Freeform 6">
            <a:extLst>
              <a:ext uri="{FF2B5EF4-FFF2-40B4-BE49-F238E27FC236}">
                <a16:creationId xmlns:a16="http://schemas.microsoft.com/office/drawing/2014/main" id="{006398B1-3DB2-41B0-8FCA-014DD1704250}"/>
              </a:ext>
            </a:extLst>
          </p:cNvPr>
          <p:cNvSpPr>
            <a:spLocks/>
          </p:cNvSpPr>
          <p:nvPr/>
        </p:nvSpPr>
        <p:spPr bwMode="black">
          <a:xfrm>
            <a:off x="2404788" y="810165"/>
            <a:ext cx="112266" cy="274294"/>
          </a:xfrm>
          <a:custGeom>
            <a:avLst/>
            <a:gdLst>
              <a:gd name="T0" fmla="*/ 376 w 378"/>
              <a:gd name="T1" fmla="*/ 13 h 923"/>
              <a:gd name="T2" fmla="*/ 376 w 378"/>
              <a:gd name="T3" fmla="*/ 94 h 923"/>
              <a:gd name="T4" fmla="*/ 193 w 378"/>
              <a:gd name="T5" fmla="*/ 258 h 923"/>
              <a:gd name="T6" fmla="*/ 193 w 378"/>
              <a:gd name="T7" fmla="*/ 284 h 923"/>
              <a:gd name="T8" fmla="*/ 378 w 378"/>
              <a:gd name="T9" fmla="*/ 284 h 923"/>
              <a:gd name="T10" fmla="*/ 378 w 378"/>
              <a:gd name="T11" fmla="*/ 365 h 923"/>
              <a:gd name="T12" fmla="*/ 193 w 378"/>
              <a:gd name="T13" fmla="*/ 365 h 923"/>
              <a:gd name="T14" fmla="*/ 193 w 378"/>
              <a:gd name="T15" fmla="*/ 923 h 923"/>
              <a:gd name="T16" fmla="*/ 109 w 378"/>
              <a:gd name="T17" fmla="*/ 923 h 923"/>
              <a:gd name="T18" fmla="*/ 109 w 378"/>
              <a:gd name="T19" fmla="*/ 366 h 923"/>
              <a:gd name="T20" fmla="*/ 0 w 378"/>
              <a:gd name="T21" fmla="*/ 366 h 923"/>
              <a:gd name="T22" fmla="*/ 0 w 378"/>
              <a:gd name="T23" fmla="*/ 285 h 923"/>
              <a:gd name="T24" fmla="*/ 109 w 378"/>
              <a:gd name="T25" fmla="*/ 285 h 923"/>
              <a:gd name="T26" fmla="*/ 109 w 378"/>
              <a:gd name="T27" fmla="*/ 259 h 923"/>
              <a:gd name="T28" fmla="*/ 376 w 378"/>
              <a:gd name="T29" fmla="*/ 1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8" h="923">
                <a:moveTo>
                  <a:pt x="376" y="13"/>
                </a:moveTo>
                <a:cubicBezTo>
                  <a:pt x="376" y="94"/>
                  <a:pt x="376" y="94"/>
                  <a:pt x="376" y="94"/>
                </a:cubicBezTo>
                <a:cubicBezTo>
                  <a:pt x="251" y="85"/>
                  <a:pt x="191" y="135"/>
                  <a:pt x="193" y="258"/>
                </a:cubicBezTo>
                <a:cubicBezTo>
                  <a:pt x="193" y="284"/>
                  <a:pt x="193" y="284"/>
                  <a:pt x="193" y="284"/>
                </a:cubicBezTo>
                <a:cubicBezTo>
                  <a:pt x="378" y="284"/>
                  <a:pt x="378" y="284"/>
                  <a:pt x="378" y="284"/>
                </a:cubicBezTo>
                <a:cubicBezTo>
                  <a:pt x="378" y="365"/>
                  <a:pt x="378" y="365"/>
                  <a:pt x="378" y="365"/>
                </a:cubicBezTo>
                <a:cubicBezTo>
                  <a:pt x="193" y="365"/>
                  <a:pt x="193" y="365"/>
                  <a:pt x="193" y="365"/>
                </a:cubicBezTo>
                <a:cubicBezTo>
                  <a:pt x="193" y="923"/>
                  <a:pt x="193" y="923"/>
                  <a:pt x="193" y="923"/>
                </a:cubicBezTo>
                <a:cubicBezTo>
                  <a:pt x="109" y="923"/>
                  <a:pt x="109" y="923"/>
                  <a:pt x="109" y="923"/>
                </a:cubicBezTo>
                <a:cubicBezTo>
                  <a:pt x="109" y="366"/>
                  <a:pt x="109" y="366"/>
                  <a:pt x="109" y="366"/>
                </a:cubicBezTo>
                <a:cubicBezTo>
                  <a:pt x="0" y="366"/>
                  <a:pt x="0" y="366"/>
                  <a:pt x="0" y="366"/>
                </a:cubicBezTo>
                <a:cubicBezTo>
                  <a:pt x="0" y="285"/>
                  <a:pt x="0" y="285"/>
                  <a:pt x="0" y="285"/>
                </a:cubicBezTo>
                <a:cubicBezTo>
                  <a:pt x="109" y="285"/>
                  <a:pt x="109" y="285"/>
                  <a:pt x="109" y="285"/>
                </a:cubicBezTo>
                <a:cubicBezTo>
                  <a:pt x="109" y="259"/>
                  <a:pt x="109" y="259"/>
                  <a:pt x="109" y="259"/>
                </a:cubicBezTo>
                <a:cubicBezTo>
                  <a:pt x="107" y="93"/>
                  <a:pt x="203" y="0"/>
                  <a:pt x="376" y="1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3" name="Freeform 7">
            <a:extLst>
              <a:ext uri="{FF2B5EF4-FFF2-40B4-BE49-F238E27FC236}">
                <a16:creationId xmlns:a16="http://schemas.microsoft.com/office/drawing/2014/main" id="{FD9EA1A8-CC15-4691-A73D-5B65D7A71AC9}"/>
              </a:ext>
            </a:extLst>
          </p:cNvPr>
          <p:cNvSpPr>
            <a:spLocks noEditPoints="1"/>
          </p:cNvSpPr>
          <p:nvPr/>
        </p:nvSpPr>
        <p:spPr bwMode="black">
          <a:xfrm>
            <a:off x="1295478" y="819267"/>
            <a:ext cx="203293" cy="270653"/>
          </a:xfrm>
          <a:custGeom>
            <a:avLst/>
            <a:gdLst>
              <a:gd name="T0" fmla="*/ 165 w 685"/>
              <a:gd name="T1" fmla="*/ 574 h 911"/>
              <a:gd name="T2" fmla="*/ 342 w 685"/>
              <a:gd name="T3" fmla="*/ 754 h 911"/>
              <a:gd name="T4" fmla="*/ 520 w 685"/>
              <a:gd name="T5" fmla="*/ 574 h 911"/>
              <a:gd name="T6" fmla="*/ 342 w 685"/>
              <a:gd name="T7" fmla="*/ 395 h 911"/>
              <a:gd name="T8" fmla="*/ 165 w 685"/>
              <a:gd name="T9" fmla="*/ 574 h 911"/>
              <a:gd name="T10" fmla="*/ 165 w 685"/>
              <a:gd name="T11" fmla="*/ 330 h 911"/>
              <a:gd name="T12" fmla="*/ 372 w 685"/>
              <a:gd name="T13" fmla="*/ 238 h 911"/>
              <a:gd name="T14" fmla="*/ 685 w 685"/>
              <a:gd name="T15" fmla="*/ 574 h 911"/>
              <a:gd name="T16" fmla="*/ 372 w 685"/>
              <a:gd name="T17" fmla="*/ 911 h 911"/>
              <a:gd name="T18" fmla="*/ 165 w 685"/>
              <a:gd name="T19" fmla="*/ 819 h 911"/>
              <a:gd name="T20" fmla="*/ 165 w 685"/>
              <a:gd name="T21" fmla="*/ 893 h 911"/>
              <a:gd name="T22" fmla="*/ 0 w 685"/>
              <a:gd name="T23" fmla="*/ 893 h 911"/>
              <a:gd name="T24" fmla="*/ 0 w 685"/>
              <a:gd name="T25" fmla="*/ 0 h 911"/>
              <a:gd name="T26" fmla="*/ 165 w 685"/>
              <a:gd name="T27" fmla="*/ 0 h 911"/>
              <a:gd name="T28" fmla="*/ 165 w 685"/>
              <a:gd name="T29" fmla="*/ 33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165" y="574"/>
                </a:moveTo>
                <a:cubicBezTo>
                  <a:pt x="165" y="681"/>
                  <a:pt x="241" y="754"/>
                  <a:pt x="342" y="754"/>
                </a:cubicBezTo>
                <a:cubicBezTo>
                  <a:pt x="444" y="754"/>
                  <a:pt x="520" y="681"/>
                  <a:pt x="520" y="574"/>
                </a:cubicBezTo>
                <a:cubicBezTo>
                  <a:pt x="520" y="467"/>
                  <a:pt x="444" y="395"/>
                  <a:pt x="342" y="395"/>
                </a:cubicBezTo>
                <a:cubicBezTo>
                  <a:pt x="241" y="395"/>
                  <a:pt x="165" y="467"/>
                  <a:pt x="165" y="574"/>
                </a:cubicBezTo>
                <a:close/>
                <a:moveTo>
                  <a:pt x="165" y="330"/>
                </a:moveTo>
                <a:cubicBezTo>
                  <a:pt x="212" y="272"/>
                  <a:pt x="279" y="238"/>
                  <a:pt x="372" y="238"/>
                </a:cubicBezTo>
                <a:cubicBezTo>
                  <a:pt x="544" y="238"/>
                  <a:pt x="685" y="385"/>
                  <a:pt x="685" y="574"/>
                </a:cubicBezTo>
                <a:cubicBezTo>
                  <a:pt x="685" y="764"/>
                  <a:pt x="544" y="911"/>
                  <a:pt x="372" y="911"/>
                </a:cubicBezTo>
                <a:cubicBezTo>
                  <a:pt x="280" y="911"/>
                  <a:pt x="212" y="877"/>
                  <a:pt x="165" y="819"/>
                </a:cubicBezTo>
                <a:cubicBezTo>
                  <a:pt x="165" y="893"/>
                  <a:pt x="165" y="893"/>
                  <a:pt x="165" y="893"/>
                </a:cubicBezTo>
                <a:cubicBezTo>
                  <a:pt x="0" y="893"/>
                  <a:pt x="0" y="893"/>
                  <a:pt x="0" y="893"/>
                </a:cubicBezTo>
                <a:cubicBezTo>
                  <a:pt x="0" y="0"/>
                  <a:pt x="0" y="0"/>
                  <a:pt x="0" y="0"/>
                </a:cubicBezTo>
                <a:cubicBezTo>
                  <a:pt x="165" y="0"/>
                  <a:pt x="165" y="0"/>
                  <a:pt x="165" y="0"/>
                </a:cubicBezTo>
                <a:lnTo>
                  <a:pt x="165" y="33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4" name="Freeform 8">
            <a:extLst>
              <a:ext uri="{FF2B5EF4-FFF2-40B4-BE49-F238E27FC236}">
                <a16:creationId xmlns:a16="http://schemas.microsoft.com/office/drawing/2014/main" id="{9F7F365F-1B30-4A65-B9BD-A041E61EB7DB}"/>
              </a:ext>
            </a:extLst>
          </p:cNvPr>
          <p:cNvSpPr>
            <a:spLocks/>
          </p:cNvSpPr>
          <p:nvPr/>
        </p:nvSpPr>
        <p:spPr bwMode="black">
          <a:xfrm>
            <a:off x="1528506" y="890875"/>
            <a:ext cx="106198" cy="193583"/>
          </a:xfrm>
          <a:custGeom>
            <a:avLst/>
            <a:gdLst>
              <a:gd name="T0" fmla="*/ 164 w 358"/>
              <a:gd name="T1" fmla="*/ 13 h 652"/>
              <a:gd name="T2" fmla="*/ 164 w 358"/>
              <a:gd name="T3" fmla="*/ 123 h 652"/>
              <a:gd name="T4" fmla="*/ 358 w 358"/>
              <a:gd name="T5" fmla="*/ 0 h 652"/>
              <a:gd name="T6" fmla="*/ 358 w 358"/>
              <a:gd name="T7" fmla="*/ 184 h 652"/>
              <a:gd name="T8" fmla="*/ 164 w 358"/>
              <a:gd name="T9" fmla="*/ 346 h 652"/>
              <a:gd name="T10" fmla="*/ 164 w 358"/>
              <a:gd name="T11" fmla="*/ 652 h 652"/>
              <a:gd name="T12" fmla="*/ 0 w 358"/>
              <a:gd name="T13" fmla="*/ 652 h 652"/>
              <a:gd name="T14" fmla="*/ 0 w 358"/>
              <a:gd name="T15" fmla="*/ 13 h 652"/>
              <a:gd name="T16" fmla="*/ 164 w 358"/>
              <a:gd name="T17" fmla="*/ 13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8" h="652">
                <a:moveTo>
                  <a:pt x="164" y="13"/>
                </a:moveTo>
                <a:cubicBezTo>
                  <a:pt x="164" y="123"/>
                  <a:pt x="164" y="123"/>
                  <a:pt x="164" y="123"/>
                </a:cubicBezTo>
                <a:cubicBezTo>
                  <a:pt x="196" y="35"/>
                  <a:pt x="277" y="0"/>
                  <a:pt x="358" y="0"/>
                </a:cubicBezTo>
                <a:cubicBezTo>
                  <a:pt x="358" y="184"/>
                  <a:pt x="358" y="184"/>
                  <a:pt x="358" y="184"/>
                </a:cubicBezTo>
                <a:cubicBezTo>
                  <a:pt x="272" y="173"/>
                  <a:pt x="164" y="212"/>
                  <a:pt x="164" y="346"/>
                </a:cubicBezTo>
                <a:cubicBezTo>
                  <a:pt x="164" y="652"/>
                  <a:pt x="164" y="652"/>
                  <a:pt x="164" y="652"/>
                </a:cubicBezTo>
                <a:cubicBezTo>
                  <a:pt x="0" y="652"/>
                  <a:pt x="0" y="652"/>
                  <a:pt x="0" y="652"/>
                </a:cubicBezTo>
                <a:cubicBezTo>
                  <a:pt x="0" y="13"/>
                  <a:pt x="0" y="13"/>
                  <a:pt x="0" y="13"/>
                </a:cubicBezTo>
                <a:lnTo>
                  <a:pt x="164" y="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5" name="Freeform 9">
            <a:extLst>
              <a:ext uri="{FF2B5EF4-FFF2-40B4-BE49-F238E27FC236}">
                <a16:creationId xmlns:a16="http://schemas.microsoft.com/office/drawing/2014/main" id="{D1D9BF81-6A0A-4F72-AF23-458AC7C1B74B}"/>
              </a:ext>
            </a:extLst>
          </p:cNvPr>
          <p:cNvSpPr>
            <a:spLocks noEditPoints="1"/>
          </p:cNvSpPr>
          <p:nvPr/>
        </p:nvSpPr>
        <p:spPr bwMode="black">
          <a:xfrm>
            <a:off x="1652302" y="889661"/>
            <a:ext cx="195404" cy="199652"/>
          </a:xfrm>
          <a:custGeom>
            <a:avLst/>
            <a:gdLst>
              <a:gd name="T0" fmla="*/ 172 w 660"/>
              <a:gd name="T1" fmla="*/ 277 h 673"/>
              <a:gd name="T2" fmla="*/ 338 w 660"/>
              <a:gd name="T3" fmla="*/ 147 h 673"/>
              <a:gd name="T4" fmla="*/ 497 w 660"/>
              <a:gd name="T5" fmla="*/ 277 h 673"/>
              <a:gd name="T6" fmla="*/ 172 w 660"/>
              <a:gd name="T7" fmla="*/ 277 h 673"/>
              <a:gd name="T8" fmla="*/ 173 w 660"/>
              <a:gd name="T9" fmla="*/ 405 h 673"/>
              <a:gd name="T10" fmla="*/ 654 w 660"/>
              <a:gd name="T11" fmla="*/ 405 h 673"/>
              <a:gd name="T12" fmla="*/ 660 w 660"/>
              <a:gd name="T13" fmla="*/ 337 h 673"/>
              <a:gd name="T14" fmla="*/ 337 w 660"/>
              <a:gd name="T15" fmla="*/ 0 h 673"/>
              <a:gd name="T16" fmla="*/ 0 w 660"/>
              <a:gd name="T17" fmla="*/ 337 h 673"/>
              <a:gd name="T18" fmla="*/ 350 w 660"/>
              <a:gd name="T19" fmla="*/ 673 h 673"/>
              <a:gd name="T20" fmla="*/ 628 w 660"/>
              <a:gd name="T21" fmla="*/ 537 h 673"/>
              <a:gd name="T22" fmla="*/ 495 w 660"/>
              <a:gd name="T23" fmla="*/ 461 h 673"/>
              <a:gd name="T24" fmla="*/ 353 w 660"/>
              <a:gd name="T25" fmla="*/ 524 h 673"/>
              <a:gd name="T26" fmla="*/ 173 w 660"/>
              <a:gd name="T27" fmla="*/ 405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60" h="673">
                <a:moveTo>
                  <a:pt x="172" y="277"/>
                </a:moveTo>
                <a:cubicBezTo>
                  <a:pt x="191" y="196"/>
                  <a:pt x="251" y="147"/>
                  <a:pt x="338" y="147"/>
                </a:cubicBezTo>
                <a:cubicBezTo>
                  <a:pt x="408" y="147"/>
                  <a:pt x="476" y="185"/>
                  <a:pt x="497" y="277"/>
                </a:cubicBezTo>
                <a:lnTo>
                  <a:pt x="172" y="277"/>
                </a:lnTo>
                <a:close/>
                <a:moveTo>
                  <a:pt x="173" y="405"/>
                </a:moveTo>
                <a:cubicBezTo>
                  <a:pt x="654" y="405"/>
                  <a:pt x="654" y="405"/>
                  <a:pt x="654" y="405"/>
                </a:cubicBezTo>
                <a:cubicBezTo>
                  <a:pt x="657" y="382"/>
                  <a:pt x="660" y="361"/>
                  <a:pt x="660" y="337"/>
                </a:cubicBezTo>
                <a:cubicBezTo>
                  <a:pt x="660" y="149"/>
                  <a:pt x="526" y="0"/>
                  <a:pt x="337" y="0"/>
                </a:cubicBezTo>
                <a:cubicBezTo>
                  <a:pt x="136" y="0"/>
                  <a:pt x="0" y="147"/>
                  <a:pt x="0" y="337"/>
                </a:cubicBezTo>
                <a:cubicBezTo>
                  <a:pt x="0" y="528"/>
                  <a:pt x="136" y="673"/>
                  <a:pt x="350" y="673"/>
                </a:cubicBezTo>
                <a:cubicBezTo>
                  <a:pt x="473" y="673"/>
                  <a:pt x="568" y="623"/>
                  <a:pt x="628" y="537"/>
                </a:cubicBezTo>
                <a:cubicBezTo>
                  <a:pt x="495" y="461"/>
                  <a:pt x="495" y="461"/>
                  <a:pt x="495" y="461"/>
                </a:cubicBezTo>
                <a:cubicBezTo>
                  <a:pt x="466" y="499"/>
                  <a:pt x="416" y="524"/>
                  <a:pt x="353" y="524"/>
                </a:cubicBezTo>
                <a:cubicBezTo>
                  <a:pt x="267" y="526"/>
                  <a:pt x="197" y="489"/>
                  <a:pt x="173" y="40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7" name="Freeform 10">
            <a:extLst>
              <a:ext uri="{FF2B5EF4-FFF2-40B4-BE49-F238E27FC236}">
                <a16:creationId xmlns:a16="http://schemas.microsoft.com/office/drawing/2014/main" id="{ADA0C0BD-2608-4649-B2CE-FE1111B5CE9F}"/>
              </a:ext>
            </a:extLst>
          </p:cNvPr>
          <p:cNvSpPr>
            <a:spLocks noEditPoints="1"/>
          </p:cNvSpPr>
          <p:nvPr/>
        </p:nvSpPr>
        <p:spPr bwMode="black">
          <a:xfrm>
            <a:off x="1870765" y="889661"/>
            <a:ext cx="202686" cy="200259"/>
          </a:xfrm>
          <a:custGeom>
            <a:avLst/>
            <a:gdLst>
              <a:gd name="T0" fmla="*/ 166 w 684"/>
              <a:gd name="T1" fmla="*/ 338 h 675"/>
              <a:gd name="T2" fmla="*/ 343 w 684"/>
              <a:gd name="T3" fmla="*/ 518 h 675"/>
              <a:gd name="T4" fmla="*/ 521 w 684"/>
              <a:gd name="T5" fmla="*/ 338 h 675"/>
              <a:gd name="T6" fmla="*/ 343 w 684"/>
              <a:gd name="T7" fmla="*/ 159 h 675"/>
              <a:gd name="T8" fmla="*/ 166 w 684"/>
              <a:gd name="T9" fmla="*/ 338 h 675"/>
              <a:gd name="T10" fmla="*/ 519 w 684"/>
              <a:gd name="T11" fmla="*/ 94 h 675"/>
              <a:gd name="T12" fmla="*/ 519 w 684"/>
              <a:gd name="T13" fmla="*/ 19 h 675"/>
              <a:gd name="T14" fmla="*/ 684 w 684"/>
              <a:gd name="T15" fmla="*/ 19 h 675"/>
              <a:gd name="T16" fmla="*/ 684 w 684"/>
              <a:gd name="T17" fmla="*/ 657 h 675"/>
              <a:gd name="T18" fmla="*/ 519 w 684"/>
              <a:gd name="T19" fmla="*/ 657 h 675"/>
              <a:gd name="T20" fmla="*/ 519 w 684"/>
              <a:gd name="T21" fmla="*/ 583 h 675"/>
              <a:gd name="T22" fmla="*/ 310 w 684"/>
              <a:gd name="T23" fmla="*/ 675 h 675"/>
              <a:gd name="T24" fmla="*/ 0 w 684"/>
              <a:gd name="T25" fmla="*/ 338 h 675"/>
              <a:gd name="T26" fmla="*/ 310 w 684"/>
              <a:gd name="T27" fmla="*/ 2 h 675"/>
              <a:gd name="T28" fmla="*/ 519 w 684"/>
              <a:gd name="T29" fmla="*/ 94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4" h="675">
                <a:moveTo>
                  <a:pt x="166" y="338"/>
                </a:moveTo>
                <a:cubicBezTo>
                  <a:pt x="166" y="445"/>
                  <a:pt x="241" y="518"/>
                  <a:pt x="343" y="518"/>
                </a:cubicBezTo>
                <a:cubicBezTo>
                  <a:pt x="445" y="518"/>
                  <a:pt x="521" y="445"/>
                  <a:pt x="521" y="338"/>
                </a:cubicBezTo>
                <a:cubicBezTo>
                  <a:pt x="521" y="231"/>
                  <a:pt x="446" y="159"/>
                  <a:pt x="343" y="159"/>
                </a:cubicBezTo>
                <a:cubicBezTo>
                  <a:pt x="241" y="159"/>
                  <a:pt x="166" y="231"/>
                  <a:pt x="166" y="338"/>
                </a:cubicBezTo>
                <a:close/>
                <a:moveTo>
                  <a:pt x="519" y="94"/>
                </a:moveTo>
                <a:cubicBezTo>
                  <a:pt x="519" y="19"/>
                  <a:pt x="519" y="19"/>
                  <a:pt x="519" y="19"/>
                </a:cubicBezTo>
                <a:cubicBezTo>
                  <a:pt x="684" y="19"/>
                  <a:pt x="684" y="19"/>
                  <a:pt x="684" y="19"/>
                </a:cubicBezTo>
                <a:cubicBezTo>
                  <a:pt x="684" y="657"/>
                  <a:pt x="684" y="657"/>
                  <a:pt x="684" y="657"/>
                </a:cubicBezTo>
                <a:cubicBezTo>
                  <a:pt x="519" y="657"/>
                  <a:pt x="519" y="657"/>
                  <a:pt x="519" y="657"/>
                </a:cubicBezTo>
                <a:cubicBezTo>
                  <a:pt x="519" y="583"/>
                  <a:pt x="519" y="583"/>
                  <a:pt x="519" y="583"/>
                </a:cubicBezTo>
                <a:cubicBezTo>
                  <a:pt x="472" y="641"/>
                  <a:pt x="404" y="675"/>
                  <a:pt x="310" y="675"/>
                </a:cubicBezTo>
                <a:cubicBezTo>
                  <a:pt x="140" y="675"/>
                  <a:pt x="0" y="529"/>
                  <a:pt x="0" y="338"/>
                </a:cubicBezTo>
                <a:cubicBezTo>
                  <a:pt x="0" y="149"/>
                  <a:pt x="140" y="2"/>
                  <a:pt x="310" y="2"/>
                </a:cubicBezTo>
                <a:cubicBezTo>
                  <a:pt x="404" y="0"/>
                  <a:pt x="472" y="36"/>
                  <a:pt x="519" y="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8" name="Freeform 11">
            <a:extLst>
              <a:ext uri="{FF2B5EF4-FFF2-40B4-BE49-F238E27FC236}">
                <a16:creationId xmlns:a16="http://schemas.microsoft.com/office/drawing/2014/main" id="{CD23E280-21F6-4F86-A396-E9237C835C97}"/>
              </a:ext>
            </a:extLst>
          </p:cNvPr>
          <p:cNvSpPr>
            <a:spLocks noEditPoints="1"/>
          </p:cNvSpPr>
          <p:nvPr/>
        </p:nvSpPr>
        <p:spPr bwMode="black">
          <a:xfrm>
            <a:off x="2100152" y="819267"/>
            <a:ext cx="202686" cy="270653"/>
          </a:xfrm>
          <a:custGeom>
            <a:avLst/>
            <a:gdLst>
              <a:gd name="T0" fmla="*/ 344 w 685"/>
              <a:gd name="T1" fmla="*/ 754 h 911"/>
              <a:gd name="T2" fmla="*/ 165 w 685"/>
              <a:gd name="T3" fmla="*/ 574 h 911"/>
              <a:gd name="T4" fmla="*/ 344 w 685"/>
              <a:gd name="T5" fmla="*/ 395 h 911"/>
              <a:gd name="T6" fmla="*/ 520 w 685"/>
              <a:gd name="T7" fmla="*/ 574 h 911"/>
              <a:gd name="T8" fmla="*/ 344 w 685"/>
              <a:gd name="T9" fmla="*/ 754 h 911"/>
              <a:gd name="T10" fmla="*/ 520 w 685"/>
              <a:gd name="T11" fmla="*/ 0 h 911"/>
              <a:gd name="T12" fmla="*/ 520 w 685"/>
              <a:gd name="T13" fmla="*/ 330 h 911"/>
              <a:gd name="T14" fmla="*/ 313 w 685"/>
              <a:gd name="T15" fmla="*/ 238 h 911"/>
              <a:gd name="T16" fmla="*/ 0 w 685"/>
              <a:gd name="T17" fmla="*/ 574 h 911"/>
              <a:gd name="T18" fmla="*/ 313 w 685"/>
              <a:gd name="T19" fmla="*/ 911 h 911"/>
              <a:gd name="T20" fmla="*/ 520 w 685"/>
              <a:gd name="T21" fmla="*/ 819 h 911"/>
              <a:gd name="T22" fmla="*/ 520 w 685"/>
              <a:gd name="T23" fmla="*/ 893 h 911"/>
              <a:gd name="T24" fmla="*/ 685 w 685"/>
              <a:gd name="T25" fmla="*/ 893 h 911"/>
              <a:gd name="T26" fmla="*/ 685 w 685"/>
              <a:gd name="T27" fmla="*/ 0 h 911"/>
              <a:gd name="T28" fmla="*/ 520 w 685"/>
              <a:gd name="T29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344" y="754"/>
                </a:moveTo>
                <a:cubicBezTo>
                  <a:pt x="242" y="754"/>
                  <a:pt x="165" y="681"/>
                  <a:pt x="165" y="574"/>
                </a:cubicBezTo>
                <a:cubicBezTo>
                  <a:pt x="165" y="467"/>
                  <a:pt x="240" y="395"/>
                  <a:pt x="344" y="395"/>
                </a:cubicBezTo>
                <a:cubicBezTo>
                  <a:pt x="444" y="395"/>
                  <a:pt x="520" y="467"/>
                  <a:pt x="520" y="574"/>
                </a:cubicBezTo>
                <a:cubicBezTo>
                  <a:pt x="520" y="681"/>
                  <a:pt x="444" y="754"/>
                  <a:pt x="344" y="754"/>
                </a:cubicBezTo>
                <a:close/>
                <a:moveTo>
                  <a:pt x="520" y="0"/>
                </a:moveTo>
                <a:cubicBezTo>
                  <a:pt x="520" y="330"/>
                  <a:pt x="520" y="330"/>
                  <a:pt x="520" y="330"/>
                </a:cubicBezTo>
                <a:cubicBezTo>
                  <a:pt x="473" y="272"/>
                  <a:pt x="407" y="238"/>
                  <a:pt x="313" y="238"/>
                </a:cubicBezTo>
                <a:cubicBezTo>
                  <a:pt x="141" y="238"/>
                  <a:pt x="0" y="385"/>
                  <a:pt x="0" y="574"/>
                </a:cubicBezTo>
                <a:cubicBezTo>
                  <a:pt x="0" y="765"/>
                  <a:pt x="141" y="911"/>
                  <a:pt x="313" y="911"/>
                </a:cubicBezTo>
                <a:cubicBezTo>
                  <a:pt x="405" y="911"/>
                  <a:pt x="473" y="877"/>
                  <a:pt x="520" y="819"/>
                </a:cubicBezTo>
                <a:cubicBezTo>
                  <a:pt x="520" y="893"/>
                  <a:pt x="520" y="893"/>
                  <a:pt x="520" y="893"/>
                </a:cubicBezTo>
                <a:cubicBezTo>
                  <a:pt x="685" y="893"/>
                  <a:pt x="685" y="893"/>
                  <a:pt x="685" y="893"/>
                </a:cubicBezTo>
                <a:cubicBezTo>
                  <a:pt x="685" y="0"/>
                  <a:pt x="685" y="0"/>
                  <a:pt x="685" y="0"/>
                </a:cubicBezTo>
                <a:lnTo>
                  <a:pt x="5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9" name="Freeform 12">
            <a:extLst>
              <a:ext uri="{FF2B5EF4-FFF2-40B4-BE49-F238E27FC236}">
                <a16:creationId xmlns:a16="http://schemas.microsoft.com/office/drawing/2014/main" id="{181692B4-B838-4C3C-BAF9-96228DCC0C8D}"/>
              </a:ext>
            </a:extLst>
          </p:cNvPr>
          <p:cNvSpPr>
            <a:spLocks/>
          </p:cNvSpPr>
          <p:nvPr/>
        </p:nvSpPr>
        <p:spPr bwMode="black">
          <a:xfrm>
            <a:off x="2541934" y="818054"/>
            <a:ext cx="36411" cy="36411"/>
          </a:xfrm>
          <a:custGeom>
            <a:avLst/>
            <a:gdLst>
              <a:gd name="T0" fmla="*/ 61 w 123"/>
              <a:gd name="T1" fmla="*/ 123 h 123"/>
              <a:gd name="T2" fmla="*/ 123 w 123"/>
              <a:gd name="T3" fmla="*/ 62 h 123"/>
              <a:gd name="T4" fmla="*/ 61 w 123"/>
              <a:gd name="T5" fmla="*/ 0 h 123"/>
              <a:gd name="T6" fmla="*/ 0 w 123"/>
              <a:gd name="T7" fmla="*/ 62 h 123"/>
              <a:gd name="T8" fmla="*/ 61 w 123"/>
              <a:gd name="T9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61" y="123"/>
                </a:moveTo>
                <a:cubicBezTo>
                  <a:pt x="95" y="123"/>
                  <a:pt x="123" y="94"/>
                  <a:pt x="123" y="62"/>
                </a:cubicBezTo>
                <a:cubicBezTo>
                  <a:pt x="123" y="28"/>
                  <a:pt x="95" y="0"/>
                  <a:pt x="61" y="0"/>
                </a:cubicBezTo>
                <a:cubicBezTo>
                  <a:pt x="27" y="0"/>
                  <a:pt x="0" y="29"/>
                  <a:pt x="0" y="62"/>
                </a:cubicBezTo>
                <a:cubicBezTo>
                  <a:pt x="0" y="94"/>
                  <a:pt x="26" y="123"/>
                  <a:pt x="61" y="12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0" name="Rectangle 13">
            <a:extLst>
              <a:ext uri="{FF2B5EF4-FFF2-40B4-BE49-F238E27FC236}">
                <a16:creationId xmlns:a16="http://schemas.microsoft.com/office/drawing/2014/main" id="{1701B9AC-16BF-42B1-A2A9-7017802932A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547396" y="894516"/>
            <a:ext cx="24881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1" name="Freeform 14">
            <a:extLst>
              <a:ext uri="{FF2B5EF4-FFF2-40B4-BE49-F238E27FC236}">
                <a16:creationId xmlns:a16="http://schemas.microsoft.com/office/drawing/2014/main" id="{D5B39570-BC86-4CEA-A94C-FA7368E8DF97}"/>
              </a:ext>
            </a:extLst>
          </p:cNvPr>
          <p:cNvSpPr>
            <a:spLocks/>
          </p:cNvSpPr>
          <p:nvPr/>
        </p:nvSpPr>
        <p:spPr bwMode="black">
          <a:xfrm>
            <a:off x="2622038" y="890268"/>
            <a:ext cx="162634" cy="194190"/>
          </a:xfrm>
          <a:custGeom>
            <a:avLst/>
            <a:gdLst>
              <a:gd name="T0" fmla="*/ 86 w 549"/>
              <a:gd name="T1" fmla="*/ 115 h 654"/>
              <a:gd name="T2" fmla="*/ 300 w 549"/>
              <a:gd name="T3" fmla="*/ 0 h 654"/>
              <a:gd name="T4" fmla="*/ 549 w 549"/>
              <a:gd name="T5" fmla="*/ 262 h 654"/>
              <a:gd name="T6" fmla="*/ 549 w 549"/>
              <a:gd name="T7" fmla="*/ 654 h 654"/>
              <a:gd name="T8" fmla="*/ 465 w 549"/>
              <a:gd name="T9" fmla="*/ 654 h 654"/>
              <a:gd name="T10" fmla="*/ 465 w 549"/>
              <a:gd name="T11" fmla="*/ 262 h 654"/>
              <a:gd name="T12" fmla="*/ 291 w 549"/>
              <a:gd name="T13" fmla="*/ 83 h 654"/>
              <a:gd name="T14" fmla="*/ 84 w 549"/>
              <a:gd name="T15" fmla="*/ 321 h 654"/>
              <a:gd name="T16" fmla="*/ 84 w 549"/>
              <a:gd name="T17" fmla="*/ 654 h 654"/>
              <a:gd name="T18" fmla="*/ 0 w 549"/>
              <a:gd name="T19" fmla="*/ 654 h 654"/>
              <a:gd name="T20" fmla="*/ 0 w 549"/>
              <a:gd name="T21" fmla="*/ 15 h 654"/>
              <a:gd name="T22" fmla="*/ 84 w 549"/>
              <a:gd name="T23" fmla="*/ 15 h 654"/>
              <a:gd name="T24" fmla="*/ 84 w 549"/>
              <a:gd name="T25" fmla="*/ 115 h 654"/>
              <a:gd name="T26" fmla="*/ 86 w 549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9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49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1" y="83"/>
                </a:cubicBezTo>
                <a:cubicBezTo>
                  <a:pt x="180" y="83"/>
                  <a:pt x="84" y="149"/>
                  <a:pt x="84" y="321"/>
                </a:cubicBezTo>
                <a:cubicBezTo>
                  <a:pt x="84" y="654"/>
                  <a:pt x="84" y="654"/>
                  <a:pt x="84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4" y="15"/>
                  <a:pt x="84" y="15"/>
                  <a:pt x="84" y="15"/>
                </a:cubicBezTo>
                <a:cubicBezTo>
                  <a:pt x="84" y="115"/>
                  <a:pt x="84" y="115"/>
                  <a:pt x="84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2" name="Freeform 15">
            <a:extLst>
              <a:ext uri="{FF2B5EF4-FFF2-40B4-BE49-F238E27FC236}">
                <a16:creationId xmlns:a16="http://schemas.microsoft.com/office/drawing/2014/main" id="{EEE815C0-486F-40DD-8C71-855F422FFCE8}"/>
              </a:ext>
            </a:extLst>
          </p:cNvPr>
          <p:cNvSpPr>
            <a:spLocks noEditPoints="1"/>
          </p:cNvSpPr>
          <p:nvPr/>
        </p:nvSpPr>
        <p:spPr bwMode="black">
          <a:xfrm>
            <a:off x="2815014" y="890268"/>
            <a:ext cx="199652" cy="199045"/>
          </a:xfrm>
          <a:custGeom>
            <a:avLst/>
            <a:gdLst>
              <a:gd name="T0" fmla="*/ 337 w 672"/>
              <a:gd name="T1" fmla="*/ 587 h 670"/>
              <a:gd name="T2" fmla="*/ 86 w 672"/>
              <a:gd name="T3" fmla="*/ 335 h 670"/>
              <a:gd name="T4" fmla="*/ 337 w 672"/>
              <a:gd name="T5" fmla="*/ 82 h 670"/>
              <a:gd name="T6" fmla="*/ 588 w 672"/>
              <a:gd name="T7" fmla="*/ 335 h 670"/>
              <a:gd name="T8" fmla="*/ 337 w 672"/>
              <a:gd name="T9" fmla="*/ 587 h 670"/>
              <a:gd name="T10" fmla="*/ 588 w 672"/>
              <a:gd name="T11" fmla="*/ 16 h 670"/>
              <a:gd name="T12" fmla="*/ 588 w 672"/>
              <a:gd name="T13" fmla="*/ 140 h 670"/>
              <a:gd name="T14" fmla="*/ 331 w 672"/>
              <a:gd name="T15" fmla="*/ 0 h 670"/>
              <a:gd name="T16" fmla="*/ 0 w 672"/>
              <a:gd name="T17" fmla="*/ 335 h 670"/>
              <a:gd name="T18" fmla="*/ 331 w 672"/>
              <a:gd name="T19" fmla="*/ 670 h 670"/>
              <a:gd name="T20" fmla="*/ 588 w 672"/>
              <a:gd name="T21" fmla="*/ 529 h 670"/>
              <a:gd name="T22" fmla="*/ 588 w 672"/>
              <a:gd name="T23" fmla="*/ 654 h 670"/>
              <a:gd name="T24" fmla="*/ 672 w 672"/>
              <a:gd name="T25" fmla="*/ 654 h 670"/>
              <a:gd name="T26" fmla="*/ 672 w 672"/>
              <a:gd name="T27" fmla="*/ 16 h 670"/>
              <a:gd name="T28" fmla="*/ 588 w 672"/>
              <a:gd name="T29" fmla="*/ 16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337" y="587"/>
                </a:moveTo>
                <a:cubicBezTo>
                  <a:pt x="196" y="587"/>
                  <a:pt x="86" y="477"/>
                  <a:pt x="86" y="335"/>
                </a:cubicBezTo>
                <a:cubicBezTo>
                  <a:pt x="86" y="192"/>
                  <a:pt x="196" y="82"/>
                  <a:pt x="337" y="82"/>
                </a:cubicBezTo>
                <a:cubicBezTo>
                  <a:pt x="480" y="82"/>
                  <a:pt x="588" y="192"/>
                  <a:pt x="588" y="335"/>
                </a:cubicBezTo>
                <a:cubicBezTo>
                  <a:pt x="588" y="477"/>
                  <a:pt x="478" y="587"/>
                  <a:pt x="337" y="587"/>
                </a:cubicBezTo>
                <a:close/>
                <a:moveTo>
                  <a:pt x="588" y="16"/>
                </a:moveTo>
                <a:cubicBezTo>
                  <a:pt x="588" y="140"/>
                  <a:pt x="588" y="140"/>
                  <a:pt x="588" y="140"/>
                </a:cubicBezTo>
                <a:cubicBezTo>
                  <a:pt x="535" y="55"/>
                  <a:pt x="444" y="0"/>
                  <a:pt x="331" y="0"/>
                </a:cubicBezTo>
                <a:cubicBezTo>
                  <a:pt x="151" y="0"/>
                  <a:pt x="0" y="145"/>
                  <a:pt x="0" y="335"/>
                </a:cubicBezTo>
                <a:cubicBezTo>
                  <a:pt x="0" y="524"/>
                  <a:pt x="149" y="670"/>
                  <a:pt x="331" y="670"/>
                </a:cubicBezTo>
                <a:cubicBezTo>
                  <a:pt x="444" y="670"/>
                  <a:pt x="535" y="615"/>
                  <a:pt x="588" y="529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672" y="16"/>
                  <a:pt x="672" y="16"/>
                  <a:pt x="672" y="16"/>
                </a:cubicBezTo>
                <a:lnTo>
                  <a:pt x="588" y="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3" name="Freeform 16">
            <a:extLst>
              <a:ext uri="{FF2B5EF4-FFF2-40B4-BE49-F238E27FC236}">
                <a16:creationId xmlns:a16="http://schemas.microsoft.com/office/drawing/2014/main" id="{3D18E8AA-B241-4AFF-B84C-A36A31344F86}"/>
              </a:ext>
            </a:extLst>
          </p:cNvPr>
          <p:cNvSpPr>
            <a:spLocks/>
          </p:cNvSpPr>
          <p:nvPr/>
        </p:nvSpPr>
        <p:spPr bwMode="black">
          <a:xfrm>
            <a:off x="3059572" y="890268"/>
            <a:ext cx="163241" cy="194190"/>
          </a:xfrm>
          <a:custGeom>
            <a:avLst/>
            <a:gdLst>
              <a:gd name="T0" fmla="*/ 86 w 551"/>
              <a:gd name="T1" fmla="*/ 115 h 654"/>
              <a:gd name="T2" fmla="*/ 300 w 551"/>
              <a:gd name="T3" fmla="*/ 0 h 654"/>
              <a:gd name="T4" fmla="*/ 549 w 551"/>
              <a:gd name="T5" fmla="*/ 262 h 654"/>
              <a:gd name="T6" fmla="*/ 549 w 551"/>
              <a:gd name="T7" fmla="*/ 654 h 654"/>
              <a:gd name="T8" fmla="*/ 465 w 551"/>
              <a:gd name="T9" fmla="*/ 654 h 654"/>
              <a:gd name="T10" fmla="*/ 465 w 551"/>
              <a:gd name="T11" fmla="*/ 262 h 654"/>
              <a:gd name="T12" fmla="*/ 292 w 551"/>
              <a:gd name="T13" fmla="*/ 83 h 654"/>
              <a:gd name="T14" fmla="*/ 85 w 551"/>
              <a:gd name="T15" fmla="*/ 321 h 654"/>
              <a:gd name="T16" fmla="*/ 85 w 551"/>
              <a:gd name="T17" fmla="*/ 654 h 654"/>
              <a:gd name="T18" fmla="*/ 0 w 551"/>
              <a:gd name="T19" fmla="*/ 654 h 654"/>
              <a:gd name="T20" fmla="*/ 0 w 551"/>
              <a:gd name="T21" fmla="*/ 15 h 654"/>
              <a:gd name="T22" fmla="*/ 85 w 551"/>
              <a:gd name="T23" fmla="*/ 15 h 654"/>
              <a:gd name="T24" fmla="*/ 85 w 551"/>
              <a:gd name="T25" fmla="*/ 115 h 654"/>
              <a:gd name="T26" fmla="*/ 86 w 551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51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51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2" y="83"/>
                </a:cubicBezTo>
                <a:cubicBezTo>
                  <a:pt x="180" y="83"/>
                  <a:pt x="85" y="149"/>
                  <a:pt x="85" y="321"/>
                </a:cubicBezTo>
                <a:cubicBezTo>
                  <a:pt x="85" y="654"/>
                  <a:pt x="85" y="654"/>
                  <a:pt x="85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5" y="15"/>
                  <a:pt x="85" y="15"/>
                  <a:pt x="85" y="15"/>
                </a:cubicBezTo>
                <a:cubicBezTo>
                  <a:pt x="85" y="115"/>
                  <a:pt x="85" y="115"/>
                  <a:pt x="85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4" name="Freeform 17">
            <a:extLst>
              <a:ext uri="{FF2B5EF4-FFF2-40B4-BE49-F238E27FC236}">
                <a16:creationId xmlns:a16="http://schemas.microsoft.com/office/drawing/2014/main" id="{74842B5F-474C-49B4-AD29-16E3A4AD2DE3}"/>
              </a:ext>
            </a:extLst>
          </p:cNvPr>
          <p:cNvSpPr>
            <a:spLocks/>
          </p:cNvSpPr>
          <p:nvPr/>
        </p:nvSpPr>
        <p:spPr bwMode="black">
          <a:xfrm>
            <a:off x="3256189" y="890268"/>
            <a:ext cx="183874" cy="199045"/>
          </a:xfrm>
          <a:custGeom>
            <a:avLst/>
            <a:gdLst>
              <a:gd name="T0" fmla="*/ 335 w 621"/>
              <a:gd name="T1" fmla="*/ 670 h 670"/>
              <a:gd name="T2" fmla="*/ 621 w 621"/>
              <a:gd name="T3" fmla="*/ 503 h 670"/>
              <a:gd name="T4" fmla="*/ 552 w 621"/>
              <a:gd name="T5" fmla="*/ 463 h 670"/>
              <a:gd name="T6" fmla="*/ 336 w 621"/>
              <a:gd name="T7" fmla="*/ 587 h 670"/>
              <a:gd name="T8" fmla="*/ 85 w 621"/>
              <a:gd name="T9" fmla="*/ 335 h 670"/>
              <a:gd name="T10" fmla="*/ 336 w 621"/>
              <a:gd name="T11" fmla="*/ 82 h 670"/>
              <a:gd name="T12" fmla="*/ 547 w 621"/>
              <a:gd name="T13" fmla="*/ 207 h 670"/>
              <a:gd name="T14" fmla="*/ 616 w 621"/>
              <a:gd name="T15" fmla="*/ 166 h 670"/>
              <a:gd name="T16" fmla="*/ 336 w 621"/>
              <a:gd name="T17" fmla="*/ 0 h 670"/>
              <a:gd name="T18" fmla="*/ 1 w 621"/>
              <a:gd name="T19" fmla="*/ 335 h 670"/>
              <a:gd name="T20" fmla="*/ 335 w 621"/>
              <a:gd name="T21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21" h="670">
                <a:moveTo>
                  <a:pt x="335" y="670"/>
                </a:moveTo>
                <a:cubicBezTo>
                  <a:pt x="459" y="670"/>
                  <a:pt x="568" y="605"/>
                  <a:pt x="621" y="503"/>
                </a:cubicBezTo>
                <a:cubicBezTo>
                  <a:pt x="552" y="463"/>
                  <a:pt x="552" y="463"/>
                  <a:pt x="552" y="463"/>
                </a:cubicBezTo>
                <a:cubicBezTo>
                  <a:pt x="511" y="537"/>
                  <a:pt x="433" y="587"/>
                  <a:pt x="336" y="587"/>
                </a:cubicBezTo>
                <a:cubicBezTo>
                  <a:pt x="195" y="587"/>
                  <a:pt x="85" y="477"/>
                  <a:pt x="85" y="335"/>
                </a:cubicBezTo>
                <a:cubicBezTo>
                  <a:pt x="85" y="192"/>
                  <a:pt x="195" y="82"/>
                  <a:pt x="336" y="82"/>
                </a:cubicBezTo>
                <a:cubicBezTo>
                  <a:pt x="432" y="82"/>
                  <a:pt x="513" y="132"/>
                  <a:pt x="547" y="207"/>
                </a:cubicBezTo>
                <a:cubicBezTo>
                  <a:pt x="616" y="166"/>
                  <a:pt x="616" y="166"/>
                  <a:pt x="616" y="166"/>
                </a:cubicBezTo>
                <a:cubicBezTo>
                  <a:pt x="569" y="66"/>
                  <a:pt x="463" y="0"/>
                  <a:pt x="336" y="0"/>
                </a:cubicBezTo>
                <a:cubicBezTo>
                  <a:pt x="144" y="0"/>
                  <a:pt x="1" y="145"/>
                  <a:pt x="1" y="335"/>
                </a:cubicBezTo>
                <a:cubicBezTo>
                  <a:pt x="0" y="524"/>
                  <a:pt x="142" y="670"/>
                  <a:pt x="335" y="6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5" name="Freeform 18">
            <a:extLst>
              <a:ext uri="{FF2B5EF4-FFF2-40B4-BE49-F238E27FC236}">
                <a16:creationId xmlns:a16="http://schemas.microsoft.com/office/drawing/2014/main" id="{F156651F-3C66-492A-823C-B70098DB9707}"/>
              </a:ext>
            </a:extLst>
          </p:cNvPr>
          <p:cNvSpPr>
            <a:spLocks noEditPoints="1"/>
          </p:cNvSpPr>
          <p:nvPr/>
        </p:nvSpPr>
        <p:spPr bwMode="black">
          <a:xfrm>
            <a:off x="3533517" y="890268"/>
            <a:ext cx="199045" cy="199045"/>
          </a:xfrm>
          <a:custGeom>
            <a:avLst/>
            <a:gdLst>
              <a:gd name="T0" fmla="*/ 85 w 672"/>
              <a:gd name="T1" fmla="*/ 334 h 670"/>
              <a:gd name="T2" fmla="*/ 335 w 672"/>
              <a:gd name="T3" fmla="*/ 586 h 670"/>
              <a:gd name="T4" fmla="*/ 586 w 672"/>
              <a:gd name="T5" fmla="*/ 334 h 670"/>
              <a:gd name="T6" fmla="*/ 335 w 672"/>
              <a:gd name="T7" fmla="*/ 81 h 670"/>
              <a:gd name="T8" fmla="*/ 85 w 672"/>
              <a:gd name="T9" fmla="*/ 334 h 670"/>
              <a:gd name="T10" fmla="*/ 588 w 672"/>
              <a:gd name="T11" fmla="*/ 141 h 670"/>
              <a:gd name="T12" fmla="*/ 588 w 672"/>
              <a:gd name="T13" fmla="*/ 16 h 670"/>
              <a:gd name="T14" fmla="*/ 672 w 672"/>
              <a:gd name="T15" fmla="*/ 16 h 670"/>
              <a:gd name="T16" fmla="*/ 672 w 672"/>
              <a:gd name="T17" fmla="*/ 654 h 670"/>
              <a:gd name="T18" fmla="*/ 588 w 672"/>
              <a:gd name="T19" fmla="*/ 654 h 670"/>
              <a:gd name="T20" fmla="*/ 588 w 672"/>
              <a:gd name="T21" fmla="*/ 530 h 670"/>
              <a:gd name="T22" fmla="*/ 331 w 672"/>
              <a:gd name="T23" fmla="*/ 670 h 670"/>
              <a:gd name="T24" fmla="*/ 0 w 672"/>
              <a:gd name="T25" fmla="*/ 335 h 670"/>
              <a:gd name="T26" fmla="*/ 331 w 672"/>
              <a:gd name="T27" fmla="*/ 0 h 670"/>
              <a:gd name="T28" fmla="*/ 588 w 672"/>
              <a:gd name="T29" fmla="*/ 141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85" y="334"/>
                </a:moveTo>
                <a:cubicBezTo>
                  <a:pt x="85" y="476"/>
                  <a:pt x="195" y="586"/>
                  <a:pt x="335" y="586"/>
                </a:cubicBezTo>
                <a:cubicBezTo>
                  <a:pt x="478" y="586"/>
                  <a:pt x="586" y="476"/>
                  <a:pt x="586" y="334"/>
                </a:cubicBezTo>
                <a:cubicBezTo>
                  <a:pt x="586" y="191"/>
                  <a:pt x="476" y="81"/>
                  <a:pt x="335" y="81"/>
                </a:cubicBezTo>
                <a:cubicBezTo>
                  <a:pt x="195" y="81"/>
                  <a:pt x="85" y="193"/>
                  <a:pt x="85" y="334"/>
                </a:cubicBezTo>
                <a:close/>
                <a:moveTo>
                  <a:pt x="588" y="141"/>
                </a:moveTo>
                <a:cubicBezTo>
                  <a:pt x="588" y="16"/>
                  <a:pt x="588" y="16"/>
                  <a:pt x="588" y="16"/>
                </a:cubicBezTo>
                <a:cubicBezTo>
                  <a:pt x="672" y="16"/>
                  <a:pt x="672" y="16"/>
                  <a:pt x="672" y="16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588" y="530"/>
                  <a:pt x="588" y="530"/>
                  <a:pt x="588" y="530"/>
                </a:cubicBezTo>
                <a:cubicBezTo>
                  <a:pt x="535" y="615"/>
                  <a:pt x="444" y="670"/>
                  <a:pt x="331" y="670"/>
                </a:cubicBezTo>
                <a:cubicBezTo>
                  <a:pt x="151" y="670"/>
                  <a:pt x="0" y="525"/>
                  <a:pt x="0" y="335"/>
                </a:cubicBezTo>
                <a:cubicBezTo>
                  <a:pt x="0" y="146"/>
                  <a:pt x="151" y="0"/>
                  <a:pt x="331" y="0"/>
                </a:cubicBezTo>
                <a:cubicBezTo>
                  <a:pt x="444" y="0"/>
                  <a:pt x="535" y="55"/>
                  <a:pt x="588" y="1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6" name="Freeform 19">
            <a:extLst>
              <a:ext uri="{FF2B5EF4-FFF2-40B4-BE49-F238E27FC236}">
                <a16:creationId xmlns:a16="http://schemas.microsoft.com/office/drawing/2014/main" id="{A469DA7C-0743-469F-A015-DC13BBA64E7B}"/>
              </a:ext>
            </a:extLst>
          </p:cNvPr>
          <p:cNvSpPr>
            <a:spLocks/>
          </p:cNvSpPr>
          <p:nvPr/>
        </p:nvSpPr>
        <p:spPr bwMode="black">
          <a:xfrm>
            <a:off x="3471012" y="818054"/>
            <a:ext cx="36411" cy="36411"/>
          </a:xfrm>
          <a:custGeom>
            <a:avLst/>
            <a:gdLst>
              <a:gd name="T0" fmla="*/ 123 w 123"/>
              <a:gd name="T1" fmla="*/ 62 h 123"/>
              <a:gd name="T2" fmla="*/ 61 w 123"/>
              <a:gd name="T3" fmla="*/ 123 h 123"/>
              <a:gd name="T4" fmla="*/ 0 w 123"/>
              <a:gd name="T5" fmla="*/ 62 h 123"/>
              <a:gd name="T6" fmla="*/ 61 w 123"/>
              <a:gd name="T7" fmla="*/ 0 h 123"/>
              <a:gd name="T8" fmla="*/ 123 w 123"/>
              <a:gd name="T9" fmla="*/ 62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123" y="62"/>
                </a:moveTo>
                <a:cubicBezTo>
                  <a:pt x="123" y="94"/>
                  <a:pt x="95" y="123"/>
                  <a:pt x="61" y="123"/>
                </a:cubicBezTo>
                <a:cubicBezTo>
                  <a:pt x="27" y="123"/>
                  <a:pt x="0" y="96"/>
                  <a:pt x="0" y="62"/>
                </a:cubicBezTo>
                <a:cubicBezTo>
                  <a:pt x="0" y="29"/>
                  <a:pt x="27" y="0"/>
                  <a:pt x="61" y="0"/>
                </a:cubicBezTo>
                <a:cubicBezTo>
                  <a:pt x="95" y="0"/>
                  <a:pt x="123" y="28"/>
                  <a:pt x="123" y="6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7" name="Rectangle 20">
            <a:extLst>
              <a:ext uri="{FF2B5EF4-FFF2-40B4-BE49-F238E27FC236}">
                <a16:creationId xmlns:a16="http://schemas.microsoft.com/office/drawing/2014/main" id="{36B496A5-5C05-4C14-ADC4-19CB6D927ED0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477687" y="894516"/>
            <a:ext cx="23060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8" name="Freeform 21">
            <a:extLst>
              <a:ext uri="{FF2B5EF4-FFF2-40B4-BE49-F238E27FC236}">
                <a16:creationId xmlns:a16="http://schemas.microsoft.com/office/drawing/2014/main" id="{1432F72A-C165-4637-8479-BB44A00D2422}"/>
              </a:ext>
            </a:extLst>
          </p:cNvPr>
          <p:cNvSpPr>
            <a:spLocks noEditPoints="1"/>
          </p:cNvSpPr>
          <p:nvPr/>
        </p:nvSpPr>
        <p:spPr bwMode="auto">
          <a:xfrm>
            <a:off x="712301" y="719138"/>
            <a:ext cx="451492" cy="452099"/>
          </a:xfrm>
          <a:custGeom>
            <a:avLst/>
            <a:gdLst>
              <a:gd name="T0" fmla="*/ 1075 w 1523"/>
              <a:gd name="T1" fmla="*/ 1101 h 1522"/>
              <a:gd name="T2" fmla="*/ 753 w 1523"/>
              <a:gd name="T3" fmla="*/ 505 h 1522"/>
              <a:gd name="T4" fmla="*/ 1213 w 1523"/>
              <a:gd name="T5" fmla="*/ 643 h 1522"/>
              <a:gd name="T6" fmla="*/ 1075 w 1523"/>
              <a:gd name="T7" fmla="*/ 1101 h 1522"/>
              <a:gd name="T8" fmla="*/ 908 w 1523"/>
              <a:gd name="T9" fmla="*/ 1315 h 1522"/>
              <a:gd name="T10" fmla="*/ 898 w 1523"/>
              <a:gd name="T11" fmla="*/ 1320 h 1522"/>
              <a:gd name="T12" fmla="*/ 711 w 1523"/>
              <a:gd name="T13" fmla="*/ 1264 h 1522"/>
              <a:gd name="T14" fmla="*/ 297 w 1523"/>
              <a:gd name="T15" fmla="*/ 496 h 1522"/>
              <a:gd name="T16" fmla="*/ 353 w 1523"/>
              <a:gd name="T17" fmla="*/ 308 h 1522"/>
              <a:gd name="T18" fmla="*/ 363 w 1523"/>
              <a:gd name="T19" fmla="*/ 303 h 1522"/>
              <a:gd name="T20" fmla="*/ 550 w 1523"/>
              <a:gd name="T21" fmla="*/ 359 h 1522"/>
              <a:gd name="T22" fmla="*/ 964 w 1523"/>
              <a:gd name="T23" fmla="*/ 1128 h 1522"/>
              <a:gd name="T24" fmla="*/ 908 w 1523"/>
              <a:gd name="T25" fmla="*/ 1315 h 1522"/>
              <a:gd name="T26" fmla="*/ 761 w 1523"/>
              <a:gd name="T27" fmla="*/ 0 h 1522"/>
              <a:gd name="T28" fmla="*/ 0 w 1523"/>
              <a:gd name="T29" fmla="*/ 761 h 1522"/>
              <a:gd name="T30" fmla="*/ 761 w 1523"/>
              <a:gd name="T31" fmla="*/ 1522 h 1522"/>
              <a:gd name="T32" fmla="*/ 1522 w 1523"/>
              <a:gd name="T33" fmla="*/ 761 h 1522"/>
              <a:gd name="T34" fmla="*/ 761 w 1523"/>
              <a:gd name="T35" fmla="*/ 0 h 1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23" h="1522">
                <a:moveTo>
                  <a:pt x="1075" y="1101"/>
                </a:moveTo>
                <a:cubicBezTo>
                  <a:pt x="753" y="505"/>
                  <a:pt x="753" y="505"/>
                  <a:pt x="753" y="505"/>
                </a:cubicBezTo>
                <a:cubicBezTo>
                  <a:pt x="918" y="416"/>
                  <a:pt x="1124" y="478"/>
                  <a:pt x="1213" y="643"/>
                </a:cubicBezTo>
                <a:cubicBezTo>
                  <a:pt x="1301" y="807"/>
                  <a:pt x="1240" y="1012"/>
                  <a:pt x="1075" y="1101"/>
                </a:cubicBezTo>
                <a:close/>
                <a:moveTo>
                  <a:pt x="908" y="1315"/>
                </a:moveTo>
                <a:cubicBezTo>
                  <a:pt x="898" y="1320"/>
                  <a:pt x="898" y="1320"/>
                  <a:pt x="898" y="1320"/>
                </a:cubicBezTo>
                <a:cubicBezTo>
                  <a:pt x="831" y="1357"/>
                  <a:pt x="747" y="1331"/>
                  <a:pt x="711" y="1264"/>
                </a:cubicBezTo>
                <a:cubicBezTo>
                  <a:pt x="297" y="496"/>
                  <a:pt x="297" y="496"/>
                  <a:pt x="297" y="496"/>
                </a:cubicBezTo>
                <a:cubicBezTo>
                  <a:pt x="260" y="429"/>
                  <a:pt x="286" y="345"/>
                  <a:pt x="353" y="308"/>
                </a:cubicBezTo>
                <a:cubicBezTo>
                  <a:pt x="363" y="303"/>
                  <a:pt x="363" y="303"/>
                  <a:pt x="363" y="303"/>
                </a:cubicBezTo>
                <a:cubicBezTo>
                  <a:pt x="430" y="267"/>
                  <a:pt x="514" y="291"/>
                  <a:pt x="550" y="359"/>
                </a:cubicBezTo>
                <a:cubicBezTo>
                  <a:pt x="964" y="1128"/>
                  <a:pt x="964" y="1128"/>
                  <a:pt x="964" y="1128"/>
                </a:cubicBezTo>
                <a:cubicBezTo>
                  <a:pt x="999" y="1195"/>
                  <a:pt x="974" y="1278"/>
                  <a:pt x="908" y="1315"/>
                </a:cubicBezTo>
                <a:close/>
                <a:moveTo>
                  <a:pt x="761" y="0"/>
                </a:moveTo>
                <a:cubicBezTo>
                  <a:pt x="341" y="0"/>
                  <a:pt x="0" y="340"/>
                  <a:pt x="0" y="761"/>
                </a:cubicBezTo>
                <a:cubicBezTo>
                  <a:pt x="0" y="1181"/>
                  <a:pt x="341" y="1522"/>
                  <a:pt x="761" y="1522"/>
                </a:cubicBezTo>
                <a:cubicBezTo>
                  <a:pt x="1181" y="1522"/>
                  <a:pt x="1522" y="1181"/>
                  <a:pt x="1522" y="761"/>
                </a:cubicBezTo>
                <a:cubicBezTo>
                  <a:pt x="1523" y="340"/>
                  <a:pt x="1182" y="0"/>
                  <a:pt x="761" y="0"/>
                </a:cubicBezTo>
                <a:close/>
              </a:path>
            </a:pathLst>
          </a:custGeom>
          <a:solidFill>
            <a:srgbClr val="59BE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9" name="Freeform 22">
            <a:extLst>
              <a:ext uri="{FF2B5EF4-FFF2-40B4-BE49-F238E27FC236}">
                <a16:creationId xmlns:a16="http://schemas.microsoft.com/office/drawing/2014/main" id="{DD72D91C-CB20-40E7-A51E-71C266F5F6B2}"/>
              </a:ext>
            </a:extLst>
          </p:cNvPr>
          <p:cNvSpPr>
            <a:spLocks/>
          </p:cNvSpPr>
          <p:nvPr/>
        </p:nvSpPr>
        <p:spPr bwMode="black">
          <a:xfrm>
            <a:off x="3845434" y="1046834"/>
            <a:ext cx="23667" cy="33983"/>
          </a:xfrm>
          <a:custGeom>
            <a:avLst/>
            <a:gdLst>
              <a:gd name="T0" fmla="*/ 39 w 39"/>
              <a:gd name="T1" fmla="*/ 0 h 56"/>
              <a:gd name="T2" fmla="*/ 0 w 39"/>
              <a:gd name="T3" fmla="*/ 0 h 56"/>
              <a:gd name="T4" fmla="*/ 0 w 39"/>
              <a:gd name="T5" fmla="*/ 7 h 56"/>
              <a:gd name="T6" fmla="*/ 16 w 39"/>
              <a:gd name="T7" fmla="*/ 7 h 56"/>
              <a:gd name="T8" fmla="*/ 16 w 39"/>
              <a:gd name="T9" fmla="*/ 56 h 56"/>
              <a:gd name="T10" fmla="*/ 23 w 39"/>
              <a:gd name="T11" fmla="*/ 56 h 56"/>
              <a:gd name="T12" fmla="*/ 23 w 39"/>
              <a:gd name="T13" fmla="*/ 7 h 56"/>
              <a:gd name="T14" fmla="*/ 39 w 39"/>
              <a:gd name="T15" fmla="*/ 7 h 56"/>
              <a:gd name="T16" fmla="*/ 39 w 39"/>
              <a:gd name="T1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" h="56">
                <a:moveTo>
                  <a:pt x="39" y="0"/>
                </a:moveTo>
                <a:lnTo>
                  <a:pt x="0" y="0"/>
                </a:lnTo>
                <a:lnTo>
                  <a:pt x="0" y="7"/>
                </a:lnTo>
                <a:lnTo>
                  <a:pt x="16" y="7"/>
                </a:lnTo>
                <a:lnTo>
                  <a:pt x="16" y="56"/>
                </a:lnTo>
                <a:lnTo>
                  <a:pt x="23" y="56"/>
                </a:lnTo>
                <a:lnTo>
                  <a:pt x="23" y="7"/>
                </a:lnTo>
                <a:lnTo>
                  <a:pt x="39" y="7"/>
                </a:lnTo>
                <a:lnTo>
                  <a:pt x="3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0" name="Freeform 23">
            <a:extLst>
              <a:ext uri="{FF2B5EF4-FFF2-40B4-BE49-F238E27FC236}">
                <a16:creationId xmlns:a16="http://schemas.microsoft.com/office/drawing/2014/main" id="{E73281DC-477E-437F-A960-77AD5B91930C}"/>
              </a:ext>
            </a:extLst>
          </p:cNvPr>
          <p:cNvSpPr>
            <a:spLocks/>
          </p:cNvSpPr>
          <p:nvPr/>
        </p:nvSpPr>
        <p:spPr bwMode="black">
          <a:xfrm>
            <a:off x="3873956" y="1046834"/>
            <a:ext cx="30949" cy="33983"/>
          </a:xfrm>
          <a:custGeom>
            <a:avLst/>
            <a:gdLst>
              <a:gd name="T0" fmla="*/ 51 w 51"/>
              <a:gd name="T1" fmla="*/ 0 h 56"/>
              <a:gd name="T2" fmla="*/ 43 w 51"/>
              <a:gd name="T3" fmla="*/ 0 h 56"/>
              <a:gd name="T4" fmla="*/ 26 w 51"/>
              <a:gd name="T5" fmla="*/ 30 h 56"/>
              <a:gd name="T6" fmla="*/ 8 w 51"/>
              <a:gd name="T7" fmla="*/ 0 h 56"/>
              <a:gd name="T8" fmla="*/ 0 w 51"/>
              <a:gd name="T9" fmla="*/ 0 h 56"/>
              <a:gd name="T10" fmla="*/ 0 w 51"/>
              <a:gd name="T11" fmla="*/ 56 h 56"/>
              <a:gd name="T12" fmla="*/ 7 w 51"/>
              <a:gd name="T13" fmla="*/ 56 h 56"/>
              <a:gd name="T14" fmla="*/ 7 w 51"/>
              <a:gd name="T15" fmla="*/ 12 h 56"/>
              <a:gd name="T16" fmla="*/ 25 w 51"/>
              <a:gd name="T17" fmla="*/ 43 h 56"/>
              <a:gd name="T18" fmla="*/ 26 w 51"/>
              <a:gd name="T19" fmla="*/ 43 h 56"/>
              <a:gd name="T20" fmla="*/ 44 w 51"/>
              <a:gd name="T21" fmla="*/ 12 h 56"/>
              <a:gd name="T22" fmla="*/ 44 w 51"/>
              <a:gd name="T23" fmla="*/ 56 h 56"/>
              <a:gd name="T24" fmla="*/ 51 w 51"/>
              <a:gd name="T25" fmla="*/ 56 h 56"/>
              <a:gd name="T26" fmla="*/ 51 w 51"/>
              <a:gd name="T2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1" h="56">
                <a:moveTo>
                  <a:pt x="51" y="0"/>
                </a:moveTo>
                <a:lnTo>
                  <a:pt x="43" y="0"/>
                </a:lnTo>
                <a:lnTo>
                  <a:pt x="26" y="30"/>
                </a:lnTo>
                <a:lnTo>
                  <a:pt x="8" y="0"/>
                </a:lnTo>
                <a:lnTo>
                  <a:pt x="0" y="0"/>
                </a:lnTo>
                <a:lnTo>
                  <a:pt x="0" y="56"/>
                </a:lnTo>
                <a:lnTo>
                  <a:pt x="7" y="56"/>
                </a:lnTo>
                <a:lnTo>
                  <a:pt x="7" y="12"/>
                </a:lnTo>
                <a:lnTo>
                  <a:pt x="25" y="43"/>
                </a:lnTo>
                <a:lnTo>
                  <a:pt x="26" y="43"/>
                </a:lnTo>
                <a:lnTo>
                  <a:pt x="44" y="12"/>
                </a:lnTo>
                <a:lnTo>
                  <a:pt x="44" y="56"/>
                </a:lnTo>
                <a:lnTo>
                  <a:pt x="51" y="56"/>
                </a:lnTo>
                <a:lnTo>
                  <a:pt x="5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54172172-D293-47F2-A4C4-77FA7D1715AC}"/>
              </a:ext>
            </a:extLst>
          </p:cNvPr>
          <p:cNvSpPr>
            <a:spLocks/>
          </p:cNvSpPr>
          <p:nvPr userDrawn="1"/>
        </p:nvSpPr>
        <p:spPr bwMode="auto">
          <a:xfrm>
            <a:off x="9220974" y="0"/>
            <a:ext cx="2971026" cy="719138"/>
          </a:xfrm>
          <a:custGeom>
            <a:avLst/>
            <a:gdLst>
              <a:gd name="connsiteX0" fmla="*/ 0 w 2971026"/>
              <a:gd name="connsiteY0" fmla="*/ 611057 h 719138"/>
              <a:gd name="connsiteX1" fmla="*/ 99855 w 2971026"/>
              <a:gd name="connsiteY1" fmla="*/ 658706 h 719138"/>
              <a:gd name="connsiteX2" fmla="*/ 187517 w 2971026"/>
              <a:gd name="connsiteY2" fmla="*/ 701125 h 719138"/>
              <a:gd name="connsiteX3" fmla="*/ 275179 w 2971026"/>
              <a:gd name="connsiteY3" fmla="*/ 658706 h 719138"/>
              <a:gd name="connsiteX4" fmla="*/ 375034 w 2971026"/>
              <a:gd name="connsiteY4" fmla="*/ 611057 h 719138"/>
              <a:gd name="connsiteX5" fmla="*/ 474941 w 2971026"/>
              <a:gd name="connsiteY5" fmla="*/ 658706 h 719138"/>
              <a:gd name="connsiteX6" fmla="*/ 562069 w 2971026"/>
              <a:gd name="connsiteY6" fmla="*/ 701125 h 719138"/>
              <a:gd name="connsiteX7" fmla="*/ 650315 w 2971026"/>
              <a:gd name="connsiteY7" fmla="*/ 658706 h 719138"/>
              <a:gd name="connsiteX8" fmla="*/ 740506 w 2971026"/>
              <a:gd name="connsiteY8" fmla="*/ 611343 h 719138"/>
              <a:gd name="connsiteX9" fmla="*/ 749586 w 2971026"/>
              <a:gd name="connsiteY9" fmla="*/ 611057 h 719138"/>
              <a:gd name="connsiteX10" fmla="*/ 758889 w 2971026"/>
              <a:gd name="connsiteY10" fmla="*/ 611343 h 719138"/>
              <a:gd name="connsiteX11" fmla="*/ 850154 w 2971026"/>
              <a:gd name="connsiteY11" fmla="*/ 658706 h 719138"/>
              <a:gd name="connsiteX12" fmla="*/ 937343 w 2971026"/>
              <a:gd name="connsiteY12" fmla="*/ 701125 h 719138"/>
              <a:gd name="connsiteX13" fmla="*/ 1025586 w 2971026"/>
              <a:gd name="connsiteY13" fmla="*/ 658706 h 719138"/>
              <a:gd name="connsiteX14" fmla="*/ 1115684 w 2971026"/>
              <a:gd name="connsiteY14" fmla="*/ 611343 h 719138"/>
              <a:gd name="connsiteX15" fmla="*/ 1124860 w 2971026"/>
              <a:gd name="connsiteY15" fmla="*/ 611057 h 719138"/>
              <a:gd name="connsiteX16" fmla="*/ 1134151 w 2971026"/>
              <a:gd name="connsiteY16" fmla="*/ 611343 h 719138"/>
              <a:gd name="connsiteX17" fmla="*/ 1225295 w 2971026"/>
              <a:gd name="connsiteY17" fmla="*/ 658706 h 719138"/>
              <a:gd name="connsiteX18" fmla="*/ 1312377 w 2971026"/>
              <a:gd name="connsiteY18" fmla="*/ 701125 h 719138"/>
              <a:gd name="connsiteX19" fmla="*/ 1400620 w 2971026"/>
              <a:gd name="connsiteY19" fmla="*/ 658706 h 719138"/>
              <a:gd name="connsiteX20" fmla="*/ 1490715 w 2971026"/>
              <a:gd name="connsiteY20" fmla="*/ 611343 h 719138"/>
              <a:gd name="connsiteX21" fmla="*/ 1499902 w 2971026"/>
              <a:gd name="connsiteY21" fmla="*/ 611057 h 719138"/>
              <a:gd name="connsiteX22" fmla="*/ 1509200 w 2971026"/>
              <a:gd name="connsiteY22" fmla="*/ 611343 h 719138"/>
              <a:gd name="connsiteX23" fmla="*/ 1600457 w 2971026"/>
              <a:gd name="connsiteY23" fmla="*/ 658706 h 719138"/>
              <a:gd name="connsiteX24" fmla="*/ 1672675 w 2971026"/>
              <a:gd name="connsiteY24" fmla="*/ 700208 h 719138"/>
              <a:gd name="connsiteX25" fmla="*/ 1687656 w 2971026"/>
              <a:gd name="connsiteY25" fmla="*/ 701125 h 719138"/>
              <a:gd name="connsiteX26" fmla="*/ 1702991 w 2971026"/>
              <a:gd name="connsiteY26" fmla="*/ 700208 h 719138"/>
              <a:gd name="connsiteX27" fmla="*/ 1775902 w 2971026"/>
              <a:gd name="connsiteY27" fmla="*/ 658706 h 719138"/>
              <a:gd name="connsiteX28" fmla="*/ 1865985 w 2971026"/>
              <a:gd name="connsiteY28" fmla="*/ 611343 h 719138"/>
              <a:gd name="connsiteX29" fmla="*/ 1875171 w 2971026"/>
              <a:gd name="connsiteY29" fmla="*/ 611057 h 719138"/>
              <a:gd name="connsiteX30" fmla="*/ 1884453 w 2971026"/>
              <a:gd name="connsiteY30" fmla="*/ 611343 h 719138"/>
              <a:gd name="connsiteX31" fmla="*/ 1975602 w 2971026"/>
              <a:gd name="connsiteY31" fmla="*/ 658706 h 719138"/>
              <a:gd name="connsiteX32" fmla="*/ 2047561 w 2971026"/>
              <a:gd name="connsiteY32" fmla="*/ 700208 h 719138"/>
              <a:gd name="connsiteX33" fmla="*/ 2062687 w 2971026"/>
              <a:gd name="connsiteY33" fmla="*/ 701125 h 719138"/>
              <a:gd name="connsiteX34" fmla="*/ 2078025 w 2971026"/>
              <a:gd name="connsiteY34" fmla="*/ 700208 h 719138"/>
              <a:gd name="connsiteX35" fmla="*/ 2150933 w 2971026"/>
              <a:gd name="connsiteY35" fmla="*/ 658706 h 719138"/>
              <a:gd name="connsiteX36" fmla="*/ 2241019 w 2971026"/>
              <a:gd name="connsiteY36" fmla="*/ 611343 h 719138"/>
              <a:gd name="connsiteX37" fmla="*/ 2250202 w 2971026"/>
              <a:gd name="connsiteY37" fmla="*/ 611057 h 719138"/>
              <a:gd name="connsiteX38" fmla="*/ 2259500 w 2971026"/>
              <a:gd name="connsiteY38" fmla="*/ 611343 h 719138"/>
              <a:gd name="connsiteX39" fmla="*/ 2350772 w 2971026"/>
              <a:gd name="connsiteY39" fmla="*/ 658706 h 719138"/>
              <a:gd name="connsiteX40" fmla="*/ 2422815 w 2971026"/>
              <a:gd name="connsiteY40" fmla="*/ 700208 h 719138"/>
              <a:gd name="connsiteX41" fmla="*/ 2437959 w 2971026"/>
              <a:gd name="connsiteY41" fmla="*/ 701125 h 719138"/>
              <a:gd name="connsiteX42" fmla="*/ 2453275 w 2971026"/>
              <a:gd name="connsiteY42" fmla="*/ 700208 h 719138"/>
              <a:gd name="connsiteX43" fmla="*/ 2526203 w 2971026"/>
              <a:gd name="connsiteY43" fmla="*/ 658706 h 719138"/>
              <a:gd name="connsiteX44" fmla="*/ 2625475 w 2971026"/>
              <a:gd name="connsiteY44" fmla="*/ 611057 h 719138"/>
              <a:gd name="connsiteX45" fmla="*/ 2725913 w 2971026"/>
              <a:gd name="connsiteY45" fmla="*/ 658706 h 719138"/>
              <a:gd name="connsiteX46" fmla="*/ 2797875 w 2971026"/>
              <a:gd name="connsiteY46" fmla="*/ 700208 h 719138"/>
              <a:gd name="connsiteX47" fmla="*/ 2812992 w 2971026"/>
              <a:gd name="connsiteY47" fmla="*/ 701125 h 719138"/>
              <a:gd name="connsiteX48" fmla="*/ 2828318 w 2971026"/>
              <a:gd name="connsiteY48" fmla="*/ 700208 h 719138"/>
              <a:gd name="connsiteX49" fmla="*/ 2901235 w 2971026"/>
              <a:gd name="connsiteY49" fmla="*/ 658706 h 719138"/>
              <a:gd name="connsiteX50" fmla="*/ 2961732 w 2971026"/>
              <a:gd name="connsiteY50" fmla="*/ 616949 h 719138"/>
              <a:gd name="connsiteX51" fmla="*/ 2971026 w 2971026"/>
              <a:gd name="connsiteY51" fmla="*/ 615200 h 719138"/>
              <a:gd name="connsiteX52" fmla="*/ 2971026 w 2971026"/>
              <a:gd name="connsiteY52" fmla="*/ 635369 h 719138"/>
              <a:gd name="connsiteX53" fmla="*/ 2944790 w 2971026"/>
              <a:gd name="connsiteY53" fmla="*/ 645066 h 719138"/>
              <a:gd name="connsiteX54" fmla="*/ 2913429 w 2971026"/>
              <a:gd name="connsiteY54" fmla="*/ 671490 h 719138"/>
              <a:gd name="connsiteX55" fmla="*/ 2822285 w 2971026"/>
              <a:gd name="connsiteY55" fmla="*/ 718852 h 719138"/>
              <a:gd name="connsiteX56" fmla="*/ 2812992 w 2971026"/>
              <a:gd name="connsiteY56" fmla="*/ 719138 h 719138"/>
              <a:gd name="connsiteX57" fmla="*/ 2803817 w 2971026"/>
              <a:gd name="connsiteY57" fmla="*/ 718852 h 719138"/>
              <a:gd name="connsiteX58" fmla="*/ 2713719 w 2971026"/>
              <a:gd name="connsiteY58" fmla="*/ 671490 h 719138"/>
              <a:gd name="connsiteX59" fmla="*/ 2625475 w 2971026"/>
              <a:gd name="connsiteY59" fmla="*/ 629071 h 719138"/>
              <a:gd name="connsiteX60" fmla="*/ 2538398 w 2971026"/>
              <a:gd name="connsiteY60" fmla="*/ 671490 h 719138"/>
              <a:gd name="connsiteX61" fmla="*/ 2447253 w 2971026"/>
              <a:gd name="connsiteY61" fmla="*/ 718852 h 719138"/>
              <a:gd name="connsiteX62" fmla="*/ 2437959 w 2971026"/>
              <a:gd name="connsiteY62" fmla="*/ 719138 h 719138"/>
              <a:gd name="connsiteX63" fmla="*/ 2428768 w 2971026"/>
              <a:gd name="connsiteY63" fmla="*/ 718852 h 719138"/>
              <a:gd name="connsiteX64" fmla="*/ 2338559 w 2971026"/>
              <a:gd name="connsiteY64" fmla="*/ 671490 h 719138"/>
              <a:gd name="connsiteX65" fmla="*/ 2265570 w 2971026"/>
              <a:gd name="connsiteY65" fmla="*/ 629988 h 719138"/>
              <a:gd name="connsiteX66" fmla="*/ 2250202 w 2971026"/>
              <a:gd name="connsiteY66" fmla="*/ 629071 h 719138"/>
              <a:gd name="connsiteX67" fmla="*/ 2235078 w 2971026"/>
              <a:gd name="connsiteY67" fmla="*/ 629988 h 719138"/>
              <a:gd name="connsiteX68" fmla="*/ 2163119 w 2971026"/>
              <a:gd name="connsiteY68" fmla="*/ 671490 h 719138"/>
              <a:gd name="connsiteX69" fmla="*/ 2071970 w 2971026"/>
              <a:gd name="connsiteY69" fmla="*/ 718852 h 719138"/>
              <a:gd name="connsiteX70" fmla="*/ 2062687 w 2971026"/>
              <a:gd name="connsiteY70" fmla="*/ 719138 h 719138"/>
              <a:gd name="connsiteX71" fmla="*/ 2053502 w 2971026"/>
              <a:gd name="connsiteY71" fmla="*/ 718852 h 719138"/>
              <a:gd name="connsiteX72" fmla="*/ 1963418 w 2971026"/>
              <a:gd name="connsiteY72" fmla="*/ 671490 h 719138"/>
              <a:gd name="connsiteX73" fmla="*/ 1890508 w 2971026"/>
              <a:gd name="connsiteY73" fmla="*/ 629988 h 719138"/>
              <a:gd name="connsiteX74" fmla="*/ 1875171 w 2971026"/>
              <a:gd name="connsiteY74" fmla="*/ 629071 h 719138"/>
              <a:gd name="connsiteX75" fmla="*/ 1860044 w 2971026"/>
              <a:gd name="connsiteY75" fmla="*/ 629988 h 719138"/>
              <a:gd name="connsiteX76" fmla="*/ 1788085 w 2971026"/>
              <a:gd name="connsiteY76" fmla="*/ 671490 h 719138"/>
              <a:gd name="connsiteX77" fmla="*/ 1696936 w 2971026"/>
              <a:gd name="connsiteY77" fmla="*/ 718852 h 719138"/>
              <a:gd name="connsiteX78" fmla="*/ 1687656 w 2971026"/>
              <a:gd name="connsiteY78" fmla="*/ 719138 h 719138"/>
              <a:gd name="connsiteX79" fmla="*/ 1678456 w 2971026"/>
              <a:gd name="connsiteY79" fmla="*/ 718852 h 719138"/>
              <a:gd name="connsiteX80" fmla="*/ 1588259 w 2971026"/>
              <a:gd name="connsiteY80" fmla="*/ 671490 h 719138"/>
              <a:gd name="connsiteX81" fmla="*/ 1515254 w 2971026"/>
              <a:gd name="connsiteY81" fmla="*/ 629988 h 719138"/>
              <a:gd name="connsiteX82" fmla="*/ 1499902 w 2971026"/>
              <a:gd name="connsiteY82" fmla="*/ 629071 h 719138"/>
              <a:gd name="connsiteX83" fmla="*/ 1484938 w 2971026"/>
              <a:gd name="connsiteY83" fmla="*/ 629988 h 719138"/>
              <a:gd name="connsiteX84" fmla="*/ 1412811 w 2971026"/>
              <a:gd name="connsiteY84" fmla="*/ 671490 h 719138"/>
              <a:gd name="connsiteX85" fmla="*/ 1312377 w 2971026"/>
              <a:gd name="connsiteY85" fmla="*/ 719138 h 719138"/>
              <a:gd name="connsiteX86" fmla="*/ 1213103 w 2971026"/>
              <a:gd name="connsiteY86" fmla="*/ 671490 h 719138"/>
              <a:gd name="connsiteX87" fmla="*/ 1140203 w 2971026"/>
              <a:gd name="connsiteY87" fmla="*/ 629988 h 719138"/>
              <a:gd name="connsiteX88" fmla="*/ 1124860 w 2971026"/>
              <a:gd name="connsiteY88" fmla="*/ 629071 h 719138"/>
              <a:gd name="connsiteX89" fmla="*/ 1109907 w 2971026"/>
              <a:gd name="connsiteY89" fmla="*/ 629988 h 719138"/>
              <a:gd name="connsiteX90" fmla="*/ 1037780 w 2971026"/>
              <a:gd name="connsiteY90" fmla="*/ 671490 h 719138"/>
              <a:gd name="connsiteX91" fmla="*/ 937343 w 2971026"/>
              <a:gd name="connsiteY91" fmla="*/ 719138 h 719138"/>
              <a:gd name="connsiteX92" fmla="*/ 837942 w 2971026"/>
              <a:gd name="connsiteY92" fmla="*/ 671490 h 719138"/>
              <a:gd name="connsiteX93" fmla="*/ 764952 w 2971026"/>
              <a:gd name="connsiteY93" fmla="*/ 629988 h 719138"/>
              <a:gd name="connsiteX94" fmla="*/ 749586 w 2971026"/>
              <a:gd name="connsiteY94" fmla="*/ 629071 h 719138"/>
              <a:gd name="connsiteX95" fmla="*/ 734638 w 2971026"/>
              <a:gd name="connsiteY95" fmla="*/ 629988 h 719138"/>
              <a:gd name="connsiteX96" fmla="*/ 662511 w 2971026"/>
              <a:gd name="connsiteY96" fmla="*/ 671490 h 719138"/>
              <a:gd name="connsiteX97" fmla="*/ 562069 w 2971026"/>
              <a:gd name="connsiteY97" fmla="*/ 719138 h 719138"/>
              <a:gd name="connsiteX98" fmla="*/ 462743 w 2971026"/>
              <a:gd name="connsiteY98" fmla="*/ 671490 h 719138"/>
              <a:gd name="connsiteX99" fmla="*/ 375034 w 2971026"/>
              <a:gd name="connsiteY99" fmla="*/ 629071 h 719138"/>
              <a:gd name="connsiteX100" fmla="*/ 287371 w 2971026"/>
              <a:gd name="connsiteY100" fmla="*/ 671490 h 719138"/>
              <a:gd name="connsiteX101" fmla="*/ 187517 w 2971026"/>
              <a:gd name="connsiteY101" fmla="*/ 719138 h 719138"/>
              <a:gd name="connsiteX102" fmla="*/ 87663 w 2971026"/>
              <a:gd name="connsiteY102" fmla="*/ 671490 h 719138"/>
              <a:gd name="connsiteX103" fmla="*/ 0 w 2971026"/>
              <a:gd name="connsiteY103" fmla="*/ 629071 h 719138"/>
              <a:gd name="connsiteX104" fmla="*/ 0 w 2971026"/>
              <a:gd name="connsiteY104" fmla="*/ 511642 h 719138"/>
              <a:gd name="connsiteX105" fmla="*/ 99855 w 2971026"/>
              <a:gd name="connsiteY105" fmla="*/ 558753 h 719138"/>
              <a:gd name="connsiteX106" fmla="*/ 187517 w 2971026"/>
              <a:gd name="connsiteY106" fmla="*/ 601211 h 719138"/>
              <a:gd name="connsiteX107" fmla="*/ 275179 w 2971026"/>
              <a:gd name="connsiteY107" fmla="*/ 558753 h 719138"/>
              <a:gd name="connsiteX108" fmla="*/ 375034 w 2971026"/>
              <a:gd name="connsiteY108" fmla="*/ 511642 h 719138"/>
              <a:gd name="connsiteX109" fmla="*/ 474941 w 2971026"/>
              <a:gd name="connsiteY109" fmla="*/ 558753 h 719138"/>
              <a:gd name="connsiteX110" fmla="*/ 562069 w 2971026"/>
              <a:gd name="connsiteY110" fmla="*/ 601211 h 719138"/>
              <a:gd name="connsiteX111" fmla="*/ 650315 w 2971026"/>
              <a:gd name="connsiteY111" fmla="*/ 558753 h 719138"/>
              <a:gd name="connsiteX112" fmla="*/ 740506 w 2971026"/>
              <a:gd name="connsiteY112" fmla="*/ 511922 h 719138"/>
              <a:gd name="connsiteX113" fmla="*/ 749586 w 2971026"/>
              <a:gd name="connsiteY113" fmla="*/ 511642 h 719138"/>
              <a:gd name="connsiteX114" fmla="*/ 758889 w 2971026"/>
              <a:gd name="connsiteY114" fmla="*/ 511922 h 719138"/>
              <a:gd name="connsiteX115" fmla="*/ 850154 w 2971026"/>
              <a:gd name="connsiteY115" fmla="*/ 558753 h 719138"/>
              <a:gd name="connsiteX116" fmla="*/ 937343 w 2971026"/>
              <a:gd name="connsiteY116" fmla="*/ 601211 h 719138"/>
              <a:gd name="connsiteX117" fmla="*/ 1025586 w 2971026"/>
              <a:gd name="connsiteY117" fmla="*/ 558753 h 719138"/>
              <a:gd name="connsiteX118" fmla="*/ 1115684 w 2971026"/>
              <a:gd name="connsiteY118" fmla="*/ 511922 h 719138"/>
              <a:gd name="connsiteX119" fmla="*/ 1124860 w 2971026"/>
              <a:gd name="connsiteY119" fmla="*/ 511642 h 719138"/>
              <a:gd name="connsiteX120" fmla="*/ 1134151 w 2971026"/>
              <a:gd name="connsiteY120" fmla="*/ 511922 h 719138"/>
              <a:gd name="connsiteX121" fmla="*/ 1225295 w 2971026"/>
              <a:gd name="connsiteY121" fmla="*/ 558753 h 719138"/>
              <a:gd name="connsiteX122" fmla="*/ 1312377 w 2971026"/>
              <a:gd name="connsiteY122" fmla="*/ 601211 h 719138"/>
              <a:gd name="connsiteX123" fmla="*/ 1400620 w 2971026"/>
              <a:gd name="connsiteY123" fmla="*/ 558753 h 719138"/>
              <a:gd name="connsiteX124" fmla="*/ 1490715 w 2971026"/>
              <a:gd name="connsiteY124" fmla="*/ 511922 h 719138"/>
              <a:gd name="connsiteX125" fmla="*/ 1499902 w 2971026"/>
              <a:gd name="connsiteY125" fmla="*/ 511642 h 719138"/>
              <a:gd name="connsiteX126" fmla="*/ 1509200 w 2971026"/>
              <a:gd name="connsiteY126" fmla="*/ 511922 h 719138"/>
              <a:gd name="connsiteX127" fmla="*/ 1600457 w 2971026"/>
              <a:gd name="connsiteY127" fmla="*/ 558753 h 719138"/>
              <a:gd name="connsiteX128" fmla="*/ 1672675 w 2971026"/>
              <a:gd name="connsiteY128" fmla="*/ 600317 h 719138"/>
              <a:gd name="connsiteX129" fmla="*/ 1687656 w 2971026"/>
              <a:gd name="connsiteY129" fmla="*/ 601211 h 719138"/>
              <a:gd name="connsiteX130" fmla="*/ 1702991 w 2971026"/>
              <a:gd name="connsiteY130" fmla="*/ 600293 h 719138"/>
              <a:gd name="connsiteX131" fmla="*/ 1775902 w 2971026"/>
              <a:gd name="connsiteY131" fmla="*/ 558753 h 719138"/>
              <a:gd name="connsiteX132" fmla="*/ 1865985 w 2971026"/>
              <a:gd name="connsiteY132" fmla="*/ 511922 h 719138"/>
              <a:gd name="connsiteX133" fmla="*/ 1875171 w 2971026"/>
              <a:gd name="connsiteY133" fmla="*/ 511642 h 719138"/>
              <a:gd name="connsiteX134" fmla="*/ 1884453 w 2971026"/>
              <a:gd name="connsiteY134" fmla="*/ 511922 h 719138"/>
              <a:gd name="connsiteX135" fmla="*/ 1975602 w 2971026"/>
              <a:gd name="connsiteY135" fmla="*/ 558753 h 719138"/>
              <a:gd name="connsiteX136" fmla="*/ 2047561 w 2971026"/>
              <a:gd name="connsiteY136" fmla="*/ 600317 h 719138"/>
              <a:gd name="connsiteX137" fmla="*/ 2062687 w 2971026"/>
              <a:gd name="connsiteY137" fmla="*/ 601211 h 719138"/>
              <a:gd name="connsiteX138" fmla="*/ 2078025 w 2971026"/>
              <a:gd name="connsiteY138" fmla="*/ 600293 h 719138"/>
              <a:gd name="connsiteX139" fmla="*/ 2150933 w 2971026"/>
              <a:gd name="connsiteY139" fmla="*/ 558753 h 719138"/>
              <a:gd name="connsiteX140" fmla="*/ 2241019 w 2971026"/>
              <a:gd name="connsiteY140" fmla="*/ 511922 h 719138"/>
              <a:gd name="connsiteX141" fmla="*/ 2250202 w 2971026"/>
              <a:gd name="connsiteY141" fmla="*/ 511642 h 719138"/>
              <a:gd name="connsiteX142" fmla="*/ 2259500 w 2971026"/>
              <a:gd name="connsiteY142" fmla="*/ 511922 h 719138"/>
              <a:gd name="connsiteX143" fmla="*/ 2350772 w 2971026"/>
              <a:gd name="connsiteY143" fmla="*/ 558753 h 719138"/>
              <a:gd name="connsiteX144" fmla="*/ 2422815 w 2971026"/>
              <a:gd name="connsiteY144" fmla="*/ 600317 h 719138"/>
              <a:gd name="connsiteX145" fmla="*/ 2437959 w 2971026"/>
              <a:gd name="connsiteY145" fmla="*/ 601211 h 719138"/>
              <a:gd name="connsiteX146" fmla="*/ 2453275 w 2971026"/>
              <a:gd name="connsiteY146" fmla="*/ 600293 h 719138"/>
              <a:gd name="connsiteX147" fmla="*/ 2526203 w 2971026"/>
              <a:gd name="connsiteY147" fmla="*/ 558753 h 719138"/>
              <a:gd name="connsiteX148" fmla="*/ 2625475 w 2971026"/>
              <a:gd name="connsiteY148" fmla="*/ 511642 h 719138"/>
              <a:gd name="connsiteX149" fmla="*/ 2725913 w 2971026"/>
              <a:gd name="connsiteY149" fmla="*/ 558753 h 719138"/>
              <a:gd name="connsiteX150" fmla="*/ 2797875 w 2971026"/>
              <a:gd name="connsiteY150" fmla="*/ 600317 h 719138"/>
              <a:gd name="connsiteX151" fmla="*/ 2812992 w 2971026"/>
              <a:gd name="connsiteY151" fmla="*/ 601211 h 719138"/>
              <a:gd name="connsiteX152" fmla="*/ 2828318 w 2971026"/>
              <a:gd name="connsiteY152" fmla="*/ 600293 h 719138"/>
              <a:gd name="connsiteX153" fmla="*/ 2901235 w 2971026"/>
              <a:gd name="connsiteY153" fmla="*/ 558753 h 719138"/>
              <a:gd name="connsiteX154" fmla="*/ 2961726 w 2971026"/>
              <a:gd name="connsiteY154" fmla="*/ 517416 h 719138"/>
              <a:gd name="connsiteX155" fmla="*/ 2971026 w 2971026"/>
              <a:gd name="connsiteY155" fmla="*/ 515701 h 719138"/>
              <a:gd name="connsiteX156" fmla="*/ 2971026 w 2971026"/>
              <a:gd name="connsiteY156" fmla="*/ 535393 h 719138"/>
              <a:gd name="connsiteX157" fmla="*/ 2944785 w 2971026"/>
              <a:gd name="connsiteY157" fmla="*/ 545101 h 719138"/>
              <a:gd name="connsiteX158" fmla="*/ 2913429 w 2971026"/>
              <a:gd name="connsiteY158" fmla="*/ 571549 h 719138"/>
              <a:gd name="connsiteX159" fmla="*/ 2822285 w 2971026"/>
              <a:gd name="connsiteY159" fmla="*/ 618955 h 719138"/>
              <a:gd name="connsiteX160" fmla="*/ 2812992 w 2971026"/>
              <a:gd name="connsiteY160" fmla="*/ 619241 h 719138"/>
              <a:gd name="connsiteX161" fmla="*/ 2803817 w 2971026"/>
              <a:gd name="connsiteY161" fmla="*/ 618955 h 719138"/>
              <a:gd name="connsiteX162" fmla="*/ 2713719 w 2971026"/>
              <a:gd name="connsiteY162" fmla="*/ 571549 h 719138"/>
              <a:gd name="connsiteX163" fmla="*/ 2625475 w 2971026"/>
              <a:gd name="connsiteY163" fmla="*/ 529090 h 719138"/>
              <a:gd name="connsiteX164" fmla="*/ 2538398 w 2971026"/>
              <a:gd name="connsiteY164" fmla="*/ 571549 h 719138"/>
              <a:gd name="connsiteX165" fmla="*/ 2447253 w 2971026"/>
              <a:gd name="connsiteY165" fmla="*/ 618955 h 719138"/>
              <a:gd name="connsiteX166" fmla="*/ 2437959 w 2971026"/>
              <a:gd name="connsiteY166" fmla="*/ 619241 h 719138"/>
              <a:gd name="connsiteX167" fmla="*/ 2428768 w 2971026"/>
              <a:gd name="connsiteY167" fmla="*/ 618955 h 719138"/>
              <a:gd name="connsiteX168" fmla="*/ 2338559 w 2971026"/>
              <a:gd name="connsiteY168" fmla="*/ 571549 h 719138"/>
              <a:gd name="connsiteX169" fmla="*/ 2265570 w 2971026"/>
              <a:gd name="connsiteY169" fmla="*/ 530008 h 719138"/>
              <a:gd name="connsiteX170" fmla="*/ 2250202 w 2971026"/>
              <a:gd name="connsiteY170" fmla="*/ 529090 h 719138"/>
              <a:gd name="connsiteX171" fmla="*/ 2235078 w 2971026"/>
              <a:gd name="connsiteY171" fmla="*/ 530008 h 719138"/>
              <a:gd name="connsiteX172" fmla="*/ 2163119 w 2971026"/>
              <a:gd name="connsiteY172" fmla="*/ 571549 h 719138"/>
              <a:gd name="connsiteX173" fmla="*/ 2071970 w 2971026"/>
              <a:gd name="connsiteY173" fmla="*/ 618955 h 719138"/>
              <a:gd name="connsiteX174" fmla="*/ 2062687 w 2971026"/>
              <a:gd name="connsiteY174" fmla="*/ 619241 h 719138"/>
              <a:gd name="connsiteX175" fmla="*/ 2053502 w 2971026"/>
              <a:gd name="connsiteY175" fmla="*/ 618955 h 719138"/>
              <a:gd name="connsiteX176" fmla="*/ 1963418 w 2971026"/>
              <a:gd name="connsiteY176" fmla="*/ 571549 h 719138"/>
              <a:gd name="connsiteX177" fmla="*/ 1890508 w 2971026"/>
              <a:gd name="connsiteY177" fmla="*/ 530008 h 719138"/>
              <a:gd name="connsiteX178" fmla="*/ 1875171 w 2971026"/>
              <a:gd name="connsiteY178" fmla="*/ 529090 h 719138"/>
              <a:gd name="connsiteX179" fmla="*/ 1860044 w 2971026"/>
              <a:gd name="connsiteY179" fmla="*/ 530008 h 719138"/>
              <a:gd name="connsiteX180" fmla="*/ 1788085 w 2971026"/>
              <a:gd name="connsiteY180" fmla="*/ 571549 h 719138"/>
              <a:gd name="connsiteX181" fmla="*/ 1696936 w 2971026"/>
              <a:gd name="connsiteY181" fmla="*/ 618955 h 719138"/>
              <a:gd name="connsiteX182" fmla="*/ 1687656 w 2971026"/>
              <a:gd name="connsiteY182" fmla="*/ 619241 h 719138"/>
              <a:gd name="connsiteX183" fmla="*/ 1678456 w 2971026"/>
              <a:gd name="connsiteY183" fmla="*/ 618955 h 719138"/>
              <a:gd name="connsiteX184" fmla="*/ 1588259 w 2971026"/>
              <a:gd name="connsiteY184" fmla="*/ 571549 h 719138"/>
              <a:gd name="connsiteX185" fmla="*/ 1515254 w 2971026"/>
              <a:gd name="connsiteY185" fmla="*/ 530008 h 719138"/>
              <a:gd name="connsiteX186" fmla="*/ 1499902 w 2971026"/>
              <a:gd name="connsiteY186" fmla="*/ 529090 h 719138"/>
              <a:gd name="connsiteX187" fmla="*/ 1484938 w 2971026"/>
              <a:gd name="connsiteY187" fmla="*/ 530008 h 719138"/>
              <a:gd name="connsiteX188" fmla="*/ 1412811 w 2971026"/>
              <a:gd name="connsiteY188" fmla="*/ 571549 h 719138"/>
              <a:gd name="connsiteX189" fmla="*/ 1312377 w 2971026"/>
              <a:gd name="connsiteY189" fmla="*/ 619241 h 719138"/>
              <a:gd name="connsiteX190" fmla="*/ 1213103 w 2971026"/>
              <a:gd name="connsiteY190" fmla="*/ 571549 h 719138"/>
              <a:gd name="connsiteX191" fmla="*/ 1140203 w 2971026"/>
              <a:gd name="connsiteY191" fmla="*/ 530008 h 719138"/>
              <a:gd name="connsiteX192" fmla="*/ 1124860 w 2971026"/>
              <a:gd name="connsiteY192" fmla="*/ 529090 h 719138"/>
              <a:gd name="connsiteX193" fmla="*/ 1109907 w 2971026"/>
              <a:gd name="connsiteY193" fmla="*/ 530008 h 719138"/>
              <a:gd name="connsiteX194" fmla="*/ 1037780 w 2971026"/>
              <a:gd name="connsiteY194" fmla="*/ 571549 h 719138"/>
              <a:gd name="connsiteX195" fmla="*/ 937343 w 2971026"/>
              <a:gd name="connsiteY195" fmla="*/ 619241 h 719138"/>
              <a:gd name="connsiteX196" fmla="*/ 837942 w 2971026"/>
              <a:gd name="connsiteY196" fmla="*/ 571549 h 719138"/>
              <a:gd name="connsiteX197" fmla="*/ 764952 w 2971026"/>
              <a:gd name="connsiteY197" fmla="*/ 530008 h 719138"/>
              <a:gd name="connsiteX198" fmla="*/ 749586 w 2971026"/>
              <a:gd name="connsiteY198" fmla="*/ 529090 h 719138"/>
              <a:gd name="connsiteX199" fmla="*/ 734638 w 2971026"/>
              <a:gd name="connsiteY199" fmla="*/ 530008 h 719138"/>
              <a:gd name="connsiteX200" fmla="*/ 662511 w 2971026"/>
              <a:gd name="connsiteY200" fmla="*/ 571549 h 719138"/>
              <a:gd name="connsiteX201" fmla="*/ 562069 w 2971026"/>
              <a:gd name="connsiteY201" fmla="*/ 619241 h 719138"/>
              <a:gd name="connsiteX202" fmla="*/ 462743 w 2971026"/>
              <a:gd name="connsiteY202" fmla="*/ 571549 h 719138"/>
              <a:gd name="connsiteX203" fmla="*/ 375034 w 2971026"/>
              <a:gd name="connsiteY203" fmla="*/ 529090 h 719138"/>
              <a:gd name="connsiteX204" fmla="*/ 287371 w 2971026"/>
              <a:gd name="connsiteY204" fmla="*/ 571549 h 719138"/>
              <a:gd name="connsiteX205" fmla="*/ 187517 w 2971026"/>
              <a:gd name="connsiteY205" fmla="*/ 619241 h 719138"/>
              <a:gd name="connsiteX206" fmla="*/ 87663 w 2971026"/>
              <a:gd name="connsiteY206" fmla="*/ 571549 h 719138"/>
              <a:gd name="connsiteX207" fmla="*/ 0 w 2971026"/>
              <a:gd name="connsiteY207" fmla="*/ 529090 h 719138"/>
              <a:gd name="connsiteX208" fmla="*/ 0 w 2971026"/>
              <a:gd name="connsiteY208" fmla="*/ 410542 h 719138"/>
              <a:gd name="connsiteX209" fmla="*/ 99855 w 2971026"/>
              <a:gd name="connsiteY209" fmla="*/ 458190 h 719138"/>
              <a:gd name="connsiteX210" fmla="*/ 187517 w 2971026"/>
              <a:gd name="connsiteY210" fmla="*/ 500609 h 719138"/>
              <a:gd name="connsiteX211" fmla="*/ 275179 w 2971026"/>
              <a:gd name="connsiteY211" fmla="*/ 458190 h 719138"/>
              <a:gd name="connsiteX212" fmla="*/ 375034 w 2971026"/>
              <a:gd name="connsiteY212" fmla="*/ 410542 h 719138"/>
              <a:gd name="connsiteX213" fmla="*/ 474941 w 2971026"/>
              <a:gd name="connsiteY213" fmla="*/ 458190 h 719138"/>
              <a:gd name="connsiteX214" fmla="*/ 562069 w 2971026"/>
              <a:gd name="connsiteY214" fmla="*/ 500609 h 719138"/>
              <a:gd name="connsiteX215" fmla="*/ 650315 w 2971026"/>
              <a:gd name="connsiteY215" fmla="*/ 458190 h 719138"/>
              <a:gd name="connsiteX216" fmla="*/ 740506 w 2971026"/>
              <a:gd name="connsiteY216" fmla="*/ 410828 h 719138"/>
              <a:gd name="connsiteX217" fmla="*/ 749586 w 2971026"/>
              <a:gd name="connsiteY217" fmla="*/ 410542 h 719138"/>
              <a:gd name="connsiteX218" fmla="*/ 758889 w 2971026"/>
              <a:gd name="connsiteY218" fmla="*/ 410828 h 719138"/>
              <a:gd name="connsiteX219" fmla="*/ 850154 w 2971026"/>
              <a:gd name="connsiteY219" fmla="*/ 458190 h 719138"/>
              <a:gd name="connsiteX220" fmla="*/ 937343 w 2971026"/>
              <a:gd name="connsiteY220" fmla="*/ 500609 h 719138"/>
              <a:gd name="connsiteX221" fmla="*/ 1025586 w 2971026"/>
              <a:gd name="connsiteY221" fmla="*/ 458190 h 719138"/>
              <a:gd name="connsiteX222" fmla="*/ 1115684 w 2971026"/>
              <a:gd name="connsiteY222" fmla="*/ 410828 h 719138"/>
              <a:gd name="connsiteX223" fmla="*/ 1124860 w 2971026"/>
              <a:gd name="connsiteY223" fmla="*/ 410542 h 719138"/>
              <a:gd name="connsiteX224" fmla="*/ 1134151 w 2971026"/>
              <a:gd name="connsiteY224" fmla="*/ 410828 h 719138"/>
              <a:gd name="connsiteX225" fmla="*/ 1225295 w 2971026"/>
              <a:gd name="connsiteY225" fmla="*/ 458190 h 719138"/>
              <a:gd name="connsiteX226" fmla="*/ 1312377 w 2971026"/>
              <a:gd name="connsiteY226" fmla="*/ 500609 h 719138"/>
              <a:gd name="connsiteX227" fmla="*/ 1400620 w 2971026"/>
              <a:gd name="connsiteY227" fmla="*/ 458190 h 719138"/>
              <a:gd name="connsiteX228" fmla="*/ 1490715 w 2971026"/>
              <a:gd name="connsiteY228" fmla="*/ 410828 h 719138"/>
              <a:gd name="connsiteX229" fmla="*/ 1499902 w 2971026"/>
              <a:gd name="connsiteY229" fmla="*/ 410542 h 719138"/>
              <a:gd name="connsiteX230" fmla="*/ 1509200 w 2971026"/>
              <a:gd name="connsiteY230" fmla="*/ 410828 h 719138"/>
              <a:gd name="connsiteX231" fmla="*/ 1600457 w 2971026"/>
              <a:gd name="connsiteY231" fmla="*/ 458190 h 719138"/>
              <a:gd name="connsiteX232" fmla="*/ 1672675 w 2971026"/>
              <a:gd name="connsiteY232" fmla="*/ 499692 h 719138"/>
              <a:gd name="connsiteX233" fmla="*/ 1687656 w 2971026"/>
              <a:gd name="connsiteY233" fmla="*/ 500609 h 719138"/>
              <a:gd name="connsiteX234" fmla="*/ 1702991 w 2971026"/>
              <a:gd name="connsiteY234" fmla="*/ 499692 h 719138"/>
              <a:gd name="connsiteX235" fmla="*/ 1775902 w 2971026"/>
              <a:gd name="connsiteY235" fmla="*/ 458190 h 719138"/>
              <a:gd name="connsiteX236" fmla="*/ 1865985 w 2971026"/>
              <a:gd name="connsiteY236" fmla="*/ 410828 h 719138"/>
              <a:gd name="connsiteX237" fmla="*/ 1875171 w 2971026"/>
              <a:gd name="connsiteY237" fmla="*/ 410542 h 719138"/>
              <a:gd name="connsiteX238" fmla="*/ 1884453 w 2971026"/>
              <a:gd name="connsiteY238" fmla="*/ 410828 h 719138"/>
              <a:gd name="connsiteX239" fmla="*/ 1975602 w 2971026"/>
              <a:gd name="connsiteY239" fmla="*/ 458190 h 719138"/>
              <a:gd name="connsiteX240" fmla="*/ 2047561 w 2971026"/>
              <a:gd name="connsiteY240" fmla="*/ 499692 h 719138"/>
              <a:gd name="connsiteX241" fmla="*/ 2062687 w 2971026"/>
              <a:gd name="connsiteY241" fmla="*/ 500609 h 719138"/>
              <a:gd name="connsiteX242" fmla="*/ 2078025 w 2971026"/>
              <a:gd name="connsiteY242" fmla="*/ 499692 h 719138"/>
              <a:gd name="connsiteX243" fmla="*/ 2150933 w 2971026"/>
              <a:gd name="connsiteY243" fmla="*/ 458190 h 719138"/>
              <a:gd name="connsiteX244" fmla="*/ 2241019 w 2971026"/>
              <a:gd name="connsiteY244" fmla="*/ 410828 h 719138"/>
              <a:gd name="connsiteX245" fmla="*/ 2250202 w 2971026"/>
              <a:gd name="connsiteY245" fmla="*/ 410542 h 719138"/>
              <a:gd name="connsiteX246" fmla="*/ 2259500 w 2971026"/>
              <a:gd name="connsiteY246" fmla="*/ 410828 h 719138"/>
              <a:gd name="connsiteX247" fmla="*/ 2350772 w 2971026"/>
              <a:gd name="connsiteY247" fmla="*/ 458190 h 719138"/>
              <a:gd name="connsiteX248" fmla="*/ 2422815 w 2971026"/>
              <a:gd name="connsiteY248" fmla="*/ 499692 h 719138"/>
              <a:gd name="connsiteX249" fmla="*/ 2437959 w 2971026"/>
              <a:gd name="connsiteY249" fmla="*/ 500609 h 719138"/>
              <a:gd name="connsiteX250" fmla="*/ 2453275 w 2971026"/>
              <a:gd name="connsiteY250" fmla="*/ 499692 h 719138"/>
              <a:gd name="connsiteX251" fmla="*/ 2526203 w 2971026"/>
              <a:gd name="connsiteY251" fmla="*/ 458190 h 719138"/>
              <a:gd name="connsiteX252" fmla="*/ 2625475 w 2971026"/>
              <a:gd name="connsiteY252" fmla="*/ 410542 h 719138"/>
              <a:gd name="connsiteX253" fmla="*/ 2725913 w 2971026"/>
              <a:gd name="connsiteY253" fmla="*/ 458190 h 719138"/>
              <a:gd name="connsiteX254" fmla="*/ 2797875 w 2971026"/>
              <a:gd name="connsiteY254" fmla="*/ 499692 h 719138"/>
              <a:gd name="connsiteX255" fmla="*/ 2812992 w 2971026"/>
              <a:gd name="connsiteY255" fmla="*/ 500609 h 719138"/>
              <a:gd name="connsiteX256" fmla="*/ 2828318 w 2971026"/>
              <a:gd name="connsiteY256" fmla="*/ 499692 h 719138"/>
              <a:gd name="connsiteX257" fmla="*/ 2901235 w 2971026"/>
              <a:gd name="connsiteY257" fmla="*/ 458190 h 719138"/>
              <a:gd name="connsiteX258" fmla="*/ 2961719 w 2971026"/>
              <a:gd name="connsiteY258" fmla="*/ 416434 h 719138"/>
              <a:gd name="connsiteX259" fmla="*/ 2971026 w 2971026"/>
              <a:gd name="connsiteY259" fmla="*/ 414683 h 719138"/>
              <a:gd name="connsiteX260" fmla="*/ 2971026 w 2971026"/>
              <a:gd name="connsiteY260" fmla="*/ 434849 h 719138"/>
              <a:gd name="connsiteX261" fmla="*/ 2944779 w 2971026"/>
              <a:gd name="connsiteY261" fmla="*/ 444551 h 719138"/>
              <a:gd name="connsiteX262" fmla="*/ 2913429 w 2971026"/>
              <a:gd name="connsiteY262" fmla="*/ 470974 h 719138"/>
              <a:gd name="connsiteX263" fmla="*/ 2822285 w 2971026"/>
              <a:gd name="connsiteY263" fmla="*/ 518336 h 719138"/>
              <a:gd name="connsiteX264" fmla="*/ 2812992 w 2971026"/>
              <a:gd name="connsiteY264" fmla="*/ 518622 h 719138"/>
              <a:gd name="connsiteX265" fmla="*/ 2803817 w 2971026"/>
              <a:gd name="connsiteY265" fmla="*/ 518336 h 719138"/>
              <a:gd name="connsiteX266" fmla="*/ 2713719 w 2971026"/>
              <a:gd name="connsiteY266" fmla="*/ 470974 h 719138"/>
              <a:gd name="connsiteX267" fmla="*/ 2625475 w 2971026"/>
              <a:gd name="connsiteY267" fmla="*/ 428555 h 719138"/>
              <a:gd name="connsiteX268" fmla="*/ 2538398 w 2971026"/>
              <a:gd name="connsiteY268" fmla="*/ 470974 h 719138"/>
              <a:gd name="connsiteX269" fmla="*/ 2447253 w 2971026"/>
              <a:gd name="connsiteY269" fmla="*/ 518336 h 719138"/>
              <a:gd name="connsiteX270" fmla="*/ 2437959 w 2971026"/>
              <a:gd name="connsiteY270" fmla="*/ 518622 h 719138"/>
              <a:gd name="connsiteX271" fmla="*/ 2428768 w 2971026"/>
              <a:gd name="connsiteY271" fmla="*/ 518336 h 719138"/>
              <a:gd name="connsiteX272" fmla="*/ 2338559 w 2971026"/>
              <a:gd name="connsiteY272" fmla="*/ 470974 h 719138"/>
              <a:gd name="connsiteX273" fmla="*/ 2265570 w 2971026"/>
              <a:gd name="connsiteY273" fmla="*/ 429472 h 719138"/>
              <a:gd name="connsiteX274" fmla="*/ 2250202 w 2971026"/>
              <a:gd name="connsiteY274" fmla="*/ 428555 h 719138"/>
              <a:gd name="connsiteX275" fmla="*/ 2235078 w 2971026"/>
              <a:gd name="connsiteY275" fmla="*/ 429472 h 719138"/>
              <a:gd name="connsiteX276" fmla="*/ 2163119 w 2971026"/>
              <a:gd name="connsiteY276" fmla="*/ 470974 h 719138"/>
              <a:gd name="connsiteX277" fmla="*/ 2071970 w 2971026"/>
              <a:gd name="connsiteY277" fmla="*/ 518336 h 719138"/>
              <a:gd name="connsiteX278" fmla="*/ 2062687 w 2971026"/>
              <a:gd name="connsiteY278" fmla="*/ 518622 h 719138"/>
              <a:gd name="connsiteX279" fmla="*/ 2053502 w 2971026"/>
              <a:gd name="connsiteY279" fmla="*/ 518336 h 719138"/>
              <a:gd name="connsiteX280" fmla="*/ 1963418 w 2971026"/>
              <a:gd name="connsiteY280" fmla="*/ 470974 h 719138"/>
              <a:gd name="connsiteX281" fmla="*/ 1890508 w 2971026"/>
              <a:gd name="connsiteY281" fmla="*/ 429472 h 719138"/>
              <a:gd name="connsiteX282" fmla="*/ 1875171 w 2971026"/>
              <a:gd name="connsiteY282" fmla="*/ 428555 h 719138"/>
              <a:gd name="connsiteX283" fmla="*/ 1860044 w 2971026"/>
              <a:gd name="connsiteY283" fmla="*/ 429472 h 719138"/>
              <a:gd name="connsiteX284" fmla="*/ 1788085 w 2971026"/>
              <a:gd name="connsiteY284" fmla="*/ 470974 h 719138"/>
              <a:gd name="connsiteX285" fmla="*/ 1696936 w 2971026"/>
              <a:gd name="connsiteY285" fmla="*/ 518336 h 719138"/>
              <a:gd name="connsiteX286" fmla="*/ 1687656 w 2971026"/>
              <a:gd name="connsiteY286" fmla="*/ 518622 h 719138"/>
              <a:gd name="connsiteX287" fmla="*/ 1678456 w 2971026"/>
              <a:gd name="connsiteY287" fmla="*/ 518336 h 719138"/>
              <a:gd name="connsiteX288" fmla="*/ 1588259 w 2971026"/>
              <a:gd name="connsiteY288" fmla="*/ 470974 h 719138"/>
              <a:gd name="connsiteX289" fmla="*/ 1515254 w 2971026"/>
              <a:gd name="connsiteY289" fmla="*/ 429472 h 719138"/>
              <a:gd name="connsiteX290" fmla="*/ 1499902 w 2971026"/>
              <a:gd name="connsiteY290" fmla="*/ 428555 h 719138"/>
              <a:gd name="connsiteX291" fmla="*/ 1484938 w 2971026"/>
              <a:gd name="connsiteY291" fmla="*/ 429472 h 719138"/>
              <a:gd name="connsiteX292" fmla="*/ 1412811 w 2971026"/>
              <a:gd name="connsiteY292" fmla="*/ 470974 h 719138"/>
              <a:gd name="connsiteX293" fmla="*/ 1312377 w 2971026"/>
              <a:gd name="connsiteY293" fmla="*/ 518622 h 719138"/>
              <a:gd name="connsiteX294" fmla="*/ 1213103 w 2971026"/>
              <a:gd name="connsiteY294" fmla="*/ 470974 h 719138"/>
              <a:gd name="connsiteX295" fmla="*/ 1140203 w 2971026"/>
              <a:gd name="connsiteY295" fmla="*/ 429472 h 719138"/>
              <a:gd name="connsiteX296" fmla="*/ 1124860 w 2971026"/>
              <a:gd name="connsiteY296" fmla="*/ 428555 h 719138"/>
              <a:gd name="connsiteX297" fmla="*/ 1109907 w 2971026"/>
              <a:gd name="connsiteY297" fmla="*/ 429472 h 719138"/>
              <a:gd name="connsiteX298" fmla="*/ 1037780 w 2971026"/>
              <a:gd name="connsiteY298" fmla="*/ 470974 h 719138"/>
              <a:gd name="connsiteX299" fmla="*/ 937343 w 2971026"/>
              <a:gd name="connsiteY299" fmla="*/ 518622 h 719138"/>
              <a:gd name="connsiteX300" fmla="*/ 837942 w 2971026"/>
              <a:gd name="connsiteY300" fmla="*/ 470974 h 719138"/>
              <a:gd name="connsiteX301" fmla="*/ 764952 w 2971026"/>
              <a:gd name="connsiteY301" fmla="*/ 429472 h 719138"/>
              <a:gd name="connsiteX302" fmla="*/ 749586 w 2971026"/>
              <a:gd name="connsiteY302" fmla="*/ 428555 h 719138"/>
              <a:gd name="connsiteX303" fmla="*/ 734638 w 2971026"/>
              <a:gd name="connsiteY303" fmla="*/ 429472 h 719138"/>
              <a:gd name="connsiteX304" fmla="*/ 662511 w 2971026"/>
              <a:gd name="connsiteY304" fmla="*/ 470974 h 719138"/>
              <a:gd name="connsiteX305" fmla="*/ 562069 w 2971026"/>
              <a:gd name="connsiteY305" fmla="*/ 518622 h 719138"/>
              <a:gd name="connsiteX306" fmla="*/ 462743 w 2971026"/>
              <a:gd name="connsiteY306" fmla="*/ 470974 h 719138"/>
              <a:gd name="connsiteX307" fmla="*/ 375034 w 2971026"/>
              <a:gd name="connsiteY307" fmla="*/ 428555 h 719138"/>
              <a:gd name="connsiteX308" fmla="*/ 287371 w 2971026"/>
              <a:gd name="connsiteY308" fmla="*/ 470974 h 719138"/>
              <a:gd name="connsiteX309" fmla="*/ 187517 w 2971026"/>
              <a:gd name="connsiteY309" fmla="*/ 518622 h 719138"/>
              <a:gd name="connsiteX310" fmla="*/ 87663 w 2971026"/>
              <a:gd name="connsiteY310" fmla="*/ 470974 h 719138"/>
              <a:gd name="connsiteX311" fmla="*/ 0 w 2971026"/>
              <a:gd name="connsiteY311" fmla="*/ 428555 h 719138"/>
              <a:gd name="connsiteX312" fmla="*/ 0 w 2971026"/>
              <a:gd name="connsiteY312" fmla="*/ 311127 h 719138"/>
              <a:gd name="connsiteX313" fmla="*/ 99855 w 2971026"/>
              <a:gd name="connsiteY313" fmla="*/ 358238 h 719138"/>
              <a:gd name="connsiteX314" fmla="*/ 187517 w 2971026"/>
              <a:gd name="connsiteY314" fmla="*/ 400696 h 719138"/>
              <a:gd name="connsiteX315" fmla="*/ 275179 w 2971026"/>
              <a:gd name="connsiteY315" fmla="*/ 358238 h 719138"/>
              <a:gd name="connsiteX316" fmla="*/ 375034 w 2971026"/>
              <a:gd name="connsiteY316" fmla="*/ 311127 h 719138"/>
              <a:gd name="connsiteX317" fmla="*/ 474941 w 2971026"/>
              <a:gd name="connsiteY317" fmla="*/ 358238 h 719138"/>
              <a:gd name="connsiteX318" fmla="*/ 562069 w 2971026"/>
              <a:gd name="connsiteY318" fmla="*/ 400696 h 719138"/>
              <a:gd name="connsiteX319" fmla="*/ 650315 w 2971026"/>
              <a:gd name="connsiteY319" fmla="*/ 358238 h 719138"/>
              <a:gd name="connsiteX320" fmla="*/ 740506 w 2971026"/>
              <a:gd name="connsiteY320" fmla="*/ 311413 h 719138"/>
              <a:gd name="connsiteX321" fmla="*/ 749586 w 2971026"/>
              <a:gd name="connsiteY321" fmla="*/ 311127 h 719138"/>
              <a:gd name="connsiteX322" fmla="*/ 758889 w 2971026"/>
              <a:gd name="connsiteY322" fmla="*/ 311413 h 719138"/>
              <a:gd name="connsiteX323" fmla="*/ 850154 w 2971026"/>
              <a:gd name="connsiteY323" fmla="*/ 358238 h 719138"/>
              <a:gd name="connsiteX324" fmla="*/ 937343 w 2971026"/>
              <a:gd name="connsiteY324" fmla="*/ 400696 h 719138"/>
              <a:gd name="connsiteX325" fmla="*/ 1025586 w 2971026"/>
              <a:gd name="connsiteY325" fmla="*/ 358238 h 719138"/>
              <a:gd name="connsiteX326" fmla="*/ 1115684 w 2971026"/>
              <a:gd name="connsiteY326" fmla="*/ 311413 h 719138"/>
              <a:gd name="connsiteX327" fmla="*/ 1124860 w 2971026"/>
              <a:gd name="connsiteY327" fmla="*/ 311127 h 719138"/>
              <a:gd name="connsiteX328" fmla="*/ 1134151 w 2971026"/>
              <a:gd name="connsiteY328" fmla="*/ 311413 h 719138"/>
              <a:gd name="connsiteX329" fmla="*/ 1225295 w 2971026"/>
              <a:gd name="connsiteY329" fmla="*/ 358238 h 719138"/>
              <a:gd name="connsiteX330" fmla="*/ 1312377 w 2971026"/>
              <a:gd name="connsiteY330" fmla="*/ 400696 h 719138"/>
              <a:gd name="connsiteX331" fmla="*/ 1400620 w 2971026"/>
              <a:gd name="connsiteY331" fmla="*/ 358238 h 719138"/>
              <a:gd name="connsiteX332" fmla="*/ 1490715 w 2971026"/>
              <a:gd name="connsiteY332" fmla="*/ 311413 h 719138"/>
              <a:gd name="connsiteX333" fmla="*/ 1499902 w 2971026"/>
              <a:gd name="connsiteY333" fmla="*/ 311127 h 719138"/>
              <a:gd name="connsiteX334" fmla="*/ 1509200 w 2971026"/>
              <a:gd name="connsiteY334" fmla="*/ 311413 h 719138"/>
              <a:gd name="connsiteX335" fmla="*/ 1600457 w 2971026"/>
              <a:gd name="connsiteY335" fmla="*/ 358238 h 719138"/>
              <a:gd name="connsiteX336" fmla="*/ 1672675 w 2971026"/>
              <a:gd name="connsiteY336" fmla="*/ 399802 h 719138"/>
              <a:gd name="connsiteX337" fmla="*/ 1687656 w 2971026"/>
              <a:gd name="connsiteY337" fmla="*/ 400696 h 719138"/>
              <a:gd name="connsiteX338" fmla="*/ 1702991 w 2971026"/>
              <a:gd name="connsiteY338" fmla="*/ 399802 h 719138"/>
              <a:gd name="connsiteX339" fmla="*/ 1775902 w 2971026"/>
              <a:gd name="connsiteY339" fmla="*/ 358238 h 719138"/>
              <a:gd name="connsiteX340" fmla="*/ 1865985 w 2971026"/>
              <a:gd name="connsiteY340" fmla="*/ 311413 h 719138"/>
              <a:gd name="connsiteX341" fmla="*/ 1875171 w 2971026"/>
              <a:gd name="connsiteY341" fmla="*/ 311127 h 719138"/>
              <a:gd name="connsiteX342" fmla="*/ 1884453 w 2971026"/>
              <a:gd name="connsiteY342" fmla="*/ 311413 h 719138"/>
              <a:gd name="connsiteX343" fmla="*/ 1975602 w 2971026"/>
              <a:gd name="connsiteY343" fmla="*/ 358238 h 719138"/>
              <a:gd name="connsiteX344" fmla="*/ 2047561 w 2971026"/>
              <a:gd name="connsiteY344" fmla="*/ 399802 h 719138"/>
              <a:gd name="connsiteX345" fmla="*/ 2062687 w 2971026"/>
              <a:gd name="connsiteY345" fmla="*/ 400696 h 719138"/>
              <a:gd name="connsiteX346" fmla="*/ 2078025 w 2971026"/>
              <a:gd name="connsiteY346" fmla="*/ 399802 h 719138"/>
              <a:gd name="connsiteX347" fmla="*/ 2150933 w 2971026"/>
              <a:gd name="connsiteY347" fmla="*/ 358238 h 719138"/>
              <a:gd name="connsiteX348" fmla="*/ 2241019 w 2971026"/>
              <a:gd name="connsiteY348" fmla="*/ 311413 h 719138"/>
              <a:gd name="connsiteX349" fmla="*/ 2250202 w 2971026"/>
              <a:gd name="connsiteY349" fmla="*/ 311127 h 719138"/>
              <a:gd name="connsiteX350" fmla="*/ 2259500 w 2971026"/>
              <a:gd name="connsiteY350" fmla="*/ 311413 h 719138"/>
              <a:gd name="connsiteX351" fmla="*/ 2350772 w 2971026"/>
              <a:gd name="connsiteY351" fmla="*/ 358238 h 719138"/>
              <a:gd name="connsiteX352" fmla="*/ 2422815 w 2971026"/>
              <a:gd name="connsiteY352" fmla="*/ 399802 h 719138"/>
              <a:gd name="connsiteX353" fmla="*/ 2437959 w 2971026"/>
              <a:gd name="connsiteY353" fmla="*/ 400696 h 719138"/>
              <a:gd name="connsiteX354" fmla="*/ 2453275 w 2971026"/>
              <a:gd name="connsiteY354" fmla="*/ 399802 h 719138"/>
              <a:gd name="connsiteX355" fmla="*/ 2526203 w 2971026"/>
              <a:gd name="connsiteY355" fmla="*/ 358238 h 719138"/>
              <a:gd name="connsiteX356" fmla="*/ 2625475 w 2971026"/>
              <a:gd name="connsiteY356" fmla="*/ 311127 h 719138"/>
              <a:gd name="connsiteX357" fmla="*/ 2725913 w 2971026"/>
              <a:gd name="connsiteY357" fmla="*/ 358238 h 719138"/>
              <a:gd name="connsiteX358" fmla="*/ 2797875 w 2971026"/>
              <a:gd name="connsiteY358" fmla="*/ 399802 h 719138"/>
              <a:gd name="connsiteX359" fmla="*/ 2812992 w 2971026"/>
              <a:gd name="connsiteY359" fmla="*/ 400696 h 719138"/>
              <a:gd name="connsiteX360" fmla="*/ 2828318 w 2971026"/>
              <a:gd name="connsiteY360" fmla="*/ 399802 h 719138"/>
              <a:gd name="connsiteX361" fmla="*/ 2901235 w 2971026"/>
              <a:gd name="connsiteY361" fmla="*/ 358238 h 719138"/>
              <a:gd name="connsiteX362" fmla="*/ 2961714 w 2971026"/>
              <a:gd name="connsiteY362" fmla="*/ 317009 h 719138"/>
              <a:gd name="connsiteX363" fmla="*/ 2971026 w 2971026"/>
              <a:gd name="connsiteY363" fmla="*/ 315260 h 719138"/>
              <a:gd name="connsiteX364" fmla="*/ 2971026 w 2971026"/>
              <a:gd name="connsiteY364" fmla="*/ 335353 h 719138"/>
              <a:gd name="connsiteX365" fmla="*/ 2944774 w 2971026"/>
              <a:gd name="connsiteY365" fmla="*/ 344926 h 719138"/>
              <a:gd name="connsiteX366" fmla="*/ 2913429 w 2971026"/>
              <a:gd name="connsiteY366" fmla="*/ 371615 h 719138"/>
              <a:gd name="connsiteX367" fmla="*/ 2822285 w 2971026"/>
              <a:gd name="connsiteY367" fmla="*/ 418446 h 719138"/>
              <a:gd name="connsiteX368" fmla="*/ 2812992 w 2971026"/>
              <a:gd name="connsiteY368" fmla="*/ 418726 h 719138"/>
              <a:gd name="connsiteX369" fmla="*/ 2803817 w 2971026"/>
              <a:gd name="connsiteY369" fmla="*/ 418446 h 719138"/>
              <a:gd name="connsiteX370" fmla="*/ 2713719 w 2971026"/>
              <a:gd name="connsiteY370" fmla="*/ 371615 h 719138"/>
              <a:gd name="connsiteX371" fmla="*/ 2625475 w 2971026"/>
              <a:gd name="connsiteY371" fmla="*/ 329157 h 719138"/>
              <a:gd name="connsiteX372" fmla="*/ 2538398 w 2971026"/>
              <a:gd name="connsiteY372" fmla="*/ 371615 h 719138"/>
              <a:gd name="connsiteX373" fmla="*/ 2447253 w 2971026"/>
              <a:gd name="connsiteY373" fmla="*/ 418446 h 719138"/>
              <a:gd name="connsiteX374" fmla="*/ 2437959 w 2971026"/>
              <a:gd name="connsiteY374" fmla="*/ 418726 h 719138"/>
              <a:gd name="connsiteX375" fmla="*/ 2428768 w 2971026"/>
              <a:gd name="connsiteY375" fmla="*/ 418446 h 719138"/>
              <a:gd name="connsiteX376" fmla="*/ 2338559 w 2971026"/>
              <a:gd name="connsiteY376" fmla="*/ 371615 h 719138"/>
              <a:gd name="connsiteX377" fmla="*/ 2265570 w 2971026"/>
              <a:gd name="connsiteY377" fmla="*/ 330051 h 719138"/>
              <a:gd name="connsiteX378" fmla="*/ 2250202 w 2971026"/>
              <a:gd name="connsiteY378" fmla="*/ 329157 h 719138"/>
              <a:gd name="connsiteX379" fmla="*/ 2235078 w 2971026"/>
              <a:gd name="connsiteY379" fmla="*/ 330051 h 719138"/>
              <a:gd name="connsiteX380" fmla="*/ 2163119 w 2971026"/>
              <a:gd name="connsiteY380" fmla="*/ 371615 h 719138"/>
              <a:gd name="connsiteX381" fmla="*/ 2071970 w 2971026"/>
              <a:gd name="connsiteY381" fmla="*/ 418446 h 719138"/>
              <a:gd name="connsiteX382" fmla="*/ 2062687 w 2971026"/>
              <a:gd name="connsiteY382" fmla="*/ 418726 h 719138"/>
              <a:gd name="connsiteX383" fmla="*/ 2053502 w 2971026"/>
              <a:gd name="connsiteY383" fmla="*/ 418446 h 719138"/>
              <a:gd name="connsiteX384" fmla="*/ 1963418 w 2971026"/>
              <a:gd name="connsiteY384" fmla="*/ 371615 h 719138"/>
              <a:gd name="connsiteX385" fmla="*/ 1890508 w 2971026"/>
              <a:gd name="connsiteY385" fmla="*/ 330051 h 719138"/>
              <a:gd name="connsiteX386" fmla="*/ 1875171 w 2971026"/>
              <a:gd name="connsiteY386" fmla="*/ 329157 h 719138"/>
              <a:gd name="connsiteX387" fmla="*/ 1860044 w 2971026"/>
              <a:gd name="connsiteY387" fmla="*/ 330051 h 719138"/>
              <a:gd name="connsiteX388" fmla="*/ 1788085 w 2971026"/>
              <a:gd name="connsiteY388" fmla="*/ 371615 h 719138"/>
              <a:gd name="connsiteX389" fmla="*/ 1696936 w 2971026"/>
              <a:gd name="connsiteY389" fmla="*/ 418446 h 719138"/>
              <a:gd name="connsiteX390" fmla="*/ 1687656 w 2971026"/>
              <a:gd name="connsiteY390" fmla="*/ 418726 h 719138"/>
              <a:gd name="connsiteX391" fmla="*/ 1678456 w 2971026"/>
              <a:gd name="connsiteY391" fmla="*/ 418446 h 719138"/>
              <a:gd name="connsiteX392" fmla="*/ 1588259 w 2971026"/>
              <a:gd name="connsiteY392" fmla="*/ 371615 h 719138"/>
              <a:gd name="connsiteX393" fmla="*/ 1515254 w 2971026"/>
              <a:gd name="connsiteY393" fmla="*/ 330051 h 719138"/>
              <a:gd name="connsiteX394" fmla="*/ 1499902 w 2971026"/>
              <a:gd name="connsiteY394" fmla="*/ 329157 h 719138"/>
              <a:gd name="connsiteX395" fmla="*/ 1484938 w 2971026"/>
              <a:gd name="connsiteY395" fmla="*/ 330051 h 719138"/>
              <a:gd name="connsiteX396" fmla="*/ 1412811 w 2971026"/>
              <a:gd name="connsiteY396" fmla="*/ 371615 h 719138"/>
              <a:gd name="connsiteX397" fmla="*/ 1312377 w 2971026"/>
              <a:gd name="connsiteY397" fmla="*/ 418726 h 719138"/>
              <a:gd name="connsiteX398" fmla="*/ 1213103 w 2971026"/>
              <a:gd name="connsiteY398" fmla="*/ 371615 h 719138"/>
              <a:gd name="connsiteX399" fmla="*/ 1140203 w 2971026"/>
              <a:gd name="connsiteY399" fmla="*/ 330051 h 719138"/>
              <a:gd name="connsiteX400" fmla="*/ 1124860 w 2971026"/>
              <a:gd name="connsiteY400" fmla="*/ 329157 h 719138"/>
              <a:gd name="connsiteX401" fmla="*/ 1109907 w 2971026"/>
              <a:gd name="connsiteY401" fmla="*/ 330051 h 719138"/>
              <a:gd name="connsiteX402" fmla="*/ 1037780 w 2971026"/>
              <a:gd name="connsiteY402" fmla="*/ 371615 h 719138"/>
              <a:gd name="connsiteX403" fmla="*/ 937343 w 2971026"/>
              <a:gd name="connsiteY403" fmla="*/ 418726 h 719138"/>
              <a:gd name="connsiteX404" fmla="*/ 837942 w 2971026"/>
              <a:gd name="connsiteY404" fmla="*/ 371615 h 719138"/>
              <a:gd name="connsiteX405" fmla="*/ 764952 w 2971026"/>
              <a:gd name="connsiteY405" fmla="*/ 330051 h 719138"/>
              <a:gd name="connsiteX406" fmla="*/ 749586 w 2971026"/>
              <a:gd name="connsiteY406" fmla="*/ 329157 h 719138"/>
              <a:gd name="connsiteX407" fmla="*/ 734638 w 2971026"/>
              <a:gd name="connsiteY407" fmla="*/ 330051 h 719138"/>
              <a:gd name="connsiteX408" fmla="*/ 662511 w 2971026"/>
              <a:gd name="connsiteY408" fmla="*/ 371615 h 719138"/>
              <a:gd name="connsiteX409" fmla="*/ 562069 w 2971026"/>
              <a:gd name="connsiteY409" fmla="*/ 418726 h 719138"/>
              <a:gd name="connsiteX410" fmla="*/ 462743 w 2971026"/>
              <a:gd name="connsiteY410" fmla="*/ 371615 h 719138"/>
              <a:gd name="connsiteX411" fmla="*/ 375034 w 2971026"/>
              <a:gd name="connsiteY411" fmla="*/ 329157 h 719138"/>
              <a:gd name="connsiteX412" fmla="*/ 287371 w 2971026"/>
              <a:gd name="connsiteY412" fmla="*/ 371615 h 719138"/>
              <a:gd name="connsiteX413" fmla="*/ 187517 w 2971026"/>
              <a:gd name="connsiteY413" fmla="*/ 418726 h 719138"/>
              <a:gd name="connsiteX414" fmla="*/ 87663 w 2971026"/>
              <a:gd name="connsiteY414" fmla="*/ 371615 h 719138"/>
              <a:gd name="connsiteX415" fmla="*/ 0 w 2971026"/>
              <a:gd name="connsiteY415" fmla="*/ 329157 h 719138"/>
              <a:gd name="connsiteX416" fmla="*/ 0 w 2971026"/>
              <a:gd name="connsiteY416" fmla="*/ 211230 h 719138"/>
              <a:gd name="connsiteX417" fmla="*/ 99855 w 2971026"/>
              <a:gd name="connsiteY417" fmla="*/ 258878 h 719138"/>
              <a:gd name="connsiteX418" fmla="*/ 187517 w 2971026"/>
              <a:gd name="connsiteY418" fmla="*/ 301297 h 719138"/>
              <a:gd name="connsiteX419" fmla="*/ 275179 w 2971026"/>
              <a:gd name="connsiteY419" fmla="*/ 258878 h 719138"/>
              <a:gd name="connsiteX420" fmla="*/ 375034 w 2971026"/>
              <a:gd name="connsiteY420" fmla="*/ 211230 h 719138"/>
              <a:gd name="connsiteX421" fmla="*/ 474941 w 2971026"/>
              <a:gd name="connsiteY421" fmla="*/ 258878 h 719138"/>
              <a:gd name="connsiteX422" fmla="*/ 562069 w 2971026"/>
              <a:gd name="connsiteY422" fmla="*/ 301297 h 719138"/>
              <a:gd name="connsiteX423" fmla="*/ 650315 w 2971026"/>
              <a:gd name="connsiteY423" fmla="*/ 258878 h 719138"/>
              <a:gd name="connsiteX424" fmla="*/ 740506 w 2971026"/>
              <a:gd name="connsiteY424" fmla="*/ 211516 h 719138"/>
              <a:gd name="connsiteX425" fmla="*/ 749586 w 2971026"/>
              <a:gd name="connsiteY425" fmla="*/ 211230 h 719138"/>
              <a:gd name="connsiteX426" fmla="*/ 758889 w 2971026"/>
              <a:gd name="connsiteY426" fmla="*/ 211516 h 719138"/>
              <a:gd name="connsiteX427" fmla="*/ 850154 w 2971026"/>
              <a:gd name="connsiteY427" fmla="*/ 258878 h 719138"/>
              <a:gd name="connsiteX428" fmla="*/ 937343 w 2971026"/>
              <a:gd name="connsiteY428" fmla="*/ 301297 h 719138"/>
              <a:gd name="connsiteX429" fmla="*/ 1025586 w 2971026"/>
              <a:gd name="connsiteY429" fmla="*/ 258878 h 719138"/>
              <a:gd name="connsiteX430" fmla="*/ 1115684 w 2971026"/>
              <a:gd name="connsiteY430" fmla="*/ 211516 h 719138"/>
              <a:gd name="connsiteX431" fmla="*/ 1124860 w 2971026"/>
              <a:gd name="connsiteY431" fmla="*/ 211230 h 719138"/>
              <a:gd name="connsiteX432" fmla="*/ 1134151 w 2971026"/>
              <a:gd name="connsiteY432" fmla="*/ 211516 h 719138"/>
              <a:gd name="connsiteX433" fmla="*/ 1225295 w 2971026"/>
              <a:gd name="connsiteY433" fmla="*/ 258878 h 719138"/>
              <a:gd name="connsiteX434" fmla="*/ 1312377 w 2971026"/>
              <a:gd name="connsiteY434" fmla="*/ 301297 h 719138"/>
              <a:gd name="connsiteX435" fmla="*/ 1400620 w 2971026"/>
              <a:gd name="connsiteY435" fmla="*/ 258878 h 719138"/>
              <a:gd name="connsiteX436" fmla="*/ 1490715 w 2971026"/>
              <a:gd name="connsiteY436" fmla="*/ 211516 h 719138"/>
              <a:gd name="connsiteX437" fmla="*/ 1499902 w 2971026"/>
              <a:gd name="connsiteY437" fmla="*/ 211230 h 719138"/>
              <a:gd name="connsiteX438" fmla="*/ 1509200 w 2971026"/>
              <a:gd name="connsiteY438" fmla="*/ 211516 h 719138"/>
              <a:gd name="connsiteX439" fmla="*/ 1600457 w 2971026"/>
              <a:gd name="connsiteY439" fmla="*/ 258878 h 719138"/>
              <a:gd name="connsiteX440" fmla="*/ 1672675 w 2971026"/>
              <a:gd name="connsiteY440" fmla="*/ 300380 h 719138"/>
              <a:gd name="connsiteX441" fmla="*/ 1687656 w 2971026"/>
              <a:gd name="connsiteY441" fmla="*/ 301297 h 719138"/>
              <a:gd name="connsiteX442" fmla="*/ 1702991 w 2971026"/>
              <a:gd name="connsiteY442" fmla="*/ 300380 h 719138"/>
              <a:gd name="connsiteX443" fmla="*/ 1775902 w 2971026"/>
              <a:gd name="connsiteY443" fmla="*/ 258878 h 719138"/>
              <a:gd name="connsiteX444" fmla="*/ 1865985 w 2971026"/>
              <a:gd name="connsiteY444" fmla="*/ 211516 h 719138"/>
              <a:gd name="connsiteX445" fmla="*/ 1875171 w 2971026"/>
              <a:gd name="connsiteY445" fmla="*/ 211230 h 719138"/>
              <a:gd name="connsiteX446" fmla="*/ 1884453 w 2971026"/>
              <a:gd name="connsiteY446" fmla="*/ 211516 h 719138"/>
              <a:gd name="connsiteX447" fmla="*/ 1975602 w 2971026"/>
              <a:gd name="connsiteY447" fmla="*/ 258878 h 719138"/>
              <a:gd name="connsiteX448" fmla="*/ 2047561 w 2971026"/>
              <a:gd name="connsiteY448" fmla="*/ 300380 h 719138"/>
              <a:gd name="connsiteX449" fmla="*/ 2062687 w 2971026"/>
              <a:gd name="connsiteY449" fmla="*/ 301297 h 719138"/>
              <a:gd name="connsiteX450" fmla="*/ 2078025 w 2971026"/>
              <a:gd name="connsiteY450" fmla="*/ 300380 h 719138"/>
              <a:gd name="connsiteX451" fmla="*/ 2150933 w 2971026"/>
              <a:gd name="connsiteY451" fmla="*/ 258878 h 719138"/>
              <a:gd name="connsiteX452" fmla="*/ 2241019 w 2971026"/>
              <a:gd name="connsiteY452" fmla="*/ 211516 h 719138"/>
              <a:gd name="connsiteX453" fmla="*/ 2250202 w 2971026"/>
              <a:gd name="connsiteY453" fmla="*/ 211230 h 719138"/>
              <a:gd name="connsiteX454" fmla="*/ 2259500 w 2971026"/>
              <a:gd name="connsiteY454" fmla="*/ 211516 h 719138"/>
              <a:gd name="connsiteX455" fmla="*/ 2350772 w 2971026"/>
              <a:gd name="connsiteY455" fmla="*/ 258878 h 719138"/>
              <a:gd name="connsiteX456" fmla="*/ 2422815 w 2971026"/>
              <a:gd name="connsiteY456" fmla="*/ 300380 h 719138"/>
              <a:gd name="connsiteX457" fmla="*/ 2437959 w 2971026"/>
              <a:gd name="connsiteY457" fmla="*/ 301297 h 719138"/>
              <a:gd name="connsiteX458" fmla="*/ 2453275 w 2971026"/>
              <a:gd name="connsiteY458" fmla="*/ 300380 h 719138"/>
              <a:gd name="connsiteX459" fmla="*/ 2526203 w 2971026"/>
              <a:gd name="connsiteY459" fmla="*/ 258878 h 719138"/>
              <a:gd name="connsiteX460" fmla="*/ 2625475 w 2971026"/>
              <a:gd name="connsiteY460" fmla="*/ 211230 h 719138"/>
              <a:gd name="connsiteX461" fmla="*/ 2725913 w 2971026"/>
              <a:gd name="connsiteY461" fmla="*/ 258878 h 719138"/>
              <a:gd name="connsiteX462" fmla="*/ 2797875 w 2971026"/>
              <a:gd name="connsiteY462" fmla="*/ 300380 h 719138"/>
              <a:gd name="connsiteX463" fmla="*/ 2812992 w 2971026"/>
              <a:gd name="connsiteY463" fmla="*/ 301297 h 719138"/>
              <a:gd name="connsiteX464" fmla="*/ 2828318 w 2971026"/>
              <a:gd name="connsiteY464" fmla="*/ 300380 h 719138"/>
              <a:gd name="connsiteX465" fmla="*/ 2901235 w 2971026"/>
              <a:gd name="connsiteY465" fmla="*/ 258878 h 719138"/>
              <a:gd name="connsiteX466" fmla="*/ 2961708 w 2971026"/>
              <a:gd name="connsiteY466" fmla="*/ 217122 h 719138"/>
              <a:gd name="connsiteX467" fmla="*/ 2971026 w 2971026"/>
              <a:gd name="connsiteY467" fmla="*/ 215369 h 719138"/>
              <a:gd name="connsiteX468" fmla="*/ 2971026 w 2971026"/>
              <a:gd name="connsiteY468" fmla="*/ 235534 h 719138"/>
              <a:gd name="connsiteX469" fmla="*/ 2944769 w 2971026"/>
              <a:gd name="connsiteY469" fmla="*/ 245239 h 719138"/>
              <a:gd name="connsiteX470" fmla="*/ 2913429 w 2971026"/>
              <a:gd name="connsiteY470" fmla="*/ 271662 h 719138"/>
              <a:gd name="connsiteX471" fmla="*/ 2822285 w 2971026"/>
              <a:gd name="connsiteY471" fmla="*/ 319025 h 719138"/>
              <a:gd name="connsiteX472" fmla="*/ 2812992 w 2971026"/>
              <a:gd name="connsiteY472" fmla="*/ 319311 h 719138"/>
              <a:gd name="connsiteX473" fmla="*/ 2803817 w 2971026"/>
              <a:gd name="connsiteY473" fmla="*/ 319025 h 719138"/>
              <a:gd name="connsiteX474" fmla="*/ 2713719 w 2971026"/>
              <a:gd name="connsiteY474" fmla="*/ 271662 h 719138"/>
              <a:gd name="connsiteX475" fmla="*/ 2625475 w 2971026"/>
              <a:gd name="connsiteY475" fmla="*/ 229243 h 719138"/>
              <a:gd name="connsiteX476" fmla="*/ 2538398 w 2971026"/>
              <a:gd name="connsiteY476" fmla="*/ 271662 h 719138"/>
              <a:gd name="connsiteX477" fmla="*/ 2447253 w 2971026"/>
              <a:gd name="connsiteY477" fmla="*/ 319025 h 719138"/>
              <a:gd name="connsiteX478" fmla="*/ 2437959 w 2971026"/>
              <a:gd name="connsiteY478" fmla="*/ 319311 h 719138"/>
              <a:gd name="connsiteX479" fmla="*/ 2428768 w 2971026"/>
              <a:gd name="connsiteY479" fmla="*/ 319025 h 719138"/>
              <a:gd name="connsiteX480" fmla="*/ 2338559 w 2971026"/>
              <a:gd name="connsiteY480" fmla="*/ 271662 h 719138"/>
              <a:gd name="connsiteX481" fmla="*/ 2265570 w 2971026"/>
              <a:gd name="connsiteY481" fmla="*/ 230161 h 719138"/>
              <a:gd name="connsiteX482" fmla="*/ 2250202 w 2971026"/>
              <a:gd name="connsiteY482" fmla="*/ 229243 h 719138"/>
              <a:gd name="connsiteX483" fmla="*/ 2235078 w 2971026"/>
              <a:gd name="connsiteY483" fmla="*/ 230161 h 719138"/>
              <a:gd name="connsiteX484" fmla="*/ 2163119 w 2971026"/>
              <a:gd name="connsiteY484" fmla="*/ 271662 h 719138"/>
              <a:gd name="connsiteX485" fmla="*/ 2071970 w 2971026"/>
              <a:gd name="connsiteY485" fmla="*/ 319025 h 719138"/>
              <a:gd name="connsiteX486" fmla="*/ 2062687 w 2971026"/>
              <a:gd name="connsiteY486" fmla="*/ 319311 h 719138"/>
              <a:gd name="connsiteX487" fmla="*/ 2053502 w 2971026"/>
              <a:gd name="connsiteY487" fmla="*/ 319025 h 719138"/>
              <a:gd name="connsiteX488" fmla="*/ 1963418 w 2971026"/>
              <a:gd name="connsiteY488" fmla="*/ 271662 h 719138"/>
              <a:gd name="connsiteX489" fmla="*/ 1890508 w 2971026"/>
              <a:gd name="connsiteY489" fmla="*/ 230161 h 719138"/>
              <a:gd name="connsiteX490" fmla="*/ 1875171 w 2971026"/>
              <a:gd name="connsiteY490" fmla="*/ 229243 h 719138"/>
              <a:gd name="connsiteX491" fmla="*/ 1860044 w 2971026"/>
              <a:gd name="connsiteY491" fmla="*/ 230161 h 719138"/>
              <a:gd name="connsiteX492" fmla="*/ 1788085 w 2971026"/>
              <a:gd name="connsiteY492" fmla="*/ 271662 h 719138"/>
              <a:gd name="connsiteX493" fmla="*/ 1696936 w 2971026"/>
              <a:gd name="connsiteY493" fmla="*/ 319025 h 719138"/>
              <a:gd name="connsiteX494" fmla="*/ 1687656 w 2971026"/>
              <a:gd name="connsiteY494" fmla="*/ 319311 h 719138"/>
              <a:gd name="connsiteX495" fmla="*/ 1678456 w 2971026"/>
              <a:gd name="connsiteY495" fmla="*/ 319025 h 719138"/>
              <a:gd name="connsiteX496" fmla="*/ 1588259 w 2971026"/>
              <a:gd name="connsiteY496" fmla="*/ 271662 h 719138"/>
              <a:gd name="connsiteX497" fmla="*/ 1515254 w 2971026"/>
              <a:gd name="connsiteY497" fmla="*/ 230161 h 719138"/>
              <a:gd name="connsiteX498" fmla="*/ 1499902 w 2971026"/>
              <a:gd name="connsiteY498" fmla="*/ 229243 h 719138"/>
              <a:gd name="connsiteX499" fmla="*/ 1484938 w 2971026"/>
              <a:gd name="connsiteY499" fmla="*/ 230161 h 719138"/>
              <a:gd name="connsiteX500" fmla="*/ 1412811 w 2971026"/>
              <a:gd name="connsiteY500" fmla="*/ 271662 h 719138"/>
              <a:gd name="connsiteX501" fmla="*/ 1312377 w 2971026"/>
              <a:gd name="connsiteY501" fmla="*/ 319311 h 719138"/>
              <a:gd name="connsiteX502" fmla="*/ 1213103 w 2971026"/>
              <a:gd name="connsiteY502" fmla="*/ 271662 h 719138"/>
              <a:gd name="connsiteX503" fmla="*/ 1140203 w 2971026"/>
              <a:gd name="connsiteY503" fmla="*/ 230161 h 719138"/>
              <a:gd name="connsiteX504" fmla="*/ 1124860 w 2971026"/>
              <a:gd name="connsiteY504" fmla="*/ 229243 h 719138"/>
              <a:gd name="connsiteX505" fmla="*/ 1109907 w 2971026"/>
              <a:gd name="connsiteY505" fmla="*/ 230161 h 719138"/>
              <a:gd name="connsiteX506" fmla="*/ 1037780 w 2971026"/>
              <a:gd name="connsiteY506" fmla="*/ 271662 h 719138"/>
              <a:gd name="connsiteX507" fmla="*/ 937343 w 2971026"/>
              <a:gd name="connsiteY507" fmla="*/ 319311 h 719138"/>
              <a:gd name="connsiteX508" fmla="*/ 837942 w 2971026"/>
              <a:gd name="connsiteY508" fmla="*/ 271662 h 719138"/>
              <a:gd name="connsiteX509" fmla="*/ 764952 w 2971026"/>
              <a:gd name="connsiteY509" fmla="*/ 230161 h 719138"/>
              <a:gd name="connsiteX510" fmla="*/ 749586 w 2971026"/>
              <a:gd name="connsiteY510" fmla="*/ 229243 h 719138"/>
              <a:gd name="connsiteX511" fmla="*/ 734638 w 2971026"/>
              <a:gd name="connsiteY511" fmla="*/ 230161 h 719138"/>
              <a:gd name="connsiteX512" fmla="*/ 662511 w 2971026"/>
              <a:gd name="connsiteY512" fmla="*/ 271662 h 719138"/>
              <a:gd name="connsiteX513" fmla="*/ 562069 w 2971026"/>
              <a:gd name="connsiteY513" fmla="*/ 319311 h 719138"/>
              <a:gd name="connsiteX514" fmla="*/ 462743 w 2971026"/>
              <a:gd name="connsiteY514" fmla="*/ 271662 h 719138"/>
              <a:gd name="connsiteX515" fmla="*/ 375034 w 2971026"/>
              <a:gd name="connsiteY515" fmla="*/ 229243 h 719138"/>
              <a:gd name="connsiteX516" fmla="*/ 287371 w 2971026"/>
              <a:gd name="connsiteY516" fmla="*/ 271662 h 719138"/>
              <a:gd name="connsiteX517" fmla="*/ 187517 w 2971026"/>
              <a:gd name="connsiteY517" fmla="*/ 319311 h 719138"/>
              <a:gd name="connsiteX518" fmla="*/ 87663 w 2971026"/>
              <a:gd name="connsiteY518" fmla="*/ 271662 h 719138"/>
              <a:gd name="connsiteX519" fmla="*/ 0 w 2971026"/>
              <a:gd name="connsiteY519" fmla="*/ 229243 h 719138"/>
              <a:gd name="connsiteX520" fmla="*/ 0 w 2971026"/>
              <a:gd name="connsiteY520" fmla="*/ 110611 h 719138"/>
              <a:gd name="connsiteX521" fmla="*/ 99855 w 2971026"/>
              <a:gd name="connsiteY521" fmla="*/ 158260 h 719138"/>
              <a:gd name="connsiteX522" fmla="*/ 187517 w 2971026"/>
              <a:gd name="connsiteY522" fmla="*/ 200679 h 719138"/>
              <a:gd name="connsiteX523" fmla="*/ 275179 w 2971026"/>
              <a:gd name="connsiteY523" fmla="*/ 158260 h 719138"/>
              <a:gd name="connsiteX524" fmla="*/ 375034 w 2971026"/>
              <a:gd name="connsiteY524" fmla="*/ 110611 h 719138"/>
              <a:gd name="connsiteX525" fmla="*/ 474941 w 2971026"/>
              <a:gd name="connsiteY525" fmla="*/ 158260 h 719138"/>
              <a:gd name="connsiteX526" fmla="*/ 562069 w 2971026"/>
              <a:gd name="connsiteY526" fmla="*/ 200679 h 719138"/>
              <a:gd name="connsiteX527" fmla="*/ 650315 w 2971026"/>
              <a:gd name="connsiteY527" fmla="*/ 158260 h 719138"/>
              <a:gd name="connsiteX528" fmla="*/ 740506 w 2971026"/>
              <a:gd name="connsiteY528" fmla="*/ 110897 h 719138"/>
              <a:gd name="connsiteX529" fmla="*/ 749586 w 2971026"/>
              <a:gd name="connsiteY529" fmla="*/ 110611 h 719138"/>
              <a:gd name="connsiteX530" fmla="*/ 758889 w 2971026"/>
              <a:gd name="connsiteY530" fmla="*/ 110897 h 719138"/>
              <a:gd name="connsiteX531" fmla="*/ 850154 w 2971026"/>
              <a:gd name="connsiteY531" fmla="*/ 158260 h 719138"/>
              <a:gd name="connsiteX532" fmla="*/ 937343 w 2971026"/>
              <a:gd name="connsiteY532" fmla="*/ 200679 h 719138"/>
              <a:gd name="connsiteX533" fmla="*/ 1025586 w 2971026"/>
              <a:gd name="connsiteY533" fmla="*/ 158260 h 719138"/>
              <a:gd name="connsiteX534" fmla="*/ 1115684 w 2971026"/>
              <a:gd name="connsiteY534" fmla="*/ 110897 h 719138"/>
              <a:gd name="connsiteX535" fmla="*/ 1124860 w 2971026"/>
              <a:gd name="connsiteY535" fmla="*/ 110611 h 719138"/>
              <a:gd name="connsiteX536" fmla="*/ 1134151 w 2971026"/>
              <a:gd name="connsiteY536" fmla="*/ 110897 h 719138"/>
              <a:gd name="connsiteX537" fmla="*/ 1225295 w 2971026"/>
              <a:gd name="connsiteY537" fmla="*/ 158260 h 719138"/>
              <a:gd name="connsiteX538" fmla="*/ 1312377 w 2971026"/>
              <a:gd name="connsiteY538" fmla="*/ 200679 h 719138"/>
              <a:gd name="connsiteX539" fmla="*/ 1400620 w 2971026"/>
              <a:gd name="connsiteY539" fmla="*/ 158260 h 719138"/>
              <a:gd name="connsiteX540" fmla="*/ 1490715 w 2971026"/>
              <a:gd name="connsiteY540" fmla="*/ 110897 h 719138"/>
              <a:gd name="connsiteX541" fmla="*/ 1499902 w 2971026"/>
              <a:gd name="connsiteY541" fmla="*/ 110611 h 719138"/>
              <a:gd name="connsiteX542" fmla="*/ 1509200 w 2971026"/>
              <a:gd name="connsiteY542" fmla="*/ 110897 h 719138"/>
              <a:gd name="connsiteX543" fmla="*/ 1600457 w 2971026"/>
              <a:gd name="connsiteY543" fmla="*/ 158260 h 719138"/>
              <a:gd name="connsiteX544" fmla="*/ 1672675 w 2971026"/>
              <a:gd name="connsiteY544" fmla="*/ 199762 h 719138"/>
              <a:gd name="connsiteX545" fmla="*/ 1687656 w 2971026"/>
              <a:gd name="connsiteY545" fmla="*/ 200679 h 719138"/>
              <a:gd name="connsiteX546" fmla="*/ 1702991 w 2971026"/>
              <a:gd name="connsiteY546" fmla="*/ 199762 h 719138"/>
              <a:gd name="connsiteX547" fmla="*/ 1775902 w 2971026"/>
              <a:gd name="connsiteY547" fmla="*/ 158260 h 719138"/>
              <a:gd name="connsiteX548" fmla="*/ 1865985 w 2971026"/>
              <a:gd name="connsiteY548" fmla="*/ 110897 h 719138"/>
              <a:gd name="connsiteX549" fmla="*/ 1875171 w 2971026"/>
              <a:gd name="connsiteY549" fmla="*/ 110611 h 719138"/>
              <a:gd name="connsiteX550" fmla="*/ 1884453 w 2971026"/>
              <a:gd name="connsiteY550" fmla="*/ 110897 h 719138"/>
              <a:gd name="connsiteX551" fmla="*/ 1975602 w 2971026"/>
              <a:gd name="connsiteY551" fmla="*/ 158260 h 719138"/>
              <a:gd name="connsiteX552" fmla="*/ 2047561 w 2971026"/>
              <a:gd name="connsiteY552" fmla="*/ 199762 h 719138"/>
              <a:gd name="connsiteX553" fmla="*/ 2062687 w 2971026"/>
              <a:gd name="connsiteY553" fmla="*/ 200679 h 719138"/>
              <a:gd name="connsiteX554" fmla="*/ 2078025 w 2971026"/>
              <a:gd name="connsiteY554" fmla="*/ 199762 h 719138"/>
              <a:gd name="connsiteX555" fmla="*/ 2150933 w 2971026"/>
              <a:gd name="connsiteY555" fmla="*/ 158260 h 719138"/>
              <a:gd name="connsiteX556" fmla="*/ 2241019 w 2971026"/>
              <a:gd name="connsiteY556" fmla="*/ 110897 h 719138"/>
              <a:gd name="connsiteX557" fmla="*/ 2250202 w 2971026"/>
              <a:gd name="connsiteY557" fmla="*/ 110611 h 719138"/>
              <a:gd name="connsiteX558" fmla="*/ 2259500 w 2971026"/>
              <a:gd name="connsiteY558" fmla="*/ 110897 h 719138"/>
              <a:gd name="connsiteX559" fmla="*/ 2350772 w 2971026"/>
              <a:gd name="connsiteY559" fmla="*/ 158260 h 719138"/>
              <a:gd name="connsiteX560" fmla="*/ 2422815 w 2971026"/>
              <a:gd name="connsiteY560" fmla="*/ 199762 h 719138"/>
              <a:gd name="connsiteX561" fmla="*/ 2437959 w 2971026"/>
              <a:gd name="connsiteY561" fmla="*/ 200679 h 719138"/>
              <a:gd name="connsiteX562" fmla="*/ 2453275 w 2971026"/>
              <a:gd name="connsiteY562" fmla="*/ 199762 h 719138"/>
              <a:gd name="connsiteX563" fmla="*/ 2526203 w 2971026"/>
              <a:gd name="connsiteY563" fmla="*/ 158260 h 719138"/>
              <a:gd name="connsiteX564" fmla="*/ 2625475 w 2971026"/>
              <a:gd name="connsiteY564" fmla="*/ 110611 h 719138"/>
              <a:gd name="connsiteX565" fmla="*/ 2725913 w 2971026"/>
              <a:gd name="connsiteY565" fmla="*/ 158260 h 719138"/>
              <a:gd name="connsiteX566" fmla="*/ 2797875 w 2971026"/>
              <a:gd name="connsiteY566" fmla="*/ 199762 h 719138"/>
              <a:gd name="connsiteX567" fmla="*/ 2812992 w 2971026"/>
              <a:gd name="connsiteY567" fmla="*/ 200679 h 719138"/>
              <a:gd name="connsiteX568" fmla="*/ 2828318 w 2971026"/>
              <a:gd name="connsiteY568" fmla="*/ 199762 h 719138"/>
              <a:gd name="connsiteX569" fmla="*/ 2901235 w 2971026"/>
              <a:gd name="connsiteY569" fmla="*/ 158260 h 719138"/>
              <a:gd name="connsiteX570" fmla="*/ 2961702 w 2971026"/>
              <a:gd name="connsiteY570" fmla="*/ 116503 h 719138"/>
              <a:gd name="connsiteX571" fmla="*/ 2971026 w 2971026"/>
              <a:gd name="connsiteY571" fmla="*/ 114749 h 719138"/>
              <a:gd name="connsiteX572" fmla="*/ 2971026 w 2971026"/>
              <a:gd name="connsiteY572" fmla="*/ 134913 h 719138"/>
              <a:gd name="connsiteX573" fmla="*/ 2944764 w 2971026"/>
              <a:gd name="connsiteY573" fmla="*/ 144620 h 719138"/>
              <a:gd name="connsiteX574" fmla="*/ 2913429 w 2971026"/>
              <a:gd name="connsiteY574" fmla="*/ 171043 h 719138"/>
              <a:gd name="connsiteX575" fmla="*/ 2822285 w 2971026"/>
              <a:gd name="connsiteY575" fmla="*/ 218406 h 719138"/>
              <a:gd name="connsiteX576" fmla="*/ 2812992 w 2971026"/>
              <a:gd name="connsiteY576" fmla="*/ 218692 h 719138"/>
              <a:gd name="connsiteX577" fmla="*/ 2803817 w 2971026"/>
              <a:gd name="connsiteY577" fmla="*/ 218406 h 719138"/>
              <a:gd name="connsiteX578" fmla="*/ 2713719 w 2971026"/>
              <a:gd name="connsiteY578" fmla="*/ 171043 h 719138"/>
              <a:gd name="connsiteX579" fmla="*/ 2625475 w 2971026"/>
              <a:gd name="connsiteY579" fmla="*/ 128625 h 719138"/>
              <a:gd name="connsiteX580" fmla="*/ 2538398 w 2971026"/>
              <a:gd name="connsiteY580" fmla="*/ 171043 h 719138"/>
              <a:gd name="connsiteX581" fmla="*/ 2447253 w 2971026"/>
              <a:gd name="connsiteY581" fmla="*/ 218406 h 719138"/>
              <a:gd name="connsiteX582" fmla="*/ 2437959 w 2971026"/>
              <a:gd name="connsiteY582" fmla="*/ 218692 h 719138"/>
              <a:gd name="connsiteX583" fmla="*/ 2428768 w 2971026"/>
              <a:gd name="connsiteY583" fmla="*/ 218406 h 719138"/>
              <a:gd name="connsiteX584" fmla="*/ 2338559 w 2971026"/>
              <a:gd name="connsiteY584" fmla="*/ 171043 h 719138"/>
              <a:gd name="connsiteX585" fmla="*/ 2265570 w 2971026"/>
              <a:gd name="connsiteY585" fmla="*/ 129542 h 719138"/>
              <a:gd name="connsiteX586" fmla="*/ 2250202 w 2971026"/>
              <a:gd name="connsiteY586" fmla="*/ 128625 h 719138"/>
              <a:gd name="connsiteX587" fmla="*/ 2235078 w 2971026"/>
              <a:gd name="connsiteY587" fmla="*/ 129542 h 719138"/>
              <a:gd name="connsiteX588" fmla="*/ 2163119 w 2971026"/>
              <a:gd name="connsiteY588" fmla="*/ 171043 h 719138"/>
              <a:gd name="connsiteX589" fmla="*/ 2071970 w 2971026"/>
              <a:gd name="connsiteY589" fmla="*/ 218406 h 719138"/>
              <a:gd name="connsiteX590" fmla="*/ 2062687 w 2971026"/>
              <a:gd name="connsiteY590" fmla="*/ 218692 h 719138"/>
              <a:gd name="connsiteX591" fmla="*/ 2053502 w 2971026"/>
              <a:gd name="connsiteY591" fmla="*/ 218406 h 719138"/>
              <a:gd name="connsiteX592" fmla="*/ 1963418 w 2971026"/>
              <a:gd name="connsiteY592" fmla="*/ 171043 h 719138"/>
              <a:gd name="connsiteX593" fmla="*/ 1890508 w 2971026"/>
              <a:gd name="connsiteY593" fmla="*/ 129542 h 719138"/>
              <a:gd name="connsiteX594" fmla="*/ 1875171 w 2971026"/>
              <a:gd name="connsiteY594" fmla="*/ 128625 h 719138"/>
              <a:gd name="connsiteX595" fmla="*/ 1860044 w 2971026"/>
              <a:gd name="connsiteY595" fmla="*/ 129542 h 719138"/>
              <a:gd name="connsiteX596" fmla="*/ 1788085 w 2971026"/>
              <a:gd name="connsiteY596" fmla="*/ 171043 h 719138"/>
              <a:gd name="connsiteX597" fmla="*/ 1696936 w 2971026"/>
              <a:gd name="connsiteY597" fmla="*/ 218406 h 719138"/>
              <a:gd name="connsiteX598" fmla="*/ 1687656 w 2971026"/>
              <a:gd name="connsiteY598" fmla="*/ 218692 h 719138"/>
              <a:gd name="connsiteX599" fmla="*/ 1678456 w 2971026"/>
              <a:gd name="connsiteY599" fmla="*/ 218406 h 719138"/>
              <a:gd name="connsiteX600" fmla="*/ 1588259 w 2971026"/>
              <a:gd name="connsiteY600" fmla="*/ 171043 h 719138"/>
              <a:gd name="connsiteX601" fmla="*/ 1515254 w 2971026"/>
              <a:gd name="connsiteY601" fmla="*/ 129542 h 719138"/>
              <a:gd name="connsiteX602" fmla="*/ 1499902 w 2971026"/>
              <a:gd name="connsiteY602" fmla="*/ 128625 h 719138"/>
              <a:gd name="connsiteX603" fmla="*/ 1484938 w 2971026"/>
              <a:gd name="connsiteY603" fmla="*/ 129542 h 719138"/>
              <a:gd name="connsiteX604" fmla="*/ 1412811 w 2971026"/>
              <a:gd name="connsiteY604" fmla="*/ 171043 h 719138"/>
              <a:gd name="connsiteX605" fmla="*/ 1312377 w 2971026"/>
              <a:gd name="connsiteY605" fmla="*/ 218692 h 719138"/>
              <a:gd name="connsiteX606" fmla="*/ 1213103 w 2971026"/>
              <a:gd name="connsiteY606" fmla="*/ 171043 h 719138"/>
              <a:gd name="connsiteX607" fmla="*/ 1140203 w 2971026"/>
              <a:gd name="connsiteY607" fmla="*/ 129542 h 719138"/>
              <a:gd name="connsiteX608" fmla="*/ 1124860 w 2971026"/>
              <a:gd name="connsiteY608" fmla="*/ 128625 h 719138"/>
              <a:gd name="connsiteX609" fmla="*/ 1109907 w 2971026"/>
              <a:gd name="connsiteY609" fmla="*/ 129542 h 719138"/>
              <a:gd name="connsiteX610" fmla="*/ 1037780 w 2971026"/>
              <a:gd name="connsiteY610" fmla="*/ 171043 h 719138"/>
              <a:gd name="connsiteX611" fmla="*/ 937343 w 2971026"/>
              <a:gd name="connsiteY611" fmla="*/ 218692 h 719138"/>
              <a:gd name="connsiteX612" fmla="*/ 837942 w 2971026"/>
              <a:gd name="connsiteY612" fmla="*/ 171043 h 719138"/>
              <a:gd name="connsiteX613" fmla="*/ 764952 w 2971026"/>
              <a:gd name="connsiteY613" fmla="*/ 129542 h 719138"/>
              <a:gd name="connsiteX614" fmla="*/ 749586 w 2971026"/>
              <a:gd name="connsiteY614" fmla="*/ 128625 h 719138"/>
              <a:gd name="connsiteX615" fmla="*/ 734638 w 2971026"/>
              <a:gd name="connsiteY615" fmla="*/ 129542 h 719138"/>
              <a:gd name="connsiteX616" fmla="*/ 662511 w 2971026"/>
              <a:gd name="connsiteY616" fmla="*/ 171043 h 719138"/>
              <a:gd name="connsiteX617" fmla="*/ 562069 w 2971026"/>
              <a:gd name="connsiteY617" fmla="*/ 218692 h 719138"/>
              <a:gd name="connsiteX618" fmla="*/ 462743 w 2971026"/>
              <a:gd name="connsiteY618" fmla="*/ 171043 h 719138"/>
              <a:gd name="connsiteX619" fmla="*/ 375034 w 2971026"/>
              <a:gd name="connsiteY619" fmla="*/ 128625 h 719138"/>
              <a:gd name="connsiteX620" fmla="*/ 287371 w 2971026"/>
              <a:gd name="connsiteY620" fmla="*/ 171043 h 719138"/>
              <a:gd name="connsiteX621" fmla="*/ 187517 w 2971026"/>
              <a:gd name="connsiteY621" fmla="*/ 218692 h 719138"/>
              <a:gd name="connsiteX622" fmla="*/ 87663 w 2971026"/>
              <a:gd name="connsiteY622" fmla="*/ 171043 h 719138"/>
              <a:gd name="connsiteX623" fmla="*/ 0 w 2971026"/>
              <a:gd name="connsiteY623" fmla="*/ 128625 h 719138"/>
              <a:gd name="connsiteX624" fmla="*/ 0 w 2971026"/>
              <a:gd name="connsiteY624" fmla="*/ 11196 h 719138"/>
              <a:gd name="connsiteX625" fmla="*/ 99855 w 2971026"/>
              <a:gd name="connsiteY625" fmla="*/ 58307 h 719138"/>
              <a:gd name="connsiteX626" fmla="*/ 187517 w 2971026"/>
              <a:gd name="connsiteY626" fmla="*/ 100765 h 719138"/>
              <a:gd name="connsiteX627" fmla="*/ 275179 w 2971026"/>
              <a:gd name="connsiteY627" fmla="*/ 58307 h 719138"/>
              <a:gd name="connsiteX628" fmla="*/ 375034 w 2971026"/>
              <a:gd name="connsiteY628" fmla="*/ 11196 h 719138"/>
              <a:gd name="connsiteX629" fmla="*/ 474941 w 2971026"/>
              <a:gd name="connsiteY629" fmla="*/ 58307 h 719138"/>
              <a:gd name="connsiteX630" fmla="*/ 562069 w 2971026"/>
              <a:gd name="connsiteY630" fmla="*/ 100765 h 719138"/>
              <a:gd name="connsiteX631" fmla="*/ 650315 w 2971026"/>
              <a:gd name="connsiteY631" fmla="*/ 58307 h 719138"/>
              <a:gd name="connsiteX632" fmla="*/ 740506 w 2971026"/>
              <a:gd name="connsiteY632" fmla="*/ 11482 h 719138"/>
              <a:gd name="connsiteX633" fmla="*/ 749586 w 2971026"/>
              <a:gd name="connsiteY633" fmla="*/ 11196 h 719138"/>
              <a:gd name="connsiteX634" fmla="*/ 758889 w 2971026"/>
              <a:gd name="connsiteY634" fmla="*/ 11476 h 719138"/>
              <a:gd name="connsiteX635" fmla="*/ 850154 w 2971026"/>
              <a:gd name="connsiteY635" fmla="*/ 58307 h 719138"/>
              <a:gd name="connsiteX636" fmla="*/ 937343 w 2971026"/>
              <a:gd name="connsiteY636" fmla="*/ 100765 h 719138"/>
              <a:gd name="connsiteX637" fmla="*/ 1025586 w 2971026"/>
              <a:gd name="connsiteY637" fmla="*/ 58307 h 719138"/>
              <a:gd name="connsiteX638" fmla="*/ 1115684 w 2971026"/>
              <a:gd name="connsiteY638" fmla="*/ 11482 h 719138"/>
              <a:gd name="connsiteX639" fmla="*/ 1124860 w 2971026"/>
              <a:gd name="connsiteY639" fmla="*/ 11196 h 719138"/>
              <a:gd name="connsiteX640" fmla="*/ 1134151 w 2971026"/>
              <a:gd name="connsiteY640" fmla="*/ 11476 h 719138"/>
              <a:gd name="connsiteX641" fmla="*/ 1225295 w 2971026"/>
              <a:gd name="connsiteY641" fmla="*/ 58307 h 719138"/>
              <a:gd name="connsiteX642" fmla="*/ 1312377 w 2971026"/>
              <a:gd name="connsiteY642" fmla="*/ 100765 h 719138"/>
              <a:gd name="connsiteX643" fmla="*/ 1400620 w 2971026"/>
              <a:gd name="connsiteY643" fmla="*/ 58307 h 719138"/>
              <a:gd name="connsiteX644" fmla="*/ 1490715 w 2971026"/>
              <a:gd name="connsiteY644" fmla="*/ 11482 h 719138"/>
              <a:gd name="connsiteX645" fmla="*/ 1499902 w 2971026"/>
              <a:gd name="connsiteY645" fmla="*/ 11196 h 719138"/>
              <a:gd name="connsiteX646" fmla="*/ 1509200 w 2971026"/>
              <a:gd name="connsiteY646" fmla="*/ 11476 h 719138"/>
              <a:gd name="connsiteX647" fmla="*/ 1600457 w 2971026"/>
              <a:gd name="connsiteY647" fmla="*/ 58307 h 719138"/>
              <a:gd name="connsiteX648" fmla="*/ 1672675 w 2971026"/>
              <a:gd name="connsiteY648" fmla="*/ 99871 h 719138"/>
              <a:gd name="connsiteX649" fmla="*/ 1687656 w 2971026"/>
              <a:gd name="connsiteY649" fmla="*/ 100765 h 719138"/>
              <a:gd name="connsiteX650" fmla="*/ 1702991 w 2971026"/>
              <a:gd name="connsiteY650" fmla="*/ 99871 h 719138"/>
              <a:gd name="connsiteX651" fmla="*/ 1775902 w 2971026"/>
              <a:gd name="connsiteY651" fmla="*/ 58307 h 719138"/>
              <a:gd name="connsiteX652" fmla="*/ 1865985 w 2971026"/>
              <a:gd name="connsiteY652" fmla="*/ 11482 h 719138"/>
              <a:gd name="connsiteX653" fmla="*/ 1875171 w 2971026"/>
              <a:gd name="connsiteY653" fmla="*/ 11196 h 719138"/>
              <a:gd name="connsiteX654" fmla="*/ 1884453 w 2971026"/>
              <a:gd name="connsiteY654" fmla="*/ 11476 h 719138"/>
              <a:gd name="connsiteX655" fmla="*/ 1975602 w 2971026"/>
              <a:gd name="connsiteY655" fmla="*/ 58307 h 719138"/>
              <a:gd name="connsiteX656" fmla="*/ 2047561 w 2971026"/>
              <a:gd name="connsiteY656" fmla="*/ 99871 h 719138"/>
              <a:gd name="connsiteX657" fmla="*/ 2062687 w 2971026"/>
              <a:gd name="connsiteY657" fmla="*/ 100765 h 719138"/>
              <a:gd name="connsiteX658" fmla="*/ 2078025 w 2971026"/>
              <a:gd name="connsiteY658" fmla="*/ 99871 h 719138"/>
              <a:gd name="connsiteX659" fmla="*/ 2150933 w 2971026"/>
              <a:gd name="connsiteY659" fmla="*/ 58307 h 719138"/>
              <a:gd name="connsiteX660" fmla="*/ 2241019 w 2971026"/>
              <a:gd name="connsiteY660" fmla="*/ 11482 h 719138"/>
              <a:gd name="connsiteX661" fmla="*/ 2250202 w 2971026"/>
              <a:gd name="connsiteY661" fmla="*/ 11196 h 719138"/>
              <a:gd name="connsiteX662" fmla="*/ 2259500 w 2971026"/>
              <a:gd name="connsiteY662" fmla="*/ 11476 h 719138"/>
              <a:gd name="connsiteX663" fmla="*/ 2350772 w 2971026"/>
              <a:gd name="connsiteY663" fmla="*/ 58307 h 719138"/>
              <a:gd name="connsiteX664" fmla="*/ 2422815 w 2971026"/>
              <a:gd name="connsiteY664" fmla="*/ 99871 h 719138"/>
              <a:gd name="connsiteX665" fmla="*/ 2437959 w 2971026"/>
              <a:gd name="connsiteY665" fmla="*/ 100765 h 719138"/>
              <a:gd name="connsiteX666" fmla="*/ 2453275 w 2971026"/>
              <a:gd name="connsiteY666" fmla="*/ 99871 h 719138"/>
              <a:gd name="connsiteX667" fmla="*/ 2526203 w 2971026"/>
              <a:gd name="connsiteY667" fmla="*/ 58307 h 719138"/>
              <a:gd name="connsiteX668" fmla="*/ 2625475 w 2971026"/>
              <a:gd name="connsiteY668" fmla="*/ 11196 h 719138"/>
              <a:gd name="connsiteX669" fmla="*/ 2725913 w 2971026"/>
              <a:gd name="connsiteY669" fmla="*/ 58307 h 719138"/>
              <a:gd name="connsiteX670" fmla="*/ 2797875 w 2971026"/>
              <a:gd name="connsiteY670" fmla="*/ 99871 h 719138"/>
              <a:gd name="connsiteX671" fmla="*/ 2812992 w 2971026"/>
              <a:gd name="connsiteY671" fmla="*/ 100765 h 719138"/>
              <a:gd name="connsiteX672" fmla="*/ 2828318 w 2971026"/>
              <a:gd name="connsiteY672" fmla="*/ 99871 h 719138"/>
              <a:gd name="connsiteX673" fmla="*/ 2901235 w 2971026"/>
              <a:gd name="connsiteY673" fmla="*/ 58307 h 719138"/>
              <a:gd name="connsiteX674" fmla="*/ 2961696 w 2971026"/>
              <a:gd name="connsiteY674" fmla="*/ 17078 h 719138"/>
              <a:gd name="connsiteX675" fmla="*/ 2971026 w 2971026"/>
              <a:gd name="connsiteY675" fmla="*/ 15326 h 719138"/>
              <a:gd name="connsiteX676" fmla="*/ 2971026 w 2971026"/>
              <a:gd name="connsiteY676" fmla="*/ 35416 h 719138"/>
              <a:gd name="connsiteX677" fmla="*/ 2944759 w 2971026"/>
              <a:gd name="connsiteY677" fmla="*/ 44995 h 719138"/>
              <a:gd name="connsiteX678" fmla="*/ 2913429 w 2971026"/>
              <a:gd name="connsiteY678" fmla="*/ 71684 h 719138"/>
              <a:gd name="connsiteX679" fmla="*/ 2822285 w 2971026"/>
              <a:gd name="connsiteY679" fmla="*/ 118516 h 719138"/>
              <a:gd name="connsiteX680" fmla="*/ 2812992 w 2971026"/>
              <a:gd name="connsiteY680" fmla="*/ 118795 h 719138"/>
              <a:gd name="connsiteX681" fmla="*/ 2803817 w 2971026"/>
              <a:gd name="connsiteY681" fmla="*/ 118516 h 719138"/>
              <a:gd name="connsiteX682" fmla="*/ 2713719 w 2971026"/>
              <a:gd name="connsiteY682" fmla="*/ 71684 h 719138"/>
              <a:gd name="connsiteX683" fmla="*/ 2625475 w 2971026"/>
              <a:gd name="connsiteY683" fmla="*/ 29226 h 719138"/>
              <a:gd name="connsiteX684" fmla="*/ 2538398 w 2971026"/>
              <a:gd name="connsiteY684" fmla="*/ 71684 h 719138"/>
              <a:gd name="connsiteX685" fmla="*/ 2447253 w 2971026"/>
              <a:gd name="connsiteY685" fmla="*/ 118516 h 719138"/>
              <a:gd name="connsiteX686" fmla="*/ 2437959 w 2971026"/>
              <a:gd name="connsiteY686" fmla="*/ 118795 h 719138"/>
              <a:gd name="connsiteX687" fmla="*/ 2428768 w 2971026"/>
              <a:gd name="connsiteY687" fmla="*/ 118516 h 719138"/>
              <a:gd name="connsiteX688" fmla="*/ 2338559 w 2971026"/>
              <a:gd name="connsiteY688" fmla="*/ 71684 h 719138"/>
              <a:gd name="connsiteX689" fmla="*/ 2265570 w 2971026"/>
              <a:gd name="connsiteY689" fmla="*/ 30120 h 719138"/>
              <a:gd name="connsiteX690" fmla="*/ 2250202 w 2971026"/>
              <a:gd name="connsiteY690" fmla="*/ 29226 h 719138"/>
              <a:gd name="connsiteX691" fmla="*/ 2235078 w 2971026"/>
              <a:gd name="connsiteY691" fmla="*/ 30120 h 719138"/>
              <a:gd name="connsiteX692" fmla="*/ 2163119 w 2971026"/>
              <a:gd name="connsiteY692" fmla="*/ 71684 h 719138"/>
              <a:gd name="connsiteX693" fmla="*/ 2071970 w 2971026"/>
              <a:gd name="connsiteY693" fmla="*/ 118516 h 719138"/>
              <a:gd name="connsiteX694" fmla="*/ 2062687 w 2971026"/>
              <a:gd name="connsiteY694" fmla="*/ 118795 h 719138"/>
              <a:gd name="connsiteX695" fmla="*/ 2053502 w 2971026"/>
              <a:gd name="connsiteY695" fmla="*/ 118516 h 719138"/>
              <a:gd name="connsiteX696" fmla="*/ 1963418 w 2971026"/>
              <a:gd name="connsiteY696" fmla="*/ 71684 h 719138"/>
              <a:gd name="connsiteX697" fmla="*/ 1890508 w 2971026"/>
              <a:gd name="connsiteY697" fmla="*/ 30120 h 719138"/>
              <a:gd name="connsiteX698" fmla="*/ 1875171 w 2971026"/>
              <a:gd name="connsiteY698" fmla="*/ 29226 h 719138"/>
              <a:gd name="connsiteX699" fmla="*/ 1860044 w 2971026"/>
              <a:gd name="connsiteY699" fmla="*/ 30120 h 719138"/>
              <a:gd name="connsiteX700" fmla="*/ 1788085 w 2971026"/>
              <a:gd name="connsiteY700" fmla="*/ 71684 h 719138"/>
              <a:gd name="connsiteX701" fmla="*/ 1696936 w 2971026"/>
              <a:gd name="connsiteY701" fmla="*/ 118516 h 719138"/>
              <a:gd name="connsiteX702" fmla="*/ 1687656 w 2971026"/>
              <a:gd name="connsiteY702" fmla="*/ 118795 h 719138"/>
              <a:gd name="connsiteX703" fmla="*/ 1678456 w 2971026"/>
              <a:gd name="connsiteY703" fmla="*/ 118516 h 719138"/>
              <a:gd name="connsiteX704" fmla="*/ 1588259 w 2971026"/>
              <a:gd name="connsiteY704" fmla="*/ 71684 h 719138"/>
              <a:gd name="connsiteX705" fmla="*/ 1515254 w 2971026"/>
              <a:gd name="connsiteY705" fmla="*/ 30120 h 719138"/>
              <a:gd name="connsiteX706" fmla="*/ 1499902 w 2971026"/>
              <a:gd name="connsiteY706" fmla="*/ 29226 h 719138"/>
              <a:gd name="connsiteX707" fmla="*/ 1484938 w 2971026"/>
              <a:gd name="connsiteY707" fmla="*/ 30120 h 719138"/>
              <a:gd name="connsiteX708" fmla="*/ 1412811 w 2971026"/>
              <a:gd name="connsiteY708" fmla="*/ 71684 h 719138"/>
              <a:gd name="connsiteX709" fmla="*/ 1312377 w 2971026"/>
              <a:gd name="connsiteY709" fmla="*/ 118795 h 719138"/>
              <a:gd name="connsiteX710" fmla="*/ 1213103 w 2971026"/>
              <a:gd name="connsiteY710" fmla="*/ 71684 h 719138"/>
              <a:gd name="connsiteX711" fmla="*/ 1140203 w 2971026"/>
              <a:gd name="connsiteY711" fmla="*/ 30120 h 719138"/>
              <a:gd name="connsiteX712" fmla="*/ 1124860 w 2971026"/>
              <a:gd name="connsiteY712" fmla="*/ 29226 h 719138"/>
              <a:gd name="connsiteX713" fmla="*/ 1109907 w 2971026"/>
              <a:gd name="connsiteY713" fmla="*/ 30120 h 719138"/>
              <a:gd name="connsiteX714" fmla="*/ 1037780 w 2971026"/>
              <a:gd name="connsiteY714" fmla="*/ 71684 h 719138"/>
              <a:gd name="connsiteX715" fmla="*/ 937343 w 2971026"/>
              <a:gd name="connsiteY715" fmla="*/ 118795 h 719138"/>
              <a:gd name="connsiteX716" fmla="*/ 837942 w 2971026"/>
              <a:gd name="connsiteY716" fmla="*/ 71684 h 719138"/>
              <a:gd name="connsiteX717" fmla="*/ 764952 w 2971026"/>
              <a:gd name="connsiteY717" fmla="*/ 30120 h 719138"/>
              <a:gd name="connsiteX718" fmla="*/ 749586 w 2971026"/>
              <a:gd name="connsiteY718" fmla="*/ 29226 h 719138"/>
              <a:gd name="connsiteX719" fmla="*/ 734638 w 2971026"/>
              <a:gd name="connsiteY719" fmla="*/ 30120 h 719138"/>
              <a:gd name="connsiteX720" fmla="*/ 662511 w 2971026"/>
              <a:gd name="connsiteY720" fmla="*/ 71684 h 719138"/>
              <a:gd name="connsiteX721" fmla="*/ 562069 w 2971026"/>
              <a:gd name="connsiteY721" fmla="*/ 118795 h 719138"/>
              <a:gd name="connsiteX722" fmla="*/ 462743 w 2971026"/>
              <a:gd name="connsiteY722" fmla="*/ 71684 h 719138"/>
              <a:gd name="connsiteX723" fmla="*/ 375034 w 2971026"/>
              <a:gd name="connsiteY723" fmla="*/ 29226 h 719138"/>
              <a:gd name="connsiteX724" fmla="*/ 287371 w 2971026"/>
              <a:gd name="connsiteY724" fmla="*/ 71684 h 719138"/>
              <a:gd name="connsiteX725" fmla="*/ 187517 w 2971026"/>
              <a:gd name="connsiteY725" fmla="*/ 118795 h 719138"/>
              <a:gd name="connsiteX726" fmla="*/ 87663 w 2971026"/>
              <a:gd name="connsiteY726" fmla="*/ 71684 h 719138"/>
              <a:gd name="connsiteX727" fmla="*/ 0 w 2971026"/>
              <a:gd name="connsiteY727" fmla="*/ 29226 h 719138"/>
              <a:gd name="connsiteX728" fmla="*/ 2748752 w 2971026"/>
              <a:gd name="connsiteY728" fmla="*/ 0 h 719138"/>
              <a:gd name="connsiteX729" fmla="*/ 2809825 w 2971026"/>
              <a:gd name="connsiteY729" fmla="*/ 0 h 719138"/>
              <a:gd name="connsiteX730" fmla="*/ 2812992 w 2971026"/>
              <a:gd name="connsiteY730" fmla="*/ 187 h 719138"/>
              <a:gd name="connsiteX731" fmla="*/ 2816204 w 2971026"/>
              <a:gd name="connsiteY731" fmla="*/ 0 h 719138"/>
              <a:gd name="connsiteX732" fmla="*/ 2878139 w 2971026"/>
              <a:gd name="connsiteY732" fmla="*/ 0 h 719138"/>
              <a:gd name="connsiteX733" fmla="*/ 2876357 w 2971026"/>
              <a:gd name="connsiteY733" fmla="*/ 1456 h 719138"/>
              <a:gd name="connsiteX734" fmla="*/ 2822285 w 2971026"/>
              <a:gd name="connsiteY734" fmla="*/ 17897 h 719138"/>
              <a:gd name="connsiteX735" fmla="*/ 2812992 w 2971026"/>
              <a:gd name="connsiteY735" fmla="*/ 18177 h 719138"/>
              <a:gd name="connsiteX736" fmla="*/ 2803817 w 2971026"/>
              <a:gd name="connsiteY736" fmla="*/ 17891 h 719138"/>
              <a:gd name="connsiteX737" fmla="*/ 2750241 w 2971026"/>
              <a:gd name="connsiteY737" fmla="*/ 1225 h 719138"/>
              <a:gd name="connsiteX738" fmla="*/ 2373638 w 2971026"/>
              <a:gd name="connsiteY738" fmla="*/ 0 h 719138"/>
              <a:gd name="connsiteX739" fmla="*/ 2434786 w 2971026"/>
              <a:gd name="connsiteY739" fmla="*/ 0 h 719138"/>
              <a:gd name="connsiteX740" fmla="*/ 2437959 w 2971026"/>
              <a:gd name="connsiteY740" fmla="*/ 187 h 719138"/>
              <a:gd name="connsiteX741" fmla="*/ 2441169 w 2971026"/>
              <a:gd name="connsiteY741" fmla="*/ 0 h 719138"/>
              <a:gd name="connsiteX742" fmla="*/ 2503108 w 2971026"/>
              <a:gd name="connsiteY742" fmla="*/ 0 h 719138"/>
              <a:gd name="connsiteX743" fmla="*/ 2501326 w 2971026"/>
              <a:gd name="connsiteY743" fmla="*/ 1456 h 719138"/>
              <a:gd name="connsiteX744" fmla="*/ 2447253 w 2971026"/>
              <a:gd name="connsiteY744" fmla="*/ 17897 h 719138"/>
              <a:gd name="connsiteX745" fmla="*/ 2437959 w 2971026"/>
              <a:gd name="connsiteY745" fmla="*/ 18177 h 719138"/>
              <a:gd name="connsiteX746" fmla="*/ 2428768 w 2971026"/>
              <a:gd name="connsiteY746" fmla="*/ 17891 h 719138"/>
              <a:gd name="connsiteX747" fmla="*/ 2375130 w 2971026"/>
              <a:gd name="connsiteY747" fmla="*/ 1225 h 719138"/>
              <a:gd name="connsiteX748" fmla="*/ 1998444 w 2971026"/>
              <a:gd name="connsiteY748" fmla="*/ 0 h 719138"/>
              <a:gd name="connsiteX749" fmla="*/ 2059518 w 2971026"/>
              <a:gd name="connsiteY749" fmla="*/ 0 h 719138"/>
              <a:gd name="connsiteX750" fmla="*/ 2062687 w 2971026"/>
              <a:gd name="connsiteY750" fmla="*/ 187 h 719138"/>
              <a:gd name="connsiteX751" fmla="*/ 2065901 w 2971026"/>
              <a:gd name="connsiteY751" fmla="*/ 0 h 719138"/>
              <a:gd name="connsiteX752" fmla="*/ 2127832 w 2971026"/>
              <a:gd name="connsiteY752" fmla="*/ 0 h 719138"/>
              <a:gd name="connsiteX753" fmla="*/ 2126050 w 2971026"/>
              <a:gd name="connsiteY753" fmla="*/ 1456 h 719138"/>
              <a:gd name="connsiteX754" fmla="*/ 2071970 w 2971026"/>
              <a:gd name="connsiteY754" fmla="*/ 17897 h 719138"/>
              <a:gd name="connsiteX755" fmla="*/ 2062687 w 2971026"/>
              <a:gd name="connsiteY755" fmla="*/ 18177 h 719138"/>
              <a:gd name="connsiteX756" fmla="*/ 2053502 w 2971026"/>
              <a:gd name="connsiteY756" fmla="*/ 17891 h 719138"/>
              <a:gd name="connsiteX757" fmla="*/ 1999933 w 2971026"/>
              <a:gd name="connsiteY757" fmla="*/ 1225 h 719138"/>
              <a:gd name="connsiteX758" fmla="*/ 1623326 w 2971026"/>
              <a:gd name="connsiteY758" fmla="*/ 0 h 719138"/>
              <a:gd name="connsiteX759" fmla="*/ 1684517 w 2971026"/>
              <a:gd name="connsiteY759" fmla="*/ 0 h 719138"/>
              <a:gd name="connsiteX760" fmla="*/ 1687656 w 2971026"/>
              <a:gd name="connsiteY760" fmla="*/ 187 h 719138"/>
              <a:gd name="connsiteX761" fmla="*/ 1690870 w 2971026"/>
              <a:gd name="connsiteY761" fmla="*/ 0 h 719138"/>
              <a:gd name="connsiteX762" fmla="*/ 1752799 w 2971026"/>
              <a:gd name="connsiteY762" fmla="*/ 0 h 719138"/>
              <a:gd name="connsiteX763" fmla="*/ 1751017 w 2971026"/>
              <a:gd name="connsiteY763" fmla="*/ 1456 h 719138"/>
              <a:gd name="connsiteX764" fmla="*/ 1696936 w 2971026"/>
              <a:gd name="connsiteY764" fmla="*/ 17897 h 719138"/>
              <a:gd name="connsiteX765" fmla="*/ 1687656 w 2971026"/>
              <a:gd name="connsiteY765" fmla="*/ 18177 h 719138"/>
              <a:gd name="connsiteX766" fmla="*/ 1678456 w 2971026"/>
              <a:gd name="connsiteY766" fmla="*/ 17891 h 719138"/>
              <a:gd name="connsiteX767" fmla="*/ 1624817 w 2971026"/>
              <a:gd name="connsiteY767" fmla="*/ 1225 h 719138"/>
              <a:gd name="connsiteX768" fmla="*/ 1248858 w 2971026"/>
              <a:gd name="connsiteY768" fmla="*/ 0 h 719138"/>
              <a:gd name="connsiteX769" fmla="*/ 1311630 w 2971026"/>
              <a:gd name="connsiteY769" fmla="*/ 0 h 719138"/>
              <a:gd name="connsiteX770" fmla="*/ 1312377 w 2971026"/>
              <a:gd name="connsiteY770" fmla="*/ 187 h 719138"/>
              <a:gd name="connsiteX771" fmla="*/ 1313139 w 2971026"/>
              <a:gd name="connsiteY771" fmla="*/ 0 h 719138"/>
              <a:gd name="connsiteX772" fmla="*/ 1376777 w 2971026"/>
              <a:gd name="connsiteY772" fmla="*/ 0 h 719138"/>
              <a:gd name="connsiteX773" fmla="*/ 1372826 w 2971026"/>
              <a:gd name="connsiteY773" fmla="*/ 3161 h 719138"/>
              <a:gd name="connsiteX774" fmla="*/ 1312377 w 2971026"/>
              <a:gd name="connsiteY774" fmla="*/ 18177 h 719138"/>
              <a:gd name="connsiteX775" fmla="*/ 1252508 w 2971026"/>
              <a:gd name="connsiteY775" fmla="*/ 2943 h 719138"/>
              <a:gd name="connsiteX776" fmla="*/ 873941 w 2971026"/>
              <a:gd name="connsiteY776" fmla="*/ 0 h 719138"/>
              <a:gd name="connsiteX777" fmla="*/ 936595 w 2971026"/>
              <a:gd name="connsiteY777" fmla="*/ 0 h 719138"/>
              <a:gd name="connsiteX778" fmla="*/ 937343 w 2971026"/>
              <a:gd name="connsiteY778" fmla="*/ 187 h 719138"/>
              <a:gd name="connsiteX779" fmla="*/ 938105 w 2971026"/>
              <a:gd name="connsiteY779" fmla="*/ 0 h 719138"/>
              <a:gd name="connsiteX780" fmla="*/ 1001943 w 2971026"/>
              <a:gd name="connsiteY780" fmla="*/ 0 h 719138"/>
              <a:gd name="connsiteX781" fmla="*/ 998013 w 2971026"/>
              <a:gd name="connsiteY781" fmla="*/ 3161 h 719138"/>
              <a:gd name="connsiteX782" fmla="*/ 937343 w 2971026"/>
              <a:gd name="connsiteY782" fmla="*/ 18177 h 719138"/>
              <a:gd name="connsiteX783" fmla="*/ 877616 w 2971026"/>
              <a:gd name="connsiteY783" fmla="*/ 2943 h 719138"/>
              <a:gd name="connsiteX784" fmla="*/ 498714 w 2971026"/>
              <a:gd name="connsiteY784" fmla="*/ 0 h 719138"/>
              <a:gd name="connsiteX785" fmla="*/ 561322 w 2971026"/>
              <a:gd name="connsiteY785" fmla="*/ 0 h 719138"/>
              <a:gd name="connsiteX786" fmla="*/ 562069 w 2971026"/>
              <a:gd name="connsiteY786" fmla="*/ 187 h 719138"/>
              <a:gd name="connsiteX787" fmla="*/ 562831 w 2971026"/>
              <a:gd name="connsiteY787" fmla="*/ 0 h 719138"/>
              <a:gd name="connsiteX788" fmla="*/ 626667 w 2971026"/>
              <a:gd name="connsiteY788" fmla="*/ 0 h 719138"/>
              <a:gd name="connsiteX789" fmla="*/ 622737 w 2971026"/>
              <a:gd name="connsiteY789" fmla="*/ 3161 h 719138"/>
              <a:gd name="connsiteX790" fmla="*/ 562069 w 2971026"/>
              <a:gd name="connsiteY790" fmla="*/ 18177 h 719138"/>
              <a:gd name="connsiteX791" fmla="*/ 502386 w 2971026"/>
              <a:gd name="connsiteY791" fmla="*/ 2943 h 719138"/>
              <a:gd name="connsiteX792" fmla="*/ 123878 w 2971026"/>
              <a:gd name="connsiteY792" fmla="*/ 0 h 719138"/>
              <a:gd name="connsiteX793" fmla="*/ 186763 w 2971026"/>
              <a:gd name="connsiteY793" fmla="*/ 0 h 719138"/>
              <a:gd name="connsiteX794" fmla="*/ 187517 w 2971026"/>
              <a:gd name="connsiteY794" fmla="*/ 187 h 719138"/>
              <a:gd name="connsiteX795" fmla="*/ 188271 w 2971026"/>
              <a:gd name="connsiteY795" fmla="*/ 0 h 719138"/>
              <a:gd name="connsiteX796" fmla="*/ 251598 w 2971026"/>
              <a:gd name="connsiteY796" fmla="*/ 0 h 719138"/>
              <a:gd name="connsiteX797" fmla="*/ 247676 w 2971026"/>
              <a:gd name="connsiteY797" fmla="*/ 3161 h 719138"/>
              <a:gd name="connsiteX798" fmla="*/ 187517 w 2971026"/>
              <a:gd name="connsiteY798" fmla="*/ 18177 h 719138"/>
              <a:gd name="connsiteX799" fmla="*/ 127575 w 2971026"/>
              <a:gd name="connsiteY799" fmla="*/ 2943 h 719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</a:cxnLst>
            <a:rect l="l" t="t" r="r" b="b"/>
            <a:pathLst>
              <a:path w="2971026" h="719138">
                <a:moveTo>
                  <a:pt x="0" y="611057"/>
                </a:moveTo>
                <a:cubicBezTo>
                  <a:pt x="50507" y="611057"/>
                  <a:pt x="76632" y="636044"/>
                  <a:pt x="99855" y="658706"/>
                </a:cubicBezTo>
                <a:cubicBezTo>
                  <a:pt x="123076" y="680787"/>
                  <a:pt x="144556" y="701125"/>
                  <a:pt x="187517" y="701125"/>
                </a:cubicBezTo>
                <a:cubicBezTo>
                  <a:pt x="230477" y="701125"/>
                  <a:pt x="251957" y="680787"/>
                  <a:pt x="275179" y="658706"/>
                </a:cubicBezTo>
                <a:cubicBezTo>
                  <a:pt x="298982" y="636044"/>
                  <a:pt x="324526" y="611057"/>
                  <a:pt x="375034" y="611057"/>
                </a:cubicBezTo>
                <a:cubicBezTo>
                  <a:pt x="425568" y="611057"/>
                  <a:pt x="451706" y="636044"/>
                  <a:pt x="474941" y="658706"/>
                </a:cubicBezTo>
                <a:cubicBezTo>
                  <a:pt x="498175" y="680787"/>
                  <a:pt x="519667" y="701125"/>
                  <a:pt x="562069" y="701125"/>
                </a:cubicBezTo>
                <a:cubicBezTo>
                  <a:pt x="605610" y="701125"/>
                  <a:pt x="627090" y="680787"/>
                  <a:pt x="650315" y="658706"/>
                </a:cubicBezTo>
                <a:cubicBezTo>
                  <a:pt x="672083" y="637460"/>
                  <a:pt x="696405" y="614171"/>
                  <a:pt x="740506" y="611343"/>
                </a:cubicBezTo>
                <a:lnTo>
                  <a:pt x="749586" y="611057"/>
                </a:lnTo>
                <a:lnTo>
                  <a:pt x="758889" y="611343"/>
                </a:lnTo>
                <a:cubicBezTo>
                  <a:pt x="803998" y="614171"/>
                  <a:pt x="828351" y="637460"/>
                  <a:pt x="850154" y="658706"/>
                </a:cubicBezTo>
                <a:cubicBezTo>
                  <a:pt x="873408" y="680787"/>
                  <a:pt x="894909" y="701125"/>
                  <a:pt x="937343" y="701125"/>
                </a:cubicBezTo>
                <a:cubicBezTo>
                  <a:pt x="980892" y="701125"/>
                  <a:pt x="1002368" y="680787"/>
                  <a:pt x="1025586" y="658706"/>
                </a:cubicBezTo>
                <a:cubicBezTo>
                  <a:pt x="1047357" y="637460"/>
                  <a:pt x="1071175" y="614171"/>
                  <a:pt x="1115684" y="611343"/>
                </a:cubicBezTo>
                <a:lnTo>
                  <a:pt x="1124860" y="611057"/>
                </a:lnTo>
                <a:lnTo>
                  <a:pt x="1134151" y="611343"/>
                </a:lnTo>
                <a:cubicBezTo>
                  <a:pt x="1179136" y="614171"/>
                  <a:pt x="1202980" y="637460"/>
                  <a:pt x="1225295" y="658706"/>
                </a:cubicBezTo>
                <a:cubicBezTo>
                  <a:pt x="1248517" y="680787"/>
                  <a:pt x="1270006" y="701125"/>
                  <a:pt x="1312377" y="701125"/>
                </a:cubicBezTo>
                <a:cubicBezTo>
                  <a:pt x="1355923" y="701125"/>
                  <a:pt x="1377398" y="680787"/>
                  <a:pt x="1400620" y="658706"/>
                </a:cubicBezTo>
                <a:cubicBezTo>
                  <a:pt x="1422391" y="637460"/>
                  <a:pt x="1446206" y="614171"/>
                  <a:pt x="1490715" y="611343"/>
                </a:cubicBezTo>
                <a:lnTo>
                  <a:pt x="1499902" y="611057"/>
                </a:lnTo>
                <a:lnTo>
                  <a:pt x="1509200" y="611343"/>
                </a:lnTo>
                <a:cubicBezTo>
                  <a:pt x="1554240" y="614171"/>
                  <a:pt x="1578118" y="637460"/>
                  <a:pt x="1600457" y="658706"/>
                </a:cubicBezTo>
                <a:cubicBezTo>
                  <a:pt x="1620811" y="678026"/>
                  <a:pt x="1639813" y="696013"/>
                  <a:pt x="1672675" y="700208"/>
                </a:cubicBezTo>
                <a:lnTo>
                  <a:pt x="1687656" y="701125"/>
                </a:lnTo>
                <a:lnTo>
                  <a:pt x="1702991" y="700208"/>
                </a:lnTo>
                <a:cubicBezTo>
                  <a:pt x="1736589" y="696013"/>
                  <a:pt x="1755583" y="678026"/>
                  <a:pt x="1775902" y="658706"/>
                </a:cubicBezTo>
                <a:cubicBezTo>
                  <a:pt x="1797671" y="637460"/>
                  <a:pt x="1821477" y="614171"/>
                  <a:pt x="1865985" y="611343"/>
                </a:cubicBezTo>
                <a:lnTo>
                  <a:pt x="1875171" y="611057"/>
                </a:lnTo>
                <a:lnTo>
                  <a:pt x="1884453" y="611343"/>
                </a:lnTo>
                <a:cubicBezTo>
                  <a:pt x="1929442" y="614171"/>
                  <a:pt x="1953295" y="637460"/>
                  <a:pt x="1975602" y="658706"/>
                </a:cubicBezTo>
                <a:cubicBezTo>
                  <a:pt x="1995922" y="678026"/>
                  <a:pt x="2014463" y="696013"/>
                  <a:pt x="2047561" y="700208"/>
                </a:cubicBezTo>
                <a:lnTo>
                  <a:pt x="2062687" y="701125"/>
                </a:lnTo>
                <a:lnTo>
                  <a:pt x="2078025" y="700208"/>
                </a:lnTo>
                <a:cubicBezTo>
                  <a:pt x="2111623" y="696013"/>
                  <a:pt x="2130614" y="678026"/>
                  <a:pt x="2150933" y="658706"/>
                </a:cubicBezTo>
                <a:cubicBezTo>
                  <a:pt x="2172701" y="637460"/>
                  <a:pt x="2196510" y="614171"/>
                  <a:pt x="2241019" y="611343"/>
                </a:cubicBezTo>
                <a:lnTo>
                  <a:pt x="2250202" y="611057"/>
                </a:lnTo>
                <a:lnTo>
                  <a:pt x="2259500" y="611343"/>
                </a:lnTo>
                <a:cubicBezTo>
                  <a:pt x="2304545" y="614171"/>
                  <a:pt x="2328421" y="637460"/>
                  <a:pt x="2350772" y="658706"/>
                </a:cubicBezTo>
                <a:cubicBezTo>
                  <a:pt x="2371110" y="678026"/>
                  <a:pt x="2389675" y="696013"/>
                  <a:pt x="2422815" y="700208"/>
                </a:cubicBezTo>
                <a:lnTo>
                  <a:pt x="2437959" y="701125"/>
                </a:lnTo>
                <a:lnTo>
                  <a:pt x="2453275" y="700208"/>
                </a:lnTo>
                <a:cubicBezTo>
                  <a:pt x="2486774" y="696013"/>
                  <a:pt x="2505375" y="678026"/>
                  <a:pt x="2526203" y="658706"/>
                </a:cubicBezTo>
                <a:cubicBezTo>
                  <a:pt x="2549424" y="636044"/>
                  <a:pt x="2574968" y="611057"/>
                  <a:pt x="2625475" y="611057"/>
                </a:cubicBezTo>
                <a:cubicBezTo>
                  <a:pt x="2676563" y="611057"/>
                  <a:pt x="2702109" y="636044"/>
                  <a:pt x="2725913" y="658706"/>
                </a:cubicBezTo>
                <a:cubicBezTo>
                  <a:pt x="2746233" y="678026"/>
                  <a:pt x="2764773" y="696013"/>
                  <a:pt x="2797875" y="700208"/>
                </a:cubicBezTo>
                <a:lnTo>
                  <a:pt x="2812992" y="701125"/>
                </a:lnTo>
                <a:lnTo>
                  <a:pt x="2828318" y="700208"/>
                </a:lnTo>
                <a:cubicBezTo>
                  <a:pt x="2861804" y="696013"/>
                  <a:pt x="2880408" y="678026"/>
                  <a:pt x="2901235" y="658706"/>
                </a:cubicBezTo>
                <a:cubicBezTo>
                  <a:pt x="2917713" y="642772"/>
                  <a:pt x="2935227" y="625688"/>
                  <a:pt x="2961732" y="616949"/>
                </a:cubicBezTo>
                <a:lnTo>
                  <a:pt x="2971026" y="615200"/>
                </a:lnTo>
                <a:lnTo>
                  <a:pt x="2971026" y="635369"/>
                </a:lnTo>
                <a:lnTo>
                  <a:pt x="2944790" y="645066"/>
                </a:lnTo>
                <a:cubicBezTo>
                  <a:pt x="2933453" y="652503"/>
                  <a:pt x="2923688" y="661830"/>
                  <a:pt x="2913429" y="671490"/>
                </a:cubicBezTo>
                <a:cubicBezTo>
                  <a:pt x="2891112" y="692735"/>
                  <a:pt x="2867269" y="716024"/>
                  <a:pt x="2822285" y="718852"/>
                </a:cubicBezTo>
                <a:lnTo>
                  <a:pt x="2812992" y="719138"/>
                </a:lnTo>
                <a:lnTo>
                  <a:pt x="2803817" y="718852"/>
                </a:lnTo>
                <a:cubicBezTo>
                  <a:pt x="2759309" y="716024"/>
                  <a:pt x="2735489" y="692735"/>
                  <a:pt x="2713719" y="671490"/>
                </a:cubicBezTo>
                <a:cubicBezTo>
                  <a:pt x="2689916" y="649409"/>
                  <a:pt x="2669016" y="629071"/>
                  <a:pt x="2625475" y="629071"/>
                </a:cubicBezTo>
                <a:cubicBezTo>
                  <a:pt x="2582521" y="629071"/>
                  <a:pt x="2561615" y="649409"/>
                  <a:pt x="2538398" y="671490"/>
                </a:cubicBezTo>
                <a:cubicBezTo>
                  <a:pt x="2516079" y="692735"/>
                  <a:pt x="2492239" y="716024"/>
                  <a:pt x="2447253" y="718852"/>
                </a:cubicBezTo>
                <a:lnTo>
                  <a:pt x="2437959" y="719138"/>
                </a:lnTo>
                <a:lnTo>
                  <a:pt x="2428768" y="718852"/>
                </a:lnTo>
                <a:cubicBezTo>
                  <a:pt x="2384205" y="716024"/>
                  <a:pt x="2360364" y="692735"/>
                  <a:pt x="2338559" y="671490"/>
                </a:cubicBezTo>
                <a:cubicBezTo>
                  <a:pt x="2318221" y="652169"/>
                  <a:pt x="2299203" y="634182"/>
                  <a:pt x="2265570" y="629988"/>
                </a:cubicBezTo>
                <a:lnTo>
                  <a:pt x="2250202" y="629071"/>
                </a:lnTo>
                <a:lnTo>
                  <a:pt x="2235078" y="629988"/>
                </a:lnTo>
                <a:cubicBezTo>
                  <a:pt x="2201989" y="634182"/>
                  <a:pt x="2183438" y="652169"/>
                  <a:pt x="2163119" y="671490"/>
                </a:cubicBezTo>
                <a:cubicBezTo>
                  <a:pt x="2140811" y="692735"/>
                  <a:pt x="2116959" y="716024"/>
                  <a:pt x="2071970" y="718852"/>
                </a:cubicBezTo>
                <a:lnTo>
                  <a:pt x="2062687" y="719138"/>
                </a:lnTo>
                <a:lnTo>
                  <a:pt x="2053502" y="718852"/>
                </a:lnTo>
                <a:cubicBezTo>
                  <a:pt x="2008993" y="716024"/>
                  <a:pt x="1985187" y="692735"/>
                  <a:pt x="1963418" y="671490"/>
                </a:cubicBezTo>
                <a:cubicBezTo>
                  <a:pt x="1943099" y="652169"/>
                  <a:pt x="1924106" y="634182"/>
                  <a:pt x="1890508" y="629988"/>
                </a:cubicBezTo>
                <a:lnTo>
                  <a:pt x="1875171" y="629071"/>
                </a:lnTo>
                <a:lnTo>
                  <a:pt x="1860044" y="629988"/>
                </a:lnTo>
                <a:cubicBezTo>
                  <a:pt x="1826946" y="634182"/>
                  <a:pt x="1808405" y="652169"/>
                  <a:pt x="1788085" y="671490"/>
                </a:cubicBezTo>
                <a:cubicBezTo>
                  <a:pt x="1765780" y="692735"/>
                  <a:pt x="1741925" y="716024"/>
                  <a:pt x="1696936" y="718852"/>
                </a:cubicBezTo>
                <a:lnTo>
                  <a:pt x="1687656" y="719138"/>
                </a:lnTo>
                <a:lnTo>
                  <a:pt x="1678456" y="718852"/>
                </a:lnTo>
                <a:cubicBezTo>
                  <a:pt x="1633891" y="716024"/>
                  <a:pt x="1610048" y="692735"/>
                  <a:pt x="1588259" y="671490"/>
                </a:cubicBezTo>
                <a:cubicBezTo>
                  <a:pt x="1567905" y="652169"/>
                  <a:pt x="1548904" y="634182"/>
                  <a:pt x="1515254" y="629988"/>
                </a:cubicBezTo>
                <a:lnTo>
                  <a:pt x="1499902" y="629071"/>
                </a:lnTo>
                <a:lnTo>
                  <a:pt x="1484938" y="629988"/>
                </a:lnTo>
                <a:cubicBezTo>
                  <a:pt x="1452117" y="634182"/>
                  <a:pt x="1433131" y="652169"/>
                  <a:pt x="1412811" y="671490"/>
                </a:cubicBezTo>
                <a:cubicBezTo>
                  <a:pt x="1389009" y="694152"/>
                  <a:pt x="1363465" y="719138"/>
                  <a:pt x="1312377" y="719138"/>
                </a:cubicBezTo>
                <a:cubicBezTo>
                  <a:pt x="1261869" y="719138"/>
                  <a:pt x="1236325" y="694152"/>
                  <a:pt x="1213103" y="671490"/>
                </a:cubicBezTo>
                <a:cubicBezTo>
                  <a:pt x="1192784" y="652169"/>
                  <a:pt x="1173800" y="634182"/>
                  <a:pt x="1140203" y="629988"/>
                </a:cubicBezTo>
                <a:lnTo>
                  <a:pt x="1124860" y="629071"/>
                </a:lnTo>
                <a:lnTo>
                  <a:pt x="1109907" y="629988"/>
                </a:lnTo>
                <a:cubicBezTo>
                  <a:pt x="1077083" y="634182"/>
                  <a:pt x="1058099" y="652169"/>
                  <a:pt x="1037780" y="671490"/>
                </a:cubicBezTo>
                <a:cubicBezTo>
                  <a:pt x="1014563" y="694152"/>
                  <a:pt x="988431" y="719138"/>
                  <a:pt x="937343" y="719138"/>
                </a:cubicBezTo>
                <a:cubicBezTo>
                  <a:pt x="887352" y="719138"/>
                  <a:pt x="861195" y="694152"/>
                  <a:pt x="837942" y="671490"/>
                </a:cubicBezTo>
                <a:cubicBezTo>
                  <a:pt x="817603" y="652169"/>
                  <a:pt x="798587" y="634182"/>
                  <a:pt x="764952" y="629988"/>
                </a:cubicBezTo>
                <a:lnTo>
                  <a:pt x="749586" y="629071"/>
                </a:lnTo>
                <a:lnTo>
                  <a:pt x="734638" y="629988"/>
                </a:lnTo>
                <a:cubicBezTo>
                  <a:pt x="701811" y="634182"/>
                  <a:pt x="682831" y="652169"/>
                  <a:pt x="662511" y="671490"/>
                </a:cubicBezTo>
                <a:cubicBezTo>
                  <a:pt x="639282" y="694152"/>
                  <a:pt x="613157" y="719138"/>
                  <a:pt x="562069" y="719138"/>
                </a:cubicBezTo>
                <a:cubicBezTo>
                  <a:pt x="512115" y="719138"/>
                  <a:pt x="485977" y="694152"/>
                  <a:pt x="462743" y="671490"/>
                </a:cubicBezTo>
                <a:cubicBezTo>
                  <a:pt x="439508" y="649409"/>
                  <a:pt x="418017" y="629071"/>
                  <a:pt x="375034" y="629071"/>
                </a:cubicBezTo>
                <a:cubicBezTo>
                  <a:pt x="332073" y="629071"/>
                  <a:pt x="310593" y="649409"/>
                  <a:pt x="287371" y="671490"/>
                </a:cubicBezTo>
                <a:cubicBezTo>
                  <a:pt x="264149" y="694152"/>
                  <a:pt x="238024" y="719138"/>
                  <a:pt x="187517" y="719138"/>
                </a:cubicBezTo>
                <a:cubicBezTo>
                  <a:pt x="137009" y="719138"/>
                  <a:pt x="111465" y="694152"/>
                  <a:pt x="87663" y="671490"/>
                </a:cubicBezTo>
                <a:cubicBezTo>
                  <a:pt x="64441" y="649409"/>
                  <a:pt x="42960" y="629071"/>
                  <a:pt x="0" y="629071"/>
                </a:cubicBezTo>
                <a:close/>
                <a:moveTo>
                  <a:pt x="0" y="511642"/>
                </a:moveTo>
                <a:cubicBezTo>
                  <a:pt x="50507" y="511642"/>
                  <a:pt x="76632" y="536070"/>
                  <a:pt x="99855" y="558753"/>
                </a:cubicBezTo>
                <a:cubicBezTo>
                  <a:pt x="123076" y="581436"/>
                  <a:pt x="144556" y="601211"/>
                  <a:pt x="187517" y="601211"/>
                </a:cubicBezTo>
                <a:cubicBezTo>
                  <a:pt x="230477" y="601211"/>
                  <a:pt x="251957" y="580854"/>
                  <a:pt x="275179" y="558753"/>
                </a:cubicBezTo>
                <a:cubicBezTo>
                  <a:pt x="298982" y="536070"/>
                  <a:pt x="324526" y="511642"/>
                  <a:pt x="375034" y="511642"/>
                </a:cubicBezTo>
                <a:cubicBezTo>
                  <a:pt x="425568" y="511642"/>
                  <a:pt x="451706" y="536070"/>
                  <a:pt x="474941" y="558753"/>
                </a:cubicBezTo>
                <a:cubicBezTo>
                  <a:pt x="498175" y="581436"/>
                  <a:pt x="519667" y="601211"/>
                  <a:pt x="562069" y="601211"/>
                </a:cubicBezTo>
                <a:cubicBezTo>
                  <a:pt x="605610" y="601211"/>
                  <a:pt x="627090" y="580854"/>
                  <a:pt x="650315" y="558753"/>
                </a:cubicBezTo>
                <a:cubicBezTo>
                  <a:pt x="672083" y="537488"/>
                  <a:pt x="696405" y="514689"/>
                  <a:pt x="740506" y="511922"/>
                </a:cubicBezTo>
                <a:lnTo>
                  <a:pt x="749586" y="511642"/>
                </a:lnTo>
                <a:lnTo>
                  <a:pt x="758889" y="511922"/>
                </a:lnTo>
                <a:cubicBezTo>
                  <a:pt x="803998" y="514689"/>
                  <a:pt x="828351" y="537488"/>
                  <a:pt x="850154" y="558753"/>
                </a:cubicBezTo>
                <a:cubicBezTo>
                  <a:pt x="873408" y="581436"/>
                  <a:pt x="894909" y="601211"/>
                  <a:pt x="937343" y="601211"/>
                </a:cubicBezTo>
                <a:cubicBezTo>
                  <a:pt x="980892" y="601211"/>
                  <a:pt x="1002368" y="580854"/>
                  <a:pt x="1025586" y="558753"/>
                </a:cubicBezTo>
                <a:cubicBezTo>
                  <a:pt x="1047357" y="537488"/>
                  <a:pt x="1071175" y="514689"/>
                  <a:pt x="1115684" y="511922"/>
                </a:cubicBezTo>
                <a:lnTo>
                  <a:pt x="1124860" y="511642"/>
                </a:lnTo>
                <a:lnTo>
                  <a:pt x="1134151" y="511922"/>
                </a:lnTo>
                <a:cubicBezTo>
                  <a:pt x="1179136" y="514689"/>
                  <a:pt x="1202980" y="537488"/>
                  <a:pt x="1225295" y="558753"/>
                </a:cubicBezTo>
                <a:cubicBezTo>
                  <a:pt x="1248517" y="581436"/>
                  <a:pt x="1270006" y="601211"/>
                  <a:pt x="1312377" y="601211"/>
                </a:cubicBezTo>
                <a:cubicBezTo>
                  <a:pt x="1355923" y="601211"/>
                  <a:pt x="1377398" y="580854"/>
                  <a:pt x="1400620" y="558753"/>
                </a:cubicBezTo>
                <a:cubicBezTo>
                  <a:pt x="1422391" y="537488"/>
                  <a:pt x="1446206" y="514689"/>
                  <a:pt x="1490715" y="511922"/>
                </a:cubicBezTo>
                <a:lnTo>
                  <a:pt x="1499902" y="511642"/>
                </a:lnTo>
                <a:lnTo>
                  <a:pt x="1509200" y="511922"/>
                </a:lnTo>
                <a:cubicBezTo>
                  <a:pt x="1554240" y="514689"/>
                  <a:pt x="1578118" y="537488"/>
                  <a:pt x="1600457" y="558753"/>
                </a:cubicBezTo>
                <a:cubicBezTo>
                  <a:pt x="1620811" y="578601"/>
                  <a:pt x="1639813" y="596222"/>
                  <a:pt x="1672675" y="600317"/>
                </a:cubicBezTo>
                <a:lnTo>
                  <a:pt x="1687656" y="601211"/>
                </a:lnTo>
                <a:lnTo>
                  <a:pt x="1702991" y="600293"/>
                </a:lnTo>
                <a:cubicBezTo>
                  <a:pt x="1736589" y="596095"/>
                  <a:pt x="1755583" y="578092"/>
                  <a:pt x="1775902" y="558753"/>
                </a:cubicBezTo>
                <a:cubicBezTo>
                  <a:pt x="1797671" y="537488"/>
                  <a:pt x="1821477" y="514689"/>
                  <a:pt x="1865985" y="511922"/>
                </a:cubicBezTo>
                <a:lnTo>
                  <a:pt x="1875171" y="511642"/>
                </a:lnTo>
                <a:lnTo>
                  <a:pt x="1884453" y="511922"/>
                </a:lnTo>
                <a:cubicBezTo>
                  <a:pt x="1929442" y="514689"/>
                  <a:pt x="1953295" y="537488"/>
                  <a:pt x="1975602" y="558753"/>
                </a:cubicBezTo>
                <a:cubicBezTo>
                  <a:pt x="1995922" y="578601"/>
                  <a:pt x="2014463" y="596222"/>
                  <a:pt x="2047561" y="600317"/>
                </a:cubicBezTo>
                <a:lnTo>
                  <a:pt x="2062687" y="601211"/>
                </a:lnTo>
                <a:lnTo>
                  <a:pt x="2078025" y="600293"/>
                </a:lnTo>
                <a:cubicBezTo>
                  <a:pt x="2111623" y="596095"/>
                  <a:pt x="2130614" y="578092"/>
                  <a:pt x="2150933" y="558753"/>
                </a:cubicBezTo>
                <a:cubicBezTo>
                  <a:pt x="2172701" y="537488"/>
                  <a:pt x="2196510" y="514689"/>
                  <a:pt x="2241019" y="511922"/>
                </a:cubicBezTo>
                <a:lnTo>
                  <a:pt x="2250202" y="511642"/>
                </a:lnTo>
                <a:lnTo>
                  <a:pt x="2259500" y="511922"/>
                </a:lnTo>
                <a:cubicBezTo>
                  <a:pt x="2304545" y="514689"/>
                  <a:pt x="2328421" y="537488"/>
                  <a:pt x="2350772" y="558753"/>
                </a:cubicBezTo>
                <a:cubicBezTo>
                  <a:pt x="2371110" y="578601"/>
                  <a:pt x="2389675" y="596222"/>
                  <a:pt x="2422815" y="600317"/>
                </a:cubicBezTo>
                <a:lnTo>
                  <a:pt x="2437959" y="601211"/>
                </a:lnTo>
                <a:lnTo>
                  <a:pt x="2453275" y="600293"/>
                </a:lnTo>
                <a:cubicBezTo>
                  <a:pt x="2486774" y="596095"/>
                  <a:pt x="2505375" y="578092"/>
                  <a:pt x="2526203" y="558753"/>
                </a:cubicBezTo>
                <a:cubicBezTo>
                  <a:pt x="2549424" y="536070"/>
                  <a:pt x="2574968" y="511642"/>
                  <a:pt x="2625475" y="511642"/>
                </a:cubicBezTo>
                <a:cubicBezTo>
                  <a:pt x="2676563" y="511642"/>
                  <a:pt x="2702109" y="536070"/>
                  <a:pt x="2725913" y="558753"/>
                </a:cubicBezTo>
                <a:cubicBezTo>
                  <a:pt x="2746233" y="578601"/>
                  <a:pt x="2764773" y="596222"/>
                  <a:pt x="2797875" y="600317"/>
                </a:cubicBezTo>
                <a:lnTo>
                  <a:pt x="2812992" y="601211"/>
                </a:lnTo>
                <a:lnTo>
                  <a:pt x="2828318" y="600293"/>
                </a:lnTo>
                <a:cubicBezTo>
                  <a:pt x="2861804" y="596095"/>
                  <a:pt x="2880408" y="578092"/>
                  <a:pt x="2901235" y="558753"/>
                </a:cubicBezTo>
                <a:cubicBezTo>
                  <a:pt x="2917709" y="542804"/>
                  <a:pt x="2935222" y="525993"/>
                  <a:pt x="2961726" y="517416"/>
                </a:cubicBezTo>
                <a:lnTo>
                  <a:pt x="2971026" y="515701"/>
                </a:lnTo>
                <a:lnTo>
                  <a:pt x="2971026" y="535393"/>
                </a:lnTo>
                <a:lnTo>
                  <a:pt x="2944785" y="545101"/>
                </a:lnTo>
                <a:cubicBezTo>
                  <a:pt x="2933448" y="552544"/>
                  <a:pt x="2923685" y="561880"/>
                  <a:pt x="2913429" y="571549"/>
                </a:cubicBezTo>
                <a:cubicBezTo>
                  <a:pt x="2891112" y="592814"/>
                  <a:pt x="2867269" y="616124"/>
                  <a:pt x="2822285" y="618955"/>
                </a:cubicBezTo>
                <a:lnTo>
                  <a:pt x="2812992" y="619241"/>
                </a:lnTo>
                <a:lnTo>
                  <a:pt x="2803817" y="618955"/>
                </a:lnTo>
                <a:cubicBezTo>
                  <a:pt x="2759309" y="616124"/>
                  <a:pt x="2735489" y="592814"/>
                  <a:pt x="2713719" y="571549"/>
                </a:cubicBezTo>
                <a:cubicBezTo>
                  <a:pt x="2689916" y="549447"/>
                  <a:pt x="2669016" y="529090"/>
                  <a:pt x="2625475" y="529090"/>
                </a:cubicBezTo>
                <a:cubicBezTo>
                  <a:pt x="2582521" y="529090"/>
                  <a:pt x="2561615" y="549447"/>
                  <a:pt x="2538398" y="571549"/>
                </a:cubicBezTo>
                <a:cubicBezTo>
                  <a:pt x="2516079" y="592814"/>
                  <a:pt x="2492239" y="616124"/>
                  <a:pt x="2447253" y="618955"/>
                </a:cubicBezTo>
                <a:lnTo>
                  <a:pt x="2437959" y="619241"/>
                </a:lnTo>
                <a:lnTo>
                  <a:pt x="2428768" y="618955"/>
                </a:lnTo>
                <a:cubicBezTo>
                  <a:pt x="2384205" y="616124"/>
                  <a:pt x="2360364" y="592814"/>
                  <a:pt x="2338559" y="571549"/>
                </a:cubicBezTo>
                <a:cubicBezTo>
                  <a:pt x="2318221" y="552210"/>
                  <a:pt x="2299203" y="534207"/>
                  <a:pt x="2265570" y="530008"/>
                </a:cubicBezTo>
                <a:lnTo>
                  <a:pt x="2250202" y="529090"/>
                </a:lnTo>
                <a:lnTo>
                  <a:pt x="2235078" y="530008"/>
                </a:lnTo>
                <a:cubicBezTo>
                  <a:pt x="2201989" y="534207"/>
                  <a:pt x="2183438" y="552210"/>
                  <a:pt x="2163119" y="571549"/>
                </a:cubicBezTo>
                <a:cubicBezTo>
                  <a:pt x="2140811" y="592814"/>
                  <a:pt x="2116959" y="616124"/>
                  <a:pt x="2071970" y="618955"/>
                </a:cubicBezTo>
                <a:lnTo>
                  <a:pt x="2062687" y="619241"/>
                </a:lnTo>
                <a:lnTo>
                  <a:pt x="2053502" y="618955"/>
                </a:lnTo>
                <a:cubicBezTo>
                  <a:pt x="2008993" y="616124"/>
                  <a:pt x="1985187" y="592814"/>
                  <a:pt x="1963418" y="571549"/>
                </a:cubicBezTo>
                <a:cubicBezTo>
                  <a:pt x="1943099" y="552210"/>
                  <a:pt x="1924106" y="534207"/>
                  <a:pt x="1890508" y="530008"/>
                </a:cubicBezTo>
                <a:lnTo>
                  <a:pt x="1875171" y="529090"/>
                </a:lnTo>
                <a:lnTo>
                  <a:pt x="1860044" y="530008"/>
                </a:lnTo>
                <a:cubicBezTo>
                  <a:pt x="1826946" y="534207"/>
                  <a:pt x="1808405" y="552210"/>
                  <a:pt x="1788085" y="571549"/>
                </a:cubicBezTo>
                <a:cubicBezTo>
                  <a:pt x="1765780" y="592814"/>
                  <a:pt x="1741925" y="616124"/>
                  <a:pt x="1696936" y="618955"/>
                </a:cubicBezTo>
                <a:lnTo>
                  <a:pt x="1687656" y="619241"/>
                </a:lnTo>
                <a:lnTo>
                  <a:pt x="1678456" y="618955"/>
                </a:lnTo>
                <a:cubicBezTo>
                  <a:pt x="1633891" y="616124"/>
                  <a:pt x="1610048" y="592814"/>
                  <a:pt x="1588259" y="571549"/>
                </a:cubicBezTo>
                <a:cubicBezTo>
                  <a:pt x="1567905" y="552210"/>
                  <a:pt x="1548904" y="534207"/>
                  <a:pt x="1515254" y="530008"/>
                </a:cubicBezTo>
                <a:lnTo>
                  <a:pt x="1499902" y="529090"/>
                </a:lnTo>
                <a:lnTo>
                  <a:pt x="1484938" y="530008"/>
                </a:lnTo>
                <a:cubicBezTo>
                  <a:pt x="1452117" y="534207"/>
                  <a:pt x="1433131" y="552210"/>
                  <a:pt x="1412811" y="571549"/>
                </a:cubicBezTo>
                <a:cubicBezTo>
                  <a:pt x="1389009" y="594232"/>
                  <a:pt x="1363465" y="619241"/>
                  <a:pt x="1312377" y="619241"/>
                </a:cubicBezTo>
                <a:cubicBezTo>
                  <a:pt x="1261869" y="619241"/>
                  <a:pt x="1236325" y="594232"/>
                  <a:pt x="1213103" y="571549"/>
                </a:cubicBezTo>
                <a:cubicBezTo>
                  <a:pt x="1192784" y="552210"/>
                  <a:pt x="1173800" y="534207"/>
                  <a:pt x="1140203" y="530008"/>
                </a:cubicBezTo>
                <a:lnTo>
                  <a:pt x="1124860" y="529090"/>
                </a:lnTo>
                <a:lnTo>
                  <a:pt x="1109907" y="530008"/>
                </a:lnTo>
                <a:cubicBezTo>
                  <a:pt x="1077083" y="534207"/>
                  <a:pt x="1058099" y="552210"/>
                  <a:pt x="1037780" y="571549"/>
                </a:cubicBezTo>
                <a:cubicBezTo>
                  <a:pt x="1014563" y="594232"/>
                  <a:pt x="988431" y="619241"/>
                  <a:pt x="937343" y="619241"/>
                </a:cubicBezTo>
                <a:cubicBezTo>
                  <a:pt x="887352" y="619241"/>
                  <a:pt x="861195" y="594232"/>
                  <a:pt x="837942" y="571549"/>
                </a:cubicBezTo>
                <a:cubicBezTo>
                  <a:pt x="817603" y="552210"/>
                  <a:pt x="798587" y="534207"/>
                  <a:pt x="764952" y="530008"/>
                </a:cubicBezTo>
                <a:lnTo>
                  <a:pt x="749586" y="529090"/>
                </a:lnTo>
                <a:lnTo>
                  <a:pt x="734638" y="530008"/>
                </a:lnTo>
                <a:cubicBezTo>
                  <a:pt x="701811" y="534207"/>
                  <a:pt x="682831" y="552210"/>
                  <a:pt x="662511" y="571549"/>
                </a:cubicBezTo>
                <a:cubicBezTo>
                  <a:pt x="639282" y="594232"/>
                  <a:pt x="613157" y="619241"/>
                  <a:pt x="562069" y="619241"/>
                </a:cubicBezTo>
                <a:cubicBezTo>
                  <a:pt x="512115" y="619241"/>
                  <a:pt x="485977" y="594232"/>
                  <a:pt x="462743" y="571549"/>
                </a:cubicBezTo>
                <a:cubicBezTo>
                  <a:pt x="439508" y="549447"/>
                  <a:pt x="418017" y="529090"/>
                  <a:pt x="375034" y="529090"/>
                </a:cubicBezTo>
                <a:cubicBezTo>
                  <a:pt x="332073" y="529090"/>
                  <a:pt x="310593" y="549447"/>
                  <a:pt x="287371" y="571549"/>
                </a:cubicBezTo>
                <a:cubicBezTo>
                  <a:pt x="264149" y="594232"/>
                  <a:pt x="238024" y="619241"/>
                  <a:pt x="187517" y="619241"/>
                </a:cubicBezTo>
                <a:cubicBezTo>
                  <a:pt x="137009" y="619241"/>
                  <a:pt x="111465" y="594232"/>
                  <a:pt x="87663" y="571549"/>
                </a:cubicBezTo>
                <a:cubicBezTo>
                  <a:pt x="64441" y="549447"/>
                  <a:pt x="42960" y="529090"/>
                  <a:pt x="0" y="529090"/>
                </a:cubicBezTo>
                <a:close/>
                <a:moveTo>
                  <a:pt x="0" y="410542"/>
                </a:moveTo>
                <a:cubicBezTo>
                  <a:pt x="50507" y="410542"/>
                  <a:pt x="76632" y="435528"/>
                  <a:pt x="99855" y="458190"/>
                </a:cubicBezTo>
                <a:cubicBezTo>
                  <a:pt x="123076" y="480271"/>
                  <a:pt x="144556" y="500609"/>
                  <a:pt x="187517" y="500609"/>
                </a:cubicBezTo>
                <a:cubicBezTo>
                  <a:pt x="230477" y="500609"/>
                  <a:pt x="251957" y="480271"/>
                  <a:pt x="275179" y="458190"/>
                </a:cubicBezTo>
                <a:cubicBezTo>
                  <a:pt x="298982" y="435528"/>
                  <a:pt x="324526" y="410542"/>
                  <a:pt x="375034" y="410542"/>
                </a:cubicBezTo>
                <a:cubicBezTo>
                  <a:pt x="425568" y="410542"/>
                  <a:pt x="451706" y="435528"/>
                  <a:pt x="474941" y="458190"/>
                </a:cubicBezTo>
                <a:cubicBezTo>
                  <a:pt x="498175" y="480271"/>
                  <a:pt x="519667" y="500609"/>
                  <a:pt x="562069" y="500609"/>
                </a:cubicBezTo>
                <a:cubicBezTo>
                  <a:pt x="605610" y="500609"/>
                  <a:pt x="627090" y="480271"/>
                  <a:pt x="650315" y="458190"/>
                </a:cubicBezTo>
                <a:cubicBezTo>
                  <a:pt x="672083" y="436944"/>
                  <a:pt x="696405" y="413656"/>
                  <a:pt x="740506" y="410828"/>
                </a:cubicBezTo>
                <a:lnTo>
                  <a:pt x="749586" y="410542"/>
                </a:lnTo>
                <a:lnTo>
                  <a:pt x="758889" y="410828"/>
                </a:lnTo>
                <a:cubicBezTo>
                  <a:pt x="803998" y="413656"/>
                  <a:pt x="828351" y="436944"/>
                  <a:pt x="850154" y="458190"/>
                </a:cubicBezTo>
                <a:cubicBezTo>
                  <a:pt x="873408" y="480271"/>
                  <a:pt x="894909" y="500609"/>
                  <a:pt x="937343" y="500609"/>
                </a:cubicBezTo>
                <a:cubicBezTo>
                  <a:pt x="980892" y="500609"/>
                  <a:pt x="1002368" y="480271"/>
                  <a:pt x="1025586" y="458190"/>
                </a:cubicBezTo>
                <a:cubicBezTo>
                  <a:pt x="1047357" y="436944"/>
                  <a:pt x="1071175" y="413656"/>
                  <a:pt x="1115684" y="410828"/>
                </a:cubicBezTo>
                <a:lnTo>
                  <a:pt x="1124860" y="410542"/>
                </a:lnTo>
                <a:lnTo>
                  <a:pt x="1134151" y="410828"/>
                </a:lnTo>
                <a:cubicBezTo>
                  <a:pt x="1179136" y="413656"/>
                  <a:pt x="1202980" y="436944"/>
                  <a:pt x="1225295" y="458190"/>
                </a:cubicBezTo>
                <a:cubicBezTo>
                  <a:pt x="1248517" y="480271"/>
                  <a:pt x="1270006" y="500609"/>
                  <a:pt x="1312377" y="500609"/>
                </a:cubicBezTo>
                <a:cubicBezTo>
                  <a:pt x="1355923" y="500609"/>
                  <a:pt x="1377398" y="480271"/>
                  <a:pt x="1400620" y="458190"/>
                </a:cubicBezTo>
                <a:cubicBezTo>
                  <a:pt x="1422391" y="436944"/>
                  <a:pt x="1446206" y="413656"/>
                  <a:pt x="1490715" y="410828"/>
                </a:cubicBezTo>
                <a:lnTo>
                  <a:pt x="1499902" y="410542"/>
                </a:lnTo>
                <a:lnTo>
                  <a:pt x="1509200" y="410828"/>
                </a:lnTo>
                <a:cubicBezTo>
                  <a:pt x="1554240" y="413656"/>
                  <a:pt x="1578118" y="436944"/>
                  <a:pt x="1600457" y="458190"/>
                </a:cubicBezTo>
                <a:cubicBezTo>
                  <a:pt x="1620811" y="477511"/>
                  <a:pt x="1639813" y="495497"/>
                  <a:pt x="1672675" y="499692"/>
                </a:cubicBezTo>
                <a:lnTo>
                  <a:pt x="1687656" y="500609"/>
                </a:lnTo>
                <a:lnTo>
                  <a:pt x="1702991" y="499692"/>
                </a:lnTo>
                <a:cubicBezTo>
                  <a:pt x="1736589" y="495497"/>
                  <a:pt x="1755583" y="477511"/>
                  <a:pt x="1775902" y="458190"/>
                </a:cubicBezTo>
                <a:cubicBezTo>
                  <a:pt x="1797671" y="436944"/>
                  <a:pt x="1821477" y="413656"/>
                  <a:pt x="1865985" y="410828"/>
                </a:cubicBezTo>
                <a:lnTo>
                  <a:pt x="1875171" y="410542"/>
                </a:lnTo>
                <a:lnTo>
                  <a:pt x="1884453" y="410828"/>
                </a:lnTo>
                <a:cubicBezTo>
                  <a:pt x="1929442" y="413656"/>
                  <a:pt x="1953295" y="436944"/>
                  <a:pt x="1975602" y="458190"/>
                </a:cubicBezTo>
                <a:cubicBezTo>
                  <a:pt x="1995922" y="477511"/>
                  <a:pt x="2014463" y="495497"/>
                  <a:pt x="2047561" y="499692"/>
                </a:cubicBezTo>
                <a:lnTo>
                  <a:pt x="2062687" y="500609"/>
                </a:lnTo>
                <a:lnTo>
                  <a:pt x="2078025" y="499692"/>
                </a:lnTo>
                <a:cubicBezTo>
                  <a:pt x="2111623" y="495497"/>
                  <a:pt x="2130614" y="477511"/>
                  <a:pt x="2150933" y="458190"/>
                </a:cubicBezTo>
                <a:cubicBezTo>
                  <a:pt x="2172701" y="436944"/>
                  <a:pt x="2196510" y="413656"/>
                  <a:pt x="2241019" y="410828"/>
                </a:cubicBezTo>
                <a:lnTo>
                  <a:pt x="2250202" y="410542"/>
                </a:lnTo>
                <a:lnTo>
                  <a:pt x="2259500" y="410828"/>
                </a:lnTo>
                <a:cubicBezTo>
                  <a:pt x="2304545" y="413656"/>
                  <a:pt x="2328421" y="436944"/>
                  <a:pt x="2350772" y="458190"/>
                </a:cubicBezTo>
                <a:cubicBezTo>
                  <a:pt x="2371110" y="477511"/>
                  <a:pt x="2389675" y="495497"/>
                  <a:pt x="2422815" y="499692"/>
                </a:cubicBezTo>
                <a:lnTo>
                  <a:pt x="2437959" y="500609"/>
                </a:lnTo>
                <a:lnTo>
                  <a:pt x="2453275" y="499692"/>
                </a:lnTo>
                <a:cubicBezTo>
                  <a:pt x="2486774" y="495497"/>
                  <a:pt x="2505375" y="477511"/>
                  <a:pt x="2526203" y="458190"/>
                </a:cubicBezTo>
                <a:cubicBezTo>
                  <a:pt x="2549424" y="435528"/>
                  <a:pt x="2574968" y="410542"/>
                  <a:pt x="2625475" y="410542"/>
                </a:cubicBezTo>
                <a:cubicBezTo>
                  <a:pt x="2676563" y="410542"/>
                  <a:pt x="2702109" y="435528"/>
                  <a:pt x="2725913" y="458190"/>
                </a:cubicBezTo>
                <a:cubicBezTo>
                  <a:pt x="2746233" y="477511"/>
                  <a:pt x="2764773" y="495497"/>
                  <a:pt x="2797875" y="499692"/>
                </a:cubicBezTo>
                <a:lnTo>
                  <a:pt x="2812992" y="500609"/>
                </a:lnTo>
                <a:lnTo>
                  <a:pt x="2828318" y="499692"/>
                </a:lnTo>
                <a:cubicBezTo>
                  <a:pt x="2861804" y="495497"/>
                  <a:pt x="2880408" y="477511"/>
                  <a:pt x="2901235" y="458190"/>
                </a:cubicBezTo>
                <a:cubicBezTo>
                  <a:pt x="2917704" y="442256"/>
                  <a:pt x="2935216" y="425172"/>
                  <a:pt x="2961719" y="416434"/>
                </a:cubicBezTo>
                <a:lnTo>
                  <a:pt x="2971026" y="414683"/>
                </a:lnTo>
                <a:lnTo>
                  <a:pt x="2971026" y="434849"/>
                </a:lnTo>
                <a:lnTo>
                  <a:pt x="2944779" y="444551"/>
                </a:lnTo>
                <a:cubicBezTo>
                  <a:pt x="2933443" y="451987"/>
                  <a:pt x="2923682" y="461313"/>
                  <a:pt x="2913429" y="470974"/>
                </a:cubicBezTo>
                <a:cubicBezTo>
                  <a:pt x="2891112" y="492220"/>
                  <a:pt x="2867269" y="515508"/>
                  <a:pt x="2822285" y="518336"/>
                </a:cubicBezTo>
                <a:lnTo>
                  <a:pt x="2812992" y="518622"/>
                </a:lnTo>
                <a:lnTo>
                  <a:pt x="2803817" y="518336"/>
                </a:lnTo>
                <a:cubicBezTo>
                  <a:pt x="2759309" y="515508"/>
                  <a:pt x="2735489" y="492220"/>
                  <a:pt x="2713719" y="470974"/>
                </a:cubicBezTo>
                <a:cubicBezTo>
                  <a:pt x="2689916" y="448893"/>
                  <a:pt x="2669016" y="428555"/>
                  <a:pt x="2625475" y="428555"/>
                </a:cubicBezTo>
                <a:cubicBezTo>
                  <a:pt x="2582521" y="428555"/>
                  <a:pt x="2561615" y="448893"/>
                  <a:pt x="2538398" y="470974"/>
                </a:cubicBezTo>
                <a:cubicBezTo>
                  <a:pt x="2516079" y="492220"/>
                  <a:pt x="2492239" y="515508"/>
                  <a:pt x="2447253" y="518336"/>
                </a:cubicBezTo>
                <a:lnTo>
                  <a:pt x="2437959" y="518622"/>
                </a:lnTo>
                <a:lnTo>
                  <a:pt x="2428768" y="518336"/>
                </a:lnTo>
                <a:cubicBezTo>
                  <a:pt x="2384205" y="515508"/>
                  <a:pt x="2360364" y="492220"/>
                  <a:pt x="2338559" y="470974"/>
                </a:cubicBezTo>
                <a:cubicBezTo>
                  <a:pt x="2318221" y="451653"/>
                  <a:pt x="2299203" y="433667"/>
                  <a:pt x="2265570" y="429472"/>
                </a:cubicBezTo>
                <a:lnTo>
                  <a:pt x="2250202" y="428555"/>
                </a:lnTo>
                <a:lnTo>
                  <a:pt x="2235078" y="429472"/>
                </a:lnTo>
                <a:cubicBezTo>
                  <a:pt x="2201989" y="433667"/>
                  <a:pt x="2183438" y="451653"/>
                  <a:pt x="2163119" y="470974"/>
                </a:cubicBezTo>
                <a:cubicBezTo>
                  <a:pt x="2140811" y="492220"/>
                  <a:pt x="2116959" y="515508"/>
                  <a:pt x="2071970" y="518336"/>
                </a:cubicBezTo>
                <a:lnTo>
                  <a:pt x="2062687" y="518622"/>
                </a:lnTo>
                <a:lnTo>
                  <a:pt x="2053502" y="518336"/>
                </a:lnTo>
                <a:cubicBezTo>
                  <a:pt x="2008993" y="515508"/>
                  <a:pt x="1985187" y="492220"/>
                  <a:pt x="1963418" y="470974"/>
                </a:cubicBezTo>
                <a:cubicBezTo>
                  <a:pt x="1943099" y="451653"/>
                  <a:pt x="1924106" y="433667"/>
                  <a:pt x="1890508" y="429472"/>
                </a:cubicBezTo>
                <a:lnTo>
                  <a:pt x="1875171" y="428555"/>
                </a:lnTo>
                <a:lnTo>
                  <a:pt x="1860044" y="429472"/>
                </a:lnTo>
                <a:cubicBezTo>
                  <a:pt x="1826946" y="433667"/>
                  <a:pt x="1808405" y="451653"/>
                  <a:pt x="1788085" y="470974"/>
                </a:cubicBezTo>
                <a:cubicBezTo>
                  <a:pt x="1765780" y="492220"/>
                  <a:pt x="1741925" y="515508"/>
                  <a:pt x="1696936" y="518336"/>
                </a:cubicBezTo>
                <a:lnTo>
                  <a:pt x="1687656" y="518622"/>
                </a:lnTo>
                <a:lnTo>
                  <a:pt x="1678456" y="518336"/>
                </a:lnTo>
                <a:cubicBezTo>
                  <a:pt x="1633891" y="515508"/>
                  <a:pt x="1610048" y="492220"/>
                  <a:pt x="1588259" y="470974"/>
                </a:cubicBezTo>
                <a:cubicBezTo>
                  <a:pt x="1567905" y="451653"/>
                  <a:pt x="1548904" y="433667"/>
                  <a:pt x="1515254" y="429472"/>
                </a:cubicBezTo>
                <a:lnTo>
                  <a:pt x="1499902" y="428555"/>
                </a:lnTo>
                <a:lnTo>
                  <a:pt x="1484938" y="429472"/>
                </a:lnTo>
                <a:cubicBezTo>
                  <a:pt x="1452117" y="433667"/>
                  <a:pt x="1433131" y="451653"/>
                  <a:pt x="1412811" y="470974"/>
                </a:cubicBezTo>
                <a:cubicBezTo>
                  <a:pt x="1389009" y="493636"/>
                  <a:pt x="1363465" y="518622"/>
                  <a:pt x="1312377" y="518622"/>
                </a:cubicBezTo>
                <a:cubicBezTo>
                  <a:pt x="1261869" y="518622"/>
                  <a:pt x="1236325" y="493636"/>
                  <a:pt x="1213103" y="470974"/>
                </a:cubicBezTo>
                <a:cubicBezTo>
                  <a:pt x="1192784" y="451653"/>
                  <a:pt x="1173800" y="433667"/>
                  <a:pt x="1140203" y="429472"/>
                </a:cubicBezTo>
                <a:lnTo>
                  <a:pt x="1124860" y="428555"/>
                </a:lnTo>
                <a:lnTo>
                  <a:pt x="1109907" y="429472"/>
                </a:lnTo>
                <a:cubicBezTo>
                  <a:pt x="1077083" y="433667"/>
                  <a:pt x="1058099" y="451653"/>
                  <a:pt x="1037780" y="470974"/>
                </a:cubicBezTo>
                <a:cubicBezTo>
                  <a:pt x="1014563" y="493636"/>
                  <a:pt x="988431" y="518622"/>
                  <a:pt x="937343" y="518622"/>
                </a:cubicBezTo>
                <a:cubicBezTo>
                  <a:pt x="887352" y="518622"/>
                  <a:pt x="861195" y="493636"/>
                  <a:pt x="837942" y="470974"/>
                </a:cubicBezTo>
                <a:cubicBezTo>
                  <a:pt x="817603" y="451653"/>
                  <a:pt x="798587" y="433667"/>
                  <a:pt x="764952" y="429472"/>
                </a:cubicBezTo>
                <a:lnTo>
                  <a:pt x="749586" y="428555"/>
                </a:lnTo>
                <a:lnTo>
                  <a:pt x="734638" y="429472"/>
                </a:lnTo>
                <a:cubicBezTo>
                  <a:pt x="701811" y="433667"/>
                  <a:pt x="682831" y="451653"/>
                  <a:pt x="662511" y="470974"/>
                </a:cubicBezTo>
                <a:cubicBezTo>
                  <a:pt x="639282" y="493636"/>
                  <a:pt x="613157" y="518622"/>
                  <a:pt x="562069" y="518622"/>
                </a:cubicBezTo>
                <a:cubicBezTo>
                  <a:pt x="512115" y="518622"/>
                  <a:pt x="485977" y="493636"/>
                  <a:pt x="462743" y="470974"/>
                </a:cubicBezTo>
                <a:cubicBezTo>
                  <a:pt x="439508" y="448893"/>
                  <a:pt x="418017" y="428555"/>
                  <a:pt x="375034" y="428555"/>
                </a:cubicBezTo>
                <a:cubicBezTo>
                  <a:pt x="332073" y="428555"/>
                  <a:pt x="310593" y="448893"/>
                  <a:pt x="287371" y="470974"/>
                </a:cubicBezTo>
                <a:cubicBezTo>
                  <a:pt x="264149" y="493636"/>
                  <a:pt x="238024" y="518622"/>
                  <a:pt x="187517" y="518622"/>
                </a:cubicBezTo>
                <a:cubicBezTo>
                  <a:pt x="137009" y="518622"/>
                  <a:pt x="111465" y="493636"/>
                  <a:pt x="87663" y="470974"/>
                </a:cubicBezTo>
                <a:cubicBezTo>
                  <a:pt x="64441" y="448893"/>
                  <a:pt x="42960" y="428555"/>
                  <a:pt x="0" y="428555"/>
                </a:cubicBezTo>
                <a:close/>
                <a:moveTo>
                  <a:pt x="0" y="311127"/>
                </a:moveTo>
                <a:cubicBezTo>
                  <a:pt x="50507" y="311127"/>
                  <a:pt x="76632" y="336136"/>
                  <a:pt x="99855" y="358238"/>
                </a:cubicBezTo>
                <a:cubicBezTo>
                  <a:pt x="123076" y="380921"/>
                  <a:pt x="144556" y="400696"/>
                  <a:pt x="187517" y="400696"/>
                </a:cubicBezTo>
                <a:cubicBezTo>
                  <a:pt x="230477" y="400696"/>
                  <a:pt x="251957" y="380921"/>
                  <a:pt x="275179" y="358238"/>
                </a:cubicBezTo>
                <a:cubicBezTo>
                  <a:pt x="298982" y="336136"/>
                  <a:pt x="324526" y="311127"/>
                  <a:pt x="375034" y="311127"/>
                </a:cubicBezTo>
                <a:cubicBezTo>
                  <a:pt x="425568" y="311127"/>
                  <a:pt x="451706" y="336136"/>
                  <a:pt x="474941" y="358238"/>
                </a:cubicBezTo>
                <a:cubicBezTo>
                  <a:pt x="498175" y="380921"/>
                  <a:pt x="519667" y="400696"/>
                  <a:pt x="562069" y="400696"/>
                </a:cubicBezTo>
                <a:cubicBezTo>
                  <a:pt x="605610" y="400696"/>
                  <a:pt x="627090" y="380921"/>
                  <a:pt x="650315" y="358238"/>
                </a:cubicBezTo>
                <a:cubicBezTo>
                  <a:pt x="672083" y="337517"/>
                  <a:pt x="696405" y="314241"/>
                  <a:pt x="740506" y="311413"/>
                </a:cubicBezTo>
                <a:lnTo>
                  <a:pt x="749586" y="311127"/>
                </a:lnTo>
                <a:lnTo>
                  <a:pt x="758889" y="311413"/>
                </a:lnTo>
                <a:cubicBezTo>
                  <a:pt x="803998" y="314241"/>
                  <a:pt x="828351" y="337517"/>
                  <a:pt x="850154" y="358238"/>
                </a:cubicBezTo>
                <a:cubicBezTo>
                  <a:pt x="873408" y="380921"/>
                  <a:pt x="894909" y="400696"/>
                  <a:pt x="937343" y="400696"/>
                </a:cubicBezTo>
                <a:cubicBezTo>
                  <a:pt x="980892" y="400696"/>
                  <a:pt x="1002368" y="380921"/>
                  <a:pt x="1025586" y="358238"/>
                </a:cubicBezTo>
                <a:cubicBezTo>
                  <a:pt x="1047357" y="337517"/>
                  <a:pt x="1071175" y="314241"/>
                  <a:pt x="1115684" y="311413"/>
                </a:cubicBezTo>
                <a:lnTo>
                  <a:pt x="1124860" y="311127"/>
                </a:lnTo>
                <a:lnTo>
                  <a:pt x="1134151" y="311413"/>
                </a:lnTo>
                <a:cubicBezTo>
                  <a:pt x="1179136" y="314241"/>
                  <a:pt x="1202980" y="337517"/>
                  <a:pt x="1225295" y="358238"/>
                </a:cubicBezTo>
                <a:cubicBezTo>
                  <a:pt x="1248517" y="380921"/>
                  <a:pt x="1270006" y="400696"/>
                  <a:pt x="1312377" y="400696"/>
                </a:cubicBezTo>
                <a:cubicBezTo>
                  <a:pt x="1355923" y="400696"/>
                  <a:pt x="1377398" y="380921"/>
                  <a:pt x="1400620" y="358238"/>
                </a:cubicBezTo>
                <a:cubicBezTo>
                  <a:pt x="1422391" y="337517"/>
                  <a:pt x="1446206" y="314241"/>
                  <a:pt x="1490715" y="311413"/>
                </a:cubicBezTo>
                <a:lnTo>
                  <a:pt x="1499902" y="311127"/>
                </a:lnTo>
                <a:lnTo>
                  <a:pt x="1509200" y="311413"/>
                </a:lnTo>
                <a:cubicBezTo>
                  <a:pt x="1554240" y="314241"/>
                  <a:pt x="1578118" y="337517"/>
                  <a:pt x="1600457" y="358238"/>
                </a:cubicBezTo>
                <a:cubicBezTo>
                  <a:pt x="1620811" y="378085"/>
                  <a:pt x="1639813" y="395707"/>
                  <a:pt x="1672675" y="399802"/>
                </a:cubicBezTo>
                <a:lnTo>
                  <a:pt x="1687656" y="400696"/>
                </a:lnTo>
                <a:lnTo>
                  <a:pt x="1702991" y="399802"/>
                </a:lnTo>
                <a:cubicBezTo>
                  <a:pt x="1736589" y="395707"/>
                  <a:pt x="1755583" y="378085"/>
                  <a:pt x="1775902" y="358238"/>
                </a:cubicBezTo>
                <a:cubicBezTo>
                  <a:pt x="1797671" y="337517"/>
                  <a:pt x="1821477" y="314241"/>
                  <a:pt x="1865985" y="311413"/>
                </a:cubicBezTo>
                <a:lnTo>
                  <a:pt x="1875171" y="311127"/>
                </a:lnTo>
                <a:lnTo>
                  <a:pt x="1884453" y="311413"/>
                </a:lnTo>
                <a:cubicBezTo>
                  <a:pt x="1929442" y="314241"/>
                  <a:pt x="1953295" y="337517"/>
                  <a:pt x="1975602" y="358238"/>
                </a:cubicBezTo>
                <a:cubicBezTo>
                  <a:pt x="1995922" y="378085"/>
                  <a:pt x="2014463" y="395707"/>
                  <a:pt x="2047561" y="399802"/>
                </a:cubicBezTo>
                <a:lnTo>
                  <a:pt x="2062687" y="400696"/>
                </a:lnTo>
                <a:lnTo>
                  <a:pt x="2078025" y="399802"/>
                </a:lnTo>
                <a:cubicBezTo>
                  <a:pt x="2111623" y="395707"/>
                  <a:pt x="2130614" y="378085"/>
                  <a:pt x="2150933" y="358238"/>
                </a:cubicBezTo>
                <a:cubicBezTo>
                  <a:pt x="2172701" y="337517"/>
                  <a:pt x="2196510" y="314241"/>
                  <a:pt x="2241019" y="311413"/>
                </a:cubicBezTo>
                <a:lnTo>
                  <a:pt x="2250202" y="311127"/>
                </a:lnTo>
                <a:lnTo>
                  <a:pt x="2259500" y="311413"/>
                </a:lnTo>
                <a:cubicBezTo>
                  <a:pt x="2304545" y="314241"/>
                  <a:pt x="2328421" y="337517"/>
                  <a:pt x="2350772" y="358238"/>
                </a:cubicBezTo>
                <a:cubicBezTo>
                  <a:pt x="2371110" y="378085"/>
                  <a:pt x="2389675" y="395707"/>
                  <a:pt x="2422815" y="399802"/>
                </a:cubicBezTo>
                <a:lnTo>
                  <a:pt x="2437959" y="400696"/>
                </a:lnTo>
                <a:lnTo>
                  <a:pt x="2453275" y="399802"/>
                </a:lnTo>
                <a:cubicBezTo>
                  <a:pt x="2486774" y="395707"/>
                  <a:pt x="2505375" y="378085"/>
                  <a:pt x="2526203" y="358238"/>
                </a:cubicBezTo>
                <a:cubicBezTo>
                  <a:pt x="2549424" y="336136"/>
                  <a:pt x="2574968" y="311127"/>
                  <a:pt x="2625475" y="311127"/>
                </a:cubicBezTo>
                <a:cubicBezTo>
                  <a:pt x="2676563" y="311127"/>
                  <a:pt x="2702109" y="336136"/>
                  <a:pt x="2725913" y="358238"/>
                </a:cubicBezTo>
                <a:cubicBezTo>
                  <a:pt x="2746233" y="378085"/>
                  <a:pt x="2764773" y="395707"/>
                  <a:pt x="2797875" y="399802"/>
                </a:cubicBezTo>
                <a:lnTo>
                  <a:pt x="2812992" y="400696"/>
                </a:lnTo>
                <a:lnTo>
                  <a:pt x="2828318" y="399802"/>
                </a:lnTo>
                <a:cubicBezTo>
                  <a:pt x="2861804" y="395707"/>
                  <a:pt x="2880408" y="378085"/>
                  <a:pt x="2901235" y="358238"/>
                </a:cubicBezTo>
                <a:cubicBezTo>
                  <a:pt x="2917701" y="342697"/>
                  <a:pt x="2935211" y="325719"/>
                  <a:pt x="2961714" y="317009"/>
                </a:cubicBezTo>
                <a:lnTo>
                  <a:pt x="2971026" y="315260"/>
                </a:lnTo>
                <a:lnTo>
                  <a:pt x="2971026" y="335353"/>
                </a:lnTo>
                <a:lnTo>
                  <a:pt x="2944774" y="344926"/>
                </a:lnTo>
                <a:cubicBezTo>
                  <a:pt x="2933439" y="352324"/>
                  <a:pt x="2923679" y="361691"/>
                  <a:pt x="2913429" y="371615"/>
                </a:cubicBezTo>
                <a:cubicBezTo>
                  <a:pt x="2891112" y="392880"/>
                  <a:pt x="2867269" y="415679"/>
                  <a:pt x="2822285" y="418446"/>
                </a:cubicBezTo>
                <a:lnTo>
                  <a:pt x="2812992" y="418726"/>
                </a:lnTo>
                <a:lnTo>
                  <a:pt x="2803817" y="418446"/>
                </a:lnTo>
                <a:cubicBezTo>
                  <a:pt x="2759309" y="415679"/>
                  <a:pt x="2735489" y="392880"/>
                  <a:pt x="2713719" y="371615"/>
                </a:cubicBezTo>
                <a:cubicBezTo>
                  <a:pt x="2689916" y="348932"/>
                  <a:pt x="2669016" y="329157"/>
                  <a:pt x="2625475" y="329157"/>
                </a:cubicBezTo>
                <a:cubicBezTo>
                  <a:pt x="2582521" y="329157"/>
                  <a:pt x="2561615" y="348932"/>
                  <a:pt x="2538398" y="371615"/>
                </a:cubicBezTo>
                <a:cubicBezTo>
                  <a:pt x="2516079" y="392880"/>
                  <a:pt x="2492239" y="415679"/>
                  <a:pt x="2447253" y="418446"/>
                </a:cubicBezTo>
                <a:lnTo>
                  <a:pt x="2437959" y="418726"/>
                </a:lnTo>
                <a:lnTo>
                  <a:pt x="2428768" y="418446"/>
                </a:lnTo>
                <a:cubicBezTo>
                  <a:pt x="2384205" y="415679"/>
                  <a:pt x="2360364" y="392880"/>
                  <a:pt x="2338559" y="371615"/>
                </a:cubicBezTo>
                <a:cubicBezTo>
                  <a:pt x="2318221" y="351767"/>
                  <a:pt x="2299203" y="334146"/>
                  <a:pt x="2265570" y="330051"/>
                </a:cubicBezTo>
                <a:lnTo>
                  <a:pt x="2250202" y="329157"/>
                </a:lnTo>
                <a:lnTo>
                  <a:pt x="2235078" y="330051"/>
                </a:lnTo>
                <a:cubicBezTo>
                  <a:pt x="2201989" y="334146"/>
                  <a:pt x="2183438" y="351767"/>
                  <a:pt x="2163119" y="371615"/>
                </a:cubicBezTo>
                <a:cubicBezTo>
                  <a:pt x="2140811" y="392880"/>
                  <a:pt x="2116959" y="415679"/>
                  <a:pt x="2071970" y="418446"/>
                </a:cubicBezTo>
                <a:lnTo>
                  <a:pt x="2062687" y="418726"/>
                </a:lnTo>
                <a:lnTo>
                  <a:pt x="2053502" y="418446"/>
                </a:lnTo>
                <a:cubicBezTo>
                  <a:pt x="2008993" y="415679"/>
                  <a:pt x="1985187" y="392880"/>
                  <a:pt x="1963418" y="371615"/>
                </a:cubicBezTo>
                <a:cubicBezTo>
                  <a:pt x="1943099" y="351767"/>
                  <a:pt x="1924106" y="334146"/>
                  <a:pt x="1890508" y="330051"/>
                </a:cubicBezTo>
                <a:lnTo>
                  <a:pt x="1875171" y="329157"/>
                </a:lnTo>
                <a:lnTo>
                  <a:pt x="1860044" y="330051"/>
                </a:lnTo>
                <a:cubicBezTo>
                  <a:pt x="1826946" y="334146"/>
                  <a:pt x="1808405" y="351767"/>
                  <a:pt x="1788085" y="371615"/>
                </a:cubicBezTo>
                <a:cubicBezTo>
                  <a:pt x="1765780" y="392880"/>
                  <a:pt x="1741925" y="415679"/>
                  <a:pt x="1696936" y="418446"/>
                </a:cubicBezTo>
                <a:lnTo>
                  <a:pt x="1687656" y="418726"/>
                </a:lnTo>
                <a:lnTo>
                  <a:pt x="1678456" y="418446"/>
                </a:lnTo>
                <a:cubicBezTo>
                  <a:pt x="1633891" y="415679"/>
                  <a:pt x="1610048" y="392880"/>
                  <a:pt x="1588259" y="371615"/>
                </a:cubicBezTo>
                <a:cubicBezTo>
                  <a:pt x="1567905" y="351767"/>
                  <a:pt x="1548904" y="334146"/>
                  <a:pt x="1515254" y="330051"/>
                </a:cubicBezTo>
                <a:lnTo>
                  <a:pt x="1499902" y="329157"/>
                </a:lnTo>
                <a:lnTo>
                  <a:pt x="1484938" y="330051"/>
                </a:lnTo>
                <a:cubicBezTo>
                  <a:pt x="1452117" y="334146"/>
                  <a:pt x="1433131" y="351767"/>
                  <a:pt x="1412811" y="371615"/>
                </a:cubicBezTo>
                <a:cubicBezTo>
                  <a:pt x="1389009" y="394298"/>
                  <a:pt x="1363465" y="418726"/>
                  <a:pt x="1312377" y="418726"/>
                </a:cubicBezTo>
                <a:cubicBezTo>
                  <a:pt x="1261869" y="418726"/>
                  <a:pt x="1236325" y="394298"/>
                  <a:pt x="1213103" y="371615"/>
                </a:cubicBezTo>
                <a:cubicBezTo>
                  <a:pt x="1192784" y="351767"/>
                  <a:pt x="1173800" y="334146"/>
                  <a:pt x="1140203" y="330051"/>
                </a:cubicBezTo>
                <a:lnTo>
                  <a:pt x="1124860" y="329157"/>
                </a:lnTo>
                <a:lnTo>
                  <a:pt x="1109907" y="330051"/>
                </a:lnTo>
                <a:cubicBezTo>
                  <a:pt x="1077083" y="334146"/>
                  <a:pt x="1058099" y="351767"/>
                  <a:pt x="1037780" y="371615"/>
                </a:cubicBezTo>
                <a:cubicBezTo>
                  <a:pt x="1014563" y="394298"/>
                  <a:pt x="988431" y="418726"/>
                  <a:pt x="937343" y="418726"/>
                </a:cubicBezTo>
                <a:cubicBezTo>
                  <a:pt x="887352" y="418726"/>
                  <a:pt x="861195" y="394298"/>
                  <a:pt x="837942" y="371615"/>
                </a:cubicBezTo>
                <a:cubicBezTo>
                  <a:pt x="817603" y="351767"/>
                  <a:pt x="798587" y="334146"/>
                  <a:pt x="764952" y="330051"/>
                </a:cubicBezTo>
                <a:lnTo>
                  <a:pt x="749586" y="329157"/>
                </a:lnTo>
                <a:lnTo>
                  <a:pt x="734638" y="330051"/>
                </a:lnTo>
                <a:cubicBezTo>
                  <a:pt x="701811" y="334146"/>
                  <a:pt x="682831" y="351767"/>
                  <a:pt x="662511" y="371615"/>
                </a:cubicBezTo>
                <a:cubicBezTo>
                  <a:pt x="639282" y="394298"/>
                  <a:pt x="613157" y="418726"/>
                  <a:pt x="562069" y="418726"/>
                </a:cubicBezTo>
                <a:cubicBezTo>
                  <a:pt x="512115" y="418726"/>
                  <a:pt x="485977" y="394298"/>
                  <a:pt x="462743" y="371615"/>
                </a:cubicBezTo>
                <a:cubicBezTo>
                  <a:pt x="439508" y="348932"/>
                  <a:pt x="418017" y="329157"/>
                  <a:pt x="375034" y="329157"/>
                </a:cubicBezTo>
                <a:cubicBezTo>
                  <a:pt x="332073" y="329157"/>
                  <a:pt x="310593" y="348932"/>
                  <a:pt x="287371" y="371615"/>
                </a:cubicBezTo>
                <a:cubicBezTo>
                  <a:pt x="264149" y="394298"/>
                  <a:pt x="238024" y="418726"/>
                  <a:pt x="187517" y="418726"/>
                </a:cubicBezTo>
                <a:cubicBezTo>
                  <a:pt x="137009" y="418726"/>
                  <a:pt x="111465" y="394298"/>
                  <a:pt x="87663" y="371615"/>
                </a:cubicBezTo>
                <a:cubicBezTo>
                  <a:pt x="64441" y="348932"/>
                  <a:pt x="42960" y="329157"/>
                  <a:pt x="0" y="329157"/>
                </a:cubicBezTo>
                <a:close/>
                <a:moveTo>
                  <a:pt x="0" y="211230"/>
                </a:moveTo>
                <a:cubicBezTo>
                  <a:pt x="50507" y="211230"/>
                  <a:pt x="76632" y="236216"/>
                  <a:pt x="99855" y="258878"/>
                </a:cubicBezTo>
                <a:cubicBezTo>
                  <a:pt x="123076" y="280959"/>
                  <a:pt x="144556" y="301297"/>
                  <a:pt x="187517" y="301297"/>
                </a:cubicBezTo>
                <a:cubicBezTo>
                  <a:pt x="230477" y="301297"/>
                  <a:pt x="251957" y="280959"/>
                  <a:pt x="275179" y="258878"/>
                </a:cubicBezTo>
                <a:cubicBezTo>
                  <a:pt x="298982" y="236216"/>
                  <a:pt x="324526" y="211230"/>
                  <a:pt x="375034" y="211230"/>
                </a:cubicBezTo>
                <a:cubicBezTo>
                  <a:pt x="425568" y="211230"/>
                  <a:pt x="451706" y="236216"/>
                  <a:pt x="474941" y="258878"/>
                </a:cubicBezTo>
                <a:cubicBezTo>
                  <a:pt x="498175" y="280959"/>
                  <a:pt x="519667" y="301297"/>
                  <a:pt x="562069" y="301297"/>
                </a:cubicBezTo>
                <a:cubicBezTo>
                  <a:pt x="605610" y="301297"/>
                  <a:pt x="627090" y="280959"/>
                  <a:pt x="650315" y="258878"/>
                </a:cubicBezTo>
                <a:cubicBezTo>
                  <a:pt x="672083" y="237633"/>
                  <a:pt x="696405" y="214344"/>
                  <a:pt x="740506" y="211516"/>
                </a:cubicBezTo>
                <a:lnTo>
                  <a:pt x="749586" y="211230"/>
                </a:lnTo>
                <a:lnTo>
                  <a:pt x="758889" y="211516"/>
                </a:lnTo>
                <a:cubicBezTo>
                  <a:pt x="803998" y="214344"/>
                  <a:pt x="828351" y="237633"/>
                  <a:pt x="850154" y="258878"/>
                </a:cubicBezTo>
                <a:cubicBezTo>
                  <a:pt x="873408" y="280959"/>
                  <a:pt x="894909" y="301297"/>
                  <a:pt x="937343" y="301297"/>
                </a:cubicBezTo>
                <a:cubicBezTo>
                  <a:pt x="980892" y="301297"/>
                  <a:pt x="1002368" y="280959"/>
                  <a:pt x="1025586" y="258878"/>
                </a:cubicBezTo>
                <a:cubicBezTo>
                  <a:pt x="1047357" y="237633"/>
                  <a:pt x="1071175" y="214344"/>
                  <a:pt x="1115684" y="211516"/>
                </a:cubicBezTo>
                <a:lnTo>
                  <a:pt x="1124860" y="211230"/>
                </a:lnTo>
                <a:lnTo>
                  <a:pt x="1134151" y="211516"/>
                </a:lnTo>
                <a:cubicBezTo>
                  <a:pt x="1179136" y="214344"/>
                  <a:pt x="1202980" y="237633"/>
                  <a:pt x="1225295" y="258878"/>
                </a:cubicBezTo>
                <a:cubicBezTo>
                  <a:pt x="1248517" y="280959"/>
                  <a:pt x="1270006" y="301297"/>
                  <a:pt x="1312377" y="301297"/>
                </a:cubicBezTo>
                <a:cubicBezTo>
                  <a:pt x="1355923" y="301297"/>
                  <a:pt x="1377398" y="280959"/>
                  <a:pt x="1400620" y="258878"/>
                </a:cubicBezTo>
                <a:cubicBezTo>
                  <a:pt x="1422391" y="237633"/>
                  <a:pt x="1446206" y="214344"/>
                  <a:pt x="1490715" y="211516"/>
                </a:cubicBezTo>
                <a:lnTo>
                  <a:pt x="1499902" y="211230"/>
                </a:lnTo>
                <a:lnTo>
                  <a:pt x="1509200" y="211516"/>
                </a:lnTo>
                <a:cubicBezTo>
                  <a:pt x="1554240" y="214344"/>
                  <a:pt x="1578118" y="237633"/>
                  <a:pt x="1600457" y="258878"/>
                </a:cubicBezTo>
                <a:cubicBezTo>
                  <a:pt x="1620811" y="278199"/>
                  <a:pt x="1639813" y="296186"/>
                  <a:pt x="1672675" y="300380"/>
                </a:cubicBezTo>
                <a:lnTo>
                  <a:pt x="1687656" y="301297"/>
                </a:lnTo>
                <a:lnTo>
                  <a:pt x="1702991" y="300380"/>
                </a:lnTo>
                <a:cubicBezTo>
                  <a:pt x="1736589" y="296186"/>
                  <a:pt x="1755583" y="278199"/>
                  <a:pt x="1775902" y="258878"/>
                </a:cubicBezTo>
                <a:cubicBezTo>
                  <a:pt x="1797671" y="237633"/>
                  <a:pt x="1821477" y="214344"/>
                  <a:pt x="1865985" y="211516"/>
                </a:cubicBezTo>
                <a:lnTo>
                  <a:pt x="1875171" y="211230"/>
                </a:lnTo>
                <a:lnTo>
                  <a:pt x="1884453" y="211516"/>
                </a:lnTo>
                <a:cubicBezTo>
                  <a:pt x="1929442" y="214344"/>
                  <a:pt x="1953295" y="237633"/>
                  <a:pt x="1975602" y="258878"/>
                </a:cubicBezTo>
                <a:cubicBezTo>
                  <a:pt x="1995922" y="278199"/>
                  <a:pt x="2014463" y="296186"/>
                  <a:pt x="2047561" y="300380"/>
                </a:cubicBezTo>
                <a:lnTo>
                  <a:pt x="2062687" y="301297"/>
                </a:lnTo>
                <a:lnTo>
                  <a:pt x="2078025" y="300380"/>
                </a:lnTo>
                <a:cubicBezTo>
                  <a:pt x="2111623" y="296186"/>
                  <a:pt x="2130614" y="278199"/>
                  <a:pt x="2150933" y="258878"/>
                </a:cubicBezTo>
                <a:cubicBezTo>
                  <a:pt x="2172701" y="237633"/>
                  <a:pt x="2196510" y="214344"/>
                  <a:pt x="2241019" y="211516"/>
                </a:cubicBezTo>
                <a:lnTo>
                  <a:pt x="2250202" y="211230"/>
                </a:lnTo>
                <a:lnTo>
                  <a:pt x="2259500" y="211516"/>
                </a:lnTo>
                <a:cubicBezTo>
                  <a:pt x="2304545" y="214344"/>
                  <a:pt x="2328421" y="237633"/>
                  <a:pt x="2350772" y="258878"/>
                </a:cubicBezTo>
                <a:cubicBezTo>
                  <a:pt x="2371110" y="278199"/>
                  <a:pt x="2389675" y="296186"/>
                  <a:pt x="2422815" y="300380"/>
                </a:cubicBezTo>
                <a:lnTo>
                  <a:pt x="2437959" y="301297"/>
                </a:lnTo>
                <a:lnTo>
                  <a:pt x="2453275" y="300380"/>
                </a:lnTo>
                <a:cubicBezTo>
                  <a:pt x="2486774" y="296186"/>
                  <a:pt x="2505375" y="278199"/>
                  <a:pt x="2526203" y="258878"/>
                </a:cubicBezTo>
                <a:cubicBezTo>
                  <a:pt x="2549424" y="236216"/>
                  <a:pt x="2574968" y="211230"/>
                  <a:pt x="2625475" y="211230"/>
                </a:cubicBezTo>
                <a:cubicBezTo>
                  <a:pt x="2676563" y="211230"/>
                  <a:pt x="2702109" y="236216"/>
                  <a:pt x="2725913" y="258878"/>
                </a:cubicBezTo>
                <a:cubicBezTo>
                  <a:pt x="2746233" y="278199"/>
                  <a:pt x="2764773" y="296186"/>
                  <a:pt x="2797875" y="300380"/>
                </a:cubicBezTo>
                <a:lnTo>
                  <a:pt x="2812992" y="301297"/>
                </a:lnTo>
                <a:lnTo>
                  <a:pt x="2828318" y="300380"/>
                </a:lnTo>
                <a:cubicBezTo>
                  <a:pt x="2861804" y="296186"/>
                  <a:pt x="2880408" y="278199"/>
                  <a:pt x="2901235" y="258878"/>
                </a:cubicBezTo>
                <a:cubicBezTo>
                  <a:pt x="2917696" y="242944"/>
                  <a:pt x="2935205" y="225861"/>
                  <a:pt x="2961708" y="217122"/>
                </a:cubicBezTo>
                <a:lnTo>
                  <a:pt x="2971026" y="215369"/>
                </a:lnTo>
                <a:lnTo>
                  <a:pt x="2971026" y="235534"/>
                </a:lnTo>
                <a:lnTo>
                  <a:pt x="2944769" y="245239"/>
                </a:lnTo>
                <a:cubicBezTo>
                  <a:pt x="2933434" y="252675"/>
                  <a:pt x="2923676" y="262002"/>
                  <a:pt x="2913429" y="271662"/>
                </a:cubicBezTo>
                <a:cubicBezTo>
                  <a:pt x="2891112" y="292908"/>
                  <a:pt x="2867269" y="316197"/>
                  <a:pt x="2822285" y="319025"/>
                </a:cubicBezTo>
                <a:lnTo>
                  <a:pt x="2812992" y="319311"/>
                </a:lnTo>
                <a:lnTo>
                  <a:pt x="2803817" y="319025"/>
                </a:lnTo>
                <a:cubicBezTo>
                  <a:pt x="2759309" y="316197"/>
                  <a:pt x="2735489" y="292908"/>
                  <a:pt x="2713719" y="271662"/>
                </a:cubicBezTo>
                <a:cubicBezTo>
                  <a:pt x="2689916" y="249581"/>
                  <a:pt x="2669016" y="229243"/>
                  <a:pt x="2625475" y="229243"/>
                </a:cubicBezTo>
                <a:cubicBezTo>
                  <a:pt x="2582521" y="229243"/>
                  <a:pt x="2561615" y="249581"/>
                  <a:pt x="2538398" y="271662"/>
                </a:cubicBezTo>
                <a:cubicBezTo>
                  <a:pt x="2516079" y="292908"/>
                  <a:pt x="2492239" y="316197"/>
                  <a:pt x="2447253" y="319025"/>
                </a:cubicBezTo>
                <a:lnTo>
                  <a:pt x="2437959" y="319311"/>
                </a:lnTo>
                <a:lnTo>
                  <a:pt x="2428768" y="319025"/>
                </a:lnTo>
                <a:cubicBezTo>
                  <a:pt x="2384205" y="316197"/>
                  <a:pt x="2360364" y="292908"/>
                  <a:pt x="2338559" y="271662"/>
                </a:cubicBezTo>
                <a:cubicBezTo>
                  <a:pt x="2318221" y="252342"/>
                  <a:pt x="2299203" y="234355"/>
                  <a:pt x="2265570" y="230161"/>
                </a:cubicBezTo>
                <a:lnTo>
                  <a:pt x="2250202" y="229243"/>
                </a:lnTo>
                <a:lnTo>
                  <a:pt x="2235078" y="230161"/>
                </a:lnTo>
                <a:cubicBezTo>
                  <a:pt x="2201989" y="234355"/>
                  <a:pt x="2183438" y="252342"/>
                  <a:pt x="2163119" y="271662"/>
                </a:cubicBezTo>
                <a:cubicBezTo>
                  <a:pt x="2140811" y="292908"/>
                  <a:pt x="2116959" y="316197"/>
                  <a:pt x="2071970" y="319025"/>
                </a:cubicBezTo>
                <a:lnTo>
                  <a:pt x="2062687" y="319311"/>
                </a:lnTo>
                <a:lnTo>
                  <a:pt x="2053502" y="319025"/>
                </a:lnTo>
                <a:cubicBezTo>
                  <a:pt x="2008993" y="316197"/>
                  <a:pt x="1985187" y="292908"/>
                  <a:pt x="1963418" y="271662"/>
                </a:cubicBezTo>
                <a:cubicBezTo>
                  <a:pt x="1943099" y="252342"/>
                  <a:pt x="1924106" y="234355"/>
                  <a:pt x="1890508" y="230161"/>
                </a:cubicBezTo>
                <a:lnTo>
                  <a:pt x="1875171" y="229243"/>
                </a:lnTo>
                <a:lnTo>
                  <a:pt x="1860044" y="230161"/>
                </a:lnTo>
                <a:cubicBezTo>
                  <a:pt x="1826946" y="234355"/>
                  <a:pt x="1808405" y="252342"/>
                  <a:pt x="1788085" y="271662"/>
                </a:cubicBezTo>
                <a:cubicBezTo>
                  <a:pt x="1765780" y="292908"/>
                  <a:pt x="1741925" y="316197"/>
                  <a:pt x="1696936" y="319025"/>
                </a:cubicBezTo>
                <a:lnTo>
                  <a:pt x="1687656" y="319311"/>
                </a:lnTo>
                <a:lnTo>
                  <a:pt x="1678456" y="319025"/>
                </a:lnTo>
                <a:cubicBezTo>
                  <a:pt x="1633891" y="316197"/>
                  <a:pt x="1610048" y="292908"/>
                  <a:pt x="1588259" y="271662"/>
                </a:cubicBezTo>
                <a:cubicBezTo>
                  <a:pt x="1567905" y="252342"/>
                  <a:pt x="1548904" y="234355"/>
                  <a:pt x="1515254" y="230161"/>
                </a:cubicBezTo>
                <a:lnTo>
                  <a:pt x="1499902" y="229243"/>
                </a:lnTo>
                <a:lnTo>
                  <a:pt x="1484938" y="230161"/>
                </a:lnTo>
                <a:cubicBezTo>
                  <a:pt x="1452117" y="234355"/>
                  <a:pt x="1433131" y="252342"/>
                  <a:pt x="1412811" y="271662"/>
                </a:cubicBezTo>
                <a:cubicBezTo>
                  <a:pt x="1389009" y="294324"/>
                  <a:pt x="1363465" y="319311"/>
                  <a:pt x="1312377" y="319311"/>
                </a:cubicBezTo>
                <a:cubicBezTo>
                  <a:pt x="1261869" y="319311"/>
                  <a:pt x="1236325" y="294324"/>
                  <a:pt x="1213103" y="271662"/>
                </a:cubicBezTo>
                <a:cubicBezTo>
                  <a:pt x="1192784" y="252342"/>
                  <a:pt x="1173800" y="234355"/>
                  <a:pt x="1140203" y="230161"/>
                </a:cubicBezTo>
                <a:lnTo>
                  <a:pt x="1124860" y="229243"/>
                </a:lnTo>
                <a:lnTo>
                  <a:pt x="1109907" y="230161"/>
                </a:lnTo>
                <a:cubicBezTo>
                  <a:pt x="1077083" y="234355"/>
                  <a:pt x="1058099" y="252342"/>
                  <a:pt x="1037780" y="271662"/>
                </a:cubicBezTo>
                <a:cubicBezTo>
                  <a:pt x="1014563" y="294324"/>
                  <a:pt x="988431" y="319311"/>
                  <a:pt x="937343" y="319311"/>
                </a:cubicBezTo>
                <a:cubicBezTo>
                  <a:pt x="887352" y="319311"/>
                  <a:pt x="861195" y="294324"/>
                  <a:pt x="837942" y="271662"/>
                </a:cubicBezTo>
                <a:cubicBezTo>
                  <a:pt x="817603" y="252342"/>
                  <a:pt x="798587" y="234355"/>
                  <a:pt x="764952" y="230161"/>
                </a:cubicBezTo>
                <a:lnTo>
                  <a:pt x="749586" y="229243"/>
                </a:lnTo>
                <a:lnTo>
                  <a:pt x="734638" y="230161"/>
                </a:lnTo>
                <a:cubicBezTo>
                  <a:pt x="701811" y="234355"/>
                  <a:pt x="682831" y="252342"/>
                  <a:pt x="662511" y="271662"/>
                </a:cubicBezTo>
                <a:cubicBezTo>
                  <a:pt x="639282" y="294324"/>
                  <a:pt x="613157" y="319311"/>
                  <a:pt x="562069" y="319311"/>
                </a:cubicBezTo>
                <a:cubicBezTo>
                  <a:pt x="512115" y="319311"/>
                  <a:pt x="485977" y="294324"/>
                  <a:pt x="462743" y="271662"/>
                </a:cubicBezTo>
                <a:cubicBezTo>
                  <a:pt x="439508" y="249581"/>
                  <a:pt x="418017" y="229243"/>
                  <a:pt x="375034" y="229243"/>
                </a:cubicBezTo>
                <a:cubicBezTo>
                  <a:pt x="332073" y="229243"/>
                  <a:pt x="310593" y="249581"/>
                  <a:pt x="287371" y="271662"/>
                </a:cubicBezTo>
                <a:cubicBezTo>
                  <a:pt x="264149" y="294324"/>
                  <a:pt x="238024" y="319311"/>
                  <a:pt x="187517" y="319311"/>
                </a:cubicBezTo>
                <a:cubicBezTo>
                  <a:pt x="137009" y="319311"/>
                  <a:pt x="111465" y="294324"/>
                  <a:pt x="87663" y="271662"/>
                </a:cubicBezTo>
                <a:cubicBezTo>
                  <a:pt x="64441" y="249581"/>
                  <a:pt x="42960" y="229243"/>
                  <a:pt x="0" y="229243"/>
                </a:cubicBezTo>
                <a:close/>
                <a:moveTo>
                  <a:pt x="0" y="110611"/>
                </a:moveTo>
                <a:cubicBezTo>
                  <a:pt x="50507" y="110611"/>
                  <a:pt x="76632" y="135598"/>
                  <a:pt x="99855" y="158260"/>
                </a:cubicBezTo>
                <a:cubicBezTo>
                  <a:pt x="123076" y="180341"/>
                  <a:pt x="144556" y="200679"/>
                  <a:pt x="187517" y="200679"/>
                </a:cubicBezTo>
                <a:cubicBezTo>
                  <a:pt x="230477" y="200679"/>
                  <a:pt x="251957" y="180341"/>
                  <a:pt x="275179" y="158260"/>
                </a:cubicBezTo>
                <a:cubicBezTo>
                  <a:pt x="298982" y="135598"/>
                  <a:pt x="324526" y="110611"/>
                  <a:pt x="375034" y="110611"/>
                </a:cubicBezTo>
                <a:cubicBezTo>
                  <a:pt x="425568" y="110611"/>
                  <a:pt x="451706" y="135598"/>
                  <a:pt x="474941" y="158260"/>
                </a:cubicBezTo>
                <a:cubicBezTo>
                  <a:pt x="498175" y="180341"/>
                  <a:pt x="519667" y="200679"/>
                  <a:pt x="562069" y="200679"/>
                </a:cubicBezTo>
                <a:cubicBezTo>
                  <a:pt x="605610" y="200679"/>
                  <a:pt x="627090" y="180341"/>
                  <a:pt x="650315" y="158260"/>
                </a:cubicBezTo>
                <a:cubicBezTo>
                  <a:pt x="672083" y="137014"/>
                  <a:pt x="696405" y="113725"/>
                  <a:pt x="740506" y="110897"/>
                </a:cubicBezTo>
                <a:lnTo>
                  <a:pt x="749586" y="110611"/>
                </a:lnTo>
                <a:lnTo>
                  <a:pt x="758889" y="110897"/>
                </a:lnTo>
                <a:cubicBezTo>
                  <a:pt x="803998" y="113725"/>
                  <a:pt x="828351" y="137014"/>
                  <a:pt x="850154" y="158260"/>
                </a:cubicBezTo>
                <a:cubicBezTo>
                  <a:pt x="873408" y="180341"/>
                  <a:pt x="894909" y="200679"/>
                  <a:pt x="937343" y="200679"/>
                </a:cubicBezTo>
                <a:cubicBezTo>
                  <a:pt x="980892" y="200679"/>
                  <a:pt x="1002368" y="180341"/>
                  <a:pt x="1025586" y="158260"/>
                </a:cubicBezTo>
                <a:cubicBezTo>
                  <a:pt x="1047357" y="137014"/>
                  <a:pt x="1071175" y="113725"/>
                  <a:pt x="1115684" y="110897"/>
                </a:cubicBezTo>
                <a:lnTo>
                  <a:pt x="1124860" y="110611"/>
                </a:lnTo>
                <a:lnTo>
                  <a:pt x="1134151" y="110897"/>
                </a:lnTo>
                <a:cubicBezTo>
                  <a:pt x="1179136" y="113725"/>
                  <a:pt x="1202980" y="137014"/>
                  <a:pt x="1225295" y="158260"/>
                </a:cubicBezTo>
                <a:cubicBezTo>
                  <a:pt x="1248517" y="180341"/>
                  <a:pt x="1270006" y="200679"/>
                  <a:pt x="1312377" y="200679"/>
                </a:cubicBezTo>
                <a:cubicBezTo>
                  <a:pt x="1355923" y="200679"/>
                  <a:pt x="1377398" y="180341"/>
                  <a:pt x="1400620" y="158260"/>
                </a:cubicBezTo>
                <a:cubicBezTo>
                  <a:pt x="1422391" y="137014"/>
                  <a:pt x="1446206" y="113725"/>
                  <a:pt x="1490715" y="110897"/>
                </a:cubicBezTo>
                <a:lnTo>
                  <a:pt x="1499902" y="110611"/>
                </a:lnTo>
                <a:lnTo>
                  <a:pt x="1509200" y="110897"/>
                </a:lnTo>
                <a:cubicBezTo>
                  <a:pt x="1554240" y="113725"/>
                  <a:pt x="1578118" y="137014"/>
                  <a:pt x="1600457" y="158260"/>
                </a:cubicBezTo>
                <a:cubicBezTo>
                  <a:pt x="1620811" y="177581"/>
                  <a:pt x="1639813" y="195567"/>
                  <a:pt x="1672675" y="199762"/>
                </a:cubicBezTo>
                <a:lnTo>
                  <a:pt x="1687656" y="200679"/>
                </a:lnTo>
                <a:lnTo>
                  <a:pt x="1702991" y="199762"/>
                </a:lnTo>
                <a:cubicBezTo>
                  <a:pt x="1736589" y="195567"/>
                  <a:pt x="1755583" y="177581"/>
                  <a:pt x="1775902" y="158260"/>
                </a:cubicBezTo>
                <a:cubicBezTo>
                  <a:pt x="1797671" y="137014"/>
                  <a:pt x="1821477" y="113725"/>
                  <a:pt x="1865985" y="110897"/>
                </a:cubicBezTo>
                <a:lnTo>
                  <a:pt x="1875171" y="110611"/>
                </a:lnTo>
                <a:lnTo>
                  <a:pt x="1884453" y="110897"/>
                </a:lnTo>
                <a:cubicBezTo>
                  <a:pt x="1929442" y="113725"/>
                  <a:pt x="1953295" y="137014"/>
                  <a:pt x="1975602" y="158260"/>
                </a:cubicBezTo>
                <a:cubicBezTo>
                  <a:pt x="1995922" y="177581"/>
                  <a:pt x="2014463" y="195567"/>
                  <a:pt x="2047561" y="199762"/>
                </a:cubicBezTo>
                <a:lnTo>
                  <a:pt x="2062687" y="200679"/>
                </a:lnTo>
                <a:lnTo>
                  <a:pt x="2078025" y="199762"/>
                </a:lnTo>
                <a:cubicBezTo>
                  <a:pt x="2111623" y="195567"/>
                  <a:pt x="2130614" y="177581"/>
                  <a:pt x="2150933" y="158260"/>
                </a:cubicBezTo>
                <a:cubicBezTo>
                  <a:pt x="2172701" y="137014"/>
                  <a:pt x="2196510" y="113725"/>
                  <a:pt x="2241019" y="110897"/>
                </a:cubicBezTo>
                <a:lnTo>
                  <a:pt x="2250202" y="110611"/>
                </a:lnTo>
                <a:lnTo>
                  <a:pt x="2259500" y="110897"/>
                </a:lnTo>
                <a:cubicBezTo>
                  <a:pt x="2304545" y="113725"/>
                  <a:pt x="2328421" y="137014"/>
                  <a:pt x="2350772" y="158260"/>
                </a:cubicBezTo>
                <a:cubicBezTo>
                  <a:pt x="2371110" y="177581"/>
                  <a:pt x="2389675" y="195567"/>
                  <a:pt x="2422815" y="199762"/>
                </a:cubicBezTo>
                <a:lnTo>
                  <a:pt x="2437959" y="200679"/>
                </a:lnTo>
                <a:lnTo>
                  <a:pt x="2453275" y="199762"/>
                </a:lnTo>
                <a:cubicBezTo>
                  <a:pt x="2486774" y="195567"/>
                  <a:pt x="2505375" y="177581"/>
                  <a:pt x="2526203" y="158260"/>
                </a:cubicBezTo>
                <a:cubicBezTo>
                  <a:pt x="2549424" y="135598"/>
                  <a:pt x="2574968" y="110611"/>
                  <a:pt x="2625475" y="110611"/>
                </a:cubicBezTo>
                <a:cubicBezTo>
                  <a:pt x="2676563" y="110611"/>
                  <a:pt x="2702109" y="135598"/>
                  <a:pt x="2725913" y="158260"/>
                </a:cubicBezTo>
                <a:cubicBezTo>
                  <a:pt x="2746233" y="177581"/>
                  <a:pt x="2764773" y="195567"/>
                  <a:pt x="2797875" y="199762"/>
                </a:cubicBezTo>
                <a:lnTo>
                  <a:pt x="2812992" y="200679"/>
                </a:lnTo>
                <a:lnTo>
                  <a:pt x="2828318" y="199762"/>
                </a:lnTo>
                <a:cubicBezTo>
                  <a:pt x="2861804" y="195567"/>
                  <a:pt x="2880408" y="177581"/>
                  <a:pt x="2901235" y="158260"/>
                </a:cubicBezTo>
                <a:cubicBezTo>
                  <a:pt x="2917692" y="142326"/>
                  <a:pt x="2935199" y="125242"/>
                  <a:pt x="2961702" y="116503"/>
                </a:cubicBezTo>
                <a:lnTo>
                  <a:pt x="2971026" y="114749"/>
                </a:lnTo>
                <a:lnTo>
                  <a:pt x="2971026" y="134913"/>
                </a:lnTo>
                <a:lnTo>
                  <a:pt x="2944764" y="144620"/>
                </a:lnTo>
                <a:cubicBezTo>
                  <a:pt x="2933431" y="152056"/>
                  <a:pt x="2923673" y="161383"/>
                  <a:pt x="2913429" y="171043"/>
                </a:cubicBezTo>
                <a:cubicBezTo>
                  <a:pt x="2891112" y="192289"/>
                  <a:pt x="2867269" y="215578"/>
                  <a:pt x="2822285" y="218406"/>
                </a:cubicBezTo>
                <a:lnTo>
                  <a:pt x="2812992" y="218692"/>
                </a:lnTo>
                <a:lnTo>
                  <a:pt x="2803817" y="218406"/>
                </a:lnTo>
                <a:cubicBezTo>
                  <a:pt x="2759309" y="215578"/>
                  <a:pt x="2735489" y="192289"/>
                  <a:pt x="2713719" y="171043"/>
                </a:cubicBezTo>
                <a:cubicBezTo>
                  <a:pt x="2689916" y="148962"/>
                  <a:pt x="2669016" y="128625"/>
                  <a:pt x="2625475" y="128625"/>
                </a:cubicBezTo>
                <a:cubicBezTo>
                  <a:pt x="2582521" y="128625"/>
                  <a:pt x="2561615" y="148962"/>
                  <a:pt x="2538398" y="171043"/>
                </a:cubicBezTo>
                <a:cubicBezTo>
                  <a:pt x="2516079" y="192289"/>
                  <a:pt x="2492239" y="215578"/>
                  <a:pt x="2447253" y="218406"/>
                </a:cubicBezTo>
                <a:lnTo>
                  <a:pt x="2437959" y="218692"/>
                </a:lnTo>
                <a:lnTo>
                  <a:pt x="2428768" y="218406"/>
                </a:lnTo>
                <a:cubicBezTo>
                  <a:pt x="2384205" y="215578"/>
                  <a:pt x="2360364" y="192289"/>
                  <a:pt x="2338559" y="171043"/>
                </a:cubicBezTo>
                <a:cubicBezTo>
                  <a:pt x="2318221" y="151723"/>
                  <a:pt x="2299203" y="133736"/>
                  <a:pt x="2265570" y="129542"/>
                </a:cubicBezTo>
                <a:lnTo>
                  <a:pt x="2250202" y="128625"/>
                </a:lnTo>
                <a:lnTo>
                  <a:pt x="2235078" y="129542"/>
                </a:lnTo>
                <a:cubicBezTo>
                  <a:pt x="2201989" y="133736"/>
                  <a:pt x="2183438" y="151723"/>
                  <a:pt x="2163119" y="171043"/>
                </a:cubicBezTo>
                <a:cubicBezTo>
                  <a:pt x="2140811" y="192289"/>
                  <a:pt x="2116959" y="215578"/>
                  <a:pt x="2071970" y="218406"/>
                </a:cubicBezTo>
                <a:lnTo>
                  <a:pt x="2062687" y="218692"/>
                </a:lnTo>
                <a:lnTo>
                  <a:pt x="2053502" y="218406"/>
                </a:lnTo>
                <a:cubicBezTo>
                  <a:pt x="2008993" y="215578"/>
                  <a:pt x="1985187" y="192289"/>
                  <a:pt x="1963418" y="171043"/>
                </a:cubicBezTo>
                <a:cubicBezTo>
                  <a:pt x="1943099" y="151723"/>
                  <a:pt x="1924106" y="133736"/>
                  <a:pt x="1890508" y="129542"/>
                </a:cubicBezTo>
                <a:lnTo>
                  <a:pt x="1875171" y="128625"/>
                </a:lnTo>
                <a:lnTo>
                  <a:pt x="1860044" y="129542"/>
                </a:lnTo>
                <a:cubicBezTo>
                  <a:pt x="1826946" y="133736"/>
                  <a:pt x="1808405" y="151723"/>
                  <a:pt x="1788085" y="171043"/>
                </a:cubicBezTo>
                <a:cubicBezTo>
                  <a:pt x="1765780" y="192289"/>
                  <a:pt x="1741925" y="215578"/>
                  <a:pt x="1696936" y="218406"/>
                </a:cubicBezTo>
                <a:lnTo>
                  <a:pt x="1687656" y="218692"/>
                </a:lnTo>
                <a:lnTo>
                  <a:pt x="1678456" y="218406"/>
                </a:lnTo>
                <a:cubicBezTo>
                  <a:pt x="1633891" y="215578"/>
                  <a:pt x="1610048" y="192289"/>
                  <a:pt x="1588259" y="171043"/>
                </a:cubicBezTo>
                <a:cubicBezTo>
                  <a:pt x="1567905" y="151723"/>
                  <a:pt x="1548904" y="133736"/>
                  <a:pt x="1515254" y="129542"/>
                </a:cubicBezTo>
                <a:lnTo>
                  <a:pt x="1499902" y="128625"/>
                </a:lnTo>
                <a:lnTo>
                  <a:pt x="1484938" y="129542"/>
                </a:lnTo>
                <a:cubicBezTo>
                  <a:pt x="1452117" y="133736"/>
                  <a:pt x="1433131" y="151723"/>
                  <a:pt x="1412811" y="171043"/>
                </a:cubicBezTo>
                <a:cubicBezTo>
                  <a:pt x="1389009" y="193706"/>
                  <a:pt x="1363465" y="218692"/>
                  <a:pt x="1312377" y="218692"/>
                </a:cubicBezTo>
                <a:cubicBezTo>
                  <a:pt x="1261869" y="218692"/>
                  <a:pt x="1236325" y="193706"/>
                  <a:pt x="1213103" y="171043"/>
                </a:cubicBezTo>
                <a:cubicBezTo>
                  <a:pt x="1192784" y="151723"/>
                  <a:pt x="1173800" y="133736"/>
                  <a:pt x="1140203" y="129542"/>
                </a:cubicBezTo>
                <a:lnTo>
                  <a:pt x="1124860" y="128625"/>
                </a:lnTo>
                <a:lnTo>
                  <a:pt x="1109907" y="129542"/>
                </a:lnTo>
                <a:cubicBezTo>
                  <a:pt x="1077083" y="133736"/>
                  <a:pt x="1058099" y="151723"/>
                  <a:pt x="1037780" y="171043"/>
                </a:cubicBezTo>
                <a:cubicBezTo>
                  <a:pt x="1014563" y="193706"/>
                  <a:pt x="988431" y="218692"/>
                  <a:pt x="937343" y="218692"/>
                </a:cubicBezTo>
                <a:cubicBezTo>
                  <a:pt x="887352" y="218692"/>
                  <a:pt x="861195" y="193706"/>
                  <a:pt x="837942" y="171043"/>
                </a:cubicBezTo>
                <a:cubicBezTo>
                  <a:pt x="817603" y="151723"/>
                  <a:pt x="798587" y="133736"/>
                  <a:pt x="764952" y="129542"/>
                </a:cubicBezTo>
                <a:lnTo>
                  <a:pt x="749586" y="128625"/>
                </a:lnTo>
                <a:lnTo>
                  <a:pt x="734638" y="129542"/>
                </a:lnTo>
                <a:cubicBezTo>
                  <a:pt x="701811" y="133736"/>
                  <a:pt x="682831" y="151723"/>
                  <a:pt x="662511" y="171043"/>
                </a:cubicBezTo>
                <a:cubicBezTo>
                  <a:pt x="639282" y="193706"/>
                  <a:pt x="613157" y="218692"/>
                  <a:pt x="562069" y="218692"/>
                </a:cubicBezTo>
                <a:cubicBezTo>
                  <a:pt x="512115" y="218692"/>
                  <a:pt x="485977" y="193706"/>
                  <a:pt x="462743" y="171043"/>
                </a:cubicBezTo>
                <a:cubicBezTo>
                  <a:pt x="439508" y="148962"/>
                  <a:pt x="418017" y="128625"/>
                  <a:pt x="375034" y="128625"/>
                </a:cubicBezTo>
                <a:cubicBezTo>
                  <a:pt x="332073" y="128625"/>
                  <a:pt x="310593" y="148962"/>
                  <a:pt x="287371" y="171043"/>
                </a:cubicBezTo>
                <a:cubicBezTo>
                  <a:pt x="264149" y="193706"/>
                  <a:pt x="238024" y="218692"/>
                  <a:pt x="187517" y="218692"/>
                </a:cubicBezTo>
                <a:cubicBezTo>
                  <a:pt x="137009" y="218692"/>
                  <a:pt x="111465" y="193706"/>
                  <a:pt x="87663" y="171043"/>
                </a:cubicBezTo>
                <a:cubicBezTo>
                  <a:pt x="64441" y="148962"/>
                  <a:pt x="42960" y="128625"/>
                  <a:pt x="0" y="128625"/>
                </a:cubicBezTo>
                <a:close/>
                <a:moveTo>
                  <a:pt x="0" y="11196"/>
                </a:moveTo>
                <a:cubicBezTo>
                  <a:pt x="50507" y="11196"/>
                  <a:pt x="76632" y="35624"/>
                  <a:pt x="99855" y="58307"/>
                </a:cubicBezTo>
                <a:cubicBezTo>
                  <a:pt x="123076" y="80990"/>
                  <a:pt x="144556" y="100765"/>
                  <a:pt x="187517" y="100765"/>
                </a:cubicBezTo>
                <a:cubicBezTo>
                  <a:pt x="230477" y="100765"/>
                  <a:pt x="251957" y="80990"/>
                  <a:pt x="275179" y="58307"/>
                </a:cubicBezTo>
                <a:cubicBezTo>
                  <a:pt x="298982" y="36206"/>
                  <a:pt x="324526" y="11196"/>
                  <a:pt x="375034" y="11196"/>
                </a:cubicBezTo>
                <a:cubicBezTo>
                  <a:pt x="425568" y="11196"/>
                  <a:pt x="451706" y="35624"/>
                  <a:pt x="474941" y="58307"/>
                </a:cubicBezTo>
                <a:cubicBezTo>
                  <a:pt x="498175" y="80990"/>
                  <a:pt x="519667" y="100765"/>
                  <a:pt x="562069" y="100765"/>
                </a:cubicBezTo>
                <a:cubicBezTo>
                  <a:pt x="605610" y="100765"/>
                  <a:pt x="627090" y="80990"/>
                  <a:pt x="650315" y="58307"/>
                </a:cubicBezTo>
                <a:cubicBezTo>
                  <a:pt x="672083" y="37587"/>
                  <a:pt x="696405" y="14311"/>
                  <a:pt x="740506" y="11482"/>
                </a:cubicBezTo>
                <a:lnTo>
                  <a:pt x="749586" y="11196"/>
                </a:lnTo>
                <a:lnTo>
                  <a:pt x="758889" y="11476"/>
                </a:lnTo>
                <a:cubicBezTo>
                  <a:pt x="803998" y="14243"/>
                  <a:pt x="828351" y="37042"/>
                  <a:pt x="850154" y="58307"/>
                </a:cubicBezTo>
                <a:cubicBezTo>
                  <a:pt x="873408" y="80990"/>
                  <a:pt x="894909" y="100765"/>
                  <a:pt x="937343" y="100765"/>
                </a:cubicBezTo>
                <a:cubicBezTo>
                  <a:pt x="980892" y="100765"/>
                  <a:pt x="1002368" y="80990"/>
                  <a:pt x="1025586" y="58307"/>
                </a:cubicBezTo>
                <a:cubicBezTo>
                  <a:pt x="1047357" y="37587"/>
                  <a:pt x="1071175" y="14311"/>
                  <a:pt x="1115684" y="11482"/>
                </a:cubicBezTo>
                <a:lnTo>
                  <a:pt x="1124860" y="11196"/>
                </a:lnTo>
                <a:lnTo>
                  <a:pt x="1134151" y="11476"/>
                </a:lnTo>
                <a:cubicBezTo>
                  <a:pt x="1179136" y="14243"/>
                  <a:pt x="1202980" y="37042"/>
                  <a:pt x="1225295" y="58307"/>
                </a:cubicBezTo>
                <a:cubicBezTo>
                  <a:pt x="1248517" y="80990"/>
                  <a:pt x="1270006" y="100765"/>
                  <a:pt x="1312377" y="100765"/>
                </a:cubicBezTo>
                <a:cubicBezTo>
                  <a:pt x="1355923" y="100765"/>
                  <a:pt x="1377398" y="80990"/>
                  <a:pt x="1400620" y="58307"/>
                </a:cubicBezTo>
                <a:cubicBezTo>
                  <a:pt x="1422391" y="37587"/>
                  <a:pt x="1446206" y="14311"/>
                  <a:pt x="1490715" y="11482"/>
                </a:cubicBezTo>
                <a:lnTo>
                  <a:pt x="1499902" y="11196"/>
                </a:lnTo>
                <a:lnTo>
                  <a:pt x="1509200" y="11476"/>
                </a:lnTo>
                <a:cubicBezTo>
                  <a:pt x="1554240" y="14243"/>
                  <a:pt x="1578118" y="37042"/>
                  <a:pt x="1600457" y="58307"/>
                </a:cubicBezTo>
                <a:cubicBezTo>
                  <a:pt x="1620811" y="78155"/>
                  <a:pt x="1639813" y="95776"/>
                  <a:pt x="1672675" y="99871"/>
                </a:cubicBezTo>
                <a:lnTo>
                  <a:pt x="1687656" y="100765"/>
                </a:lnTo>
                <a:lnTo>
                  <a:pt x="1702991" y="99871"/>
                </a:lnTo>
                <a:cubicBezTo>
                  <a:pt x="1736589" y="95776"/>
                  <a:pt x="1755583" y="78155"/>
                  <a:pt x="1775902" y="58307"/>
                </a:cubicBezTo>
                <a:cubicBezTo>
                  <a:pt x="1797671" y="37587"/>
                  <a:pt x="1821477" y="14311"/>
                  <a:pt x="1865985" y="11482"/>
                </a:cubicBezTo>
                <a:lnTo>
                  <a:pt x="1875171" y="11196"/>
                </a:lnTo>
                <a:lnTo>
                  <a:pt x="1884453" y="11476"/>
                </a:lnTo>
                <a:cubicBezTo>
                  <a:pt x="1929442" y="14243"/>
                  <a:pt x="1953295" y="37042"/>
                  <a:pt x="1975602" y="58307"/>
                </a:cubicBezTo>
                <a:cubicBezTo>
                  <a:pt x="1995922" y="78155"/>
                  <a:pt x="2014463" y="95776"/>
                  <a:pt x="2047561" y="99871"/>
                </a:cubicBezTo>
                <a:lnTo>
                  <a:pt x="2062687" y="100765"/>
                </a:lnTo>
                <a:lnTo>
                  <a:pt x="2078025" y="99871"/>
                </a:lnTo>
                <a:cubicBezTo>
                  <a:pt x="2111623" y="95776"/>
                  <a:pt x="2130614" y="78155"/>
                  <a:pt x="2150933" y="58307"/>
                </a:cubicBezTo>
                <a:cubicBezTo>
                  <a:pt x="2172701" y="37587"/>
                  <a:pt x="2196510" y="14311"/>
                  <a:pt x="2241019" y="11482"/>
                </a:cubicBezTo>
                <a:lnTo>
                  <a:pt x="2250202" y="11196"/>
                </a:lnTo>
                <a:lnTo>
                  <a:pt x="2259500" y="11476"/>
                </a:lnTo>
                <a:cubicBezTo>
                  <a:pt x="2304545" y="14243"/>
                  <a:pt x="2328421" y="37042"/>
                  <a:pt x="2350772" y="58307"/>
                </a:cubicBezTo>
                <a:cubicBezTo>
                  <a:pt x="2371110" y="78155"/>
                  <a:pt x="2389675" y="95776"/>
                  <a:pt x="2422815" y="99871"/>
                </a:cubicBezTo>
                <a:lnTo>
                  <a:pt x="2437959" y="100765"/>
                </a:lnTo>
                <a:lnTo>
                  <a:pt x="2453275" y="99871"/>
                </a:lnTo>
                <a:cubicBezTo>
                  <a:pt x="2486774" y="95776"/>
                  <a:pt x="2505375" y="78155"/>
                  <a:pt x="2526203" y="58307"/>
                </a:cubicBezTo>
                <a:cubicBezTo>
                  <a:pt x="2549424" y="36206"/>
                  <a:pt x="2574968" y="11196"/>
                  <a:pt x="2625475" y="11196"/>
                </a:cubicBezTo>
                <a:cubicBezTo>
                  <a:pt x="2676563" y="11196"/>
                  <a:pt x="2702109" y="35624"/>
                  <a:pt x="2725913" y="58307"/>
                </a:cubicBezTo>
                <a:cubicBezTo>
                  <a:pt x="2746233" y="78155"/>
                  <a:pt x="2764773" y="95776"/>
                  <a:pt x="2797875" y="99871"/>
                </a:cubicBezTo>
                <a:lnTo>
                  <a:pt x="2812992" y="100765"/>
                </a:lnTo>
                <a:lnTo>
                  <a:pt x="2828318" y="99871"/>
                </a:lnTo>
                <a:cubicBezTo>
                  <a:pt x="2861804" y="95776"/>
                  <a:pt x="2880408" y="78155"/>
                  <a:pt x="2901235" y="58307"/>
                </a:cubicBezTo>
                <a:cubicBezTo>
                  <a:pt x="2917687" y="42767"/>
                  <a:pt x="2935194" y="25789"/>
                  <a:pt x="2961696" y="17078"/>
                </a:cubicBezTo>
                <a:lnTo>
                  <a:pt x="2971026" y="15326"/>
                </a:lnTo>
                <a:lnTo>
                  <a:pt x="2971026" y="35416"/>
                </a:lnTo>
                <a:lnTo>
                  <a:pt x="2944759" y="44995"/>
                </a:lnTo>
                <a:cubicBezTo>
                  <a:pt x="2933426" y="52393"/>
                  <a:pt x="2923670" y="61761"/>
                  <a:pt x="2913429" y="71684"/>
                </a:cubicBezTo>
                <a:cubicBezTo>
                  <a:pt x="2891112" y="92950"/>
                  <a:pt x="2867269" y="115749"/>
                  <a:pt x="2822285" y="118516"/>
                </a:cubicBezTo>
                <a:lnTo>
                  <a:pt x="2812992" y="118795"/>
                </a:lnTo>
                <a:lnTo>
                  <a:pt x="2803817" y="118516"/>
                </a:lnTo>
                <a:cubicBezTo>
                  <a:pt x="2759309" y="115749"/>
                  <a:pt x="2735489" y="92950"/>
                  <a:pt x="2713719" y="71684"/>
                </a:cubicBezTo>
                <a:cubicBezTo>
                  <a:pt x="2689916" y="49001"/>
                  <a:pt x="2669016" y="29226"/>
                  <a:pt x="2625475" y="29226"/>
                </a:cubicBezTo>
                <a:cubicBezTo>
                  <a:pt x="2582521" y="29226"/>
                  <a:pt x="2561615" y="49001"/>
                  <a:pt x="2538398" y="71684"/>
                </a:cubicBezTo>
                <a:cubicBezTo>
                  <a:pt x="2516079" y="92950"/>
                  <a:pt x="2492239" y="115749"/>
                  <a:pt x="2447253" y="118516"/>
                </a:cubicBezTo>
                <a:lnTo>
                  <a:pt x="2437959" y="118795"/>
                </a:lnTo>
                <a:lnTo>
                  <a:pt x="2428768" y="118516"/>
                </a:lnTo>
                <a:cubicBezTo>
                  <a:pt x="2384205" y="115749"/>
                  <a:pt x="2360364" y="92950"/>
                  <a:pt x="2338559" y="71684"/>
                </a:cubicBezTo>
                <a:cubicBezTo>
                  <a:pt x="2318221" y="51837"/>
                  <a:pt x="2299203" y="34215"/>
                  <a:pt x="2265570" y="30120"/>
                </a:cubicBezTo>
                <a:lnTo>
                  <a:pt x="2250202" y="29226"/>
                </a:lnTo>
                <a:lnTo>
                  <a:pt x="2235078" y="30120"/>
                </a:lnTo>
                <a:cubicBezTo>
                  <a:pt x="2201989" y="34215"/>
                  <a:pt x="2183438" y="51837"/>
                  <a:pt x="2163119" y="71684"/>
                </a:cubicBezTo>
                <a:cubicBezTo>
                  <a:pt x="2140811" y="92950"/>
                  <a:pt x="2116959" y="115749"/>
                  <a:pt x="2071970" y="118516"/>
                </a:cubicBezTo>
                <a:lnTo>
                  <a:pt x="2062687" y="118795"/>
                </a:lnTo>
                <a:lnTo>
                  <a:pt x="2053502" y="118516"/>
                </a:lnTo>
                <a:cubicBezTo>
                  <a:pt x="2008993" y="115749"/>
                  <a:pt x="1985187" y="92950"/>
                  <a:pt x="1963418" y="71684"/>
                </a:cubicBezTo>
                <a:cubicBezTo>
                  <a:pt x="1943099" y="51837"/>
                  <a:pt x="1924106" y="34215"/>
                  <a:pt x="1890508" y="30120"/>
                </a:cubicBezTo>
                <a:lnTo>
                  <a:pt x="1875171" y="29226"/>
                </a:lnTo>
                <a:lnTo>
                  <a:pt x="1860044" y="30120"/>
                </a:lnTo>
                <a:cubicBezTo>
                  <a:pt x="1826946" y="34215"/>
                  <a:pt x="1808405" y="51837"/>
                  <a:pt x="1788085" y="71684"/>
                </a:cubicBezTo>
                <a:cubicBezTo>
                  <a:pt x="1765780" y="92950"/>
                  <a:pt x="1741925" y="115749"/>
                  <a:pt x="1696936" y="118516"/>
                </a:cubicBezTo>
                <a:lnTo>
                  <a:pt x="1687656" y="118795"/>
                </a:lnTo>
                <a:lnTo>
                  <a:pt x="1678456" y="118516"/>
                </a:lnTo>
                <a:cubicBezTo>
                  <a:pt x="1633891" y="115749"/>
                  <a:pt x="1610048" y="92950"/>
                  <a:pt x="1588259" y="71684"/>
                </a:cubicBezTo>
                <a:cubicBezTo>
                  <a:pt x="1567905" y="51837"/>
                  <a:pt x="1548904" y="34215"/>
                  <a:pt x="1515254" y="30120"/>
                </a:cubicBezTo>
                <a:lnTo>
                  <a:pt x="1499902" y="29226"/>
                </a:lnTo>
                <a:lnTo>
                  <a:pt x="1484938" y="30120"/>
                </a:lnTo>
                <a:cubicBezTo>
                  <a:pt x="1452117" y="34215"/>
                  <a:pt x="1433131" y="51837"/>
                  <a:pt x="1412811" y="71684"/>
                </a:cubicBezTo>
                <a:cubicBezTo>
                  <a:pt x="1389009" y="94367"/>
                  <a:pt x="1363465" y="118795"/>
                  <a:pt x="1312377" y="118795"/>
                </a:cubicBezTo>
                <a:cubicBezTo>
                  <a:pt x="1261869" y="118795"/>
                  <a:pt x="1236325" y="94367"/>
                  <a:pt x="1213103" y="71684"/>
                </a:cubicBezTo>
                <a:cubicBezTo>
                  <a:pt x="1192784" y="51837"/>
                  <a:pt x="1173800" y="34215"/>
                  <a:pt x="1140203" y="30120"/>
                </a:cubicBezTo>
                <a:lnTo>
                  <a:pt x="1124860" y="29226"/>
                </a:lnTo>
                <a:lnTo>
                  <a:pt x="1109907" y="30120"/>
                </a:lnTo>
                <a:cubicBezTo>
                  <a:pt x="1077083" y="34215"/>
                  <a:pt x="1058099" y="51837"/>
                  <a:pt x="1037780" y="71684"/>
                </a:cubicBezTo>
                <a:cubicBezTo>
                  <a:pt x="1014563" y="94367"/>
                  <a:pt x="988431" y="118795"/>
                  <a:pt x="937343" y="118795"/>
                </a:cubicBezTo>
                <a:cubicBezTo>
                  <a:pt x="887352" y="118795"/>
                  <a:pt x="861195" y="94367"/>
                  <a:pt x="837942" y="71684"/>
                </a:cubicBezTo>
                <a:cubicBezTo>
                  <a:pt x="817603" y="51837"/>
                  <a:pt x="798587" y="34215"/>
                  <a:pt x="764952" y="30120"/>
                </a:cubicBezTo>
                <a:lnTo>
                  <a:pt x="749586" y="29226"/>
                </a:lnTo>
                <a:lnTo>
                  <a:pt x="734638" y="30120"/>
                </a:lnTo>
                <a:cubicBezTo>
                  <a:pt x="701811" y="34215"/>
                  <a:pt x="682831" y="51837"/>
                  <a:pt x="662511" y="71684"/>
                </a:cubicBezTo>
                <a:cubicBezTo>
                  <a:pt x="639282" y="94367"/>
                  <a:pt x="613157" y="118795"/>
                  <a:pt x="562069" y="118795"/>
                </a:cubicBezTo>
                <a:cubicBezTo>
                  <a:pt x="512115" y="118795"/>
                  <a:pt x="485977" y="94367"/>
                  <a:pt x="462743" y="71684"/>
                </a:cubicBezTo>
                <a:cubicBezTo>
                  <a:pt x="439508" y="49001"/>
                  <a:pt x="418017" y="29226"/>
                  <a:pt x="375034" y="29226"/>
                </a:cubicBezTo>
                <a:cubicBezTo>
                  <a:pt x="332073" y="29226"/>
                  <a:pt x="310593" y="49001"/>
                  <a:pt x="287371" y="71684"/>
                </a:cubicBezTo>
                <a:cubicBezTo>
                  <a:pt x="264149" y="94367"/>
                  <a:pt x="238024" y="118795"/>
                  <a:pt x="187517" y="118795"/>
                </a:cubicBezTo>
                <a:cubicBezTo>
                  <a:pt x="137009" y="118795"/>
                  <a:pt x="111465" y="94367"/>
                  <a:pt x="87663" y="71684"/>
                </a:cubicBezTo>
                <a:cubicBezTo>
                  <a:pt x="64441" y="49001"/>
                  <a:pt x="42960" y="29226"/>
                  <a:pt x="0" y="29226"/>
                </a:cubicBezTo>
                <a:close/>
                <a:moveTo>
                  <a:pt x="2748752" y="0"/>
                </a:moveTo>
                <a:lnTo>
                  <a:pt x="2809825" y="0"/>
                </a:lnTo>
                <a:lnTo>
                  <a:pt x="2812992" y="187"/>
                </a:lnTo>
                <a:lnTo>
                  <a:pt x="2816204" y="0"/>
                </a:lnTo>
                <a:lnTo>
                  <a:pt x="2878139" y="0"/>
                </a:lnTo>
                <a:lnTo>
                  <a:pt x="2876357" y="1456"/>
                </a:lnTo>
                <a:cubicBezTo>
                  <a:pt x="2861984" y="10140"/>
                  <a:pt x="2844777" y="16517"/>
                  <a:pt x="2822285" y="17897"/>
                </a:cubicBezTo>
                <a:lnTo>
                  <a:pt x="2812992" y="18177"/>
                </a:lnTo>
                <a:lnTo>
                  <a:pt x="2803817" y="17891"/>
                </a:lnTo>
                <a:cubicBezTo>
                  <a:pt x="2781563" y="16480"/>
                  <a:pt x="2764481" y="9968"/>
                  <a:pt x="2750241" y="1225"/>
                </a:cubicBezTo>
                <a:close/>
                <a:moveTo>
                  <a:pt x="2373638" y="0"/>
                </a:moveTo>
                <a:lnTo>
                  <a:pt x="2434786" y="0"/>
                </a:lnTo>
                <a:lnTo>
                  <a:pt x="2437959" y="187"/>
                </a:lnTo>
                <a:lnTo>
                  <a:pt x="2441169" y="0"/>
                </a:lnTo>
                <a:lnTo>
                  <a:pt x="2503108" y="0"/>
                </a:lnTo>
                <a:lnTo>
                  <a:pt x="2501326" y="1456"/>
                </a:lnTo>
                <a:cubicBezTo>
                  <a:pt x="2486953" y="10140"/>
                  <a:pt x="2469746" y="16517"/>
                  <a:pt x="2447253" y="17897"/>
                </a:cubicBezTo>
                <a:lnTo>
                  <a:pt x="2437959" y="18177"/>
                </a:lnTo>
                <a:lnTo>
                  <a:pt x="2428768" y="17891"/>
                </a:lnTo>
                <a:cubicBezTo>
                  <a:pt x="2406487" y="16480"/>
                  <a:pt x="2389386" y="9968"/>
                  <a:pt x="2375130" y="1225"/>
                </a:cubicBezTo>
                <a:close/>
                <a:moveTo>
                  <a:pt x="1998444" y="0"/>
                </a:moveTo>
                <a:lnTo>
                  <a:pt x="2059518" y="0"/>
                </a:lnTo>
                <a:lnTo>
                  <a:pt x="2062687" y="187"/>
                </a:lnTo>
                <a:lnTo>
                  <a:pt x="2065901" y="0"/>
                </a:lnTo>
                <a:lnTo>
                  <a:pt x="2127832" y="0"/>
                </a:lnTo>
                <a:lnTo>
                  <a:pt x="2126050" y="1456"/>
                </a:lnTo>
                <a:cubicBezTo>
                  <a:pt x="2111675" y="10140"/>
                  <a:pt x="2094465" y="16517"/>
                  <a:pt x="2071970" y="17897"/>
                </a:cubicBezTo>
                <a:lnTo>
                  <a:pt x="2062687" y="18177"/>
                </a:lnTo>
                <a:lnTo>
                  <a:pt x="2053502" y="17891"/>
                </a:lnTo>
                <a:cubicBezTo>
                  <a:pt x="2031248" y="16480"/>
                  <a:pt x="2014169" y="9968"/>
                  <a:pt x="1999933" y="1225"/>
                </a:cubicBezTo>
                <a:close/>
                <a:moveTo>
                  <a:pt x="1623326" y="0"/>
                </a:moveTo>
                <a:lnTo>
                  <a:pt x="1684517" y="0"/>
                </a:lnTo>
                <a:lnTo>
                  <a:pt x="1687656" y="187"/>
                </a:lnTo>
                <a:lnTo>
                  <a:pt x="1690870" y="0"/>
                </a:lnTo>
                <a:lnTo>
                  <a:pt x="1752799" y="0"/>
                </a:lnTo>
                <a:lnTo>
                  <a:pt x="1751017" y="1456"/>
                </a:lnTo>
                <a:cubicBezTo>
                  <a:pt x="1736642" y="10140"/>
                  <a:pt x="1719431" y="16517"/>
                  <a:pt x="1696936" y="17897"/>
                </a:cubicBezTo>
                <a:lnTo>
                  <a:pt x="1687656" y="18177"/>
                </a:lnTo>
                <a:lnTo>
                  <a:pt x="1678456" y="17891"/>
                </a:lnTo>
                <a:cubicBezTo>
                  <a:pt x="1656174" y="16480"/>
                  <a:pt x="1639072" y="9968"/>
                  <a:pt x="1624817" y="1225"/>
                </a:cubicBezTo>
                <a:close/>
                <a:moveTo>
                  <a:pt x="1248858" y="0"/>
                </a:moveTo>
                <a:lnTo>
                  <a:pt x="1311630" y="0"/>
                </a:lnTo>
                <a:lnTo>
                  <a:pt x="1312377" y="187"/>
                </a:lnTo>
                <a:lnTo>
                  <a:pt x="1313139" y="0"/>
                </a:lnTo>
                <a:lnTo>
                  <a:pt x="1376777" y="0"/>
                </a:lnTo>
                <a:lnTo>
                  <a:pt x="1372826" y="3161"/>
                </a:lnTo>
                <a:cubicBezTo>
                  <a:pt x="1357079" y="12083"/>
                  <a:pt x="1337921" y="18177"/>
                  <a:pt x="1312377" y="18177"/>
                </a:cubicBezTo>
                <a:cubicBezTo>
                  <a:pt x="1287123" y="18177"/>
                  <a:pt x="1268110" y="11938"/>
                  <a:pt x="1252508" y="2943"/>
                </a:cubicBezTo>
                <a:close/>
                <a:moveTo>
                  <a:pt x="873941" y="0"/>
                </a:moveTo>
                <a:lnTo>
                  <a:pt x="936595" y="0"/>
                </a:lnTo>
                <a:lnTo>
                  <a:pt x="937343" y="187"/>
                </a:lnTo>
                <a:lnTo>
                  <a:pt x="938105" y="0"/>
                </a:lnTo>
                <a:lnTo>
                  <a:pt x="1001943" y="0"/>
                </a:lnTo>
                <a:lnTo>
                  <a:pt x="998013" y="3161"/>
                </a:lnTo>
                <a:cubicBezTo>
                  <a:pt x="982192" y="12083"/>
                  <a:pt x="962887" y="18177"/>
                  <a:pt x="937343" y="18177"/>
                </a:cubicBezTo>
                <a:cubicBezTo>
                  <a:pt x="912348" y="18177"/>
                  <a:pt x="893311" y="11938"/>
                  <a:pt x="877616" y="2943"/>
                </a:cubicBezTo>
                <a:close/>
                <a:moveTo>
                  <a:pt x="498714" y="0"/>
                </a:moveTo>
                <a:lnTo>
                  <a:pt x="561322" y="0"/>
                </a:lnTo>
                <a:lnTo>
                  <a:pt x="562069" y="187"/>
                </a:lnTo>
                <a:lnTo>
                  <a:pt x="562831" y="0"/>
                </a:lnTo>
                <a:lnTo>
                  <a:pt x="626667" y="0"/>
                </a:lnTo>
                <a:lnTo>
                  <a:pt x="622737" y="3161"/>
                </a:lnTo>
                <a:cubicBezTo>
                  <a:pt x="606916" y="12083"/>
                  <a:pt x="587613" y="18177"/>
                  <a:pt x="562069" y="18177"/>
                </a:cubicBezTo>
                <a:cubicBezTo>
                  <a:pt x="537092" y="18177"/>
                  <a:pt x="518069" y="11938"/>
                  <a:pt x="502386" y="2943"/>
                </a:cubicBezTo>
                <a:close/>
                <a:moveTo>
                  <a:pt x="123878" y="0"/>
                </a:moveTo>
                <a:lnTo>
                  <a:pt x="186763" y="0"/>
                </a:lnTo>
                <a:lnTo>
                  <a:pt x="187517" y="187"/>
                </a:lnTo>
                <a:lnTo>
                  <a:pt x="188271" y="0"/>
                </a:lnTo>
                <a:lnTo>
                  <a:pt x="251598" y="0"/>
                </a:lnTo>
                <a:lnTo>
                  <a:pt x="247676" y="3161"/>
                </a:lnTo>
                <a:cubicBezTo>
                  <a:pt x="231929" y="12083"/>
                  <a:pt x="212771" y="18177"/>
                  <a:pt x="187517" y="18177"/>
                </a:cubicBezTo>
                <a:cubicBezTo>
                  <a:pt x="162263" y="18177"/>
                  <a:pt x="143250" y="11938"/>
                  <a:pt x="127575" y="2943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black">
          <a:xfrm>
            <a:off x="711200" y="1800000"/>
            <a:ext cx="8161338" cy="2966400"/>
          </a:xfrm>
        </p:spPr>
        <p:txBody>
          <a:bodyPr anchor="t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711200" y="5108400"/>
            <a:ext cx="8161338" cy="669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 bwMode="black">
          <a:xfrm>
            <a:off x="711200" y="5882400"/>
            <a:ext cx="8161338" cy="248400"/>
          </a:xfrm>
        </p:spPr>
        <p:txBody>
          <a:bodyPr lIns="0" tIns="0" rIns="0" bIns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72D499F6-6DE5-40D1-B21A-89AA40C67380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56067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5F086B3C-4240-4CF2-8722-0C72F3A166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white">
          <a:xfrm>
            <a:off x="0" y="0"/>
            <a:ext cx="12192000" cy="6858000"/>
          </a:xfrm>
          <a:custGeom>
            <a:avLst/>
            <a:gdLst>
              <a:gd name="connsiteX0" fmla="*/ 12030799 w 12192000"/>
              <a:gd name="connsiteY0" fmla="*/ 0 h 6858000"/>
              <a:gd name="connsiteX1" fmla="*/ 12037178 w 12192000"/>
              <a:gd name="connsiteY1" fmla="*/ 0 h 6858000"/>
              <a:gd name="connsiteX2" fmla="*/ 12033966 w 12192000"/>
              <a:gd name="connsiteY2" fmla="*/ 187 h 6858000"/>
              <a:gd name="connsiteX3" fmla="*/ 11655760 w 12192000"/>
              <a:gd name="connsiteY3" fmla="*/ 0 h 6858000"/>
              <a:gd name="connsiteX4" fmla="*/ 11662143 w 12192000"/>
              <a:gd name="connsiteY4" fmla="*/ 0 h 6858000"/>
              <a:gd name="connsiteX5" fmla="*/ 11658933 w 12192000"/>
              <a:gd name="connsiteY5" fmla="*/ 187 h 6858000"/>
              <a:gd name="connsiteX6" fmla="*/ 11280492 w 12192000"/>
              <a:gd name="connsiteY6" fmla="*/ 0 h 6858000"/>
              <a:gd name="connsiteX7" fmla="*/ 11286875 w 12192000"/>
              <a:gd name="connsiteY7" fmla="*/ 0 h 6858000"/>
              <a:gd name="connsiteX8" fmla="*/ 11283661 w 12192000"/>
              <a:gd name="connsiteY8" fmla="*/ 187 h 6858000"/>
              <a:gd name="connsiteX9" fmla="*/ 10905491 w 12192000"/>
              <a:gd name="connsiteY9" fmla="*/ 0 h 6858000"/>
              <a:gd name="connsiteX10" fmla="*/ 10911844 w 12192000"/>
              <a:gd name="connsiteY10" fmla="*/ 0 h 6858000"/>
              <a:gd name="connsiteX11" fmla="*/ 10908630 w 12192000"/>
              <a:gd name="connsiteY11" fmla="*/ 187 h 6858000"/>
              <a:gd name="connsiteX12" fmla="*/ 10532604 w 12192000"/>
              <a:gd name="connsiteY12" fmla="*/ 0 h 6858000"/>
              <a:gd name="connsiteX13" fmla="*/ 10534113 w 12192000"/>
              <a:gd name="connsiteY13" fmla="*/ 0 h 6858000"/>
              <a:gd name="connsiteX14" fmla="*/ 10533351 w 12192000"/>
              <a:gd name="connsiteY14" fmla="*/ 187 h 6858000"/>
              <a:gd name="connsiteX15" fmla="*/ 10157569 w 12192000"/>
              <a:gd name="connsiteY15" fmla="*/ 0 h 6858000"/>
              <a:gd name="connsiteX16" fmla="*/ 10159079 w 12192000"/>
              <a:gd name="connsiteY16" fmla="*/ 0 h 6858000"/>
              <a:gd name="connsiteX17" fmla="*/ 10158317 w 12192000"/>
              <a:gd name="connsiteY17" fmla="*/ 187 h 6858000"/>
              <a:gd name="connsiteX18" fmla="*/ 9782296 w 12192000"/>
              <a:gd name="connsiteY18" fmla="*/ 0 h 6858000"/>
              <a:gd name="connsiteX19" fmla="*/ 9783805 w 12192000"/>
              <a:gd name="connsiteY19" fmla="*/ 0 h 6858000"/>
              <a:gd name="connsiteX20" fmla="*/ 9783043 w 12192000"/>
              <a:gd name="connsiteY20" fmla="*/ 187 h 6858000"/>
              <a:gd name="connsiteX21" fmla="*/ 9407737 w 12192000"/>
              <a:gd name="connsiteY21" fmla="*/ 0 h 6858000"/>
              <a:gd name="connsiteX22" fmla="*/ 9409245 w 12192000"/>
              <a:gd name="connsiteY22" fmla="*/ 0 h 6858000"/>
              <a:gd name="connsiteX23" fmla="*/ 9408491 w 12192000"/>
              <a:gd name="connsiteY23" fmla="*/ 187 h 6858000"/>
              <a:gd name="connsiteX24" fmla="*/ 0 w 12192000"/>
              <a:gd name="connsiteY24" fmla="*/ 0 h 6858000"/>
              <a:gd name="connsiteX25" fmla="*/ 9344852 w 12192000"/>
              <a:gd name="connsiteY25" fmla="*/ 0 h 6858000"/>
              <a:gd name="connsiteX26" fmla="*/ 9348549 w 12192000"/>
              <a:gd name="connsiteY26" fmla="*/ 2943 h 6858000"/>
              <a:gd name="connsiteX27" fmla="*/ 9408491 w 12192000"/>
              <a:gd name="connsiteY27" fmla="*/ 18177 h 6858000"/>
              <a:gd name="connsiteX28" fmla="*/ 9468650 w 12192000"/>
              <a:gd name="connsiteY28" fmla="*/ 3161 h 6858000"/>
              <a:gd name="connsiteX29" fmla="*/ 9472572 w 12192000"/>
              <a:gd name="connsiteY29" fmla="*/ 0 h 6858000"/>
              <a:gd name="connsiteX30" fmla="*/ 9719688 w 12192000"/>
              <a:gd name="connsiteY30" fmla="*/ 0 h 6858000"/>
              <a:gd name="connsiteX31" fmla="*/ 9723360 w 12192000"/>
              <a:gd name="connsiteY31" fmla="*/ 2943 h 6858000"/>
              <a:gd name="connsiteX32" fmla="*/ 9783043 w 12192000"/>
              <a:gd name="connsiteY32" fmla="*/ 18177 h 6858000"/>
              <a:gd name="connsiteX33" fmla="*/ 9843711 w 12192000"/>
              <a:gd name="connsiteY33" fmla="*/ 3161 h 6858000"/>
              <a:gd name="connsiteX34" fmla="*/ 9847641 w 12192000"/>
              <a:gd name="connsiteY34" fmla="*/ 0 h 6858000"/>
              <a:gd name="connsiteX35" fmla="*/ 10094915 w 12192000"/>
              <a:gd name="connsiteY35" fmla="*/ 0 h 6858000"/>
              <a:gd name="connsiteX36" fmla="*/ 10098590 w 12192000"/>
              <a:gd name="connsiteY36" fmla="*/ 2943 h 6858000"/>
              <a:gd name="connsiteX37" fmla="*/ 10158317 w 12192000"/>
              <a:gd name="connsiteY37" fmla="*/ 18177 h 6858000"/>
              <a:gd name="connsiteX38" fmla="*/ 10218987 w 12192000"/>
              <a:gd name="connsiteY38" fmla="*/ 3161 h 6858000"/>
              <a:gd name="connsiteX39" fmla="*/ 10222917 w 12192000"/>
              <a:gd name="connsiteY39" fmla="*/ 0 h 6858000"/>
              <a:gd name="connsiteX40" fmla="*/ 10469832 w 12192000"/>
              <a:gd name="connsiteY40" fmla="*/ 0 h 6858000"/>
              <a:gd name="connsiteX41" fmla="*/ 10473482 w 12192000"/>
              <a:gd name="connsiteY41" fmla="*/ 2943 h 6858000"/>
              <a:gd name="connsiteX42" fmla="*/ 10533351 w 12192000"/>
              <a:gd name="connsiteY42" fmla="*/ 18177 h 6858000"/>
              <a:gd name="connsiteX43" fmla="*/ 10593800 w 12192000"/>
              <a:gd name="connsiteY43" fmla="*/ 3161 h 6858000"/>
              <a:gd name="connsiteX44" fmla="*/ 10597751 w 12192000"/>
              <a:gd name="connsiteY44" fmla="*/ 0 h 6858000"/>
              <a:gd name="connsiteX45" fmla="*/ 10844300 w 12192000"/>
              <a:gd name="connsiteY45" fmla="*/ 0 h 6858000"/>
              <a:gd name="connsiteX46" fmla="*/ 10845791 w 12192000"/>
              <a:gd name="connsiteY46" fmla="*/ 1225 h 6858000"/>
              <a:gd name="connsiteX47" fmla="*/ 10899430 w 12192000"/>
              <a:gd name="connsiteY47" fmla="*/ 17891 h 6858000"/>
              <a:gd name="connsiteX48" fmla="*/ 10908630 w 12192000"/>
              <a:gd name="connsiteY48" fmla="*/ 18177 h 6858000"/>
              <a:gd name="connsiteX49" fmla="*/ 10917910 w 12192000"/>
              <a:gd name="connsiteY49" fmla="*/ 17897 h 6858000"/>
              <a:gd name="connsiteX50" fmla="*/ 10971991 w 12192000"/>
              <a:gd name="connsiteY50" fmla="*/ 1456 h 6858000"/>
              <a:gd name="connsiteX51" fmla="*/ 10973773 w 12192000"/>
              <a:gd name="connsiteY51" fmla="*/ 0 h 6858000"/>
              <a:gd name="connsiteX52" fmla="*/ 11219418 w 12192000"/>
              <a:gd name="connsiteY52" fmla="*/ 0 h 6858000"/>
              <a:gd name="connsiteX53" fmla="*/ 11220907 w 12192000"/>
              <a:gd name="connsiteY53" fmla="*/ 1225 h 6858000"/>
              <a:gd name="connsiteX54" fmla="*/ 11274476 w 12192000"/>
              <a:gd name="connsiteY54" fmla="*/ 17891 h 6858000"/>
              <a:gd name="connsiteX55" fmla="*/ 11283661 w 12192000"/>
              <a:gd name="connsiteY55" fmla="*/ 18177 h 6858000"/>
              <a:gd name="connsiteX56" fmla="*/ 11292944 w 12192000"/>
              <a:gd name="connsiteY56" fmla="*/ 17897 h 6858000"/>
              <a:gd name="connsiteX57" fmla="*/ 11347024 w 12192000"/>
              <a:gd name="connsiteY57" fmla="*/ 1456 h 6858000"/>
              <a:gd name="connsiteX58" fmla="*/ 11348806 w 12192000"/>
              <a:gd name="connsiteY58" fmla="*/ 0 h 6858000"/>
              <a:gd name="connsiteX59" fmla="*/ 11594612 w 12192000"/>
              <a:gd name="connsiteY59" fmla="*/ 0 h 6858000"/>
              <a:gd name="connsiteX60" fmla="*/ 11596104 w 12192000"/>
              <a:gd name="connsiteY60" fmla="*/ 1225 h 6858000"/>
              <a:gd name="connsiteX61" fmla="*/ 11649742 w 12192000"/>
              <a:gd name="connsiteY61" fmla="*/ 17891 h 6858000"/>
              <a:gd name="connsiteX62" fmla="*/ 11658933 w 12192000"/>
              <a:gd name="connsiteY62" fmla="*/ 18177 h 6858000"/>
              <a:gd name="connsiteX63" fmla="*/ 11668227 w 12192000"/>
              <a:gd name="connsiteY63" fmla="*/ 17897 h 6858000"/>
              <a:gd name="connsiteX64" fmla="*/ 11722300 w 12192000"/>
              <a:gd name="connsiteY64" fmla="*/ 1456 h 6858000"/>
              <a:gd name="connsiteX65" fmla="*/ 11724082 w 12192000"/>
              <a:gd name="connsiteY65" fmla="*/ 0 h 6858000"/>
              <a:gd name="connsiteX66" fmla="*/ 11969726 w 12192000"/>
              <a:gd name="connsiteY66" fmla="*/ 0 h 6858000"/>
              <a:gd name="connsiteX67" fmla="*/ 11971215 w 12192000"/>
              <a:gd name="connsiteY67" fmla="*/ 1225 h 6858000"/>
              <a:gd name="connsiteX68" fmla="*/ 12024791 w 12192000"/>
              <a:gd name="connsiteY68" fmla="*/ 17891 h 6858000"/>
              <a:gd name="connsiteX69" fmla="*/ 12033966 w 12192000"/>
              <a:gd name="connsiteY69" fmla="*/ 18177 h 6858000"/>
              <a:gd name="connsiteX70" fmla="*/ 12043259 w 12192000"/>
              <a:gd name="connsiteY70" fmla="*/ 17897 h 6858000"/>
              <a:gd name="connsiteX71" fmla="*/ 12097331 w 12192000"/>
              <a:gd name="connsiteY71" fmla="*/ 1456 h 6858000"/>
              <a:gd name="connsiteX72" fmla="*/ 12099113 w 12192000"/>
              <a:gd name="connsiteY72" fmla="*/ 0 h 6858000"/>
              <a:gd name="connsiteX73" fmla="*/ 12192000 w 12192000"/>
              <a:gd name="connsiteY73" fmla="*/ 0 h 6858000"/>
              <a:gd name="connsiteX74" fmla="*/ 12192000 w 12192000"/>
              <a:gd name="connsiteY74" fmla="*/ 15326 h 6858000"/>
              <a:gd name="connsiteX75" fmla="*/ 12182670 w 12192000"/>
              <a:gd name="connsiteY75" fmla="*/ 17078 h 6858000"/>
              <a:gd name="connsiteX76" fmla="*/ 12122209 w 12192000"/>
              <a:gd name="connsiteY76" fmla="*/ 58307 h 6858000"/>
              <a:gd name="connsiteX77" fmla="*/ 12049292 w 12192000"/>
              <a:gd name="connsiteY77" fmla="*/ 99871 h 6858000"/>
              <a:gd name="connsiteX78" fmla="*/ 12033966 w 12192000"/>
              <a:gd name="connsiteY78" fmla="*/ 100765 h 6858000"/>
              <a:gd name="connsiteX79" fmla="*/ 12018849 w 12192000"/>
              <a:gd name="connsiteY79" fmla="*/ 99871 h 6858000"/>
              <a:gd name="connsiteX80" fmla="*/ 11946887 w 12192000"/>
              <a:gd name="connsiteY80" fmla="*/ 58307 h 6858000"/>
              <a:gd name="connsiteX81" fmla="*/ 11846449 w 12192000"/>
              <a:gd name="connsiteY81" fmla="*/ 11196 h 6858000"/>
              <a:gd name="connsiteX82" fmla="*/ 11747177 w 12192000"/>
              <a:gd name="connsiteY82" fmla="*/ 58307 h 6858000"/>
              <a:gd name="connsiteX83" fmla="*/ 11674249 w 12192000"/>
              <a:gd name="connsiteY83" fmla="*/ 99871 h 6858000"/>
              <a:gd name="connsiteX84" fmla="*/ 11658933 w 12192000"/>
              <a:gd name="connsiteY84" fmla="*/ 100765 h 6858000"/>
              <a:gd name="connsiteX85" fmla="*/ 11643789 w 12192000"/>
              <a:gd name="connsiteY85" fmla="*/ 99871 h 6858000"/>
              <a:gd name="connsiteX86" fmla="*/ 11571746 w 12192000"/>
              <a:gd name="connsiteY86" fmla="*/ 58307 h 6858000"/>
              <a:gd name="connsiteX87" fmla="*/ 11480474 w 12192000"/>
              <a:gd name="connsiteY87" fmla="*/ 11476 h 6858000"/>
              <a:gd name="connsiteX88" fmla="*/ 11471176 w 12192000"/>
              <a:gd name="connsiteY88" fmla="*/ 11196 h 6858000"/>
              <a:gd name="connsiteX89" fmla="*/ 11461993 w 12192000"/>
              <a:gd name="connsiteY89" fmla="*/ 11482 h 6858000"/>
              <a:gd name="connsiteX90" fmla="*/ 11371907 w 12192000"/>
              <a:gd name="connsiteY90" fmla="*/ 58307 h 6858000"/>
              <a:gd name="connsiteX91" fmla="*/ 11298999 w 12192000"/>
              <a:gd name="connsiteY91" fmla="*/ 99871 h 6858000"/>
              <a:gd name="connsiteX92" fmla="*/ 11283661 w 12192000"/>
              <a:gd name="connsiteY92" fmla="*/ 100765 h 6858000"/>
              <a:gd name="connsiteX93" fmla="*/ 11268535 w 12192000"/>
              <a:gd name="connsiteY93" fmla="*/ 99871 h 6858000"/>
              <a:gd name="connsiteX94" fmla="*/ 11196576 w 12192000"/>
              <a:gd name="connsiteY94" fmla="*/ 58307 h 6858000"/>
              <a:gd name="connsiteX95" fmla="*/ 11105427 w 12192000"/>
              <a:gd name="connsiteY95" fmla="*/ 11476 h 6858000"/>
              <a:gd name="connsiteX96" fmla="*/ 11096145 w 12192000"/>
              <a:gd name="connsiteY96" fmla="*/ 11196 h 6858000"/>
              <a:gd name="connsiteX97" fmla="*/ 11086959 w 12192000"/>
              <a:gd name="connsiteY97" fmla="*/ 11482 h 6858000"/>
              <a:gd name="connsiteX98" fmla="*/ 10996876 w 12192000"/>
              <a:gd name="connsiteY98" fmla="*/ 58307 h 6858000"/>
              <a:gd name="connsiteX99" fmla="*/ 10923965 w 12192000"/>
              <a:gd name="connsiteY99" fmla="*/ 99871 h 6858000"/>
              <a:gd name="connsiteX100" fmla="*/ 10908630 w 12192000"/>
              <a:gd name="connsiteY100" fmla="*/ 100765 h 6858000"/>
              <a:gd name="connsiteX101" fmla="*/ 10893649 w 12192000"/>
              <a:gd name="connsiteY101" fmla="*/ 99871 h 6858000"/>
              <a:gd name="connsiteX102" fmla="*/ 10821431 w 12192000"/>
              <a:gd name="connsiteY102" fmla="*/ 58307 h 6858000"/>
              <a:gd name="connsiteX103" fmla="*/ 10730174 w 12192000"/>
              <a:gd name="connsiteY103" fmla="*/ 11476 h 6858000"/>
              <a:gd name="connsiteX104" fmla="*/ 10720876 w 12192000"/>
              <a:gd name="connsiteY104" fmla="*/ 11196 h 6858000"/>
              <a:gd name="connsiteX105" fmla="*/ 10711689 w 12192000"/>
              <a:gd name="connsiteY105" fmla="*/ 11482 h 6858000"/>
              <a:gd name="connsiteX106" fmla="*/ 10621594 w 12192000"/>
              <a:gd name="connsiteY106" fmla="*/ 58307 h 6858000"/>
              <a:gd name="connsiteX107" fmla="*/ 10533351 w 12192000"/>
              <a:gd name="connsiteY107" fmla="*/ 100765 h 6858000"/>
              <a:gd name="connsiteX108" fmla="*/ 10446269 w 12192000"/>
              <a:gd name="connsiteY108" fmla="*/ 58307 h 6858000"/>
              <a:gd name="connsiteX109" fmla="*/ 10355125 w 12192000"/>
              <a:gd name="connsiteY109" fmla="*/ 11476 h 6858000"/>
              <a:gd name="connsiteX110" fmla="*/ 10345834 w 12192000"/>
              <a:gd name="connsiteY110" fmla="*/ 11196 h 6858000"/>
              <a:gd name="connsiteX111" fmla="*/ 10336658 w 12192000"/>
              <a:gd name="connsiteY111" fmla="*/ 11482 h 6858000"/>
              <a:gd name="connsiteX112" fmla="*/ 10246560 w 12192000"/>
              <a:gd name="connsiteY112" fmla="*/ 58307 h 6858000"/>
              <a:gd name="connsiteX113" fmla="*/ 10158317 w 12192000"/>
              <a:gd name="connsiteY113" fmla="*/ 100765 h 6858000"/>
              <a:gd name="connsiteX114" fmla="*/ 10071128 w 12192000"/>
              <a:gd name="connsiteY114" fmla="*/ 58307 h 6858000"/>
              <a:gd name="connsiteX115" fmla="*/ 9979863 w 12192000"/>
              <a:gd name="connsiteY115" fmla="*/ 11476 h 6858000"/>
              <a:gd name="connsiteX116" fmla="*/ 9970560 w 12192000"/>
              <a:gd name="connsiteY116" fmla="*/ 11196 h 6858000"/>
              <a:gd name="connsiteX117" fmla="*/ 9961480 w 12192000"/>
              <a:gd name="connsiteY117" fmla="*/ 11482 h 6858000"/>
              <a:gd name="connsiteX118" fmla="*/ 9871289 w 12192000"/>
              <a:gd name="connsiteY118" fmla="*/ 58307 h 6858000"/>
              <a:gd name="connsiteX119" fmla="*/ 9783043 w 12192000"/>
              <a:gd name="connsiteY119" fmla="*/ 100765 h 6858000"/>
              <a:gd name="connsiteX120" fmla="*/ 9695915 w 12192000"/>
              <a:gd name="connsiteY120" fmla="*/ 58307 h 6858000"/>
              <a:gd name="connsiteX121" fmla="*/ 9596008 w 12192000"/>
              <a:gd name="connsiteY121" fmla="*/ 11196 h 6858000"/>
              <a:gd name="connsiteX122" fmla="*/ 9496153 w 12192000"/>
              <a:gd name="connsiteY122" fmla="*/ 58307 h 6858000"/>
              <a:gd name="connsiteX123" fmla="*/ 9408491 w 12192000"/>
              <a:gd name="connsiteY123" fmla="*/ 100765 h 6858000"/>
              <a:gd name="connsiteX124" fmla="*/ 9320829 w 12192000"/>
              <a:gd name="connsiteY124" fmla="*/ 58307 h 6858000"/>
              <a:gd name="connsiteX125" fmla="*/ 9220974 w 12192000"/>
              <a:gd name="connsiteY125" fmla="*/ 11196 h 6858000"/>
              <a:gd name="connsiteX126" fmla="*/ 9220974 w 12192000"/>
              <a:gd name="connsiteY126" fmla="*/ 29226 h 6858000"/>
              <a:gd name="connsiteX127" fmla="*/ 9308637 w 12192000"/>
              <a:gd name="connsiteY127" fmla="*/ 71684 h 6858000"/>
              <a:gd name="connsiteX128" fmla="*/ 9408491 w 12192000"/>
              <a:gd name="connsiteY128" fmla="*/ 118795 h 6858000"/>
              <a:gd name="connsiteX129" fmla="*/ 9508345 w 12192000"/>
              <a:gd name="connsiteY129" fmla="*/ 71684 h 6858000"/>
              <a:gd name="connsiteX130" fmla="*/ 9596008 w 12192000"/>
              <a:gd name="connsiteY130" fmla="*/ 29226 h 6858000"/>
              <a:gd name="connsiteX131" fmla="*/ 9683717 w 12192000"/>
              <a:gd name="connsiteY131" fmla="*/ 71684 h 6858000"/>
              <a:gd name="connsiteX132" fmla="*/ 9783043 w 12192000"/>
              <a:gd name="connsiteY132" fmla="*/ 118795 h 6858000"/>
              <a:gd name="connsiteX133" fmla="*/ 9883485 w 12192000"/>
              <a:gd name="connsiteY133" fmla="*/ 71684 h 6858000"/>
              <a:gd name="connsiteX134" fmla="*/ 9955612 w 12192000"/>
              <a:gd name="connsiteY134" fmla="*/ 30120 h 6858000"/>
              <a:gd name="connsiteX135" fmla="*/ 9970560 w 12192000"/>
              <a:gd name="connsiteY135" fmla="*/ 29226 h 6858000"/>
              <a:gd name="connsiteX136" fmla="*/ 9985926 w 12192000"/>
              <a:gd name="connsiteY136" fmla="*/ 30120 h 6858000"/>
              <a:gd name="connsiteX137" fmla="*/ 10058916 w 12192000"/>
              <a:gd name="connsiteY137" fmla="*/ 71684 h 6858000"/>
              <a:gd name="connsiteX138" fmla="*/ 10158317 w 12192000"/>
              <a:gd name="connsiteY138" fmla="*/ 118795 h 6858000"/>
              <a:gd name="connsiteX139" fmla="*/ 10258754 w 12192000"/>
              <a:gd name="connsiteY139" fmla="*/ 71684 h 6858000"/>
              <a:gd name="connsiteX140" fmla="*/ 10330881 w 12192000"/>
              <a:gd name="connsiteY140" fmla="*/ 30120 h 6858000"/>
              <a:gd name="connsiteX141" fmla="*/ 10345834 w 12192000"/>
              <a:gd name="connsiteY141" fmla="*/ 29226 h 6858000"/>
              <a:gd name="connsiteX142" fmla="*/ 10361177 w 12192000"/>
              <a:gd name="connsiteY142" fmla="*/ 30120 h 6858000"/>
              <a:gd name="connsiteX143" fmla="*/ 10434077 w 12192000"/>
              <a:gd name="connsiteY143" fmla="*/ 71684 h 6858000"/>
              <a:gd name="connsiteX144" fmla="*/ 10533351 w 12192000"/>
              <a:gd name="connsiteY144" fmla="*/ 118795 h 6858000"/>
              <a:gd name="connsiteX145" fmla="*/ 10633785 w 12192000"/>
              <a:gd name="connsiteY145" fmla="*/ 71684 h 6858000"/>
              <a:gd name="connsiteX146" fmla="*/ 10705912 w 12192000"/>
              <a:gd name="connsiteY146" fmla="*/ 30120 h 6858000"/>
              <a:gd name="connsiteX147" fmla="*/ 10720876 w 12192000"/>
              <a:gd name="connsiteY147" fmla="*/ 29226 h 6858000"/>
              <a:gd name="connsiteX148" fmla="*/ 10736228 w 12192000"/>
              <a:gd name="connsiteY148" fmla="*/ 30120 h 6858000"/>
              <a:gd name="connsiteX149" fmla="*/ 10809233 w 12192000"/>
              <a:gd name="connsiteY149" fmla="*/ 71684 h 6858000"/>
              <a:gd name="connsiteX150" fmla="*/ 10899430 w 12192000"/>
              <a:gd name="connsiteY150" fmla="*/ 118516 h 6858000"/>
              <a:gd name="connsiteX151" fmla="*/ 10908630 w 12192000"/>
              <a:gd name="connsiteY151" fmla="*/ 118795 h 6858000"/>
              <a:gd name="connsiteX152" fmla="*/ 10917910 w 12192000"/>
              <a:gd name="connsiteY152" fmla="*/ 118516 h 6858000"/>
              <a:gd name="connsiteX153" fmla="*/ 11009059 w 12192000"/>
              <a:gd name="connsiteY153" fmla="*/ 71684 h 6858000"/>
              <a:gd name="connsiteX154" fmla="*/ 11081018 w 12192000"/>
              <a:gd name="connsiteY154" fmla="*/ 30120 h 6858000"/>
              <a:gd name="connsiteX155" fmla="*/ 11096145 w 12192000"/>
              <a:gd name="connsiteY155" fmla="*/ 29226 h 6858000"/>
              <a:gd name="connsiteX156" fmla="*/ 11111482 w 12192000"/>
              <a:gd name="connsiteY156" fmla="*/ 30120 h 6858000"/>
              <a:gd name="connsiteX157" fmla="*/ 11184392 w 12192000"/>
              <a:gd name="connsiteY157" fmla="*/ 71684 h 6858000"/>
              <a:gd name="connsiteX158" fmla="*/ 11274476 w 12192000"/>
              <a:gd name="connsiteY158" fmla="*/ 118516 h 6858000"/>
              <a:gd name="connsiteX159" fmla="*/ 11283661 w 12192000"/>
              <a:gd name="connsiteY159" fmla="*/ 118795 h 6858000"/>
              <a:gd name="connsiteX160" fmla="*/ 11292944 w 12192000"/>
              <a:gd name="connsiteY160" fmla="*/ 118516 h 6858000"/>
              <a:gd name="connsiteX161" fmla="*/ 11384093 w 12192000"/>
              <a:gd name="connsiteY161" fmla="*/ 71684 h 6858000"/>
              <a:gd name="connsiteX162" fmla="*/ 11456052 w 12192000"/>
              <a:gd name="connsiteY162" fmla="*/ 30120 h 6858000"/>
              <a:gd name="connsiteX163" fmla="*/ 11471176 w 12192000"/>
              <a:gd name="connsiteY163" fmla="*/ 29226 h 6858000"/>
              <a:gd name="connsiteX164" fmla="*/ 11486544 w 12192000"/>
              <a:gd name="connsiteY164" fmla="*/ 30120 h 6858000"/>
              <a:gd name="connsiteX165" fmla="*/ 11559533 w 12192000"/>
              <a:gd name="connsiteY165" fmla="*/ 71684 h 6858000"/>
              <a:gd name="connsiteX166" fmla="*/ 11649742 w 12192000"/>
              <a:gd name="connsiteY166" fmla="*/ 118516 h 6858000"/>
              <a:gd name="connsiteX167" fmla="*/ 11658933 w 12192000"/>
              <a:gd name="connsiteY167" fmla="*/ 118795 h 6858000"/>
              <a:gd name="connsiteX168" fmla="*/ 11668227 w 12192000"/>
              <a:gd name="connsiteY168" fmla="*/ 118516 h 6858000"/>
              <a:gd name="connsiteX169" fmla="*/ 11759372 w 12192000"/>
              <a:gd name="connsiteY169" fmla="*/ 71684 h 6858000"/>
              <a:gd name="connsiteX170" fmla="*/ 11846449 w 12192000"/>
              <a:gd name="connsiteY170" fmla="*/ 29226 h 6858000"/>
              <a:gd name="connsiteX171" fmla="*/ 11934693 w 12192000"/>
              <a:gd name="connsiteY171" fmla="*/ 71684 h 6858000"/>
              <a:gd name="connsiteX172" fmla="*/ 12024791 w 12192000"/>
              <a:gd name="connsiteY172" fmla="*/ 118516 h 6858000"/>
              <a:gd name="connsiteX173" fmla="*/ 12033966 w 12192000"/>
              <a:gd name="connsiteY173" fmla="*/ 118795 h 6858000"/>
              <a:gd name="connsiteX174" fmla="*/ 12043259 w 12192000"/>
              <a:gd name="connsiteY174" fmla="*/ 118516 h 6858000"/>
              <a:gd name="connsiteX175" fmla="*/ 12134403 w 12192000"/>
              <a:gd name="connsiteY175" fmla="*/ 71684 h 6858000"/>
              <a:gd name="connsiteX176" fmla="*/ 12165733 w 12192000"/>
              <a:gd name="connsiteY176" fmla="*/ 44995 h 6858000"/>
              <a:gd name="connsiteX177" fmla="*/ 12192000 w 12192000"/>
              <a:gd name="connsiteY177" fmla="*/ 35416 h 6858000"/>
              <a:gd name="connsiteX178" fmla="*/ 12192000 w 12192000"/>
              <a:gd name="connsiteY178" fmla="*/ 114749 h 6858000"/>
              <a:gd name="connsiteX179" fmla="*/ 12182676 w 12192000"/>
              <a:gd name="connsiteY179" fmla="*/ 116503 h 6858000"/>
              <a:gd name="connsiteX180" fmla="*/ 12122209 w 12192000"/>
              <a:gd name="connsiteY180" fmla="*/ 158260 h 6858000"/>
              <a:gd name="connsiteX181" fmla="*/ 12049292 w 12192000"/>
              <a:gd name="connsiteY181" fmla="*/ 199762 h 6858000"/>
              <a:gd name="connsiteX182" fmla="*/ 12033966 w 12192000"/>
              <a:gd name="connsiteY182" fmla="*/ 200679 h 6858000"/>
              <a:gd name="connsiteX183" fmla="*/ 12018849 w 12192000"/>
              <a:gd name="connsiteY183" fmla="*/ 199762 h 6858000"/>
              <a:gd name="connsiteX184" fmla="*/ 11946887 w 12192000"/>
              <a:gd name="connsiteY184" fmla="*/ 158260 h 6858000"/>
              <a:gd name="connsiteX185" fmla="*/ 11846449 w 12192000"/>
              <a:gd name="connsiteY185" fmla="*/ 110611 h 6858000"/>
              <a:gd name="connsiteX186" fmla="*/ 11747177 w 12192000"/>
              <a:gd name="connsiteY186" fmla="*/ 158260 h 6858000"/>
              <a:gd name="connsiteX187" fmla="*/ 11674249 w 12192000"/>
              <a:gd name="connsiteY187" fmla="*/ 199762 h 6858000"/>
              <a:gd name="connsiteX188" fmla="*/ 11658933 w 12192000"/>
              <a:gd name="connsiteY188" fmla="*/ 200679 h 6858000"/>
              <a:gd name="connsiteX189" fmla="*/ 11643789 w 12192000"/>
              <a:gd name="connsiteY189" fmla="*/ 199762 h 6858000"/>
              <a:gd name="connsiteX190" fmla="*/ 11571746 w 12192000"/>
              <a:gd name="connsiteY190" fmla="*/ 158260 h 6858000"/>
              <a:gd name="connsiteX191" fmla="*/ 11480474 w 12192000"/>
              <a:gd name="connsiteY191" fmla="*/ 110897 h 6858000"/>
              <a:gd name="connsiteX192" fmla="*/ 11471176 w 12192000"/>
              <a:gd name="connsiteY192" fmla="*/ 110611 h 6858000"/>
              <a:gd name="connsiteX193" fmla="*/ 11461993 w 12192000"/>
              <a:gd name="connsiteY193" fmla="*/ 110897 h 6858000"/>
              <a:gd name="connsiteX194" fmla="*/ 11371907 w 12192000"/>
              <a:gd name="connsiteY194" fmla="*/ 158260 h 6858000"/>
              <a:gd name="connsiteX195" fmla="*/ 11298999 w 12192000"/>
              <a:gd name="connsiteY195" fmla="*/ 199762 h 6858000"/>
              <a:gd name="connsiteX196" fmla="*/ 11283661 w 12192000"/>
              <a:gd name="connsiteY196" fmla="*/ 200679 h 6858000"/>
              <a:gd name="connsiteX197" fmla="*/ 11268535 w 12192000"/>
              <a:gd name="connsiteY197" fmla="*/ 199762 h 6858000"/>
              <a:gd name="connsiteX198" fmla="*/ 11196576 w 12192000"/>
              <a:gd name="connsiteY198" fmla="*/ 158260 h 6858000"/>
              <a:gd name="connsiteX199" fmla="*/ 11105427 w 12192000"/>
              <a:gd name="connsiteY199" fmla="*/ 110897 h 6858000"/>
              <a:gd name="connsiteX200" fmla="*/ 11096145 w 12192000"/>
              <a:gd name="connsiteY200" fmla="*/ 110611 h 6858000"/>
              <a:gd name="connsiteX201" fmla="*/ 11086959 w 12192000"/>
              <a:gd name="connsiteY201" fmla="*/ 110897 h 6858000"/>
              <a:gd name="connsiteX202" fmla="*/ 10996876 w 12192000"/>
              <a:gd name="connsiteY202" fmla="*/ 158260 h 6858000"/>
              <a:gd name="connsiteX203" fmla="*/ 10923965 w 12192000"/>
              <a:gd name="connsiteY203" fmla="*/ 199762 h 6858000"/>
              <a:gd name="connsiteX204" fmla="*/ 10908630 w 12192000"/>
              <a:gd name="connsiteY204" fmla="*/ 200679 h 6858000"/>
              <a:gd name="connsiteX205" fmla="*/ 10893649 w 12192000"/>
              <a:gd name="connsiteY205" fmla="*/ 199762 h 6858000"/>
              <a:gd name="connsiteX206" fmla="*/ 10821431 w 12192000"/>
              <a:gd name="connsiteY206" fmla="*/ 158260 h 6858000"/>
              <a:gd name="connsiteX207" fmla="*/ 10730174 w 12192000"/>
              <a:gd name="connsiteY207" fmla="*/ 110897 h 6858000"/>
              <a:gd name="connsiteX208" fmla="*/ 10720876 w 12192000"/>
              <a:gd name="connsiteY208" fmla="*/ 110611 h 6858000"/>
              <a:gd name="connsiteX209" fmla="*/ 10711689 w 12192000"/>
              <a:gd name="connsiteY209" fmla="*/ 110897 h 6858000"/>
              <a:gd name="connsiteX210" fmla="*/ 10621594 w 12192000"/>
              <a:gd name="connsiteY210" fmla="*/ 158260 h 6858000"/>
              <a:gd name="connsiteX211" fmla="*/ 10533351 w 12192000"/>
              <a:gd name="connsiteY211" fmla="*/ 200679 h 6858000"/>
              <a:gd name="connsiteX212" fmla="*/ 10446269 w 12192000"/>
              <a:gd name="connsiteY212" fmla="*/ 158260 h 6858000"/>
              <a:gd name="connsiteX213" fmla="*/ 10355125 w 12192000"/>
              <a:gd name="connsiteY213" fmla="*/ 110897 h 6858000"/>
              <a:gd name="connsiteX214" fmla="*/ 10345834 w 12192000"/>
              <a:gd name="connsiteY214" fmla="*/ 110611 h 6858000"/>
              <a:gd name="connsiteX215" fmla="*/ 10336658 w 12192000"/>
              <a:gd name="connsiteY215" fmla="*/ 110897 h 6858000"/>
              <a:gd name="connsiteX216" fmla="*/ 10246560 w 12192000"/>
              <a:gd name="connsiteY216" fmla="*/ 158260 h 6858000"/>
              <a:gd name="connsiteX217" fmla="*/ 10158317 w 12192000"/>
              <a:gd name="connsiteY217" fmla="*/ 200679 h 6858000"/>
              <a:gd name="connsiteX218" fmla="*/ 10071128 w 12192000"/>
              <a:gd name="connsiteY218" fmla="*/ 158260 h 6858000"/>
              <a:gd name="connsiteX219" fmla="*/ 9979863 w 12192000"/>
              <a:gd name="connsiteY219" fmla="*/ 110897 h 6858000"/>
              <a:gd name="connsiteX220" fmla="*/ 9970560 w 12192000"/>
              <a:gd name="connsiteY220" fmla="*/ 110611 h 6858000"/>
              <a:gd name="connsiteX221" fmla="*/ 9961480 w 12192000"/>
              <a:gd name="connsiteY221" fmla="*/ 110897 h 6858000"/>
              <a:gd name="connsiteX222" fmla="*/ 9871289 w 12192000"/>
              <a:gd name="connsiteY222" fmla="*/ 158260 h 6858000"/>
              <a:gd name="connsiteX223" fmla="*/ 9783043 w 12192000"/>
              <a:gd name="connsiteY223" fmla="*/ 200679 h 6858000"/>
              <a:gd name="connsiteX224" fmla="*/ 9695915 w 12192000"/>
              <a:gd name="connsiteY224" fmla="*/ 158260 h 6858000"/>
              <a:gd name="connsiteX225" fmla="*/ 9596008 w 12192000"/>
              <a:gd name="connsiteY225" fmla="*/ 110611 h 6858000"/>
              <a:gd name="connsiteX226" fmla="*/ 9496153 w 12192000"/>
              <a:gd name="connsiteY226" fmla="*/ 158260 h 6858000"/>
              <a:gd name="connsiteX227" fmla="*/ 9408491 w 12192000"/>
              <a:gd name="connsiteY227" fmla="*/ 200679 h 6858000"/>
              <a:gd name="connsiteX228" fmla="*/ 9320829 w 12192000"/>
              <a:gd name="connsiteY228" fmla="*/ 158260 h 6858000"/>
              <a:gd name="connsiteX229" fmla="*/ 9220974 w 12192000"/>
              <a:gd name="connsiteY229" fmla="*/ 110611 h 6858000"/>
              <a:gd name="connsiteX230" fmla="*/ 9220974 w 12192000"/>
              <a:gd name="connsiteY230" fmla="*/ 128625 h 6858000"/>
              <a:gd name="connsiteX231" fmla="*/ 9308637 w 12192000"/>
              <a:gd name="connsiteY231" fmla="*/ 171043 h 6858000"/>
              <a:gd name="connsiteX232" fmla="*/ 9408491 w 12192000"/>
              <a:gd name="connsiteY232" fmla="*/ 218692 h 6858000"/>
              <a:gd name="connsiteX233" fmla="*/ 9508345 w 12192000"/>
              <a:gd name="connsiteY233" fmla="*/ 171043 h 6858000"/>
              <a:gd name="connsiteX234" fmla="*/ 9596008 w 12192000"/>
              <a:gd name="connsiteY234" fmla="*/ 128625 h 6858000"/>
              <a:gd name="connsiteX235" fmla="*/ 9683717 w 12192000"/>
              <a:gd name="connsiteY235" fmla="*/ 171043 h 6858000"/>
              <a:gd name="connsiteX236" fmla="*/ 9783043 w 12192000"/>
              <a:gd name="connsiteY236" fmla="*/ 218692 h 6858000"/>
              <a:gd name="connsiteX237" fmla="*/ 9883485 w 12192000"/>
              <a:gd name="connsiteY237" fmla="*/ 171043 h 6858000"/>
              <a:gd name="connsiteX238" fmla="*/ 9955612 w 12192000"/>
              <a:gd name="connsiteY238" fmla="*/ 129542 h 6858000"/>
              <a:gd name="connsiteX239" fmla="*/ 9970560 w 12192000"/>
              <a:gd name="connsiteY239" fmla="*/ 128625 h 6858000"/>
              <a:gd name="connsiteX240" fmla="*/ 9985926 w 12192000"/>
              <a:gd name="connsiteY240" fmla="*/ 129542 h 6858000"/>
              <a:gd name="connsiteX241" fmla="*/ 10058916 w 12192000"/>
              <a:gd name="connsiteY241" fmla="*/ 171043 h 6858000"/>
              <a:gd name="connsiteX242" fmla="*/ 10158317 w 12192000"/>
              <a:gd name="connsiteY242" fmla="*/ 218692 h 6858000"/>
              <a:gd name="connsiteX243" fmla="*/ 10258754 w 12192000"/>
              <a:gd name="connsiteY243" fmla="*/ 171043 h 6858000"/>
              <a:gd name="connsiteX244" fmla="*/ 10330881 w 12192000"/>
              <a:gd name="connsiteY244" fmla="*/ 129542 h 6858000"/>
              <a:gd name="connsiteX245" fmla="*/ 10345834 w 12192000"/>
              <a:gd name="connsiteY245" fmla="*/ 128625 h 6858000"/>
              <a:gd name="connsiteX246" fmla="*/ 10361177 w 12192000"/>
              <a:gd name="connsiteY246" fmla="*/ 129542 h 6858000"/>
              <a:gd name="connsiteX247" fmla="*/ 10434077 w 12192000"/>
              <a:gd name="connsiteY247" fmla="*/ 171043 h 6858000"/>
              <a:gd name="connsiteX248" fmla="*/ 10533351 w 12192000"/>
              <a:gd name="connsiteY248" fmla="*/ 218692 h 6858000"/>
              <a:gd name="connsiteX249" fmla="*/ 10633785 w 12192000"/>
              <a:gd name="connsiteY249" fmla="*/ 171043 h 6858000"/>
              <a:gd name="connsiteX250" fmla="*/ 10705912 w 12192000"/>
              <a:gd name="connsiteY250" fmla="*/ 129542 h 6858000"/>
              <a:gd name="connsiteX251" fmla="*/ 10720876 w 12192000"/>
              <a:gd name="connsiteY251" fmla="*/ 128625 h 6858000"/>
              <a:gd name="connsiteX252" fmla="*/ 10736228 w 12192000"/>
              <a:gd name="connsiteY252" fmla="*/ 129542 h 6858000"/>
              <a:gd name="connsiteX253" fmla="*/ 10809233 w 12192000"/>
              <a:gd name="connsiteY253" fmla="*/ 171043 h 6858000"/>
              <a:gd name="connsiteX254" fmla="*/ 10899430 w 12192000"/>
              <a:gd name="connsiteY254" fmla="*/ 218406 h 6858000"/>
              <a:gd name="connsiteX255" fmla="*/ 10908630 w 12192000"/>
              <a:gd name="connsiteY255" fmla="*/ 218692 h 6858000"/>
              <a:gd name="connsiteX256" fmla="*/ 10917910 w 12192000"/>
              <a:gd name="connsiteY256" fmla="*/ 218406 h 6858000"/>
              <a:gd name="connsiteX257" fmla="*/ 11009059 w 12192000"/>
              <a:gd name="connsiteY257" fmla="*/ 171043 h 6858000"/>
              <a:gd name="connsiteX258" fmla="*/ 11081018 w 12192000"/>
              <a:gd name="connsiteY258" fmla="*/ 129542 h 6858000"/>
              <a:gd name="connsiteX259" fmla="*/ 11096145 w 12192000"/>
              <a:gd name="connsiteY259" fmla="*/ 128625 h 6858000"/>
              <a:gd name="connsiteX260" fmla="*/ 11111482 w 12192000"/>
              <a:gd name="connsiteY260" fmla="*/ 129542 h 6858000"/>
              <a:gd name="connsiteX261" fmla="*/ 11184392 w 12192000"/>
              <a:gd name="connsiteY261" fmla="*/ 171043 h 6858000"/>
              <a:gd name="connsiteX262" fmla="*/ 11274476 w 12192000"/>
              <a:gd name="connsiteY262" fmla="*/ 218406 h 6858000"/>
              <a:gd name="connsiteX263" fmla="*/ 11283661 w 12192000"/>
              <a:gd name="connsiteY263" fmla="*/ 218692 h 6858000"/>
              <a:gd name="connsiteX264" fmla="*/ 11292944 w 12192000"/>
              <a:gd name="connsiteY264" fmla="*/ 218406 h 6858000"/>
              <a:gd name="connsiteX265" fmla="*/ 11384093 w 12192000"/>
              <a:gd name="connsiteY265" fmla="*/ 171043 h 6858000"/>
              <a:gd name="connsiteX266" fmla="*/ 11456052 w 12192000"/>
              <a:gd name="connsiteY266" fmla="*/ 129542 h 6858000"/>
              <a:gd name="connsiteX267" fmla="*/ 11471176 w 12192000"/>
              <a:gd name="connsiteY267" fmla="*/ 128625 h 6858000"/>
              <a:gd name="connsiteX268" fmla="*/ 11486544 w 12192000"/>
              <a:gd name="connsiteY268" fmla="*/ 129542 h 6858000"/>
              <a:gd name="connsiteX269" fmla="*/ 11559533 w 12192000"/>
              <a:gd name="connsiteY269" fmla="*/ 171043 h 6858000"/>
              <a:gd name="connsiteX270" fmla="*/ 11649742 w 12192000"/>
              <a:gd name="connsiteY270" fmla="*/ 218406 h 6858000"/>
              <a:gd name="connsiteX271" fmla="*/ 11658933 w 12192000"/>
              <a:gd name="connsiteY271" fmla="*/ 218692 h 6858000"/>
              <a:gd name="connsiteX272" fmla="*/ 11668227 w 12192000"/>
              <a:gd name="connsiteY272" fmla="*/ 218406 h 6858000"/>
              <a:gd name="connsiteX273" fmla="*/ 11759372 w 12192000"/>
              <a:gd name="connsiteY273" fmla="*/ 171043 h 6858000"/>
              <a:gd name="connsiteX274" fmla="*/ 11846449 w 12192000"/>
              <a:gd name="connsiteY274" fmla="*/ 128625 h 6858000"/>
              <a:gd name="connsiteX275" fmla="*/ 11934693 w 12192000"/>
              <a:gd name="connsiteY275" fmla="*/ 171043 h 6858000"/>
              <a:gd name="connsiteX276" fmla="*/ 12024791 w 12192000"/>
              <a:gd name="connsiteY276" fmla="*/ 218406 h 6858000"/>
              <a:gd name="connsiteX277" fmla="*/ 12033966 w 12192000"/>
              <a:gd name="connsiteY277" fmla="*/ 218692 h 6858000"/>
              <a:gd name="connsiteX278" fmla="*/ 12043259 w 12192000"/>
              <a:gd name="connsiteY278" fmla="*/ 218406 h 6858000"/>
              <a:gd name="connsiteX279" fmla="*/ 12134403 w 12192000"/>
              <a:gd name="connsiteY279" fmla="*/ 171043 h 6858000"/>
              <a:gd name="connsiteX280" fmla="*/ 12165738 w 12192000"/>
              <a:gd name="connsiteY280" fmla="*/ 144620 h 6858000"/>
              <a:gd name="connsiteX281" fmla="*/ 12192000 w 12192000"/>
              <a:gd name="connsiteY281" fmla="*/ 134913 h 6858000"/>
              <a:gd name="connsiteX282" fmla="*/ 12192000 w 12192000"/>
              <a:gd name="connsiteY282" fmla="*/ 215369 h 6858000"/>
              <a:gd name="connsiteX283" fmla="*/ 12182682 w 12192000"/>
              <a:gd name="connsiteY283" fmla="*/ 217122 h 6858000"/>
              <a:gd name="connsiteX284" fmla="*/ 12122209 w 12192000"/>
              <a:gd name="connsiteY284" fmla="*/ 258878 h 6858000"/>
              <a:gd name="connsiteX285" fmla="*/ 12049292 w 12192000"/>
              <a:gd name="connsiteY285" fmla="*/ 300380 h 6858000"/>
              <a:gd name="connsiteX286" fmla="*/ 12033966 w 12192000"/>
              <a:gd name="connsiteY286" fmla="*/ 301297 h 6858000"/>
              <a:gd name="connsiteX287" fmla="*/ 12018849 w 12192000"/>
              <a:gd name="connsiteY287" fmla="*/ 300380 h 6858000"/>
              <a:gd name="connsiteX288" fmla="*/ 11946887 w 12192000"/>
              <a:gd name="connsiteY288" fmla="*/ 258878 h 6858000"/>
              <a:gd name="connsiteX289" fmla="*/ 11846449 w 12192000"/>
              <a:gd name="connsiteY289" fmla="*/ 211230 h 6858000"/>
              <a:gd name="connsiteX290" fmla="*/ 11747177 w 12192000"/>
              <a:gd name="connsiteY290" fmla="*/ 258878 h 6858000"/>
              <a:gd name="connsiteX291" fmla="*/ 11674249 w 12192000"/>
              <a:gd name="connsiteY291" fmla="*/ 300380 h 6858000"/>
              <a:gd name="connsiteX292" fmla="*/ 11658933 w 12192000"/>
              <a:gd name="connsiteY292" fmla="*/ 301297 h 6858000"/>
              <a:gd name="connsiteX293" fmla="*/ 11643789 w 12192000"/>
              <a:gd name="connsiteY293" fmla="*/ 300380 h 6858000"/>
              <a:gd name="connsiteX294" fmla="*/ 11571746 w 12192000"/>
              <a:gd name="connsiteY294" fmla="*/ 258878 h 6858000"/>
              <a:gd name="connsiteX295" fmla="*/ 11480474 w 12192000"/>
              <a:gd name="connsiteY295" fmla="*/ 211516 h 6858000"/>
              <a:gd name="connsiteX296" fmla="*/ 11471176 w 12192000"/>
              <a:gd name="connsiteY296" fmla="*/ 211230 h 6858000"/>
              <a:gd name="connsiteX297" fmla="*/ 11461993 w 12192000"/>
              <a:gd name="connsiteY297" fmla="*/ 211516 h 6858000"/>
              <a:gd name="connsiteX298" fmla="*/ 11371907 w 12192000"/>
              <a:gd name="connsiteY298" fmla="*/ 258878 h 6858000"/>
              <a:gd name="connsiteX299" fmla="*/ 11298999 w 12192000"/>
              <a:gd name="connsiteY299" fmla="*/ 300380 h 6858000"/>
              <a:gd name="connsiteX300" fmla="*/ 11283661 w 12192000"/>
              <a:gd name="connsiteY300" fmla="*/ 301297 h 6858000"/>
              <a:gd name="connsiteX301" fmla="*/ 11268535 w 12192000"/>
              <a:gd name="connsiteY301" fmla="*/ 300380 h 6858000"/>
              <a:gd name="connsiteX302" fmla="*/ 11196576 w 12192000"/>
              <a:gd name="connsiteY302" fmla="*/ 258878 h 6858000"/>
              <a:gd name="connsiteX303" fmla="*/ 11105427 w 12192000"/>
              <a:gd name="connsiteY303" fmla="*/ 211516 h 6858000"/>
              <a:gd name="connsiteX304" fmla="*/ 11096145 w 12192000"/>
              <a:gd name="connsiteY304" fmla="*/ 211230 h 6858000"/>
              <a:gd name="connsiteX305" fmla="*/ 11086959 w 12192000"/>
              <a:gd name="connsiteY305" fmla="*/ 211516 h 6858000"/>
              <a:gd name="connsiteX306" fmla="*/ 10996876 w 12192000"/>
              <a:gd name="connsiteY306" fmla="*/ 258878 h 6858000"/>
              <a:gd name="connsiteX307" fmla="*/ 10923965 w 12192000"/>
              <a:gd name="connsiteY307" fmla="*/ 300380 h 6858000"/>
              <a:gd name="connsiteX308" fmla="*/ 10908630 w 12192000"/>
              <a:gd name="connsiteY308" fmla="*/ 301297 h 6858000"/>
              <a:gd name="connsiteX309" fmla="*/ 10893649 w 12192000"/>
              <a:gd name="connsiteY309" fmla="*/ 300380 h 6858000"/>
              <a:gd name="connsiteX310" fmla="*/ 10821431 w 12192000"/>
              <a:gd name="connsiteY310" fmla="*/ 258878 h 6858000"/>
              <a:gd name="connsiteX311" fmla="*/ 10730174 w 12192000"/>
              <a:gd name="connsiteY311" fmla="*/ 211516 h 6858000"/>
              <a:gd name="connsiteX312" fmla="*/ 10720876 w 12192000"/>
              <a:gd name="connsiteY312" fmla="*/ 211230 h 6858000"/>
              <a:gd name="connsiteX313" fmla="*/ 10711689 w 12192000"/>
              <a:gd name="connsiteY313" fmla="*/ 211516 h 6858000"/>
              <a:gd name="connsiteX314" fmla="*/ 10621594 w 12192000"/>
              <a:gd name="connsiteY314" fmla="*/ 258878 h 6858000"/>
              <a:gd name="connsiteX315" fmla="*/ 10533351 w 12192000"/>
              <a:gd name="connsiteY315" fmla="*/ 301297 h 6858000"/>
              <a:gd name="connsiteX316" fmla="*/ 10446269 w 12192000"/>
              <a:gd name="connsiteY316" fmla="*/ 258878 h 6858000"/>
              <a:gd name="connsiteX317" fmla="*/ 10355125 w 12192000"/>
              <a:gd name="connsiteY317" fmla="*/ 211516 h 6858000"/>
              <a:gd name="connsiteX318" fmla="*/ 10345834 w 12192000"/>
              <a:gd name="connsiteY318" fmla="*/ 211230 h 6858000"/>
              <a:gd name="connsiteX319" fmla="*/ 10336658 w 12192000"/>
              <a:gd name="connsiteY319" fmla="*/ 211516 h 6858000"/>
              <a:gd name="connsiteX320" fmla="*/ 10246560 w 12192000"/>
              <a:gd name="connsiteY320" fmla="*/ 258878 h 6858000"/>
              <a:gd name="connsiteX321" fmla="*/ 10158317 w 12192000"/>
              <a:gd name="connsiteY321" fmla="*/ 301297 h 6858000"/>
              <a:gd name="connsiteX322" fmla="*/ 10071128 w 12192000"/>
              <a:gd name="connsiteY322" fmla="*/ 258878 h 6858000"/>
              <a:gd name="connsiteX323" fmla="*/ 9979863 w 12192000"/>
              <a:gd name="connsiteY323" fmla="*/ 211516 h 6858000"/>
              <a:gd name="connsiteX324" fmla="*/ 9970560 w 12192000"/>
              <a:gd name="connsiteY324" fmla="*/ 211230 h 6858000"/>
              <a:gd name="connsiteX325" fmla="*/ 9961480 w 12192000"/>
              <a:gd name="connsiteY325" fmla="*/ 211516 h 6858000"/>
              <a:gd name="connsiteX326" fmla="*/ 9871289 w 12192000"/>
              <a:gd name="connsiteY326" fmla="*/ 258878 h 6858000"/>
              <a:gd name="connsiteX327" fmla="*/ 9783043 w 12192000"/>
              <a:gd name="connsiteY327" fmla="*/ 301297 h 6858000"/>
              <a:gd name="connsiteX328" fmla="*/ 9695915 w 12192000"/>
              <a:gd name="connsiteY328" fmla="*/ 258878 h 6858000"/>
              <a:gd name="connsiteX329" fmla="*/ 9596008 w 12192000"/>
              <a:gd name="connsiteY329" fmla="*/ 211230 h 6858000"/>
              <a:gd name="connsiteX330" fmla="*/ 9496153 w 12192000"/>
              <a:gd name="connsiteY330" fmla="*/ 258878 h 6858000"/>
              <a:gd name="connsiteX331" fmla="*/ 9408491 w 12192000"/>
              <a:gd name="connsiteY331" fmla="*/ 301297 h 6858000"/>
              <a:gd name="connsiteX332" fmla="*/ 9320829 w 12192000"/>
              <a:gd name="connsiteY332" fmla="*/ 258878 h 6858000"/>
              <a:gd name="connsiteX333" fmla="*/ 9220974 w 12192000"/>
              <a:gd name="connsiteY333" fmla="*/ 211230 h 6858000"/>
              <a:gd name="connsiteX334" fmla="*/ 9220974 w 12192000"/>
              <a:gd name="connsiteY334" fmla="*/ 229243 h 6858000"/>
              <a:gd name="connsiteX335" fmla="*/ 9308637 w 12192000"/>
              <a:gd name="connsiteY335" fmla="*/ 271662 h 6858000"/>
              <a:gd name="connsiteX336" fmla="*/ 9408491 w 12192000"/>
              <a:gd name="connsiteY336" fmla="*/ 319311 h 6858000"/>
              <a:gd name="connsiteX337" fmla="*/ 9508345 w 12192000"/>
              <a:gd name="connsiteY337" fmla="*/ 271662 h 6858000"/>
              <a:gd name="connsiteX338" fmla="*/ 9596008 w 12192000"/>
              <a:gd name="connsiteY338" fmla="*/ 229243 h 6858000"/>
              <a:gd name="connsiteX339" fmla="*/ 9683717 w 12192000"/>
              <a:gd name="connsiteY339" fmla="*/ 271662 h 6858000"/>
              <a:gd name="connsiteX340" fmla="*/ 9783043 w 12192000"/>
              <a:gd name="connsiteY340" fmla="*/ 319311 h 6858000"/>
              <a:gd name="connsiteX341" fmla="*/ 9883485 w 12192000"/>
              <a:gd name="connsiteY341" fmla="*/ 271662 h 6858000"/>
              <a:gd name="connsiteX342" fmla="*/ 9955612 w 12192000"/>
              <a:gd name="connsiteY342" fmla="*/ 230161 h 6858000"/>
              <a:gd name="connsiteX343" fmla="*/ 9970560 w 12192000"/>
              <a:gd name="connsiteY343" fmla="*/ 229243 h 6858000"/>
              <a:gd name="connsiteX344" fmla="*/ 9985926 w 12192000"/>
              <a:gd name="connsiteY344" fmla="*/ 230161 h 6858000"/>
              <a:gd name="connsiteX345" fmla="*/ 10058916 w 12192000"/>
              <a:gd name="connsiteY345" fmla="*/ 271662 h 6858000"/>
              <a:gd name="connsiteX346" fmla="*/ 10158317 w 12192000"/>
              <a:gd name="connsiteY346" fmla="*/ 319311 h 6858000"/>
              <a:gd name="connsiteX347" fmla="*/ 10258754 w 12192000"/>
              <a:gd name="connsiteY347" fmla="*/ 271662 h 6858000"/>
              <a:gd name="connsiteX348" fmla="*/ 10330881 w 12192000"/>
              <a:gd name="connsiteY348" fmla="*/ 230161 h 6858000"/>
              <a:gd name="connsiteX349" fmla="*/ 10345834 w 12192000"/>
              <a:gd name="connsiteY349" fmla="*/ 229243 h 6858000"/>
              <a:gd name="connsiteX350" fmla="*/ 10361177 w 12192000"/>
              <a:gd name="connsiteY350" fmla="*/ 230161 h 6858000"/>
              <a:gd name="connsiteX351" fmla="*/ 10434077 w 12192000"/>
              <a:gd name="connsiteY351" fmla="*/ 271662 h 6858000"/>
              <a:gd name="connsiteX352" fmla="*/ 10533351 w 12192000"/>
              <a:gd name="connsiteY352" fmla="*/ 319311 h 6858000"/>
              <a:gd name="connsiteX353" fmla="*/ 10633785 w 12192000"/>
              <a:gd name="connsiteY353" fmla="*/ 271662 h 6858000"/>
              <a:gd name="connsiteX354" fmla="*/ 10705912 w 12192000"/>
              <a:gd name="connsiteY354" fmla="*/ 230161 h 6858000"/>
              <a:gd name="connsiteX355" fmla="*/ 10720876 w 12192000"/>
              <a:gd name="connsiteY355" fmla="*/ 229243 h 6858000"/>
              <a:gd name="connsiteX356" fmla="*/ 10736228 w 12192000"/>
              <a:gd name="connsiteY356" fmla="*/ 230161 h 6858000"/>
              <a:gd name="connsiteX357" fmla="*/ 10809233 w 12192000"/>
              <a:gd name="connsiteY357" fmla="*/ 271662 h 6858000"/>
              <a:gd name="connsiteX358" fmla="*/ 10899430 w 12192000"/>
              <a:gd name="connsiteY358" fmla="*/ 319025 h 6858000"/>
              <a:gd name="connsiteX359" fmla="*/ 10908630 w 12192000"/>
              <a:gd name="connsiteY359" fmla="*/ 319311 h 6858000"/>
              <a:gd name="connsiteX360" fmla="*/ 10917910 w 12192000"/>
              <a:gd name="connsiteY360" fmla="*/ 319025 h 6858000"/>
              <a:gd name="connsiteX361" fmla="*/ 11009059 w 12192000"/>
              <a:gd name="connsiteY361" fmla="*/ 271662 h 6858000"/>
              <a:gd name="connsiteX362" fmla="*/ 11081018 w 12192000"/>
              <a:gd name="connsiteY362" fmla="*/ 230161 h 6858000"/>
              <a:gd name="connsiteX363" fmla="*/ 11096145 w 12192000"/>
              <a:gd name="connsiteY363" fmla="*/ 229243 h 6858000"/>
              <a:gd name="connsiteX364" fmla="*/ 11111482 w 12192000"/>
              <a:gd name="connsiteY364" fmla="*/ 230161 h 6858000"/>
              <a:gd name="connsiteX365" fmla="*/ 11184392 w 12192000"/>
              <a:gd name="connsiteY365" fmla="*/ 271662 h 6858000"/>
              <a:gd name="connsiteX366" fmla="*/ 11274476 w 12192000"/>
              <a:gd name="connsiteY366" fmla="*/ 319025 h 6858000"/>
              <a:gd name="connsiteX367" fmla="*/ 11283661 w 12192000"/>
              <a:gd name="connsiteY367" fmla="*/ 319311 h 6858000"/>
              <a:gd name="connsiteX368" fmla="*/ 11292944 w 12192000"/>
              <a:gd name="connsiteY368" fmla="*/ 319025 h 6858000"/>
              <a:gd name="connsiteX369" fmla="*/ 11384093 w 12192000"/>
              <a:gd name="connsiteY369" fmla="*/ 271662 h 6858000"/>
              <a:gd name="connsiteX370" fmla="*/ 11456052 w 12192000"/>
              <a:gd name="connsiteY370" fmla="*/ 230161 h 6858000"/>
              <a:gd name="connsiteX371" fmla="*/ 11471176 w 12192000"/>
              <a:gd name="connsiteY371" fmla="*/ 229243 h 6858000"/>
              <a:gd name="connsiteX372" fmla="*/ 11486544 w 12192000"/>
              <a:gd name="connsiteY372" fmla="*/ 230161 h 6858000"/>
              <a:gd name="connsiteX373" fmla="*/ 11559533 w 12192000"/>
              <a:gd name="connsiteY373" fmla="*/ 271662 h 6858000"/>
              <a:gd name="connsiteX374" fmla="*/ 11649742 w 12192000"/>
              <a:gd name="connsiteY374" fmla="*/ 319025 h 6858000"/>
              <a:gd name="connsiteX375" fmla="*/ 11658933 w 12192000"/>
              <a:gd name="connsiteY375" fmla="*/ 319311 h 6858000"/>
              <a:gd name="connsiteX376" fmla="*/ 11668227 w 12192000"/>
              <a:gd name="connsiteY376" fmla="*/ 319025 h 6858000"/>
              <a:gd name="connsiteX377" fmla="*/ 11759372 w 12192000"/>
              <a:gd name="connsiteY377" fmla="*/ 271662 h 6858000"/>
              <a:gd name="connsiteX378" fmla="*/ 11846449 w 12192000"/>
              <a:gd name="connsiteY378" fmla="*/ 229243 h 6858000"/>
              <a:gd name="connsiteX379" fmla="*/ 11934693 w 12192000"/>
              <a:gd name="connsiteY379" fmla="*/ 271662 h 6858000"/>
              <a:gd name="connsiteX380" fmla="*/ 12024791 w 12192000"/>
              <a:gd name="connsiteY380" fmla="*/ 319025 h 6858000"/>
              <a:gd name="connsiteX381" fmla="*/ 12033966 w 12192000"/>
              <a:gd name="connsiteY381" fmla="*/ 319311 h 6858000"/>
              <a:gd name="connsiteX382" fmla="*/ 12043259 w 12192000"/>
              <a:gd name="connsiteY382" fmla="*/ 319025 h 6858000"/>
              <a:gd name="connsiteX383" fmla="*/ 12134403 w 12192000"/>
              <a:gd name="connsiteY383" fmla="*/ 271662 h 6858000"/>
              <a:gd name="connsiteX384" fmla="*/ 12165743 w 12192000"/>
              <a:gd name="connsiteY384" fmla="*/ 245239 h 6858000"/>
              <a:gd name="connsiteX385" fmla="*/ 12192000 w 12192000"/>
              <a:gd name="connsiteY385" fmla="*/ 235534 h 6858000"/>
              <a:gd name="connsiteX386" fmla="*/ 12192000 w 12192000"/>
              <a:gd name="connsiteY386" fmla="*/ 315260 h 6858000"/>
              <a:gd name="connsiteX387" fmla="*/ 12182688 w 12192000"/>
              <a:gd name="connsiteY387" fmla="*/ 317009 h 6858000"/>
              <a:gd name="connsiteX388" fmla="*/ 12122209 w 12192000"/>
              <a:gd name="connsiteY388" fmla="*/ 358238 h 6858000"/>
              <a:gd name="connsiteX389" fmla="*/ 12049292 w 12192000"/>
              <a:gd name="connsiteY389" fmla="*/ 399802 h 6858000"/>
              <a:gd name="connsiteX390" fmla="*/ 12033966 w 12192000"/>
              <a:gd name="connsiteY390" fmla="*/ 400696 h 6858000"/>
              <a:gd name="connsiteX391" fmla="*/ 12018849 w 12192000"/>
              <a:gd name="connsiteY391" fmla="*/ 399802 h 6858000"/>
              <a:gd name="connsiteX392" fmla="*/ 11946887 w 12192000"/>
              <a:gd name="connsiteY392" fmla="*/ 358238 h 6858000"/>
              <a:gd name="connsiteX393" fmla="*/ 11846449 w 12192000"/>
              <a:gd name="connsiteY393" fmla="*/ 311127 h 6858000"/>
              <a:gd name="connsiteX394" fmla="*/ 11747177 w 12192000"/>
              <a:gd name="connsiteY394" fmla="*/ 358238 h 6858000"/>
              <a:gd name="connsiteX395" fmla="*/ 11674249 w 12192000"/>
              <a:gd name="connsiteY395" fmla="*/ 399802 h 6858000"/>
              <a:gd name="connsiteX396" fmla="*/ 11658933 w 12192000"/>
              <a:gd name="connsiteY396" fmla="*/ 400696 h 6858000"/>
              <a:gd name="connsiteX397" fmla="*/ 11643789 w 12192000"/>
              <a:gd name="connsiteY397" fmla="*/ 399802 h 6858000"/>
              <a:gd name="connsiteX398" fmla="*/ 11571746 w 12192000"/>
              <a:gd name="connsiteY398" fmla="*/ 358238 h 6858000"/>
              <a:gd name="connsiteX399" fmla="*/ 11480474 w 12192000"/>
              <a:gd name="connsiteY399" fmla="*/ 311413 h 6858000"/>
              <a:gd name="connsiteX400" fmla="*/ 11471176 w 12192000"/>
              <a:gd name="connsiteY400" fmla="*/ 311127 h 6858000"/>
              <a:gd name="connsiteX401" fmla="*/ 11461993 w 12192000"/>
              <a:gd name="connsiteY401" fmla="*/ 311413 h 6858000"/>
              <a:gd name="connsiteX402" fmla="*/ 11371907 w 12192000"/>
              <a:gd name="connsiteY402" fmla="*/ 358238 h 6858000"/>
              <a:gd name="connsiteX403" fmla="*/ 11298999 w 12192000"/>
              <a:gd name="connsiteY403" fmla="*/ 399802 h 6858000"/>
              <a:gd name="connsiteX404" fmla="*/ 11283661 w 12192000"/>
              <a:gd name="connsiteY404" fmla="*/ 400696 h 6858000"/>
              <a:gd name="connsiteX405" fmla="*/ 11268535 w 12192000"/>
              <a:gd name="connsiteY405" fmla="*/ 399802 h 6858000"/>
              <a:gd name="connsiteX406" fmla="*/ 11196576 w 12192000"/>
              <a:gd name="connsiteY406" fmla="*/ 358238 h 6858000"/>
              <a:gd name="connsiteX407" fmla="*/ 11105427 w 12192000"/>
              <a:gd name="connsiteY407" fmla="*/ 311413 h 6858000"/>
              <a:gd name="connsiteX408" fmla="*/ 11096145 w 12192000"/>
              <a:gd name="connsiteY408" fmla="*/ 311127 h 6858000"/>
              <a:gd name="connsiteX409" fmla="*/ 11086959 w 12192000"/>
              <a:gd name="connsiteY409" fmla="*/ 311413 h 6858000"/>
              <a:gd name="connsiteX410" fmla="*/ 10996876 w 12192000"/>
              <a:gd name="connsiteY410" fmla="*/ 358238 h 6858000"/>
              <a:gd name="connsiteX411" fmla="*/ 10923965 w 12192000"/>
              <a:gd name="connsiteY411" fmla="*/ 399802 h 6858000"/>
              <a:gd name="connsiteX412" fmla="*/ 10908630 w 12192000"/>
              <a:gd name="connsiteY412" fmla="*/ 400696 h 6858000"/>
              <a:gd name="connsiteX413" fmla="*/ 10893649 w 12192000"/>
              <a:gd name="connsiteY413" fmla="*/ 399802 h 6858000"/>
              <a:gd name="connsiteX414" fmla="*/ 10821431 w 12192000"/>
              <a:gd name="connsiteY414" fmla="*/ 358238 h 6858000"/>
              <a:gd name="connsiteX415" fmla="*/ 10730174 w 12192000"/>
              <a:gd name="connsiteY415" fmla="*/ 311413 h 6858000"/>
              <a:gd name="connsiteX416" fmla="*/ 10720876 w 12192000"/>
              <a:gd name="connsiteY416" fmla="*/ 311127 h 6858000"/>
              <a:gd name="connsiteX417" fmla="*/ 10711689 w 12192000"/>
              <a:gd name="connsiteY417" fmla="*/ 311413 h 6858000"/>
              <a:gd name="connsiteX418" fmla="*/ 10621594 w 12192000"/>
              <a:gd name="connsiteY418" fmla="*/ 358238 h 6858000"/>
              <a:gd name="connsiteX419" fmla="*/ 10533351 w 12192000"/>
              <a:gd name="connsiteY419" fmla="*/ 400696 h 6858000"/>
              <a:gd name="connsiteX420" fmla="*/ 10446269 w 12192000"/>
              <a:gd name="connsiteY420" fmla="*/ 358238 h 6858000"/>
              <a:gd name="connsiteX421" fmla="*/ 10355125 w 12192000"/>
              <a:gd name="connsiteY421" fmla="*/ 311413 h 6858000"/>
              <a:gd name="connsiteX422" fmla="*/ 10345834 w 12192000"/>
              <a:gd name="connsiteY422" fmla="*/ 311127 h 6858000"/>
              <a:gd name="connsiteX423" fmla="*/ 10336658 w 12192000"/>
              <a:gd name="connsiteY423" fmla="*/ 311413 h 6858000"/>
              <a:gd name="connsiteX424" fmla="*/ 10246560 w 12192000"/>
              <a:gd name="connsiteY424" fmla="*/ 358238 h 6858000"/>
              <a:gd name="connsiteX425" fmla="*/ 10158317 w 12192000"/>
              <a:gd name="connsiteY425" fmla="*/ 400696 h 6858000"/>
              <a:gd name="connsiteX426" fmla="*/ 10071128 w 12192000"/>
              <a:gd name="connsiteY426" fmla="*/ 358238 h 6858000"/>
              <a:gd name="connsiteX427" fmla="*/ 9979863 w 12192000"/>
              <a:gd name="connsiteY427" fmla="*/ 311413 h 6858000"/>
              <a:gd name="connsiteX428" fmla="*/ 9970560 w 12192000"/>
              <a:gd name="connsiteY428" fmla="*/ 311127 h 6858000"/>
              <a:gd name="connsiteX429" fmla="*/ 9961480 w 12192000"/>
              <a:gd name="connsiteY429" fmla="*/ 311413 h 6858000"/>
              <a:gd name="connsiteX430" fmla="*/ 9871289 w 12192000"/>
              <a:gd name="connsiteY430" fmla="*/ 358238 h 6858000"/>
              <a:gd name="connsiteX431" fmla="*/ 9783043 w 12192000"/>
              <a:gd name="connsiteY431" fmla="*/ 400696 h 6858000"/>
              <a:gd name="connsiteX432" fmla="*/ 9695915 w 12192000"/>
              <a:gd name="connsiteY432" fmla="*/ 358238 h 6858000"/>
              <a:gd name="connsiteX433" fmla="*/ 9596008 w 12192000"/>
              <a:gd name="connsiteY433" fmla="*/ 311127 h 6858000"/>
              <a:gd name="connsiteX434" fmla="*/ 9496153 w 12192000"/>
              <a:gd name="connsiteY434" fmla="*/ 358238 h 6858000"/>
              <a:gd name="connsiteX435" fmla="*/ 9408491 w 12192000"/>
              <a:gd name="connsiteY435" fmla="*/ 400696 h 6858000"/>
              <a:gd name="connsiteX436" fmla="*/ 9320829 w 12192000"/>
              <a:gd name="connsiteY436" fmla="*/ 358238 h 6858000"/>
              <a:gd name="connsiteX437" fmla="*/ 9220974 w 12192000"/>
              <a:gd name="connsiteY437" fmla="*/ 311127 h 6858000"/>
              <a:gd name="connsiteX438" fmla="*/ 9220974 w 12192000"/>
              <a:gd name="connsiteY438" fmla="*/ 329157 h 6858000"/>
              <a:gd name="connsiteX439" fmla="*/ 9308637 w 12192000"/>
              <a:gd name="connsiteY439" fmla="*/ 371615 h 6858000"/>
              <a:gd name="connsiteX440" fmla="*/ 9408491 w 12192000"/>
              <a:gd name="connsiteY440" fmla="*/ 418726 h 6858000"/>
              <a:gd name="connsiteX441" fmla="*/ 9508345 w 12192000"/>
              <a:gd name="connsiteY441" fmla="*/ 371615 h 6858000"/>
              <a:gd name="connsiteX442" fmla="*/ 9596008 w 12192000"/>
              <a:gd name="connsiteY442" fmla="*/ 329157 h 6858000"/>
              <a:gd name="connsiteX443" fmla="*/ 9683717 w 12192000"/>
              <a:gd name="connsiteY443" fmla="*/ 371615 h 6858000"/>
              <a:gd name="connsiteX444" fmla="*/ 9783043 w 12192000"/>
              <a:gd name="connsiteY444" fmla="*/ 418726 h 6858000"/>
              <a:gd name="connsiteX445" fmla="*/ 9883485 w 12192000"/>
              <a:gd name="connsiteY445" fmla="*/ 371615 h 6858000"/>
              <a:gd name="connsiteX446" fmla="*/ 9955612 w 12192000"/>
              <a:gd name="connsiteY446" fmla="*/ 330051 h 6858000"/>
              <a:gd name="connsiteX447" fmla="*/ 9970560 w 12192000"/>
              <a:gd name="connsiteY447" fmla="*/ 329157 h 6858000"/>
              <a:gd name="connsiteX448" fmla="*/ 9985926 w 12192000"/>
              <a:gd name="connsiteY448" fmla="*/ 330051 h 6858000"/>
              <a:gd name="connsiteX449" fmla="*/ 10058916 w 12192000"/>
              <a:gd name="connsiteY449" fmla="*/ 371615 h 6858000"/>
              <a:gd name="connsiteX450" fmla="*/ 10158317 w 12192000"/>
              <a:gd name="connsiteY450" fmla="*/ 418726 h 6858000"/>
              <a:gd name="connsiteX451" fmla="*/ 10258754 w 12192000"/>
              <a:gd name="connsiteY451" fmla="*/ 371615 h 6858000"/>
              <a:gd name="connsiteX452" fmla="*/ 10330881 w 12192000"/>
              <a:gd name="connsiteY452" fmla="*/ 330051 h 6858000"/>
              <a:gd name="connsiteX453" fmla="*/ 10345834 w 12192000"/>
              <a:gd name="connsiteY453" fmla="*/ 329157 h 6858000"/>
              <a:gd name="connsiteX454" fmla="*/ 10361177 w 12192000"/>
              <a:gd name="connsiteY454" fmla="*/ 330051 h 6858000"/>
              <a:gd name="connsiteX455" fmla="*/ 10434077 w 12192000"/>
              <a:gd name="connsiteY455" fmla="*/ 371615 h 6858000"/>
              <a:gd name="connsiteX456" fmla="*/ 10533351 w 12192000"/>
              <a:gd name="connsiteY456" fmla="*/ 418726 h 6858000"/>
              <a:gd name="connsiteX457" fmla="*/ 10633785 w 12192000"/>
              <a:gd name="connsiteY457" fmla="*/ 371615 h 6858000"/>
              <a:gd name="connsiteX458" fmla="*/ 10705912 w 12192000"/>
              <a:gd name="connsiteY458" fmla="*/ 330051 h 6858000"/>
              <a:gd name="connsiteX459" fmla="*/ 10720876 w 12192000"/>
              <a:gd name="connsiteY459" fmla="*/ 329157 h 6858000"/>
              <a:gd name="connsiteX460" fmla="*/ 10736228 w 12192000"/>
              <a:gd name="connsiteY460" fmla="*/ 330051 h 6858000"/>
              <a:gd name="connsiteX461" fmla="*/ 10809233 w 12192000"/>
              <a:gd name="connsiteY461" fmla="*/ 371615 h 6858000"/>
              <a:gd name="connsiteX462" fmla="*/ 10899430 w 12192000"/>
              <a:gd name="connsiteY462" fmla="*/ 418446 h 6858000"/>
              <a:gd name="connsiteX463" fmla="*/ 10908630 w 12192000"/>
              <a:gd name="connsiteY463" fmla="*/ 418726 h 6858000"/>
              <a:gd name="connsiteX464" fmla="*/ 10917910 w 12192000"/>
              <a:gd name="connsiteY464" fmla="*/ 418446 h 6858000"/>
              <a:gd name="connsiteX465" fmla="*/ 11009059 w 12192000"/>
              <a:gd name="connsiteY465" fmla="*/ 371615 h 6858000"/>
              <a:gd name="connsiteX466" fmla="*/ 11081018 w 12192000"/>
              <a:gd name="connsiteY466" fmla="*/ 330051 h 6858000"/>
              <a:gd name="connsiteX467" fmla="*/ 11096145 w 12192000"/>
              <a:gd name="connsiteY467" fmla="*/ 329157 h 6858000"/>
              <a:gd name="connsiteX468" fmla="*/ 11111482 w 12192000"/>
              <a:gd name="connsiteY468" fmla="*/ 330051 h 6858000"/>
              <a:gd name="connsiteX469" fmla="*/ 11184392 w 12192000"/>
              <a:gd name="connsiteY469" fmla="*/ 371615 h 6858000"/>
              <a:gd name="connsiteX470" fmla="*/ 11274476 w 12192000"/>
              <a:gd name="connsiteY470" fmla="*/ 418446 h 6858000"/>
              <a:gd name="connsiteX471" fmla="*/ 11283661 w 12192000"/>
              <a:gd name="connsiteY471" fmla="*/ 418726 h 6858000"/>
              <a:gd name="connsiteX472" fmla="*/ 11292944 w 12192000"/>
              <a:gd name="connsiteY472" fmla="*/ 418446 h 6858000"/>
              <a:gd name="connsiteX473" fmla="*/ 11384093 w 12192000"/>
              <a:gd name="connsiteY473" fmla="*/ 371615 h 6858000"/>
              <a:gd name="connsiteX474" fmla="*/ 11456052 w 12192000"/>
              <a:gd name="connsiteY474" fmla="*/ 330051 h 6858000"/>
              <a:gd name="connsiteX475" fmla="*/ 11471176 w 12192000"/>
              <a:gd name="connsiteY475" fmla="*/ 329157 h 6858000"/>
              <a:gd name="connsiteX476" fmla="*/ 11486544 w 12192000"/>
              <a:gd name="connsiteY476" fmla="*/ 330051 h 6858000"/>
              <a:gd name="connsiteX477" fmla="*/ 11559533 w 12192000"/>
              <a:gd name="connsiteY477" fmla="*/ 371615 h 6858000"/>
              <a:gd name="connsiteX478" fmla="*/ 11649742 w 12192000"/>
              <a:gd name="connsiteY478" fmla="*/ 418446 h 6858000"/>
              <a:gd name="connsiteX479" fmla="*/ 11658933 w 12192000"/>
              <a:gd name="connsiteY479" fmla="*/ 418726 h 6858000"/>
              <a:gd name="connsiteX480" fmla="*/ 11668227 w 12192000"/>
              <a:gd name="connsiteY480" fmla="*/ 418446 h 6858000"/>
              <a:gd name="connsiteX481" fmla="*/ 11759372 w 12192000"/>
              <a:gd name="connsiteY481" fmla="*/ 371615 h 6858000"/>
              <a:gd name="connsiteX482" fmla="*/ 11846449 w 12192000"/>
              <a:gd name="connsiteY482" fmla="*/ 329157 h 6858000"/>
              <a:gd name="connsiteX483" fmla="*/ 11934693 w 12192000"/>
              <a:gd name="connsiteY483" fmla="*/ 371615 h 6858000"/>
              <a:gd name="connsiteX484" fmla="*/ 12024791 w 12192000"/>
              <a:gd name="connsiteY484" fmla="*/ 418446 h 6858000"/>
              <a:gd name="connsiteX485" fmla="*/ 12033966 w 12192000"/>
              <a:gd name="connsiteY485" fmla="*/ 418726 h 6858000"/>
              <a:gd name="connsiteX486" fmla="*/ 12043259 w 12192000"/>
              <a:gd name="connsiteY486" fmla="*/ 418446 h 6858000"/>
              <a:gd name="connsiteX487" fmla="*/ 12134403 w 12192000"/>
              <a:gd name="connsiteY487" fmla="*/ 371615 h 6858000"/>
              <a:gd name="connsiteX488" fmla="*/ 12165748 w 12192000"/>
              <a:gd name="connsiteY488" fmla="*/ 344926 h 6858000"/>
              <a:gd name="connsiteX489" fmla="*/ 12192000 w 12192000"/>
              <a:gd name="connsiteY489" fmla="*/ 335353 h 6858000"/>
              <a:gd name="connsiteX490" fmla="*/ 12192000 w 12192000"/>
              <a:gd name="connsiteY490" fmla="*/ 414683 h 6858000"/>
              <a:gd name="connsiteX491" fmla="*/ 12182693 w 12192000"/>
              <a:gd name="connsiteY491" fmla="*/ 416434 h 6858000"/>
              <a:gd name="connsiteX492" fmla="*/ 12122209 w 12192000"/>
              <a:gd name="connsiteY492" fmla="*/ 458190 h 6858000"/>
              <a:gd name="connsiteX493" fmla="*/ 12049292 w 12192000"/>
              <a:gd name="connsiteY493" fmla="*/ 499692 h 6858000"/>
              <a:gd name="connsiteX494" fmla="*/ 12033966 w 12192000"/>
              <a:gd name="connsiteY494" fmla="*/ 500609 h 6858000"/>
              <a:gd name="connsiteX495" fmla="*/ 12018849 w 12192000"/>
              <a:gd name="connsiteY495" fmla="*/ 499692 h 6858000"/>
              <a:gd name="connsiteX496" fmla="*/ 11946887 w 12192000"/>
              <a:gd name="connsiteY496" fmla="*/ 458190 h 6858000"/>
              <a:gd name="connsiteX497" fmla="*/ 11846449 w 12192000"/>
              <a:gd name="connsiteY497" fmla="*/ 410542 h 6858000"/>
              <a:gd name="connsiteX498" fmla="*/ 11747177 w 12192000"/>
              <a:gd name="connsiteY498" fmla="*/ 458190 h 6858000"/>
              <a:gd name="connsiteX499" fmla="*/ 11674249 w 12192000"/>
              <a:gd name="connsiteY499" fmla="*/ 499692 h 6858000"/>
              <a:gd name="connsiteX500" fmla="*/ 11658933 w 12192000"/>
              <a:gd name="connsiteY500" fmla="*/ 500609 h 6858000"/>
              <a:gd name="connsiteX501" fmla="*/ 11643789 w 12192000"/>
              <a:gd name="connsiteY501" fmla="*/ 499692 h 6858000"/>
              <a:gd name="connsiteX502" fmla="*/ 11571746 w 12192000"/>
              <a:gd name="connsiteY502" fmla="*/ 458190 h 6858000"/>
              <a:gd name="connsiteX503" fmla="*/ 11480474 w 12192000"/>
              <a:gd name="connsiteY503" fmla="*/ 410828 h 6858000"/>
              <a:gd name="connsiteX504" fmla="*/ 11471176 w 12192000"/>
              <a:gd name="connsiteY504" fmla="*/ 410542 h 6858000"/>
              <a:gd name="connsiteX505" fmla="*/ 11461993 w 12192000"/>
              <a:gd name="connsiteY505" fmla="*/ 410828 h 6858000"/>
              <a:gd name="connsiteX506" fmla="*/ 11371907 w 12192000"/>
              <a:gd name="connsiteY506" fmla="*/ 458190 h 6858000"/>
              <a:gd name="connsiteX507" fmla="*/ 11298999 w 12192000"/>
              <a:gd name="connsiteY507" fmla="*/ 499692 h 6858000"/>
              <a:gd name="connsiteX508" fmla="*/ 11283661 w 12192000"/>
              <a:gd name="connsiteY508" fmla="*/ 500609 h 6858000"/>
              <a:gd name="connsiteX509" fmla="*/ 11268535 w 12192000"/>
              <a:gd name="connsiteY509" fmla="*/ 499692 h 6858000"/>
              <a:gd name="connsiteX510" fmla="*/ 11196576 w 12192000"/>
              <a:gd name="connsiteY510" fmla="*/ 458190 h 6858000"/>
              <a:gd name="connsiteX511" fmla="*/ 11105427 w 12192000"/>
              <a:gd name="connsiteY511" fmla="*/ 410828 h 6858000"/>
              <a:gd name="connsiteX512" fmla="*/ 11096145 w 12192000"/>
              <a:gd name="connsiteY512" fmla="*/ 410542 h 6858000"/>
              <a:gd name="connsiteX513" fmla="*/ 11086959 w 12192000"/>
              <a:gd name="connsiteY513" fmla="*/ 410828 h 6858000"/>
              <a:gd name="connsiteX514" fmla="*/ 10996876 w 12192000"/>
              <a:gd name="connsiteY514" fmla="*/ 458190 h 6858000"/>
              <a:gd name="connsiteX515" fmla="*/ 10923965 w 12192000"/>
              <a:gd name="connsiteY515" fmla="*/ 499692 h 6858000"/>
              <a:gd name="connsiteX516" fmla="*/ 10908630 w 12192000"/>
              <a:gd name="connsiteY516" fmla="*/ 500609 h 6858000"/>
              <a:gd name="connsiteX517" fmla="*/ 10893649 w 12192000"/>
              <a:gd name="connsiteY517" fmla="*/ 499692 h 6858000"/>
              <a:gd name="connsiteX518" fmla="*/ 10821431 w 12192000"/>
              <a:gd name="connsiteY518" fmla="*/ 458190 h 6858000"/>
              <a:gd name="connsiteX519" fmla="*/ 10730174 w 12192000"/>
              <a:gd name="connsiteY519" fmla="*/ 410828 h 6858000"/>
              <a:gd name="connsiteX520" fmla="*/ 10720876 w 12192000"/>
              <a:gd name="connsiteY520" fmla="*/ 410542 h 6858000"/>
              <a:gd name="connsiteX521" fmla="*/ 10711689 w 12192000"/>
              <a:gd name="connsiteY521" fmla="*/ 410828 h 6858000"/>
              <a:gd name="connsiteX522" fmla="*/ 10621594 w 12192000"/>
              <a:gd name="connsiteY522" fmla="*/ 458190 h 6858000"/>
              <a:gd name="connsiteX523" fmla="*/ 10533351 w 12192000"/>
              <a:gd name="connsiteY523" fmla="*/ 500609 h 6858000"/>
              <a:gd name="connsiteX524" fmla="*/ 10446269 w 12192000"/>
              <a:gd name="connsiteY524" fmla="*/ 458190 h 6858000"/>
              <a:gd name="connsiteX525" fmla="*/ 10355125 w 12192000"/>
              <a:gd name="connsiteY525" fmla="*/ 410828 h 6858000"/>
              <a:gd name="connsiteX526" fmla="*/ 10345834 w 12192000"/>
              <a:gd name="connsiteY526" fmla="*/ 410542 h 6858000"/>
              <a:gd name="connsiteX527" fmla="*/ 10336658 w 12192000"/>
              <a:gd name="connsiteY527" fmla="*/ 410828 h 6858000"/>
              <a:gd name="connsiteX528" fmla="*/ 10246560 w 12192000"/>
              <a:gd name="connsiteY528" fmla="*/ 458190 h 6858000"/>
              <a:gd name="connsiteX529" fmla="*/ 10158317 w 12192000"/>
              <a:gd name="connsiteY529" fmla="*/ 500609 h 6858000"/>
              <a:gd name="connsiteX530" fmla="*/ 10071128 w 12192000"/>
              <a:gd name="connsiteY530" fmla="*/ 458190 h 6858000"/>
              <a:gd name="connsiteX531" fmla="*/ 9979863 w 12192000"/>
              <a:gd name="connsiteY531" fmla="*/ 410828 h 6858000"/>
              <a:gd name="connsiteX532" fmla="*/ 9970560 w 12192000"/>
              <a:gd name="connsiteY532" fmla="*/ 410542 h 6858000"/>
              <a:gd name="connsiteX533" fmla="*/ 9961480 w 12192000"/>
              <a:gd name="connsiteY533" fmla="*/ 410828 h 6858000"/>
              <a:gd name="connsiteX534" fmla="*/ 9871289 w 12192000"/>
              <a:gd name="connsiteY534" fmla="*/ 458190 h 6858000"/>
              <a:gd name="connsiteX535" fmla="*/ 9783043 w 12192000"/>
              <a:gd name="connsiteY535" fmla="*/ 500609 h 6858000"/>
              <a:gd name="connsiteX536" fmla="*/ 9695915 w 12192000"/>
              <a:gd name="connsiteY536" fmla="*/ 458190 h 6858000"/>
              <a:gd name="connsiteX537" fmla="*/ 9596008 w 12192000"/>
              <a:gd name="connsiteY537" fmla="*/ 410542 h 6858000"/>
              <a:gd name="connsiteX538" fmla="*/ 9496153 w 12192000"/>
              <a:gd name="connsiteY538" fmla="*/ 458190 h 6858000"/>
              <a:gd name="connsiteX539" fmla="*/ 9408491 w 12192000"/>
              <a:gd name="connsiteY539" fmla="*/ 500609 h 6858000"/>
              <a:gd name="connsiteX540" fmla="*/ 9320829 w 12192000"/>
              <a:gd name="connsiteY540" fmla="*/ 458190 h 6858000"/>
              <a:gd name="connsiteX541" fmla="*/ 9220974 w 12192000"/>
              <a:gd name="connsiteY541" fmla="*/ 410542 h 6858000"/>
              <a:gd name="connsiteX542" fmla="*/ 9220974 w 12192000"/>
              <a:gd name="connsiteY542" fmla="*/ 428555 h 6858000"/>
              <a:gd name="connsiteX543" fmla="*/ 9308637 w 12192000"/>
              <a:gd name="connsiteY543" fmla="*/ 470974 h 6858000"/>
              <a:gd name="connsiteX544" fmla="*/ 9408491 w 12192000"/>
              <a:gd name="connsiteY544" fmla="*/ 518622 h 6858000"/>
              <a:gd name="connsiteX545" fmla="*/ 9508345 w 12192000"/>
              <a:gd name="connsiteY545" fmla="*/ 470974 h 6858000"/>
              <a:gd name="connsiteX546" fmla="*/ 9596008 w 12192000"/>
              <a:gd name="connsiteY546" fmla="*/ 428555 h 6858000"/>
              <a:gd name="connsiteX547" fmla="*/ 9683717 w 12192000"/>
              <a:gd name="connsiteY547" fmla="*/ 470974 h 6858000"/>
              <a:gd name="connsiteX548" fmla="*/ 9783043 w 12192000"/>
              <a:gd name="connsiteY548" fmla="*/ 518622 h 6858000"/>
              <a:gd name="connsiteX549" fmla="*/ 9883485 w 12192000"/>
              <a:gd name="connsiteY549" fmla="*/ 470974 h 6858000"/>
              <a:gd name="connsiteX550" fmla="*/ 9955612 w 12192000"/>
              <a:gd name="connsiteY550" fmla="*/ 429472 h 6858000"/>
              <a:gd name="connsiteX551" fmla="*/ 9970560 w 12192000"/>
              <a:gd name="connsiteY551" fmla="*/ 428555 h 6858000"/>
              <a:gd name="connsiteX552" fmla="*/ 9985926 w 12192000"/>
              <a:gd name="connsiteY552" fmla="*/ 429472 h 6858000"/>
              <a:gd name="connsiteX553" fmla="*/ 10058916 w 12192000"/>
              <a:gd name="connsiteY553" fmla="*/ 470974 h 6858000"/>
              <a:gd name="connsiteX554" fmla="*/ 10158317 w 12192000"/>
              <a:gd name="connsiteY554" fmla="*/ 518622 h 6858000"/>
              <a:gd name="connsiteX555" fmla="*/ 10258754 w 12192000"/>
              <a:gd name="connsiteY555" fmla="*/ 470974 h 6858000"/>
              <a:gd name="connsiteX556" fmla="*/ 10330881 w 12192000"/>
              <a:gd name="connsiteY556" fmla="*/ 429472 h 6858000"/>
              <a:gd name="connsiteX557" fmla="*/ 10345834 w 12192000"/>
              <a:gd name="connsiteY557" fmla="*/ 428555 h 6858000"/>
              <a:gd name="connsiteX558" fmla="*/ 10361177 w 12192000"/>
              <a:gd name="connsiteY558" fmla="*/ 429472 h 6858000"/>
              <a:gd name="connsiteX559" fmla="*/ 10434077 w 12192000"/>
              <a:gd name="connsiteY559" fmla="*/ 470974 h 6858000"/>
              <a:gd name="connsiteX560" fmla="*/ 10533351 w 12192000"/>
              <a:gd name="connsiteY560" fmla="*/ 518622 h 6858000"/>
              <a:gd name="connsiteX561" fmla="*/ 10633785 w 12192000"/>
              <a:gd name="connsiteY561" fmla="*/ 470974 h 6858000"/>
              <a:gd name="connsiteX562" fmla="*/ 10705912 w 12192000"/>
              <a:gd name="connsiteY562" fmla="*/ 429472 h 6858000"/>
              <a:gd name="connsiteX563" fmla="*/ 10720876 w 12192000"/>
              <a:gd name="connsiteY563" fmla="*/ 428555 h 6858000"/>
              <a:gd name="connsiteX564" fmla="*/ 10736228 w 12192000"/>
              <a:gd name="connsiteY564" fmla="*/ 429472 h 6858000"/>
              <a:gd name="connsiteX565" fmla="*/ 10809233 w 12192000"/>
              <a:gd name="connsiteY565" fmla="*/ 470974 h 6858000"/>
              <a:gd name="connsiteX566" fmla="*/ 10899430 w 12192000"/>
              <a:gd name="connsiteY566" fmla="*/ 518336 h 6858000"/>
              <a:gd name="connsiteX567" fmla="*/ 10908630 w 12192000"/>
              <a:gd name="connsiteY567" fmla="*/ 518622 h 6858000"/>
              <a:gd name="connsiteX568" fmla="*/ 10917910 w 12192000"/>
              <a:gd name="connsiteY568" fmla="*/ 518336 h 6858000"/>
              <a:gd name="connsiteX569" fmla="*/ 11009059 w 12192000"/>
              <a:gd name="connsiteY569" fmla="*/ 470974 h 6858000"/>
              <a:gd name="connsiteX570" fmla="*/ 11081018 w 12192000"/>
              <a:gd name="connsiteY570" fmla="*/ 429472 h 6858000"/>
              <a:gd name="connsiteX571" fmla="*/ 11096145 w 12192000"/>
              <a:gd name="connsiteY571" fmla="*/ 428555 h 6858000"/>
              <a:gd name="connsiteX572" fmla="*/ 11111482 w 12192000"/>
              <a:gd name="connsiteY572" fmla="*/ 429472 h 6858000"/>
              <a:gd name="connsiteX573" fmla="*/ 11184392 w 12192000"/>
              <a:gd name="connsiteY573" fmla="*/ 470974 h 6858000"/>
              <a:gd name="connsiteX574" fmla="*/ 11274476 w 12192000"/>
              <a:gd name="connsiteY574" fmla="*/ 518336 h 6858000"/>
              <a:gd name="connsiteX575" fmla="*/ 11283661 w 12192000"/>
              <a:gd name="connsiteY575" fmla="*/ 518622 h 6858000"/>
              <a:gd name="connsiteX576" fmla="*/ 11292944 w 12192000"/>
              <a:gd name="connsiteY576" fmla="*/ 518336 h 6858000"/>
              <a:gd name="connsiteX577" fmla="*/ 11384093 w 12192000"/>
              <a:gd name="connsiteY577" fmla="*/ 470974 h 6858000"/>
              <a:gd name="connsiteX578" fmla="*/ 11456052 w 12192000"/>
              <a:gd name="connsiteY578" fmla="*/ 429472 h 6858000"/>
              <a:gd name="connsiteX579" fmla="*/ 11471176 w 12192000"/>
              <a:gd name="connsiteY579" fmla="*/ 428555 h 6858000"/>
              <a:gd name="connsiteX580" fmla="*/ 11486544 w 12192000"/>
              <a:gd name="connsiteY580" fmla="*/ 429472 h 6858000"/>
              <a:gd name="connsiteX581" fmla="*/ 11559533 w 12192000"/>
              <a:gd name="connsiteY581" fmla="*/ 470974 h 6858000"/>
              <a:gd name="connsiteX582" fmla="*/ 11649742 w 12192000"/>
              <a:gd name="connsiteY582" fmla="*/ 518336 h 6858000"/>
              <a:gd name="connsiteX583" fmla="*/ 11658933 w 12192000"/>
              <a:gd name="connsiteY583" fmla="*/ 518622 h 6858000"/>
              <a:gd name="connsiteX584" fmla="*/ 11668227 w 12192000"/>
              <a:gd name="connsiteY584" fmla="*/ 518336 h 6858000"/>
              <a:gd name="connsiteX585" fmla="*/ 11759372 w 12192000"/>
              <a:gd name="connsiteY585" fmla="*/ 470974 h 6858000"/>
              <a:gd name="connsiteX586" fmla="*/ 11846449 w 12192000"/>
              <a:gd name="connsiteY586" fmla="*/ 428555 h 6858000"/>
              <a:gd name="connsiteX587" fmla="*/ 11934693 w 12192000"/>
              <a:gd name="connsiteY587" fmla="*/ 470974 h 6858000"/>
              <a:gd name="connsiteX588" fmla="*/ 12024791 w 12192000"/>
              <a:gd name="connsiteY588" fmla="*/ 518336 h 6858000"/>
              <a:gd name="connsiteX589" fmla="*/ 12033966 w 12192000"/>
              <a:gd name="connsiteY589" fmla="*/ 518622 h 6858000"/>
              <a:gd name="connsiteX590" fmla="*/ 12043259 w 12192000"/>
              <a:gd name="connsiteY590" fmla="*/ 518336 h 6858000"/>
              <a:gd name="connsiteX591" fmla="*/ 12134403 w 12192000"/>
              <a:gd name="connsiteY591" fmla="*/ 470974 h 6858000"/>
              <a:gd name="connsiteX592" fmla="*/ 12165753 w 12192000"/>
              <a:gd name="connsiteY592" fmla="*/ 444551 h 6858000"/>
              <a:gd name="connsiteX593" fmla="*/ 12192000 w 12192000"/>
              <a:gd name="connsiteY593" fmla="*/ 434849 h 6858000"/>
              <a:gd name="connsiteX594" fmla="*/ 12192000 w 12192000"/>
              <a:gd name="connsiteY594" fmla="*/ 515701 h 6858000"/>
              <a:gd name="connsiteX595" fmla="*/ 12182700 w 12192000"/>
              <a:gd name="connsiteY595" fmla="*/ 517416 h 6858000"/>
              <a:gd name="connsiteX596" fmla="*/ 12122209 w 12192000"/>
              <a:gd name="connsiteY596" fmla="*/ 558753 h 6858000"/>
              <a:gd name="connsiteX597" fmla="*/ 12049292 w 12192000"/>
              <a:gd name="connsiteY597" fmla="*/ 600293 h 6858000"/>
              <a:gd name="connsiteX598" fmla="*/ 12033966 w 12192000"/>
              <a:gd name="connsiteY598" fmla="*/ 601211 h 6858000"/>
              <a:gd name="connsiteX599" fmla="*/ 12018849 w 12192000"/>
              <a:gd name="connsiteY599" fmla="*/ 600317 h 6858000"/>
              <a:gd name="connsiteX600" fmla="*/ 11946887 w 12192000"/>
              <a:gd name="connsiteY600" fmla="*/ 558753 h 6858000"/>
              <a:gd name="connsiteX601" fmla="*/ 11846449 w 12192000"/>
              <a:gd name="connsiteY601" fmla="*/ 511642 h 6858000"/>
              <a:gd name="connsiteX602" fmla="*/ 11747177 w 12192000"/>
              <a:gd name="connsiteY602" fmla="*/ 558753 h 6858000"/>
              <a:gd name="connsiteX603" fmla="*/ 11674249 w 12192000"/>
              <a:gd name="connsiteY603" fmla="*/ 600293 h 6858000"/>
              <a:gd name="connsiteX604" fmla="*/ 11658933 w 12192000"/>
              <a:gd name="connsiteY604" fmla="*/ 601211 h 6858000"/>
              <a:gd name="connsiteX605" fmla="*/ 11643789 w 12192000"/>
              <a:gd name="connsiteY605" fmla="*/ 600317 h 6858000"/>
              <a:gd name="connsiteX606" fmla="*/ 11571746 w 12192000"/>
              <a:gd name="connsiteY606" fmla="*/ 558753 h 6858000"/>
              <a:gd name="connsiteX607" fmla="*/ 11480474 w 12192000"/>
              <a:gd name="connsiteY607" fmla="*/ 511922 h 6858000"/>
              <a:gd name="connsiteX608" fmla="*/ 11471176 w 12192000"/>
              <a:gd name="connsiteY608" fmla="*/ 511642 h 6858000"/>
              <a:gd name="connsiteX609" fmla="*/ 11461993 w 12192000"/>
              <a:gd name="connsiteY609" fmla="*/ 511922 h 6858000"/>
              <a:gd name="connsiteX610" fmla="*/ 11371907 w 12192000"/>
              <a:gd name="connsiteY610" fmla="*/ 558753 h 6858000"/>
              <a:gd name="connsiteX611" fmla="*/ 11298999 w 12192000"/>
              <a:gd name="connsiteY611" fmla="*/ 600293 h 6858000"/>
              <a:gd name="connsiteX612" fmla="*/ 11283661 w 12192000"/>
              <a:gd name="connsiteY612" fmla="*/ 601211 h 6858000"/>
              <a:gd name="connsiteX613" fmla="*/ 11268535 w 12192000"/>
              <a:gd name="connsiteY613" fmla="*/ 600317 h 6858000"/>
              <a:gd name="connsiteX614" fmla="*/ 11196576 w 12192000"/>
              <a:gd name="connsiteY614" fmla="*/ 558753 h 6858000"/>
              <a:gd name="connsiteX615" fmla="*/ 11105427 w 12192000"/>
              <a:gd name="connsiteY615" fmla="*/ 511922 h 6858000"/>
              <a:gd name="connsiteX616" fmla="*/ 11096145 w 12192000"/>
              <a:gd name="connsiteY616" fmla="*/ 511642 h 6858000"/>
              <a:gd name="connsiteX617" fmla="*/ 11086959 w 12192000"/>
              <a:gd name="connsiteY617" fmla="*/ 511922 h 6858000"/>
              <a:gd name="connsiteX618" fmla="*/ 10996876 w 12192000"/>
              <a:gd name="connsiteY618" fmla="*/ 558753 h 6858000"/>
              <a:gd name="connsiteX619" fmla="*/ 10923965 w 12192000"/>
              <a:gd name="connsiteY619" fmla="*/ 600293 h 6858000"/>
              <a:gd name="connsiteX620" fmla="*/ 10908630 w 12192000"/>
              <a:gd name="connsiteY620" fmla="*/ 601211 h 6858000"/>
              <a:gd name="connsiteX621" fmla="*/ 10893649 w 12192000"/>
              <a:gd name="connsiteY621" fmla="*/ 600317 h 6858000"/>
              <a:gd name="connsiteX622" fmla="*/ 10821431 w 12192000"/>
              <a:gd name="connsiteY622" fmla="*/ 558753 h 6858000"/>
              <a:gd name="connsiteX623" fmla="*/ 10730174 w 12192000"/>
              <a:gd name="connsiteY623" fmla="*/ 511922 h 6858000"/>
              <a:gd name="connsiteX624" fmla="*/ 10720876 w 12192000"/>
              <a:gd name="connsiteY624" fmla="*/ 511642 h 6858000"/>
              <a:gd name="connsiteX625" fmla="*/ 10711689 w 12192000"/>
              <a:gd name="connsiteY625" fmla="*/ 511922 h 6858000"/>
              <a:gd name="connsiteX626" fmla="*/ 10621594 w 12192000"/>
              <a:gd name="connsiteY626" fmla="*/ 558753 h 6858000"/>
              <a:gd name="connsiteX627" fmla="*/ 10533351 w 12192000"/>
              <a:gd name="connsiteY627" fmla="*/ 601211 h 6858000"/>
              <a:gd name="connsiteX628" fmla="*/ 10446269 w 12192000"/>
              <a:gd name="connsiteY628" fmla="*/ 558753 h 6858000"/>
              <a:gd name="connsiteX629" fmla="*/ 10355125 w 12192000"/>
              <a:gd name="connsiteY629" fmla="*/ 511922 h 6858000"/>
              <a:gd name="connsiteX630" fmla="*/ 10345834 w 12192000"/>
              <a:gd name="connsiteY630" fmla="*/ 511642 h 6858000"/>
              <a:gd name="connsiteX631" fmla="*/ 10336658 w 12192000"/>
              <a:gd name="connsiteY631" fmla="*/ 511922 h 6858000"/>
              <a:gd name="connsiteX632" fmla="*/ 10246560 w 12192000"/>
              <a:gd name="connsiteY632" fmla="*/ 558753 h 6858000"/>
              <a:gd name="connsiteX633" fmla="*/ 10158317 w 12192000"/>
              <a:gd name="connsiteY633" fmla="*/ 601211 h 6858000"/>
              <a:gd name="connsiteX634" fmla="*/ 10071128 w 12192000"/>
              <a:gd name="connsiteY634" fmla="*/ 558753 h 6858000"/>
              <a:gd name="connsiteX635" fmla="*/ 9979863 w 12192000"/>
              <a:gd name="connsiteY635" fmla="*/ 511922 h 6858000"/>
              <a:gd name="connsiteX636" fmla="*/ 9970560 w 12192000"/>
              <a:gd name="connsiteY636" fmla="*/ 511642 h 6858000"/>
              <a:gd name="connsiteX637" fmla="*/ 9961480 w 12192000"/>
              <a:gd name="connsiteY637" fmla="*/ 511922 h 6858000"/>
              <a:gd name="connsiteX638" fmla="*/ 9871289 w 12192000"/>
              <a:gd name="connsiteY638" fmla="*/ 558753 h 6858000"/>
              <a:gd name="connsiteX639" fmla="*/ 9783043 w 12192000"/>
              <a:gd name="connsiteY639" fmla="*/ 601211 h 6858000"/>
              <a:gd name="connsiteX640" fmla="*/ 9695915 w 12192000"/>
              <a:gd name="connsiteY640" fmla="*/ 558753 h 6858000"/>
              <a:gd name="connsiteX641" fmla="*/ 9596008 w 12192000"/>
              <a:gd name="connsiteY641" fmla="*/ 511642 h 6858000"/>
              <a:gd name="connsiteX642" fmla="*/ 9496153 w 12192000"/>
              <a:gd name="connsiteY642" fmla="*/ 558753 h 6858000"/>
              <a:gd name="connsiteX643" fmla="*/ 9408491 w 12192000"/>
              <a:gd name="connsiteY643" fmla="*/ 601211 h 6858000"/>
              <a:gd name="connsiteX644" fmla="*/ 9320829 w 12192000"/>
              <a:gd name="connsiteY644" fmla="*/ 558753 h 6858000"/>
              <a:gd name="connsiteX645" fmla="*/ 9220974 w 12192000"/>
              <a:gd name="connsiteY645" fmla="*/ 511642 h 6858000"/>
              <a:gd name="connsiteX646" fmla="*/ 9220974 w 12192000"/>
              <a:gd name="connsiteY646" fmla="*/ 529090 h 6858000"/>
              <a:gd name="connsiteX647" fmla="*/ 9308637 w 12192000"/>
              <a:gd name="connsiteY647" fmla="*/ 571549 h 6858000"/>
              <a:gd name="connsiteX648" fmla="*/ 9408491 w 12192000"/>
              <a:gd name="connsiteY648" fmla="*/ 619241 h 6858000"/>
              <a:gd name="connsiteX649" fmla="*/ 9508345 w 12192000"/>
              <a:gd name="connsiteY649" fmla="*/ 571549 h 6858000"/>
              <a:gd name="connsiteX650" fmla="*/ 9596008 w 12192000"/>
              <a:gd name="connsiteY650" fmla="*/ 529090 h 6858000"/>
              <a:gd name="connsiteX651" fmla="*/ 9683717 w 12192000"/>
              <a:gd name="connsiteY651" fmla="*/ 571549 h 6858000"/>
              <a:gd name="connsiteX652" fmla="*/ 9783043 w 12192000"/>
              <a:gd name="connsiteY652" fmla="*/ 619241 h 6858000"/>
              <a:gd name="connsiteX653" fmla="*/ 9883485 w 12192000"/>
              <a:gd name="connsiteY653" fmla="*/ 571549 h 6858000"/>
              <a:gd name="connsiteX654" fmla="*/ 9955612 w 12192000"/>
              <a:gd name="connsiteY654" fmla="*/ 530008 h 6858000"/>
              <a:gd name="connsiteX655" fmla="*/ 9970560 w 12192000"/>
              <a:gd name="connsiteY655" fmla="*/ 529090 h 6858000"/>
              <a:gd name="connsiteX656" fmla="*/ 9985926 w 12192000"/>
              <a:gd name="connsiteY656" fmla="*/ 530008 h 6858000"/>
              <a:gd name="connsiteX657" fmla="*/ 10058916 w 12192000"/>
              <a:gd name="connsiteY657" fmla="*/ 571549 h 6858000"/>
              <a:gd name="connsiteX658" fmla="*/ 10158317 w 12192000"/>
              <a:gd name="connsiteY658" fmla="*/ 619241 h 6858000"/>
              <a:gd name="connsiteX659" fmla="*/ 10258754 w 12192000"/>
              <a:gd name="connsiteY659" fmla="*/ 571549 h 6858000"/>
              <a:gd name="connsiteX660" fmla="*/ 10330881 w 12192000"/>
              <a:gd name="connsiteY660" fmla="*/ 530008 h 6858000"/>
              <a:gd name="connsiteX661" fmla="*/ 10345834 w 12192000"/>
              <a:gd name="connsiteY661" fmla="*/ 529090 h 6858000"/>
              <a:gd name="connsiteX662" fmla="*/ 10361177 w 12192000"/>
              <a:gd name="connsiteY662" fmla="*/ 530008 h 6858000"/>
              <a:gd name="connsiteX663" fmla="*/ 10434077 w 12192000"/>
              <a:gd name="connsiteY663" fmla="*/ 571549 h 6858000"/>
              <a:gd name="connsiteX664" fmla="*/ 10533351 w 12192000"/>
              <a:gd name="connsiteY664" fmla="*/ 619241 h 6858000"/>
              <a:gd name="connsiteX665" fmla="*/ 10633785 w 12192000"/>
              <a:gd name="connsiteY665" fmla="*/ 571549 h 6858000"/>
              <a:gd name="connsiteX666" fmla="*/ 10705912 w 12192000"/>
              <a:gd name="connsiteY666" fmla="*/ 530008 h 6858000"/>
              <a:gd name="connsiteX667" fmla="*/ 10720876 w 12192000"/>
              <a:gd name="connsiteY667" fmla="*/ 529090 h 6858000"/>
              <a:gd name="connsiteX668" fmla="*/ 10736228 w 12192000"/>
              <a:gd name="connsiteY668" fmla="*/ 530008 h 6858000"/>
              <a:gd name="connsiteX669" fmla="*/ 10809233 w 12192000"/>
              <a:gd name="connsiteY669" fmla="*/ 571549 h 6858000"/>
              <a:gd name="connsiteX670" fmla="*/ 10899430 w 12192000"/>
              <a:gd name="connsiteY670" fmla="*/ 618955 h 6858000"/>
              <a:gd name="connsiteX671" fmla="*/ 10908630 w 12192000"/>
              <a:gd name="connsiteY671" fmla="*/ 619241 h 6858000"/>
              <a:gd name="connsiteX672" fmla="*/ 10917910 w 12192000"/>
              <a:gd name="connsiteY672" fmla="*/ 618955 h 6858000"/>
              <a:gd name="connsiteX673" fmla="*/ 11009059 w 12192000"/>
              <a:gd name="connsiteY673" fmla="*/ 571549 h 6858000"/>
              <a:gd name="connsiteX674" fmla="*/ 11081018 w 12192000"/>
              <a:gd name="connsiteY674" fmla="*/ 530008 h 6858000"/>
              <a:gd name="connsiteX675" fmla="*/ 11096145 w 12192000"/>
              <a:gd name="connsiteY675" fmla="*/ 529090 h 6858000"/>
              <a:gd name="connsiteX676" fmla="*/ 11111482 w 12192000"/>
              <a:gd name="connsiteY676" fmla="*/ 530008 h 6858000"/>
              <a:gd name="connsiteX677" fmla="*/ 11184392 w 12192000"/>
              <a:gd name="connsiteY677" fmla="*/ 571549 h 6858000"/>
              <a:gd name="connsiteX678" fmla="*/ 11274476 w 12192000"/>
              <a:gd name="connsiteY678" fmla="*/ 618955 h 6858000"/>
              <a:gd name="connsiteX679" fmla="*/ 11283661 w 12192000"/>
              <a:gd name="connsiteY679" fmla="*/ 619241 h 6858000"/>
              <a:gd name="connsiteX680" fmla="*/ 11292944 w 12192000"/>
              <a:gd name="connsiteY680" fmla="*/ 618955 h 6858000"/>
              <a:gd name="connsiteX681" fmla="*/ 11384093 w 12192000"/>
              <a:gd name="connsiteY681" fmla="*/ 571549 h 6858000"/>
              <a:gd name="connsiteX682" fmla="*/ 11456052 w 12192000"/>
              <a:gd name="connsiteY682" fmla="*/ 530008 h 6858000"/>
              <a:gd name="connsiteX683" fmla="*/ 11471176 w 12192000"/>
              <a:gd name="connsiteY683" fmla="*/ 529090 h 6858000"/>
              <a:gd name="connsiteX684" fmla="*/ 11486544 w 12192000"/>
              <a:gd name="connsiteY684" fmla="*/ 530008 h 6858000"/>
              <a:gd name="connsiteX685" fmla="*/ 11559533 w 12192000"/>
              <a:gd name="connsiteY685" fmla="*/ 571549 h 6858000"/>
              <a:gd name="connsiteX686" fmla="*/ 11649742 w 12192000"/>
              <a:gd name="connsiteY686" fmla="*/ 618955 h 6858000"/>
              <a:gd name="connsiteX687" fmla="*/ 11658933 w 12192000"/>
              <a:gd name="connsiteY687" fmla="*/ 619241 h 6858000"/>
              <a:gd name="connsiteX688" fmla="*/ 11668227 w 12192000"/>
              <a:gd name="connsiteY688" fmla="*/ 618955 h 6858000"/>
              <a:gd name="connsiteX689" fmla="*/ 11759372 w 12192000"/>
              <a:gd name="connsiteY689" fmla="*/ 571549 h 6858000"/>
              <a:gd name="connsiteX690" fmla="*/ 11846449 w 12192000"/>
              <a:gd name="connsiteY690" fmla="*/ 529090 h 6858000"/>
              <a:gd name="connsiteX691" fmla="*/ 11934693 w 12192000"/>
              <a:gd name="connsiteY691" fmla="*/ 571549 h 6858000"/>
              <a:gd name="connsiteX692" fmla="*/ 12024791 w 12192000"/>
              <a:gd name="connsiteY692" fmla="*/ 618955 h 6858000"/>
              <a:gd name="connsiteX693" fmla="*/ 12033966 w 12192000"/>
              <a:gd name="connsiteY693" fmla="*/ 619241 h 6858000"/>
              <a:gd name="connsiteX694" fmla="*/ 12043259 w 12192000"/>
              <a:gd name="connsiteY694" fmla="*/ 618955 h 6858000"/>
              <a:gd name="connsiteX695" fmla="*/ 12134403 w 12192000"/>
              <a:gd name="connsiteY695" fmla="*/ 571549 h 6858000"/>
              <a:gd name="connsiteX696" fmla="*/ 12165759 w 12192000"/>
              <a:gd name="connsiteY696" fmla="*/ 545101 h 6858000"/>
              <a:gd name="connsiteX697" fmla="*/ 12192000 w 12192000"/>
              <a:gd name="connsiteY697" fmla="*/ 535393 h 6858000"/>
              <a:gd name="connsiteX698" fmla="*/ 12192000 w 12192000"/>
              <a:gd name="connsiteY698" fmla="*/ 615200 h 6858000"/>
              <a:gd name="connsiteX699" fmla="*/ 12182706 w 12192000"/>
              <a:gd name="connsiteY699" fmla="*/ 616949 h 6858000"/>
              <a:gd name="connsiteX700" fmla="*/ 12122209 w 12192000"/>
              <a:gd name="connsiteY700" fmla="*/ 658706 h 6858000"/>
              <a:gd name="connsiteX701" fmla="*/ 12049292 w 12192000"/>
              <a:gd name="connsiteY701" fmla="*/ 700208 h 6858000"/>
              <a:gd name="connsiteX702" fmla="*/ 12033966 w 12192000"/>
              <a:gd name="connsiteY702" fmla="*/ 701125 h 6858000"/>
              <a:gd name="connsiteX703" fmla="*/ 12018849 w 12192000"/>
              <a:gd name="connsiteY703" fmla="*/ 700208 h 6858000"/>
              <a:gd name="connsiteX704" fmla="*/ 11946887 w 12192000"/>
              <a:gd name="connsiteY704" fmla="*/ 658706 h 6858000"/>
              <a:gd name="connsiteX705" fmla="*/ 11846449 w 12192000"/>
              <a:gd name="connsiteY705" fmla="*/ 611057 h 6858000"/>
              <a:gd name="connsiteX706" fmla="*/ 11747177 w 12192000"/>
              <a:gd name="connsiteY706" fmla="*/ 658706 h 6858000"/>
              <a:gd name="connsiteX707" fmla="*/ 11674249 w 12192000"/>
              <a:gd name="connsiteY707" fmla="*/ 700208 h 6858000"/>
              <a:gd name="connsiteX708" fmla="*/ 11658933 w 12192000"/>
              <a:gd name="connsiteY708" fmla="*/ 701125 h 6858000"/>
              <a:gd name="connsiteX709" fmla="*/ 11643789 w 12192000"/>
              <a:gd name="connsiteY709" fmla="*/ 700208 h 6858000"/>
              <a:gd name="connsiteX710" fmla="*/ 11571746 w 12192000"/>
              <a:gd name="connsiteY710" fmla="*/ 658706 h 6858000"/>
              <a:gd name="connsiteX711" fmla="*/ 11480474 w 12192000"/>
              <a:gd name="connsiteY711" fmla="*/ 611343 h 6858000"/>
              <a:gd name="connsiteX712" fmla="*/ 11471176 w 12192000"/>
              <a:gd name="connsiteY712" fmla="*/ 611057 h 6858000"/>
              <a:gd name="connsiteX713" fmla="*/ 11461993 w 12192000"/>
              <a:gd name="connsiteY713" fmla="*/ 611343 h 6858000"/>
              <a:gd name="connsiteX714" fmla="*/ 11371907 w 12192000"/>
              <a:gd name="connsiteY714" fmla="*/ 658706 h 6858000"/>
              <a:gd name="connsiteX715" fmla="*/ 11298999 w 12192000"/>
              <a:gd name="connsiteY715" fmla="*/ 700208 h 6858000"/>
              <a:gd name="connsiteX716" fmla="*/ 11283661 w 12192000"/>
              <a:gd name="connsiteY716" fmla="*/ 701125 h 6858000"/>
              <a:gd name="connsiteX717" fmla="*/ 11268535 w 12192000"/>
              <a:gd name="connsiteY717" fmla="*/ 700208 h 6858000"/>
              <a:gd name="connsiteX718" fmla="*/ 11196576 w 12192000"/>
              <a:gd name="connsiteY718" fmla="*/ 658706 h 6858000"/>
              <a:gd name="connsiteX719" fmla="*/ 11105427 w 12192000"/>
              <a:gd name="connsiteY719" fmla="*/ 611343 h 6858000"/>
              <a:gd name="connsiteX720" fmla="*/ 11096145 w 12192000"/>
              <a:gd name="connsiteY720" fmla="*/ 611057 h 6858000"/>
              <a:gd name="connsiteX721" fmla="*/ 11086959 w 12192000"/>
              <a:gd name="connsiteY721" fmla="*/ 611343 h 6858000"/>
              <a:gd name="connsiteX722" fmla="*/ 10996876 w 12192000"/>
              <a:gd name="connsiteY722" fmla="*/ 658706 h 6858000"/>
              <a:gd name="connsiteX723" fmla="*/ 10923965 w 12192000"/>
              <a:gd name="connsiteY723" fmla="*/ 700208 h 6858000"/>
              <a:gd name="connsiteX724" fmla="*/ 10908630 w 12192000"/>
              <a:gd name="connsiteY724" fmla="*/ 701125 h 6858000"/>
              <a:gd name="connsiteX725" fmla="*/ 10893649 w 12192000"/>
              <a:gd name="connsiteY725" fmla="*/ 700208 h 6858000"/>
              <a:gd name="connsiteX726" fmla="*/ 10821431 w 12192000"/>
              <a:gd name="connsiteY726" fmla="*/ 658706 h 6858000"/>
              <a:gd name="connsiteX727" fmla="*/ 10730174 w 12192000"/>
              <a:gd name="connsiteY727" fmla="*/ 611343 h 6858000"/>
              <a:gd name="connsiteX728" fmla="*/ 10720876 w 12192000"/>
              <a:gd name="connsiteY728" fmla="*/ 611057 h 6858000"/>
              <a:gd name="connsiteX729" fmla="*/ 10711689 w 12192000"/>
              <a:gd name="connsiteY729" fmla="*/ 611343 h 6858000"/>
              <a:gd name="connsiteX730" fmla="*/ 10621594 w 12192000"/>
              <a:gd name="connsiteY730" fmla="*/ 658706 h 6858000"/>
              <a:gd name="connsiteX731" fmla="*/ 10533351 w 12192000"/>
              <a:gd name="connsiteY731" fmla="*/ 701125 h 6858000"/>
              <a:gd name="connsiteX732" fmla="*/ 10446269 w 12192000"/>
              <a:gd name="connsiteY732" fmla="*/ 658706 h 6858000"/>
              <a:gd name="connsiteX733" fmla="*/ 10355125 w 12192000"/>
              <a:gd name="connsiteY733" fmla="*/ 611343 h 6858000"/>
              <a:gd name="connsiteX734" fmla="*/ 10345834 w 12192000"/>
              <a:gd name="connsiteY734" fmla="*/ 611057 h 6858000"/>
              <a:gd name="connsiteX735" fmla="*/ 10336658 w 12192000"/>
              <a:gd name="connsiteY735" fmla="*/ 611343 h 6858000"/>
              <a:gd name="connsiteX736" fmla="*/ 10246560 w 12192000"/>
              <a:gd name="connsiteY736" fmla="*/ 658706 h 6858000"/>
              <a:gd name="connsiteX737" fmla="*/ 10158317 w 12192000"/>
              <a:gd name="connsiteY737" fmla="*/ 701125 h 6858000"/>
              <a:gd name="connsiteX738" fmla="*/ 10071128 w 12192000"/>
              <a:gd name="connsiteY738" fmla="*/ 658706 h 6858000"/>
              <a:gd name="connsiteX739" fmla="*/ 9979863 w 12192000"/>
              <a:gd name="connsiteY739" fmla="*/ 611343 h 6858000"/>
              <a:gd name="connsiteX740" fmla="*/ 9970560 w 12192000"/>
              <a:gd name="connsiteY740" fmla="*/ 611057 h 6858000"/>
              <a:gd name="connsiteX741" fmla="*/ 9961480 w 12192000"/>
              <a:gd name="connsiteY741" fmla="*/ 611343 h 6858000"/>
              <a:gd name="connsiteX742" fmla="*/ 9871289 w 12192000"/>
              <a:gd name="connsiteY742" fmla="*/ 658706 h 6858000"/>
              <a:gd name="connsiteX743" fmla="*/ 9783043 w 12192000"/>
              <a:gd name="connsiteY743" fmla="*/ 701125 h 6858000"/>
              <a:gd name="connsiteX744" fmla="*/ 9695915 w 12192000"/>
              <a:gd name="connsiteY744" fmla="*/ 658706 h 6858000"/>
              <a:gd name="connsiteX745" fmla="*/ 9596008 w 12192000"/>
              <a:gd name="connsiteY745" fmla="*/ 611057 h 6858000"/>
              <a:gd name="connsiteX746" fmla="*/ 9496153 w 12192000"/>
              <a:gd name="connsiteY746" fmla="*/ 658706 h 6858000"/>
              <a:gd name="connsiteX747" fmla="*/ 9408491 w 12192000"/>
              <a:gd name="connsiteY747" fmla="*/ 701125 h 6858000"/>
              <a:gd name="connsiteX748" fmla="*/ 9320829 w 12192000"/>
              <a:gd name="connsiteY748" fmla="*/ 658706 h 6858000"/>
              <a:gd name="connsiteX749" fmla="*/ 9220974 w 12192000"/>
              <a:gd name="connsiteY749" fmla="*/ 611057 h 6858000"/>
              <a:gd name="connsiteX750" fmla="*/ 9220974 w 12192000"/>
              <a:gd name="connsiteY750" fmla="*/ 629071 h 6858000"/>
              <a:gd name="connsiteX751" fmla="*/ 9308637 w 12192000"/>
              <a:gd name="connsiteY751" fmla="*/ 671490 h 6858000"/>
              <a:gd name="connsiteX752" fmla="*/ 9408491 w 12192000"/>
              <a:gd name="connsiteY752" fmla="*/ 719138 h 6858000"/>
              <a:gd name="connsiteX753" fmla="*/ 9508345 w 12192000"/>
              <a:gd name="connsiteY753" fmla="*/ 671490 h 6858000"/>
              <a:gd name="connsiteX754" fmla="*/ 9596008 w 12192000"/>
              <a:gd name="connsiteY754" fmla="*/ 629071 h 6858000"/>
              <a:gd name="connsiteX755" fmla="*/ 9683717 w 12192000"/>
              <a:gd name="connsiteY755" fmla="*/ 671490 h 6858000"/>
              <a:gd name="connsiteX756" fmla="*/ 9783043 w 12192000"/>
              <a:gd name="connsiteY756" fmla="*/ 719138 h 6858000"/>
              <a:gd name="connsiteX757" fmla="*/ 9883485 w 12192000"/>
              <a:gd name="connsiteY757" fmla="*/ 671490 h 6858000"/>
              <a:gd name="connsiteX758" fmla="*/ 9955612 w 12192000"/>
              <a:gd name="connsiteY758" fmla="*/ 629988 h 6858000"/>
              <a:gd name="connsiteX759" fmla="*/ 9970560 w 12192000"/>
              <a:gd name="connsiteY759" fmla="*/ 629071 h 6858000"/>
              <a:gd name="connsiteX760" fmla="*/ 9985926 w 12192000"/>
              <a:gd name="connsiteY760" fmla="*/ 629988 h 6858000"/>
              <a:gd name="connsiteX761" fmla="*/ 10058916 w 12192000"/>
              <a:gd name="connsiteY761" fmla="*/ 671490 h 6858000"/>
              <a:gd name="connsiteX762" fmla="*/ 10158317 w 12192000"/>
              <a:gd name="connsiteY762" fmla="*/ 719138 h 6858000"/>
              <a:gd name="connsiteX763" fmla="*/ 10258754 w 12192000"/>
              <a:gd name="connsiteY763" fmla="*/ 671490 h 6858000"/>
              <a:gd name="connsiteX764" fmla="*/ 10330881 w 12192000"/>
              <a:gd name="connsiteY764" fmla="*/ 629988 h 6858000"/>
              <a:gd name="connsiteX765" fmla="*/ 10345834 w 12192000"/>
              <a:gd name="connsiteY765" fmla="*/ 629071 h 6858000"/>
              <a:gd name="connsiteX766" fmla="*/ 10361177 w 12192000"/>
              <a:gd name="connsiteY766" fmla="*/ 629988 h 6858000"/>
              <a:gd name="connsiteX767" fmla="*/ 10434077 w 12192000"/>
              <a:gd name="connsiteY767" fmla="*/ 671490 h 6858000"/>
              <a:gd name="connsiteX768" fmla="*/ 10533351 w 12192000"/>
              <a:gd name="connsiteY768" fmla="*/ 719138 h 6858000"/>
              <a:gd name="connsiteX769" fmla="*/ 10633785 w 12192000"/>
              <a:gd name="connsiteY769" fmla="*/ 671490 h 6858000"/>
              <a:gd name="connsiteX770" fmla="*/ 10705912 w 12192000"/>
              <a:gd name="connsiteY770" fmla="*/ 629988 h 6858000"/>
              <a:gd name="connsiteX771" fmla="*/ 10720876 w 12192000"/>
              <a:gd name="connsiteY771" fmla="*/ 629071 h 6858000"/>
              <a:gd name="connsiteX772" fmla="*/ 10736228 w 12192000"/>
              <a:gd name="connsiteY772" fmla="*/ 629988 h 6858000"/>
              <a:gd name="connsiteX773" fmla="*/ 10809233 w 12192000"/>
              <a:gd name="connsiteY773" fmla="*/ 671490 h 6858000"/>
              <a:gd name="connsiteX774" fmla="*/ 10899430 w 12192000"/>
              <a:gd name="connsiteY774" fmla="*/ 718852 h 6858000"/>
              <a:gd name="connsiteX775" fmla="*/ 10908630 w 12192000"/>
              <a:gd name="connsiteY775" fmla="*/ 719138 h 6858000"/>
              <a:gd name="connsiteX776" fmla="*/ 10917910 w 12192000"/>
              <a:gd name="connsiteY776" fmla="*/ 718852 h 6858000"/>
              <a:gd name="connsiteX777" fmla="*/ 11009059 w 12192000"/>
              <a:gd name="connsiteY777" fmla="*/ 671490 h 6858000"/>
              <a:gd name="connsiteX778" fmla="*/ 11081018 w 12192000"/>
              <a:gd name="connsiteY778" fmla="*/ 629988 h 6858000"/>
              <a:gd name="connsiteX779" fmla="*/ 11096145 w 12192000"/>
              <a:gd name="connsiteY779" fmla="*/ 629071 h 6858000"/>
              <a:gd name="connsiteX780" fmla="*/ 11111482 w 12192000"/>
              <a:gd name="connsiteY780" fmla="*/ 629988 h 6858000"/>
              <a:gd name="connsiteX781" fmla="*/ 11184392 w 12192000"/>
              <a:gd name="connsiteY781" fmla="*/ 671490 h 6858000"/>
              <a:gd name="connsiteX782" fmla="*/ 11274476 w 12192000"/>
              <a:gd name="connsiteY782" fmla="*/ 718852 h 6858000"/>
              <a:gd name="connsiteX783" fmla="*/ 11283661 w 12192000"/>
              <a:gd name="connsiteY783" fmla="*/ 719138 h 6858000"/>
              <a:gd name="connsiteX784" fmla="*/ 11292944 w 12192000"/>
              <a:gd name="connsiteY784" fmla="*/ 718852 h 6858000"/>
              <a:gd name="connsiteX785" fmla="*/ 11384093 w 12192000"/>
              <a:gd name="connsiteY785" fmla="*/ 671490 h 6858000"/>
              <a:gd name="connsiteX786" fmla="*/ 11456052 w 12192000"/>
              <a:gd name="connsiteY786" fmla="*/ 629988 h 6858000"/>
              <a:gd name="connsiteX787" fmla="*/ 11471176 w 12192000"/>
              <a:gd name="connsiteY787" fmla="*/ 629071 h 6858000"/>
              <a:gd name="connsiteX788" fmla="*/ 11486544 w 12192000"/>
              <a:gd name="connsiteY788" fmla="*/ 629988 h 6858000"/>
              <a:gd name="connsiteX789" fmla="*/ 11559533 w 12192000"/>
              <a:gd name="connsiteY789" fmla="*/ 671490 h 6858000"/>
              <a:gd name="connsiteX790" fmla="*/ 11649742 w 12192000"/>
              <a:gd name="connsiteY790" fmla="*/ 718852 h 6858000"/>
              <a:gd name="connsiteX791" fmla="*/ 11658933 w 12192000"/>
              <a:gd name="connsiteY791" fmla="*/ 719138 h 6858000"/>
              <a:gd name="connsiteX792" fmla="*/ 11668227 w 12192000"/>
              <a:gd name="connsiteY792" fmla="*/ 718852 h 6858000"/>
              <a:gd name="connsiteX793" fmla="*/ 11759372 w 12192000"/>
              <a:gd name="connsiteY793" fmla="*/ 671490 h 6858000"/>
              <a:gd name="connsiteX794" fmla="*/ 11846449 w 12192000"/>
              <a:gd name="connsiteY794" fmla="*/ 629071 h 6858000"/>
              <a:gd name="connsiteX795" fmla="*/ 11934693 w 12192000"/>
              <a:gd name="connsiteY795" fmla="*/ 671490 h 6858000"/>
              <a:gd name="connsiteX796" fmla="*/ 12024791 w 12192000"/>
              <a:gd name="connsiteY796" fmla="*/ 718852 h 6858000"/>
              <a:gd name="connsiteX797" fmla="*/ 12033966 w 12192000"/>
              <a:gd name="connsiteY797" fmla="*/ 719138 h 6858000"/>
              <a:gd name="connsiteX798" fmla="*/ 12043259 w 12192000"/>
              <a:gd name="connsiteY798" fmla="*/ 718852 h 6858000"/>
              <a:gd name="connsiteX799" fmla="*/ 12134403 w 12192000"/>
              <a:gd name="connsiteY799" fmla="*/ 671490 h 6858000"/>
              <a:gd name="connsiteX800" fmla="*/ 12165764 w 12192000"/>
              <a:gd name="connsiteY800" fmla="*/ 645066 h 6858000"/>
              <a:gd name="connsiteX801" fmla="*/ 12192000 w 12192000"/>
              <a:gd name="connsiteY801" fmla="*/ 635369 h 6858000"/>
              <a:gd name="connsiteX802" fmla="*/ 12192000 w 12192000"/>
              <a:gd name="connsiteY802" fmla="*/ 6858000 h 6858000"/>
              <a:gd name="connsiteX803" fmla="*/ 0 w 12192000"/>
              <a:gd name="connsiteY80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</a:cxnLst>
            <a:rect l="l" t="t" r="r" b="b"/>
            <a:pathLst>
              <a:path w="12192000" h="6858000">
                <a:moveTo>
                  <a:pt x="12030799" y="0"/>
                </a:moveTo>
                <a:lnTo>
                  <a:pt x="12037178" y="0"/>
                </a:lnTo>
                <a:lnTo>
                  <a:pt x="12033966" y="187"/>
                </a:lnTo>
                <a:close/>
                <a:moveTo>
                  <a:pt x="11655760" y="0"/>
                </a:moveTo>
                <a:lnTo>
                  <a:pt x="11662143" y="0"/>
                </a:lnTo>
                <a:lnTo>
                  <a:pt x="11658933" y="187"/>
                </a:lnTo>
                <a:close/>
                <a:moveTo>
                  <a:pt x="11280492" y="0"/>
                </a:moveTo>
                <a:lnTo>
                  <a:pt x="11286875" y="0"/>
                </a:lnTo>
                <a:lnTo>
                  <a:pt x="11283661" y="187"/>
                </a:lnTo>
                <a:close/>
                <a:moveTo>
                  <a:pt x="10905491" y="0"/>
                </a:moveTo>
                <a:lnTo>
                  <a:pt x="10911844" y="0"/>
                </a:lnTo>
                <a:lnTo>
                  <a:pt x="10908630" y="187"/>
                </a:lnTo>
                <a:close/>
                <a:moveTo>
                  <a:pt x="10532604" y="0"/>
                </a:moveTo>
                <a:lnTo>
                  <a:pt x="10534113" y="0"/>
                </a:lnTo>
                <a:lnTo>
                  <a:pt x="10533351" y="187"/>
                </a:lnTo>
                <a:close/>
                <a:moveTo>
                  <a:pt x="10157569" y="0"/>
                </a:moveTo>
                <a:lnTo>
                  <a:pt x="10159079" y="0"/>
                </a:lnTo>
                <a:lnTo>
                  <a:pt x="10158317" y="187"/>
                </a:lnTo>
                <a:close/>
                <a:moveTo>
                  <a:pt x="9782296" y="0"/>
                </a:moveTo>
                <a:lnTo>
                  <a:pt x="9783805" y="0"/>
                </a:lnTo>
                <a:lnTo>
                  <a:pt x="9783043" y="187"/>
                </a:lnTo>
                <a:close/>
                <a:moveTo>
                  <a:pt x="9407737" y="0"/>
                </a:moveTo>
                <a:lnTo>
                  <a:pt x="9409245" y="0"/>
                </a:lnTo>
                <a:lnTo>
                  <a:pt x="9408491" y="187"/>
                </a:lnTo>
                <a:close/>
                <a:moveTo>
                  <a:pt x="0" y="0"/>
                </a:moveTo>
                <a:lnTo>
                  <a:pt x="9344852" y="0"/>
                </a:lnTo>
                <a:lnTo>
                  <a:pt x="9348549" y="2943"/>
                </a:lnTo>
                <a:cubicBezTo>
                  <a:pt x="9364224" y="11938"/>
                  <a:pt x="9383237" y="18177"/>
                  <a:pt x="9408491" y="18177"/>
                </a:cubicBezTo>
                <a:cubicBezTo>
                  <a:pt x="9433745" y="18177"/>
                  <a:pt x="9452903" y="12083"/>
                  <a:pt x="9468650" y="3161"/>
                </a:cubicBezTo>
                <a:lnTo>
                  <a:pt x="9472572" y="0"/>
                </a:lnTo>
                <a:lnTo>
                  <a:pt x="9719688" y="0"/>
                </a:lnTo>
                <a:lnTo>
                  <a:pt x="9723360" y="2943"/>
                </a:lnTo>
                <a:cubicBezTo>
                  <a:pt x="9739043" y="11938"/>
                  <a:pt x="9758066" y="18177"/>
                  <a:pt x="9783043" y="18177"/>
                </a:cubicBezTo>
                <a:cubicBezTo>
                  <a:pt x="9808587" y="18177"/>
                  <a:pt x="9827890" y="12083"/>
                  <a:pt x="9843711" y="3161"/>
                </a:cubicBezTo>
                <a:lnTo>
                  <a:pt x="9847641" y="0"/>
                </a:lnTo>
                <a:lnTo>
                  <a:pt x="10094915" y="0"/>
                </a:lnTo>
                <a:lnTo>
                  <a:pt x="10098590" y="2943"/>
                </a:lnTo>
                <a:cubicBezTo>
                  <a:pt x="10114285" y="11938"/>
                  <a:pt x="10133322" y="18177"/>
                  <a:pt x="10158317" y="18177"/>
                </a:cubicBezTo>
                <a:cubicBezTo>
                  <a:pt x="10183861" y="18177"/>
                  <a:pt x="10203166" y="12083"/>
                  <a:pt x="10218987" y="3161"/>
                </a:cubicBezTo>
                <a:lnTo>
                  <a:pt x="10222917" y="0"/>
                </a:lnTo>
                <a:lnTo>
                  <a:pt x="10469832" y="0"/>
                </a:lnTo>
                <a:lnTo>
                  <a:pt x="10473482" y="2943"/>
                </a:lnTo>
                <a:cubicBezTo>
                  <a:pt x="10489084" y="11938"/>
                  <a:pt x="10508097" y="18177"/>
                  <a:pt x="10533351" y="18177"/>
                </a:cubicBezTo>
                <a:cubicBezTo>
                  <a:pt x="10558895" y="18177"/>
                  <a:pt x="10578053" y="12083"/>
                  <a:pt x="10593800" y="3161"/>
                </a:cubicBezTo>
                <a:lnTo>
                  <a:pt x="10597751" y="0"/>
                </a:lnTo>
                <a:lnTo>
                  <a:pt x="10844300" y="0"/>
                </a:lnTo>
                <a:lnTo>
                  <a:pt x="10845791" y="1225"/>
                </a:lnTo>
                <a:cubicBezTo>
                  <a:pt x="10860046" y="9968"/>
                  <a:pt x="10877148" y="16480"/>
                  <a:pt x="10899430" y="17891"/>
                </a:cubicBezTo>
                <a:lnTo>
                  <a:pt x="10908630" y="18177"/>
                </a:lnTo>
                <a:lnTo>
                  <a:pt x="10917910" y="17897"/>
                </a:lnTo>
                <a:cubicBezTo>
                  <a:pt x="10940405" y="16517"/>
                  <a:pt x="10957616" y="10140"/>
                  <a:pt x="10971991" y="1456"/>
                </a:cubicBezTo>
                <a:lnTo>
                  <a:pt x="10973773" y="0"/>
                </a:lnTo>
                <a:lnTo>
                  <a:pt x="11219418" y="0"/>
                </a:lnTo>
                <a:lnTo>
                  <a:pt x="11220907" y="1225"/>
                </a:lnTo>
                <a:cubicBezTo>
                  <a:pt x="11235143" y="9968"/>
                  <a:pt x="11252222" y="16480"/>
                  <a:pt x="11274476" y="17891"/>
                </a:cubicBezTo>
                <a:lnTo>
                  <a:pt x="11283661" y="18177"/>
                </a:lnTo>
                <a:lnTo>
                  <a:pt x="11292944" y="17897"/>
                </a:lnTo>
                <a:cubicBezTo>
                  <a:pt x="11315439" y="16517"/>
                  <a:pt x="11332649" y="10140"/>
                  <a:pt x="11347024" y="1456"/>
                </a:cubicBezTo>
                <a:lnTo>
                  <a:pt x="11348806" y="0"/>
                </a:lnTo>
                <a:lnTo>
                  <a:pt x="11594612" y="0"/>
                </a:lnTo>
                <a:lnTo>
                  <a:pt x="11596104" y="1225"/>
                </a:lnTo>
                <a:cubicBezTo>
                  <a:pt x="11610360" y="9968"/>
                  <a:pt x="11627461" y="16480"/>
                  <a:pt x="11649742" y="17891"/>
                </a:cubicBezTo>
                <a:lnTo>
                  <a:pt x="11658933" y="18177"/>
                </a:lnTo>
                <a:lnTo>
                  <a:pt x="11668227" y="17897"/>
                </a:lnTo>
                <a:cubicBezTo>
                  <a:pt x="11690720" y="16517"/>
                  <a:pt x="11707927" y="10140"/>
                  <a:pt x="11722300" y="1456"/>
                </a:cubicBezTo>
                <a:lnTo>
                  <a:pt x="11724082" y="0"/>
                </a:lnTo>
                <a:lnTo>
                  <a:pt x="11969726" y="0"/>
                </a:lnTo>
                <a:lnTo>
                  <a:pt x="11971215" y="1225"/>
                </a:lnTo>
                <a:cubicBezTo>
                  <a:pt x="11985455" y="9968"/>
                  <a:pt x="12002537" y="16480"/>
                  <a:pt x="12024791" y="17891"/>
                </a:cubicBezTo>
                <a:lnTo>
                  <a:pt x="12033966" y="18177"/>
                </a:lnTo>
                <a:lnTo>
                  <a:pt x="12043259" y="17897"/>
                </a:lnTo>
                <a:cubicBezTo>
                  <a:pt x="12065751" y="16517"/>
                  <a:pt x="12082958" y="10140"/>
                  <a:pt x="12097331" y="1456"/>
                </a:cubicBezTo>
                <a:lnTo>
                  <a:pt x="12099113" y="0"/>
                </a:lnTo>
                <a:lnTo>
                  <a:pt x="12192000" y="0"/>
                </a:lnTo>
                <a:lnTo>
                  <a:pt x="12192000" y="15326"/>
                </a:lnTo>
                <a:lnTo>
                  <a:pt x="12182670" y="17078"/>
                </a:lnTo>
                <a:cubicBezTo>
                  <a:pt x="12156168" y="25789"/>
                  <a:pt x="12138661" y="42767"/>
                  <a:pt x="12122209" y="58307"/>
                </a:cubicBezTo>
                <a:cubicBezTo>
                  <a:pt x="12101382" y="78155"/>
                  <a:pt x="12082778" y="95776"/>
                  <a:pt x="12049292" y="99871"/>
                </a:cubicBezTo>
                <a:lnTo>
                  <a:pt x="12033966" y="100765"/>
                </a:lnTo>
                <a:lnTo>
                  <a:pt x="12018849" y="99871"/>
                </a:lnTo>
                <a:cubicBezTo>
                  <a:pt x="11985747" y="95776"/>
                  <a:pt x="11967207" y="78155"/>
                  <a:pt x="11946887" y="58307"/>
                </a:cubicBezTo>
                <a:cubicBezTo>
                  <a:pt x="11923083" y="35624"/>
                  <a:pt x="11897537" y="11196"/>
                  <a:pt x="11846449" y="11196"/>
                </a:cubicBezTo>
                <a:cubicBezTo>
                  <a:pt x="11795942" y="11196"/>
                  <a:pt x="11770398" y="36206"/>
                  <a:pt x="11747177" y="58307"/>
                </a:cubicBezTo>
                <a:cubicBezTo>
                  <a:pt x="11726349" y="78155"/>
                  <a:pt x="11707748" y="95776"/>
                  <a:pt x="11674249" y="99871"/>
                </a:cubicBezTo>
                <a:lnTo>
                  <a:pt x="11658933" y="100765"/>
                </a:lnTo>
                <a:lnTo>
                  <a:pt x="11643789" y="99871"/>
                </a:lnTo>
                <a:cubicBezTo>
                  <a:pt x="11610649" y="95776"/>
                  <a:pt x="11592084" y="78155"/>
                  <a:pt x="11571746" y="58307"/>
                </a:cubicBezTo>
                <a:cubicBezTo>
                  <a:pt x="11549395" y="37042"/>
                  <a:pt x="11525519" y="14243"/>
                  <a:pt x="11480474" y="11476"/>
                </a:cubicBezTo>
                <a:lnTo>
                  <a:pt x="11471176" y="11196"/>
                </a:lnTo>
                <a:lnTo>
                  <a:pt x="11461993" y="11482"/>
                </a:lnTo>
                <a:cubicBezTo>
                  <a:pt x="11417484" y="14311"/>
                  <a:pt x="11393675" y="37587"/>
                  <a:pt x="11371907" y="58307"/>
                </a:cubicBezTo>
                <a:cubicBezTo>
                  <a:pt x="11351588" y="78155"/>
                  <a:pt x="11332597" y="95776"/>
                  <a:pt x="11298999" y="99871"/>
                </a:cubicBezTo>
                <a:lnTo>
                  <a:pt x="11283661" y="100765"/>
                </a:lnTo>
                <a:lnTo>
                  <a:pt x="11268535" y="99871"/>
                </a:lnTo>
                <a:cubicBezTo>
                  <a:pt x="11235437" y="95776"/>
                  <a:pt x="11216896" y="78155"/>
                  <a:pt x="11196576" y="58307"/>
                </a:cubicBezTo>
                <a:cubicBezTo>
                  <a:pt x="11174269" y="37042"/>
                  <a:pt x="11150416" y="14243"/>
                  <a:pt x="11105427" y="11476"/>
                </a:cubicBezTo>
                <a:lnTo>
                  <a:pt x="11096145" y="11196"/>
                </a:lnTo>
                <a:lnTo>
                  <a:pt x="11086959" y="11482"/>
                </a:lnTo>
                <a:cubicBezTo>
                  <a:pt x="11042451" y="14311"/>
                  <a:pt x="11018645" y="37587"/>
                  <a:pt x="10996876" y="58307"/>
                </a:cubicBezTo>
                <a:cubicBezTo>
                  <a:pt x="10976557" y="78155"/>
                  <a:pt x="10957563" y="95776"/>
                  <a:pt x="10923965" y="99871"/>
                </a:cubicBezTo>
                <a:lnTo>
                  <a:pt x="10908630" y="100765"/>
                </a:lnTo>
                <a:lnTo>
                  <a:pt x="10893649" y="99871"/>
                </a:lnTo>
                <a:cubicBezTo>
                  <a:pt x="10860787" y="95776"/>
                  <a:pt x="10841785" y="78155"/>
                  <a:pt x="10821431" y="58307"/>
                </a:cubicBezTo>
                <a:cubicBezTo>
                  <a:pt x="10799092" y="37042"/>
                  <a:pt x="10775214" y="14243"/>
                  <a:pt x="10730174" y="11476"/>
                </a:cubicBezTo>
                <a:lnTo>
                  <a:pt x="10720876" y="11196"/>
                </a:lnTo>
                <a:lnTo>
                  <a:pt x="10711689" y="11482"/>
                </a:lnTo>
                <a:cubicBezTo>
                  <a:pt x="10667180" y="14311"/>
                  <a:pt x="10643365" y="37587"/>
                  <a:pt x="10621594" y="58307"/>
                </a:cubicBezTo>
                <a:cubicBezTo>
                  <a:pt x="10598372" y="80990"/>
                  <a:pt x="10576897" y="100765"/>
                  <a:pt x="10533351" y="100765"/>
                </a:cubicBezTo>
                <a:cubicBezTo>
                  <a:pt x="10490980" y="100765"/>
                  <a:pt x="10469491" y="80990"/>
                  <a:pt x="10446269" y="58307"/>
                </a:cubicBezTo>
                <a:cubicBezTo>
                  <a:pt x="10423954" y="37042"/>
                  <a:pt x="10400110" y="14243"/>
                  <a:pt x="10355125" y="11476"/>
                </a:cubicBezTo>
                <a:lnTo>
                  <a:pt x="10345834" y="11196"/>
                </a:lnTo>
                <a:lnTo>
                  <a:pt x="10336658" y="11482"/>
                </a:lnTo>
                <a:cubicBezTo>
                  <a:pt x="10292149" y="14311"/>
                  <a:pt x="10268331" y="37587"/>
                  <a:pt x="10246560" y="58307"/>
                </a:cubicBezTo>
                <a:cubicBezTo>
                  <a:pt x="10223342" y="80990"/>
                  <a:pt x="10201866" y="100765"/>
                  <a:pt x="10158317" y="100765"/>
                </a:cubicBezTo>
                <a:cubicBezTo>
                  <a:pt x="10115883" y="100765"/>
                  <a:pt x="10094382" y="80990"/>
                  <a:pt x="10071128" y="58307"/>
                </a:cubicBezTo>
                <a:cubicBezTo>
                  <a:pt x="10049325" y="37042"/>
                  <a:pt x="10024972" y="14243"/>
                  <a:pt x="9979863" y="11476"/>
                </a:cubicBezTo>
                <a:lnTo>
                  <a:pt x="9970560" y="11196"/>
                </a:lnTo>
                <a:lnTo>
                  <a:pt x="9961480" y="11482"/>
                </a:lnTo>
                <a:cubicBezTo>
                  <a:pt x="9917379" y="14311"/>
                  <a:pt x="9893057" y="37587"/>
                  <a:pt x="9871289" y="58307"/>
                </a:cubicBezTo>
                <a:cubicBezTo>
                  <a:pt x="9848064" y="80990"/>
                  <a:pt x="9826584" y="100765"/>
                  <a:pt x="9783043" y="100765"/>
                </a:cubicBezTo>
                <a:cubicBezTo>
                  <a:pt x="9740641" y="100765"/>
                  <a:pt x="9719149" y="80990"/>
                  <a:pt x="9695915" y="58307"/>
                </a:cubicBezTo>
                <a:cubicBezTo>
                  <a:pt x="9672680" y="35624"/>
                  <a:pt x="9646542" y="11196"/>
                  <a:pt x="9596008" y="11196"/>
                </a:cubicBezTo>
                <a:cubicBezTo>
                  <a:pt x="9545500" y="11196"/>
                  <a:pt x="9519956" y="36206"/>
                  <a:pt x="9496153" y="58307"/>
                </a:cubicBezTo>
                <a:cubicBezTo>
                  <a:pt x="9472931" y="80990"/>
                  <a:pt x="9451451" y="100765"/>
                  <a:pt x="9408491" y="100765"/>
                </a:cubicBezTo>
                <a:cubicBezTo>
                  <a:pt x="9365530" y="100765"/>
                  <a:pt x="9344050" y="80990"/>
                  <a:pt x="9320829" y="58307"/>
                </a:cubicBezTo>
                <a:cubicBezTo>
                  <a:pt x="9297606" y="35624"/>
                  <a:pt x="9271481" y="11196"/>
                  <a:pt x="9220974" y="11196"/>
                </a:cubicBezTo>
                <a:lnTo>
                  <a:pt x="9220974" y="29226"/>
                </a:lnTo>
                <a:cubicBezTo>
                  <a:pt x="9263934" y="29226"/>
                  <a:pt x="9285415" y="49001"/>
                  <a:pt x="9308637" y="71684"/>
                </a:cubicBezTo>
                <a:cubicBezTo>
                  <a:pt x="9332439" y="94367"/>
                  <a:pt x="9357983" y="118795"/>
                  <a:pt x="9408491" y="118795"/>
                </a:cubicBezTo>
                <a:cubicBezTo>
                  <a:pt x="9458998" y="118795"/>
                  <a:pt x="9485123" y="94367"/>
                  <a:pt x="9508345" y="71684"/>
                </a:cubicBezTo>
                <a:cubicBezTo>
                  <a:pt x="9531567" y="49001"/>
                  <a:pt x="9553047" y="29226"/>
                  <a:pt x="9596008" y="29226"/>
                </a:cubicBezTo>
                <a:cubicBezTo>
                  <a:pt x="9638991" y="29226"/>
                  <a:pt x="9660482" y="49001"/>
                  <a:pt x="9683717" y="71684"/>
                </a:cubicBezTo>
                <a:cubicBezTo>
                  <a:pt x="9706951" y="94367"/>
                  <a:pt x="9733089" y="118795"/>
                  <a:pt x="9783043" y="118795"/>
                </a:cubicBezTo>
                <a:cubicBezTo>
                  <a:pt x="9834131" y="118795"/>
                  <a:pt x="9860256" y="94367"/>
                  <a:pt x="9883485" y="71684"/>
                </a:cubicBezTo>
                <a:cubicBezTo>
                  <a:pt x="9903805" y="51837"/>
                  <a:pt x="9922785" y="34215"/>
                  <a:pt x="9955612" y="30120"/>
                </a:cubicBezTo>
                <a:lnTo>
                  <a:pt x="9970560" y="29226"/>
                </a:lnTo>
                <a:lnTo>
                  <a:pt x="9985926" y="30120"/>
                </a:lnTo>
                <a:cubicBezTo>
                  <a:pt x="10019561" y="34215"/>
                  <a:pt x="10038577" y="51837"/>
                  <a:pt x="10058916" y="71684"/>
                </a:cubicBezTo>
                <a:cubicBezTo>
                  <a:pt x="10082169" y="94367"/>
                  <a:pt x="10108326" y="118795"/>
                  <a:pt x="10158317" y="118795"/>
                </a:cubicBezTo>
                <a:cubicBezTo>
                  <a:pt x="10209405" y="118795"/>
                  <a:pt x="10235537" y="94367"/>
                  <a:pt x="10258754" y="71684"/>
                </a:cubicBezTo>
                <a:cubicBezTo>
                  <a:pt x="10279073" y="51837"/>
                  <a:pt x="10298057" y="34215"/>
                  <a:pt x="10330881" y="30120"/>
                </a:cubicBezTo>
                <a:lnTo>
                  <a:pt x="10345834" y="29226"/>
                </a:lnTo>
                <a:lnTo>
                  <a:pt x="10361177" y="30120"/>
                </a:lnTo>
                <a:cubicBezTo>
                  <a:pt x="10394774" y="34215"/>
                  <a:pt x="10413758" y="51837"/>
                  <a:pt x="10434077" y="71684"/>
                </a:cubicBezTo>
                <a:cubicBezTo>
                  <a:pt x="10457299" y="94367"/>
                  <a:pt x="10482843" y="118795"/>
                  <a:pt x="10533351" y="118795"/>
                </a:cubicBezTo>
                <a:cubicBezTo>
                  <a:pt x="10584439" y="118795"/>
                  <a:pt x="10609983" y="94367"/>
                  <a:pt x="10633785" y="71684"/>
                </a:cubicBezTo>
                <a:cubicBezTo>
                  <a:pt x="10654105" y="51837"/>
                  <a:pt x="10673091" y="34215"/>
                  <a:pt x="10705912" y="30120"/>
                </a:cubicBezTo>
                <a:lnTo>
                  <a:pt x="10720876" y="29226"/>
                </a:lnTo>
                <a:lnTo>
                  <a:pt x="10736228" y="30120"/>
                </a:lnTo>
                <a:cubicBezTo>
                  <a:pt x="10769878" y="34215"/>
                  <a:pt x="10788879" y="51837"/>
                  <a:pt x="10809233" y="71684"/>
                </a:cubicBezTo>
                <a:cubicBezTo>
                  <a:pt x="10831022" y="92950"/>
                  <a:pt x="10854865" y="115749"/>
                  <a:pt x="10899430" y="118516"/>
                </a:cubicBezTo>
                <a:lnTo>
                  <a:pt x="10908630" y="118795"/>
                </a:lnTo>
                <a:lnTo>
                  <a:pt x="10917910" y="118516"/>
                </a:lnTo>
                <a:cubicBezTo>
                  <a:pt x="10962899" y="115749"/>
                  <a:pt x="10986754" y="92950"/>
                  <a:pt x="11009059" y="71684"/>
                </a:cubicBezTo>
                <a:cubicBezTo>
                  <a:pt x="11029379" y="51837"/>
                  <a:pt x="11047920" y="34215"/>
                  <a:pt x="11081018" y="30120"/>
                </a:cubicBezTo>
                <a:lnTo>
                  <a:pt x="11096145" y="29226"/>
                </a:lnTo>
                <a:lnTo>
                  <a:pt x="11111482" y="30120"/>
                </a:lnTo>
                <a:cubicBezTo>
                  <a:pt x="11145080" y="34215"/>
                  <a:pt x="11164073" y="51837"/>
                  <a:pt x="11184392" y="71684"/>
                </a:cubicBezTo>
                <a:cubicBezTo>
                  <a:pt x="11206161" y="92950"/>
                  <a:pt x="11229967" y="115749"/>
                  <a:pt x="11274476" y="118516"/>
                </a:cubicBezTo>
                <a:lnTo>
                  <a:pt x="11283661" y="118795"/>
                </a:lnTo>
                <a:lnTo>
                  <a:pt x="11292944" y="118516"/>
                </a:lnTo>
                <a:cubicBezTo>
                  <a:pt x="11337933" y="115749"/>
                  <a:pt x="11361785" y="92950"/>
                  <a:pt x="11384093" y="71684"/>
                </a:cubicBezTo>
                <a:cubicBezTo>
                  <a:pt x="11404412" y="51837"/>
                  <a:pt x="11422963" y="34215"/>
                  <a:pt x="11456052" y="30120"/>
                </a:cubicBezTo>
                <a:lnTo>
                  <a:pt x="11471176" y="29226"/>
                </a:lnTo>
                <a:lnTo>
                  <a:pt x="11486544" y="30120"/>
                </a:lnTo>
                <a:cubicBezTo>
                  <a:pt x="11520177" y="34215"/>
                  <a:pt x="11539195" y="51837"/>
                  <a:pt x="11559533" y="71684"/>
                </a:cubicBezTo>
                <a:cubicBezTo>
                  <a:pt x="11581338" y="92950"/>
                  <a:pt x="11605179" y="115749"/>
                  <a:pt x="11649742" y="118516"/>
                </a:cubicBezTo>
                <a:lnTo>
                  <a:pt x="11658933" y="118795"/>
                </a:lnTo>
                <a:lnTo>
                  <a:pt x="11668227" y="118516"/>
                </a:lnTo>
                <a:cubicBezTo>
                  <a:pt x="11713213" y="115749"/>
                  <a:pt x="11737053" y="92950"/>
                  <a:pt x="11759372" y="71684"/>
                </a:cubicBezTo>
                <a:cubicBezTo>
                  <a:pt x="11782589" y="49001"/>
                  <a:pt x="11803495" y="29226"/>
                  <a:pt x="11846449" y="29226"/>
                </a:cubicBezTo>
                <a:cubicBezTo>
                  <a:pt x="11889990" y="29226"/>
                  <a:pt x="11910890" y="49001"/>
                  <a:pt x="11934693" y="71684"/>
                </a:cubicBezTo>
                <a:cubicBezTo>
                  <a:pt x="11956463" y="92950"/>
                  <a:pt x="11980283" y="115749"/>
                  <a:pt x="12024791" y="118516"/>
                </a:cubicBezTo>
                <a:lnTo>
                  <a:pt x="12033966" y="118795"/>
                </a:lnTo>
                <a:lnTo>
                  <a:pt x="12043259" y="118516"/>
                </a:lnTo>
                <a:cubicBezTo>
                  <a:pt x="12088243" y="115749"/>
                  <a:pt x="12112086" y="92950"/>
                  <a:pt x="12134403" y="71684"/>
                </a:cubicBezTo>
                <a:cubicBezTo>
                  <a:pt x="12144644" y="61761"/>
                  <a:pt x="12154400" y="52393"/>
                  <a:pt x="12165733" y="44995"/>
                </a:cubicBezTo>
                <a:lnTo>
                  <a:pt x="12192000" y="35416"/>
                </a:lnTo>
                <a:lnTo>
                  <a:pt x="12192000" y="114749"/>
                </a:lnTo>
                <a:lnTo>
                  <a:pt x="12182676" y="116503"/>
                </a:lnTo>
                <a:cubicBezTo>
                  <a:pt x="12156173" y="125242"/>
                  <a:pt x="12138666" y="142326"/>
                  <a:pt x="12122209" y="158260"/>
                </a:cubicBezTo>
                <a:cubicBezTo>
                  <a:pt x="12101382" y="177581"/>
                  <a:pt x="12082778" y="195567"/>
                  <a:pt x="12049292" y="199762"/>
                </a:cubicBezTo>
                <a:lnTo>
                  <a:pt x="12033966" y="200679"/>
                </a:lnTo>
                <a:lnTo>
                  <a:pt x="12018849" y="199762"/>
                </a:lnTo>
                <a:cubicBezTo>
                  <a:pt x="11985747" y="195567"/>
                  <a:pt x="11967207" y="177581"/>
                  <a:pt x="11946887" y="158260"/>
                </a:cubicBezTo>
                <a:cubicBezTo>
                  <a:pt x="11923083" y="135598"/>
                  <a:pt x="11897537" y="110611"/>
                  <a:pt x="11846449" y="110611"/>
                </a:cubicBezTo>
                <a:cubicBezTo>
                  <a:pt x="11795942" y="110611"/>
                  <a:pt x="11770398" y="135598"/>
                  <a:pt x="11747177" y="158260"/>
                </a:cubicBezTo>
                <a:cubicBezTo>
                  <a:pt x="11726349" y="177581"/>
                  <a:pt x="11707748" y="195567"/>
                  <a:pt x="11674249" y="199762"/>
                </a:cubicBezTo>
                <a:lnTo>
                  <a:pt x="11658933" y="200679"/>
                </a:lnTo>
                <a:lnTo>
                  <a:pt x="11643789" y="199762"/>
                </a:lnTo>
                <a:cubicBezTo>
                  <a:pt x="11610649" y="195567"/>
                  <a:pt x="11592084" y="177581"/>
                  <a:pt x="11571746" y="158260"/>
                </a:cubicBezTo>
                <a:cubicBezTo>
                  <a:pt x="11549395" y="137014"/>
                  <a:pt x="11525519" y="113725"/>
                  <a:pt x="11480474" y="110897"/>
                </a:cubicBezTo>
                <a:lnTo>
                  <a:pt x="11471176" y="110611"/>
                </a:lnTo>
                <a:lnTo>
                  <a:pt x="11461993" y="110897"/>
                </a:lnTo>
                <a:cubicBezTo>
                  <a:pt x="11417484" y="113725"/>
                  <a:pt x="11393675" y="137014"/>
                  <a:pt x="11371907" y="158260"/>
                </a:cubicBezTo>
                <a:cubicBezTo>
                  <a:pt x="11351588" y="177581"/>
                  <a:pt x="11332597" y="195567"/>
                  <a:pt x="11298999" y="199762"/>
                </a:cubicBezTo>
                <a:lnTo>
                  <a:pt x="11283661" y="200679"/>
                </a:lnTo>
                <a:lnTo>
                  <a:pt x="11268535" y="199762"/>
                </a:lnTo>
                <a:cubicBezTo>
                  <a:pt x="11235437" y="195567"/>
                  <a:pt x="11216896" y="177581"/>
                  <a:pt x="11196576" y="158260"/>
                </a:cubicBezTo>
                <a:cubicBezTo>
                  <a:pt x="11174269" y="137014"/>
                  <a:pt x="11150416" y="113725"/>
                  <a:pt x="11105427" y="110897"/>
                </a:cubicBezTo>
                <a:lnTo>
                  <a:pt x="11096145" y="110611"/>
                </a:lnTo>
                <a:lnTo>
                  <a:pt x="11086959" y="110897"/>
                </a:lnTo>
                <a:cubicBezTo>
                  <a:pt x="11042451" y="113725"/>
                  <a:pt x="11018645" y="137014"/>
                  <a:pt x="10996876" y="158260"/>
                </a:cubicBezTo>
                <a:cubicBezTo>
                  <a:pt x="10976557" y="177581"/>
                  <a:pt x="10957563" y="195567"/>
                  <a:pt x="10923965" y="199762"/>
                </a:cubicBezTo>
                <a:lnTo>
                  <a:pt x="10908630" y="200679"/>
                </a:lnTo>
                <a:lnTo>
                  <a:pt x="10893649" y="199762"/>
                </a:lnTo>
                <a:cubicBezTo>
                  <a:pt x="10860787" y="195567"/>
                  <a:pt x="10841785" y="177581"/>
                  <a:pt x="10821431" y="158260"/>
                </a:cubicBezTo>
                <a:cubicBezTo>
                  <a:pt x="10799092" y="137014"/>
                  <a:pt x="10775214" y="113725"/>
                  <a:pt x="10730174" y="110897"/>
                </a:cubicBezTo>
                <a:lnTo>
                  <a:pt x="10720876" y="110611"/>
                </a:lnTo>
                <a:lnTo>
                  <a:pt x="10711689" y="110897"/>
                </a:lnTo>
                <a:cubicBezTo>
                  <a:pt x="10667180" y="113725"/>
                  <a:pt x="10643365" y="137014"/>
                  <a:pt x="10621594" y="158260"/>
                </a:cubicBezTo>
                <a:cubicBezTo>
                  <a:pt x="10598372" y="180341"/>
                  <a:pt x="10576897" y="200679"/>
                  <a:pt x="10533351" y="200679"/>
                </a:cubicBezTo>
                <a:cubicBezTo>
                  <a:pt x="10490980" y="200679"/>
                  <a:pt x="10469491" y="180341"/>
                  <a:pt x="10446269" y="158260"/>
                </a:cubicBezTo>
                <a:cubicBezTo>
                  <a:pt x="10423954" y="137014"/>
                  <a:pt x="10400110" y="113725"/>
                  <a:pt x="10355125" y="110897"/>
                </a:cubicBezTo>
                <a:lnTo>
                  <a:pt x="10345834" y="110611"/>
                </a:lnTo>
                <a:lnTo>
                  <a:pt x="10336658" y="110897"/>
                </a:lnTo>
                <a:cubicBezTo>
                  <a:pt x="10292149" y="113725"/>
                  <a:pt x="10268331" y="137014"/>
                  <a:pt x="10246560" y="158260"/>
                </a:cubicBezTo>
                <a:cubicBezTo>
                  <a:pt x="10223342" y="180341"/>
                  <a:pt x="10201866" y="200679"/>
                  <a:pt x="10158317" y="200679"/>
                </a:cubicBezTo>
                <a:cubicBezTo>
                  <a:pt x="10115883" y="200679"/>
                  <a:pt x="10094382" y="180341"/>
                  <a:pt x="10071128" y="158260"/>
                </a:cubicBezTo>
                <a:cubicBezTo>
                  <a:pt x="10049325" y="137014"/>
                  <a:pt x="10024972" y="113725"/>
                  <a:pt x="9979863" y="110897"/>
                </a:cubicBezTo>
                <a:lnTo>
                  <a:pt x="9970560" y="110611"/>
                </a:lnTo>
                <a:lnTo>
                  <a:pt x="9961480" y="110897"/>
                </a:lnTo>
                <a:cubicBezTo>
                  <a:pt x="9917379" y="113725"/>
                  <a:pt x="9893057" y="137014"/>
                  <a:pt x="9871289" y="158260"/>
                </a:cubicBezTo>
                <a:cubicBezTo>
                  <a:pt x="9848064" y="180341"/>
                  <a:pt x="9826584" y="200679"/>
                  <a:pt x="9783043" y="200679"/>
                </a:cubicBezTo>
                <a:cubicBezTo>
                  <a:pt x="9740641" y="200679"/>
                  <a:pt x="9719149" y="180341"/>
                  <a:pt x="9695915" y="158260"/>
                </a:cubicBezTo>
                <a:cubicBezTo>
                  <a:pt x="9672680" y="135598"/>
                  <a:pt x="9646542" y="110611"/>
                  <a:pt x="9596008" y="110611"/>
                </a:cubicBezTo>
                <a:cubicBezTo>
                  <a:pt x="9545500" y="110611"/>
                  <a:pt x="9519956" y="135598"/>
                  <a:pt x="9496153" y="158260"/>
                </a:cubicBezTo>
                <a:cubicBezTo>
                  <a:pt x="9472931" y="180341"/>
                  <a:pt x="9451451" y="200679"/>
                  <a:pt x="9408491" y="200679"/>
                </a:cubicBezTo>
                <a:cubicBezTo>
                  <a:pt x="9365530" y="200679"/>
                  <a:pt x="9344050" y="180341"/>
                  <a:pt x="9320829" y="158260"/>
                </a:cubicBezTo>
                <a:cubicBezTo>
                  <a:pt x="9297606" y="135598"/>
                  <a:pt x="9271481" y="110611"/>
                  <a:pt x="9220974" y="110611"/>
                </a:cubicBezTo>
                <a:lnTo>
                  <a:pt x="9220974" y="128625"/>
                </a:lnTo>
                <a:cubicBezTo>
                  <a:pt x="9263934" y="128625"/>
                  <a:pt x="9285415" y="148962"/>
                  <a:pt x="9308637" y="171043"/>
                </a:cubicBezTo>
                <a:cubicBezTo>
                  <a:pt x="9332439" y="193706"/>
                  <a:pt x="9357983" y="218692"/>
                  <a:pt x="9408491" y="218692"/>
                </a:cubicBezTo>
                <a:cubicBezTo>
                  <a:pt x="9458998" y="218692"/>
                  <a:pt x="9485123" y="193706"/>
                  <a:pt x="9508345" y="171043"/>
                </a:cubicBezTo>
                <a:cubicBezTo>
                  <a:pt x="9531567" y="148962"/>
                  <a:pt x="9553047" y="128625"/>
                  <a:pt x="9596008" y="128625"/>
                </a:cubicBezTo>
                <a:cubicBezTo>
                  <a:pt x="9638991" y="128625"/>
                  <a:pt x="9660482" y="148962"/>
                  <a:pt x="9683717" y="171043"/>
                </a:cubicBezTo>
                <a:cubicBezTo>
                  <a:pt x="9706951" y="193706"/>
                  <a:pt x="9733089" y="218692"/>
                  <a:pt x="9783043" y="218692"/>
                </a:cubicBezTo>
                <a:cubicBezTo>
                  <a:pt x="9834131" y="218692"/>
                  <a:pt x="9860256" y="193706"/>
                  <a:pt x="9883485" y="171043"/>
                </a:cubicBezTo>
                <a:cubicBezTo>
                  <a:pt x="9903805" y="151723"/>
                  <a:pt x="9922785" y="133736"/>
                  <a:pt x="9955612" y="129542"/>
                </a:cubicBezTo>
                <a:lnTo>
                  <a:pt x="9970560" y="128625"/>
                </a:lnTo>
                <a:lnTo>
                  <a:pt x="9985926" y="129542"/>
                </a:lnTo>
                <a:cubicBezTo>
                  <a:pt x="10019561" y="133736"/>
                  <a:pt x="10038577" y="151723"/>
                  <a:pt x="10058916" y="171043"/>
                </a:cubicBezTo>
                <a:cubicBezTo>
                  <a:pt x="10082169" y="193706"/>
                  <a:pt x="10108326" y="218692"/>
                  <a:pt x="10158317" y="218692"/>
                </a:cubicBezTo>
                <a:cubicBezTo>
                  <a:pt x="10209405" y="218692"/>
                  <a:pt x="10235537" y="193706"/>
                  <a:pt x="10258754" y="171043"/>
                </a:cubicBezTo>
                <a:cubicBezTo>
                  <a:pt x="10279073" y="151723"/>
                  <a:pt x="10298057" y="133736"/>
                  <a:pt x="10330881" y="129542"/>
                </a:cubicBezTo>
                <a:lnTo>
                  <a:pt x="10345834" y="128625"/>
                </a:lnTo>
                <a:lnTo>
                  <a:pt x="10361177" y="129542"/>
                </a:lnTo>
                <a:cubicBezTo>
                  <a:pt x="10394774" y="133736"/>
                  <a:pt x="10413758" y="151723"/>
                  <a:pt x="10434077" y="171043"/>
                </a:cubicBezTo>
                <a:cubicBezTo>
                  <a:pt x="10457299" y="193706"/>
                  <a:pt x="10482843" y="218692"/>
                  <a:pt x="10533351" y="218692"/>
                </a:cubicBezTo>
                <a:cubicBezTo>
                  <a:pt x="10584439" y="218692"/>
                  <a:pt x="10609983" y="193706"/>
                  <a:pt x="10633785" y="171043"/>
                </a:cubicBezTo>
                <a:cubicBezTo>
                  <a:pt x="10654105" y="151723"/>
                  <a:pt x="10673091" y="133736"/>
                  <a:pt x="10705912" y="129542"/>
                </a:cubicBezTo>
                <a:lnTo>
                  <a:pt x="10720876" y="128625"/>
                </a:lnTo>
                <a:lnTo>
                  <a:pt x="10736228" y="129542"/>
                </a:lnTo>
                <a:cubicBezTo>
                  <a:pt x="10769878" y="133736"/>
                  <a:pt x="10788879" y="151723"/>
                  <a:pt x="10809233" y="171043"/>
                </a:cubicBezTo>
                <a:cubicBezTo>
                  <a:pt x="10831022" y="192289"/>
                  <a:pt x="10854865" y="215578"/>
                  <a:pt x="10899430" y="218406"/>
                </a:cubicBezTo>
                <a:lnTo>
                  <a:pt x="10908630" y="218692"/>
                </a:lnTo>
                <a:lnTo>
                  <a:pt x="10917910" y="218406"/>
                </a:lnTo>
                <a:cubicBezTo>
                  <a:pt x="10962899" y="215578"/>
                  <a:pt x="10986754" y="192289"/>
                  <a:pt x="11009059" y="171043"/>
                </a:cubicBezTo>
                <a:cubicBezTo>
                  <a:pt x="11029379" y="151723"/>
                  <a:pt x="11047920" y="133736"/>
                  <a:pt x="11081018" y="129542"/>
                </a:cubicBezTo>
                <a:lnTo>
                  <a:pt x="11096145" y="128625"/>
                </a:lnTo>
                <a:lnTo>
                  <a:pt x="11111482" y="129542"/>
                </a:lnTo>
                <a:cubicBezTo>
                  <a:pt x="11145080" y="133736"/>
                  <a:pt x="11164073" y="151723"/>
                  <a:pt x="11184392" y="171043"/>
                </a:cubicBezTo>
                <a:cubicBezTo>
                  <a:pt x="11206161" y="192289"/>
                  <a:pt x="11229967" y="215578"/>
                  <a:pt x="11274476" y="218406"/>
                </a:cubicBezTo>
                <a:lnTo>
                  <a:pt x="11283661" y="218692"/>
                </a:lnTo>
                <a:lnTo>
                  <a:pt x="11292944" y="218406"/>
                </a:lnTo>
                <a:cubicBezTo>
                  <a:pt x="11337933" y="215578"/>
                  <a:pt x="11361785" y="192289"/>
                  <a:pt x="11384093" y="171043"/>
                </a:cubicBezTo>
                <a:cubicBezTo>
                  <a:pt x="11404412" y="151723"/>
                  <a:pt x="11422963" y="133736"/>
                  <a:pt x="11456052" y="129542"/>
                </a:cubicBezTo>
                <a:lnTo>
                  <a:pt x="11471176" y="128625"/>
                </a:lnTo>
                <a:lnTo>
                  <a:pt x="11486544" y="129542"/>
                </a:lnTo>
                <a:cubicBezTo>
                  <a:pt x="11520177" y="133736"/>
                  <a:pt x="11539195" y="151723"/>
                  <a:pt x="11559533" y="171043"/>
                </a:cubicBezTo>
                <a:cubicBezTo>
                  <a:pt x="11581338" y="192289"/>
                  <a:pt x="11605179" y="215578"/>
                  <a:pt x="11649742" y="218406"/>
                </a:cubicBezTo>
                <a:lnTo>
                  <a:pt x="11658933" y="218692"/>
                </a:lnTo>
                <a:lnTo>
                  <a:pt x="11668227" y="218406"/>
                </a:lnTo>
                <a:cubicBezTo>
                  <a:pt x="11713213" y="215578"/>
                  <a:pt x="11737053" y="192289"/>
                  <a:pt x="11759372" y="171043"/>
                </a:cubicBezTo>
                <a:cubicBezTo>
                  <a:pt x="11782589" y="148962"/>
                  <a:pt x="11803495" y="128625"/>
                  <a:pt x="11846449" y="128625"/>
                </a:cubicBezTo>
                <a:cubicBezTo>
                  <a:pt x="11889990" y="128625"/>
                  <a:pt x="11910890" y="148962"/>
                  <a:pt x="11934693" y="171043"/>
                </a:cubicBezTo>
                <a:cubicBezTo>
                  <a:pt x="11956463" y="192289"/>
                  <a:pt x="11980283" y="215578"/>
                  <a:pt x="12024791" y="218406"/>
                </a:cubicBezTo>
                <a:lnTo>
                  <a:pt x="12033966" y="218692"/>
                </a:lnTo>
                <a:lnTo>
                  <a:pt x="12043259" y="218406"/>
                </a:lnTo>
                <a:cubicBezTo>
                  <a:pt x="12088243" y="215578"/>
                  <a:pt x="12112086" y="192289"/>
                  <a:pt x="12134403" y="171043"/>
                </a:cubicBezTo>
                <a:cubicBezTo>
                  <a:pt x="12144647" y="161383"/>
                  <a:pt x="12154405" y="152056"/>
                  <a:pt x="12165738" y="144620"/>
                </a:cubicBezTo>
                <a:lnTo>
                  <a:pt x="12192000" y="134913"/>
                </a:lnTo>
                <a:lnTo>
                  <a:pt x="12192000" y="215369"/>
                </a:lnTo>
                <a:lnTo>
                  <a:pt x="12182682" y="217122"/>
                </a:lnTo>
                <a:cubicBezTo>
                  <a:pt x="12156179" y="225861"/>
                  <a:pt x="12138670" y="242944"/>
                  <a:pt x="12122209" y="258878"/>
                </a:cubicBezTo>
                <a:cubicBezTo>
                  <a:pt x="12101382" y="278199"/>
                  <a:pt x="12082778" y="296186"/>
                  <a:pt x="12049292" y="300380"/>
                </a:cubicBezTo>
                <a:lnTo>
                  <a:pt x="12033966" y="301297"/>
                </a:lnTo>
                <a:lnTo>
                  <a:pt x="12018849" y="300380"/>
                </a:lnTo>
                <a:cubicBezTo>
                  <a:pt x="11985747" y="296186"/>
                  <a:pt x="11967207" y="278199"/>
                  <a:pt x="11946887" y="258878"/>
                </a:cubicBezTo>
                <a:cubicBezTo>
                  <a:pt x="11923083" y="236216"/>
                  <a:pt x="11897537" y="211230"/>
                  <a:pt x="11846449" y="211230"/>
                </a:cubicBezTo>
                <a:cubicBezTo>
                  <a:pt x="11795942" y="211230"/>
                  <a:pt x="11770398" y="236216"/>
                  <a:pt x="11747177" y="258878"/>
                </a:cubicBezTo>
                <a:cubicBezTo>
                  <a:pt x="11726349" y="278199"/>
                  <a:pt x="11707748" y="296186"/>
                  <a:pt x="11674249" y="300380"/>
                </a:cubicBezTo>
                <a:lnTo>
                  <a:pt x="11658933" y="301297"/>
                </a:lnTo>
                <a:lnTo>
                  <a:pt x="11643789" y="300380"/>
                </a:lnTo>
                <a:cubicBezTo>
                  <a:pt x="11610649" y="296186"/>
                  <a:pt x="11592084" y="278199"/>
                  <a:pt x="11571746" y="258878"/>
                </a:cubicBezTo>
                <a:cubicBezTo>
                  <a:pt x="11549395" y="237633"/>
                  <a:pt x="11525519" y="214344"/>
                  <a:pt x="11480474" y="211516"/>
                </a:cubicBezTo>
                <a:lnTo>
                  <a:pt x="11471176" y="211230"/>
                </a:lnTo>
                <a:lnTo>
                  <a:pt x="11461993" y="211516"/>
                </a:lnTo>
                <a:cubicBezTo>
                  <a:pt x="11417484" y="214344"/>
                  <a:pt x="11393675" y="237633"/>
                  <a:pt x="11371907" y="258878"/>
                </a:cubicBezTo>
                <a:cubicBezTo>
                  <a:pt x="11351588" y="278199"/>
                  <a:pt x="11332597" y="296186"/>
                  <a:pt x="11298999" y="300380"/>
                </a:cubicBezTo>
                <a:lnTo>
                  <a:pt x="11283661" y="301297"/>
                </a:lnTo>
                <a:lnTo>
                  <a:pt x="11268535" y="300380"/>
                </a:lnTo>
                <a:cubicBezTo>
                  <a:pt x="11235437" y="296186"/>
                  <a:pt x="11216896" y="278199"/>
                  <a:pt x="11196576" y="258878"/>
                </a:cubicBezTo>
                <a:cubicBezTo>
                  <a:pt x="11174269" y="237633"/>
                  <a:pt x="11150416" y="214344"/>
                  <a:pt x="11105427" y="211516"/>
                </a:cubicBezTo>
                <a:lnTo>
                  <a:pt x="11096145" y="211230"/>
                </a:lnTo>
                <a:lnTo>
                  <a:pt x="11086959" y="211516"/>
                </a:lnTo>
                <a:cubicBezTo>
                  <a:pt x="11042451" y="214344"/>
                  <a:pt x="11018645" y="237633"/>
                  <a:pt x="10996876" y="258878"/>
                </a:cubicBezTo>
                <a:cubicBezTo>
                  <a:pt x="10976557" y="278199"/>
                  <a:pt x="10957563" y="296186"/>
                  <a:pt x="10923965" y="300380"/>
                </a:cubicBezTo>
                <a:lnTo>
                  <a:pt x="10908630" y="301297"/>
                </a:lnTo>
                <a:lnTo>
                  <a:pt x="10893649" y="300380"/>
                </a:lnTo>
                <a:cubicBezTo>
                  <a:pt x="10860787" y="296186"/>
                  <a:pt x="10841785" y="278199"/>
                  <a:pt x="10821431" y="258878"/>
                </a:cubicBezTo>
                <a:cubicBezTo>
                  <a:pt x="10799092" y="237633"/>
                  <a:pt x="10775214" y="214344"/>
                  <a:pt x="10730174" y="211516"/>
                </a:cubicBezTo>
                <a:lnTo>
                  <a:pt x="10720876" y="211230"/>
                </a:lnTo>
                <a:lnTo>
                  <a:pt x="10711689" y="211516"/>
                </a:lnTo>
                <a:cubicBezTo>
                  <a:pt x="10667180" y="214344"/>
                  <a:pt x="10643365" y="237633"/>
                  <a:pt x="10621594" y="258878"/>
                </a:cubicBezTo>
                <a:cubicBezTo>
                  <a:pt x="10598372" y="280959"/>
                  <a:pt x="10576897" y="301297"/>
                  <a:pt x="10533351" y="301297"/>
                </a:cubicBezTo>
                <a:cubicBezTo>
                  <a:pt x="10490980" y="301297"/>
                  <a:pt x="10469491" y="280959"/>
                  <a:pt x="10446269" y="258878"/>
                </a:cubicBezTo>
                <a:cubicBezTo>
                  <a:pt x="10423954" y="237633"/>
                  <a:pt x="10400110" y="214344"/>
                  <a:pt x="10355125" y="211516"/>
                </a:cubicBezTo>
                <a:lnTo>
                  <a:pt x="10345834" y="211230"/>
                </a:lnTo>
                <a:lnTo>
                  <a:pt x="10336658" y="211516"/>
                </a:lnTo>
                <a:cubicBezTo>
                  <a:pt x="10292149" y="214344"/>
                  <a:pt x="10268331" y="237633"/>
                  <a:pt x="10246560" y="258878"/>
                </a:cubicBezTo>
                <a:cubicBezTo>
                  <a:pt x="10223342" y="280959"/>
                  <a:pt x="10201866" y="301297"/>
                  <a:pt x="10158317" y="301297"/>
                </a:cubicBezTo>
                <a:cubicBezTo>
                  <a:pt x="10115883" y="301297"/>
                  <a:pt x="10094382" y="280959"/>
                  <a:pt x="10071128" y="258878"/>
                </a:cubicBezTo>
                <a:cubicBezTo>
                  <a:pt x="10049325" y="237633"/>
                  <a:pt x="10024972" y="214344"/>
                  <a:pt x="9979863" y="211516"/>
                </a:cubicBezTo>
                <a:lnTo>
                  <a:pt x="9970560" y="211230"/>
                </a:lnTo>
                <a:lnTo>
                  <a:pt x="9961480" y="211516"/>
                </a:lnTo>
                <a:cubicBezTo>
                  <a:pt x="9917379" y="214344"/>
                  <a:pt x="9893057" y="237633"/>
                  <a:pt x="9871289" y="258878"/>
                </a:cubicBezTo>
                <a:cubicBezTo>
                  <a:pt x="9848064" y="280959"/>
                  <a:pt x="9826584" y="301297"/>
                  <a:pt x="9783043" y="301297"/>
                </a:cubicBezTo>
                <a:cubicBezTo>
                  <a:pt x="9740641" y="301297"/>
                  <a:pt x="9719149" y="280959"/>
                  <a:pt x="9695915" y="258878"/>
                </a:cubicBezTo>
                <a:cubicBezTo>
                  <a:pt x="9672680" y="236216"/>
                  <a:pt x="9646542" y="211230"/>
                  <a:pt x="9596008" y="211230"/>
                </a:cubicBezTo>
                <a:cubicBezTo>
                  <a:pt x="9545500" y="211230"/>
                  <a:pt x="9519956" y="236216"/>
                  <a:pt x="9496153" y="258878"/>
                </a:cubicBezTo>
                <a:cubicBezTo>
                  <a:pt x="9472931" y="280959"/>
                  <a:pt x="9451451" y="301297"/>
                  <a:pt x="9408491" y="301297"/>
                </a:cubicBezTo>
                <a:cubicBezTo>
                  <a:pt x="9365530" y="301297"/>
                  <a:pt x="9344050" y="280959"/>
                  <a:pt x="9320829" y="258878"/>
                </a:cubicBezTo>
                <a:cubicBezTo>
                  <a:pt x="9297606" y="236216"/>
                  <a:pt x="9271481" y="211230"/>
                  <a:pt x="9220974" y="211230"/>
                </a:cubicBezTo>
                <a:lnTo>
                  <a:pt x="9220974" y="229243"/>
                </a:lnTo>
                <a:cubicBezTo>
                  <a:pt x="9263934" y="229243"/>
                  <a:pt x="9285415" y="249581"/>
                  <a:pt x="9308637" y="271662"/>
                </a:cubicBezTo>
                <a:cubicBezTo>
                  <a:pt x="9332439" y="294324"/>
                  <a:pt x="9357983" y="319311"/>
                  <a:pt x="9408491" y="319311"/>
                </a:cubicBezTo>
                <a:cubicBezTo>
                  <a:pt x="9458998" y="319311"/>
                  <a:pt x="9485123" y="294324"/>
                  <a:pt x="9508345" y="271662"/>
                </a:cubicBezTo>
                <a:cubicBezTo>
                  <a:pt x="9531567" y="249581"/>
                  <a:pt x="9553047" y="229243"/>
                  <a:pt x="9596008" y="229243"/>
                </a:cubicBezTo>
                <a:cubicBezTo>
                  <a:pt x="9638991" y="229243"/>
                  <a:pt x="9660482" y="249581"/>
                  <a:pt x="9683717" y="271662"/>
                </a:cubicBezTo>
                <a:cubicBezTo>
                  <a:pt x="9706951" y="294324"/>
                  <a:pt x="9733089" y="319311"/>
                  <a:pt x="9783043" y="319311"/>
                </a:cubicBezTo>
                <a:cubicBezTo>
                  <a:pt x="9834131" y="319311"/>
                  <a:pt x="9860256" y="294324"/>
                  <a:pt x="9883485" y="271662"/>
                </a:cubicBezTo>
                <a:cubicBezTo>
                  <a:pt x="9903805" y="252342"/>
                  <a:pt x="9922785" y="234355"/>
                  <a:pt x="9955612" y="230161"/>
                </a:cubicBezTo>
                <a:lnTo>
                  <a:pt x="9970560" y="229243"/>
                </a:lnTo>
                <a:lnTo>
                  <a:pt x="9985926" y="230161"/>
                </a:lnTo>
                <a:cubicBezTo>
                  <a:pt x="10019561" y="234355"/>
                  <a:pt x="10038577" y="252342"/>
                  <a:pt x="10058916" y="271662"/>
                </a:cubicBezTo>
                <a:cubicBezTo>
                  <a:pt x="10082169" y="294324"/>
                  <a:pt x="10108326" y="319311"/>
                  <a:pt x="10158317" y="319311"/>
                </a:cubicBezTo>
                <a:cubicBezTo>
                  <a:pt x="10209405" y="319311"/>
                  <a:pt x="10235537" y="294324"/>
                  <a:pt x="10258754" y="271662"/>
                </a:cubicBezTo>
                <a:cubicBezTo>
                  <a:pt x="10279073" y="252342"/>
                  <a:pt x="10298057" y="234355"/>
                  <a:pt x="10330881" y="230161"/>
                </a:cubicBezTo>
                <a:lnTo>
                  <a:pt x="10345834" y="229243"/>
                </a:lnTo>
                <a:lnTo>
                  <a:pt x="10361177" y="230161"/>
                </a:lnTo>
                <a:cubicBezTo>
                  <a:pt x="10394774" y="234355"/>
                  <a:pt x="10413758" y="252342"/>
                  <a:pt x="10434077" y="271662"/>
                </a:cubicBezTo>
                <a:cubicBezTo>
                  <a:pt x="10457299" y="294324"/>
                  <a:pt x="10482843" y="319311"/>
                  <a:pt x="10533351" y="319311"/>
                </a:cubicBezTo>
                <a:cubicBezTo>
                  <a:pt x="10584439" y="319311"/>
                  <a:pt x="10609983" y="294324"/>
                  <a:pt x="10633785" y="271662"/>
                </a:cubicBezTo>
                <a:cubicBezTo>
                  <a:pt x="10654105" y="252342"/>
                  <a:pt x="10673091" y="234355"/>
                  <a:pt x="10705912" y="230161"/>
                </a:cubicBezTo>
                <a:lnTo>
                  <a:pt x="10720876" y="229243"/>
                </a:lnTo>
                <a:lnTo>
                  <a:pt x="10736228" y="230161"/>
                </a:lnTo>
                <a:cubicBezTo>
                  <a:pt x="10769878" y="234355"/>
                  <a:pt x="10788879" y="252342"/>
                  <a:pt x="10809233" y="271662"/>
                </a:cubicBezTo>
                <a:cubicBezTo>
                  <a:pt x="10831022" y="292908"/>
                  <a:pt x="10854865" y="316197"/>
                  <a:pt x="10899430" y="319025"/>
                </a:cubicBezTo>
                <a:lnTo>
                  <a:pt x="10908630" y="319311"/>
                </a:lnTo>
                <a:lnTo>
                  <a:pt x="10917910" y="319025"/>
                </a:lnTo>
                <a:cubicBezTo>
                  <a:pt x="10962899" y="316197"/>
                  <a:pt x="10986754" y="292908"/>
                  <a:pt x="11009059" y="271662"/>
                </a:cubicBezTo>
                <a:cubicBezTo>
                  <a:pt x="11029379" y="252342"/>
                  <a:pt x="11047920" y="234355"/>
                  <a:pt x="11081018" y="230161"/>
                </a:cubicBezTo>
                <a:lnTo>
                  <a:pt x="11096145" y="229243"/>
                </a:lnTo>
                <a:lnTo>
                  <a:pt x="11111482" y="230161"/>
                </a:lnTo>
                <a:cubicBezTo>
                  <a:pt x="11145080" y="234355"/>
                  <a:pt x="11164073" y="252342"/>
                  <a:pt x="11184392" y="271662"/>
                </a:cubicBezTo>
                <a:cubicBezTo>
                  <a:pt x="11206161" y="292908"/>
                  <a:pt x="11229967" y="316197"/>
                  <a:pt x="11274476" y="319025"/>
                </a:cubicBezTo>
                <a:lnTo>
                  <a:pt x="11283661" y="319311"/>
                </a:lnTo>
                <a:lnTo>
                  <a:pt x="11292944" y="319025"/>
                </a:lnTo>
                <a:cubicBezTo>
                  <a:pt x="11337933" y="316197"/>
                  <a:pt x="11361785" y="292908"/>
                  <a:pt x="11384093" y="271662"/>
                </a:cubicBezTo>
                <a:cubicBezTo>
                  <a:pt x="11404412" y="252342"/>
                  <a:pt x="11422963" y="234355"/>
                  <a:pt x="11456052" y="230161"/>
                </a:cubicBezTo>
                <a:lnTo>
                  <a:pt x="11471176" y="229243"/>
                </a:lnTo>
                <a:lnTo>
                  <a:pt x="11486544" y="230161"/>
                </a:lnTo>
                <a:cubicBezTo>
                  <a:pt x="11520177" y="234355"/>
                  <a:pt x="11539195" y="252342"/>
                  <a:pt x="11559533" y="271662"/>
                </a:cubicBezTo>
                <a:cubicBezTo>
                  <a:pt x="11581338" y="292908"/>
                  <a:pt x="11605179" y="316197"/>
                  <a:pt x="11649742" y="319025"/>
                </a:cubicBezTo>
                <a:lnTo>
                  <a:pt x="11658933" y="319311"/>
                </a:lnTo>
                <a:lnTo>
                  <a:pt x="11668227" y="319025"/>
                </a:lnTo>
                <a:cubicBezTo>
                  <a:pt x="11713213" y="316197"/>
                  <a:pt x="11737053" y="292908"/>
                  <a:pt x="11759372" y="271662"/>
                </a:cubicBezTo>
                <a:cubicBezTo>
                  <a:pt x="11782589" y="249581"/>
                  <a:pt x="11803495" y="229243"/>
                  <a:pt x="11846449" y="229243"/>
                </a:cubicBezTo>
                <a:cubicBezTo>
                  <a:pt x="11889990" y="229243"/>
                  <a:pt x="11910890" y="249581"/>
                  <a:pt x="11934693" y="271662"/>
                </a:cubicBezTo>
                <a:cubicBezTo>
                  <a:pt x="11956463" y="292908"/>
                  <a:pt x="11980283" y="316197"/>
                  <a:pt x="12024791" y="319025"/>
                </a:cubicBezTo>
                <a:lnTo>
                  <a:pt x="12033966" y="319311"/>
                </a:lnTo>
                <a:lnTo>
                  <a:pt x="12043259" y="319025"/>
                </a:lnTo>
                <a:cubicBezTo>
                  <a:pt x="12088243" y="316197"/>
                  <a:pt x="12112086" y="292908"/>
                  <a:pt x="12134403" y="271662"/>
                </a:cubicBezTo>
                <a:cubicBezTo>
                  <a:pt x="12144650" y="262002"/>
                  <a:pt x="12154408" y="252675"/>
                  <a:pt x="12165743" y="245239"/>
                </a:cubicBezTo>
                <a:lnTo>
                  <a:pt x="12192000" y="235534"/>
                </a:lnTo>
                <a:lnTo>
                  <a:pt x="12192000" y="315260"/>
                </a:lnTo>
                <a:lnTo>
                  <a:pt x="12182688" y="317009"/>
                </a:lnTo>
                <a:cubicBezTo>
                  <a:pt x="12156185" y="325719"/>
                  <a:pt x="12138675" y="342697"/>
                  <a:pt x="12122209" y="358238"/>
                </a:cubicBezTo>
                <a:cubicBezTo>
                  <a:pt x="12101382" y="378085"/>
                  <a:pt x="12082778" y="395707"/>
                  <a:pt x="12049292" y="399802"/>
                </a:cubicBezTo>
                <a:lnTo>
                  <a:pt x="12033966" y="400696"/>
                </a:lnTo>
                <a:lnTo>
                  <a:pt x="12018849" y="399802"/>
                </a:lnTo>
                <a:cubicBezTo>
                  <a:pt x="11985747" y="395707"/>
                  <a:pt x="11967207" y="378085"/>
                  <a:pt x="11946887" y="358238"/>
                </a:cubicBezTo>
                <a:cubicBezTo>
                  <a:pt x="11923083" y="336136"/>
                  <a:pt x="11897537" y="311127"/>
                  <a:pt x="11846449" y="311127"/>
                </a:cubicBezTo>
                <a:cubicBezTo>
                  <a:pt x="11795942" y="311127"/>
                  <a:pt x="11770398" y="336136"/>
                  <a:pt x="11747177" y="358238"/>
                </a:cubicBezTo>
                <a:cubicBezTo>
                  <a:pt x="11726349" y="378085"/>
                  <a:pt x="11707748" y="395707"/>
                  <a:pt x="11674249" y="399802"/>
                </a:cubicBezTo>
                <a:lnTo>
                  <a:pt x="11658933" y="400696"/>
                </a:lnTo>
                <a:lnTo>
                  <a:pt x="11643789" y="399802"/>
                </a:lnTo>
                <a:cubicBezTo>
                  <a:pt x="11610649" y="395707"/>
                  <a:pt x="11592084" y="378085"/>
                  <a:pt x="11571746" y="358238"/>
                </a:cubicBezTo>
                <a:cubicBezTo>
                  <a:pt x="11549395" y="337517"/>
                  <a:pt x="11525519" y="314241"/>
                  <a:pt x="11480474" y="311413"/>
                </a:cubicBezTo>
                <a:lnTo>
                  <a:pt x="11471176" y="311127"/>
                </a:lnTo>
                <a:lnTo>
                  <a:pt x="11461993" y="311413"/>
                </a:lnTo>
                <a:cubicBezTo>
                  <a:pt x="11417484" y="314241"/>
                  <a:pt x="11393675" y="337517"/>
                  <a:pt x="11371907" y="358238"/>
                </a:cubicBezTo>
                <a:cubicBezTo>
                  <a:pt x="11351588" y="378085"/>
                  <a:pt x="11332597" y="395707"/>
                  <a:pt x="11298999" y="399802"/>
                </a:cubicBezTo>
                <a:lnTo>
                  <a:pt x="11283661" y="400696"/>
                </a:lnTo>
                <a:lnTo>
                  <a:pt x="11268535" y="399802"/>
                </a:lnTo>
                <a:cubicBezTo>
                  <a:pt x="11235437" y="395707"/>
                  <a:pt x="11216896" y="378085"/>
                  <a:pt x="11196576" y="358238"/>
                </a:cubicBezTo>
                <a:cubicBezTo>
                  <a:pt x="11174269" y="337517"/>
                  <a:pt x="11150416" y="314241"/>
                  <a:pt x="11105427" y="311413"/>
                </a:cubicBezTo>
                <a:lnTo>
                  <a:pt x="11096145" y="311127"/>
                </a:lnTo>
                <a:lnTo>
                  <a:pt x="11086959" y="311413"/>
                </a:lnTo>
                <a:cubicBezTo>
                  <a:pt x="11042451" y="314241"/>
                  <a:pt x="11018645" y="337517"/>
                  <a:pt x="10996876" y="358238"/>
                </a:cubicBezTo>
                <a:cubicBezTo>
                  <a:pt x="10976557" y="378085"/>
                  <a:pt x="10957563" y="395707"/>
                  <a:pt x="10923965" y="399802"/>
                </a:cubicBezTo>
                <a:lnTo>
                  <a:pt x="10908630" y="400696"/>
                </a:lnTo>
                <a:lnTo>
                  <a:pt x="10893649" y="399802"/>
                </a:lnTo>
                <a:cubicBezTo>
                  <a:pt x="10860787" y="395707"/>
                  <a:pt x="10841785" y="378085"/>
                  <a:pt x="10821431" y="358238"/>
                </a:cubicBezTo>
                <a:cubicBezTo>
                  <a:pt x="10799092" y="337517"/>
                  <a:pt x="10775214" y="314241"/>
                  <a:pt x="10730174" y="311413"/>
                </a:cubicBezTo>
                <a:lnTo>
                  <a:pt x="10720876" y="311127"/>
                </a:lnTo>
                <a:lnTo>
                  <a:pt x="10711689" y="311413"/>
                </a:lnTo>
                <a:cubicBezTo>
                  <a:pt x="10667180" y="314241"/>
                  <a:pt x="10643365" y="337517"/>
                  <a:pt x="10621594" y="358238"/>
                </a:cubicBezTo>
                <a:cubicBezTo>
                  <a:pt x="10598372" y="380921"/>
                  <a:pt x="10576897" y="400696"/>
                  <a:pt x="10533351" y="400696"/>
                </a:cubicBezTo>
                <a:cubicBezTo>
                  <a:pt x="10490980" y="400696"/>
                  <a:pt x="10469491" y="380921"/>
                  <a:pt x="10446269" y="358238"/>
                </a:cubicBezTo>
                <a:cubicBezTo>
                  <a:pt x="10423954" y="337517"/>
                  <a:pt x="10400110" y="314241"/>
                  <a:pt x="10355125" y="311413"/>
                </a:cubicBezTo>
                <a:lnTo>
                  <a:pt x="10345834" y="311127"/>
                </a:lnTo>
                <a:lnTo>
                  <a:pt x="10336658" y="311413"/>
                </a:lnTo>
                <a:cubicBezTo>
                  <a:pt x="10292149" y="314241"/>
                  <a:pt x="10268331" y="337517"/>
                  <a:pt x="10246560" y="358238"/>
                </a:cubicBezTo>
                <a:cubicBezTo>
                  <a:pt x="10223342" y="380921"/>
                  <a:pt x="10201866" y="400696"/>
                  <a:pt x="10158317" y="400696"/>
                </a:cubicBezTo>
                <a:cubicBezTo>
                  <a:pt x="10115883" y="400696"/>
                  <a:pt x="10094382" y="380921"/>
                  <a:pt x="10071128" y="358238"/>
                </a:cubicBezTo>
                <a:cubicBezTo>
                  <a:pt x="10049325" y="337517"/>
                  <a:pt x="10024972" y="314241"/>
                  <a:pt x="9979863" y="311413"/>
                </a:cubicBezTo>
                <a:lnTo>
                  <a:pt x="9970560" y="311127"/>
                </a:lnTo>
                <a:lnTo>
                  <a:pt x="9961480" y="311413"/>
                </a:lnTo>
                <a:cubicBezTo>
                  <a:pt x="9917379" y="314241"/>
                  <a:pt x="9893057" y="337517"/>
                  <a:pt x="9871289" y="358238"/>
                </a:cubicBezTo>
                <a:cubicBezTo>
                  <a:pt x="9848064" y="380921"/>
                  <a:pt x="9826584" y="400696"/>
                  <a:pt x="9783043" y="400696"/>
                </a:cubicBezTo>
                <a:cubicBezTo>
                  <a:pt x="9740641" y="400696"/>
                  <a:pt x="9719149" y="380921"/>
                  <a:pt x="9695915" y="358238"/>
                </a:cubicBezTo>
                <a:cubicBezTo>
                  <a:pt x="9672680" y="336136"/>
                  <a:pt x="9646542" y="311127"/>
                  <a:pt x="9596008" y="311127"/>
                </a:cubicBezTo>
                <a:cubicBezTo>
                  <a:pt x="9545500" y="311127"/>
                  <a:pt x="9519956" y="336136"/>
                  <a:pt x="9496153" y="358238"/>
                </a:cubicBezTo>
                <a:cubicBezTo>
                  <a:pt x="9472931" y="380921"/>
                  <a:pt x="9451451" y="400696"/>
                  <a:pt x="9408491" y="400696"/>
                </a:cubicBezTo>
                <a:cubicBezTo>
                  <a:pt x="9365530" y="400696"/>
                  <a:pt x="9344050" y="380921"/>
                  <a:pt x="9320829" y="358238"/>
                </a:cubicBezTo>
                <a:cubicBezTo>
                  <a:pt x="9297606" y="336136"/>
                  <a:pt x="9271481" y="311127"/>
                  <a:pt x="9220974" y="311127"/>
                </a:cubicBezTo>
                <a:lnTo>
                  <a:pt x="9220974" y="329157"/>
                </a:lnTo>
                <a:cubicBezTo>
                  <a:pt x="9263934" y="329157"/>
                  <a:pt x="9285415" y="348932"/>
                  <a:pt x="9308637" y="371615"/>
                </a:cubicBezTo>
                <a:cubicBezTo>
                  <a:pt x="9332439" y="394298"/>
                  <a:pt x="9357983" y="418726"/>
                  <a:pt x="9408491" y="418726"/>
                </a:cubicBezTo>
                <a:cubicBezTo>
                  <a:pt x="9458998" y="418726"/>
                  <a:pt x="9485123" y="394298"/>
                  <a:pt x="9508345" y="371615"/>
                </a:cubicBezTo>
                <a:cubicBezTo>
                  <a:pt x="9531567" y="348932"/>
                  <a:pt x="9553047" y="329157"/>
                  <a:pt x="9596008" y="329157"/>
                </a:cubicBezTo>
                <a:cubicBezTo>
                  <a:pt x="9638991" y="329157"/>
                  <a:pt x="9660482" y="348932"/>
                  <a:pt x="9683717" y="371615"/>
                </a:cubicBezTo>
                <a:cubicBezTo>
                  <a:pt x="9706951" y="394298"/>
                  <a:pt x="9733089" y="418726"/>
                  <a:pt x="9783043" y="418726"/>
                </a:cubicBezTo>
                <a:cubicBezTo>
                  <a:pt x="9834131" y="418726"/>
                  <a:pt x="9860256" y="394298"/>
                  <a:pt x="9883485" y="371615"/>
                </a:cubicBezTo>
                <a:cubicBezTo>
                  <a:pt x="9903805" y="351767"/>
                  <a:pt x="9922785" y="334146"/>
                  <a:pt x="9955612" y="330051"/>
                </a:cubicBezTo>
                <a:lnTo>
                  <a:pt x="9970560" y="329157"/>
                </a:lnTo>
                <a:lnTo>
                  <a:pt x="9985926" y="330051"/>
                </a:lnTo>
                <a:cubicBezTo>
                  <a:pt x="10019561" y="334146"/>
                  <a:pt x="10038577" y="351767"/>
                  <a:pt x="10058916" y="371615"/>
                </a:cubicBezTo>
                <a:cubicBezTo>
                  <a:pt x="10082169" y="394298"/>
                  <a:pt x="10108326" y="418726"/>
                  <a:pt x="10158317" y="418726"/>
                </a:cubicBezTo>
                <a:cubicBezTo>
                  <a:pt x="10209405" y="418726"/>
                  <a:pt x="10235537" y="394298"/>
                  <a:pt x="10258754" y="371615"/>
                </a:cubicBezTo>
                <a:cubicBezTo>
                  <a:pt x="10279073" y="351767"/>
                  <a:pt x="10298057" y="334146"/>
                  <a:pt x="10330881" y="330051"/>
                </a:cubicBezTo>
                <a:lnTo>
                  <a:pt x="10345834" y="329157"/>
                </a:lnTo>
                <a:lnTo>
                  <a:pt x="10361177" y="330051"/>
                </a:lnTo>
                <a:cubicBezTo>
                  <a:pt x="10394774" y="334146"/>
                  <a:pt x="10413758" y="351767"/>
                  <a:pt x="10434077" y="371615"/>
                </a:cubicBezTo>
                <a:cubicBezTo>
                  <a:pt x="10457299" y="394298"/>
                  <a:pt x="10482843" y="418726"/>
                  <a:pt x="10533351" y="418726"/>
                </a:cubicBezTo>
                <a:cubicBezTo>
                  <a:pt x="10584439" y="418726"/>
                  <a:pt x="10609983" y="394298"/>
                  <a:pt x="10633785" y="371615"/>
                </a:cubicBezTo>
                <a:cubicBezTo>
                  <a:pt x="10654105" y="351767"/>
                  <a:pt x="10673091" y="334146"/>
                  <a:pt x="10705912" y="330051"/>
                </a:cubicBezTo>
                <a:lnTo>
                  <a:pt x="10720876" y="329157"/>
                </a:lnTo>
                <a:lnTo>
                  <a:pt x="10736228" y="330051"/>
                </a:lnTo>
                <a:cubicBezTo>
                  <a:pt x="10769878" y="334146"/>
                  <a:pt x="10788879" y="351767"/>
                  <a:pt x="10809233" y="371615"/>
                </a:cubicBezTo>
                <a:cubicBezTo>
                  <a:pt x="10831022" y="392880"/>
                  <a:pt x="10854865" y="415679"/>
                  <a:pt x="10899430" y="418446"/>
                </a:cubicBezTo>
                <a:lnTo>
                  <a:pt x="10908630" y="418726"/>
                </a:lnTo>
                <a:lnTo>
                  <a:pt x="10917910" y="418446"/>
                </a:lnTo>
                <a:cubicBezTo>
                  <a:pt x="10962899" y="415679"/>
                  <a:pt x="10986754" y="392880"/>
                  <a:pt x="11009059" y="371615"/>
                </a:cubicBezTo>
                <a:cubicBezTo>
                  <a:pt x="11029379" y="351767"/>
                  <a:pt x="11047920" y="334146"/>
                  <a:pt x="11081018" y="330051"/>
                </a:cubicBezTo>
                <a:lnTo>
                  <a:pt x="11096145" y="329157"/>
                </a:lnTo>
                <a:lnTo>
                  <a:pt x="11111482" y="330051"/>
                </a:lnTo>
                <a:cubicBezTo>
                  <a:pt x="11145080" y="334146"/>
                  <a:pt x="11164073" y="351767"/>
                  <a:pt x="11184392" y="371615"/>
                </a:cubicBezTo>
                <a:cubicBezTo>
                  <a:pt x="11206161" y="392880"/>
                  <a:pt x="11229967" y="415679"/>
                  <a:pt x="11274476" y="418446"/>
                </a:cubicBezTo>
                <a:lnTo>
                  <a:pt x="11283661" y="418726"/>
                </a:lnTo>
                <a:lnTo>
                  <a:pt x="11292944" y="418446"/>
                </a:lnTo>
                <a:cubicBezTo>
                  <a:pt x="11337933" y="415679"/>
                  <a:pt x="11361785" y="392880"/>
                  <a:pt x="11384093" y="371615"/>
                </a:cubicBezTo>
                <a:cubicBezTo>
                  <a:pt x="11404412" y="351767"/>
                  <a:pt x="11422963" y="334146"/>
                  <a:pt x="11456052" y="330051"/>
                </a:cubicBezTo>
                <a:lnTo>
                  <a:pt x="11471176" y="329157"/>
                </a:lnTo>
                <a:lnTo>
                  <a:pt x="11486544" y="330051"/>
                </a:lnTo>
                <a:cubicBezTo>
                  <a:pt x="11520177" y="334146"/>
                  <a:pt x="11539195" y="351767"/>
                  <a:pt x="11559533" y="371615"/>
                </a:cubicBezTo>
                <a:cubicBezTo>
                  <a:pt x="11581338" y="392880"/>
                  <a:pt x="11605179" y="415679"/>
                  <a:pt x="11649742" y="418446"/>
                </a:cubicBezTo>
                <a:lnTo>
                  <a:pt x="11658933" y="418726"/>
                </a:lnTo>
                <a:lnTo>
                  <a:pt x="11668227" y="418446"/>
                </a:lnTo>
                <a:cubicBezTo>
                  <a:pt x="11713213" y="415679"/>
                  <a:pt x="11737053" y="392880"/>
                  <a:pt x="11759372" y="371615"/>
                </a:cubicBezTo>
                <a:cubicBezTo>
                  <a:pt x="11782589" y="348932"/>
                  <a:pt x="11803495" y="329157"/>
                  <a:pt x="11846449" y="329157"/>
                </a:cubicBezTo>
                <a:cubicBezTo>
                  <a:pt x="11889990" y="329157"/>
                  <a:pt x="11910890" y="348932"/>
                  <a:pt x="11934693" y="371615"/>
                </a:cubicBezTo>
                <a:cubicBezTo>
                  <a:pt x="11956463" y="392880"/>
                  <a:pt x="11980283" y="415679"/>
                  <a:pt x="12024791" y="418446"/>
                </a:cubicBezTo>
                <a:lnTo>
                  <a:pt x="12033966" y="418726"/>
                </a:lnTo>
                <a:lnTo>
                  <a:pt x="12043259" y="418446"/>
                </a:lnTo>
                <a:cubicBezTo>
                  <a:pt x="12088243" y="415679"/>
                  <a:pt x="12112086" y="392880"/>
                  <a:pt x="12134403" y="371615"/>
                </a:cubicBezTo>
                <a:cubicBezTo>
                  <a:pt x="12144653" y="361691"/>
                  <a:pt x="12154413" y="352324"/>
                  <a:pt x="12165748" y="344926"/>
                </a:cubicBezTo>
                <a:lnTo>
                  <a:pt x="12192000" y="335353"/>
                </a:lnTo>
                <a:lnTo>
                  <a:pt x="12192000" y="414683"/>
                </a:lnTo>
                <a:lnTo>
                  <a:pt x="12182693" y="416434"/>
                </a:lnTo>
                <a:cubicBezTo>
                  <a:pt x="12156190" y="425172"/>
                  <a:pt x="12138678" y="442256"/>
                  <a:pt x="12122209" y="458190"/>
                </a:cubicBezTo>
                <a:cubicBezTo>
                  <a:pt x="12101382" y="477511"/>
                  <a:pt x="12082778" y="495497"/>
                  <a:pt x="12049292" y="499692"/>
                </a:cubicBezTo>
                <a:lnTo>
                  <a:pt x="12033966" y="500609"/>
                </a:lnTo>
                <a:lnTo>
                  <a:pt x="12018849" y="499692"/>
                </a:lnTo>
                <a:cubicBezTo>
                  <a:pt x="11985747" y="495497"/>
                  <a:pt x="11967207" y="477511"/>
                  <a:pt x="11946887" y="458190"/>
                </a:cubicBezTo>
                <a:cubicBezTo>
                  <a:pt x="11923083" y="435528"/>
                  <a:pt x="11897537" y="410542"/>
                  <a:pt x="11846449" y="410542"/>
                </a:cubicBezTo>
                <a:cubicBezTo>
                  <a:pt x="11795942" y="410542"/>
                  <a:pt x="11770398" y="435528"/>
                  <a:pt x="11747177" y="458190"/>
                </a:cubicBezTo>
                <a:cubicBezTo>
                  <a:pt x="11726349" y="477511"/>
                  <a:pt x="11707748" y="495497"/>
                  <a:pt x="11674249" y="499692"/>
                </a:cubicBezTo>
                <a:lnTo>
                  <a:pt x="11658933" y="500609"/>
                </a:lnTo>
                <a:lnTo>
                  <a:pt x="11643789" y="499692"/>
                </a:lnTo>
                <a:cubicBezTo>
                  <a:pt x="11610649" y="495497"/>
                  <a:pt x="11592084" y="477511"/>
                  <a:pt x="11571746" y="458190"/>
                </a:cubicBezTo>
                <a:cubicBezTo>
                  <a:pt x="11549395" y="436944"/>
                  <a:pt x="11525519" y="413656"/>
                  <a:pt x="11480474" y="410828"/>
                </a:cubicBezTo>
                <a:lnTo>
                  <a:pt x="11471176" y="410542"/>
                </a:lnTo>
                <a:lnTo>
                  <a:pt x="11461993" y="410828"/>
                </a:lnTo>
                <a:cubicBezTo>
                  <a:pt x="11417484" y="413656"/>
                  <a:pt x="11393675" y="436944"/>
                  <a:pt x="11371907" y="458190"/>
                </a:cubicBezTo>
                <a:cubicBezTo>
                  <a:pt x="11351588" y="477511"/>
                  <a:pt x="11332597" y="495497"/>
                  <a:pt x="11298999" y="499692"/>
                </a:cubicBezTo>
                <a:lnTo>
                  <a:pt x="11283661" y="500609"/>
                </a:lnTo>
                <a:lnTo>
                  <a:pt x="11268535" y="499692"/>
                </a:lnTo>
                <a:cubicBezTo>
                  <a:pt x="11235437" y="495497"/>
                  <a:pt x="11216896" y="477511"/>
                  <a:pt x="11196576" y="458190"/>
                </a:cubicBezTo>
                <a:cubicBezTo>
                  <a:pt x="11174269" y="436944"/>
                  <a:pt x="11150416" y="413656"/>
                  <a:pt x="11105427" y="410828"/>
                </a:cubicBezTo>
                <a:lnTo>
                  <a:pt x="11096145" y="410542"/>
                </a:lnTo>
                <a:lnTo>
                  <a:pt x="11086959" y="410828"/>
                </a:lnTo>
                <a:cubicBezTo>
                  <a:pt x="11042451" y="413656"/>
                  <a:pt x="11018645" y="436944"/>
                  <a:pt x="10996876" y="458190"/>
                </a:cubicBezTo>
                <a:cubicBezTo>
                  <a:pt x="10976557" y="477511"/>
                  <a:pt x="10957563" y="495497"/>
                  <a:pt x="10923965" y="499692"/>
                </a:cubicBezTo>
                <a:lnTo>
                  <a:pt x="10908630" y="500609"/>
                </a:lnTo>
                <a:lnTo>
                  <a:pt x="10893649" y="499692"/>
                </a:lnTo>
                <a:cubicBezTo>
                  <a:pt x="10860787" y="495497"/>
                  <a:pt x="10841785" y="477511"/>
                  <a:pt x="10821431" y="458190"/>
                </a:cubicBezTo>
                <a:cubicBezTo>
                  <a:pt x="10799092" y="436944"/>
                  <a:pt x="10775214" y="413656"/>
                  <a:pt x="10730174" y="410828"/>
                </a:cubicBezTo>
                <a:lnTo>
                  <a:pt x="10720876" y="410542"/>
                </a:lnTo>
                <a:lnTo>
                  <a:pt x="10711689" y="410828"/>
                </a:lnTo>
                <a:cubicBezTo>
                  <a:pt x="10667180" y="413656"/>
                  <a:pt x="10643365" y="436944"/>
                  <a:pt x="10621594" y="458190"/>
                </a:cubicBezTo>
                <a:cubicBezTo>
                  <a:pt x="10598372" y="480271"/>
                  <a:pt x="10576897" y="500609"/>
                  <a:pt x="10533351" y="500609"/>
                </a:cubicBezTo>
                <a:cubicBezTo>
                  <a:pt x="10490980" y="500609"/>
                  <a:pt x="10469491" y="480271"/>
                  <a:pt x="10446269" y="458190"/>
                </a:cubicBezTo>
                <a:cubicBezTo>
                  <a:pt x="10423954" y="436944"/>
                  <a:pt x="10400110" y="413656"/>
                  <a:pt x="10355125" y="410828"/>
                </a:cubicBezTo>
                <a:lnTo>
                  <a:pt x="10345834" y="410542"/>
                </a:lnTo>
                <a:lnTo>
                  <a:pt x="10336658" y="410828"/>
                </a:lnTo>
                <a:cubicBezTo>
                  <a:pt x="10292149" y="413656"/>
                  <a:pt x="10268331" y="436944"/>
                  <a:pt x="10246560" y="458190"/>
                </a:cubicBezTo>
                <a:cubicBezTo>
                  <a:pt x="10223342" y="480271"/>
                  <a:pt x="10201866" y="500609"/>
                  <a:pt x="10158317" y="500609"/>
                </a:cubicBezTo>
                <a:cubicBezTo>
                  <a:pt x="10115883" y="500609"/>
                  <a:pt x="10094382" y="480271"/>
                  <a:pt x="10071128" y="458190"/>
                </a:cubicBezTo>
                <a:cubicBezTo>
                  <a:pt x="10049325" y="436944"/>
                  <a:pt x="10024972" y="413656"/>
                  <a:pt x="9979863" y="410828"/>
                </a:cubicBezTo>
                <a:lnTo>
                  <a:pt x="9970560" y="410542"/>
                </a:lnTo>
                <a:lnTo>
                  <a:pt x="9961480" y="410828"/>
                </a:lnTo>
                <a:cubicBezTo>
                  <a:pt x="9917379" y="413656"/>
                  <a:pt x="9893057" y="436944"/>
                  <a:pt x="9871289" y="458190"/>
                </a:cubicBezTo>
                <a:cubicBezTo>
                  <a:pt x="9848064" y="480271"/>
                  <a:pt x="9826584" y="500609"/>
                  <a:pt x="9783043" y="500609"/>
                </a:cubicBezTo>
                <a:cubicBezTo>
                  <a:pt x="9740641" y="500609"/>
                  <a:pt x="9719149" y="480271"/>
                  <a:pt x="9695915" y="458190"/>
                </a:cubicBezTo>
                <a:cubicBezTo>
                  <a:pt x="9672680" y="435528"/>
                  <a:pt x="9646542" y="410542"/>
                  <a:pt x="9596008" y="410542"/>
                </a:cubicBezTo>
                <a:cubicBezTo>
                  <a:pt x="9545500" y="410542"/>
                  <a:pt x="9519956" y="435528"/>
                  <a:pt x="9496153" y="458190"/>
                </a:cubicBezTo>
                <a:cubicBezTo>
                  <a:pt x="9472931" y="480271"/>
                  <a:pt x="9451451" y="500609"/>
                  <a:pt x="9408491" y="500609"/>
                </a:cubicBezTo>
                <a:cubicBezTo>
                  <a:pt x="9365530" y="500609"/>
                  <a:pt x="9344050" y="480271"/>
                  <a:pt x="9320829" y="458190"/>
                </a:cubicBezTo>
                <a:cubicBezTo>
                  <a:pt x="9297606" y="435528"/>
                  <a:pt x="9271481" y="410542"/>
                  <a:pt x="9220974" y="410542"/>
                </a:cubicBezTo>
                <a:lnTo>
                  <a:pt x="9220974" y="428555"/>
                </a:lnTo>
                <a:cubicBezTo>
                  <a:pt x="9263934" y="428555"/>
                  <a:pt x="9285415" y="448893"/>
                  <a:pt x="9308637" y="470974"/>
                </a:cubicBezTo>
                <a:cubicBezTo>
                  <a:pt x="9332439" y="493636"/>
                  <a:pt x="9357983" y="518622"/>
                  <a:pt x="9408491" y="518622"/>
                </a:cubicBezTo>
                <a:cubicBezTo>
                  <a:pt x="9458998" y="518622"/>
                  <a:pt x="9485123" y="493636"/>
                  <a:pt x="9508345" y="470974"/>
                </a:cubicBezTo>
                <a:cubicBezTo>
                  <a:pt x="9531567" y="448893"/>
                  <a:pt x="9553047" y="428555"/>
                  <a:pt x="9596008" y="428555"/>
                </a:cubicBezTo>
                <a:cubicBezTo>
                  <a:pt x="9638991" y="428555"/>
                  <a:pt x="9660482" y="448893"/>
                  <a:pt x="9683717" y="470974"/>
                </a:cubicBezTo>
                <a:cubicBezTo>
                  <a:pt x="9706951" y="493636"/>
                  <a:pt x="9733089" y="518622"/>
                  <a:pt x="9783043" y="518622"/>
                </a:cubicBezTo>
                <a:cubicBezTo>
                  <a:pt x="9834131" y="518622"/>
                  <a:pt x="9860256" y="493636"/>
                  <a:pt x="9883485" y="470974"/>
                </a:cubicBezTo>
                <a:cubicBezTo>
                  <a:pt x="9903805" y="451653"/>
                  <a:pt x="9922785" y="433667"/>
                  <a:pt x="9955612" y="429472"/>
                </a:cubicBezTo>
                <a:lnTo>
                  <a:pt x="9970560" y="428555"/>
                </a:lnTo>
                <a:lnTo>
                  <a:pt x="9985926" y="429472"/>
                </a:lnTo>
                <a:cubicBezTo>
                  <a:pt x="10019561" y="433667"/>
                  <a:pt x="10038577" y="451653"/>
                  <a:pt x="10058916" y="470974"/>
                </a:cubicBezTo>
                <a:cubicBezTo>
                  <a:pt x="10082169" y="493636"/>
                  <a:pt x="10108326" y="518622"/>
                  <a:pt x="10158317" y="518622"/>
                </a:cubicBezTo>
                <a:cubicBezTo>
                  <a:pt x="10209405" y="518622"/>
                  <a:pt x="10235537" y="493636"/>
                  <a:pt x="10258754" y="470974"/>
                </a:cubicBezTo>
                <a:cubicBezTo>
                  <a:pt x="10279073" y="451653"/>
                  <a:pt x="10298057" y="433667"/>
                  <a:pt x="10330881" y="429472"/>
                </a:cubicBezTo>
                <a:lnTo>
                  <a:pt x="10345834" y="428555"/>
                </a:lnTo>
                <a:lnTo>
                  <a:pt x="10361177" y="429472"/>
                </a:lnTo>
                <a:cubicBezTo>
                  <a:pt x="10394774" y="433667"/>
                  <a:pt x="10413758" y="451653"/>
                  <a:pt x="10434077" y="470974"/>
                </a:cubicBezTo>
                <a:cubicBezTo>
                  <a:pt x="10457299" y="493636"/>
                  <a:pt x="10482843" y="518622"/>
                  <a:pt x="10533351" y="518622"/>
                </a:cubicBezTo>
                <a:cubicBezTo>
                  <a:pt x="10584439" y="518622"/>
                  <a:pt x="10609983" y="493636"/>
                  <a:pt x="10633785" y="470974"/>
                </a:cubicBezTo>
                <a:cubicBezTo>
                  <a:pt x="10654105" y="451653"/>
                  <a:pt x="10673091" y="433667"/>
                  <a:pt x="10705912" y="429472"/>
                </a:cubicBezTo>
                <a:lnTo>
                  <a:pt x="10720876" y="428555"/>
                </a:lnTo>
                <a:lnTo>
                  <a:pt x="10736228" y="429472"/>
                </a:lnTo>
                <a:cubicBezTo>
                  <a:pt x="10769878" y="433667"/>
                  <a:pt x="10788879" y="451653"/>
                  <a:pt x="10809233" y="470974"/>
                </a:cubicBezTo>
                <a:cubicBezTo>
                  <a:pt x="10831022" y="492220"/>
                  <a:pt x="10854865" y="515508"/>
                  <a:pt x="10899430" y="518336"/>
                </a:cubicBezTo>
                <a:lnTo>
                  <a:pt x="10908630" y="518622"/>
                </a:lnTo>
                <a:lnTo>
                  <a:pt x="10917910" y="518336"/>
                </a:lnTo>
                <a:cubicBezTo>
                  <a:pt x="10962899" y="515508"/>
                  <a:pt x="10986754" y="492220"/>
                  <a:pt x="11009059" y="470974"/>
                </a:cubicBezTo>
                <a:cubicBezTo>
                  <a:pt x="11029379" y="451653"/>
                  <a:pt x="11047920" y="433667"/>
                  <a:pt x="11081018" y="429472"/>
                </a:cubicBezTo>
                <a:lnTo>
                  <a:pt x="11096145" y="428555"/>
                </a:lnTo>
                <a:lnTo>
                  <a:pt x="11111482" y="429472"/>
                </a:lnTo>
                <a:cubicBezTo>
                  <a:pt x="11145080" y="433667"/>
                  <a:pt x="11164073" y="451653"/>
                  <a:pt x="11184392" y="470974"/>
                </a:cubicBezTo>
                <a:cubicBezTo>
                  <a:pt x="11206161" y="492220"/>
                  <a:pt x="11229967" y="515508"/>
                  <a:pt x="11274476" y="518336"/>
                </a:cubicBezTo>
                <a:lnTo>
                  <a:pt x="11283661" y="518622"/>
                </a:lnTo>
                <a:lnTo>
                  <a:pt x="11292944" y="518336"/>
                </a:lnTo>
                <a:cubicBezTo>
                  <a:pt x="11337933" y="515508"/>
                  <a:pt x="11361785" y="492220"/>
                  <a:pt x="11384093" y="470974"/>
                </a:cubicBezTo>
                <a:cubicBezTo>
                  <a:pt x="11404412" y="451653"/>
                  <a:pt x="11422963" y="433667"/>
                  <a:pt x="11456052" y="429472"/>
                </a:cubicBezTo>
                <a:lnTo>
                  <a:pt x="11471176" y="428555"/>
                </a:lnTo>
                <a:lnTo>
                  <a:pt x="11486544" y="429472"/>
                </a:lnTo>
                <a:cubicBezTo>
                  <a:pt x="11520177" y="433667"/>
                  <a:pt x="11539195" y="451653"/>
                  <a:pt x="11559533" y="470974"/>
                </a:cubicBezTo>
                <a:cubicBezTo>
                  <a:pt x="11581338" y="492220"/>
                  <a:pt x="11605179" y="515508"/>
                  <a:pt x="11649742" y="518336"/>
                </a:cubicBezTo>
                <a:lnTo>
                  <a:pt x="11658933" y="518622"/>
                </a:lnTo>
                <a:lnTo>
                  <a:pt x="11668227" y="518336"/>
                </a:lnTo>
                <a:cubicBezTo>
                  <a:pt x="11713213" y="515508"/>
                  <a:pt x="11737053" y="492220"/>
                  <a:pt x="11759372" y="470974"/>
                </a:cubicBezTo>
                <a:cubicBezTo>
                  <a:pt x="11782589" y="448893"/>
                  <a:pt x="11803495" y="428555"/>
                  <a:pt x="11846449" y="428555"/>
                </a:cubicBezTo>
                <a:cubicBezTo>
                  <a:pt x="11889990" y="428555"/>
                  <a:pt x="11910890" y="448893"/>
                  <a:pt x="11934693" y="470974"/>
                </a:cubicBezTo>
                <a:cubicBezTo>
                  <a:pt x="11956463" y="492220"/>
                  <a:pt x="11980283" y="515508"/>
                  <a:pt x="12024791" y="518336"/>
                </a:cubicBezTo>
                <a:lnTo>
                  <a:pt x="12033966" y="518622"/>
                </a:lnTo>
                <a:lnTo>
                  <a:pt x="12043259" y="518336"/>
                </a:lnTo>
                <a:cubicBezTo>
                  <a:pt x="12088243" y="515508"/>
                  <a:pt x="12112086" y="492220"/>
                  <a:pt x="12134403" y="470974"/>
                </a:cubicBezTo>
                <a:cubicBezTo>
                  <a:pt x="12144656" y="461313"/>
                  <a:pt x="12154417" y="451987"/>
                  <a:pt x="12165753" y="444551"/>
                </a:cubicBezTo>
                <a:lnTo>
                  <a:pt x="12192000" y="434849"/>
                </a:lnTo>
                <a:lnTo>
                  <a:pt x="12192000" y="515701"/>
                </a:lnTo>
                <a:lnTo>
                  <a:pt x="12182700" y="517416"/>
                </a:lnTo>
                <a:cubicBezTo>
                  <a:pt x="12156196" y="525993"/>
                  <a:pt x="12138683" y="542804"/>
                  <a:pt x="12122209" y="558753"/>
                </a:cubicBezTo>
                <a:cubicBezTo>
                  <a:pt x="12101382" y="578092"/>
                  <a:pt x="12082778" y="596095"/>
                  <a:pt x="12049292" y="600293"/>
                </a:cubicBezTo>
                <a:lnTo>
                  <a:pt x="12033966" y="601211"/>
                </a:lnTo>
                <a:lnTo>
                  <a:pt x="12018849" y="600317"/>
                </a:lnTo>
                <a:cubicBezTo>
                  <a:pt x="11985747" y="596222"/>
                  <a:pt x="11967207" y="578601"/>
                  <a:pt x="11946887" y="558753"/>
                </a:cubicBezTo>
                <a:cubicBezTo>
                  <a:pt x="11923083" y="536070"/>
                  <a:pt x="11897537" y="511642"/>
                  <a:pt x="11846449" y="511642"/>
                </a:cubicBezTo>
                <a:cubicBezTo>
                  <a:pt x="11795942" y="511642"/>
                  <a:pt x="11770398" y="536070"/>
                  <a:pt x="11747177" y="558753"/>
                </a:cubicBezTo>
                <a:cubicBezTo>
                  <a:pt x="11726349" y="578092"/>
                  <a:pt x="11707748" y="596095"/>
                  <a:pt x="11674249" y="600293"/>
                </a:cubicBezTo>
                <a:lnTo>
                  <a:pt x="11658933" y="601211"/>
                </a:lnTo>
                <a:lnTo>
                  <a:pt x="11643789" y="600317"/>
                </a:lnTo>
                <a:cubicBezTo>
                  <a:pt x="11610649" y="596222"/>
                  <a:pt x="11592084" y="578601"/>
                  <a:pt x="11571746" y="558753"/>
                </a:cubicBezTo>
                <a:cubicBezTo>
                  <a:pt x="11549395" y="537488"/>
                  <a:pt x="11525519" y="514689"/>
                  <a:pt x="11480474" y="511922"/>
                </a:cubicBezTo>
                <a:lnTo>
                  <a:pt x="11471176" y="511642"/>
                </a:lnTo>
                <a:lnTo>
                  <a:pt x="11461993" y="511922"/>
                </a:lnTo>
                <a:cubicBezTo>
                  <a:pt x="11417484" y="514689"/>
                  <a:pt x="11393675" y="537488"/>
                  <a:pt x="11371907" y="558753"/>
                </a:cubicBezTo>
                <a:cubicBezTo>
                  <a:pt x="11351588" y="578092"/>
                  <a:pt x="11332597" y="596095"/>
                  <a:pt x="11298999" y="600293"/>
                </a:cubicBezTo>
                <a:lnTo>
                  <a:pt x="11283661" y="601211"/>
                </a:lnTo>
                <a:lnTo>
                  <a:pt x="11268535" y="600317"/>
                </a:lnTo>
                <a:cubicBezTo>
                  <a:pt x="11235437" y="596222"/>
                  <a:pt x="11216896" y="578601"/>
                  <a:pt x="11196576" y="558753"/>
                </a:cubicBezTo>
                <a:cubicBezTo>
                  <a:pt x="11174269" y="537488"/>
                  <a:pt x="11150416" y="514689"/>
                  <a:pt x="11105427" y="511922"/>
                </a:cubicBezTo>
                <a:lnTo>
                  <a:pt x="11096145" y="511642"/>
                </a:lnTo>
                <a:lnTo>
                  <a:pt x="11086959" y="511922"/>
                </a:lnTo>
                <a:cubicBezTo>
                  <a:pt x="11042451" y="514689"/>
                  <a:pt x="11018645" y="537488"/>
                  <a:pt x="10996876" y="558753"/>
                </a:cubicBezTo>
                <a:cubicBezTo>
                  <a:pt x="10976557" y="578092"/>
                  <a:pt x="10957563" y="596095"/>
                  <a:pt x="10923965" y="600293"/>
                </a:cubicBezTo>
                <a:lnTo>
                  <a:pt x="10908630" y="601211"/>
                </a:lnTo>
                <a:lnTo>
                  <a:pt x="10893649" y="600317"/>
                </a:lnTo>
                <a:cubicBezTo>
                  <a:pt x="10860787" y="596222"/>
                  <a:pt x="10841785" y="578601"/>
                  <a:pt x="10821431" y="558753"/>
                </a:cubicBezTo>
                <a:cubicBezTo>
                  <a:pt x="10799092" y="537488"/>
                  <a:pt x="10775214" y="514689"/>
                  <a:pt x="10730174" y="511922"/>
                </a:cubicBezTo>
                <a:lnTo>
                  <a:pt x="10720876" y="511642"/>
                </a:lnTo>
                <a:lnTo>
                  <a:pt x="10711689" y="511922"/>
                </a:lnTo>
                <a:cubicBezTo>
                  <a:pt x="10667180" y="514689"/>
                  <a:pt x="10643365" y="537488"/>
                  <a:pt x="10621594" y="558753"/>
                </a:cubicBezTo>
                <a:cubicBezTo>
                  <a:pt x="10598372" y="580854"/>
                  <a:pt x="10576897" y="601211"/>
                  <a:pt x="10533351" y="601211"/>
                </a:cubicBezTo>
                <a:cubicBezTo>
                  <a:pt x="10490980" y="601211"/>
                  <a:pt x="10469491" y="581436"/>
                  <a:pt x="10446269" y="558753"/>
                </a:cubicBezTo>
                <a:cubicBezTo>
                  <a:pt x="10423954" y="537488"/>
                  <a:pt x="10400110" y="514689"/>
                  <a:pt x="10355125" y="511922"/>
                </a:cubicBezTo>
                <a:lnTo>
                  <a:pt x="10345834" y="511642"/>
                </a:lnTo>
                <a:lnTo>
                  <a:pt x="10336658" y="511922"/>
                </a:lnTo>
                <a:cubicBezTo>
                  <a:pt x="10292149" y="514689"/>
                  <a:pt x="10268331" y="537488"/>
                  <a:pt x="10246560" y="558753"/>
                </a:cubicBezTo>
                <a:cubicBezTo>
                  <a:pt x="10223342" y="580854"/>
                  <a:pt x="10201866" y="601211"/>
                  <a:pt x="10158317" y="601211"/>
                </a:cubicBezTo>
                <a:cubicBezTo>
                  <a:pt x="10115883" y="601211"/>
                  <a:pt x="10094382" y="581436"/>
                  <a:pt x="10071128" y="558753"/>
                </a:cubicBezTo>
                <a:cubicBezTo>
                  <a:pt x="10049325" y="537488"/>
                  <a:pt x="10024972" y="514689"/>
                  <a:pt x="9979863" y="511922"/>
                </a:cubicBezTo>
                <a:lnTo>
                  <a:pt x="9970560" y="511642"/>
                </a:lnTo>
                <a:lnTo>
                  <a:pt x="9961480" y="511922"/>
                </a:lnTo>
                <a:cubicBezTo>
                  <a:pt x="9917379" y="514689"/>
                  <a:pt x="9893057" y="537488"/>
                  <a:pt x="9871289" y="558753"/>
                </a:cubicBezTo>
                <a:cubicBezTo>
                  <a:pt x="9848064" y="580854"/>
                  <a:pt x="9826584" y="601211"/>
                  <a:pt x="9783043" y="601211"/>
                </a:cubicBezTo>
                <a:cubicBezTo>
                  <a:pt x="9740641" y="601211"/>
                  <a:pt x="9719149" y="581436"/>
                  <a:pt x="9695915" y="558753"/>
                </a:cubicBezTo>
                <a:cubicBezTo>
                  <a:pt x="9672680" y="536070"/>
                  <a:pt x="9646542" y="511642"/>
                  <a:pt x="9596008" y="511642"/>
                </a:cubicBezTo>
                <a:cubicBezTo>
                  <a:pt x="9545500" y="511642"/>
                  <a:pt x="9519956" y="536070"/>
                  <a:pt x="9496153" y="558753"/>
                </a:cubicBezTo>
                <a:cubicBezTo>
                  <a:pt x="9472931" y="580854"/>
                  <a:pt x="9451451" y="601211"/>
                  <a:pt x="9408491" y="601211"/>
                </a:cubicBezTo>
                <a:cubicBezTo>
                  <a:pt x="9365530" y="601211"/>
                  <a:pt x="9344050" y="581436"/>
                  <a:pt x="9320829" y="558753"/>
                </a:cubicBezTo>
                <a:cubicBezTo>
                  <a:pt x="9297606" y="536070"/>
                  <a:pt x="9271481" y="511642"/>
                  <a:pt x="9220974" y="511642"/>
                </a:cubicBezTo>
                <a:lnTo>
                  <a:pt x="9220974" y="529090"/>
                </a:lnTo>
                <a:cubicBezTo>
                  <a:pt x="9263934" y="529090"/>
                  <a:pt x="9285415" y="549447"/>
                  <a:pt x="9308637" y="571549"/>
                </a:cubicBezTo>
                <a:cubicBezTo>
                  <a:pt x="9332439" y="594232"/>
                  <a:pt x="9357983" y="619241"/>
                  <a:pt x="9408491" y="619241"/>
                </a:cubicBezTo>
                <a:cubicBezTo>
                  <a:pt x="9458998" y="619241"/>
                  <a:pt x="9485123" y="594232"/>
                  <a:pt x="9508345" y="571549"/>
                </a:cubicBezTo>
                <a:cubicBezTo>
                  <a:pt x="9531567" y="549447"/>
                  <a:pt x="9553047" y="529090"/>
                  <a:pt x="9596008" y="529090"/>
                </a:cubicBezTo>
                <a:cubicBezTo>
                  <a:pt x="9638991" y="529090"/>
                  <a:pt x="9660482" y="549447"/>
                  <a:pt x="9683717" y="571549"/>
                </a:cubicBezTo>
                <a:cubicBezTo>
                  <a:pt x="9706951" y="594232"/>
                  <a:pt x="9733089" y="619241"/>
                  <a:pt x="9783043" y="619241"/>
                </a:cubicBezTo>
                <a:cubicBezTo>
                  <a:pt x="9834131" y="619241"/>
                  <a:pt x="9860256" y="594232"/>
                  <a:pt x="9883485" y="571549"/>
                </a:cubicBezTo>
                <a:cubicBezTo>
                  <a:pt x="9903805" y="552210"/>
                  <a:pt x="9922785" y="534207"/>
                  <a:pt x="9955612" y="530008"/>
                </a:cubicBezTo>
                <a:lnTo>
                  <a:pt x="9970560" y="529090"/>
                </a:lnTo>
                <a:lnTo>
                  <a:pt x="9985926" y="530008"/>
                </a:lnTo>
                <a:cubicBezTo>
                  <a:pt x="10019561" y="534207"/>
                  <a:pt x="10038577" y="552210"/>
                  <a:pt x="10058916" y="571549"/>
                </a:cubicBezTo>
                <a:cubicBezTo>
                  <a:pt x="10082169" y="594232"/>
                  <a:pt x="10108326" y="619241"/>
                  <a:pt x="10158317" y="619241"/>
                </a:cubicBezTo>
                <a:cubicBezTo>
                  <a:pt x="10209405" y="619241"/>
                  <a:pt x="10235537" y="594232"/>
                  <a:pt x="10258754" y="571549"/>
                </a:cubicBezTo>
                <a:cubicBezTo>
                  <a:pt x="10279073" y="552210"/>
                  <a:pt x="10298057" y="534207"/>
                  <a:pt x="10330881" y="530008"/>
                </a:cubicBezTo>
                <a:lnTo>
                  <a:pt x="10345834" y="529090"/>
                </a:lnTo>
                <a:lnTo>
                  <a:pt x="10361177" y="530008"/>
                </a:lnTo>
                <a:cubicBezTo>
                  <a:pt x="10394774" y="534207"/>
                  <a:pt x="10413758" y="552210"/>
                  <a:pt x="10434077" y="571549"/>
                </a:cubicBezTo>
                <a:cubicBezTo>
                  <a:pt x="10457299" y="594232"/>
                  <a:pt x="10482843" y="619241"/>
                  <a:pt x="10533351" y="619241"/>
                </a:cubicBezTo>
                <a:cubicBezTo>
                  <a:pt x="10584439" y="619241"/>
                  <a:pt x="10609983" y="594232"/>
                  <a:pt x="10633785" y="571549"/>
                </a:cubicBezTo>
                <a:cubicBezTo>
                  <a:pt x="10654105" y="552210"/>
                  <a:pt x="10673091" y="534207"/>
                  <a:pt x="10705912" y="530008"/>
                </a:cubicBezTo>
                <a:lnTo>
                  <a:pt x="10720876" y="529090"/>
                </a:lnTo>
                <a:lnTo>
                  <a:pt x="10736228" y="530008"/>
                </a:lnTo>
                <a:cubicBezTo>
                  <a:pt x="10769878" y="534207"/>
                  <a:pt x="10788879" y="552210"/>
                  <a:pt x="10809233" y="571549"/>
                </a:cubicBezTo>
                <a:cubicBezTo>
                  <a:pt x="10831022" y="592814"/>
                  <a:pt x="10854865" y="616124"/>
                  <a:pt x="10899430" y="618955"/>
                </a:cubicBezTo>
                <a:lnTo>
                  <a:pt x="10908630" y="619241"/>
                </a:lnTo>
                <a:lnTo>
                  <a:pt x="10917910" y="618955"/>
                </a:lnTo>
                <a:cubicBezTo>
                  <a:pt x="10962899" y="616124"/>
                  <a:pt x="10986754" y="592814"/>
                  <a:pt x="11009059" y="571549"/>
                </a:cubicBezTo>
                <a:cubicBezTo>
                  <a:pt x="11029379" y="552210"/>
                  <a:pt x="11047920" y="534207"/>
                  <a:pt x="11081018" y="530008"/>
                </a:cubicBezTo>
                <a:lnTo>
                  <a:pt x="11096145" y="529090"/>
                </a:lnTo>
                <a:lnTo>
                  <a:pt x="11111482" y="530008"/>
                </a:lnTo>
                <a:cubicBezTo>
                  <a:pt x="11145080" y="534207"/>
                  <a:pt x="11164073" y="552210"/>
                  <a:pt x="11184392" y="571549"/>
                </a:cubicBezTo>
                <a:cubicBezTo>
                  <a:pt x="11206161" y="592814"/>
                  <a:pt x="11229967" y="616124"/>
                  <a:pt x="11274476" y="618955"/>
                </a:cubicBezTo>
                <a:lnTo>
                  <a:pt x="11283661" y="619241"/>
                </a:lnTo>
                <a:lnTo>
                  <a:pt x="11292944" y="618955"/>
                </a:lnTo>
                <a:cubicBezTo>
                  <a:pt x="11337933" y="616124"/>
                  <a:pt x="11361785" y="592814"/>
                  <a:pt x="11384093" y="571549"/>
                </a:cubicBezTo>
                <a:cubicBezTo>
                  <a:pt x="11404412" y="552210"/>
                  <a:pt x="11422963" y="534207"/>
                  <a:pt x="11456052" y="530008"/>
                </a:cubicBezTo>
                <a:lnTo>
                  <a:pt x="11471176" y="529090"/>
                </a:lnTo>
                <a:lnTo>
                  <a:pt x="11486544" y="530008"/>
                </a:lnTo>
                <a:cubicBezTo>
                  <a:pt x="11520177" y="534207"/>
                  <a:pt x="11539195" y="552210"/>
                  <a:pt x="11559533" y="571549"/>
                </a:cubicBezTo>
                <a:cubicBezTo>
                  <a:pt x="11581338" y="592814"/>
                  <a:pt x="11605179" y="616124"/>
                  <a:pt x="11649742" y="618955"/>
                </a:cubicBezTo>
                <a:lnTo>
                  <a:pt x="11658933" y="619241"/>
                </a:lnTo>
                <a:lnTo>
                  <a:pt x="11668227" y="618955"/>
                </a:lnTo>
                <a:cubicBezTo>
                  <a:pt x="11713213" y="616124"/>
                  <a:pt x="11737053" y="592814"/>
                  <a:pt x="11759372" y="571549"/>
                </a:cubicBezTo>
                <a:cubicBezTo>
                  <a:pt x="11782589" y="549447"/>
                  <a:pt x="11803495" y="529090"/>
                  <a:pt x="11846449" y="529090"/>
                </a:cubicBezTo>
                <a:cubicBezTo>
                  <a:pt x="11889990" y="529090"/>
                  <a:pt x="11910890" y="549447"/>
                  <a:pt x="11934693" y="571549"/>
                </a:cubicBezTo>
                <a:cubicBezTo>
                  <a:pt x="11956463" y="592814"/>
                  <a:pt x="11980283" y="616124"/>
                  <a:pt x="12024791" y="618955"/>
                </a:cubicBezTo>
                <a:lnTo>
                  <a:pt x="12033966" y="619241"/>
                </a:lnTo>
                <a:lnTo>
                  <a:pt x="12043259" y="618955"/>
                </a:lnTo>
                <a:cubicBezTo>
                  <a:pt x="12088243" y="616124"/>
                  <a:pt x="12112086" y="592814"/>
                  <a:pt x="12134403" y="571549"/>
                </a:cubicBezTo>
                <a:cubicBezTo>
                  <a:pt x="12144659" y="561880"/>
                  <a:pt x="12154422" y="552544"/>
                  <a:pt x="12165759" y="545101"/>
                </a:cubicBezTo>
                <a:lnTo>
                  <a:pt x="12192000" y="535393"/>
                </a:lnTo>
                <a:lnTo>
                  <a:pt x="12192000" y="615200"/>
                </a:lnTo>
                <a:lnTo>
                  <a:pt x="12182706" y="616949"/>
                </a:lnTo>
                <a:cubicBezTo>
                  <a:pt x="12156201" y="625688"/>
                  <a:pt x="12138687" y="642772"/>
                  <a:pt x="12122209" y="658706"/>
                </a:cubicBezTo>
                <a:cubicBezTo>
                  <a:pt x="12101382" y="678026"/>
                  <a:pt x="12082778" y="696013"/>
                  <a:pt x="12049292" y="700208"/>
                </a:cubicBezTo>
                <a:lnTo>
                  <a:pt x="12033966" y="701125"/>
                </a:lnTo>
                <a:lnTo>
                  <a:pt x="12018849" y="700208"/>
                </a:lnTo>
                <a:cubicBezTo>
                  <a:pt x="11985747" y="696013"/>
                  <a:pt x="11967207" y="678026"/>
                  <a:pt x="11946887" y="658706"/>
                </a:cubicBezTo>
                <a:cubicBezTo>
                  <a:pt x="11923083" y="636044"/>
                  <a:pt x="11897537" y="611057"/>
                  <a:pt x="11846449" y="611057"/>
                </a:cubicBezTo>
                <a:cubicBezTo>
                  <a:pt x="11795942" y="611057"/>
                  <a:pt x="11770398" y="636044"/>
                  <a:pt x="11747177" y="658706"/>
                </a:cubicBezTo>
                <a:cubicBezTo>
                  <a:pt x="11726349" y="678026"/>
                  <a:pt x="11707748" y="696013"/>
                  <a:pt x="11674249" y="700208"/>
                </a:cubicBezTo>
                <a:lnTo>
                  <a:pt x="11658933" y="701125"/>
                </a:lnTo>
                <a:lnTo>
                  <a:pt x="11643789" y="700208"/>
                </a:lnTo>
                <a:cubicBezTo>
                  <a:pt x="11610649" y="696013"/>
                  <a:pt x="11592084" y="678026"/>
                  <a:pt x="11571746" y="658706"/>
                </a:cubicBezTo>
                <a:cubicBezTo>
                  <a:pt x="11549395" y="637460"/>
                  <a:pt x="11525519" y="614171"/>
                  <a:pt x="11480474" y="611343"/>
                </a:cubicBezTo>
                <a:lnTo>
                  <a:pt x="11471176" y="611057"/>
                </a:lnTo>
                <a:lnTo>
                  <a:pt x="11461993" y="611343"/>
                </a:lnTo>
                <a:cubicBezTo>
                  <a:pt x="11417484" y="614171"/>
                  <a:pt x="11393675" y="637460"/>
                  <a:pt x="11371907" y="658706"/>
                </a:cubicBezTo>
                <a:cubicBezTo>
                  <a:pt x="11351588" y="678026"/>
                  <a:pt x="11332597" y="696013"/>
                  <a:pt x="11298999" y="700208"/>
                </a:cubicBezTo>
                <a:lnTo>
                  <a:pt x="11283661" y="701125"/>
                </a:lnTo>
                <a:lnTo>
                  <a:pt x="11268535" y="700208"/>
                </a:lnTo>
                <a:cubicBezTo>
                  <a:pt x="11235437" y="696013"/>
                  <a:pt x="11216896" y="678026"/>
                  <a:pt x="11196576" y="658706"/>
                </a:cubicBezTo>
                <a:cubicBezTo>
                  <a:pt x="11174269" y="637460"/>
                  <a:pt x="11150416" y="614171"/>
                  <a:pt x="11105427" y="611343"/>
                </a:cubicBezTo>
                <a:lnTo>
                  <a:pt x="11096145" y="611057"/>
                </a:lnTo>
                <a:lnTo>
                  <a:pt x="11086959" y="611343"/>
                </a:lnTo>
                <a:cubicBezTo>
                  <a:pt x="11042451" y="614171"/>
                  <a:pt x="11018645" y="637460"/>
                  <a:pt x="10996876" y="658706"/>
                </a:cubicBezTo>
                <a:cubicBezTo>
                  <a:pt x="10976557" y="678026"/>
                  <a:pt x="10957563" y="696013"/>
                  <a:pt x="10923965" y="700208"/>
                </a:cubicBezTo>
                <a:lnTo>
                  <a:pt x="10908630" y="701125"/>
                </a:lnTo>
                <a:lnTo>
                  <a:pt x="10893649" y="700208"/>
                </a:lnTo>
                <a:cubicBezTo>
                  <a:pt x="10860787" y="696013"/>
                  <a:pt x="10841785" y="678026"/>
                  <a:pt x="10821431" y="658706"/>
                </a:cubicBezTo>
                <a:cubicBezTo>
                  <a:pt x="10799092" y="637460"/>
                  <a:pt x="10775214" y="614171"/>
                  <a:pt x="10730174" y="611343"/>
                </a:cubicBezTo>
                <a:lnTo>
                  <a:pt x="10720876" y="611057"/>
                </a:lnTo>
                <a:lnTo>
                  <a:pt x="10711689" y="611343"/>
                </a:lnTo>
                <a:cubicBezTo>
                  <a:pt x="10667180" y="614171"/>
                  <a:pt x="10643365" y="637460"/>
                  <a:pt x="10621594" y="658706"/>
                </a:cubicBezTo>
                <a:cubicBezTo>
                  <a:pt x="10598372" y="680787"/>
                  <a:pt x="10576897" y="701125"/>
                  <a:pt x="10533351" y="701125"/>
                </a:cubicBezTo>
                <a:cubicBezTo>
                  <a:pt x="10490980" y="701125"/>
                  <a:pt x="10469491" y="680787"/>
                  <a:pt x="10446269" y="658706"/>
                </a:cubicBezTo>
                <a:cubicBezTo>
                  <a:pt x="10423954" y="637460"/>
                  <a:pt x="10400110" y="614171"/>
                  <a:pt x="10355125" y="611343"/>
                </a:cubicBezTo>
                <a:lnTo>
                  <a:pt x="10345834" y="611057"/>
                </a:lnTo>
                <a:lnTo>
                  <a:pt x="10336658" y="611343"/>
                </a:lnTo>
                <a:cubicBezTo>
                  <a:pt x="10292149" y="614171"/>
                  <a:pt x="10268331" y="637460"/>
                  <a:pt x="10246560" y="658706"/>
                </a:cubicBezTo>
                <a:cubicBezTo>
                  <a:pt x="10223342" y="680787"/>
                  <a:pt x="10201866" y="701125"/>
                  <a:pt x="10158317" y="701125"/>
                </a:cubicBezTo>
                <a:cubicBezTo>
                  <a:pt x="10115883" y="701125"/>
                  <a:pt x="10094382" y="680787"/>
                  <a:pt x="10071128" y="658706"/>
                </a:cubicBezTo>
                <a:cubicBezTo>
                  <a:pt x="10049325" y="637460"/>
                  <a:pt x="10024972" y="614171"/>
                  <a:pt x="9979863" y="611343"/>
                </a:cubicBezTo>
                <a:lnTo>
                  <a:pt x="9970560" y="611057"/>
                </a:lnTo>
                <a:lnTo>
                  <a:pt x="9961480" y="611343"/>
                </a:lnTo>
                <a:cubicBezTo>
                  <a:pt x="9917379" y="614171"/>
                  <a:pt x="9893057" y="637460"/>
                  <a:pt x="9871289" y="658706"/>
                </a:cubicBezTo>
                <a:cubicBezTo>
                  <a:pt x="9848064" y="680787"/>
                  <a:pt x="9826584" y="701125"/>
                  <a:pt x="9783043" y="701125"/>
                </a:cubicBezTo>
                <a:cubicBezTo>
                  <a:pt x="9740641" y="701125"/>
                  <a:pt x="9719149" y="680787"/>
                  <a:pt x="9695915" y="658706"/>
                </a:cubicBezTo>
                <a:cubicBezTo>
                  <a:pt x="9672680" y="636044"/>
                  <a:pt x="9646542" y="611057"/>
                  <a:pt x="9596008" y="611057"/>
                </a:cubicBezTo>
                <a:cubicBezTo>
                  <a:pt x="9545500" y="611057"/>
                  <a:pt x="9519956" y="636044"/>
                  <a:pt x="9496153" y="658706"/>
                </a:cubicBezTo>
                <a:cubicBezTo>
                  <a:pt x="9472931" y="680787"/>
                  <a:pt x="9451451" y="701125"/>
                  <a:pt x="9408491" y="701125"/>
                </a:cubicBezTo>
                <a:cubicBezTo>
                  <a:pt x="9365530" y="701125"/>
                  <a:pt x="9344050" y="680787"/>
                  <a:pt x="9320829" y="658706"/>
                </a:cubicBezTo>
                <a:cubicBezTo>
                  <a:pt x="9297606" y="636044"/>
                  <a:pt x="9271481" y="611057"/>
                  <a:pt x="9220974" y="611057"/>
                </a:cubicBezTo>
                <a:lnTo>
                  <a:pt x="9220974" y="629071"/>
                </a:lnTo>
                <a:cubicBezTo>
                  <a:pt x="9263934" y="629071"/>
                  <a:pt x="9285415" y="649409"/>
                  <a:pt x="9308637" y="671490"/>
                </a:cubicBezTo>
                <a:cubicBezTo>
                  <a:pt x="9332439" y="694152"/>
                  <a:pt x="9357983" y="719138"/>
                  <a:pt x="9408491" y="719138"/>
                </a:cubicBezTo>
                <a:cubicBezTo>
                  <a:pt x="9458998" y="719138"/>
                  <a:pt x="9485123" y="694152"/>
                  <a:pt x="9508345" y="671490"/>
                </a:cubicBezTo>
                <a:cubicBezTo>
                  <a:pt x="9531567" y="649409"/>
                  <a:pt x="9553047" y="629071"/>
                  <a:pt x="9596008" y="629071"/>
                </a:cubicBezTo>
                <a:cubicBezTo>
                  <a:pt x="9638991" y="629071"/>
                  <a:pt x="9660482" y="649409"/>
                  <a:pt x="9683717" y="671490"/>
                </a:cubicBezTo>
                <a:cubicBezTo>
                  <a:pt x="9706951" y="694152"/>
                  <a:pt x="9733089" y="719138"/>
                  <a:pt x="9783043" y="719138"/>
                </a:cubicBezTo>
                <a:cubicBezTo>
                  <a:pt x="9834131" y="719138"/>
                  <a:pt x="9860256" y="694152"/>
                  <a:pt x="9883485" y="671490"/>
                </a:cubicBezTo>
                <a:cubicBezTo>
                  <a:pt x="9903805" y="652169"/>
                  <a:pt x="9922785" y="634182"/>
                  <a:pt x="9955612" y="629988"/>
                </a:cubicBezTo>
                <a:lnTo>
                  <a:pt x="9970560" y="629071"/>
                </a:lnTo>
                <a:lnTo>
                  <a:pt x="9985926" y="629988"/>
                </a:lnTo>
                <a:cubicBezTo>
                  <a:pt x="10019561" y="634182"/>
                  <a:pt x="10038577" y="652169"/>
                  <a:pt x="10058916" y="671490"/>
                </a:cubicBezTo>
                <a:cubicBezTo>
                  <a:pt x="10082169" y="694152"/>
                  <a:pt x="10108326" y="719138"/>
                  <a:pt x="10158317" y="719138"/>
                </a:cubicBezTo>
                <a:cubicBezTo>
                  <a:pt x="10209405" y="719138"/>
                  <a:pt x="10235537" y="694152"/>
                  <a:pt x="10258754" y="671490"/>
                </a:cubicBezTo>
                <a:cubicBezTo>
                  <a:pt x="10279073" y="652169"/>
                  <a:pt x="10298057" y="634182"/>
                  <a:pt x="10330881" y="629988"/>
                </a:cubicBezTo>
                <a:lnTo>
                  <a:pt x="10345834" y="629071"/>
                </a:lnTo>
                <a:lnTo>
                  <a:pt x="10361177" y="629988"/>
                </a:lnTo>
                <a:cubicBezTo>
                  <a:pt x="10394774" y="634182"/>
                  <a:pt x="10413758" y="652169"/>
                  <a:pt x="10434077" y="671490"/>
                </a:cubicBezTo>
                <a:cubicBezTo>
                  <a:pt x="10457299" y="694152"/>
                  <a:pt x="10482843" y="719138"/>
                  <a:pt x="10533351" y="719138"/>
                </a:cubicBezTo>
                <a:cubicBezTo>
                  <a:pt x="10584439" y="719138"/>
                  <a:pt x="10609983" y="694152"/>
                  <a:pt x="10633785" y="671490"/>
                </a:cubicBezTo>
                <a:cubicBezTo>
                  <a:pt x="10654105" y="652169"/>
                  <a:pt x="10673091" y="634182"/>
                  <a:pt x="10705912" y="629988"/>
                </a:cubicBezTo>
                <a:lnTo>
                  <a:pt x="10720876" y="629071"/>
                </a:lnTo>
                <a:lnTo>
                  <a:pt x="10736228" y="629988"/>
                </a:lnTo>
                <a:cubicBezTo>
                  <a:pt x="10769878" y="634182"/>
                  <a:pt x="10788879" y="652169"/>
                  <a:pt x="10809233" y="671490"/>
                </a:cubicBezTo>
                <a:cubicBezTo>
                  <a:pt x="10831022" y="692735"/>
                  <a:pt x="10854865" y="716024"/>
                  <a:pt x="10899430" y="718852"/>
                </a:cubicBezTo>
                <a:lnTo>
                  <a:pt x="10908630" y="719138"/>
                </a:lnTo>
                <a:lnTo>
                  <a:pt x="10917910" y="718852"/>
                </a:lnTo>
                <a:cubicBezTo>
                  <a:pt x="10962899" y="716024"/>
                  <a:pt x="10986754" y="692735"/>
                  <a:pt x="11009059" y="671490"/>
                </a:cubicBezTo>
                <a:cubicBezTo>
                  <a:pt x="11029379" y="652169"/>
                  <a:pt x="11047920" y="634182"/>
                  <a:pt x="11081018" y="629988"/>
                </a:cubicBezTo>
                <a:lnTo>
                  <a:pt x="11096145" y="629071"/>
                </a:lnTo>
                <a:lnTo>
                  <a:pt x="11111482" y="629988"/>
                </a:lnTo>
                <a:cubicBezTo>
                  <a:pt x="11145080" y="634182"/>
                  <a:pt x="11164073" y="652169"/>
                  <a:pt x="11184392" y="671490"/>
                </a:cubicBezTo>
                <a:cubicBezTo>
                  <a:pt x="11206161" y="692735"/>
                  <a:pt x="11229967" y="716024"/>
                  <a:pt x="11274476" y="718852"/>
                </a:cubicBezTo>
                <a:lnTo>
                  <a:pt x="11283661" y="719138"/>
                </a:lnTo>
                <a:lnTo>
                  <a:pt x="11292944" y="718852"/>
                </a:lnTo>
                <a:cubicBezTo>
                  <a:pt x="11337933" y="716024"/>
                  <a:pt x="11361785" y="692735"/>
                  <a:pt x="11384093" y="671490"/>
                </a:cubicBezTo>
                <a:cubicBezTo>
                  <a:pt x="11404412" y="652169"/>
                  <a:pt x="11422963" y="634182"/>
                  <a:pt x="11456052" y="629988"/>
                </a:cubicBezTo>
                <a:lnTo>
                  <a:pt x="11471176" y="629071"/>
                </a:lnTo>
                <a:lnTo>
                  <a:pt x="11486544" y="629988"/>
                </a:lnTo>
                <a:cubicBezTo>
                  <a:pt x="11520177" y="634182"/>
                  <a:pt x="11539195" y="652169"/>
                  <a:pt x="11559533" y="671490"/>
                </a:cubicBezTo>
                <a:cubicBezTo>
                  <a:pt x="11581338" y="692735"/>
                  <a:pt x="11605179" y="716024"/>
                  <a:pt x="11649742" y="718852"/>
                </a:cubicBezTo>
                <a:lnTo>
                  <a:pt x="11658933" y="719138"/>
                </a:lnTo>
                <a:lnTo>
                  <a:pt x="11668227" y="718852"/>
                </a:lnTo>
                <a:cubicBezTo>
                  <a:pt x="11713213" y="716024"/>
                  <a:pt x="11737053" y="692735"/>
                  <a:pt x="11759372" y="671490"/>
                </a:cubicBezTo>
                <a:cubicBezTo>
                  <a:pt x="11782589" y="649409"/>
                  <a:pt x="11803495" y="629071"/>
                  <a:pt x="11846449" y="629071"/>
                </a:cubicBezTo>
                <a:cubicBezTo>
                  <a:pt x="11889990" y="629071"/>
                  <a:pt x="11910890" y="649409"/>
                  <a:pt x="11934693" y="671490"/>
                </a:cubicBezTo>
                <a:cubicBezTo>
                  <a:pt x="11956463" y="692735"/>
                  <a:pt x="11980283" y="716024"/>
                  <a:pt x="12024791" y="718852"/>
                </a:cubicBezTo>
                <a:lnTo>
                  <a:pt x="12033966" y="719138"/>
                </a:lnTo>
                <a:lnTo>
                  <a:pt x="12043259" y="718852"/>
                </a:lnTo>
                <a:cubicBezTo>
                  <a:pt x="12088243" y="716024"/>
                  <a:pt x="12112086" y="692735"/>
                  <a:pt x="12134403" y="671490"/>
                </a:cubicBezTo>
                <a:cubicBezTo>
                  <a:pt x="12144662" y="661830"/>
                  <a:pt x="12154427" y="652503"/>
                  <a:pt x="12165764" y="645066"/>
                </a:cubicBezTo>
                <a:lnTo>
                  <a:pt x="12192000" y="635369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95000"/>
            </a:schemeClr>
          </a:solidFill>
          <a:ln w="0">
            <a:solidFill>
              <a:schemeClr val="tx1">
                <a:alpha val="0"/>
              </a:schemeClr>
            </a:solidFill>
          </a:ln>
        </p:spPr>
        <p:txBody>
          <a:bodyPr wrap="square" tIns="72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here and insert images via Templafy &gt; Images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9FA006C-0534-4725-B52B-832E7FACEBA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1201" y="719152"/>
            <a:ext cx="3193724" cy="452095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711200" y="1800000"/>
            <a:ext cx="8161338" cy="2966400"/>
          </a:xfrm>
        </p:spPr>
        <p:txBody>
          <a:bodyPr anchor="t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711200" y="5108400"/>
            <a:ext cx="8161338" cy="669600"/>
          </a:xfrm>
        </p:spPr>
        <p:txBody>
          <a:bodyPr anchor="b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  <a:latin typeface="+mj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11200" y="5882400"/>
            <a:ext cx="8161338" cy="248400"/>
          </a:xfrm>
        </p:spPr>
        <p:txBody>
          <a:bodyPr lIns="0" tIns="0" rIns="0" bIns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DE90B53F-3BAD-4D7F-949A-73A5FA310B71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0117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187FFF-151E-4892-B7C6-7F2CDD1DED7C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18F28E9-DEE0-4E0D-80EF-C81A7C94A3C6}"/>
              </a:ext>
            </a:extLst>
          </p:cNvPr>
          <p:cNvSpPr>
            <a:spLocks/>
          </p:cNvSpPr>
          <p:nvPr/>
        </p:nvSpPr>
        <p:spPr bwMode="auto">
          <a:xfrm>
            <a:off x="0" y="5819354"/>
            <a:ext cx="8872538" cy="1038646"/>
          </a:xfrm>
          <a:custGeom>
            <a:avLst/>
            <a:gdLst>
              <a:gd name="connsiteX0" fmla="*/ 8685021 w 8872538"/>
              <a:gd name="connsiteY0" fmla="*/ 1000651 h 1038646"/>
              <a:gd name="connsiteX1" fmla="*/ 8745180 w 8872538"/>
              <a:gd name="connsiteY1" fmla="*/ 1015701 h 1038646"/>
              <a:gd name="connsiteX2" fmla="*/ 8773589 w 8872538"/>
              <a:gd name="connsiteY2" fmla="*/ 1038646 h 1038646"/>
              <a:gd name="connsiteX3" fmla="*/ 8745127 w 8872538"/>
              <a:gd name="connsiteY3" fmla="*/ 1038646 h 1038646"/>
              <a:gd name="connsiteX4" fmla="*/ 8736254 w 8872538"/>
              <a:gd name="connsiteY4" fmla="*/ 1031404 h 1038646"/>
              <a:gd name="connsiteX5" fmla="*/ 8685021 w 8872538"/>
              <a:gd name="connsiteY5" fmla="*/ 1018681 h 1038646"/>
              <a:gd name="connsiteX6" fmla="*/ 8633940 w 8872538"/>
              <a:gd name="connsiteY6" fmla="*/ 1031404 h 1038646"/>
              <a:gd name="connsiteX7" fmla="*/ 8625003 w 8872538"/>
              <a:gd name="connsiteY7" fmla="*/ 1038646 h 1038646"/>
              <a:gd name="connsiteX8" fmla="*/ 8596480 w 8872538"/>
              <a:gd name="connsiteY8" fmla="*/ 1038646 h 1038646"/>
              <a:gd name="connsiteX9" fmla="*/ 8625003 w 8872538"/>
              <a:gd name="connsiteY9" fmla="*/ 1015919 h 1038646"/>
              <a:gd name="connsiteX10" fmla="*/ 8685021 w 8872538"/>
              <a:gd name="connsiteY10" fmla="*/ 1000651 h 1038646"/>
              <a:gd name="connsiteX11" fmla="*/ 8309747 w 8872538"/>
              <a:gd name="connsiteY11" fmla="*/ 1000651 h 1038646"/>
              <a:gd name="connsiteX12" fmla="*/ 8369907 w 8872538"/>
              <a:gd name="connsiteY12" fmla="*/ 1015701 h 1038646"/>
              <a:gd name="connsiteX13" fmla="*/ 8398315 w 8872538"/>
              <a:gd name="connsiteY13" fmla="*/ 1038646 h 1038646"/>
              <a:gd name="connsiteX14" fmla="*/ 8369852 w 8872538"/>
              <a:gd name="connsiteY14" fmla="*/ 1038646 h 1038646"/>
              <a:gd name="connsiteX15" fmla="*/ 8360980 w 8872538"/>
              <a:gd name="connsiteY15" fmla="*/ 1031404 h 1038646"/>
              <a:gd name="connsiteX16" fmla="*/ 8309747 w 8872538"/>
              <a:gd name="connsiteY16" fmla="*/ 1018681 h 1038646"/>
              <a:gd name="connsiteX17" fmla="*/ 8258731 w 8872538"/>
              <a:gd name="connsiteY17" fmla="*/ 1031404 h 1038646"/>
              <a:gd name="connsiteX18" fmla="*/ 8249806 w 8872538"/>
              <a:gd name="connsiteY18" fmla="*/ 1038646 h 1038646"/>
              <a:gd name="connsiteX19" fmla="*/ 8221319 w 8872538"/>
              <a:gd name="connsiteY19" fmla="*/ 1038646 h 1038646"/>
              <a:gd name="connsiteX20" fmla="*/ 8249806 w 8872538"/>
              <a:gd name="connsiteY20" fmla="*/ 1015919 h 1038646"/>
              <a:gd name="connsiteX21" fmla="*/ 8309747 w 8872538"/>
              <a:gd name="connsiteY21" fmla="*/ 1000651 h 1038646"/>
              <a:gd name="connsiteX22" fmla="*/ 7934713 w 8872538"/>
              <a:gd name="connsiteY22" fmla="*/ 1000651 h 1038646"/>
              <a:gd name="connsiteX23" fmla="*/ 7994946 w 8872538"/>
              <a:gd name="connsiteY23" fmla="*/ 1015701 h 1038646"/>
              <a:gd name="connsiteX24" fmla="*/ 8023718 w 8872538"/>
              <a:gd name="connsiteY24" fmla="*/ 1038646 h 1038646"/>
              <a:gd name="connsiteX25" fmla="*/ 7994819 w 8872538"/>
              <a:gd name="connsiteY25" fmla="*/ 1038646 h 1038646"/>
              <a:gd name="connsiteX26" fmla="*/ 7985947 w 8872538"/>
              <a:gd name="connsiteY26" fmla="*/ 1031404 h 1038646"/>
              <a:gd name="connsiteX27" fmla="*/ 7934713 w 8872538"/>
              <a:gd name="connsiteY27" fmla="*/ 1018681 h 1038646"/>
              <a:gd name="connsiteX28" fmla="*/ 7883705 w 8872538"/>
              <a:gd name="connsiteY28" fmla="*/ 1031404 h 1038646"/>
              <a:gd name="connsiteX29" fmla="*/ 7874892 w 8872538"/>
              <a:gd name="connsiteY29" fmla="*/ 1038646 h 1038646"/>
              <a:gd name="connsiteX30" fmla="*/ 7846172 w 8872538"/>
              <a:gd name="connsiteY30" fmla="*/ 1038646 h 1038646"/>
              <a:gd name="connsiteX31" fmla="*/ 7874695 w 8872538"/>
              <a:gd name="connsiteY31" fmla="*/ 1015919 h 1038646"/>
              <a:gd name="connsiteX32" fmla="*/ 7934713 w 8872538"/>
              <a:gd name="connsiteY32" fmla="*/ 1000651 h 1038646"/>
              <a:gd name="connsiteX33" fmla="*/ 7559439 w 8872538"/>
              <a:gd name="connsiteY33" fmla="*/ 1000651 h 1038646"/>
              <a:gd name="connsiteX34" fmla="*/ 7619671 w 8872538"/>
              <a:gd name="connsiteY34" fmla="*/ 1015701 h 1038646"/>
              <a:gd name="connsiteX35" fmla="*/ 7648443 w 8872538"/>
              <a:gd name="connsiteY35" fmla="*/ 1038646 h 1038646"/>
              <a:gd name="connsiteX36" fmla="*/ 7619545 w 8872538"/>
              <a:gd name="connsiteY36" fmla="*/ 1038646 h 1038646"/>
              <a:gd name="connsiteX37" fmla="*/ 7610672 w 8872538"/>
              <a:gd name="connsiteY37" fmla="*/ 1031404 h 1038646"/>
              <a:gd name="connsiteX38" fmla="*/ 7559439 w 8872538"/>
              <a:gd name="connsiteY38" fmla="*/ 1018681 h 1038646"/>
              <a:gd name="connsiteX39" fmla="*/ 7508497 w 8872538"/>
              <a:gd name="connsiteY39" fmla="*/ 1031404 h 1038646"/>
              <a:gd name="connsiteX40" fmla="*/ 7499695 w 8872538"/>
              <a:gd name="connsiteY40" fmla="*/ 1038646 h 1038646"/>
              <a:gd name="connsiteX41" fmla="*/ 7471012 w 8872538"/>
              <a:gd name="connsiteY41" fmla="*/ 1038646 h 1038646"/>
              <a:gd name="connsiteX42" fmla="*/ 7499498 w 8872538"/>
              <a:gd name="connsiteY42" fmla="*/ 1015919 h 1038646"/>
              <a:gd name="connsiteX43" fmla="*/ 7559439 w 8872538"/>
              <a:gd name="connsiteY43" fmla="*/ 1000651 h 1038646"/>
              <a:gd name="connsiteX44" fmla="*/ 7184405 w 8872538"/>
              <a:gd name="connsiteY44" fmla="*/ 1000651 h 1038646"/>
              <a:gd name="connsiteX45" fmla="*/ 7244855 w 8872538"/>
              <a:gd name="connsiteY45" fmla="*/ 1015701 h 1038646"/>
              <a:gd name="connsiteX46" fmla="*/ 7273472 w 8872538"/>
              <a:gd name="connsiteY46" fmla="*/ 1038646 h 1038646"/>
              <a:gd name="connsiteX47" fmla="*/ 7244676 w 8872538"/>
              <a:gd name="connsiteY47" fmla="*/ 1038646 h 1038646"/>
              <a:gd name="connsiteX48" fmla="*/ 7235856 w 8872538"/>
              <a:gd name="connsiteY48" fmla="*/ 1031404 h 1038646"/>
              <a:gd name="connsiteX49" fmla="*/ 7184405 w 8872538"/>
              <a:gd name="connsiteY49" fmla="*/ 1018681 h 1038646"/>
              <a:gd name="connsiteX50" fmla="*/ 7133397 w 8872538"/>
              <a:gd name="connsiteY50" fmla="*/ 1031404 h 1038646"/>
              <a:gd name="connsiteX51" fmla="*/ 7124585 w 8872538"/>
              <a:gd name="connsiteY51" fmla="*/ 1038646 h 1038646"/>
              <a:gd name="connsiteX52" fmla="*/ 7095865 w 8872538"/>
              <a:gd name="connsiteY52" fmla="*/ 1038646 h 1038646"/>
              <a:gd name="connsiteX53" fmla="*/ 7124388 w 8872538"/>
              <a:gd name="connsiteY53" fmla="*/ 1015919 h 1038646"/>
              <a:gd name="connsiteX54" fmla="*/ 7184405 w 8872538"/>
              <a:gd name="connsiteY54" fmla="*/ 1000651 h 1038646"/>
              <a:gd name="connsiteX55" fmla="*/ 6809131 w 8872538"/>
              <a:gd name="connsiteY55" fmla="*/ 1000651 h 1038646"/>
              <a:gd name="connsiteX56" fmla="*/ 6869580 w 8872538"/>
              <a:gd name="connsiteY56" fmla="*/ 1015701 h 1038646"/>
              <a:gd name="connsiteX57" fmla="*/ 6898196 w 8872538"/>
              <a:gd name="connsiteY57" fmla="*/ 1038646 h 1038646"/>
              <a:gd name="connsiteX58" fmla="*/ 6869401 w 8872538"/>
              <a:gd name="connsiteY58" fmla="*/ 1038646 h 1038646"/>
              <a:gd name="connsiteX59" fmla="*/ 6860582 w 8872538"/>
              <a:gd name="connsiteY59" fmla="*/ 1031404 h 1038646"/>
              <a:gd name="connsiteX60" fmla="*/ 6809131 w 8872538"/>
              <a:gd name="connsiteY60" fmla="*/ 1018681 h 1038646"/>
              <a:gd name="connsiteX61" fmla="*/ 6758189 w 8872538"/>
              <a:gd name="connsiteY61" fmla="*/ 1031404 h 1038646"/>
              <a:gd name="connsiteX62" fmla="*/ 6749388 w 8872538"/>
              <a:gd name="connsiteY62" fmla="*/ 1038646 h 1038646"/>
              <a:gd name="connsiteX63" fmla="*/ 6720704 w 8872538"/>
              <a:gd name="connsiteY63" fmla="*/ 1038646 h 1038646"/>
              <a:gd name="connsiteX64" fmla="*/ 6749190 w 8872538"/>
              <a:gd name="connsiteY64" fmla="*/ 1015919 h 1038646"/>
              <a:gd name="connsiteX65" fmla="*/ 6809131 w 8872538"/>
              <a:gd name="connsiteY65" fmla="*/ 1000651 h 1038646"/>
              <a:gd name="connsiteX66" fmla="*/ 6434098 w 8872538"/>
              <a:gd name="connsiteY66" fmla="*/ 1000651 h 1038646"/>
              <a:gd name="connsiteX67" fmla="*/ 6494548 w 8872538"/>
              <a:gd name="connsiteY67" fmla="*/ 1015701 h 1038646"/>
              <a:gd name="connsiteX68" fmla="*/ 6523164 w 8872538"/>
              <a:gd name="connsiteY68" fmla="*/ 1038646 h 1038646"/>
              <a:gd name="connsiteX69" fmla="*/ 6494368 w 8872538"/>
              <a:gd name="connsiteY69" fmla="*/ 1038646 h 1038646"/>
              <a:gd name="connsiteX70" fmla="*/ 6485549 w 8872538"/>
              <a:gd name="connsiteY70" fmla="*/ 1031404 h 1038646"/>
              <a:gd name="connsiteX71" fmla="*/ 6434098 w 8872538"/>
              <a:gd name="connsiteY71" fmla="*/ 1018681 h 1038646"/>
              <a:gd name="connsiteX72" fmla="*/ 6383090 w 8872538"/>
              <a:gd name="connsiteY72" fmla="*/ 1031404 h 1038646"/>
              <a:gd name="connsiteX73" fmla="*/ 6374277 w 8872538"/>
              <a:gd name="connsiteY73" fmla="*/ 1038646 h 1038646"/>
              <a:gd name="connsiteX74" fmla="*/ 6345557 w 8872538"/>
              <a:gd name="connsiteY74" fmla="*/ 1038646 h 1038646"/>
              <a:gd name="connsiteX75" fmla="*/ 6374080 w 8872538"/>
              <a:gd name="connsiteY75" fmla="*/ 1015919 h 1038646"/>
              <a:gd name="connsiteX76" fmla="*/ 6434098 w 8872538"/>
              <a:gd name="connsiteY76" fmla="*/ 1000651 h 1038646"/>
              <a:gd name="connsiteX77" fmla="*/ 6058824 w 8872538"/>
              <a:gd name="connsiteY77" fmla="*/ 1000651 h 1038646"/>
              <a:gd name="connsiteX78" fmla="*/ 6119274 w 8872538"/>
              <a:gd name="connsiteY78" fmla="*/ 1015701 h 1038646"/>
              <a:gd name="connsiteX79" fmla="*/ 6147889 w 8872538"/>
              <a:gd name="connsiteY79" fmla="*/ 1038646 h 1038646"/>
              <a:gd name="connsiteX80" fmla="*/ 6119094 w 8872538"/>
              <a:gd name="connsiteY80" fmla="*/ 1038646 h 1038646"/>
              <a:gd name="connsiteX81" fmla="*/ 6110275 w 8872538"/>
              <a:gd name="connsiteY81" fmla="*/ 1031404 h 1038646"/>
              <a:gd name="connsiteX82" fmla="*/ 6058824 w 8872538"/>
              <a:gd name="connsiteY82" fmla="*/ 1018681 h 1038646"/>
              <a:gd name="connsiteX83" fmla="*/ 6007881 w 8872538"/>
              <a:gd name="connsiteY83" fmla="*/ 1031404 h 1038646"/>
              <a:gd name="connsiteX84" fmla="*/ 5999080 w 8872538"/>
              <a:gd name="connsiteY84" fmla="*/ 1038646 h 1038646"/>
              <a:gd name="connsiteX85" fmla="*/ 5970396 w 8872538"/>
              <a:gd name="connsiteY85" fmla="*/ 1038646 h 1038646"/>
              <a:gd name="connsiteX86" fmla="*/ 5998883 w 8872538"/>
              <a:gd name="connsiteY86" fmla="*/ 1015919 h 1038646"/>
              <a:gd name="connsiteX87" fmla="*/ 6058824 w 8872538"/>
              <a:gd name="connsiteY87" fmla="*/ 1000651 h 1038646"/>
              <a:gd name="connsiteX88" fmla="*/ 5683550 w 8872538"/>
              <a:gd name="connsiteY88" fmla="*/ 1000651 h 1038646"/>
              <a:gd name="connsiteX89" fmla="*/ 5744077 w 8872538"/>
              <a:gd name="connsiteY89" fmla="*/ 1015701 h 1038646"/>
              <a:gd name="connsiteX90" fmla="*/ 5772730 w 8872538"/>
              <a:gd name="connsiteY90" fmla="*/ 1038646 h 1038646"/>
              <a:gd name="connsiteX91" fmla="*/ 5743897 w 8872538"/>
              <a:gd name="connsiteY91" fmla="*/ 1038646 h 1038646"/>
              <a:gd name="connsiteX92" fmla="*/ 5735067 w 8872538"/>
              <a:gd name="connsiteY92" fmla="*/ 1031404 h 1038646"/>
              <a:gd name="connsiteX93" fmla="*/ 5683550 w 8872538"/>
              <a:gd name="connsiteY93" fmla="*/ 1018681 h 1038646"/>
              <a:gd name="connsiteX94" fmla="*/ 5632607 w 8872538"/>
              <a:gd name="connsiteY94" fmla="*/ 1031404 h 1038646"/>
              <a:gd name="connsiteX95" fmla="*/ 5623805 w 8872538"/>
              <a:gd name="connsiteY95" fmla="*/ 1038646 h 1038646"/>
              <a:gd name="connsiteX96" fmla="*/ 5595557 w 8872538"/>
              <a:gd name="connsiteY96" fmla="*/ 1038646 h 1038646"/>
              <a:gd name="connsiteX97" fmla="*/ 5623681 w 8872538"/>
              <a:gd name="connsiteY97" fmla="*/ 1015919 h 1038646"/>
              <a:gd name="connsiteX98" fmla="*/ 5683550 w 8872538"/>
              <a:gd name="connsiteY98" fmla="*/ 1000651 h 1038646"/>
              <a:gd name="connsiteX99" fmla="*/ 5308516 w 8872538"/>
              <a:gd name="connsiteY99" fmla="*/ 1000651 h 1038646"/>
              <a:gd name="connsiteX100" fmla="*/ 5368966 w 8872538"/>
              <a:gd name="connsiteY100" fmla="*/ 1015701 h 1038646"/>
              <a:gd name="connsiteX101" fmla="*/ 5397582 w 8872538"/>
              <a:gd name="connsiteY101" fmla="*/ 1038646 h 1038646"/>
              <a:gd name="connsiteX102" fmla="*/ 5368983 w 8872538"/>
              <a:gd name="connsiteY102" fmla="*/ 1038646 h 1038646"/>
              <a:gd name="connsiteX103" fmla="*/ 5360040 w 8872538"/>
              <a:gd name="connsiteY103" fmla="*/ 1031404 h 1038646"/>
              <a:gd name="connsiteX104" fmla="*/ 5308516 w 8872538"/>
              <a:gd name="connsiteY104" fmla="*/ 1018681 h 1038646"/>
              <a:gd name="connsiteX105" fmla="*/ 5257573 w 8872538"/>
              <a:gd name="connsiteY105" fmla="*/ 1031404 h 1038646"/>
              <a:gd name="connsiteX106" fmla="*/ 5248772 w 8872538"/>
              <a:gd name="connsiteY106" fmla="*/ 1038646 h 1038646"/>
              <a:gd name="connsiteX107" fmla="*/ 5220523 w 8872538"/>
              <a:gd name="connsiteY107" fmla="*/ 1038646 h 1038646"/>
              <a:gd name="connsiteX108" fmla="*/ 5248647 w 8872538"/>
              <a:gd name="connsiteY108" fmla="*/ 1015919 h 1038646"/>
              <a:gd name="connsiteX109" fmla="*/ 5308516 w 8872538"/>
              <a:gd name="connsiteY109" fmla="*/ 1000651 h 1038646"/>
              <a:gd name="connsiteX110" fmla="*/ 4933242 w 8872538"/>
              <a:gd name="connsiteY110" fmla="*/ 1000651 h 1038646"/>
              <a:gd name="connsiteX111" fmla="*/ 4993769 w 8872538"/>
              <a:gd name="connsiteY111" fmla="*/ 1015701 h 1038646"/>
              <a:gd name="connsiteX112" fmla="*/ 5022422 w 8872538"/>
              <a:gd name="connsiteY112" fmla="*/ 1038646 h 1038646"/>
              <a:gd name="connsiteX113" fmla="*/ 4993951 w 8872538"/>
              <a:gd name="connsiteY113" fmla="*/ 1038646 h 1038646"/>
              <a:gd name="connsiteX114" fmla="*/ 4985050 w 8872538"/>
              <a:gd name="connsiteY114" fmla="*/ 1031404 h 1038646"/>
              <a:gd name="connsiteX115" fmla="*/ 4933242 w 8872538"/>
              <a:gd name="connsiteY115" fmla="*/ 1018681 h 1038646"/>
              <a:gd name="connsiteX116" fmla="*/ 4882299 w 8872538"/>
              <a:gd name="connsiteY116" fmla="*/ 1031404 h 1038646"/>
              <a:gd name="connsiteX117" fmla="*/ 4873498 w 8872538"/>
              <a:gd name="connsiteY117" fmla="*/ 1038646 h 1038646"/>
              <a:gd name="connsiteX118" fmla="*/ 4845250 w 8872538"/>
              <a:gd name="connsiteY118" fmla="*/ 1038646 h 1038646"/>
              <a:gd name="connsiteX119" fmla="*/ 4873374 w 8872538"/>
              <a:gd name="connsiteY119" fmla="*/ 1015919 h 1038646"/>
              <a:gd name="connsiteX120" fmla="*/ 4933242 w 8872538"/>
              <a:gd name="connsiteY120" fmla="*/ 1000651 h 1038646"/>
              <a:gd name="connsiteX121" fmla="*/ 4558209 w 8872538"/>
              <a:gd name="connsiteY121" fmla="*/ 1000651 h 1038646"/>
              <a:gd name="connsiteX122" fmla="*/ 4618658 w 8872538"/>
              <a:gd name="connsiteY122" fmla="*/ 1015701 h 1038646"/>
              <a:gd name="connsiteX123" fmla="*/ 4647274 w 8872538"/>
              <a:gd name="connsiteY123" fmla="*/ 1038646 h 1038646"/>
              <a:gd name="connsiteX124" fmla="*/ 4618840 w 8872538"/>
              <a:gd name="connsiteY124" fmla="*/ 1038646 h 1038646"/>
              <a:gd name="connsiteX125" fmla="*/ 4609950 w 8872538"/>
              <a:gd name="connsiteY125" fmla="*/ 1031404 h 1038646"/>
              <a:gd name="connsiteX126" fmla="*/ 4558209 w 8872538"/>
              <a:gd name="connsiteY126" fmla="*/ 1018681 h 1038646"/>
              <a:gd name="connsiteX127" fmla="*/ 4507266 w 8872538"/>
              <a:gd name="connsiteY127" fmla="*/ 1031404 h 1038646"/>
              <a:gd name="connsiteX128" fmla="*/ 4498464 w 8872538"/>
              <a:gd name="connsiteY128" fmla="*/ 1038646 h 1038646"/>
              <a:gd name="connsiteX129" fmla="*/ 4470216 w 8872538"/>
              <a:gd name="connsiteY129" fmla="*/ 1038646 h 1038646"/>
              <a:gd name="connsiteX130" fmla="*/ 4498340 w 8872538"/>
              <a:gd name="connsiteY130" fmla="*/ 1015919 h 1038646"/>
              <a:gd name="connsiteX131" fmla="*/ 4558209 w 8872538"/>
              <a:gd name="connsiteY131" fmla="*/ 1000651 h 1038646"/>
              <a:gd name="connsiteX132" fmla="*/ 4182934 w 8872538"/>
              <a:gd name="connsiteY132" fmla="*/ 1000651 h 1038646"/>
              <a:gd name="connsiteX133" fmla="*/ 4243462 w 8872538"/>
              <a:gd name="connsiteY133" fmla="*/ 1015701 h 1038646"/>
              <a:gd name="connsiteX134" fmla="*/ 4272115 w 8872538"/>
              <a:gd name="connsiteY134" fmla="*/ 1038646 h 1038646"/>
              <a:gd name="connsiteX135" fmla="*/ 4243643 w 8872538"/>
              <a:gd name="connsiteY135" fmla="*/ 1038646 h 1038646"/>
              <a:gd name="connsiteX136" fmla="*/ 4234742 w 8872538"/>
              <a:gd name="connsiteY136" fmla="*/ 1031404 h 1038646"/>
              <a:gd name="connsiteX137" fmla="*/ 4182934 w 8872538"/>
              <a:gd name="connsiteY137" fmla="*/ 1018681 h 1038646"/>
              <a:gd name="connsiteX138" fmla="*/ 4132209 w 8872538"/>
              <a:gd name="connsiteY138" fmla="*/ 1031404 h 1038646"/>
              <a:gd name="connsiteX139" fmla="*/ 4123355 w 8872538"/>
              <a:gd name="connsiteY139" fmla="*/ 1038646 h 1038646"/>
              <a:gd name="connsiteX140" fmla="*/ 4094942 w 8872538"/>
              <a:gd name="connsiteY140" fmla="*/ 1038646 h 1038646"/>
              <a:gd name="connsiteX141" fmla="*/ 4123066 w 8872538"/>
              <a:gd name="connsiteY141" fmla="*/ 1015919 h 1038646"/>
              <a:gd name="connsiteX142" fmla="*/ 4182934 w 8872538"/>
              <a:gd name="connsiteY142" fmla="*/ 1000651 h 1038646"/>
              <a:gd name="connsiteX143" fmla="*/ 3807901 w 8872538"/>
              <a:gd name="connsiteY143" fmla="*/ 1000651 h 1038646"/>
              <a:gd name="connsiteX144" fmla="*/ 3868351 w 8872538"/>
              <a:gd name="connsiteY144" fmla="*/ 1015701 h 1038646"/>
              <a:gd name="connsiteX145" fmla="*/ 3896967 w 8872538"/>
              <a:gd name="connsiteY145" fmla="*/ 1038646 h 1038646"/>
              <a:gd name="connsiteX146" fmla="*/ 3868532 w 8872538"/>
              <a:gd name="connsiteY146" fmla="*/ 1038646 h 1038646"/>
              <a:gd name="connsiteX147" fmla="*/ 3859642 w 8872538"/>
              <a:gd name="connsiteY147" fmla="*/ 1031404 h 1038646"/>
              <a:gd name="connsiteX148" fmla="*/ 3807901 w 8872538"/>
              <a:gd name="connsiteY148" fmla="*/ 1018681 h 1038646"/>
              <a:gd name="connsiteX149" fmla="*/ 3757176 w 8872538"/>
              <a:gd name="connsiteY149" fmla="*/ 1031404 h 1038646"/>
              <a:gd name="connsiteX150" fmla="*/ 3748322 w 8872538"/>
              <a:gd name="connsiteY150" fmla="*/ 1038646 h 1038646"/>
              <a:gd name="connsiteX151" fmla="*/ 3719908 w 8872538"/>
              <a:gd name="connsiteY151" fmla="*/ 1038646 h 1038646"/>
              <a:gd name="connsiteX152" fmla="*/ 3748032 w 8872538"/>
              <a:gd name="connsiteY152" fmla="*/ 1015919 h 1038646"/>
              <a:gd name="connsiteX153" fmla="*/ 3807901 w 8872538"/>
              <a:gd name="connsiteY153" fmla="*/ 1000651 h 1038646"/>
              <a:gd name="connsiteX154" fmla="*/ 3432627 w 8872538"/>
              <a:gd name="connsiteY154" fmla="*/ 1000651 h 1038646"/>
              <a:gd name="connsiteX155" fmla="*/ 3493372 w 8872538"/>
              <a:gd name="connsiteY155" fmla="*/ 1015701 h 1038646"/>
              <a:gd name="connsiteX156" fmla="*/ 3521870 w 8872538"/>
              <a:gd name="connsiteY156" fmla="*/ 1038646 h 1038646"/>
              <a:gd name="connsiteX157" fmla="*/ 3493336 w 8872538"/>
              <a:gd name="connsiteY157" fmla="*/ 1038646 h 1038646"/>
              <a:gd name="connsiteX158" fmla="*/ 3484435 w 8872538"/>
              <a:gd name="connsiteY158" fmla="*/ 1031404 h 1038646"/>
              <a:gd name="connsiteX159" fmla="*/ 3432627 w 8872538"/>
              <a:gd name="connsiteY159" fmla="*/ 1018681 h 1038646"/>
              <a:gd name="connsiteX160" fmla="*/ 3381902 w 8872538"/>
              <a:gd name="connsiteY160" fmla="*/ 1031404 h 1038646"/>
              <a:gd name="connsiteX161" fmla="*/ 3373047 w 8872538"/>
              <a:gd name="connsiteY161" fmla="*/ 1038646 h 1038646"/>
              <a:gd name="connsiteX162" fmla="*/ 3344696 w 8872538"/>
              <a:gd name="connsiteY162" fmla="*/ 1038646 h 1038646"/>
              <a:gd name="connsiteX163" fmla="*/ 3372976 w 8872538"/>
              <a:gd name="connsiteY163" fmla="*/ 1015919 h 1038646"/>
              <a:gd name="connsiteX164" fmla="*/ 3432627 w 8872538"/>
              <a:gd name="connsiteY164" fmla="*/ 1000651 h 1038646"/>
              <a:gd name="connsiteX165" fmla="*/ 3058075 w 8872538"/>
              <a:gd name="connsiteY165" fmla="*/ 1000651 h 1038646"/>
              <a:gd name="connsiteX166" fmla="*/ 3118266 w 8872538"/>
              <a:gd name="connsiteY166" fmla="*/ 1015701 h 1038646"/>
              <a:gd name="connsiteX167" fmla="*/ 3146690 w 8872538"/>
              <a:gd name="connsiteY167" fmla="*/ 1038646 h 1038646"/>
              <a:gd name="connsiteX168" fmla="*/ 3118212 w 8872538"/>
              <a:gd name="connsiteY168" fmla="*/ 1038646 h 1038646"/>
              <a:gd name="connsiteX169" fmla="*/ 3109335 w 8872538"/>
              <a:gd name="connsiteY169" fmla="*/ 1031404 h 1038646"/>
              <a:gd name="connsiteX170" fmla="*/ 3058075 w 8872538"/>
              <a:gd name="connsiteY170" fmla="*/ 1018681 h 1038646"/>
              <a:gd name="connsiteX171" fmla="*/ 3006842 w 8872538"/>
              <a:gd name="connsiteY171" fmla="*/ 1031404 h 1038646"/>
              <a:gd name="connsiteX172" fmla="*/ 2997970 w 8872538"/>
              <a:gd name="connsiteY172" fmla="*/ 1038646 h 1038646"/>
              <a:gd name="connsiteX173" fmla="*/ 2969647 w 8872538"/>
              <a:gd name="connsiteY173" fmla="*/ 1038646 h 1038646"/>
              <a:gd name="connsiteX174" fmla="*/ 2998134 w 8872538"/>
              <a:gd name="connsiteY174" fmla="*/ 1015919 h 1038646"/>
              <a:gd name="connsiteX175" fmla="*/ 3058075 w 8872538"/>
              <a:gd name="connsiteY175" fmla="*/ 1000651 h 1038646"/>
              <a:gd name="connsiteX176" fmla="*/ 2682680 w 8872538"/>
              <a:gd name="connsiteY176" fmla="*/ 1000651 h 1038646"/>
              <a:gd name="connsiteX177" fmla="*/ 2682681 w 8872538"/>
              <a:gd name="connsiteY177" fmla="*/ 1000651 h 1038646"/>
              <a:gd name="connsiteX178" fmla="*/ 2683107 w 8872538"/>
              <a:gd name="connsiteY178" fmla="*/ 1000664 h 1038646"/>
              <a:gd name="connsiteX179" fmla="*/ 2683107 w 8872538"/>
              <a:gd name="connsiteY179" fmla="*/ 1000651 h 1038646"/>
              <a:gd name="connsiteX180" fmla="*/ 2700947 w 8872538"/>
              <a:gd name="connsiteY180" fmla="*/ 1001745 h 1038646"/>
              <a:gd name="connsiteX181" fmla="*/ 2705059 w 8872538"/>
              <a:gd name="connsiteY181" fmla="*/ 1002546 h 1038646"/>
              <a:gd name="connsiteX182" fmla="*/ 2707670 w 8872538"/>
              <a:gd name="connsiteY182" fmla="*/ 1002865 h 1038646"/>
              <a:gd name="connsiteX183" fmla="*/ 2710945 w 8872538"/>
              <a:gd name="connsiteY183" fmla="*/ 1003692 h 1038646"/>
              <a:gd name="connsiteX184" fmla="*/ 2716751 w 8872538"/>
              <a:gd name="connsiteY184" fmla="*/ 1004822 h 1038646"/>
              <a:gd name="connsiteX185" fmla="*/ 2720611 w 8872538"/>
              <a:gd name="connsiteY185" fmla="*/ 1006131 h 1038646"/>
              <a:gd name="connsiteX186" fmla="*/ 2721777 w 8872538"/>
              <a:gd name="connsiteY186" fmla="*/ 1006425 h 1038646"/>
              <a:gd name="connsiteX187" fmla="*/ 2723731 w 8872538"/>
              <a:gd name="connsiteY187" fmla="*/ 1007189 h 1038646"/>
              <a:gd name="connsiteX188" fmla="*/ 2730774 w 8872538"/>
              <a:gd name="connsiteY188" fmla="*/ 1009577 h 1038646"/>
              <a:gd name="connsiteX189" fmla="*/ 2759677 w 8872538"/>
              <a:gd name="connsiteY189" fmla="*/ 1026785 h 1038646"/>
              <a:gd name="connsiteX190" fmla="*/ 2772806 w 8872538"/>
              <a:gd name="connsiteY190" fmla="*/ 1038646 h 1038646"/>
              <a:gd name="connsiteX191" fmla="*/ 2741855 w 8872538"/>
              <a:gd name="connsiteY191" fmla="*/ 1038646 h 1038646"/>
              <a:gd name="connsiteX192" fmla="*/ 2730009 w 8872538"/>
              <a:gd name="connsiteY192" fmla="*/ 1029293 h 1038646"/>
              <a:gd name="connsiteX193" fmla="*/ 2720536 w 8872538"/>
              <a:gd name="connsiteY193" fmla="*/ 1025106 h 1038646"/>
              <a:gd name="connsiteX194" fmla="*/ 2719461 w 8872538"/>
              <a:gd name="connsiteY194" fmla="*/ 1024744 h 1038646"/>
              <a:gd name="connsiteX195" fmla="*/ 2709807 w 8872538"/>
              <a:gd name="connsiteY195" fmla="*/ 1021773 h 1038646"/>
              <a:gd name="connsiteX196" fmla="*/ 2707410 w 8872538"/>
              <a:gd name="connsiteY196" fmla="*/ 1021317 h 1038646"/>
              <a:gd name="connsiteX197" fmla="*/ 2697829 w 8872538"/>
              <a:gd name="connsiteY197" fmla="*/ 1019575 h 1038646"/>
              <a:gd name="connsiteX198" fmla="*/ 2682680 w 8872538"/>
              <a:gd name="connsiteY198" fmla="*/ 1018681 h 1038646"/>
              <a:gd name="connsiteX199" fmla="*/ 2667536 w 8872538"/>
              <a:gd name="connsiteY199" fmla="*/ 1019575 h 1038646"/>
              <a:gd name="connsiteX200" fmla="*/ 2626611 w 8872538"/>
              <a:gd name="connsiteY200" fmla="*/ 1034451 h 1038646"/>
              <a:gd name="connsiteX201" fmla="*/ 2621627 w 8872538"/>
              <a:gd name="connsiteY201" fmla="*/ 1038646 h 1038646"/>
              <a:gd name="connsiteX202" fmla="*/ 2593914 w 8872538"/>
              <a:gd name="connsiteY202" fmla="*/ 1038646 h 1038646"/>
              <a:gd name="connsiteX203" fmla="*/ 2619758 w 8872538"/>
              <a:gd name="connsiteY203" fmla="*/ 1017641 h 1038646"/>
              <a:gd name="connsiteX204" fmla="*/ 2673485 w 8872538"/>
              <a:gd name="connsiteY204" fmla="*/ 1000937 h 1038646"/>
              <a:gd name="connsiteX205" fmla="*/ 2307407 w 8872538"/>
              <a:gd name="connsiteY205" fmla="*/ 1000651 h 1038646"/>
              <a:gd name="connsiteX206" fmla="*/ 2316596 w 8872538"/>
              <a:gd name="connsiteY206" fmla="*/ 1000931 h 1038646"/>
              <a:gd name="connsiteX207" fmla="*/ 2370479 w 8872538"/>
              <a:gd name="connsiteY207" fmla="*/ 1017410 h 1038646"/>
              <a:gd name="connsiteX208" fmla="*/ 2396213 w 8872538"/>
              <a:gd name="connsiteY208" fmla="*/ 1038646 h 1038646"/>
              <a:gd name="connsiteX209" fmla="*/ 2368586 w 8872538"/>
              <a:gd name="connsiteY209" fmla="*/ 1038646 h 1038646"/>
              <a:gd name="connsiteX210" fmla="*/ 2363646 w 8872538"/>
              <a:gd name="connsiteY210" fmla="*/ 1034451 h 1038646"/>
              <a:gd name="connsiteX211" fmla="*/ 2322555 w 8872538"/>
              <a:gd name="connsiteY211" fmla="*/ 1019575 h 1038646"/>
              <a:gd name="connsiteX212" fmla="*/ 2307407 w 8872538"/>
              <a:gd name="connsiteY212" fmla="*/ 1018681 h 1038646"/>
              <a:gd name="connsiteX213" fmla="*/ 2292282 w 8872538"/>
              <a:gd name="connsiteY213" fmla="*/ 1019575 h 1038646"/>
              <a:gd name="connsiteX214" fmla="*/ 2251409 w 8872538"/>
              <a:gd name="connsiteY214" fmla="*/ 1034451 h 1038646"/>
              <a:gd name="connsiteX215" fmla="*/ 2246431 w 8872538"/>
              <a:gd name="connsiteY215" fmla="*/ 1038646 h 1038646"/>
              <a:gd name="connsiteX216" fmla="*/ 2218754 w 8872538"/>
              <a:gd name="connsiteY216" fmla="*/ 1038646 h 1038646"/>
              <a:gd name="connsiteX217" fmla="*/ 2244565 w 8872538"/>
              <a:gd name="connsiteY217" fmla="*/ 1017641 h 1038646"/>
              <a:gd name="connsiteX218" fmla="*/ 2298223 w 8872538"/>
              <a:gd name="connsiteY218" fmla="*/ 1000937 h 1038646"/>
              <a:gd name="connsiteX219" fmla="*/ 1932373 w 8872538"/>
              <a:gd name="connsiteY219" fmla="*/ 1000651 h 1038646"/>
              <a:gd name="connsiteX220" fmla="*/ 1932374 w 8872538"/>
              <a:gd name="connsiteY220" fmla="*/ 1000651 h 1038646"/>
              <a:gd name="connsiteX221" fmla="*/ 1941563 w 8872538"/>
              <a:gd name="connsiteY221" fmla="*/ 1000931 h 1038646"/>
              <a:gd name="connsiteX222" fmla="*/ 1995533 w 8872538"/>
              <a:gd name="connsiteY222" fmla="*/ 1017410 h 1038646"/>
              <a:gd name="connsiteX223" fmla="*/ 2021613 w 8872538"/>
              <a:gd name="connsiteY223" fmla="*/ 1038646 h 1038646"/>
              <a:gd name="connsiteX224" fmla="*/ 1993553 w 8872538"/>
              <a:gd name="connsiteY224" fmla="*/ 1038646 h 1038646"/>
              <a:gd name="connsiteX225" fmla="*/ 1988613 w 8872538"/>
              <a:gd name="connsiteY225" fmla="*/ 1034451 h 1038646"/>
              <a:gd name="connsiteX226" fmla="*/ 1947522 w 8872538"/>
              <a:gd name="connsiteY226" fmla="*/ 1019575 h 1038646"/>
              <a:gd name="connsiteX227" fmla="*/ 1932374 w 8872538"/>
              <a:gd name="connsiteY227" fmla="*/ 1018681 h 1038646"/>
              <a:gd name="connsiteX228" fmla="*/ 1917231 w 8872538"/>
              <a:gd name="connsiteY228" fmla="*/ 1019575 h 1038646"/>
              <a:gd name="connsiteX229" fmla="*/ 1876407 w 8872538"/>
              <a:gd name="connsiteY229" fmla="*/ 1034451 h 1038646"/>
              <a:gd name="connsiteX230" fmla="*/ 1871498 w 8872538"/>
              <a:gd name="connsiteY230" fmla="*/ 1038646 h 1038646"/>
              <a:gd name="connsiteX231" fmla="*/ 1843607 w 8872538"/>
              <a:gd name="connsiteY231" fmla="*/ 1038646 h 1038646"/>
              <a:gd name="connsiteX232" fmla="*/ 1869451 w 8872538"/>
              <a:gd name="connsiteY232" fmla="*/ 1017641 h 1038646"/>
              <a:gd name="connsiteX233" fmla="*/ 1923178 w 8872538"/>
              <a:gd name="connsiteY233" fmla="*/ 1000937 h 1038646"/>
              <a:gd name="connsiteX234" fmla="*/ 1557099 w 8872538"/>
              <a:gd name="connsiteY234" fmla="*/ 1000651 h 1038646"/>
              <a:gd name="connsiteX235" fmla="*/ 1557100 w 8872538"/>
              <a:gd name="connsiteY235" fmla="*/ 1000651 h 1038646"/>
              <a:gd name="connsiteX236" fmla="*/ 1566289 w 8872538"/>
              <a:gd name="connsiteY236" fmla="*/ 1000931 h 1038646"/>
              <a:gd name="connsiteX237" fmla="*/ 1620259 w 8872538"/>
              <a:gd name="connsiteY237" fmla="*/ 1017410 h 1038646"/>
              <a:gd name="connsiteX238" fmla="*/ 1646339 w 8872538"/>
              <a:gd name="connsiteY238" fmla="*/ 1038646 h 1038646"/>
              <a:gd name="connsiteX239" fmla="*/ 1618279 w 8872538"/>
              <a:gd name="connsiteY239" fmla="*/ 1038646 h 1038646"/>
              <a:gd name="connsiteX240" fmla="*/ 1613339 w 8872538"/>
              <a:gd name="connsiteY240" fmla="*/ 1034451 h 1038646"/>
              <a:gd name="connsiteX241" fmla="*/ 1572248 w 8872538"/>
              <a:gd name="connsiteY241" fmla="*/ 1019575 h 1038646"/>
              <a:gd name="connsiteX242" fmla="*/ 1557099 w 8872538"/>
              <a:gd name="connsiteY242" fmla="*/ 1018681 h 1038646"/>
              <a:gd name="connsiteX243" fmla="*/ 1541976 w 8872538"/>
              <a:gd name="connsiteY243" fmla="*/ 1019575 h 1038646"/>
              <a:gd name="connsiteX244" fmla="*/ 1501205 w 8872538"/>
              <a:gd name="connsiteY244" fmla="*/ 1034451 h 1038646"/>
              <a:gd name="connsiteX245" fmla="*/ 1496303 w 8872538"/>
              <a:gd name="connsiteY245" fmla="*/ 1038646 h 1038646"/>
              <a:gd name="connsiteX246" fmla="*/ 1468447 w 8872538"/>
              <a:gd name="connsiteY246" fmla="*/ 1038646 h 1038646"/>
              <a:gd name="connsiteX247" fmla="*/ 1494258 w 8872538"/>
              <a:gd name="connsiteY247" fmla="*/ 1017641 h 1038646"/>
              <a:gd name="connsiteX248" fmla="*/ 1547916 w 8872538"/>
              <a:gd name="connsiteY248" fmla="*/ 1000937 h 1038646"/>
              <a:gd name="connsiteX249" fmla="*/ 1182066 w 8872538"/>
              <a:gd name="connsiteY249" fmla="*/ 1000651 h 1038646"/>
              <a:gd name="connsiteX250" fmla="*/ 1182067 w 8872538"/>
              <a:gd name="connsiteY250" fmla="*/ 1000651 h 1038646"/>
              <a:gd name="connsiteX251" fmla="*/ 1191352 w 8872538"/>
              <a:gd name="connsiteY251" fmla="*/ 1000931 h 1038646"/>
              <a:gd name="connsiteX252" fmla="*/ 1245429 w 8872538"/>
              <a:gd name="connsiteY252" fmla="*/ 1017410 h 1038646"/>
              <a:gd name="connsiteX253" fmla="*/ 1271367 w 8872538"/>
              <a:gd name="connsiteY253" fmla="*/ 1038646 h 1038646"/>
              <a:gd name="connsiteX254" fmla="*/ 1243404 w 8872538"/>
              <a:gd name="connsiteY254" fmla="*/ 1038646 h 1038646"/>
              <a:gd name="connsiteX255" fmla="*/ 1238494 w 8872538"/>
              <a:gd name="connsiteY255" fmla="*/ 1034451 h 1038646"/>
              <a:gd name="connsiteX256" fmla="*/ 1197382 w 8872538"/>
              <a:gd name="connsiteY256" fmla="*/ 1019575 h 1038646"/>
              <a:gd name="connsiteX257" fmla="*/ 1182067 w 8872538"/>
              <a:gd name="connsiteY257" fmla="*/ 1018681 h 1038646"/>
              <a:gd name="connsiteX258" fmla="*/ 1166923 w 8872538"/>
              <a:gd name="connsiteY258" fmla="*/ 1019575 h 1038646"/>
              <a:gd name="connsiteX259" fmla="*/ 1126100 w 8872538"/>
              <a:gd name="connsiteY259" fmla="*/ 1034451 h 1038646"/>
              <a:gd name="connsiteX260" fmla="*/ 1121191 w 8872538"/>
              <a:gd name="connsiteY260" fmla="*/ 1038646 h 1038646"/>
              <a:gd name="connsiteX261" fmla="*/ 1093300 w 8872538"/>
              <a:gd name="connsiteY261" fmla="*/ 1038646 h 1038646"/>
              <a:gd name="connsiteX262" fmla="*/ 1119144 w 8872538"/>
              <a:gd name="connsiteY262" fmla="*/ 1017641 h 1038646"/>
              <a:gd name="connsiteX263" fmla="*/ 1172871 w 8872538"/>
              <a:gd name="connsiteY263" fmla="*/ 1000937 h 1038646"/>
              <a:gd name="connsiteX264" fmla="*/ 806793 w 8872538"/>
              <a:gd name="connsiteY264" fmla="*/ 1000651 h 1038646"/>
              <a:gd name="connsiteX265" fmla="*/ 816078 w 8872538"/>
              <a:gd name="connsiteY265" fmla="*/ 1000931 h 1038646"/>
              <a:gd name="connsiteX266" fmla="*/ 870155 w 8872538"/>
              <a:gd name="connsiteY266" fmla="*/ 1017410 h 1038646"/>
              <a:gd name="connsiteX267" fmla="*/ 896093 w 8872538"/>
              <a:gd name="connsiteY267" fmla="*/ 1038646 h 1038646"/>
              <a:gd name="connsiteX268" fmla="*/ 868130 w 8872538"/>
              <a:gd name="connsiteY268" fmla="*/ 1038646 h 1038646"/>
              <a:gd name="connsiteX269" fmla="*/ 863220 w 8872538"/>
              <a:gd name="connsiteY269" fmla="*/ 1034451 h 1038646"/>
              <a:gd name="connsiteX270" fmla="*/ 822108 w 8872538"/>
              <a:gd name="connsiteY270" fmla="*/ 1019575 h 1038646"/>
              <a:gd name="connsiteX271" fmla="*/ 806793 w 8872538"/>
              <a:gd name="connsiteY271" fmla="*/ 1018681 h 1038646"/>
              <a:gd name="connsiteX272" fmla="*/ 791669 w 8872538"/>
              <a:gd name="connsiteY272" fmla="*/ 1019575 h 1038646"/>
              <a:gd name="connsiteX273" fmla="*/ 750898 w 8872538"/>
              <a:gd name="connsiteY273" fmla="*/ 1034451 h 1038646"/>
              <a:gd name="connsiteX274" fmla="*/ 745996 w 8872538"/>
              <a:gd name="connsiteY274" fmla="*/ 1038646 h 1038646"/>
              <a:gd name="connsiteX275" fmla="*/ 718141 w 8872538"/>
              <a:gd name="connsiteY275" fmla="*/ 1038646 h 1038646"/>
              <a:gd name="connsiteX276" fmla="*/ 743951 w 8872538"/>
              <a:gd name="connsiteY276" fmla="*/ 1017641 h 1038646"/>
              <a:gd name="connsiteX277" fmla="*/ 797610 w 8872538"/>
              <a:gd name="connsiteY277" fmla="*/ 1000937 h 1038646"/>
              <a:gd name="connsiteX278" fmla="*/ 431759 w 8872538"/>
              <a:gd name="connsiteY278" fmla="*/ 1000651 h 1038646"/>
              <a:gd name="connsiteX279" fmla="*/ 441045 w 8872538"/>
              <a:gd name="connsiteY279" fmla="*/ 1000931 h 1038646"/>
              <a:gd name="connsiteX280" fmla="*/ 495122 w 8872538"/>
              <a:gd name="connsiteY280" fmla="*/ 1017410 h 1038646"/>
              <a:gd name="connsiteX281" fmla="*/ 521060 w 8872538"/>
              <a:gd name="connsiteY281" fmla="*/ 1038646 h 1038646"/>
              <a:gd name="connsiteX282" fmla="*/ 493097 w 8872538"/>
              <a:gd name="connsiteY282" fmla="*/ 1038646 h 1038646"/>
              <a:gd name="connsiteX283" fmla="*/ 488187 w 8872538"/>
              <a:gd name="connsiteY283" fmla="*/ 1034451 h 1038646"/>
              <a:gd name="connsiteX284" fmla="*/ 447075 w 8872538"/>
              <a:gd name="connsiteY284" fmla="*/ 1019575 h 1038646"/>
              <a:gd name="connsiteX285" fmla="*/ 431759 w 8872538"/>
              <a:gd name="connsiteY285" fmla="*/ 1018681 h 1038646"/>
              <a:gd name="connsiteX286" fmla="*/ 416616 w 8872538"/>
              <a:gd name="connsiteY286" fmla="*/ 1019575 h 1038646"/>
              <a:gd name="connsiteX287" fmla="*/ 375793 w 8872538"/>
              <a:gd name="connsiteY287" fmla="*/ 1034451 h 1038646"/>
              <a:gd name="connsiteX288" fmla="*/ 370884 w 8872538"/>
              <a:gd name="connsiteY288" fmla="*/ 1038646 h 1038646"/>
              <a:gd name="connsiteX289" fmla="*/ 342993 w 8872538"/>
              <a:gd name="connsiteY289" fmla="*/ 1038646 h 1038646"/>
              <a:gd name="connsiteX290" fmla="*/ 368837 w 8872538"/>
              <a:gd name="connsiteY290" fmla="*/ 1017641 h 1038646"/>
              <a:gd name="connsiteX291" fmla="*/ 422564 w 8872538"/>
              <a:gd name="connsiteY291" fmla="*/ 1000937 h 1038646"/>
              <a:gd name="connsiteX292" fmla="*/ 56485 w 8872538"/>
              <a:gd name="connsiteY292" fmla="*/ 1000651 h 1038646"/>
              <a:gd name="connsiteX293" fmla="*/ 56486 w 8872538"/>
              <a:gd name="connsiteY293" fmla="*/ 1000651 h 1038646"/>
              <a:gd name="connsiteX294" fmla="*/ 65771 w 8872538"/>
              <a:gd name="connsiteY294" fmla="*/ 1000931 h 1038646"/>
              <a:gd name="connsiteX295" fmla="*/ 119848 w 8872538"/>
              <a:gd name="connsiteY295" fmla="*/ 1017410 h 1038646"/>
              <a:gd name="connsiteX296" fmla="*/ 145786 w 8872538"/>
              <a:gd name="connsiteY296" fmla="*/ 1038646 h 1038646"/>
              <a:gd name="connsiteX297" fmla="*/ 117823 w 8872538"/>
              <a:gd name="connsiteY297" fmla="*/ 1038646 h 1038646"/>
              <a:gd name="connsiteX298" fmla="*/ 112913 w 8872538"/>
              <a:gd name="connsiteY298" fmla="*/ 1034451 h 1038646"/>
              <a:gd name="connsiteX299" fmla="*/ 71801 w 8872538"/>
              <a:gd name="connsiteY299" fmla="*/ 1019575 h 1038646"/>
              <a:gd name="connsiteX300" fmla="*/ 56486 w 8872538"/>
              <a:gd name="connsiteY300" fmla="*/ 1018681 h 1038646"/>
              <a:gd name="connsiteX301" fmla="*/ 41362 w 8872538"/>
              <a:gd name="connsiteY301" fmla="*/ 1019575 h 1038646"/>
              <a:gd name="connsiteX302" fmla="*/ 591 w 8872538"/>
              <a:gd name="connsiteY302" fmla="*/ 1034450 h 1038646"/>
              <a:gd name="connsiteX303" fmla="*/ 0 w 8872538"/>
              <a:gd name="connsiteY303" fmla="*/ 1034956 h 1038646"/>
              <a:gd name="connsiteX304" fmla="*/ 0 w 8872538"/>
              <a:gd name="connsiteY304" fmla="*/ 1014681 h 1038646"/>
              <a:gd name="connsiteX305" fmla="*/ 17495 w 8872538"/>
              <a:gd name="connsiteY305" fmla="*/ 1006533 h 1038646"/>
              <a:gd name="connsiteX306" fmla="*/ 47303 w 8872538"/>
              <a:gd name="connsiteY306" fmla="*/ 1000937 h 1038646"/>
              <a:gd name="connsiteX307" fmla="*/ 56479 w 8872538"/>
              <a:gd name="connsiteY307" fmla="*/ 900273 h 1038646"/>
              <a:gd name="connsiteX308" fmla="*/ 56480 w 8872538"/>
              <a:gd name="connsiteY308" fmla="*/ 900273 h 1038646"/>
              <a:gd name="connsiteX309" fmla="*/ 65765 w 8872538"/>
              <a:gd name="connsiteY309" fmla="*/ 900552 h 1038646"/>
              <a:gd name="connsiteX310" fmla="*/ 156914 w 8872538"/>
              <a:gd name="connsiteY310" fmla="*/ 947279 h 1038646"/>
              <a:gd name="connsiteX311" fmla="*/ 228873 w 8872538"/>
              <a:gd name="connsiteY311" fmla="*/ 988750 h 1038646"/>
              <a:gd name="connsiteX312" fmla="*/ 243996 w 8872538"/>
              <a:gd name="connsiteY312" fmla="*/ 989642 h 1038646"/>
              <a:gd name="connsiteX313" fmla="*/ 259331 w 8872538"/>
              <a:gd name="connsiteY313" fmla="*/ 988750 h 1038646"/>
              <a:gd name="connsiteX314" fmla="*/ 331771 w 8872538"/>
              <a:gd name="connsiteY314" fmla="*/ 947279 h 1038646"/>
              <a:gd name="connsiteX315" fmla="*/ 422559 w 8872538"/>
              <a:gd name="connsiteY315" fmla="*/ 900552 h 1038646"/>
              <a:gd name="connsiteX316" fmla="*/ 431753 w 8872538"/>
              <a:gd name="connsiteY316" fmla="*/ 900273 h 1038646"/>
              <a:gd name="connsiteX317" fmla="*/ 441039 w 8872538"/>
              <a:gd name="connsiteY317" fmla="*/ 900552 h 1038646"/>
              <a:gd name="connsiteX318" fmla="*/ 532188 w 8872538"/>
              <a:gd name="connsiteY318" fmla="*/ 947279 h 1038646"/>
              <a:gd name="connsiteX319" fmla="*/ 604146 w 8872538"/>
              <a:gd name="connsiteY319" fmla="*/ 988750 h 1038646"/>
              <a:gd name="connsiteX320" fmla="*/ 619270 w 8872538"/>
              <a:gd name="connsiteY320" fmla="*/ 989642 h 1038646"/>
              <a:gd name="connsiteX321" fmla="*/ 634585 w 8872538"/>
              <a:gd name="connsiteY321" fmla="*/ 988750 h 1038646"/>
              <a:gd name="connsiteX322" fmla="*/ 706933 w 8872538"/>
              <a:gd name="connsiteY322" fmla="*/ 947279 h 1038646"/>
              <a:gd name="connsiteX323" fmla="*/ 797603 w 8872538"/>
              <a:gd name="connsiteY323" fmla="*/ 900552 h 1038646"/>
              <a:gd name="connsiteX324" fmla="*/ 806786 w 8872538"/>
              <a:gd name="connsiteY324" fmla="*/ 900273 h 1038646"/>
              <a:gd name="connsiteX325" fmla="*/ 806787 w 8872538"/>
              <a:gd name="connsiteY325" fmla="*/ 900273 h 1038646"/>
              <a:gd name="connsiteX326" fmla="*/ 816072 w 8872538"/>
              <a:gd name="connsiteY326" fmla="*/ 900552 h 1038646"/>
              <a:gd name="connsiteX327" fmla="*/ 907221 w 8872538"/>
              <a:gd name="connsiteY327" fmla="*/ 947279 h 1038646"/>
              <a:gd name="connsiteX328" fmla="*/ 979180 w 8872538"/>
              <a:gd name="connsiteY328" fmla="*/ 988750 h 1038646"/>
              <a:gd name="connsiteX329" fmla="*/ 994303 w 8872538"/>
              <a:gd name="connsiteY329" fmla="*/ 989642 h 1038646"/>
              <a:gd name="connsiteX330" fmla="*/ 1009638 w 8872538"/>
              <a:gd name="connsiteY330" fmla="*/ 988750 h 1038646"/>
              <a:gd name="connsiteX331" fmla="*/ 1082078 w 8872538"/>
              <a:gd name="connsiteY331" fmla="*/ 947279 h 1038646"/>
              <a:gd name="connsiteX332" fmla="*/ 1172865 w 8872538"/>
              <a:gd name="connsiteY332" fmla="*/ 900552 h 1038646"/>
              <a:gd name="connsiteX333" fmla="*/ 1182060 w 8872538"/>
              <a:gd name="connsiteY333" fmla="*/ 900273 h 1038646"/>
              <a:gd name="connsiteX334" fmla="*/ 1182061 w 8872538"/>
              <a:gd name="connsiteY334" fmla="*/ 900273 h 1038646"/>
              <a:gd name="connsiteX335" fmla="*/ 1191346 w 8872538"/>
              <a:gd name="connsiteY335" fmla="*/ 900552 h 1038646"/>
              <a:gd name="connsiteX336" fmla="*/ 1282495 w 8872538"/>
              <a:gd name="connsiteY336" fmla="*/ 947279 h 1038646"/>
              <a:gd name="connsiteX337" fmla="*/ 1354453 w 8872538"/>
              <a:gd name="connsiteY337" fmla="*/ 988750 h 1038646"/>
              <a:gd name="connsiteX338" fmla="*/ 1369577 w 8872538"/>
              <a:gd name="connsiteY338" fmla="*/ 989642 h 1038646"/>
              <a:gd name="connsiteX339" fmla="*/ 1384726 w 8872538"/>
              <a:gd name="connsiteY339" fmla="*/ 988750 h 1038646"/>
              <a:gd name="connsiteX340" fmla="*/ 1457240 w 8872538"/>
              <a:gd name="connsiteY340" fmla="*/ 947279 h 1038646"/>
              <a:gd name="connsiteX341" fmla="*/ 1547910 w 8872538"/>
              <a:gd name="connsiteY341" fmla="*/ 900552 h 1038646"/>
              <a:gd name="connsiteX342" fmla="*/ 1557093 w 8872538"/>
              <a:gd name="connsiteY342" fmla="*/ 900273 h 1038646"/>
              <a:gd name="connsiteX343" fmla="*/ 1566283 w 8872538"/>
              <a:gd name="connsiteY343" fmla="*/ 900552 h 1038646"/>
              <a:gd name="connsiteX344" fmla="*/ 1657528 w 8872538"/>
              <a:gd name="connsiteY344" fmla="*/ 947279 h 1038646"/>
              <a:gd name="connsiteX345" fmla="*/ 1729486 w 8872538"/>
              <a:gd name="connsiteY345" fmla="*/ 988750 h 1038646"/>
              <a:gd name="connsiteX346" fmla="*/ 1744610 w 8872538"/>
              <a:gd name="connsiteY346" fmla="*/ 989642 h 1038646"/>
              <a:gd name="connsiteX347" fmla="*/ 1759778 w 8872538"/>
              <a:gd name="connsiteY347" fmla="*/ 988750 h 1038646"/>
              <a:gd name="connsiteX348" fmla="*/ 1832385 w 8872538"/>
              <a:gd name="connsiteY348" fmla="*/ 947279 h 1038646"/>
              <a:gd name="connsiteX349" fmla="*/ 1923172 w 8872538"/>
              <a:gd name="connsiteY349" fmla="*/ 900552 h 1038646"/>
              <a:gd name="connsiteX350" fmla="*/ 1932367 w 8872538"/>
              <a:gd name="connsiteY350" fmla="*/ 900273 h 1038646"/>
              <a:gd name="connsiteX351" fmla="*/ 1932368 w 8872538"/>
              <a:gd name="connsiteY351" fmla="*/ 900273 h 1038646"/>
              <a:gd name="connsiteX352" fmla="*/ 1941557 w 8872538"/>
              <a:gd name="connsiteY352" fmla="*/ 900552 h 1038646"/>
              <a:gd name="connsiteX353" fmla="*/ 2032802 w 8872538"/>
              <a:gd name="connsiteY353" fmla="*/ 947279 h 1038646"/>
              <a:gd name="connsiteX354" fmla="*/ 2104760 w 8872538"/>
              <a:gd name="connsiteY354" fmla="*/ 988750 h 1038646"/>
              <a:gd name="connsiteX355" fmla="*/ 2119884 w 8872538"/>
              <a:gd name="connsiteY355" fmla="*/ 989642 h 1038646"/>
              <a:gd name="connsiteX356" fmla="*/ 2135033 w 8872538"/>
              <a:gd name="connsiteY356" fmla="*/ 988750 h 1038646"/>
              <a:gd name="connsiteX357" fmla="*/ 2207546 w 8872538"/>
              <a:gd name="connsiteY357" fmla="*/ 947279 h 1038646"/>
              <a:gd name="connsiteX358" fmla="*/ 2298217 w 8872538"/>
              <a:gd name="connsiteY358" fmla="*/ 900552 h 1038646"/>
              <a:gd name="connsiteX359" fmla="*/ 2307400 w 8872538"/>
              <a:gd name="connsiteY359" fmla="*/ 900273 h 1038646"/>
              <a:gd name="connsiteX360" fmla="*/ 2307401 w 8872538"/>
              <a:gd name="connsiteY360" fmla="*/ 900273 h 1038646"/>
              <a:gd name="connsiteX361" fmla="*/ 2316590 w 8872538"/>
              <a:gd name="connsiteY361" fmla="*/ 900552 h 1038646"/>
              <a:gd name="connsiteX362" fmla="*/ 2407255 w 8872538"/>
              <a:gd name="connsiteY362" fmla="*/ 947279 h 1038646"/>
              <a:gd name="connsiteX363" fmla="*/ 2479792 w 8872538"/>
              <a:gd name="connsiteY363" fmla="*/ 988750 h 1038646"/>
              <a:gd name="connsiteX364" fmla="*/ 2494917 w 8872538"/>
              <a:gd name="connsiteY364" fmla="*/ 989642 h 1038646"/>
              <a:gd name="connsiteX365" fmla="*/ 2510085 w 8872538"/>
              <a:gd name="connsiteY365" fmla="*/ 988750 h 1038646"/>
              <a:gd name="connsiteX366" fmla="*/ 2582692 w 8872538"/>
              <a:gd name="connsiteY366" fmla="*/ 947279 h 1038646"/>
              <a:gd name="connsiteX367" fmla="*/ 2673479 w 8872538"/>
              <a:gd name="connsiteY367" fmla="*/ 900552 h 1038646"/>
              <a:gd name="connsiteX368" fmla="*/ 2682674 w 8872538"/>
              <a:gd name="connsiteY368" fmla="*/ 900273 h 1038646"/>
              <a:gd name="connsiteX369" fmla="*/ 2682675 w 8872538"/>
              <a:gd name="connsiteY369" fmla="*/ 900273 h 1038646"/>
              <a:gd name="connsiteX370" fmla="*/ 2683101 w 8872538"/>
              <a:gd name="connsiteY370" fmla="*/ 900286 h 1038646"/>
              <a:gd name="connsiteX371" fmla="*/ 2683101 w 8872538"/>
              <a:gd name="connsiteY371" fmla="*/ 900273 h 1038646"/>
              <a:gd name="connsiteX372" fmla="*/ 2700941 w 8872538"/>
              <a:gd name="connsiteY372" fmla="*/ 901365 h 1038646"/>
              <a:gd name="connsiteX373" fmla="*/ 2705053 w 8872538"/>
              <a:gd name="connsiteY373" fmla="*/ 902164 h 1038646"/>
              <a:gd name="connsiteX374" fmla="*/ 2707663 w 8872538"/>
              <a:gd name="connsiteY374" fmla="*/ 902483 h 1038646"/>
              <a:gd name="connsiteX375" fmla="*/ 2710939 w 8872538"/>
              <a:gd name="connsiteY375" fmla="*/ 903307 h 1038646"/>
              <a:gd name="connsiteX376" fmla="*/ 2716745 w 8872538"/>
              <a:gd name="connsiteY376" fmla="*/ 904435 h 1038646"/>
              <a:gd name="connsiteX377" fmla="*/ 2720605 w 8872538"/>
              <a:gd name="connsiteY377" fmla="*/ 905741 h 1038646"/>
              <a:gd name="connsiteX378" fmla="*/ 2721771 w 8872538"/>
              <a:gd name="connsiteY378" fmla="*/ 906034 h 1038646"/>
              <a:gd name="connsiteX379" fmla="*/ 2723725 w 8872538"/>
              <a:gd name="connsiteY379" fmla="*/ 906796 h 1038646"/>
              <a:gd name="connsiteX380" fmla="*/ 2730768 w 8872538"/>
              <a:gd name="connsiteY380" fmla="*/ 909178 h 1038646"/>
              <a:gd name="connsiteX381" fmla="*/ 2782896 w 8872538"/>
              <a:gd name="connsiteY381" fmla="*/ 947279 h 1038646"/>
              <a:gd name="connsiteX382" fmla="*/ 2870558 w 8872538"/>
              <a:gd name="connsiteY382" fmla="*/ 989642 h 1038646"/>
              <a:gd name="connsiteX383" fmla="*/ 2958221 w 8872538"/>
              <a:gd name="connsiteY383" fmla="*/ 947279 h 1038646"/>
              <a:gd name="connsiteX384" fmla="*/ 3058075 w 8872538"/>
              <a:gd name="connsiteY384" fmla="*/ 900273 h 1038646"/>
              <a:gd name="connsiteX385" fmla="*/ 3157982 w 8872538"/>
              <a:gd name="connsiteY385" fmla="*/ 947279 h 1038646"/>
              <a:gd name="connsiteX386" fmla="*/ 3245110 w 8872538"/>
              <a:gd name="connsiteY386" fmla="*/ 989642 h 1038646"/>
              <a:gd name="connsiteX387" fmla="*/ 3333353 w 8872538"/>
              <a:gd name="connsiteY387" fmla="*/ 947279 h 1038646"/>
              <a:gd name="connsiteX388" fmla="*/ 3432627 w 8872538"/>
              <a:gd name="connsiteY388" fmla="*/ 900273 h 1038646"/>
              <a:gd name="connsiteX389" fmla="*/ 3533191 w 8872538"/>
              <a:gd name="connsiteY389" fmla="*/ 947279 h 1038646"/>
              <a:gd name="connsiteX390" fmla="*/ 3620384 w 8872538"/>
              <a:gd name="connsiteY390" fmla="*/ 989642 h 1038646"/>
              <a:gd name="connsiteX391" fmla="*/ 3708627 w 8872538"/>
              <a:gd name="connsiteY391" fmla="*/ 947279 h 1038646"/>
              <a:gd name="connsiteX392" fmla="*/ 3807901 w 8872538"/>
              <a:gd name="connsiteY392" fmla="*/ 900273 h 1038646"/>
              <a:gd name="connsiteX393" fmla="*/ 3908336 w 8872538"/>
              <a:gd name="connsiteY393" fmla="*/ 947279 h 1038646"/>
              <a:gd name="connsiteX394" fmla="*/ 3995418 w 8872538"/>
              <a:gd name="connsiteY394" fmla="*/ 989642 h 1038646"/>
              <a:gd name="connsiteX395" fmla="*/ 4083661 w 8872538"/>
              <a:gd name="connsiteY395" fmla="*/ 947279 h 1038646"/>
              <a:gd name="connsiteX396" fmla="*/ 4182934 w 8872538"/>
              <a:gd name="connsiteY396" fmla="*/ 900273 h 1038646"/>
              <a:gd name="connsiteX397" fmla="*/ 4283498 w 8872538"/>
              <a:gd name="connsiteY397" fmla="*/ 947279 h 1038646"/>
              <a:gd name="connsiteX398" fmla="*/ 4370692 w 8872538"/>
              <a:gd name="connsiteY398" fmla="*/ 989642 h 1038646"/>
              <a:gd name="connsiteX399" fmla="*/ 4458935 w 8872538"/>
              <a:gd name="connsiteY399" fmla="*/ 947279 h 1038646"/>
              <a:gd name="connsiteX400" fmla="*/ 4558209 w 8872538"/>
              <a:gd name="connsiteY400" fmla="*/ 900273 h 1038646"/>
              <a:gd name="connsiteX401" fmla="*/ 4658643 w 8872538"/>
              <a:gd name="connsiteY401" fmla="*/ 947279 h 1038646"/>
              <a:gd name="connsiteX402" fmla="*/ 4745726 w 8872538"/>
              <a:gd name="connsiteY402" fmla="*/ 989642 h 1038646"/>
              <a:gd name="connsiteX403" fmla="*/ 4833969 w 8872538"/>
              <a:gd name="connsiteY403" fmla="*/ 947279 h 1038646"/>
              <a:gd name="connsiteX404" fmla="*/ 4933242 w 8872538"/>
              <a:gd name="connsiteY404" fmla="*/ 900273 h 1038646"/>
              <a:gd name="connsiteX405" fmla="*/ 5033805 w 8872538"/>
              <a:gd name="connsiteY405" fmla="*/ 947279 h 1038646"/>
              <a:gd name="connsiteX406" fmla="*/ 5120999 w 8872538"/>
              <a:gd name="connsiteY406" fmla="*/ 989642 h 1038646"/>
              <a:gd name="connsiteX407" fmla="*/ 5209242 w 8872538"/>
              <a:gd name="connsiteY407" fmla="*/ 947279 h 1038646"/>
              <a:gd name="connsiteX408" fmla="*/ 5308516 w 8872538"/>
              <a:gd name="connsiteY408" fmla="*/ 900273 h 1038646"/>
              <a:gd name="connsiteX409" fmla="*/ 5408950 w 8872538"/>
              <a:gd name="connsiteY409" fmla="*/ 947279 h 1038646"/>
              <a:gd name="connsiteX410" fmla="*/ 5496033 w 8872538"/>
              <a:gd name="connsiteY410" fmla="*/ 989642 h 1038646"/>
              <a:gd name="connsiteX411" fmla="*/ 5584276 w 8872538"/>
              <a:gd name="connsiteY411" fmla="*/ 947279 h 1038646"/>
              <a:gd name="connsiteX412" fmla="*/ 5683550 w 8872538"/>
              <a:gd name="connsiteY412" fmla="*/ 900273 h 1038646"/>
              <a:gd name="connsiteX413" fmla="*/ 5784113 w 8872538"/>
              <a:gd name="connsiteY413" fmla="*/ 947279 h 1038646"/>
              <a:gd name="connsiteX414" fmla="*/ 5871307 w 8872538"/>
              <a:gd name="connsiteY414" fmla="*/ 989642 h 1038646"/>
              <a:gd name="connsiteX415" fmla="*/ 5958970 w 8872538"/>
              <a:gd name="connsiteY415" fmla="*/ 947279 h 1038646"/>
              <a:gd name="connsiteX416" fmla="*/ 6058824 w 8872538"/>
              <a:gd name="connsiteY416" fmla="*/ 900273 h 1038646"/>
              <a:gd name="connsiteX417" fmla="*/ 6159258 w 8872538"/>
              <a:gd name="connsiteY417" fmla="*/ 947279 h 1038646"/>
              <a:gd name="connsiteX418" fmla="*/ 6246341 w 8872538"/>
              <a:gd name="connsiteY418" fmla="*/ 989642 h 1038646"/>
              <a:gd name="connsiteX419" fmla="*/ 6334116 w 8872538"/>
              <a:gd name="connsiteY419" fmla="*/ 947279 h 1038646"/>
              <a:gd name="connsiteX420" fmla="*/ 6434098 w 8872538"/>
              <a:gd name="connsiteY420" fmla="*/ 900273 h 1038646"/>
              <a:gd name="connsiteX421" fmla="*/ 6534533 w 8872538"/>
              <a:gd name="connsiteY421" fmla="*/ 947279 h 1038646"/>
              <a:gd name="connsiteX422" fmla="*/ 6621614 w 8872538"/>
              <a:gd name="connsiteY422" fmla="*/ 989642 h 1038646"/>
              <a:gd name="connsiteX423" fmla="*/ 6709278 w 8872538"/>
              <a:gd name="connsiteY423" fmla="*/ 947279 h 1038646"/>
              <a:gd name="connsiteX424" fmla="*/ 6809131 w 8872538"/>
              <a:gd name="connsiteY424" fmla="*/ 900273 h 1038646"/>
              <a:gd name="connsiteX425" fmla="*/ 6909565 w 8872538"/>
              <a:gd name="connsiteY425" fmla="*/ 947279 h 1038646"/>
              <a:gd name="connsiteX426" fmla="*/ 6996648 w 8872538"/>
              <a:gd name="connsiteY426" fmla="*/ 989642 h 1038646"/>
              <a:gd name="connsiteX427" fmla="*/ 7084424 w 8872538"/>
              <a:gd name="connsiteY427" fmla="*/ 947279 h 1038646"/>
              <a:gd name="connsiteX428" fmla="*/ 7184405 w 8872538"/>
              <a:gd name="connsiteY428" fmla="*/ 900273 h 1038646"/>
              <a:gd name="connsiteX429" fmla="*/ 7284840 w 8872538"/>
              <a:gd name="connsiteY429" fmla="*/ 947279 h 1038646"/>
              <a:gd name="connsiteX430" fmla="*/ 7371922 w 8872538"/>
              <a:gd name="connsiteY430" fmla="*/ 989642 h 1038646"/>
              <a:gd name="connsiteX431" fmla="*/ 7459586 w 8872538"/>
              <a:gd name="connsiteY431" fmla="*/ 947279 h 1038646"/>
              <a:gd name="connsiteX432" fmla="*/ 7559439 w 8872538"/>
              <a:gd name="connsiteY432" fmla="*/ 900273 h 1038646"/>
              <a:gd name="connsiteX433" fmla="*/ 7659873 w 8872538"/>
              <a:gd name="connsiteY433" fmla="*/ 947279 h 1038646"/>
              <a:gd name="connsiteX434" fmla="*/ 7746956 w 8872538"/>
              <a:gd name="connsiteY434" fmla="*/ 989642 h 1038646"/>
              <a:gd name="connsiteX435" fmla="*/ 7834731 w 8872538"/>
              <a:gd name="connsiteY435" fmla="*/ 947279 h 1038646"/>
              <a:gd name="connsiteX436" fmla="*/ 7934713 w 8872538"/>
              <a:gd name="connsiteY436" fmla="*/ 900273 h 1038646"/>
              <a:gd name="connsiteX437" fmla="*/ 8035148 w 8872538"/>
              <a:gd name="connsiteY437" fmla="*/ 947279 h 1038646"/>
              <a:gd name="connsiteX438" fmla="*/ 8122230 w 8872538"/>
              <a:gd name="connsiteY438" fmla="*/ 989642 h 1038646"/>
              <a:gd name="connsiteX439" fmla="*/ 8209893 w 8872538"/>
              <a:gd name="connsiteY439" fmla="*/ 947279 h 1038646"/>
              <a:gd name="connsiteX440" fmla="*/ 8309747 w 8872538"/>
              <a:gd name="connsiteY440" fmla="*/ 900273 h 1038646"/>
              <a:gd name="connsiteX441" fmla="*/ 8409601 w 8872538"/>
              <a:gd name="connsiteY441" fmla="*/ 947279 h 1038646"/>
              <a:gd name="connsiteX442" fmla="*/ 8497264 w 8872538"/>
              <a:gd name="connsiteY442" fmla="*/ 989642 h 1038646"/>
              <a:gd name="connsiteX443" fmla="*/ 8585039 w 8872538"/>
              <a:gd name="connsiteY443" fmla="*/ 947279 h 1038646"/>
              <a:gd name="connsiteX444" fmla="*/ 8685021 w 8872538"/>
              <a:gd name="connsiteY444" fmla="*/ 900273 h 1038646"/>
              <a:gd name="connsiteX445" fmla="*/ 8784875 w 8872538"/>
              <a:gd name="connsiteY445" fmla="*/ 947279 h 1038646"/>
              <a:gd name="connsiteX446" fmla="*/ 8872538 w 8872538"/>
              <a:gd name="connsiteY446" fmla="*/ 989642 h 1038646"/>
              <a:gd name="connsiteX447" fmla="*/ 8872538 w 8872538"/>
              <a:gd name="connsiteY447" fmla="*/ 1007632 h 1038646"/>
              <a:gd name="connsiteX448" fmla="*/ 8772684 w 8872538"/>
              <a:gd name="connsiteY448" fmla="*/ 960626 h 1038646"/>
              <a:gd name="connsiteX449" fmla="*/ 8685021 w 8872538"/>
              <a:gd name="connsiteY449" fmla="*/ 918263 h 1038646"/>
              <a:gd name="connsiteX450" fmla="*/ 8597246 w 8872538"/>
              <a:gd name="connsiteY450" fmla="*/ 960626 h 1038646"/>
              <a:gd name="connsiteX451" fmla="*/ 8497264 w 8872538"/>
              <a:gd name="connsiteY451" fmla="*/ 1007632 h 1038646"/>
              <a:gd name="connsiteX452" fmla="*/ 8397409 w 8872538"/>
              <a:gd name="connsiteY452" fmla="*/ 960626 h 1038646"/>
              <a:gd name="connsiteX453" fmla="*/ 8309747 w 8872538"/>
              <a:gd name="connsiteY453" fmla="*/ 918263 h 1038646"/>
              <a:gd name="connsiteX454" fmla="*/ 8222084 w 8872538"/>
              <a:gd name="connsiteY454" fmla="*/ 960626 h 1038646"/>
              <a:gd name="connsiteX455" fmla="*/ 8122230 w 8872538"/>
              <a:gd name="connsiteY455" fmla="*/ 1007632 h 1038646"/>
              <a:gd name="connsiteX456" fmla="*/ 8022377 w 8872538"/>
              <a:gd name="connsiteY456" fmla="*/ 960626 h 1038646"/>
              <a:gd name="connsiteX457" fmla="*/ 7934713 w 8872538"/>
              <a:gd name="connsiteY457" fmla="*/ 918263 h 1038646"/>
              <a:gd name="connsiteX458" fmla="*/ 7847519 w 8872538"/>
              <a:gd name="connsiteY458" fmla="*/ 960626 h 1038646"/>
              <a:gd name="connsiteX459" fmla="*/ 7746956 w 8872538"/>
              <a:gd name="connsiteY459" fmla="*/ 1007632 h 1038646"/>
              <a:gd name="connsiteX460" fmla="*/ 7647102 w 8872538"/>
              <a:gd name="connsiteY460" fmla="*/ 960626 h 1038646"/>
              <a:gd name="connsiteX461" fmla="*/ 7559439 w 8872538"/>
              <a:gd name="connsiteY461" fmla="*/ 918263 h 1038646"/>
              <a:gd name="connsiteX462" fmla="*/ 7472357 w 8872538"/>
              <a:gd name="connsiteY462" fmla="*/ 960626 h 1038646"/>
              <a:gd name="connsiteX463" fmla="*/ 7371922 w 8872538"/>
              <a:gd name="connsiteY463" fmla="*/ 1007632 h 1038646"/>
              <a:gd name="connsiteX464" fmla="*/ 7272069 w 8872538"/>
              <a:gd name="connsiteY464" fmla="*/ 960626 h 1038646"/>
              <a:gd name="connsiteX465" fmla="*/ 7184405 w 8872538"/>
              <a:gd name="connsiteY465" fmla="*/ 918263 h 1038646"/>
              <a:gd name="connsiteX466" fmla="*/ 7097212 w 8872538"/>
              <a:gd name="connsiteY466" fmla="*/ 960626 h 1038646"/>
              <a:gd name="connsiteX467" fmla="*/ 6996648 w 8872538"/>
              <a:gd name="connsiteY467" fmla="*/ 1007632 h 1038646"/>
              <a:gd name="connsiteX468" fmla="*/ 6896794 w 8872538"/>
              <a:gd name="connsiteY468" fmla="*/ 960626 h 1038646"/>
              <a:gd name="connsiteX469" fmla="*/ 6809131 w 8872538"/>
              <a:gd name="connsiteY469" fmla="*/ 918263 h 1038646"/>
              <a:gd name="connsiteX470" fmla="*/ 6722050 w 8872538"/>
              <a:gd name="connsiteY470" fmla="*/ 960626 h 1038646"/>
              <a:gd name="connsiteX471" fmla="*/ 6621614 w 8872538"/>
              <a:gd name="connsiteY471" fmla="*/ 1007632 h 1038646"/>
              <a:gd name="connsiteX472" fmla="*/ 6521761 w 8872538"/>
              <a:gd name="connsiteY472" fmla="*/ 960626 h 1038646"/>
              <a:gd name="connsiteX473" fmla="*/ 6434098 w 8872538"/>
              <a:gd name="connsiteY473" fmla="*/ 918263 h 1038646"/>
              <a:gd name="connsiteX474" fmla="*/ 6346904 w 8872538"/>
              <a:gd name="connsiteY474" fmla="*/ 960626 h 1038646"/>
              <a:gd name="connsiteX475" fmla="*/ 6246341 w 8872538"/>
              <a:gd name="connsiteY475" fmla="*/ 1007632 h 1038646"/>
              <a:gd name="connsiteX476" fmla="*/ 6146486 w 8872538"/>
              <a:gd name="connsiteY476" fmla="*/ 960626 h 1038646"/>
              <a:gd name="connsiteX477" fmla="*/ 6058824 w 8872538"/>
              <a:gd name="connsiteY477" fmla="*/ 918263 h 1038646"/>
              <a:gd name="connsiteX478" fmla="*/ 5971742 w 8872538"/>
              <a:gd name="connsiteY478" fmla="*/ 960626 h 1038646"/>
              <a:gd name="connsiteX479" fmla="*/ 5871307 w 8872538"/>
              <a:gd name="connsiteY479" fmla="*/ 1007632 h 1038646"/>
              <a:gd name="connsiteX480" fmla="*/ 5771325 w 8872538"/>
              <a:gd name="connsiteY480" fmla="*/ 960626 h 1038646"/>
              <a:gd name="connsiteX481" fmla="*/ 5683550 w 8872538"/>
              <a:gd name="connsiteY481" fmla="*/ 918263 h 1038646"/>
              <a:gd name="connsiteX482" fmla="*/ 5596467 w 8872538"/>
              <a:gd name="connsiteY482" fmla="*/ 960626 h 1038646"/>
              <a:gd name="connsiteX483" fmla="*/ 5496033 w 8872538"/>
              <a:gd name="connsiteY483" fmla="*/ 1007632 h 1038646"/>
              <a:gd name="connsiteX484" fmla="*/ 5396759 w 8872538"/>
              <a:gd name="connsiteY484" fmla="*/ 960626 h 1038646"/>
              <a:gd name="connsiteX485" fmla="*/ 5308516 w 8872538"/>
              <a:gd name="connsiteY485" fmla="*/ 918263 h 1038646"/>
              <a:gd name="connsiteX486" fmla="*/ 5221434 w 8872538"/>
              <a:gd name="connsiteY486" fmla="*/ 960626 h 1038646"/>
              <a:gd name="connsiteX487" fmla="*/ 5120999 w 8872538"/>
              <a:gd name="connsiteY487" fmla="*/ 1007632 h 1038646"/>
              <a:gd name="connsiteX488" fmla="*/ 5021598 w 8872538"/>
              <a:gd name="connsiteY488" fmla="*/ 960626 h 1038646"/>
              <a:gd name="connsiteX489" fmla="*/ 4933242 w 8872538"/>
              <a:gd name="connsiteY489" fmla="*/ 918263 h 1038646"/>
              <a:gd name="connsiteX490" fmla="*/ 4846160 w 8872538"/>
              <a:gd name="connsiteY490" fmla="*/ 960626 h 1038646"/>
              <a:gd name="connsiteX491" fmla="*/ 4745726 w 8872538"/>
              <a:gd name="connsiteY491" fmla="*/ 1007632 h 1038646"/>
              <a:gd name="connsiteX492" fmla="*/ 4646452 w 8872538"/>
              <a:gd name="connsiteY492" fmla="*/ 960626 h 1038646"/>
              <a:gd name="connsiteX493" fmla="*/ 4558209 w 8872538"/>
              <a:gd name="connsiteY493" fmla="*/ 918263 h 1038646"/>
              <a:gd name="connsiteX494" fmla="*/ 4471126 w 8872538"/>
              <a:gd name="connsiteY494" fmla="*/ 960626 h 1038646"/>
              <a:gd name="connsiteX495" fmla="*/ 4370692 w 8872538"/>
              <a:gd name="connsiteY495" fmla="*/ 1007632 h 1038646"/>
              <a:gd name="connsiteX496" fmla="*/ 4271291 w 8872538"/>
              <a:gd name="connsiteY496" fmla="*/ 960626 h 1038646"/>
              <a:gd name="connsiteX497" fmla="*/ 4182934 w 8872538"/>
              <a:gd name="connsiteY497" fmla="*/ 918263 h 1038646"/>
              <a:gd name="connsiteX498" fmla="*/ 4095853 w 8872538"/>
              <a:gd name="connsiteY498" fmla="*/ 960626 h 1038646"/>
              <a:gd name="connsiteX499" fmla="*/ 3995418 w 8872538"/>
              <a:gd name="connsiteY499" fmla="*/ 1007632 h 1038646"/>
              <a:gd name="connsiteX500" fmla="*/ 3896144 w 8872538"/>
              <a:gd name="connsiteY500" fmla="*/ 960626 h 1038646"/>
              <a:gd name="connsiteX501" fmla="*/ 3807901 w 8872538"/>
              <a:gd name="connsiteY501" fmla="*/ 918263 h 1038646"/>
              <a:gd name="connsiteX502" fmla="*/ 3720819 w 8872538"/>
              <a:gd name="connsiteY502" fmla="*/ 960626 h 1038646"/>
              <a:gd name="connsiteX503" fmla="*/ 3620384 w 8872538"/>
              <a:gd name="connsiteY503" fmla="*/ 1007632 h 1038646"/>
              <a:gd name="connsiteX504" fmla="*/ 3520983 w 8872538"/>
              <a:gd name="connsiteY504" fmla="*/ 960626 h 1038646"/>
              <a:gd name="connsiteX505" fmla="*/ 3432627 w 8872538"/>
              <a:gd name="connsiteY505" fmla="*/ 918263 h 1038646"/>
              <a:gd name="connsiteX506" fmla="*/ 3345545 w 8872538"/>
              <a:gd name="connsiteY506" fmla="*/ 960626 h 1038646"/>
              <a:gd name="connsiteX507" fmla="*/ 3245110 w 8872538"/>
              <a:gd name="connsiteY507" fmla="*/ 1007632 h 1038646"/>
              <a:gd name="connsiteX508" fmla="*/ 3145784 w 8872538"/>
              <a:gd name="connsiteY508" fmla="*/ 960626 h 1038646"/>
              <a:gd name="connsiteX509" fmla="*/ 3058075 w 8872538"/>
              <a:gd name="connsiteY509" fmla="*/ 918263 h 1038646"/>
              <a:gd name="connsiteX510" fmla="*/ 2970412 w 8872538"/>
              <a:gd name="connsiteY510" fmla="*/ 960626 h 1038646"/>
              <a:gd name="connsiteX511" fmla="*/ 2870558 w 8872538"/>
              <a:gd name="connsiteY511" fmla="*/ 1007632 h 1038646"/>
              <a:gd name="connsiteX512" fmla="*/ 2870035 w 8872538"/>
              <a:gd name="connsiteY512" fmla="*/ 1007616 h 1038646"/>
              <a:gd name="connsiteX513" fmla="*/ 2870035 w 8872538"/>
              <a:gd name="connsiteY513" fmla="*/ 1007632 h 1038646"/>
              <a:gd name="connsiteX514" fmla="*/ 2770337 w 8872538"/>
              <a:gd name="connsiteY514" fmla="*/ 960626 h 1038646"/>
              <a:gd name="connsiteX515" fmla="*/ 2730003 w 8872538"/>
              <a:gd name="connsiteY515" fmla="*/ 928851 h 1038646"/>
              <a:gd name="connsiteX516" fmla="*/ 2720530 w 8872538"/>
              <a:gd name="connsiteY516" fmla="*/ 924673 h 1038646"/>
              <a:gd name="connsiteX517" fmla="*/ 2719453 w 8872538"/>
              <a:gd name="connsiteY517" fmla="*/ 924312 h 1038646"/>
              <a:gd name="connsiteX518" fmla="*/ 2709801 w 8872538"/>
              <a:gd name="connsiteY518" fmla="*/ 921347 h 1038646"/>
              <a:gd name="connsiteX519" fmla="*/ 2707399 w 8872538"/>
              <a:gd name="connsiteY519" fmla="*/ 920892 h 1038646"/>
              <a:gd name="connsiteX520" fmla="*/ 2697823 w 8872538"/>
              <a:gd name="connsiteY520" fmla="*/ 919155 h 1038646"/>
              <a:gd name="connsiteX521" fmla="*/ 2682674 w 8872538"/>
              <a:gd name="connsiteY521" fmla="*/ 918263 h 1038646"/>
              <a:gd name="connsiteX522" fmla="*/ 2667530 w 8872538"/>
              <a:gd name="connsiteY522" fmla="*/ 919155 h 1038646"/>
              <a:gd name="connsiteX523" fmla="*/ 2594899 w 8872538"/>
              <a:gd name="connsiteY523" fmla="*/ 960626 h 1038646"/>
              <a:gd name="connsiteX524" fmla="*/ 2504118 w 8872538"/>
              <a:gd name="connsiteY524" fmla="*/ 1007353 h 1038646"/>
              <a:gd name="connsiteX525" fmla="*/ 2494917 w 8872538"/>
              <a:gd name="connsiteY525" fmla="*/ 1007632 h 1038646"/>
              <a:gd name="connsiteX526" fmla="*/ 2485734 w 8872538"/>
              <a:gd name="connsiteY526" fmla="*/ 1007346 h 1038646"/>
              <a:gd name="connsiteX527" fmla="*/ 2395063 w 8872538"/>
              <a:gd name="connsiteY527" fmla="*/ 960626 h 1038646"/>
              <a:gd name="connsiteX528" fmla="*/ 2322549 w 8872538"/>
              <a:gd name="connsiteY528" fmla="*/ 919155 h 1038646"/>
              <a:gd name="connsiteX529" fmla="*/ 2307400 w 8872538"/>
              <a:gd name="connsiteY529" fmla="*/ 918263 h 1038646"/>
              <a:gd name="connsiteX530" fmla="*/ 2292276 w 8872538"/>
              <a:gd name="connsiteY530" fmla="*/ 919155 h 1038646"/>
              <a:gd name="connsiteX531" fmla="*/ 2219738 w 8872538"/>
              <a:gd name="connsiteY531" fmla="*/ 960626 h 1038646"/>
              <a:gd name="connsiteX532" fmla="*/ 2129073 w 8872538"/>
              <a:gd name="connsiteY532" fmla="*/ 1007353 h 1038646"/>
              <a:gd name="connsiteX533" fmla="*/ 2119884 w 8872538"/>
              <a:gd name="connsiteY533" fmla="*/ 1007632 h 1038646"/>
              <a:gd name="connsiteX534" fmla="*/ 2110701 w 8872538"/>
              <a:gd name="connsiteY534" fmla="*/ 1007346 h 1038646"/>
              <a:gd name="connsiteX535" fmla="*/ 2020030 w 8872538"/>
              <a:gd name="connsiteY535" fmla="*/ 960626 h 1038646"/>
              <a:gd name="connsiteX536" fmla="*/ 1947516 w 8872538"/>
              <a:gd name="connsiteY536" fmla="*/ 919155 h 1038646"/>
              <a:gd name="connsiteX537" fmla="*/ 1932368 w 8872538"/>
              <a:gd name="connsiteY537" fmla="*/ 918263 h 1038646"/>
              <a:gd name="connsiteX538" fmla="*/ 1917225 w 8872538"/>
              <a:gd name="connsiteY538" fmla="*/ 919155 h 1038646"/>
              <a:gd name="connsiteX539" fmla="*/ 1845174 w 8872538"/>
              <a:gd name="connsiteY539" fmla="*/ 960626 h 1038646"/>
              <a:gd name="connsiteX540" fmla="*/ 1753811 w 8872538"/>
              <a:gd name="connsiteY540" fmla="*/ 1007353 h 1038646"/>
              <a:gd name="connsiteX541" fmla="*/ 1744610 w 8872538"/>
              <a:gd name="connsiteY541" fmla="*/ 1007632 h 1038646"/>
              <a:gd name="connsiteX542" fmla="*/ 1735427 w 8872538"/>
              <a:gd name="connsiteY542" fmla="*/ 1007346 h 1038646"/>
              <a:gd name="connsiteX543" fmla="*/ 1644756 w 8872538"/>
              <a:gd name="connsiteY543" fmla="*/ 960626 h 1038646"/>
              <a:gd name="connsiteX544" fmla="*/ 1572242 w 8872538"/>
              <a:gd name="connsiteY544" fmla="*/ 919155 h 1038646"/>
              <a:gd name="connsiteX545" fmla="*/ 1557093 w 8872538"/>
              <a:gd name="connsiteY545" fmla="*/ 918263 h 1038646"/>
              <a:gd name="connsiteX546" fmla="*/ 1541970 w 8872538"/>
              <a:gd name="connsiteY546" fmla="*/ 919155 h 1038646"/>
              <a:gd name="connsiteX547" fmla="*/ 1470012 w 8872538"/>
              <a:gd name="connsiteY547" fmla="*/ 960626 h 1038646"/>
              <a:gd name="connsiteX548" fmla="*/ 1378767 w 8872538"/>
              <a:gd name="connsiteY548" fmla="*/ 1007353 h 1038646"/>
              <a:gd name="connsiteX549" fmla="*/ 1369577 w 8872538"/>
              <a:gd name="connsiteY549" fmla="*/ 1007632 h 1038646"/>
              <a:gd name="connsiteX550" fmla="*/ 1360394 w 8872538"/>
              <a:gd name="connsiteY550" fmla="*/ 1007346 h 1038646"/>
              <a:gd name="connsiteX551" fmla="*/ 1269723 w 8872538"/>
              <a:gd name="connsiteY551" fmla="*/ 960626 h 1038646"/>
              <a:gd name="connsiteX552" fmla="*/ 1197376 w 8872538"/>
              <a:gd name="connsiteY552" fmla="*/ 919155 h 1038646"/>
              <a:gd name="connsiteX553" fmla="*/ 1182061 w 8872538"/>
              <a:gd name="connsiteY553" fmla="*/ 918263 h 1038646"/>
              <a:gd name="connsiteX554" fmla="*/ 1166917 w 8872538"/>
              <a:gd name="connsiteY554" fmla="*/ 919155 h 1038646"/>
              <a:gd name="connsiteX555" fmla="*/ 1094867 w 8872538"/>
              <a:gd name="connsiteY555" fmla="*/ 960626 h 1038646"/>
              <a:gd name="connsiteX556" fmla="*/ 1003601 w 8872538"/>
              <a:gd name="connsiteY556" fmla="*/ 1007353 h 1038646"/>
              <a:gd name="connsiteX557" fmla="*/ 994303 w 8872538"/>
              <a:gd name="connsiteY557" fmla="*/ 1007632 h 1038646"/>
              <a:gd name="connsiteX558" fmla="*/ 985120 w 8872538"/>
              <a:gd name="connsiteY558" fmla="*/ 1007346 h 1038646"/>
              <a:gd name="connsiteX559" fmla="*/ 894449 w 8872538"/>
              <a:gd name="connsiteY559" fmla="*/ 960626 h 1038646"/>
              <a:gd name="connsiteX560" fmla="*/ 822102 w 8872538"/>
              <a:gd name="connsiteY560" fmla="*/ 919155 h 1038646"/>
              <a:gd name="connsiteX561" fmla="*/ 806786 w 8872538"/>
              <a:gd name="connsiteY561" fmla="*/ 918263 h 1038646"/>
              <a:gd name="connsiteX562" fmla="*/ 791663 w 8872538"/>
              <a:gd name="connsiteY562" fmla="*/ 919155 h 1038646"/>
              <a:gd name="connsiteX563" fmla="*/ 719704 w 8872538"/>
              <a:gd name="connsiteY563" fmla="*/ 960626 h 1038646"/>
              <a:gd name="connsiteX564" fmla="*/ 628555 w 8872538"/>
              <a:gd name="connsiteY564" fmla="*/ 1007353 h 1038646"/>
              <a:gd name="connsiteX565" fmla="*/ 619270 w 8872538"/>
              <a:gd name="connsiteY565" fmla="*/ 1007632 h 1038646"/>
              <a:gd name="connsiteX566" fmla="*/ 610087 w 8872538"/>
              <a:gd name="connsiteY566" fmla="*/ 1007346 h 1038646"/>
              <a:gd name="connsiteX567" fmla="*/ 519416 w 8872538"/>
              <a:gd name="connsiteY567" fmla="*/ 960626 h 1038646"/>
              <a:gd name="connsiteX568" fmla="*/ 447069 w 8872538"/>
              <a:gd name="connsiteY568" fmla="*/ 919155 h 1038646"/>
              <a:gd name="connsiteX569" fmla="*/ 431753 w 8872538"/>
              <a:gd name="connsiteY569" fmla="*/ 918263 h 1038646"/>
              <a:gd name="connsiteX570" fmla="*/ 416610 w 8872538"/>
              <a:gd name="connsiteY570" fmla="*/ 919155 h 1038646"/>
              <a:gd name="connsiteX571" fmla="*/ 344560 w 8872538"/>
              <a:gd name="connsiteY571" fmla="*/ 960626 h 1038646"/>
              <a:gd name="connsiteX572" fmla="*/ 253293 w 8872538"/>
              <a:gd name="connsiteY572" fmla="*/ 1007353 h 1038646"/>
              <a:gd name="connsiteX573" fmla="*/ 243996 w 8872538"/>
              <a:gd name="connsiteY573" fmla="*/ 1007632 h 1038646"/>
              <a:gd name="connsiteX574" fmla="*/ 234813 w 8872538"/>
              <a:gd name="connsiteY574" fmla="*/ 1007346 h 1038646"/>
              <a:gd name="connsiteX575" fmla="*/ 144142 w 8872538"/>
              <a:gd name="connsiteY575" fmla="*/ 960626 h 1038646"/>
              <a:gd name="connsiteX576" fmla="*/ 71795 w 8872538"/>
              <a:gd name="connsiteY576" fmla="*/ 919155 h 1038646"/>
              <a:gd name="connsiteX577" fmla="*/ 56480 w 8872538"/>
              <a:gd name="connsiteY577" fmla="*/ 918263 h 1038646"/>
              <a:gd name="connsiteX578" fmla="*/ 41356 w 8872538"/>
              <a:gd name="connsiteY578" fmla="*/ 919155 h 1038646"/>
              <a:gd name="connsiteX579" fmla="*/ 584 w 8872538"/>
              <a:gd name="connsiteY579" fmla="*/ 933997 h 1038646"/>
              <a:gd name="connsiteX580" fmla="*/ 0 w 8872538"/>
              <a:gd name="connsiteY580" fmla="*/ 934496 h 1038646"/>
              <a:gd name="connsiteX581" fmla="*/ 0 w 8872538"/>
              <a:gd name="connsiteY581" fmla="*/ 915045 h 1038646"/>
              <a:gd name="connsiteX582" fmla="*/ 47296 w 8872538"/>
              <a:gd name="connsiteY582" fmla="*/ 900552 h 1038646"/>
              <a:gd name="connsiteX583" fmla="*/ 56474 w 8872538"/>
              <a:gd name="connsiteY583" fmla="*/ 800136 h 1038646"/>
              <a:gd name="connsiteX584" fmla="*/ 65759 w 8872538"/>
              <a:gd name="connsiteY584" fmla="*/ 800422 h 1038646"/>
              <a:gd name="connsiteX585" fmla="*/ 156908 w 8872538"/>
              <a:gd name="connsiteY585" fmla="*/ 847784 h 1038646"/>
              <a:gd name="connsiteX586" fmla="*/ 228867 w 8872538"/>
              <a:gd name="connsiteY586" fmla="*/ 889286 h 1038646"/>
              <a:gd name="connsiteX587" fmla="*/ 243990 w 8872538"/>
              <a:gd name="connsiteY587" fmla="*/ 890203 h 1038646"/>
              <a:gd name="connsiteX588" fmla="*/ 259325 w 8872538"/>
              <a:gd name="connsiteY588" fmla="*/ 889286 h 1038646"/>
              <a:gd name="connsiteX589" fmla="*/ 331765 w 8872538"/>
              <a:gd name="connsiteY589" fmla="*/ 847784 h 1038646"/>
              <a:gd name="connsiteX590" fmla="*/ 422552 w 8872538"/>
              <a:gd name="connsiteY590" fmla="*/ 800422 h 1038646"/>
              <a:gd name="connsiteX591" fmla="*/ 431747 w 8872538"/>
              <a:gd name="connsiteY591" fmla="*/ 800136 h 1038646"/>
              <a:gd name="connsiteX592" fmla="*/ 441033 w 8872538"/>
              <a:gd name="connsiteY592" fmla="*/ 800422 h 1038646"/>
              <a:gd name="connsiteX593" fmla="*/ 532182 w 8872538"/>
              <a:gd name="connsiteY593" fmla="*/ 847784 h 1038646"/>
              <a:gd name="connsiteX594" fmla="*/ 604140 w 8872538"/>
              <a:gd name="connsiteY594" fmla="*/ 889286 h 1038646"/>
              <a:gd name="connsiteX595" fmla="*/ 619264 w 8872538"/>
              <a:gd name="connsiteY595" fmla="*/ 890203 h 1038646"/>
              <a:gd name="connsiteX596" fmla="*/ 634579 w 8872538"/>
              <a:gd name="connsiteY596" fmla="*/ 889286 h 1038646"/>
              <a:gd name="connsiteX597" fmla="*/ 706927 w 8872538"/>
              <a:gd name="connsiteY597" fmla="*/ 847784 h 1038646"/>
              <a:gd name="connsiteX598" fmla="*/ 797597 w 8872538"/>
              <a:gd name="connsiteY598" fmla="*/ 800422 h 1038646"/>
              <a:gd name="connsiteX599" fmla="*/ 806781 w 8872538"/>
              <a:gd name="connsiteY599" fmla="*/ 800136 h 1038646"/>
              <a:gd name="connsiteX600" fmla="*/ 816066 w 8872538"/>
              <a:gd name="connsiteY600" fmla="*/ 800422 h 1038646"/>
              <a:gd name="connsiteX601" fmla="*/ 907215 w 8872538"/>
              <a:gd name="connsiteY601" fmla="*/ 847784 h 1038646"/>
              <a:gd name="connsiteX602" fmla="*/ 979174 w 8872538"/>
              <a:gd name="connsiteY602" fmla="*/ 889286 h 1038646"/>
              <a:gd name="connsiteX603" fmla="*/ 994297 w 8872538"/>
              <a:gd name="connsiteY603" fmla="*/ 890203 h 1038646"/>
              <a:gd name="connsiteX604" fmla="*/ 1009632 w 8872538"/>
              <a:gd name="connsiteY604" fmla="*/ 889286 h 1038646"/>
              <a:gd name="connsiteX605" fmla="*/ 1082072 w 8872538"/>
              <a:gd name="connsiteY605" fmla="*/ 847784 h 1038646"/>
              <a:gd name="connsiteX606" fmla="*/ 1172860 w 8872538"/>
              <a:gd name="connsiteY606" fmla="*/ 800422 h 1038646"/>
              <a:gd name="connsiteX607" fmla="*/ 1182054 w 8872538"/>
              <a:gd name="connsiteY607" fmla="*/ 800136 h 1038646"/>
              <a:gd name="connsiteX608" fmla="*/ 1182055 w 8872538"/>
              <a:gd name="connsiteY608" fmla="*/ 800136 h 1038646"/>
              <a:gd name="connsiteX609" fmla="*/ 1191340 w 8872538"/>
              <a:gd name="connsiteY609" fmla="*/ 800422 h 1038646"/>
              <a:gd name="connsiteX610" fmla="*/ 1282489 w 8872538"/>
              <a:gd name="connsiteY610" fmla="*/ 847784 h 1038646"/>
              <a:gd name="connsiteX611" fmla="*/ 1354447 w 8872538"/>
              <a:gd name="connsiteY611" fmla="*/ 889286 h 1038646"/>
              <a:gd name="connsiteX612" fmla="*/ 1369571 w 8872538"/>
              <a:gd name="connsiteY612" fmla="*/ 890203 h 1038646"/>
              <a:gd name="connsiteX613" fmla="*/ 1384720 w 8872538"/>
              <a:gd name="connsiteY613" fmla="*/ 889286 h 1038646"/>
              <a:gd name="connsiteX614" fmla="*/ 1457234 w 8872538"/>
              <a:gd name="connsiteY614" fmla="*/ 847784 h 1038646"/>
              <a:gd name="connsiteX615" fmla="*/ 1547904 w 8872538"/>
              <a:gd name="connsiteY615" fmla="*/ 800422 h 1038646"/>
              <a:gd name="connsiteX616" fmla="*/ 1557087 w 8872538"/>
              <a:gd name="connsiteY616" fmla="*/ 800136 h 1038646"/>
              <a:gd name="connsiteX617" fmla="*/ 1566277 w 8872538"/>
              <a:gd name="connsiteY617" fmla="*/ 800422 h 1038646"/>
              <a:gd name="connsiteX618" fmla="*/ 1657522 w 8872538"/>
              <a:gd name="connsiteY618" fmla="*/ 847784 h 1038646"/>
              <a:gd name="connsiteX619" fmla="*/ 1729481 w 8872538"/>
              <a:gd name="connsiteY619" fmla="*/ 889286 h 1038646"/>
              <a:gd name="connsiteX620" fmla="*/ 1744604 w 8872538"/>
              <a:gd name="connsiteY620" fmla="*/ 890203 h 1038646"/>
              <a:gd name="connsiteX621" fmla="*/ 1759772 w 8872538"/>
              <a:gd name="connsiteY621" fmla="*/ 889286 h 1038646"/>
              <a:gd name="connsiteX622" fmla="*/ 1832379 w 8872538"/>
              <a:gd name="connsiteY622" fmla="*/ 847784 h 1038646"/>
              <a:gd name="connsiteX623" fmla="*/ 1923166 w 8872538"/>
              <a:gd name="connsiteY623" fmla="*/ 800422 h 1038646"/>
              <a:gd name="connsiteX624" fmla="*/ 1932361 w 8872538"/>
              <a:gd name="connsiteY624" fmla="*/ 800136 h 1038646"/>
              <a:gd name="connsiteX625" fmla="*/ 1932362 w 8872538"/>
              <a:gd name="connsiteY625" fmla="*/ 800136 h 1038646"/>
              <a:gd name="connsiteX626" fmla="*/ 1941551 w 8872538"/>
              <a:gd name="connsiteY626" fmla="*/ 800422 h 1038646"/>
              <a:gd name="connsiteX627" fmla="*/ 2032796 w 8872538"/>
              <a:gd name="connsiteY627" fmla="*/ 847784 h 1038646"/>
              <a:gd name="connsiteX628" fmla="*/ 2104754 w 8872538"/>
              <a:gd name="connsiteY628" fmla="*/ 889286 h 1038646"/>
              <a:gd name="connsiteX629" fmla="*/ 2119878 w 8872538"/>
              <a:gd name="connsiteY629" fmla="*/ 890203 h 1038646"/>
              <a:gd name="connsiteX630" fmla="*/ 2135027 w 8872538"/>
              <a:gd name="connsiteY630" fmla="*/ 889286 h 1038646"/>
              <a:gd name="connsiteX631" fmla="*/ 2207541 w 8872538"/>
              <a:gd name="connsiteY631" fmla="*/ 847784 h 1038646"/>
              <a:gd name="connsiteX632" fmla="*/ 2298211 w 8872538"/>
              <a:gd name="connsiteY632" fmla="*/ 800422 h 1038646"/>
              <a:gd name="connsiteX633" fmla="*/ 2307394 w 8872538"/>
              <a:gd name="connsiteY633" fmla="*/ 800136 h 1038646"/>
              <a:gd name="connsiteX634" fmla="*/ 2307395 w 8872538"/>
              <a:gd name="connsiteY634" fmla="*/ 800136 h 1038646"/>
              <a:gd name="connsiteX635" fmla="*/ 2316584 w 8872538"/>
              <a:gd name="connsiteY635" fmla="*/ 800422 h 1038646"/>
              <a:gd name="connsiteX636" fmla="*/ 2407249 w 8872538"/>
              <a:gd name="connsiteY636" fmla="*/ 847784 h 1038646"/>
              <a:gd name="connsiteX637" fmla="*/ 2479786 w 8872538"/>
              <a:gd name="connsiteY637" fmla="*/ 889286 h 1038646"/>
              <a:gd name="connsiteX638" fmla="*/ 2494911 w 8872538"/>
              <a:gd name="connsiteY638" fmla="*/ 890203 h 1038646"/>
              <a:gd name="connsiteX639" fmla="*/ 2510079 w 8872538"/>
              <a:gd name="connsiteY639" fmla="*/ 889286 h 1038646"/>
              <a:gd name="connsiteX640" fmla="*/ 2582686 w 8872538"/>
              <a:gd name="connsiteY640" fmla="*/ 847784 h 1038646"/>
              <a:gd name="connsiteX641" fmla="*/ 2673473 w 8872538"/>
              <a:gd name="connsiteY641" fmla="*/ 800422 h 1038646"/>
              <a:gd name="connsiteX642" fmla="*/ 2682668 w 8872538"/>
              <a:gd name="connsiteY642" fmla="*/ 800136 h 1038646"/>
              <a:gd name="connsiteX643" fmla="*/ 2682669 w 8872538"/>
              <a:gd name="connsiteY643" fmla="*/ 800136 h 1038646"/>
              <a:gd name="connsiteX644" fmla="*/ 2683095 w 8872538"/>
              <a:gd name="connsiteY644" fmla="*/ 800149 h 1038646"/>
              <a:gd name="connsiteX645" fmla="*/ 2683095 w 8872538"/>
              <a:gd name="connsiteY645" fmla="*/ 800136 h 1038646"/>
              <a:gd name="connsiteX646" fmla="*/ 2700935 w 8872538"/>
              <a:gd name="connsiteY646" fmla="*/ 801254 h 1038646"/>
              <a:gd name="connsiteX647" fmla="*/ 2705052 w 8872538"/>
              <a:gd name="connsiteY647" fmla="*/ 802072 h 1038646"/>
              <a:gd name="connsiteX648" fmla="*/ 2707657 w 8872538"/>
              <a:gd name="connsiteY648" fmla="*/ 802398 h 1038646"/>
              <a:gd name="connsiteX649" fmla="*/ 2710931 w 8872538"/>
              <a:gd name="connsiteY649" fmla="*/ 803240 h 1038646"/>
              <a:gd name="connsiteX650" fmla="*/ 2716739 w 8872538"/>
              <a:gd name="connsiteY650" fmla="*/ 804394 h 1038646"/>
              <a:gd name="connsiteX651" fmla="*/ 2720607 w 8872538"/>
              <a:gd name="connsiteY651" fmla="*/ 805730 h 1038646"/>
              <a:gd name="connsiteX652" fmla="*/ 2721765 w 8872538"/>
              <a:gd name="connsiteY652" fmla="*/ 806028 h 1038646"/>
              <a:gd name="connsiteX653" fmla="*/ 2723708 w 8872538"/>
              <a:gd name="connsiteY653" fmla="*/ 806801 h 1038646"/>
              <a:gd name="connsiteX654" fmla="*/ 2730762 w 8872538"/>
              <a:gd name="connsiteY654" fmla="*/ 809237 h 1038646"/>
              <a:gd name="connsiteX655" fmla="*/ 2782896 w 8872538"/>
              <a:gd name="connsiteY655" fmla="*/ 847784 h 1038646"/>
              <a:gd name="connsiteX656" fmla="*/ 2870558 w 8872538"/>
              <a:gd name="connsiteY656" fmla="*/ 890203 h 1038646"/>
              <a:gd name="connsiteX657" fmla="*/ 2958221 w 8872538"/>
              <a:gd name="connsiteY657" fmla="*/ 847784 h 1038646"/>
              <a:gd name="connsiteX658" fmla="*/ 3058075 w 8872538"/>
              <a:gd name="connsiteY658" fmla="*/ 800136 h 1038646"/>
              <a:gd name="connsiteX659" fmla="*/ 3157982 w 8872538"/>
              <a:gd name="connsiteY659" fmla="*/ 847784 h 1038646"/>
              <a:gd name="connsiteX660" fmla="*/ 3245110 w 8872538"/>
              <a:gd name="connsiteY660" fmla="*/ 890203 h 1038646"/>
              <a:gd name="connsiteX661" fmla="*/ 3333353 w 8872538"/>
              <a:gd name="connsiteY661" fmla="*/ 847784 h 1038646"/>
              <a:gd name="connsiteX662" fmla="*/ 3432627 w 8872538"/>
              <a:gd name="connsiteY662" fmla="*/ 800136 h 1038646"/>
              <a:gd name="connsiteX663" fmla="*/ 3533191 w 8872538"/>
              <a:gd name="connsiteY663" fmla="*/ 847784 h 1038646"/>
              <a:gd name="connsiteX664" fmla="*/ 3620384 w 8872538"/>
              <a:gd name="connsiteY664" fmla="*/ 890203 h 1038646"/>
              <a:gd name="connsiteX665" fmla="*/ 3708627 w 8872538"/>
              <a:gd name="connsiteY665" fmla="*/ 847784 h 1038646"/>
              <a:gd name="connsiteX666" fmla="*/ 3807901 w 8872538"/>
              <a:gd name="connsiteY666" fmla="*/ 800136 h 1038646"/>
              <a:gd name="connsiteX667" fmla="*/ 3908336 w 8872538"/>
              <a:gd name="connsiteY667" fmla="*/ 847784 h 1038646"/>
              <a:gd name="connsiteX668" fmla="*/ 3995418 w 8872538"/>
              <a:gd name="connsiteY668" fmla="*/ 890203 h 1038646"/>
              <a:gd name="connsiteX669" fmla="*/ 4083661 w 8872538"/>
              <a:gd name="connsiteY669" fmla="*/ 847784 h 1038646"/>
              <a:gd name="connsiteX670" fmla="*/ 4182934 w 8872538"/>
              <a:gd name="connsiteY670" fmla="*/ 800136 h 1038646"/>
              <a:gd name="connsiteX671" fmla="*/ 4283498 w 8872538"/>
              <a:gd name="connsiteY671" fmla="*/ 847784 h 1038646"/>
              <a:gd name="connsiteX672" fmla="*/ 4370692 w 8872538"/>
              <a:gd name="connsiteY672" fmla="*/ 890203 h 1038646"/>
              <a:gd name="connsiteX673" fmla="*/ 4458935 w 8872538"/>
              <a:gd name="connsiteY673" fmla="*/ 847784 h 1038646"/>
              <a:gd name="connsiteX674" fmla="*/ 4558209 w 8872538"/>
              <a:gd name="connsiteY674" fmla="*/ 800136 h 1038646"/>
              <a:gd name="connsiteX675" fmla="*/ 4658643 w 8872538"/>
              <a:gd name="connsiteY675" fmla="*/ 847784 h 1038646"/>
              <a:gd name="connsiteX676" fmla="*/ 4745726 w 8872538"/>
              <a:gd name="connsiteY676" fmla="*/ 890203 h 1038646"/>
              <a:gd name="connsiteX677" fmla="*/ 4833969 w 8872538"/>
              <a:gd name="connsiteY677" fmla="*/ 847784 h 1038646"/>
              <a:gd name="connsiteX678" fmla="*/ 4933242 w 8872538"/>
              <a:gd name="connsiteY678" fmla="*/ 800136 h 1038646"/>
              <a:gd name="connsiteX679" fmla="*/ 5033805 w 8872538"/>
              <a:gd name="connsiteY679" fmla="*/ 847784 h 1038646"/>
              <a:gd name="connsiteX680" fmla="*/ 5120999 w 8872538"/>
              <a:gd name="connsiteY680" fmla="*/ 890203 h 1038646"/>
              <a:gd name="connsiteX681" fmla="*/ 5209242 w 8872538"/>
              <a:gd name="connsiteY681" fmla="*/ 847784 h 1038646"/>
              <a:gd name="connsiteX682" fmla="*/ 5308516 w 8872538"/>
              <a:gd name="connsiteY682" fmla="*/ 800136 h 1038646"/>
              <a:gd name="connsiteX683" fmla="*/ 5408950 w 8872538"/>
              <a:gd name="connsiteY683" fmla="*/ 847784 h 1038646"/>
              <a:gd name="connsiteX684" fmla="*/ 5496033 w 8872538"/>
              <a:gd name="connsiteY684" fmla="*/ 890203 h 1038646"/>
              <a:gd name="connsiteX685" fmla="*/ 5584276 w 8872538"/>
              <a:gd name="connsiteY685" fmla="*/ 847784 h 1038646"/>
              <a:gd name="connsiteX686" fmla="*/ 5683550 w 8872538"/>
              <a:gd name="connsiteY686" fmla="*/ 800136 h 1038646"/>
              <a:gd name="connsiteX687" fmla="*/ 5784113 w 8872538"/>
              <a:gd name="connsiteY687" fmla="*/ 847784 h 1038646"/>
              <a:gd name="connsiteX688" fmla="*/ 5871307 w 8872538"/>
              <a:gd name="connsiteY688" fmla="*/ 890203 h 1038646"/>
              <a:gd name="connsiteX689" fmla="*/ 5958970 w 8872538"/>
              <a:gd name="connsiteY689" fmla="*/ 847784 h 1038646"/>
              <a:gd name="connsiteX690" fmla="*/ 6058824 w 8872538"/>
              <a:gd name="connsiteY690" fmla="*/ 800136 h 1038646"/>
              <a:gd name="connsiteX691" fmla="*/ 6159258 w 8872538"/>
              <a:gd name="connsiteY691" fmla="*/ 847784 h 1038646"/>
              <a:gd name="connsiteX692" fmla="*/ 6246341 w 8872538"/>
              <a:gd name="connsiteY692" fmla="*/ 890203 h 1038646"/>
              <a:gd name="connsiteX693" fmla="*/ 6334116 w 8872538"/>
              <a:gd name="connsiteY693" fmla="*/ 847784 h 1038646"/>
              <a:gd name="connsiteX694" fmla="*/ 6434098 w 8872538"/>
              <a:gd name="connsiteY694" fmla="*/ 800136 h 1038646"/>
              <a:gd name="connsiteX695" fmla="*/ 6534533 w 8872538"/>
              <a:gd name="connsiteY695" fmla="*/ 847784 h 1038646"/>
              <a:gd name="connsiteX696" fmla="*/ 6621614 w 8872538"/>
              <a:gd name="connsiteY696" fmla="*/ 890203 h 1038646"/>
              <a:gd name="connsiteX697" fmla="*/ 6709278 w 8872538"/>
              <a:gd name="connsiteY697" fmla="*/ 847784 h 1038646"/>
              <a:gd name="connsiteX698" fmla="*/ 6809131 w 8872538"/>
              <a:gd name="connsiteY698" fmla="*/ 800136 h 1038646"/>
              <a:gd name="connsiteX699" fmla="*/ 6909565 w 8872538"/>
              <a:gd name="connsiteY699" fmla="*/ 847784 h 1038646"/>
              <a:gd name="connsiteX700" fmla="*/ 6996648 w 8872538"/>
              <a:gd name="connsiteY700" fmla="*/ 890203 h 1038646"/>
              <a:gd name="connsiteX701" fmla="*/ 7084424 w 8872538"/>
              <a:gd name="connsiteY701" fmla="*/ 847784 h 1038646"/>
              <a:gd name="connsiteX702" fmla="*/ 7184405 w 8872538"/>
              <a:gd name="connsiteY702" fmla="*/ 800136 h 1038646"/>
              <a:gd name="connsiteX703" fmla="*/ 7284840 w 8872538"/>
              <a:gd name="connsiteY703" fmla="*/ 847784 h 1038646"/>
              <a:gd name="connsiteX704" fmla="*/ 7371922 w 8872538"/>
              <a:gd name="connsiteY704" fmla="*/ 890203 h 1038646"/>
              <a:gd name="connsiteX705" fmla="*/ 7459586 w 8872538"/>
              <a:gd name="connsiteY705" fmla="*/ 847784 h 1038646"/>
              <a:gd name="connsiteX706" fmla="*/ 7559439 w 8872538"/>
              <a:gd name="connsiteY706" fmla="*/ 800136 h 1038646"/>
              <a:gd name="connsiteX707" fmla="*/ 7659873 w 8872538"/>
              <a:gd name="connsiteY707" fmla="*/ 847784 h 1038646"/>
              <a:gd name="connsiteX708" fmla="*/ 7746956 w 8872538"/>
              <a:gd name="connsiteY708" fmla="*/ 890203 h 1038646"/>
              <a:gd name="connsiteX709" fmla="*/ 7834731 w 8872538"/>
              <a:gd name="connsiteY709" fmla="*/ 847784 h 1038646"/>
              <a:gd name="connsiteX710" fmla="*/ 7934713 w 8872538"/>
              <a:gd name="connsiteY710" fmla="*/ 800136 h 1038646"/>
              <a:gd name="connsiteX711" fmla="*/ 8035148 w 8872538"/>
              <a:gd name="connsiteY711" fmla="*/ 847784 h 1038646"/>
              <a:gd name="connsiteX712" fmla="*/ 8122230 w 8872538"/>
              <a:gd name="connsiteY712" fmla="*/ 890203 h 1038646"/>
              <a:gd name="connsiteX713" fmla="*/ 8209893 w 8872538"/>
              <a:gd name="connsiteY713" fmla="*/ 847784 h 1038646"/>
              <a:gd name="connsiteX714" fmla="*/ 8309747 w 8872538"/>
              <a:gd name="connsiteY714" fmla="*/ 800136 h 1038646"/>
              <a:gd name="connsiteX715" fmla="*/ 8409601 w 8872538"/>
              <a:gd name="connsiteY715" fmla="*/ 847784 h 1038646"/>
              <a:gd name="connsiteX716" fmla="*/ 8497264 w 8872538"/>
              <a:gd name="connsiteY716" fmla="*/ 890203 h 1038646"/>
              <a:gd name="connsiteX717" fmla="*/ 8585039 w 8872538"/>
              <a:gd name="connsiteY717" fmla="*/ 847784 h 1038646"/>
              <a:gd name="connsiteX718" fmla="*/ 8685021 w 8872538"/>
              <a:gd name="connsiteY718" fmla="*/ 800136 h 1038646"/>
              <a:gd name="connsiteX719" fmla="*/ 8784875 w 8872538"/>
              <a:gd name="connsiteY719" fmla="*/ 847784 h 1038646"/>
              <a:gd name="connsiteX720" fmla="*/ 8872538 w 8872538"/>
              <a:gd name="connsiteY720" fmla="*/ 890203 h 1038646"/>
              <a:gd name="connsiteX721" fmla="*/ 8872538 w 8872538"/>
              <a:gd name="connsiteY721" fmla="*/ 908217 h 1038646"/>
              <a:gd name="connsiteX722" fmla="*/ 8772684 w 8872538"/>
              <a:gd name="connsiteY722" fmla="*/ 860568 h 1038646"/>
              <a:gd name="connsiteX723" fmla="*/ 8685021 w 8872538"/>
              <a:gd name="connsiteY723" fmla="*/ 818149 h 1038646"/>
              <a:gd name="connsiteX724" fmla="*/ 8597246 w 8872538"/>
              <a:gd name="connsiteY724" fmla="*/ 860568 h 1038646"/>
              <a:gd name="connsiteX725" fmla="*/ 8497264 w 8872538"/>
              <a:gd name="connsiteY725" fmla="*/ 908217 h 1038646"/>
              <a:gd name="connsiteX726" fmla="*/ 8397409 w 8872538"/>
              <a:gd name="connsiteY726" fmla="*/ 860568 h 1038646"/>
              <a:gd name="connsiteX727" fmla="*/ 8309747 w 8872538"/>
              <a:gd name="connsiteY727" fmla="*/ 818149 h 1038646"/>
              <a:gd name="connsiteX728" fmla="*/ 8222084 w 8872538"/>
              <a:gd name="connsiteY728" fmla="*/ 860568 h 1038646"/>
              <a:gd name="connsiteX729" fmla="*/ 8122230 w 8872538"/>
              <a:gd name="connsiteY729" fmla="*/ 908217 h 1038646"/>
              <a:gd name="connsiteX730" fmla="*/ 8022377 w 8872538"/>
              <a:gd name="connsiteY730" fmla="*/ 860568 h 1038646"/>
              <a:gd name="connsiteX731" fmla="*/ 7934713 w 8872538"/>
              <a:gd name="connsiteY731" fmla="*/ 818149 h 1038646"/>
              <a:gd name="connsiteX732" fmla="*/ 7847519 w 8872538"/>
              <a:gd name="connsiteY732" fmla="*/ 860568 h 1038646"/>
              <a:gd name="connsiteX733" fmla="*/ 7746956 w 8872538"/>
              <a:gd name="connsiteY733" fmla="*/ 908217 h 1038646"/>
              <a:gd name="connsiteX734" fmla="*/ 7647102 w 8872538"/>
              <a:gd name="connsiteY734" fmla="*/ 860568 h 1038646"/>
              <a:gd name="connsiteX735" fmla="*/ 7559439 w 8872538"/>
              <a:gd name="connsiteY735" fmla="*/ 818149 h 1038646"/>
              <a:gd name="connsiteX736" fmla="*/ 7472357 w 8872538"/>
              <a:gd name="connsiteY736" fmla="*/ 860568 h 1038646"/>
              <a:gd name="connsiteX737" fmla="*/ 7371922 w 8872538"/>
              <a:gd name="connsiteY737" fmla="*/ 908217 h 1038646"/>
              <a:gd name="connsiteX738" fmla="*/ 7272069 w 8872538"/>
              <a:gd name="connsiteY738" fmla="*/ 860568 h 1038646"/>
              <a:gd name="connsiteX739" fmla="*/ 7184405 w 8872538"/>
              <a:gd name="connsiteY739" fmla="*/ 818149 h 1038646"/>
              <a:gd name="connsiteX740" fmla="*/ 7097212 w 8872538"/>
              <a:gd name="connsiteY740" fmla="*/ 860568 h 1038646"/>
              <a:gd name="connsiteX741" fmla="*/ 6996648 w 8872538"/>
              <a:gd name="connsiteY741" fmla="*/ 908217 h 1038646"/>
              <a:gd name="connsiteX742" fmla="*/ 6896794 w 8872538"/>
              <a:gd name="connsiteY742" fmla="*/ 860568 h 1038646"/>
              <a:gd name="connsiteX743" fmla="*/ 6809131 w 8872538"/>
              <a:gd name="connsiteY743" fmla="*/ 818149 h 1038646"/>
              <a:gd name="connsiteX744" fmla="*/ 6722050 w 8872538"/>
              <a:gd name="connsiteY744" fmla="*/ 860568 h 1038646"/>
              <a:gd name="connsiteX745" fmla="*/ 6621614 w 8872538"/>
              <a:gd name="connsiteY745" fmla="*/ 908217 h 1038646"/>
              <a:gd name="connsiteX746" fmla="*/ 6521761 w 8872538"/>
              <a:gd name="connsiteY746" fmla="*/ 860568 h 1038646"/>
              <a:gd name="connsiteX747" fmla="*/ 6434098 w 8872538"/>
              <a:gd name="connsiteY747" fmla="*/ 818149 h 1038646"/>
              <a:gd name="connsiteX748" fmla="*/ 6346904 w 8872538"/>
              <a:gd name="connsiteY748" fmla="*/ 860568 h 1038646"/>
              <a:gd name="connsiteX749" fmla="*/ 6246341 w 8872538"/>
              <a:gd name="connsiteY749" fmla="*/ 908217 h 1038646"/>
              <a:gd name="connsiteX750" fmla="*/ 6146486 w 8872538"/>
              <a:gd name="connsiteY750" fmla="*/ 860568 h 1038646"/>
              <a:gd name="connsiteX751" fmla="*/ 6058824 w 8872538"/>
              <a:gd name="connsiteY751" fmla="*/ 818149 h 1038646"/>
              <a:gd name="connsiteX752" fmla="*/ 5971742 w 8872538"/>
              <a:gd name="connsiteY752" fmla="*/ 860568 h 1038646"/>
              <a:gd name="connsiteX753" fmla="*/ 5871307 w 8872538"/>
              <a:gd name="connsiteY753" fmla="*/ 908217 h 1038646"/>
              <a:gd name="connsiteX754" fmla="*/ 5771325 w 8872538"/>
              <a:gd name="connsiteY754" fmla="*/ 860568 h 1038646"/>
              <a:gd name="connsiteX755" fmla="*/ 5683550 w 8872538"/>
              <a:gd name="connsiteY755" fmla="*/ 818149 h 1038646"/>
              <a:gd name="connsiteX756" fmla="*/ 5596467 w 8872538"/>
              <a:gd name="connsiteY756" fmla="*/ 860568 h 1038646"/>
              <a:gd name="connsiteX757" fmla="*/ 5496033 w 8872538"/>
              <a:gd name="connsiteY757" fmla="*/ 908217 h 1038646"/>
              <a:gd name="connsiteX758" fmla="*/ 5396759 w 8872538"/>
              <a:gd name="connsiteY758" fmla="*/ 860568 h 1038646"/>
              <a:gd name="connsiteX759" fmla="*/ 5308516 w 8872538"/>
              <a:gd name="connsiteY759" fmla="*/ 818149 h 1038646"/>
              <a:gd name="connsiteX760" fmla="*/ 5221434 w 8872538"/>
              <a:gd name="connsiteY760" fmla="*/ 860568 h 1038646"/>
              <a:gd name="connsiteX761" fmla="*/ 5120999 w 8872538"/>
              <a:gd name="connsiteY761" fmla="*/ 908217 h 1038646"/>
              <a:gd name="connsiteX762" fmla="*/ 5021598 w 8872538"/>
              <a:gd name="connsiteY762" fmla="*/ 860568 h 1038646"/>
              <a:gd name="connsiteX763" fmla="*/ 4933242 w 8872538"/>
              <a:gd name="connsiteY763" fmla="*/ 818149 h 1038646"/>
              <a:gd name="connsiteX764" fmla="*/ 4846160 w 8872538"/>
              <a:gd name="connsiteY764" fmla="*/ 860568 h 1038646"/>
              <a:gd name="connsiteX765" fmla="*/ 4745726 w 8872538"/>
              <a:gd name="connsiteY765" fmla="*/ 908217 h 1038646"/>
              <a:gd name="connsiteX766" fmla="*/ 4646452 w 8872538"/>
              <a:gd name="connsiteY766" fmla="*/ 860568 h 1038646"/>
              <a:gd name="connsiteX767" fmla="*/ 4558209 w 8872538"/>
              <a:gd name="connsiteY767" fmla="*/ 818149 h 1038646"/>
              <a:gd name="connsiteX768" fmla="*/ 4471126 w 8872538"/>
              <a:gd name="connsiteY768" fmla="*/ 860568 h 1038646"/>
              <a:gd name="connsiteX769" fmla="*/ 4370692 w 8872538"/>
              <a:gd name="connsiteY769" fmla="*/ 908217 h 1038646"/>
              <a:gd name="connsiteX770" fmla="*/ 4271291 w 8872538"/>
              <a:gd name="connsiteY770" fmla="*/ 860568 h 1038646"/>
              <a:gd name="connsiteX771" fmla="*/ 4182934 w 8872538"/>
              <a:gd name="connsiteY771" fmla="*/ 818149 h 1038646"/>
              <a:gd name="connsiteX772" fmla="*/ 4095853 w 8872538"/>
              <a:gd name="connsiteY772" fmla="*/ 860568 h 1038646"/>
              <a:gd name="connsiteX773" fmla="*/ 3995418 w 8872538"/>
              <a:gd name="connsiteY773" fmla="*/ 908217 h 1038646"/>
              <a:gd name="connsiteX774" fmla="*/ 3896144 w 8872538"/>
              <a:gd name="connsiteY774" fmla="*/ 860568 h 1038646"/>
              <a:gd name="connsiteX775" fmla="*/ 3807901 w 8872538"/>
              <a:gd name="connsiteY775" fmla="*/ 818149 h 1038646"/>
              <a:gd name="connsiteX776" fmla="*/ 3720819 w 8872538"/>
              <a:gd name="connsiteY776" fmla="*/ 860568 h 1038646"/>
              <a:gd name="connsiteX777" fmla="*/ 3620384 w 8872538"/>
              <a:gd name="connsiteY777" fmla="*/ 908217 h 1038646"/>
              <a:gd name="connsiteX778" fmla="*/ 3520983 w 8872538"/>
              <a:gd name="connsiteY778" fmla="*/ 860568 h 1038646"/>
              <a:gd name="connsiteX779" fmla="*/ 3432627 w 8872538"/>
              <a:gd name="connsiteY779" fmla="*/ 818149 h 1038646"/>
              <a:gd name="connsiteX780" fmla="*/ 3345545 w 8872538"/>
              <a:gd name="connsiteY780" fmla="*/ 860568 h 1038646"/>
              <a:gd name="connsiteX781" fmla="*/ 3245110 w 8872538"/>
              <a:gd name="connsiteY781" fmla="*/ 908217 h 1038646"/>
              <a:gd name="connsiteX782" fmla="*/ 3145784 w 8872538"/>
              <a:gd name="connsiteY782" fmla="*/ 860568 h 1038646"/>
              <a:gd name="connsiteX783" fmla="*/ 3058075 w 8872538"/>
              <a:gd name="connsiteY783" fmla="*/ 818149 h 1038646"/>
              <a:gd name="connsiteX784" fmla="*/ 2970412 w 8872538"/>
              <a:gd name="connsiteY784" fmla="*/ 860568 h 1038646"/>
              <a:gd name="connsiteX785" fmla="*/ 2870558 w 8872538"/>
              <a:gd name="connsiteY785" fmla="*/ 908217 h 1038646"/>
              <a:gd name="connsiteX786" fmla="*/ 2870035 w 8872538"/>
              <a:gd name="connsiteY786" fmla="*/ 908201 h 1038646"/>
              <a:gd name="connsiteX787" fmla="*/ 2870035 w 8872538"/>
              <a:gd name="connsiteY787" fmla="*/ 908217 h 1038646"/>
              <a:gd name="connsiteX788" fmla="*/ 2770331 w 8872538"/>
              <a:gd name="connsiteY788" fmla="*/ 860568 h 1038646"/>
              <a:gd name="connsiteX789" fmla="*/ 2729997 w 8872538"/>
              <a:gd name="connsiteY789" fmla="*/ 828947 h 1038646"/>
              <a:gd name="connsiteX790" fmla="*/ 2720508 w 8872538"/>
              <a:gd name="connsiteY790" fmla="*/ 824697 h 1038646"/>
              <a:gd name="connsiteX791" fmla="*/ 2719513 w 8872538"/>
              <a:gd name="connsiteY791" fmla="*/ 824357 h 1038646"/>
              <a:gd name="connsiteX792" fmla="*/ 2709790 w 8872538"/>
              <a:gd name="connsiteY792" fmla="*/ 821310 h 1038646"/>
              <a:gd name="connsiteX793" fmla="*/ 2707472 w 8872538"/>
              <a:gd name="connsiteY793" fmla="*/ 820860 h 1038646"/>
              <a:gd name="connsiteX794" fmla="*/ 2697817 w 8872538"/>
              <a:gd name="connsiteY794" fmla="*/ 819066 h 1038646"/>
              <a:gd name="connsiteX795" fmla="*/ 2682668 w 8872538"/>
              <a:gd name="connsiteY795" fmla="*/ 818149 h 1038646"/>
              <a:gd name="connsiteX796" fmla="*/ 2667524 w 8872538"/>
              <a:gd name="connsiteY796" fmla="*/ 819066 h 1038646"/>
              <a:gd name="connsiteX797" fmla="*/ 2594893 w 8872538"/>
              <a:gd name="connsiteY797" fmla="*/ 860568 h 1038646"/>
              <a:gd name="connsiteX798" fmla="*/ 2504112 w 8872538"/>
              <a:gd name="connsiteY798" fmla="*/ 907931 h 1038646"/>
              <a:gd name="connsiteX799" fmla="*/ 2494911 w 8872538"/>
              <a:gd name="connsiteY799" fmla="*/ 908217 h 1038646"/>
              <a:gd name="connsiteX800" fmla="*/ 2485728 w 8872538"/>
              <a:gd name="connsiteY800" fmla="*/ 907931 h 1038646"/>
              <a:gd name="connsiteX801" fmla="*/ 2395057 w 8872538"/>
              <a:gd name="connsiteY801" fmla="*/ 860568 h 1038646"/>
              <a:gd name="connsiteX802" fmla="*/ 2322543 w 8872538"/>
              <a:gd name="connsiteY802" fmla="*/ 819066 h 1038646"/>
              <a:gd name="connsiteX803" fmla="*/ 2307394 w 8872538"/>
              <a:gd name="connsiteY803" fmla="*/ 818149 h 1038646"/>
              <a:gd name="connsiteX804" fmla="*/ 2292270 w 8872538"/>
              <a:gd name="connsiteY804" fmla="*/ 819066 h 1038646"/>
              <a:gd name="connsiteX805" fmla="*/ 2219732 w 8872538"/>
              <a:gd name="connsiteY805" fmla="*/ 860568 h 1038646"/>
              <a:gd name="connsiteX806" fmla="*/ 2129067 w 8872538"/>
              <a:gd name="connsiteY806" fmla="*/ 907931 h 1038646"/>
              <a:gd name="connsiteX807" fmla="*/ 2119878 w 8872538"/>
              <a:gd name="connsiteY807" fmla="*/ 908217 h 1038646"/>
              <a:gd name="connsiteX808" fmla="*/ 2110695 w 8872538"/>
              <a:gd name="connsiteY808" fmla="*/ 907931 h 1038646"/>
              <a:gd name="connsiteX809" fmla="*/ 2020024 w 8872538"/>
              <a:gd name="connsiteY809" fmla="*/ 860568 h 1038646"/>
              <a:gd name="connsiteX810" fmla="*/ 1947510 w 8872538"/>
              <a:gd name="connsiteY810" fmla="*/ 819066 h 1038646"/>
              <a:gd name="connsiteX811" fmla="*/ 1932362 w 8872538"/>
              <a:gd name="connsiteY811" fmla="*/ 818149 h 1038646"/>
              <a:gd name="connsiteX812" fmla="*/ 1917219 w 8872538"/>
              <a:gd name="connsiteY812" fmla="*/ 819066 h 1038646"/>
              <a:gd name="connsiteX813" fmla="*/ 1845168 w 8872538"/>
              <a:gd name="connsiteY813" fmla="*/ 860568 h 1038646"/>
              <a:gd name="connsiteX814" fmla="*/ 1753805 w 8872538"/>
              <a:gd name="connsiteY814" fmla="*/ 907931 h 1038646"/>
              <a:gd name="connsiteX815" fmla="*/ 1744604 w 8872538"/>
              <a:gd name="connsiteY815" fmla="*/ 908217 h 1038646"/>
              <a:gd name="connsiteX816" fmla="*/ 1735421 w 8872538"/>
              <a:gd name="connsiteY816" fmla="*/ 907931 h 1038646"/>
              <a:gd name="connsiteX817" fmla="*/ 1644750 w 8872538"/>
              <a:gd name="connsiteY817" fmla="*/ 860568 h 1038646"/>
              <a:gd name="connsiteX818" fmla="*/ 1572236 w 8872538"/>
              <a:gd name="connsiteY818" fmla="*/ 819066 h 1038646"/>
              <a:gd name="connsiteX819" fmla="*/ 1557087 w 8872538"/>
              <a:gd name="connsiteY819" fmla="*/ 818149 h 1038646"/>
              <a:gd name="connsiteX820" fmla="*/ 1541964 w 8872538"/>
              <a:gd name="connsiteY820" fmla="*/ 819066 h 1038646"/>
              <a:gd name="connsiteX821" fmla="*/ 1470006 w 8872538"/>
              <a:gd name="connsiteY821" fmla="*/ 860568 h 1038646"/>
              <a:gd name="connsiteX822" fmla="*/ 1378760 w 8872538"/>
              <a:gd name="connsiteY822" fmla="*/ 907931 h 1038646"/>
              <a:gd name="connsiteX823" fmla="*/ 1369571 w 8872538"/>
              <a:gd name="connsiteY823" fmla="*/ 908217 h 1038646"/>
              <a:gd name="connsiteX824" fmla="*/ 1360388 w 8872538"/>
              <a:gd name="connsiteY824" fmla="*/ 907931 h 1038646"/>
              <a:gd name="connsiteX825" fmla="*/ 1269717 w 8872538"/>
              <a:gd name="connsiteY825" fmla="*/ 860568 h 1038646"/>
              <a:gd name="connsiteX826" fmla="*/ 1197370 w 8872538"/>
              <a:gd name="connsiteY826" fmla="*/ 819066 h 1038646"/>
              <a:gd name="connsiteX827" fmla="*/ 1182055 w 8872538"/>
              <a:gd name="connsiteY827" fmla="*/ 818149 h 1038646"/>
              <a:gd name="connsiteX828" fmla="*/ 1166911 w 8872538"/>
              <a:gd name="connsiteY828" fmla="*/ 819066 h 1038646"/>
              <a:gd name="connsiteX829" fmla="*/ 1094861 w 8872538"/>
              <a:gd name="connsiteY829" fmla="*/ 860568 h 1038646"/>
              <a:gd name="connsiteX830" fmla="*/ 1003595 w 8872538"/>
              <a:gd name="connsiteY830" fmla="*/ 907931 h 1038646"/>
              <a:gd name="connsiteX831" fmla="*/ 994297 w 8872538"/>
              <a:gd name="connsiteY831" fmla="*/ 908217 h 1038646"/>
              <a:gd name="connsiteX832" fmla="*/ 985114 w 8872538"/>
              <a:gd name="connsiteY832" fmla="*/ 907931 h 1038646"/>
              <a:gd name="connsiteX833" fmla="*/ 894443 w 8872538"/>
              <a:gd name="connsiteY833" fmla="*/ 860568 h 1038646"/>
              <a:gd name="connsiteX834" fmla="*/ 822096 w 8872538"/>
              <a:gd name="connsiteY834" fmla="*/ 819066 h 1038646"/>
              <a:gd name="connsiteX835" fmla="*/ 806781 w 8872538"/>
              <a:gd name="connsiteY835" fmla="*/ 818149 h 1038646"/>
              <a:gd name="connsiteX836" fmla="*/ 791657 w 8872538"/>
              <a:gd name="connsiteY836" fmla="*/ 819066 h 1038646"/>
              <a:gd name="connsiteX837" fmla="*/ 719699 w 8872538"/>
              <a:gd name="connsiteY837" fmla="*/ 860568 h 1038646"/>
              <a:gd name="connsiteX838" fmla="*/ 628549 w 8872538"/>
              <a:gd name="connsiteY838" fmla="*/ 907931 h 1038646"/>
              <a:gd name="connsiteX839" fmla="*/ 619264 w 8872538"/>
              <a:gd name="connsiteY839" fmla="*/ 908217 h 1038646"/>
              <a:gd name="connsiteX840" fmla="*/ 610081 w 8872538"/>
              <a:gd name="connsiteY840" fmla="*/ 907931 h 1038646"/>
              <a:gd name="connsiteX841" fmla="*/ 519410 w 8872538"/>
              <a:gd name="connsiteY841" fmla="*/ 860568 h 1038646"/>
              <a:gd name="connsiteX842" fmla="*/ 447063 w 8872538"/>
              <a:gd name="connsiteY842" fmla="*/ 819066 h 1038646"/>
              <a:gd name="connsiteX843" fmla="*/ 431747 w 8872538"/>
              <a:gd name="connsiteY843" fmla="*/ 818149 h 1038646"/>
              <a:gd name="connsiteX844" fmla="*/ 416604 w 8872538"/>
              <a:gd name="connsiteY844" fmla="*/ 819066 h 1038646"/>
              <a:gd name="connsiteX845" fmla="*/ 344554 w 8872538"/>
              <a:gd name="connsiteY845" fmla="*/ 860568 h 1038646"/>
              <a:gd name="connsiteX846" fmla="*/ 253288 w 8872538"/>
              <a:gd name="connsiteY846" fmla="*/ 907931 h 1038646"/>
              <a:gd name="connsiteX847" fmla="*/ 243990 w 8872538"/>
              <a:gd name="connsiteY847" fmla="*/ 908217 h 1038646"/>
              <a:gd name="connsiteX848" fmla="*/ 234807 w 8872538"/>
              <a:gd name="connsiteY848" fmla="*/ 907931 h 1038646"/>
              <a:gd name="connsiteX849" fmla="*/ 144136 w 8872538"/>
              <a:gd name="connsiteY849" fmla="*/ 860568 h 1038646"/>
              <a:gd name="connsiteX850" fmla="*/ 71789 w 8872538"/>
              <a:gd name="connsiteY850" fmla="*/ 819066 h 1038646"/>
              <a:gd name="connsiteX851" fmla="*/ 56474 w 8872538"/>
              <a:gd name="connsiteY851" fmla="*/ 818149 h 1038646"/>
              <a:gd name="connsiteX852" fmla="*/ 41350 w 8872538"/>
              <a:gd name="connsiteY852" fmla="*/ 819066 h 1038646"/>
              <a:gd name="connsiteX853" fmla="*/ 579 w 8872538"/>
              <a:gd name="connsiteY853" fmla="*/ 834145 h 1038646"/>
              <a:gd name="connsiteX854" fmla="*/ 0 w 8872538"/>
              <a:gd name="connsiteY854" fmla="*/ 834635 h 1038646"/>
              <a:gd name="connsiteX855" fmla="*/ 0 w 8872538"/>
              <a:gd name="connsiteY855" fmla="*/ 814214 h 1038646"/>
              <a:gd name="connsiteX856" fmla="*/ 17483 w 8872538"/>
              <a:gd name="connsiteY856" fmla="*/ 806028 h 1038646"/>
              <a:gd name="connsiteX857" fmla="*/ 47290 w 8872538"/>
              <a:gd name="connsiteY857" fmla="*/ 800422 h 1038646"/>
              <a:gd name="connsiteX858" fmla="*/ 56467 w 8872538"/>
              <a:gd name="connsiteY858" fmla="*/ 700961 h 1038646"/>
              <a:gd name="connsiteX859" fmla="*/ 65753 w 8872538"/>
              <a:gd name="connsiteY859" fmla="*/ 701241 h 1038646"/>
              <a:gd name="connsiteX860" fmla="*/ 156902 w 8872538"/>
              <a:gd name="connsiteY860" fmla="*/ 747967 h 1038646"/>
              <a:gd name="connsiteX861" fmla="*/ 228861 w 8872538"/>
              <a:gd name="connsiteY861" fmla="*/ 789438 h 1038646"/>
              <a:gd name="connsiteX862" fmla="*/ 243984 w 8872538"/>
              <a:gd name="connsiteY862" fmla="*/ 790330 h 1038646"/>
              <a:gd name="connsiteX863" fmla="*/ 259319 w 8872538"/>
              <a:gd name="connsiteY863" fmla="*/ 789438 h 1038646"/>
              <a:gd name="connsiteX864" fmla="*/ 331759 w 8872538"/>
              <a:gd name="connsiteY864" fmla="*/ 747967 h 1038646"/>
              <a:gd name="connsiteX865" fmla="*/ 422546 w 8872538"/>
              <a:gd name="connsiteY865" fmla="*/ 701241 h 1038646"/>
              <a:gd name="connsiteX866" fmla="*/ 431741 w 8872538"/>
              <a:gd name="connsiteY866" fmla="*/ 700961 h 1038646"/>
              <a:gd name="connsiteX867" fmla="*/ 441027 w 8872538"/>
              <a:gd name="connsiteY867" fmla="*/ 701241 h 1038646"/>
              <a:gd name="connsiteX868" fmla="*/ 532176 w 8872538"/>
              <a:gd name="connsiteY868" fmla="*/ 747967 h 1038646"/>
              <a:gd name="connsiteX869" fmla="*/ 604134 w 8872538"/>
              <a:gd name="connsiteY869" fmla="*/ 789438 h 1038646"/>
              <a:gd name="connsiteX870" fmla="*/ 619258 w 8872538"/>
              <a:gd name="connsiteY870" fmla="*/ 790330 h 1038646"/>
              <a:gd name="connsiteX871" fmla="*/ 634573 w 8872538"/>
              <a:gd name="connsiteY871" fmla="*/ 789438 h 1038646"/>
              <a:gd name="connsiteX872" fmla="*/ 706921 w 8872538"/>
              <a:gd name="connsiteY872" fmla="*/ 747967 h 1038646"/>
              <a:gd name="connsiteX873" fmla="*/ 797592 w 8872538"/>
              <a:gd name="connsiteY873" fmla="*/ 701241 h 1038646"/>
              <a:gd name="connsiteX874" fmla="*/ 806774 w 8872538"/>
              <a:gd name="connsiteY874" fmla="*/ 700961 h 1038646"/>
              <a:gd name="connsiteX875" fmla="*/ 806775 w 8872538"/>
              <a:gd name="connsiteY875" fmla="*/ 700961 h 1038646"/>
              <a:gd name="connsiteX876" fmla="*/ 816060 w 8872538"/>
              <a:gd name="connsiteY876" fmla="*/ 701241 h 1038646"/>
              <a:gd name="connsiteX877" fmla="*/ 907209 w 8872538"/>
              <a:gd name="connsiteY877" fmla="*/ 747967 h 1038646"/>
              <a:gd name="connsiteX878" fmla="*/ 979168 w 8872538"/>
              <a:gd name="connsiteY878" fmla="*/ 789438 h 1038646"/>
              <a:gd name="connsiteX879" fmla="*/ 994291 w 8872538"/>
              <a:gd name="connsiteY879" fmla="*/ 790330 h 1038646"/>
              <a:gd name="connsiteX880" fmla="*/ 1009626 w 8872538"/>
              <a:gd name="connsiteY880" fmla="*/ 789438 h 1038646"/>
              <a:gd name="connsiteX881" fmla="*/ 1082066 w 8872538"/>
              <a:gd name="connsiteY881" fmla="*/ 747967 h 1038646"/>
              <a:gd name="connsiteX882" fmla="*/ 1172854 w 8872538"/>
              <a:gd name="connsiteY882" fmla="*/ 701241 h 1038646"/>
              <a:gd name="connsiteX883" fmla="*/ 1182048 w 8872538"/>
              <a:gd name="connsiteY883" fmla="*/ 700961 h 1038646"/>
              <a:gd name="connsiteX884" fmla="*/ 1182049 w 8872538"/>
              <a:gd name="connsiteY884" fmla="*/ 700961 h 1038646"/>
              <a:gd name="connsiteX885" fmla="*/ 1191334 w 8872538"/>
              <a:gd name="connsiteY885" fmla="*/ 701241 h 1038646"/>
              <a:gd name="connsiteX886" fmla="*/ 1282483 w 8872538"/>
              <a:gd name="connsiteY886" fmla="*/ 747967 h 1038646"/>
              <a:gd name="connsiteX887" fmla="*/ 1354441 w 8872538"/>
              <a:gd name="connsiteY887" fmla="*/ 789438 h 1038646"/>
              <a:gd name="connsiteX888" fmla="*/ 1369565 w 8872538"/>
              <a:gd name="connsiteY888" fmla="*/ 790330 h 1038646"/>
              <a:gd name="connsiteX889" fmla="*/ 1384713 w 8872538"/>
              <a:gd name="connsiteY889" fmla="*/ 789438 h 1038646"/>
              <a:gd name="connsiteX890" fmla="*/ 1457228 w 8872538"/>
              <a:gd name="connsiteY890" fmla="*/ 747967 h 1038646"/>
              <a:gd name="connsiteX891" fmla="*/ 1547899 w 8872538"/>
              <a:gd name="connsiteY891" fmla="*/ 701241 h 1038646"/>
              <a:gd name="connsiteX892" fmla="*/ 1557081 w 8872538"/>
              <a:gd name="connsiteY892" fmla="*/ 700961 h 1038646"/>
              <a:gd name="connsiteX893" fmla="*/ 1566271 w 8872538"/>
              <a:gd name="connsiteY893" fmla="*/ 701241 h 1038646"/>
              <a:gd name="connsiteX894" fmla="*/ 1657516 w 8872538"/>
              <a:gd name="connsiteY894" fmla="*/ 747967 h 1038646"/>
              <a:gd name="connsiteX895" fmla="*/ 1729475 w 8872538"/>
              <a:gd name="connsiteY895" fmla="*/ 789438 h 1038646"/>
              <a:gd name="connsiteX896" fmla="*/ 1744598 w 8872538"/>
              <a:gd name="connsiteY896" fmla="*/ 790330 h 1038646"/>
              <a:gd name="connsiteX897" fmla="*/ 1759766 w 8872538"/>
              <a:gd name="connsiteY897" fmla="*/ 789438 h 1038646"/>
              <a:gd name="connsiteX898" fmla="*/ 1832373 w 8872538"/>
              <a:gd name="connsiteY898" fmla="*/ 747967 h 1038646"/>
              <a:gd name="connsiteX899" fmla="*/ 1923160 w 8872538"/>
              <a:gd name="connsiteY899" fmla="*/ 701241 h 1038646"/>
              <a:gd name="connsiteX900" fmla="*/ 1932355 w 8872538"/>
              <a:gd name="connsiteY900" fmla="*/ 700961 h 1038646"/>
              <a:gd name="connsiteX901" fmla="*/ 1932356 w 8872538"/>
              <a:gd name="connsiteY901" fmla="*/ 700961 h 1038646"/>
              <a:gd name="connsiteX902" fmla="*/ 1941545 w 8872538"/>
              <a:gd name="connsiteY902" fmla="*/ 701241 h 1038646"/>
              <a:gd name="connsiteX903" fmla="*/ 2032790 w 8872538"/>
              <a:gd name="connsiteY903" fmla="*/ 747967 h 1038646"/>
              <a:gd name="connsiteX904" fmla="*/ 2104748 w 8872538"/>
              <a:gd name="connsiteY904" fmla="*/ 789438 h 1038646"/>
              <a:gd name="connsiteX905" fmla="*/ 2119872 w 8872538"/>
              <a:gd name="connsiteY905" fmla="*/ 790330 h 1038646"/>
              <a:gd name="connsiteX906" fmla="*/ 2135021 w 8872538"/>
              <a:gd name="connsiteY906" fmla="*/ 789438 h 1038646"/>
              <a:gd name="connsiteX907" fmla="*/ 2207535 w 8872538"/>
              <a:gd name="connsiteY907" fmla="*/ 747967 h 1038646"/>
              <a:gd name="connsiteX908" fmla="*/ 2298205 w 8872538"/>
              <a:gd name="connsiteY908" fmla="*/ 701241 h 1038646"/>
              <a:gd name="connsiteX909" fmla="*/ 2307388 w 8872538"/>
              <a:gd name="connsiteY909" fmla="*/ 700961 h 1038646"/>
              <a:gd name="connsiteX910" fmla="*/ 2307389 w 8872538"/>
              <a:gd name="connsiteY910" fmla="*/ 700961 h 1038646"/>
              <a:gd name="connsiteX911" fmla="*/ 2316578 w 8872538"/>
              <a:gd name="connsiteY911" fmla="*/ 701241 h 1038646"/>
              <a:gd name="connsiteX912" fmla="*/ 2407243 w 8872538"/>
              <a:gd name="connsiteY912" fmla="*/ 747967 h 1038646"/>
              <a:gd name="connsiteX913" fmla="*/ 2479780 w 8872538"/>
              <a:gd name="connsiteY913" fmla="*/ 789438 h 1038646"/>
              <a:gd name="connsiteX914" fmla="*/ 2494905 w 8872538"/>
              <a:gd name="connsiteY914" fmla="*/ 790330 h 1038646"/>
              <a:gd name="connsiteX915" fmla="*/ 2510073 w 8872538"/>
              <a:gd name="connsiteY915" fmla="*/ 789438 h 1038646"/>
              <a:gd name="connsiteX916" fmla="*/ 2582680 w 8872538"/>
              <a:gd name="connsiteY916" fmla="*/ 747967 h 1038646"/>
              <a:gd name="connsiteX917" fmla="*/ 2673467 w 8872538"/>
              <a:gd name="connsiteY917" fmla="*/ 701241 h 1038646"/>
              <a:gd name="connsiteX918" fmla="*/ 2682662 w 8872538"/>
              <a:gd name="connsiteY918" fmla="*/ 700961 h 1038646"/>
              <a:gd name="connsiteX919" fmla="*/ 2682663 w 8872538"/>
              <a:gd name="connsiteY919" fmla="*/ 700961 h 1038646"/>
              <a:gd name="connsiteX920" fmla="*/ 2683089 w 8872538"/>
              <a:gd name="connsiteY920" fmla="*/ 700974 h 1038646"/>
              <a:gd name="connsiteX921" fmla="*/ 2683089 w 8872538"/>
              <a:gd name="connsiteY921" fmla="*/ 700961 h 1038646"/>
              <a:gd name="connsiteX922" fmla="*/ 2700929 w 8872538"/>
              <a:gd name="connsiteY922" fmla="*/ 702053 h 1038646"/>
              <a:gd name="connsiteX923" fmla="*/ 2705042 w 8872538"/>
              <a:gd name="connsiteY923" fmla="*/ 702852 h 1038646"/>
              <a:gd name="connsiteX924" fmla="*/ 2707651 w 8872538"/>
              <a:gd name="connsiteY924" fmla="*/ 703171 h 1038646"/>
              <a:gd name="connsiteX925" fmla="*/ 2710925 w 8872538"/>
              <a:gd name="connsiteY925" fmla="*/ 703995 h 1038646"/>
              <a:gd name="connsiteX926" fmla="*/ 2716733 w 8872538"/>
              <a:gd name="connsiteY926" fmla="*/ 705123 h 1038646"/>
              <a:gd name="connsiteX927" fmla="*/ 2720594 w 8872538"/>
              <a:gd name="connsiteY927" fmla="*/ 706429 h 1038646"/>
              <a:gd name="connsiteX928" fmla="*/ 2721759 w 8872538"/>
              <a:gd name="connsiteY928" fmla="*/ 706723 h 1038646"/>
              <a:gd name="connsiteX929" fmla="*/ 2723712 w 8872538"/>
              <a:gd name="connsiteY929" fmla="*/ 707484 h 1038646"/>
              <a:gd name="connsiteX930" fmla="*/ 2730756 w 8872538"/>
              <a:gd name="connsiteY930" fmla="*/ 709867 h 1038646"/>
              <a:gd name="connsiteX931" fmla="*/ 2782896 w 8872538"/>
              <a:gd name="connsiteY931" fmla="*/ 747967 h 1038646"/>
              <a:gd name="connsiteX932" fmla="*/ 2870558 w 8872538"/>
              <a:gd name="connsiteY932" fmla="*/ 790330 h 1038646"/>
              <a:gd name="connsiteX933" fmla="*/ 2958221 w 8872538"/>
              <a:gd name="connsiteY933" fmla="*/ 747967 h 1038646"/>
              <a:gd name="connsiteX934" fmla="*/ 3058075 w 8872538"/>
              <a:gd name="connsiteY934" fmla="*/ 700961 h 1038646"/>
              <a:gd name="connsiteX935" fmla="*/ 3157982 w 8872538"/>
              <a:gd name="connsiteY935" fmla="*/ 747967 h 1038646"/>
              <a:gd name="connsiteX936" fmla="*/ 3245110 w 8872538"/>
              <a:gd name="connsiteY936" fmla="*/ 790330 h 1038646"/>
              <a:gd name="connsiteX937" fmla="*/ 3333353 w 8872538"/>
              <a:gd name="connsiteY937" fmla="*/ 747967 h 1038646"/>
              <a:gd name="connsiteX938" fmla="*/ 3432627 w 8872538"/>
              <a:gd name="connsiteY938" fmla="*/ 700961 h 1038646"/>
              <a:gd name="connsiteX939" fmla="*/ 3533191 w 8872538"/>
              <a:gd name="connsiteY939" fmla="*/ 747967 h 1038646"/>
              <a:gd name="connsiteX940" fmla="*/ 3620384 w 8872538"/>
              <a:gd name="connsiteY940" fmla="*/ 790330 h 1038646"/>
              <a:gd name="connsiteX941" fmla="*/ 3708627 w 8872538"/>
              <a:gd name="connsiteY941" fmla="*/ 747967 h 1038646"/>
              <a:gd name="connsiteX942" fmla="*/ 3807901 w 8872538"/>
              <a:gd name="connsiteY942" fmla="*/ 700961 h 1038646"/>
              <a:gd name="connsiteX943" fmla="*/ 3908336 w 8872538"/>
              <a:gd name="connsiteY943" fmla="*/ 747967 h 1038646"/>
              <a:gd name="connsiteX944" fmla="*/ 3995418 w 8872538"/>
              <a:gd name="connsiteY944" fmla="*/ 790330 h 1038646"/>
              <a:gd name="connsiteX945" fmla="*/ 4083661 w 8872538"/>
              <a:gd name="connsiteY945" fmla="*/ 747967 h 1038646"/>
              <a:gd name="connsiteX946" fmla="*/ 4182934 w 8872538"/>
              <a:gd name="connsiteY946" fmla="*/ 700961 h 1038646"/>
              <a:gd name="connsiteX947" fmla="*/ 4283498 w 8872538"/>
              <a:gd name="connsiteY947" fmla="*/ 747967 h 1038646"/>
              <a:gd name="connsiteX948" fmla="*/ 4370692 w 8872538"/>
              <a:gd name="connsiteY948" fmla="*/ 790330 h 1038646"/>
              <a:gd name="connsiteX949" fmla="*/ 4458935 w 8872538"/>
              <a:gd name="connsiteY949" fmla="*/ 747967 h 1038646"/>
              <a:gd name="connsiteX950" fmla="*/ 4558209 w 8872538"/>
              <a:gd name="connsiteY950" fmla="*/ 700961 h 1038646"/>
              <a:gd name="connsiteX951" fmla="*/ 4658643 w 8872538"/>
              <a:gd name="connsiteY951" fmla="*/ 747967 h 1038646"/>
              <a:gd name="connsiteX952" fmla="*/ 4745726 w 8872538"/>
              <a:gd name="connsiteY952" fmla="*/ 790330 h 1038646"/>
              <a:gd name="connsiteX953" fmla="*/ 4833969 w 8872538"/>
              <a:gd name="connsiteY953" fmla="*/ 747967 h 1038646"/>
              <a:gd name="connsiteX954" fmla="*/ 4933242 w 8872538"/>
              <a:gd name="connsiteY954" fmla="*/ 700961 h 1038646"/>
              <a:gd name="connsiteX955" fmla="*/ 5033805 w 8872538"/>
              <a:gd name="connsiteY955" fmla="*/ 747967 h 1038646"/>
              <a:gd name="connsiteX956" fmla="*/ 5120999 w 8872538"/>
              <a:gd name="connsiteY956" fmla="*/ 790330 h 1038646"/>
              <a:gd name="connsiteX957" fmla="*/ 5209242 w 8872538"/>
              <a:gd name="connsiteY957" fmla="*/ 747967 h 1038646"/>
              <a:gd name="connsiteX958" fmla="*/ 5308516 w 8872538"/>
              <a:gd name="connsiteY958" fmla="*/ 700961 h 1038646"/>
              <a:gd name="connsiteX959" fmla="*/ 5408950 w 8872538"/>
              <a:gd name="connsiteY959" fmla="*/ 747967 h 1038646"/>
              <a:gd name="connsiteX960" fmla="*/ 5496033 w 8872538"/>
              <a:gd name="connsiteY960" fmla="*/ 790330 h 1038646"/>
              <a:gd name="connsiteX961" fmla="*/ 5584276 w 8872538"/>
              <a:gd name="connsiteY961" fmla="*/ 747967 h 1038646"/>
              <a:gd name="connsiteX962" fmla="*/ 5683550 w 8872538"/>
              <a:gd name="connsiteY962" fmla="*/ 700961 h 1038646"/>
              <a:gd name="connsiteX963" fmla="*/ 5784113 w 8872538"/>
              <a:gd name="connsiteY963" fmla="*/ 747967 h 1038646"/>
              <a:gd name="connsiteX964" fmla="*/ 5871307 w 8872538"/>
              <a:gd name="connsiteY964" fmla="*/ 790330 h 1038646"/>
              <a:gd name="connsiteX965" fmla="*/ 5958970 w 8872538"/>
              <a:gd name="connsiteY965" fmla="*/ 747967 h 1038646"/>
              <a:gd name="connsiteX966" fmla="*/ 6058824 w 8872538"/>
              <a:gd name="connsiteY966" fmla="*/ 700961 h 1038646"/>
              <a:gd name="connsiteX967" fmla="*/ 6159258 w 8872538"/>
              <a:gd name="connsiteY967" fmla="*/ 747967 h 1038646"/>
              <a:gd name="connsiteX968" fmla="*/ 6246341 w 8872538"/>
              <a:gd name="connsiteY968" fmla="*/ 790330 h 1038646"/>
              <a:gd name="connsiteX969" fmla="*/ 6334116 w 8872538"/>
              <a:gd name="connsiteY969" fmla="*/ 747967 h 1038646"/>
              <a:gd name="connsiteX970" fmla="*/ 6434098 w 8872538"/>
              <a:gd name="connsiteY970" fmla="*/ 700961 h 1038646"/>
              <a:gd name="connsiteX971" fmla="*/ 6534533 w 8872538"/>
              <a:gd name="connsiteY971" fmla="*/ 747967 h 1038646"/>
              <a:gd name="connsiteX972" fmla="*/ 6621614 w 8872538"/>
              <a:gd name="connsiteY972" fmla="*/ 790330 h 1038646"/>
              <a:gd name="connsiteX973" fmla="*/ 6709278 w 8872538"/>
              <a:gd name="connsiteY973" fmla="*/ 747967 h 1038646"/>
              <a:gd name="connsiteX974" fmla="*/ 6809131 w 8872538"/>
              <a:gd name="connsiteY974" fmla="*/ 700961 h 1038646"/>
              <a:gd name="connsiteX975" fmla="*/ 6909565 w 8872538"/>
              <a:gd name="connsiteY975" fmla="*/ 747967 h 1038646"/>
              <a:gd name="connsiteX976" fmla="*/ 6996648 w 8872538"/>
              <a:gd name="connsiteY976" fmla="*/ 790330 h 1038646"/>
              <a:gd name="connsiteX977" fmla="*/ 7084424 w 8872538"/>
              <a:gd name="connsiteY977" fmla="*/ 747967 h 1038646"/>
              <a:gd name="connsiteX978" fmla="*/ 7184405 w 8872538"/>
              <a:gd name="connsiteY978" fmla="*/ 700961 h 1038646"/>
              <a:gd name="connsiteX979" fmla="*/ 7284840 w 8872538"/>
              <a:gd name="connsiteY979" fmla="*/ 747967 h 1038646"/>
              <a:gd name="connsiteX980" fmla="*/ 7371922 w 8872538"/>
              <a:gd name="connsiteY980" fmla="*/ 790330 h 1038646"/>
              <a:gd name="connsiteX981" fmla="*/ 7459586 w 8872538"/>
              <a:gd name="connsiteY981" fmla="*/ 747967 h 1038646"/>
              <a:gd name="connsiteX982" fmla="*/ 7559439 w 8872538"/>
              <a:gd name="connsiteY982" fmla="*/ 700961 h 1038646"/>
              <a:gd name="connsiteX983" fmla="*/ 7659873 w 8872538"/>
              <a:gd name="connsiteY983" fmla="*/ 747967 h 1038646"/>
              <a:gd name="connsiteX984" fmla="*/ 7746956 w 8872538"/>
              <a:gd name="connsiteY984" fmla="*/ 790330 h 1038646"/>
              <a:gd name="connsiteX985" fmla="*/ 7834731 w 8872538"/>
              <a:gd name="connsiteY985" fmla="*/ 747967 h 1038646"/>
              <a:gd name="connsiteX986" fmla="*/ 7934713 w 8872538"/>
              <a:gd name="connsiteY986" fmla="*/ 700961 h 1038646"/>
              <a:gd name="connsiteX987" fmla="*/ 8035148 w 8872538"/>
              <a:gd name="connsiteY987" fmla="*/ 747967 h 1038646"/>
              <a:gd name="connsiteX988" fmla="*/ 8122230 w 8872538"/>
              <a:gd name="connsiteY988" fmla="*/ 790330 h 1038646"/>
              <a:gd name="connsiteX989" fmla="*/ 8209893 w 8872538"/>
              <a:gd name="connsiteY989" fmla="*/ 747967 h 1038646"/>
              <a:gd name="connsiteX990" fmla="*/ 8309747 w 8872538"/>
              <a:gd name="connsiteY990" fmla="*/ 700961 h 1038646"/>
              <a:gd name="connsiteX991" fmla="*/ 8409601 w 8872538"/>
              <a:gd name="connsiteY991" fmla="*/ 747967 h 1038646"/>
              <a:gd name="connsiteX992" fmla="*/ 8497264 w 8872538"/>
              <a:gd name="connsiteY992" fmla="*/ 790330 h 1038646"/>
              <a:gd name="connsiteX993" fmla="*/ 8585039 w 8872538"/>
              <a:gd name="connsiteY993" fmla="*/ 747967 h 1038646"/>
              <a:gd name="connsiteX994" fmla="*/ 8685021 w 8872538"/>
              <a:gd name="connsiteY994" fmla="*/ 700961 h 1038646"/>
              <a:gd name="connsiteX995" fmla="*/ 8784875 w 8872538"/>
              <a:gd name="connsiteY995" fmla="*/ 747967 h 1038646"/>
              <a:gd name="connsiteX996" fmla="*/ 8872538 w 8872538"/>
              <a:gd name="connsiteY996" fmla="*/ 790330 h 1038646"/>
              <a:gd name="connsiteX997" fmla="*/ 8872538 w 8872538"/>
              <a:gd name="connsiteY997" fmla="*/ 808320 h 1038646"/>
              <a:gd name="connsiteX998" fmla="*/ 8772684 w 8872538"/>
              <a:gd name="connsiteY998" fmla="*/ 761314 h 1038646"/>
              <a:gd name="connsiteX999" fmla="*/ 8685021 w 8872538"/>
              <a:gd name="connsiteY999" fmla="*/ 718951 h 1038646"/>
              <a:gd name="connsiteX1000" fmla="*/ 8597246 w 8872538"/>
              <a:gd name="connsiteY1000" fmla="*/ 761314 h 1038646"/>
              <a:gd name="connsiteX1001" fmla="*/ 8497264 w 8872538"/>
              <a:gd name="connsiteY1001" fmla="*/ 808320 h 1038646"/>
              <a:gd name="connsiteX1002" fmla="*/ 8397409 w 8872538"/>
              <a:gd name="connsiteY1002" fmla="*/ 761314 h 1038646"/>
              <a:gd name="connsiteX1003" fmla="*/ 8309747 w 8872538"/>
              <a:gd name="connsiteY1003" fmla="*/ 718951 h 1038646"/>
              <a:gd name="connsiteX1004" fmla="*/ 8222084 w 8872538"/>
              <a:gd name="connsiteY1004" fmla="*/ 761314 h 1038646"/>
              <a:gd name="connsiteX1005" fmla="*/ 8122230 w 8872538"/>
              <a:gd name="connsiteY1005" fmla="*/ 808320 h 1038646"/>
              <a:gd name="connsiteX1006" fmla="*/ 8022377 w 8872538"/>
              <a:gd name="connsiteY1006" fmla="*/ 761314 h 1038646"/>
              <a:gd name="connsiteX1007" fmla="*/ 7934713 w 8872538"/>
              <a:gd name="connsiteY1007" fmla="*/ 718951 h 1038646"/>
              <a:gd name="connsiteX1008" fmla="*/ 7847519 w 8872538"/>
              <a:gd name="connsiteY1008" fmla="*/ 761314 h 1038646"/>
              <a:gd name="connsiteX1009" fmla="*/ 7746956 w 8872538"/>
              <a:gd name="connsiteY1009" fmla="*/ 808320 h 1038646"/>
              <a:gd name="connsiteX1010" fmla="*/ 7647102 w 8872538"/>
              <a:gd name="connsiteY1010" fmla="*/ 761314 h 1038646"/>
              <a:gd name="connsiteX1011" fmla="*/ 7559439 w 8872538"/>
              <a:gd name="connsiteY1011" fmla="*/ 718951 h 1038646"/>
              <a:gd name="connsiteX1012" fmla="*/ 7472357 w 8872538"/>
              <a:gd name="connsiteY1012" fmla="*/ 761314 h 1038646"/>
              <a:gd name="connsiteX1013" fmla="*/ 7371922 w 8872538"/>
              <a:gd name="connsiteY1013" fmla="*/ 808320 h 1038646"/>
              <a:gd name="connsiteX1014" fmla="*/ 7272069 w 8872538"/>
              <a:gd name="connsiteY1014" fmla="*/ 761314 h 1038646"/>
              <a:gd name="connsiteX1015" fmla="*/ 7184405 w 8872538"/>
              <a:gd name="connsiteY1015" fmla="*/ 718951 h 1038646"/>
              <a:gd name="connsiteX1016" fmla="*/ 7097212 w 8872538"/>
              <a:gd name="connsiteY1016" fmla="*/ 761314 h 1038646"/>
              <a:gd name="connsiteX1017" fmla="*/ 6996648 w 8872538"/>
              <a:gd name="connsiteY1017" fmla="*/ 808320 h 1038646"/>
              <a:gd name="connsiteX1018" fmla="*/ 6896794 w 8872538"/>
              <a:gd name="connsiteY1018" fmla="*/ 761314 h 1038646"/>
              <a:gd name="connsiteX1019" fmla="*/ 6809131 w 8872538"/>
              <a:gd name="connsiteY1019" fmla="*/ 718951 h 1038646"/>
              <a:gd name="connsiteX1020" fmla="*/ 6722050 w 8872538"/>
              <a:gd name="connsiteY1020" fmla="*/ 761314 h 1038646"/>
              <a:gd name="connsiteX1021" fmla="*/ 6621614 w 8872538"/>
              <a:gd name="connsiteY1021" fmla="*/ 808320 h 1038646"/>
              <a:gd name="connsiteX1022" fmla="*/ 6521761 w 8872538"/>
              <a:gd name="connsiteY1022" fmla="*/ 761314 h 1038646"/>
              <a:gd name="connsiteX1023" fmla="*/ 6434098 w 8872538"/>
              <a:gd name="connsiteY1023" fmla="*/ 718951 h 1038646"/>
              <a:gd name="connsiteX1024" fmla="*/ 6346904 w 8872538"/>
              <a:gd name="connsiteY1024" fmla="*/ 761314 h 1038646"/>
              <a:gd name="connsiteX1025" fmla="*/ 6246341 w 8872538"/>
              <a:gd name="connsiteY1025" fmla="*/ 808320 h 1038646"/>
              <a:gd name="connsiteX1026" fmla="*/ 6146486 w 8872538"/>
              <a:gd name="connsiteY1026" fmla="*/ 761314 h 1038646"/>
              <a:gd name="connsiteX1027" fmla="*/ 6058824 w 8872538"/>
              <a:gd name="connsiteY1027" fmla="*/ 718951 h 1038646"/>
              <a:gd name="connsiteX1028" fmla="*/ 5971742 w 8872538"/>
              <a:gd name="connsiteY1028" fmla="*/ 761314 h 1038646"/>
              <a:gd name="connsiteX1029" fmla="*/ 5871307 w 8872538"/>
              <a:gd name="connsiteY1029" fmla="*/ 808320 h 1038646"/>
              <a:gd name="connsiteX1030" fmla="*/ 5771325 w 8872538"/>
              <a:gd name="connsiteY1030" fmla="*/ 761314 h 1038646"/>
              <a:gd name="connsiteX1031" fmla="*/ 5683550 w 8872538"/>
              <a:gd name="connsiteY1031" fmla="*/ 718951 h 1038646"/>
              <a:gd name="connsiteX1032" fmla="*/ 5596467 w 8872538"/>
              <a:gd name="connsiteY1032" fmla="*/ 761314 h 1038646"/>
              <a:gd name="connsiteX1033" fmla="*/ 5496033 w 8872538"/>
              <a:gd name="connsiteY1033" fmla="*/ 808320 h 1038646"/>
              <a:gd name="connsiteX1034" fmla="*/ 5396759 w 8872538"/>
              <a:gd name="connsiteY1034" fmla="*/ 761314 h 1038646"/>
              <a:gd name="connsiteX1035" fmla="*/ 5308516 w 8872538"/>
              <a:gd name="connsiteY1035" fmla="*/ 718951 h 1038646"/>
              <a:gd name="connsiteX1036" fmla="*/ 5221434 w 8872538"/>
              <a:gd name="connsiteY1036" fmla="*/ 761314 h 1038646"/>
              <a:gd name="connsiteX1037" fmla="*/ 5120999 w 8872538"/>
              <a:gd name="connsiteY1037" fmla="*/ 808320 h 1038646"/>
              <a:gd name="connsiteX1038" fmla="*/ 5021598 w 8872538"/>
              <a:gd name="connsiteY1038" fmla="*/ 761314 h 1038646"/>
              <a:gd name="connsiteX1039" fmla="*/ 4933242 w 8872538"/>
              <a:gd name="connsiteY1039" fmla="*/ 718951 h 1038646"/>
              <a:gd name="connsiteX1040" fmla="*/ 4846160 w 8872538"/>
              <a:gd name="connsiteY1040" fmla="*/ 761314 h 1038646"/>
              <a:gd name="connsiteX1041" fmla="*/ 4745726 w 8872538"/>
              <a:gd name="connsiteY1041" fmla="*/ 808320 h 1038646"/>
              <a:gd name="connsiteX1042" fmla="*/ 4646452 w 8872538"/>
              <a:gd name="connsiteY1042" fmla="*/ 761314 h 1038646"/>
              <a:gd name="connsiteX1043" fmla="*/ 4558209 w 8872538"/>
              <a:gd name="connsiteY1043" fmla="*/ 718951 h 1038646"/>
              <a:gd name="connsiteX1044" fmla="*/ 4471126 w 8872538"/>
              <a:gd name="connsiteY1044" fmla="*/ 761314 h 1038646"/>
              <a:gd name="connsiteX1045" fmla="*/ 4370692 w 8872538"/>
              <a:gd name="connsiteY1045" fmla="*/ 808320 h 1038646"/>
              <a:gd name="connsiteX1046" fmla="*/ 4271291 w 8872538"/>
              <a:gd name="connsiteY1046" fmla="*/ 761314 h 1038646"/>
              <a:gd name="connsiteX1047" fmla="*/ 4182934 w 8872538"/>
              <a:gd name="connsiteY1047" fmla="*/ 718951 h 1038646"/>
              <a:gd name="connsiteX1048" fmla="*/ 4095853 w 8872538"/>
              <a:gd name="connsiteY1048" fmla="*/ 761314 h 1038646"/>
              <a:gd name="connsiteX1049" fmla="*/ 3995418 w 8872538"/>
              <a:gd name="connsiteY1049" fmla="*/ 808320 h 1038646"/>
              <a:gd name="connsiteX1050" fmla="*/ 3896144 w 8872538"/>
              <a:gd name="connsiteY1050" fmla="*/ 761314 h 1038646"/>
              <a:gd name="connsiteX1051" fmla="*/ 3807901 w 8872538"/>
              <a:gd name="connsiteY1051" fmla="*/ 718951 h 1038646"/>
              <a:gd name="connsiteX1052" fmla="*/ 3720819 w 8872538"/>
              <a:gd name="connsiteY1052" fmla="*/ 761314 h 1038646"/>
              <a:gd name="connsiteX1053" fmla="*/ 3620384 w 8872538"/>
              <a:gd name="connsiteY1053" fmla="*/ 808320 h 1038646"/>
              <a:gd name="connsiteX1054" fmla="*/ 3520983 w 8872538"/>
              <a:gd name="connsiteY1054" fmla="*/ 761314 h 1038646"/>
              <a:gd name="connsiteX1055" fmla="*/ 3432627 w 8872538"/>
              <a:gd name="connsiteY1055" fmla="*/ 718951 h 1038646"/>
              <a:gd name="connsiteX1056" fmla="*/ 3345545 w 8872538"/>
              <a:gd name="connsiteY1056" fmla="*/ 761314 h 1038646"/>
              <a:gd name="connsiteX1057" fmla="*/ 3245110 w 8872538"/>
              <a:gd name="connsiteY1057" fmla="*/ 808320 h 1038646"/>
              <a:gd name="connsiteX1058" fmla="*/ 3145784 w 8872538"/>
              <a:gd name="connsiteY1058" fmla="*/ 761314 h 1038646"/>
              <a:gd name="connsiteX1059" fmla="*/ 3058075 w 8872538"/>
              <a:gd name="connsiteY1059" fmla="*/ 718951 h 1038646"/>
              <a:gd name="connsiteX1060" fmla="*/ 2970412 w 8872538"/>
              <a:gd name="connsiteY1060" fmla="*/ 761314 h 1038646"/>
              <a:gd name="connsiteX1061" fmla="*/ 2870558 w 8872538"/>
              <a:gd name="connsiteY1061" fmla="*/ 808320 h 1038646"/>
              <a:gd name="connsiteX1062" fmla="*/ 2870035 w 8872538"/>
              <a:gd name="connsiteY1062" fmla="*/ 808304 h 1038646"/>
              <a:gd name="connsiteX1063" fmla="*/ 2870035 w 8872538"/>
              <a:gd name="connsiteY1063" fmla="*/ 808320 h 1038646"/>
              <a:gd name="connsiteX1064" fmla="*/ 2770325 w 8872538"/>
              <a:gd name="connsiteY1064" fmla="*/ 761314 h 1038646"/>
              <a:gd name="connsiteX1065" fmla="*/ 2729991 w 8872538"/>
              <a:gd name="connsiteY1065" fmla="*/ 729539 h 1038646"/>
              <a:gd name="connsiteX1066" fmla="*/ 2720518 w 8872538"/>
              <a:gd name="connsiteY1066" fmla="*/ 725361 h 1038646"/>
              <a:gd name="connsiteX1067" fmla="*/ 2719443 w 8872538"/>
              <a:gd name="connsiteY1067" fmla="*/ 725001 h 1038646"/>
              <a:gd name="connsiteX1068" fmla="*/ 2709789 w 8872538"/>
              <a:gd name="connsiteY1068" fmla="*/ 722036 h 1038646"/>
              <a:gd name="connsiteX1069" fmla="*/ 2707391 w 8872538"/>
              <a:gd name="connsiteY1069" fmla="*/ 721580 h 1038646"/>
              <a:gd name="connsiteX1070" fmla="*/ 2697811 w 8872538"/>
              <a:gd name="connsiteY1070" fmla="*/ 719843 h 1038646"/>
              <a:gd name="connsiteX1071" fmla="*/ 2682662 w 8872538"/>
              <a:gd name="connsiteY1071" fmla="*/ 718951 h 1038646"/>
              <a:gd name="connsiteX1072" fmla="*/ 2667518 w 8872538"/>
              <a:gd name="connsiteY1072" fmla="*/ 719843 h 1038646"/>
              <a:gd name="connsiteX1073" fmla="*/ 2594887 w 8872538"/>
              <a:gd name="connsiteY1073" fmla="*/ 761314 h 1038646"/>
              <a:gd name="connsiteX1074" fmla="*/ 2504106 w 8872538"/>
              <a:gd name="connsiteY1074" fmla="*/ 808035 h 1038646"/>
              <a:gd name="connsiteX1075" fmla="*/ 2494905 w 8872538"/>
              <a:gd name="connsiteY1075" fmla="*/ 808320 h 1038646"/>
              <a:gd name="connsiteX1076" fmla="*/ 2485722 w 8872538"/>
              <a:gd name="connsiteY1076" fmla="*/ 808035 h 1038646"/>
              <a:gd name="connsiteX1077" fmla="*/ 2395051 w 8872538"/>
              <a:gd name="connsiteY1077" fmla="*/ 761314 h 1038646"/>
              <a:gd name="connsiteX1078" fmla="*/ 2322537 w 8872538"/>
              <a:gd name="connsiteY1078" fmla="*/ 719843 h 1038646"/>
              <a:gd name="connsiteX1079" fmla="*/ 2307388 w 8872538"/>
              <a:gd name="connsiteY1079" fmla="*/ 718951 h 1038646"/>
              <a:gd name="connsiteX1080" fmla="*/ 2292264 w 8872538"/>
              <a:gd name="connsiteY1080" fmla="*/ 719843 h 1038646"/>
              <a:gd name="connsiteX1081" fmla="*/ 2219726 w 8872538"/>
              <a:gd name="connsiteY1081" fmla="*/ 761314 h 1038646"/>
              <a:gd name="connsiteX1082" fmla="*/ 2129061 w 8872538"/>
              <a:gd name="connsiteY1082" fmla="*/ 808035 h 1038646"/>
              <a:gd name="connsiteX1083" fmla="*/ 2119872 w 8872538"/>
              <a:gd name="connsiteY1083" fmla="*/ 808320 h 1038646"/>
              <a:gd name="connsiteX1084" fmla="*/ 2110689 w 8872538"/>
              <a:gd name="connsiteY1084" fmla="*/ 808035 h 1038646"/>
              <a:gd name="connsiteX1085" fmla="*/ 2020018 w 8872538"/>
              <a:gd name="connsiteY1085" fmla="*/ 761314 h 1038646"/>
              <a:gd name="connsiteX1086" fmla="*/ 1947504 w 8872538"/>
              <a:gd name="connsiteY1086" fmla="*/ 719843 h 1038646"/>
              <a:gd name="connsiteX1087" fmla="*/ 1932356 w 8872538"/>
              <a:gd name="connsiteY1087" fmla="*/ 718951 h 1038646"/>
              <a:gd name="connsiteX1088" fmla="*/ 1917213 w 8872538"/>
              <a:gd name="connsiteY1088" fmla="*/ 719843 h 1038646"/>
              <a:gd name="connsiteX1089" fmla="*/ 1845162 w 8872538"/>
              <a:gd name="connsiteY1089" fmla="*/ 761314 h 1038646"/>
              <a:gd name="connsiteX1090" fmla="*/ 1753800 w 8872538"/>
              <a:gd name="connsiteY1090" fmla="*/ 808035 h 1038646"/>
              <a:gd name="connsiteX1091" fmla="*/ 1744598 w 8872538"/>
              <a:gd name="connsiteY1091" fmla="*/ 808320 h 1038646"/>
              <a:gd name="connsiteX1092" fmla="*/ 1735415 w 8872538"/>
              <a:gd name="connsiteY1092" fmla="*/ 808035 h 1038646"/>
              <a:gd name="connsiteX1093" fmla="*/ 1644744 w 8872538"/>
              <a:gd name="connsiteY1093" fmla="*/ 761314 h 1038646"/>
              <a:gd name="connsiteX1094" fmla="*/ 1572230 w 8872538"/>
              <a:gd name="connsiteY1094" fmla="*/ 719843 h 1038646"/>
              <a:gd name="connsiteX1095" fmla="*/ 1557081 w 8872538"/>
              <a:gd name="connsiteY1095" fmla="*/ 718951 h 1038646"/>
              <a:gd name="connsiteX1096" fmla="*/ 1541958 w 8872538"/>
              <a:gd name="connsiteY1096" fmla="*/ 719843 h 1038646"/>
              <a:gd name="connsiteX1097" fmla="*/ 1470000 w 8872538"/>
              <a:gd name="connsiteY1097" fmla="*/ 761314 h 1038646"/>
              <a:gd name="connsiteX1098" fmla="*/ 1378755 w 8872538"/>
              <a:gd name="connsiteY1098" fmla="*/ 808035 h 1038646"/>
              <a:gd name="connsiteX1099" fmla="*/ 1369565 w 8872538"/>
              <a:gd name="connsiteY1099" fmla="*/ 808320 h 1038646"/>
              <a:gd name="connsiteX1100" fmla="*/ 1360382 w 8872538"/>
              <a:gd name="connsiteY1100" fmla="*/ 808035 h 1038646"/>
              <a:gd name="connsiteX1101" fmla="*/ 1269711 w 8872538"/>
              <a:gd name="connsiteY1101" fmla="*/ 761314 h 1038646"/>
              <a:gd name="connsiteX1102" fmla="*/ 1197364 w 8872538"/>
              <a:gd name="connsiteY1102" fmla="*/ 719843 h 1038646"/>
              <a:gd name="connsiteX1103" fmla="*/ 1182049 w 8872538"/>
              <a:gd name="connsiteY1103" fmla="*/ 718951 h 1038646"/>
              <a:gd name="connsiteX1104" fmla="*/ 1166905 w 8872538"/>
              <a:gd name="connsiteY1104" fmla="*/ 719843 h 1038646"/>
              <a:gd name="connsiteX1105" fmla="*/ 1094854 w 8872538"/>
              <a:gd name="connsiteY1105" fmla="*/ 761314 h 1038646"/>
              <a:gd name="connsiteX1106" fmla="*/ 1003589 w 8872538"/>
              <a:gd name="connsiteY1106" fmla="*/ 808035 h 1038646"/>
              <a:gd name="connsiteX1107" fmla="*/ 994291 w 8872538"/>
              <a:gd name="connsiteY1107" fmla="*/ 808320 h 1038646"/>
              <a:gd name="connsiteX1108" fmla="*/ 985108 w 8872538"/>
              <a:gd name="connsiteY1108" fmla="*/ 808035 h 1038646"/>
              <a:gd name="connsiteX1109" fmla="*/ 894437 w 8872538"/>
              <a:gd name="connsiteY1109" fmla="*/ 761314 h 1038646"/>
              <a:gd name="connsiteX1110" fmla="*/ 822090 w 8872538"/>
              <a:gd name="connsiteY1110" fmla="*/ 719843 h 1038646"/>
              <a:gd name="connsiteX1111" fmla="*/ 806774 w 8872538"/>
              <a:gd name="connsiteY1111" fmla="*/ 718951 h 1038646"/>
              <a:gd name="connsiteX1112" fmla="*/ 791651 w 8872538"/>
              <a:gd name="connsiteY1112" fmla="*/ 719843 h 1038646"/>
              <a:gd name="connsiteX1113" fmla="*/ 719692 w 8872538"/>
              <a:gd name="connsiteY1113" fmla="*/ 761314 h 1038646"/>
              <a:gd name="connsiteX1114" fmla="*/ 628544 w 8872538"/>
              <a:gd name="connsiteY1114" fmla="*/ 808035 h 1038646"/>
              <a:gd name="connsiteX1115" fmla="*/ 619258 w 8872538"/>
              <a:gd name="connsiteY1115" fmla="*/ 808320 h 1038646"/>
              <a:gd name="connsiteX1116" fmla="*/ 610075 w 8872538"/>
              <a:gd name="connsiteY1116" fmla="*/ 808035 h 1038646"/>
              <a:gd name="connsiteX1117" fmla="*/ 519404 w 8872538"/>
              <a:gd name="connsiteY1117" fmla="*/ 761314 h 1038646"/>
              <a:gd name="connsiteX1118" fmla="*/ 447056 w 8872538"/>
              <a:gd name="connsiteY1118" fmla="*/ 719843 h 1038646"/>
              <a:gd name="connsiteX1119" fmla="*/ 431741 w 8872538"/>
              <a:gd name="connsiteY1119" fmla="*/ 718951 h 1038646"/>
              <a:gd name="connsiteX1120" fmla="*/ 416598 w 8872538"/>
              <a:gd name="connsiteY1120" fmla="*/ 719843 h 1038646"/>
              <a:gd name="connsiteX1121" fmla="*/ 344548 w 8872538"/>
              <a:gd name="connsiteY1121" fmla="*/ 761314 h 1038646"/>
              <a:gd name="connsiteX1122" fmla="*/ 253282 w 8872538"/>
              <a:gd name="connsiteY1122" fmla="*/ 808035 h 1038646"/>
              <a:gd name="connsiteX1123" fmla="*/ 243984 w 8872538"/>
              <a:gd name="connsiteY1123" fmla="*/ 808320 h 1038646"/>
              <a:gd name="connsiteX1124" fmla="*/ 234801 w 8872538"/>
              <a:gd name="connsiteY1124" fmla="*/ 808035 h 1038646"/>
              <a:gd name="connsiteX1125" fmla="*/ 144130 w 8872538"/>
              <a:gd name="connsiteY1125" fmla="*/ 761314 h 1038646"/>
              <a:gd name="connsiteX1126" fmla="*/ 71783 w 8872538"/>
              <a:gd name="connsiteY1126" fmla="*/ 719843 h 1038646"/>
              <a:gd name="connsiteX1127" fmla="*/ 56467 w 8872538"/>
              <a:gd name="connsiteY1127" fmla="*/ 718951 h 1038646"/>
              <a:gd name="connsiteX1128" fmla="*/ 41344 w 8872538"/>
              <a:gd name="connsiteY1128" fmla="*/ 719843 h 1038646"/>
              <a:gd name="connsiteX1129" fmla="*/ 572 w 8872538"/>
              <a:gd name="connsiteY1129" fmla="*/ 734685 h 1038646"/>
              <a:gd name="connsiteX1130" fmla="*/ 0 w 8872538"/>
              <a:gd name="connsiteY1130" fmla="*/ 735174 h 1038646"/>
              <a:gd name="connsiteX1131" fmla="*/ 0 w 8872538"/>
              <a:gd name="connsiteY1131" fmla="*/ 715729 h 1038646"/>
              <a:gd name="connsiteX1132" fmla="*/ 47285 w 8872538"/>
              <a:gd name="connsiteY1132" fmla="*/ 701241 h 1038646"/>
              <a:gd name="connsiteX1133" fmla="*/ 56461 w 8872538"/>
              <a:gd name="connsiteY1133" fmla="*/ 600343 h 1038646"/>
              <a:gd name="connsiteX1134" fmla="*/ 65747 w 8872538"/>
              <a:gd name="connsiteY1134" fmla="*/ 600622 h 1038646"/>
              <a:gd name="connsiteX1135" fmla="*/ 156896 w 8872538"/>
              <a:gd name="connsiteY1135" fmla="*/ 647348 h 1038646"/>
              <a:gd name="connsiteX1136" fmla="*/ 228855 w 8872538"/>
              <a:gd name="connsiteY1136" fmla="*/ 688820 h 1038646"/>
              <a:gd name="connsiteX1137" fmla="*/ 243979 w 8872538"/>
              <a:gd name="connsiteY1137" fmla="*/ 689712 h 1038646"/>
              <a:gd name="connsiteX1138" fmla="*/ 259313 w 8872538"/>
              <a:gd name="connsiteY1138" fmla="*/ 688796 h 1038646"/>
              <a:gd name="connsiteX1139" fmla="*/ 331753 w 8872538"/>
              <a:gd name="connsiteY1139" fmla="*/ 647348 h 1038646"/>
              <a:gd name="connsiteX1140" fmla="*/ 422541 w 8872538"/>
              <a:gd name="connsiteY1140" fmla="*/ 600622 h 1038646"/>
              <a:gd name="connsiteX1141" fmla="*/ 431735 w 8872538"/>
              <a:gd name="connsiteY1141" fmla="*/ 600343 h 1038646"/>
              <a:gd name="connsiteX1142" fmla="*/ 441021 w 8872538"/>
              <a:gd name="connsiteY1142" fmla="*/ 600622 h 1038646"/>
              <a:gd name="connsiteX1143" fmla="*/ 532170 w 8872538"/>
              <a:gd name="connsiteY1143" fmla="*/ 647348 h 1038646"/>
              <a:gd name="connsiteX1144" fmla="*/ 604128 w 8872538"/>
              <a:gd name="connsiteY1144" fmla="*/ 688820 h 1038646"/>
              <a:gd name="connsiteX1145" fmla="*/ 619252 w 8872538"/>
              <a:gd name="connsiteY1145" fmla="*/ 689712 h 1038646"/>
              <a:gd name="connsiteX1146" fmla="*/ 634567 w 8872538"/>
              <a:gd name="connsiteY1146" fmla="*/ 688796 h 1038646"/>
              <a:gd name="connsiteX1147" fmla="*/ 706915 w 8872538"/>
              <a:gd name="connsiteY1147" fmla="*/ 647348 h 1038646"/>
              <a:gd name="connsiteX1148" fmla="*/ 797585 w 8872538"/>
              <a:gd name="connsiteY1148" fmla="*/ 600622 h 1038646"/>
              <a:gd name="connsiteX1149" fmla="*/ 806768 w 8872538"/>
              <a:gd name="connsiteY1149" fmla="*/ 600343 h 1038646"/>
              <a:gd name="connsiteX1150" fmla="*/ 806769 w 8872538"/>
              <a:gd name="connsiteY1150" fmla="*/ 600343 h 1038646"/>
              <a:gd name="connsiteX1151" fmla="*/ 816054 w 8872538"/>
              <a:gd name="connsiteY1151" fmla="*/ 600622 h 1038646"/>
              <a:gd name="connsiteX1152" fmla="*/ 907203 w 8872538"/>
              <a:gd name="connsiteY1152" fmla="*/ 647348 h 1038646"/>
              <a:gd name="connsiteX1153" fmla="*/ 979162 w 8872538"/>
              <a:gd name="connsiteY1153" fmla="*/ 688820 h 1038646"/>
              <a:gd name="connsiteX1154" fmla="*/ 994285 w 8872538"/>
              <a:gd name="connsiteY1154" fmla="*/ 689712 h 1038646"/>
              <a:gd name="connsiteX1155" fmla="*/ 1009620 w 8872538"/>
              <a:gd name="connsiteY1155" fmla="*/ 688796 h 1038646"/>
              <a:gd name="connsiteX1156" fmla="*/ 1082060 w 8872538"/>
              <a:gd name="connsiteY1156" fmla="*/ 647348 h 1038646"/>
              <a:gd name="connsiteX1157" fmla="*/ 1172848 w 8872538"/>
              <a:gd name="connsiteY1157" fmla="*/ 600622 h 1038646"/>
              <a:gd name="connsiteX1158" fmla="*/ 1182042 w 8872538"/>
              <a:gd name="connsiteY1158" fmla="*/ 600343 h 1038646"/>
              <a:gd name="connsiteX1159" fmla="*/ 1182043 w 8872538"/>
              <a:gd name="connsiteY1159" fmla="*/ 600343 h 1038646"/>
              <a:gd name="connsiteX1160" fmla="*/ 1191328 w 8872538"/>
              <a:gd name="connsiteY1160" fmla="*/ 600622 h 1038646"/>
              <a:gd name="connsiteX1161" fmla="*/ 1282477 w 8872538"/>
              <a:gd name="connsiteY1161" fmla="*/ 647348 h 1038646"/>
              <a:gd name="connsiteX1162" fmla="*/ 1354436 w 8872538"/>
              <a:gd name="connsiteY1162" fmla="*/ 688820 h 1038646"/>
              <a:gd name="connsiteX1163" fmla="*/ 1369559 w 8872538"/>
              <a:gd name="connsiteY1163" fmla="*/ 689712 h 1038646"/>
              <a:gd name="connsiteX1164" fmla="*/ 1384708 w 8872538"/>
              <a:gd name="connsiteY1164" fmla="*/ 688796 h 1038646"/>
              <a:gd name="connsiteX1165" fmla="*/ 1457222 w 8872538"/>
              <a:gd name="connsiteY1165" fmla="*/ 647348 h 1038646"/>
              <a:gd name="connsiteX1166" fmla="*/ 1547892 w 8872538"/>
              <a:gd name="connsiteY1166" fmla="*/ 600622 h 1038646"/>
              <a:gd name="connsiteX1167" fmla="*/ 1557075 w 8872538"/>
              <a:gd name="connsiteY1167" fmla="*/ 600343 h 1038646"/>
              <a:gd name="connsiteX1168" fmla="*/ 1566265 w 8872538"/>
              <a:gd name="connsiteY1168" fmla="*/ 600622 h 1038646"/>
              <a:gd name="connsiteX1169" fmla="*/ 1657510 w 8872538"/>
              <a:gd name="connsiteY1169" fmla="*/ 647348 h 1038646"/>
              <a:gd name="connsiteX1170" fmla="*/ 1729469 w 8872538"/>
              <a:gd name="connsiteY1170" fmla="*/ 688820 h 1038646"/>
              <a:gd name="connsiteX1171" fmla="*/ 1744592 w 8872538"/>
              <a:gd name="connsiteY1171" fmla="*/ 689712 h 1038646"/>
              <a:gd name="connsiteX1172" fmla="*/ 1759760 w 8872538"/>
              <a:gd name="connsiteY1172" fmla="*/ 688796 h 1038646"/>
              <a:gd name="connsiteX1173" fmla="*/ 1832367 w 8872538"/>
              <a:gd name="connsiteY1173" fmla="*/ 647348 h 1038646"/>
              <a:gd name="connsiteX1174" fmla="*/ 1923154 w 8872538"/>
              <a:gd name="connsiteY1174" fmla="*/ 600622 h 1038646"/>
              <a:gd name="connsiteX1175" fmla="*/ 1932349 w 8872538"/>
              <a:gd name="connsiteY1175" fmla="*/ 600343 h 1038646"/>
              <a:gd name="connsiteX1176" fmla="*/ 1941539 w 8872538"/>
              <a:gd name="connsiteY1176" fmla="*/ 600622 h 1038646"/>
              <a:gd name="connsiteX1177" fmla="*/ 2032784 w 8872538"/>
              <a:gd name="connsiteY1177" fmla="*/ 647348 h 1038646"/>
              <a:gd name="connsiteX1178" fmla="*/ 2104742 w 8872538"/>
              <a:gd name="connsiteY1178" fmla="*/ 688820 h 1038646"/>
              <a:gd name="connsiteX1179" fmla="*/ 2119866 w 8872538"/>
              <a:gd name="connsiteY1179" fmla="*/ 689712 h 1038646"/>
              <a:gd name="connsiteX1180" fmla="*/ 2135015 w 8872538"/>
              <a:gd name="connsiteY1180" fmla="*/ 688796 h 1038646"/>
              <a:gd name="connsiteX1181" fmla="*/ 2207529 w 8872538"/>
              <a:gd name="connsiteY1181" fmla="*/ 647348 h 1038646"/>
              <a:gd name="connsiteX1182" fmla="*/ 2298199 w 8872538"/>
              <a:gd name="connsiteY1182" fmla="*/ 600622 h 1038646"/>
              <a:gd name="connsiteX1183" fmla="*/ 2307382 w 8872538"/>
              <a:gd name="connsiteY1183" fmla="*/ 600343 h 1038646"/>
              <a:gd name="connsiteX1184" fmla="*/ 2307383 w 8872538"/>
              <a:gd name="connsiteY1184" fmla="*/ 600343 h 1038646"/>
              <a:gd name="connsiteX1185" fmla="*/ 2316572 w 8872538"/>
              <a:gd name="connsiteY1185" fmla="*/ 600622 h 1038646"/>
              <a:gd name="connsiteX1186" fmla="*/ 2407237 w 8872538"/>
              <a:gd name="connsiteY1186" fmla="*/ 647348 h 1038646"/>
              <a:gd name="connsiteX1187" fmla="*/ 2479774 w 8872538"/>
              <a:gd name="connsiteY1187" fmla="*/ 688820 h 1038646"/>
              <a:gd name="connsiteX1188" fmla="*/ 2494899 w 8872538"/>
              <a:gd name="connsiteY1188" fmla="*/ 689712 h 1038646"/>
              <a:gd name="connsiteX1189" fmla="*/ 2510067 w 8872538"/>
              <a:gd name="connsiteY1189" fmla="*/ 688796 h 1038646"/>
              <a:gd name="connsiteX1190" fmla="*/ 2582674 w 8872538"/>
              <a:gd name="connsiteY1190" fmla="*/ 647348 h 1038646"/>
              <a:gd name="connsiteX1191" fmla="*/ 2673461 w 8872538"/>
              <a:gd name="connsiteY1191" fmla="*/ 600622 h 1038646"/>
              <a:gd name="connsiteX1192" fmla="*/ 2682656 w 8872538"/>
              <a:gd name="connsiteY1192" fmla="*/ 600343 h 1038646"/>
              <a:gd name="connsiteX1193" fmla="*/ 2683083 w 8872538"/>
              <a:gd name="connsiteY1193" fmla="*/ 600356 h 1038646"/>
              <a:gd name="connsiteX1194" fmla="*/ 2683083 w 8872538"/>
              <a:gd name="connsiteY1194" fmla="*/ 600343 h 1038646"/>
              <a:gd name="connsiteX1195" fmla="*/ 2700922 w 8872538"/>
              <a:gd name="connsiteY1195" fmla="*/ 601434 h 1038646"/>
              <a:gd name="connsiteX1196" fmla="*/ 2705035 w 8872538"/>
              <a:gd name="connsiteY1196" fmla="*/ 602233 h 1038646"/>
              <a:gd name="connsiteX1197" fmla="*/ 2707646 w 8872538"/>
              <a:gd name="connsiteY1197" fmla="*/ 602552 h 1038646"/>
              <a:gd name="connsiteX1198" fmla="*/ 2710920 w 8872538"/>
              <a:gd name="connsiteY1198" fmla="*/ 603376 h 1038646"/>
              <a:gd name="connsiteX1199" fmla="*/ 2716728 w 8872538"/>
              <a:gd name="connsiteY1199" fmla="*/ 604505 h 1038646"/>
              <a:gd name="connsiteX1200" fmla="*/ 2720587 w 8872538"/>
              <a:gd name="connsiteY1200" fmla="*/ 605810 h 1038646"/>
              <a:gd name="connsiteX1201" fmla="*/ 2721753 w 8872538"/>
              <a:gd name="connsiteY1201" fmla="*/ 606104 h 1038646"/>
              <a:gd name="connsiteX1202" fmla="*/ 2723706 w 8872538"/>
              <a:gd name="connsiteY1202" fmla="*/ 606865 h 1038646"/>
              <a:gd name="connsiteX1203" fmla="*/ 2730750 w 8872538"/>
              <a:gd name="connsiteY1203" fmla="*/ 609248 h 1038646"/>
              <a:gd name="connsiteX1204" fmla="*/ 2782896 w 8872538"/>
              <a:gd name="connsiteY1204" fmla="*/ 647348 h 1038646"/>
              <a:gd name="connsiteX1205" fmla="*/ 2870558 w 8872538"/>
              <a:gd name="connsiteY1205" fmla="*/ 689712 h 1038646"/>
              <a:gd name="connsiteX1206" fmla="*/ 2958221 w 8872538"/>
              <a:gd name="connsiteY1206" fmla="*/ 647348 h 1038646"/>
              <a:gd name="connsiteX1207" fmla="*/ 3058075 w 8872538"/>
              <a:gd name="connsiteY1207" fmla="*/ 600343 h 1038646"/>
              <a:gd name="connsiteX1208" fmla="*/ 3157982 w 8872538"/>
              <a:gd name="connsiteY1208" fmla="*/ 647348 h 1038646"/>
              <a:gd name="connsiteX1209" fmla="*/ 3245110 w 8872538"/>
              <a:gd name="connsiteY1209" fmla="*/ 689712 h 1038646"/>
              <a:gd name="connsiteX1210" fmla="*/ 3333353 w 8872538"/>
              <a:gd name="connsiteY1210" fmla="*/ 647348 h 1038646"/>
              <a:gd name="connsiteX1211" fmla="*/ 3432627 w 8872538"/>
              <a:gd name="connsiteY1211" fmla="*/ 600343 h 1038646"/>
              <a:gd name="connsiteX1212" fmla="*/ 3533191 w 8872538"/>
              <a:gd name="connsiteY1212" fmla="*/ 647348 h 1038646"/>
              <a:gd name="connsiteX1213" fmla="*/ 3620384 w 8872538"/>
              <a:gd name="connsiteY1213" fmla="*/ 689712 h 1038646"/>
              <a:gd name="connsiteX1214" fmla="*/ 3708627 w 8872538"/>
              <a:gd name="connsiteY1214" fmla="*/ 647348 h 1038646"/>
              <a:gd name="connsiteX1215" fmla="*/ 3807901 w 8872538"/>
              <a:gd name="connsiteY1215" fmla="*/ 600343 h 1038646"/>
              <a:gd name="connsiteX1216" fmla="*/ 3908336 w 8872538"/>
              <a:gd name="connsiteY1216" fmla="*/ 647348 h 1038646"/>
              <a:gd name="connsiteX1217" fmla="*/ 3995418 w 8872538"/>
              <a:gd name="connsiteY1217" fmla="*/ 689712 h 1038646"/>
              <a:gd name="connsiteX1218" fmla="*/ 4083661 w 8872538"/>
              <a:gd name="connsiteY1218" fmla="*/ 647348 h 1038646"/>
              <a:gd name="connsiteX1219" fmla="*/ 4182934 w 8872538"/>
              <a:gd name="connsiteY1219" fmla="*/ 600343 h 1038646"/>
              <a:gd name="connsiteX1220" fmla="*/ 4283498 w 8872538"/>
              <a:gd name="connsiteY1220" fmla="*/ 647348 h 1038646"/>
              <a:gd name="connsiteX1221" fmla="*/ 4370692 w 8872538"/>
              <a:gd name="connsiteY1221" fmla="*/ 689712 h 1038646"/>
              <a:gd name="connsiteX1222" fmla="*/ 4458935 w 8872538"/>
              <a:gd name="connsiteY1222" fmla="*/ 647348 h 1038646"/>
              <a:gd name="connsiteX1223" fmla="*/ 4558209 w 8872538"/>
              <a:gd name="connsiteY1223" fmla="*/ 600343 h 1038646"/>
              <a:gd name="connsiteX1224" fmla="*/ 4658643 w 8872538"/>
              <a:gd name="connsiteY1224" fmla="*/ 647348 h 1038646"/>
              <a:gd name="connsiteX1225" fmla="*/ 4745726 w 8872538"/>
              <a:gd name="connsiteY1225" fmla="*/ 689712 h 1038646"/>
              <a:gd name="connsiteX1226" fmla="*/ 4833969 w 8872538"/>
              <a:gd name="connsiteY1226" fmla="*/ 647348 h 1038646"/>
              <a:gd name="connsiteX1227" fmla="*/ 4933242 w 8872538"/>
              <a:gd name="connsiteY1227" fmla="*/ 600343 h 1038646"/>
              <a:gd name="connsiteX1228" fmla="*/ 5033805 w 8872538"/>
              <a:gd name="connsiteY1228" fmla="*/ 647348 h 1038646"/>
              <a:gd name="connsiteX1229" fmla="*/ 5120999 w 8872538"/>
              <a:gd name="connsiteY1229" fmla="*/ 689712 h 1038646"/>
              <a:gd name="connsiteX1230" fmla="*/ 5209242 w 8872538"/>
              <a:gd name="connsiteY1230" fmla="*/ 647348 h 1038646"/>
              <a:gd name="connsiteX1231" fmla="*/ 5308516 w 8872538"/>
              <a:gd name="connsiteY1231" fmla="*/ 600343 h 1038646"/>
              <a:gd name="connsiteX1232" fmla="*/ 5408950 w 8872538"/>
              <a:gd name="connsiteY1232" fmla="*/ 647348 h 1038646"/>
              <a:gd name="connsiteX1233" fmla="*/ 5496033 w 8872538"/>
              <a:gd name="connsiteY1233" fmla="*/ 689712 h 1038646"/>
              <a:gd name="connsiteX1234" fmla="*/ 5584276 w 8872538"/>
              <a:gd name="connsiteY1234" fmla="*/ 647348 h 1038646"/>
              <a:gd name="connsiteX1235" fmla="*/ 5683550 w 8872538"/>
              <a:gd name="connsiteY1235" fmla="*/ 600343 h 1038646"/>
              <a:gd name="connsiteX1236" fmla="*/ 5784113 w 8872538"/>
              <a:gd name="connsiteY1236" fmla="*/ 647348 h 1038646"/>
              <a:gd name="connsiteX1237" fmla="*/ 5871307 w 8872538"/>
              <a:gd name="connsiteY1237" fmla="*/ 689712 h 1038646"/>
              <a:gd name="connsiteX1238" fmla="*/ 5958970 w 8872538"/>
              <a:gd name="connsiteY1238" fmla="*/ 647348 h 1038646"/>
              <a:gd name="connsiteX1239" fmla="*/ 6058824 w 8872538"/>
              <a:gd name="connsiteY1239" fmla="*/ 600343 h 1038646"/>
              <a:gd name="connsiteX1240" fmla="*/ 6159258 w 8872538"/>
              <a:gd name="connsiteY1240" fmla="*/ 647348 h 1038646"/>
              <a:gd name="connsiteX1241" fmla="*/ 6246341 w 8872538"/>
              <a:gd name="connsiteY1241" fmla="*/ 689712 h 1038646"/>
              <a:gd name="connsiteX1242" fmla="*/ 6334116 w 8872538"/>
              <a:gd name="connsiteY1242" fmla="*/ 647348 h 1038646"/>
              <a:gd name="connsiteX1243" fmla="*/ 6434098 w 8872538"/>
              <a:gd name="connsiteY1243" fmla="*/ 600343 h 1038646"/>
              <a:gd name="connsiteX1244" fmla="*/ 6534533 w 8872538"/>
              <a:gd name="connsiteY1244" fmla="*/ 647348 h 1038646"/>
              <a:gd name="connsiteX1245" fmla="*/ 6621614 w 8872538"/>
              <a:gd name="connsiteY1245" fmla="*/ 689712 h 1038646"/>
              <a:gd name="connsiteX1246" fmla="*/ 6709278 w 8872538"/>
              <a:gd name="connsiteY1246" fmla="*/ 647348 h 1038646"/>
              <a:gd name="connsiteX1247" fmla="*/ 6809131 w 8872538"/>
              <a:gd name="connsiteY1247" fmla="*/ 600343 h 1038646"/>
              <a:gd name="connsiteX1248" fmla="*/ 6909565 w 8872538"/>
              <a:gd name="connsiteY1248" fmla="*/ 647348 h 1038646"/>
              <a:gd name="connsiteX1249" fmla="*/ 6996648 w 8872538"/>
              <a:gd name="connsiteY1249" fmla="*/ 689712 h 1038646"/>
              <a:gd name="connsiteX1250" fmla="*/ 7084424 w 8872538"/>
              <a:gd name="connsiteY1250" fmla="*/ 647348 h 1038646"/>
              <a:gd name="connsiteX1251" fmla="*/ 7184405 w 8872538"/>
              <a:gd name="connsiteY1251" fmla="*/ 600343 h 1038646"/>
              <a:gd name="connsiteX1252" fmla="*/ 7284840 w 8872538"/>
              <a:gd name="connsiteY1252" fmla="*/ 647348 h 1038646"/>
              <a:gd name="connsiteX1253" fmla="*/ 7371922 w 8872538"/>
              <a:gd name="connsiteY1253" fmla="*/ 689712 h 1038646"/>
              <a:gd name="connsiteX1254" fmla="*/ 7459586 w 8872538"/>
              <a:gd name="connsiteY1254" fmla="*/ 647348 h 1038646"/>
              <a:gd name="connsiteX1255" fmla="*/ 7559439 w 8872538"/>
              <a:gd name="connsiteY1255" fmla="*/ 600343 h 1038646"/>
              <a:gd name="connsiteX1256" fmla="*/ 7659873 w 8872538"/>
              <a:gd name="connsiteY1256" fmla="*/ 647348 h 1038646"/>
              <a:gd name="connsiteX1257" fmla="*/ 7746956 w 8872538"/>
              <a:gd name="connsiteY1257" fmla="*/ 689712 h 1038646"/>
              <a:gd name="connsiteX1258" fmla="*/ 7834731 w 8872538"/>
              <a:gd name="connsiteY1258" fmla="*/ 647348 h 1038646"/>
              <a:gd name="connsiteX1259" fmla="*/ 7934713 w 8872538"/>
              <a:gd name="connsiteY1259" fmla="*/ 600343 h 1038646"/>
              <a:gd name="connsiteX1260" fmla="*/ 8035148 w 8872538"/>
              <a:gd name="connsiteY1260" fmla="*/ 647348 h 1038646"/>
              <a:gd name="connsiteX1261" fmla="*/ 8122230 w 8872538"/>
              <a:gd name="connsiteY1261" fmla="*/ 689712 h 1038646"/>
              <a:gd name="connsiteX1262" fmla="*/ 8209893 w 8872538"/>
              <a:gd name="connsiteY1262" fmla="*/ 647348 h 1038646"/>
              <a:gd name="connsiteX1263" fmla="*/ 8309747 w 8872538"/>
              <a:gd name="connsiteY1263" fmla="*/ 600343 h 1038646"/>
              <a:gd name="connsiteX1264" fmla="*/ 8409601 w 8872538"/>
              <a:gd name="connsiteY1264" fmla="*/ 647348 h 1038646"/>
              <a:gd name="connsiteX1265" fmla="*/ 8497264 w 8872538"/>
              <a:gd name="connsiteY1265" fmla="*/ 689712 h 1038646"/>
              <a:gd name="connsiteX1266" fmla="*/ 8585039 w 8872538"/>
              <a:gd name="connsiteY1266" fmla="*/ 647348 h 1038646"/>
              <a:gd name="connsiteX1267" fmla="*/ 8685021 w 8872538"/>
              <a:gd name="connsiteY1267" fmla="*/ 600343 h 1038646"/>
              <a:gd name="connsiteX1268" fmla="*/ 8784875 w 8872538"/>
              <a:gd name="connsiteY1268" fmla="*/ 647348 h 1038646"/>
              <a:gd name="connsiteX1269" fmla="*/ 8872538 w 8872538"/>
              <a:gd name="connsiteY1269" fmla="*/ 689712 h 1038646"/>
              <a:gd name="connsiteX1270" fmla="*/ 8872538 w 8872538"/>
              <a:gd name="connsiteY1270" fmla="*/ 707701 h 1038646"/>
              <a:gd name="connsiteX1271" fmla="*/ 8772684 w 8872538"/>
              <a:gd name="connsiteY1271" fmla="*/ 660115 h 1038646"/>
              <a:gd name="connsiteX1272" fmla="*/ 8685021 w 8872538"/>
              <a:gd name="connsiteY1272" fmla="*/ 617752 h 1038646"/>
              <a:gd name="connsiteX1273" fmla="*/ 8597246 w 8872538"/>
              <a:gd name="connsiteY1273" fmla="*/ 660115 h 1038646"/>
              <a:gd name="connsiteX1274" fmla="*/ 8497264 w 8872538"/>
              <a:gd name="connsiteY1274" fmla="*/ 707701 h 1038646"/>
              <a:gd name="connsiteX1275" fmla="*/ 8397409 w 8872538"/>
              <a:gd name="connsiteY1275" fmla="*/ 660115 h 1038646"/>
              <a:gd name="connsiteX1276" fmla="*/ 8309747 w 8872538"/>
              <a:gd name="connsiteY1276" fmla="*/ 617752 h 1038646"/>
              <a:gd name="connsiteX1277" fmla="*/ 8222084 w 8872538"/>
              <a:gd name="connsiteY1277" fmla="*/ 660115 h 1038646"/>
              <a:gd name="connsiteX1278" fmla="*/ 8122230 w 8872538"/>
              <a:gd name="connsiteY1278" fmla="*/ 707701 h 1038646"/>
              <a:gd name="connsiteX1279" fmla="*/ 8022377 w 8872538"/>
              <a:gd name="connsiteY1279" fmla="*/ 660115 h 1038646"/>
              <a:gd name="connsiteX1280" fmla="*/ 7934713 w 8872538"/>
              <a:gd name="connsiteY1280" fmla="*/ 617752 h 1038646"/>
              <a:gd name="connsiteX1281" fmla="*/ 7847519 w 8872538"/>
              <a:gd name="connsiteY1281" fmla="*/ 660115 h 1038646"/>
              <a:gd name="connsiteX1282" fmla="*/ 7746956 w 8872538"/>
              <a:gd name="connsiteY1282" fmla="*/ 707701 h 1038646"/>
              <a:gd name="connsiteX1283" fmla="*/ 7647102 w 8872538"/>
              <a:gd name="connsiteY1283" fmla="*/ 660115 h 1038646"/>
              <a:gd name="connsiteX1284" fmla="*/ 7559439 w 8872538"/>
              <a:gd name="connsiteY1284" fmla="*/ 617752 h 1038646"/>
              <a:gd name="connsiteX1285" fmla="*/ 7472357 w 8872538"/>
              <a:gd name="connsiteY1285" fmla="*/ 660115 h 1038646"/>
              <a:gd name="connsiteX1286" fmla="*/ 7371922 w 8872538"/>
              <a:gd name="connsiteY1286" fmla="*/ 707701 h 1038646"/>
              <a:gd name="connsiteX1287" fmla="*/ 7272069 w 8872538"/>
              <a:gd name="connsiteY1287" fmla="*/ 660115 h 1038646"/>
              <a:gd name="connsiteX1288" fmla="*/ 7184405 w 8872538"/>
              <a:gd name="connsiteY1288" fmla="*/ 617752 h 1038646"/>
              <a:gd name="connsiteX1289" fmla="*/ 7097212 w 8872538"/>
              <a:gd name="connsiteY1289" fmla="*/ 660115 h 1038646"/>
              <a:gd name="connsiteX1290" fmla="*/ 6996648 w 8872538"/>
              <a:gd name="connsiteY1290" fmla="*/ 707701 h 1038646"/>
              <a:gd name="connsiteX1291" fmla="*/ 6896794 w 8872538"/>
              <a:gd name="connsiteY1291" fmla="*/ 660115 h 1038646"/>
              <a:gd name="connsiteX1292" fmla="*/ 6809131 w 8872538"/>
              <a:gd name="connsiteY1292" fmla="*/ 617752 h 1038646"/>
              <a:gd name="connsiteX1293" fmla="*/ 6722050 w 8872538"/>
              <a:gd name="connsiteY1293" fmla="*/ 660115 h 1038646"/>
              <a:gd name="connsiteX1294" fmla="*/ 6621614 w 8872538"/>
              <a:gd name="connsiteY1294" fmla="*/ 707701 h 1038646"/>
              <a:gd name="connsiteX1295" fmla="*/ 6521761 w 8872538"/>
              <a:gd name="connsiteY1295" fmla="*/ 660115 h 1038646"/>
              <a:gd name="connsiteX1296" fmla="*/ 6434098 w 8872538"/>
              <a:gd name="connsiteY1296" fmla="*/ 617752 h 1038646"/>
              <a:gd name="connsiteX1297" fmla="*/ 6346904 w 8872538"/>
              <a:gd name="connsiteY1297" fmla="*/ 660115 h 1038646"/>
              <a:gd name="connsiteX1298" fmla="*/ 6246341 w 8872538"/>
              <a:gd name="connsiteY1298" fmla="*/ 707701 h 1038646"/>
              <a:gd name="connsiteX1299" fmla="*/ 6146486 w 8872538"/>
              <a:gd name="connsiteY1299" fmla="*/ 660115 h 1038646"/>
              <a:gd name="connsiteX1300" fmla="*/ 6058824 w 8872538"/>
              <a:gd name="connsiteY1300" fmla="*/ 617752 h 1038646"/>
              <a:gd name="connsiteX1301" fmla="*/ 5971742 w 8872538"/>
              <a:gd name="connsiteY1301" fmla="*/ 660115 h 1038646"/>
              <a:gd name="connsiteX1302" fmla="*/ 5871307 w 8872538"/>
              <a:gd name="connsiteY1302" fmla="*/ 707701 h 1038646"/>
              <a:gd name="connsiteX1303" fmla="*/ 5771325 w 8872538"/>
              <a:gd name="connsiteY1303" fmla="*/ 660115 h 1038646"/>
              <a:gd name="connsiteX1304" fmla="*/ 5683550 w 8872538"/>
              <a:gd name="connsiteY1304" fmla="*/ 617752 h 1038646"/>
              <a:gd name="connsiteX1305" fmla="*/ 5596467 w 8872538"/>
              <a:gd name="connsiteY1305" fmla="*/ 660115 h 1038646"/>
              <a:gd name="connsiteX1306" fmla="*/ 5496033 w 8872538"/>
              <a:gd name="connsiteY1306" fmla="*/ 707701 h 1038646"/>
              <a:gd name="connsiteX1307" fmla="*/ 5396759 w 8872538"/>
              <a:gd name="connsiteY1307" fmla="*/ 660115 h 1038646"/>
              <a:gd name="connsiteX1308" fmla="*/ 5308516 w 8872538"/>
              <a:gd name="connsiteY1308" fmla="*/ 617752 h 1038646"/>
              <a:gd name="connsiteX1309" fmla="*/ 5221434 w 8872538"/>
              <a:gd name="connsiteY1309" fmla="*/ 660115 h 1038646"/>
              <a:gd name="connsiteX1310" fmla="*/ 5120999 w 8872538"/>
              <a:gd name="connsiteY1310" fmla="*/ 707701 h 1038646"/>
              <a:gd name="connsiteX1311" fmla="*/ 5021598 w 8872538"/>
              <a:gd name="connsiteY1311" fmla="*/ 660115 h 1038646"/>
              <a:gd name="connsiteX1312" fmla="*/ 4933242 w 8872538"/>
              <a:gd name="connsiteY1312" fmla="*/ 617752 h 1038646"/>
              <a:gd name="connsiteX1313" fmla="*/ 4846160 w 8872538"/>
              <a:gd name="connsiteY1313" fmla="*/ 660115 h 1038646"/>
              <a:gd name="connsiteX1314" fmla="*/ 4745726 w 8872538"/>
              <a:gd name="connsiteY1314" fmla="*/ 707701 h 1038646"/>
              <a:gd name="connsiteX1315" fmla="*/ 4646452 w 8872538"/>
              <a:gd name="connsiteY1315" fmla="*/ 660115 h 1038646"/>
              <a:gd name="connsiteX1316" fmla="*/ 4558209 w 8872538"/>
              <a:gd name="connsiteY1316" fmla="*/ 617752 h 1038646"/>
              <a:gd name="connsiteX1317" fmla="*/ 4471126 w 8872538"/>
              <a:gd name="connsiteY1317" fmla="*/ 660115 h 1038646"/>
              <a:gd name="connsiteX1318" fmla="*/ 4370692 w 8872538"/>
              <a:gd name="connsiteY1318" fmla="*/ 707701 h 1038646"/>
              <a:gd name="connsiteX1319" fmla="*/ 4271291 w 8872538"/>
              <a:gd name="connsiteY1319" fmla="*/ 660115 h 1038646"/>
              <a:gd name="connsiteX1320" fmla="*/ 4182934 w 8872538"/>
              <a:gd name="connsiteY1320" fmla="*/ 617752 h 1038646"/>
              <a:gd name="connsiteX1321" fmla="*/ 4095853 w 8872538"/>
              <a:gd name="connsiteY1321" fmla="*/ 660115 h 1038646"/>
              <a:gd name="connsiteX1322" fmla="*/ 3995418 w 8872538"/>
              <a:gd name="connsiteY1322" fmla="*/ 707701 h 1038646"/>
              <a:gd name="connsiteX1323" fmla="*/ 3896144 w 8872538"/>
              <a:gd name="connsiteY1323" fmla="*/ 660115 h 1038646"/>
              <a:gd name="connsiteX1324" fmla="*/ 3807901 w 8872538"/>
              <a:gd name="connsiteY1324" fmla="*/ 617752 h 1038646"/>
              <a:gd name="connsiteX1325" fmla="*/ 3720819 w 8872538"/>
              <a:gd name="connsiteY1325" fmla="*/ 660115 h 1038646"/>
              <a:gd name="connsiteX1326" fmla="*/ 3620384 w 8872538"/>
              <a:gd name="connsiteY1326" fmla="*/ 707701 h 1038646"/>
              <a:gd name="connsiteX1327" fmla="*/ 3520983 w 8872538"/>
              <a:gd name="connsiteY1327" fmla="*/ 660115 h 1038646"/>
              <a:gd name="connsiteX1328" fmla="*/ 3432627 w 8872538"/>
              <a:gd name="connsiteY1328" fmla="*/ 617752 h 1038646"/>
              <a:gd name="connsiteX1329" fmla="*/ 3345545 w 8872538"/>
              <a:gd name="connsiteY1329" fmla="*/ 660115 h 1038646"/>
              <a:gd name="connsiteX1330" fmla="*/ 3245110 w 8872538"/>
              <a:gd name="connsiteY1330" fmla="*/ 707701 h 1038646"/>
              <a:gd name="connsiteX1331" fmla="*/ 3145784 w 8872538"/>
              <a:gd name="connsiteY1331" fmla="*/ 660115 h 1038646"/>
              <a:gd name="connsiteX1332" fmla="*/ 3058075 w 8872538"/>
              <a:gd name="connsiteY1332" fmla="*/ 617752 h 1038646"/>
              <a:gd name="connsiteX1333" fmla="*/ 2970412 w 8872538"/>
              <a:gd name="connsiteY1333" fmla="*/ 660115 h 1038646"/>
              <a:gd name="connsiteX1334" fmla="*/ 2870558 w 8872538"/>
              <a:gd name="connsiteY1334" fmla="*/ 707701 h 1038646"/>
              <a:gd name="connsiteX1335" fmla="*/ 2870035 w 8872538"/>
              <a:gd name="connsiteY1335" fmla="*/ 707685 h 1038646"/>
              <a:gd name="connsiteX1336" fmla="*/ 2870035 w 8872538"/>
              <a:gd name="connsiteY1336" fmla="*/ 707701 h 1038646"/>
              <a:gd name="connsiteX1337" fmla="*/ 2770319 w 8872538"/>
              <a:gd name="connsiteY1337" fmla="*/ 660115 h 1038646"/>
              <a:gd name="connsiteX1338" fmla="*/ 2729985 w 8872538"/>
              <a:gd name="connsiteY1338" fmla="*/ 628536 h 1038646"/>
              <a:gd name="connsiteX1339" fmla="*/ 2720496 w 8872538"/>
              <a:gd name="connsiteY1339" fmla="*/ 624291 h 1038646"/>
              <a:gd name="connsiteX1340" fmla="*/ 2719503 w 8872538"/>
              <a:gd name="connsiteY1340" fmla="*/ 623952 h 1038646"/>
              <a:gd name="connsiteX1341" fmla="*/ 2709778 w 8872538"/>
              <a:gd name="connsiteY1341" fmla="*/ 620909 h 1038646"/>
              <a:gd name="connsiteX1342" fmla="*/ 2707458 w 8872538"/>
              <a:gd name="connsiteY1342" fmla="*/ 620459 h 1038646"/>
              <a:gd name="connsiteX1343" fmla="*/ 2697805 w 8872538"/>
              <a:gd name="connsiteY1343" fmla="*/ 618668 h 1038646"/>
              <a:gd name="connsiteX1344" fmla="*/ 2682656 w 8872538"/>
              <a:gd name="connsiteY1344" fmla="*/ 617752 h 1038646"/>
              <a:gd name="connsiteX1345" fmla="*/ 2667512 w 8872538"/>
              <a:gd name="connsiteY1345" fmla="*/ 618668 h 1038646"/>
              <a:gd name="connsiteX1346" fmla="*/ 2594881 w 8872538"/>
              <a:gd name="connsiteY1346" fmla="*/ 660115 h 1038646"/>
              <a:gd name="connsiteX1347" fmla="*/ 2504100 w 8872538"/>
              <a:gd name="connsiteY1347" fmla="*/ 707416 h 1038646"/>
              <a:gd name="connsiteX1348" fmla="*/ 2494899 w 8872538"/>
              <a:gd name="connsiteY1348" fmla="*/ 707701 h 1038646"/>
              <a:gd name="connsiteX1349" fmla="*/ 2485716 w 8872538"/>
              <a:gd name="connsiteY1349" fmla="*/ 707416 h 1038646"/>
              <a:gd name="connsiteX1350" fmla="*/ 2395045 w 8872538"/>
              <a:gd name="connsiteY1350" fmla="*/ 660115 h 1038646"/>
              <a:gd name="connsiteX1351" fmla="*/ 2322531 w 8872538"/>
              <a:gd name="connsiteY1351" fmla="*/ 618668 h 1038646"/>
              <a:gd name="connsiteX1352" fmla="*/ 2307382 w 8872538"/>
              <a:gd name="connsiteY1352" fmla="*/ 617752 h 1038646"/>
              <a:gd name="connsiteX1353" fmla="*/ 2292258 w 8872538"/>
              <a:gd name="connsiteY1353" fmla="*/ 618668 h 1038646"/>
              <a:gd name="connsiteX1354" fmla="*/ 2219720 w 8872538"/>
              <a:gd name="connsiteY1354" fmla="*/ 660115 h 1038646"/>
              <a:gd name="connsiteX1355" fmla="*/ 2129055 w 8872538"/>
              <a:gd name="connsiteY1355" fmla="*/ 707416 h 1038646"/>
              <a:gd name="connsiteX1356" fmla="*/ 2119866 w 8872538"/>
              <a:gd name="connsiteY1356" fmla="*/ 707701 h 1038646"/>
              <a:gd name="connsiteX1357" fmla="*/ 2110683 w 8872538"/>
              <a:gd name="connsiteY1357" fmla="*/ 707416 h 1038646"/>
              <a:gd name="connsiteX1358" fmla="*/ 2020012 w 8872538"/>
              <a:gd name="connsiteY1358" fmla="*/ 660115 h 1038646"/>
              <a:gd name="connsiteX1359" fmla="*/ 1947498 w 8872538"/>
              <a:gd name="connsiteY1359" fmla="*/ 618668 h 1038646"/>
              <a:gd name="connsiteX1360" fmla="*/ 1932349 w 8872538"/>
              <a:gd name="connsiteY1360" fmla="*/ 617752 h 1038646"/>
              <a:gd name="connsiteX1361" fmla="*/ 1917207 w 8872538"/>
              <a:gd name="connsiteY1361" fmla="*/ 618668 h 1038646"/>
              <a:gd name="connsiteX1362" fmla="*/ 1845155 w 8872538"/>
              <a:gd name="connsiteY1362" fmla="*/ 660115 h 1038646"/>
              <a:gd name="connsiteX1363" fmla="*/ 1753794 w 8872538"/>
              <a:gd name="connsiteY1363" fmla="*/ 707416 h 1038646"/>
              <a:gd name="connsiteX1364" fmla="*/ 1744592 w 8872538"/>
              <a:gd name="connsiteY1364" fmla="*/ 707701 h 1038646"/>
              <a:gd name="connsiteX1365" fmla="*/ 1735409 w 8872538"/>
              <a:gd name="connsiteY1365" fmla="*/ 707416 h 1038646"/>
              <a:gd name="connsiteX1366" fmla="*/ 1644738 w 8872538"/>
              <a:gd name="connsiteY1366" fmla="*/ 660115 h 1038646"/>
              <a:gd name="connsiteX1367" fmla="*/ 1572224 w 8872538"/>
              <a:gd name="connsiteY1367" fmla="*/ 618668 h 1038646"/>
              <a:gd name="connsiteX1368" fmla="*/ 1557075 w 8872538"/>
              <a:gd name="connsiteY1368" fmla="*/ 617752 h 1038646"/>
              <a:gd name="connsiteX1369" fmla="*/ 1541952 w 8872538"/>
              <a:gd name="connsiteY1369" fmla="*/ 618668 h 1038646"/>
              <a:gd name="connsiteX1370" fmla="*/ 1469994 w 8872538"/>
              <a:gd name="connsiteY1370" fmla="*/ 660115 h 1038646"/>
              <a:gd name="connsiteX1371" fmla="*/ 1378749 w 8872538"/>
              <a:gd name="connsiteY1371" fmla="*/ 707416 h 1038646"/>
              <a:gd name="connsiteX1372" fmla="*/ 1369559 w 8872538"/>
              <a:gd name="connsiteY1372" fmla="*/ 707701 h 1038646"/>
              <a:gd name="connsiteX1373" fmla="*/ 1360376 w 8872538"/>
              <a:gd name="connsiteY1373" fmla="*/ 707416 h 1038646"/>
              <a:gd name="connsiteX1374" fmla="*/ 1269705 w 8872538"/>
              <a:gd name="connsiteY1374" fmla="*/ 660115 h 1038646"/>
              <a:gd name="connsiteX1375" fmla="*/ 1197358 w 8872538"/>
              <a:gd name="connsiteY1375" fmla="*/ 618668 h 1038646"/>
              <a:gd name="connsiteX1376" fmla="*/ 1182043 w 8872538"/>
              <a:gd name="connsiteY1376" fmla="*/ 617752 h 1038646"/>
              <a:gd name="connsiteX1377" fmla="*/ 1166899 w 8872538"/>
              <a:gd name="connsiteY1377" fmla="*/ 618668 h 1038646"/>
              <a:gd name="connsiteX1378" fmla="*/ 1094848 w 8872538"/>
              <a:gd name="connsiteY1378" fmla="*/ 660115 h 1038646"/>
              <a:gd name="connsiteX1379" fmla="*/ 1003583 w 8872538"/>
              <a:gd name="connsiteY1379" fmla="*/ 707416 h 1038646"/>
              <a:gd name="connsiteX1380" fmla="*/ 994285 w 8872538"/>
              <a:gd name="connsiteY1380" fmla="*/ 707701 h 1038646"/>
              <a:gd name="connsiteX1381" fmla="*/ 985102 w 8872538"/>
              <a:gd name="connsiteY1381" fmla="*/ 707416 h 1038646"/>
              <a:gd name="connsiteX1382" fmla="*/ 894431 w 8872538"/>
              <a:gd name="connsiteY1382" fmla="*/ 660115 h 1038646"/>
              <a:gd name="connsiteX1383" fmla="*/ 822084 w 8872538"/>
              <a:gd name="connsiteY1383" fmla="*/ 618668 h 1038646"/>
              <a:gd name="connsiteX1384" fmla="*/ 806768 w 8872538"/>
              <a:gd name="connsiteY1384" fmla="*/ 617752 h 1038646"/>
              <a:gd name="connsiteX1385" fmla="*/ 791645 w 8872538"/>
              <a:gd name="connsiteY1385" fmla="*/ 618668 h 1038646"/>
              <a:gd name="connsiteX1386" fmla="*/ 719686 w 8872538"/>
              <a:gd name="connsiteY1386" fmla="*/ 660115 h 1038646"/>
              <a:gd name="connsiteX1387" fmla="*/ 628538 w 8872538"/>
              <a:gd name="connsiteY1387" fmla="*/ 707416 h 1038646"/>
              <a:gd name="connsiteX1388" fmla="*/ 619252 w 8872538"/>
              <a:gd name="connsiteY1388" fmla="*/ 707701 h 1038646"/>
              <a:gd name="connsiteX1389" fmla="*/ 610069 w 8872538"/>
              <a:gd name="connsiteY1389" fmla="*/ 707416 h 1038646"/>
              <a:gd name="connsiteX1390" fmla="*/ 519398 w 8872538"/>
              <a:gd name="connsiteY1390" fmla="*/ 660115 h 1038646"/>
              <a:gd name="connsiteX1391" fmla="*/ 447051 w 8872538"/>
              <a:gd name="connsiteY1391" fmla="*/ 618668 h 1038646"/>
              <a:gd name="connsiteX1392" fmla="*/ 431735 w 8872538"/>
              <a:gd name="connsiteY1392" fmla="*/ 617752 h 1038646"/>
              <a:gd name="connsiteX1393" fmla="*/ 416592 w 8872538"/>
              <a:gd name="connsiteY1393" fmla="*/ 618668 h 1038646"/>
              <a:gd name="connsiteX1394" fmla="*/ 344542 w 8872538"/>
              <a:gd name="connsiteY1394" fmla="*/ 660115 h 1038646"/>
              <a:gd name="connsiteX1395" fmla="*/ 253276 w 8872538"/>
              <a:gd name="connsiteY1395" fmla="*/ 707416 h 1038646"/>
              <a:gd name="connsiteX1396" fmla="*/ 243979 w 8872538"/>
              <a:gd name="connsiteY1396" fmla="*/ 707701 h 1038646"/>
              <a:gd name="connsiteX1397" fmla="*/ 234795 w 8872538"/>
              <a:gd name="connsiteY1397" fmla="*/ 707416 h 1038646"/>
              <a:gd name="connsiteX1398" fmla="*/ 144124 w 8872538"/>
              <a:gd name="connsiteY1398" fmla="*/ 660115 h 1038646"/>
              <a:gd name="connsiteX1399" fmla="*/ 71777 w 8872538"/>
              <a:gd name="connsiteY1399" fmla="*/ 618668 h 1038646"/>
              <a:gd name="connsiteX1400" fmla="*/ 56461 w 8872538"/>
              <a:gd name="connsiteY1400" fmla="*/ 617752 h 1038646"/>
              <a:gd name="connsiteX1401" fmla="*/ 41338 w 8872538"/>
              <a:gd name="connsiteY1401" fmla="*/ 618668 h 1038646"/>
              <a:gd name="connsiteX1402" fmla="*/ 567 w 8872538"/>
              <a:gd name="connsiteY1402" fmla="*/ 633727 h 1038646"/>
              <a:gd name="connsiteX1403" fmla="*/ 0 w 8872538"/>
              <a:gd name="connsiteY1403" fmla="*/ 634206 h 1038646"/>
              <a:gd name="connsiteX1404" fmla="*/ 0 w 8872538"/>
              <a:gd name="connsiteY1404" fmla="*/ 615109 h 1038646"/>
              <a:gd name="connsiteX1405" fmla="*/ 47278 w 8872538"/>
              <a:gd name="connsiteY1405" fmla="*/ 600622 h 1038646"/>
              <a:gd name="connsiteX1406" fmla="*/ 56456 w 8872538"/>
              <a:gd name="connsiteY1406" fmla="*/ 500446 h 1038646"/>
              <a:gd name="connsiteX1407" fmla="*/ 65741 w 8872538"/>
              <a:gd name="connsiteY1407" fmla="*/ 500732 h 1038646"/>
              <a:gd name="connsiteX1408" fmla="*/ 156890 w 8872538"/>
              <a:gd name="connsiteY1408" fmla="*/ 548032 h 1038646"/>
              <a:gd name="connsiteX1409" fmla="*/ 228849 w 8872538"/>
              <a:gd name="connsiteY1409" fmla="*/ 589480 h 1038646"/>
              <a:gd name="connsiteX1410" fmla="*/ 243972 w 8872538"/>
              <a:gd name="connsiteY1410" fmla="*/ 590395 h 1038646"/>
              <a:gd name="connsiteX1411" fmla="*/ 259307 w 8872538"/>
              <a:gd name="connsiteY1411" fmla="*/ 589480 h 1038646"/>
              <a:gd name="connsiteX1412" fmla="*/ 331747 w 8872538"/>
              <a:gd name="connsiteY1412" fmla="*/ 548032 h 1038646"/>
              <a:gd name="connsiteX1413" fmla="*/ 422534 w 8872538"/>
              <a:gd name="connsiteY1413" fmla="*/ 500732 h 1038646"/>
              <a:gd name="connsiteX1414" fmla="*/ 431730 w 8872538"/>
              <a:gd name="connsiteY1414" fmla="*/ 500446 h 1038646"/>
              <a:gd name="connsiteX1415" fmla="*/ 441015 w 8872538"/>
              <a:gd name="connsiteY1415" fmla="*/ 500732 h 1038646"/>
              <a:gd name="connsiteX1416" fmla="*/ 532164 w 8872538"/>
              <a:gd name="connsiteY1416" fmla="*/ 548032 h 1038646"/>
              <a:gd name="connsiteX1417" fmla="*/ 604123 w 8872538"/>
              <a:gd name="connsiteY1417" fmla="*/ 589480 h 1038646"/>
              <a:gd name="connsiteX1418" fmla="*/ 619246 w 8872538"/>
              <a:gd name="connsiteY1418" fmla="*/ 590395 h 1038646"/>
              <a:gd name="connsiteX1419" fmla="*/ 634561 w 8872538"/>
              <a:gd name="connsiteY1419" fmla="*/ 589480 h 1038646"/>
              <a:gd name="connsiteX1420" fmla="*/ 706908 w 8872538"/>
              <a:gd name="connsiteY1420" fmla="*/ 548032 h 1038646"/>
              <a:gd name="connsiteX1421" fmla="*/ 797580 w 8872538"/>
              <a:gd name="connsiteY1421" fmla="*/ 500732 h 1038646"/>
              <a:gd name="connsiteX1422" fmla="*/ 806763 w 8872538"/>
              <a:gd name="connsiteY1422" fmla="*/ 500446 h 1038646"/>
              <a:gd name="connsiteX1423" fmla="*/ 816048 w 8872538"/>
              <a:gd name="connsiteY1423" fmla="*/ 500732 h 1038646"/>
              <a:gd name="connsiteX1424" fmla="*/ 907197 w 8872538"/>
              <a:gd name="connsiteY1424" fmla="*/ 548032 h 1038646"/>
              <a:gd name="connsiteX1425" fmla="*/ 979156 w 8872538"/>
              <a:gd name="connsiteY1425" fmla="*/ 589480 h 1038646"/>
              <a:gd name="connsiteX1426" fmla="*/ 994279 w 8872538"/>
              <a:gd name="connsiteY1426" fmla="*/ 590395 h 1038646"/>
              <a:gd name="connsiteX1427" fmla="*/ 1009614 w 8872538"/>
              <a:gd name="connsiteY1427" fmla="*/ 589480 h 1038646"/>
              <a:gd name="connsiteX1428" fmla="*/ 1082054 w 8872538"/>
              <a:gd name="connsiteY1428" fmla="*/ 548032 h 1038646"/>
              <a:gd name="connsiteX1429" fmla="*/ 1172842 w 8872538"/>
              <a:gd name="connsiteY1429" fmla="*/ 500732 h 1038646"/>
              <a:gd name="connsiteX1430" fmla="*/ 1182036 w 8872538"/>
              <a:gd name="connsiteY1430" fmla="*/ 500446 h 1038646"/>
              <a:gd name="connsiteX1431" fmla="*/ 1191322 w 8872538"/>
              <a:gd name="connsiteY1431" fmla="*/ 500732 h 1038646"/>
              <a:gd name="connsiteX1432" fmla="*/ 1282471 w 8872538"/>
              <a:gd name="connsiteY1432" fmla="*/ 548032 h 1038646"/>
              <a:gd name="connsiteX1433" fmla="*/ 1354430 w 8872538"/>
              <a:gd name="connsiteY1433" fmla="*/ 589480 h 1038646"/>
              <a:gd name="connsiteX1434" fmla="*/ 1369553 w 8872538"/>
              <a:gd name="connsiteY1434" fmla="*/ 590395 h 1038646"/>
              <a:gd name="connsiteX1435" fmla="*/ 1384701 w 8872538"/>
              <a:gd name="connsiteY1435" fmla="*/ 589480 h 1038646"/>
              <a:gd name="connsiteX1436" fmla="*/ 1457216 w 8872538"/>
              <a:gd name="connsiteY1436" fmla="*/ 548032 h 1038646"/>
              <a:gd name="connsiteX1437" fmla="*/ 1547887 w 8872538"/>
              <a:gd name="connsiteY1437" fmla="*/ 500732 h 1038646"/>
              <a:gd name="connsiteX1438" fmla="*/ 1557069 w 8872538"/>
              <a:gd name="connsiteY1438" fmla="*/ 500446 h 1038646"/>
              <a:gd name="connsiteX1439" fmla="*/ 1566259 w 8872538"/>
              <a:gd name="connsiteY1439" fmla="*/ 500732 h 1038646"/>
              <a:gd name="connsiteX1440" fmla="*/ 1657504 w 8872538"/>
              <a:gd name="connsiteY1440" fmla="*/ 548032 h 1038646"/>
              <a:gd name="connsiteX1441" fmla="*/ 1729463 w 8872538"/>
              <a:gd name="connsiteY1441" fmla="*/ 589480 h 1038646"/>
              <a:gd name="connsiteX1442" fmla="*/ 1744586 w 8872538"/>
              <a:gd name="connsiteY1442" fmla="*/ 590395 h 1038646"/>
              <a:gd name="connsiteX1443" fmla="*/ 1759754 w 8872538"/>
              <a:gd name="connsiteY1443" fmla="*/ 589480 h 1038646"/>
              <a:gd name="connsiteX1444" fmla="*/ 1832361 w 8872538"/>
              <a:gd name="connsiteY1444" fmla="*/ 548032 h 1038646"/>
              <a:gd name="connsiteX1445" fmla="*/ 1923149 w 8872538"/>
              <a:gd name="connsiteY1445" fmla="*/ 500732 h 1038646"/>
              <a:gd name="connsiteX1446" fmla="*/ 1932343 w 8872538"/>
              <a:gd name="connsiteY1446" fmla="*/ 500446 h 1038646"/>
              <a:gd name="connsiteX1447" fmla="*/ 1932344 w 8872538"/>
              <a:gd name="connsiteY1447" fmla="*/ 500446 h 1038646"/>
              <a:gd name="connsiteX1448" fmla="*/ 1941533 w 8872538"/>
              <a:gd name="connsiteY1448" fmla="*/ 500732 h 1038646"/>
              <a:gd name="connsiteX1449" fmla="*/ 2032778 w 8872538"/>
              <a:gd name="connsiteY1449" fmla="*/ 548032 h 1038646"/>
              <a:gd name="connsiteX1450" fmla="*/ 2104736 w 8872538"/>
              <a:gd name="connsiteY1450" fmla="*/ 589480 h 1038646"/>
              <a:gd name="connsiteX1451" fmla="*/ 2119860 w 8872538"/>
              <a:gd name="connsiteY1451" fmla="*/ 590395 h 1038646"/>
              <a:gd name="connsiteX1452" fmla="*/ 2135009 w 8872538"/>
              <a:gd name="connsiteY1452" fmla="*/ 589480 h 1038646"/>
              <a:gd name="connsiteX1453" fmla="*/ 2207523 w 8872538"/>
              <a:gd name="connsiteY1453" fmla="*/ 548032 h 1038646"/>
              <a:gd name="connsiteX1454" fmla="*/ 2298194 w 8872538"/>
              <a:gd name="connsiteY1454" fmla="*/ 500732 h 1038646"/>
              <a:gd name="connsiteX1455" fmla="*/ 2307376 w 8872538"/>
              <a:gd name="connsiteY1455" fmla="*/ 500446 h 1038646"/>
              <a:gd name="connsiteX1456" fmla="*/ 2316566 w 8872538"/>
              <a:gd name="connsiteY1456" fmla="*/ 500732 h 1038646"/>
              <a:gd name="connsiteX1457" fmla="*/ 2407231 w 8872538"/>
              <a:gd name="connsiteY1457" fmla="*/ 548032 h 1038646"/>
              <a:gd name="connsiteX1458" fmla="*/ 2479768 w 8872538"/>
              <a:gd name="connsiteY1458" fmla="*/ 589480 h 1038646"/>
              <a:gd name="connsiteX1459" fmla="*/ 2494893 w 8872538"/>
              <a:gd name="connsiteY1459" fmla="*/ 590395 h 1038646"/>
              <a:gd name="connsiteX1460" fmla="*/ 2510061 w 8872538"/>
              <a:gd name="connsiteY1460" fmla="*/ 589480 h 1038646"/>
              <a:gd name="connsiteX1461" fmla="*/ 2582668 w 8872538"/>
              <a:gd name="connsiteY1461" fmla="*/ 548032 h 1038646"/>
              <a:gd name="connsiteX1462" fmla="*/ 2673455 w 8872538"/>
              <a:gd name="connsiteY1462" fmla="*/ 500732 h 1038646"/>
              <a:gd name="connsiteX1463" fmla="*/ 2682650 w 8872538"/>
              <a:gd name="connsiteY1463" fmla="*/ 500446 h 1038646"/>
              <a:gd name="connsiteX1464" fmla="*/ 2683077 w 8872538"/>
              <a:gd name="connsiteY1464" fmla="*/ 500459 h 1038646"/>
              <a:gd name="connsiteX1465" fmla="*/ 2683077 w 8872538"/>
              <a:gd name="connsiteY1465" fmla="*/ 500446 h 1038646"/>
              <a:gd name="connsiteX1466" fmla="*/ 2700916 w 8872538"/>
              <a:gd name="connsiteY1466" fmla="*/ 501562 h 1038646"/>
              <a:gd name="connsiteX1467" fmla="*/ 2705034 w 8872538"/>
              <a:gd name="connsiteY1467" fmla="*/ 502380 h 1038646"/>
              <a:gd name="connsiteX1468" fmla="*/ 2707640 w 8872538"/>
              <a:gd name="connsiteY1468" fmla="*/ 502705 h 1038646"/>
              <a:gd name="connsiteX1469" fmla="*/ 2710913 w 8872538"/>
              <a:gd name="connsiteY1469" fmla="*/ 503546 h 1038646"/>
              <a:gd name="connsiteX1470" fmla="*/ 2716722 w 8872538"/>
              <a:gd name="connsiteY1470" fmla="*/ 504699 h 1038646"/>
              <a:gd name="connsiteX1471" fmla="*/ 2720590 w 8872538"/>
              <a:gd name="connsiteY1471" fmla="*/ 506033 h 1038646"/>
              <a:gd name="connsiteX1472" fmla="*/ 2721747 w 8872538"/>
              <a:gd name="connsiteY1472" fmla="*/ 506330 h 1038646"/>
              <a:gd name="connsiteX1473" fmla="*/ 2723690 w 8872538"/>
              <a:gd name="connsiteY1473" fmla="*/ 507102 h 1038646"/>
              <a:gd name="connsiteX1474" fmla="*/ 2730744 w 8872538"/>
              <a:gd name="connsiteY1474" fmla="*/ 509535 h 1038646"/>
              <a:gd name="connsiteX1475" fmla="*/ 2782896 w 8872538"/>
              <a:gd name="connsiteY1475" fmla="*/ 548032 h 1038646"/>
              <a:gd name="connsiteX1476" fmla="*/ 2870558 w 8872538"/>
              <a:gd name="connsiteY1476" fmla="*/ 590395 h 1038646"/>
              <a:gd name="connsiteX1477" fmla="*/ 2958221 w 8872538"/>
              <a:gd name="connsiteY1477" fmla="*/ 548032 h 1038646"/>
              <a:gd name="connsiteX1478" fmla="*/ 3058075 w 8872538"/>
              <a:gd name="connsiteY1478" fmla="*/ 500446 h 1038646"/>
              <a:gd name="connsiteX1479" fmla="*/ 3157982 w 8872538"/>
              <a:gd name="connsiteY1479" fmla="*/ 548032 h 1038646"/>
              <a:gd name="connsiteX1480" fmla="*/ 3245110 w 8872538"/>
              <a:gd name="connsiteY1480" fmla="*/ 590395 h 1038646"/>
              <a:gd name="connsiteX1481" fmla="*/ 3333353 w 8872538"/>
              <a:gd name="connsiteY1481" fmla="*/ 548032 h 1038646"/>
              <a:gd name="connsiteX1482" fmla="*/ 3432627 w 8872538"/>
              <a:gd name="connsiteY1482" fmla="*/ 500446 h 1038646"/>
              <a:gd name="connsiteX1483" fmla="*/ 3533191 w 8872538"/>
              <a:gd name="connsiteY1483" fmla="*/ 548032 h 1038646"/>
              <a:gd name="connsiteX1484" fmla="*/ 3620384 w 8872538"/>
              <a:gd name="connsiteY1484" fmla="*/ 590395 h 1038646"/>
              <a:gd name="connsiteX1485" fmla="*/ 3708627 w 8872538"/>
              <a:gd name="connsiteY1485" fmla="*/ 548032 h 1038646"/>
              <a:gd name="connsiteX1486" fmla="*/ 3807901 w 8872538"/>
              <a:gd name="connsiteY1486" fmla="*/ 500446 h 1038646"/>
              <a:gd name="connsiteX1487" fmla="*/ 3908336 w 8872538"/>
              <a:gd name="connsiteY1487" fmla="*/ 548032 h 1038646"/>
              <a:gd name="connsiteX1488" fmla="*/ 3995418 w 8872538"/>
              <a:gd name="connsiteY1488" fmla="*/ 590395 h 1038646"/>
              <a:gd name="connsiteX1489" fmla="*/ 4083661 w 8872538"/>
              <a:gd name="connsiteY1489" fmla="*/ 548032 h 1038646"/>
              <a:gd name="connsiteX1490" fmla="*/ 4182934 w 8872538"/>
              <a:gd name="connsiteY1490" fmla="*/ 500446 h 1038646"/>
              <a:gd name="connsiteX1491" fmla="*/ 4283498 w 8872538"/>
              <a:gd name="connsiteY1491" fmla="*/ 548032 h 1038646"/>
              <a:gd name="connsiteX1492" fmla="*/ 4370692 w 8872538"/>
              <a:gd name="connsiteY1492" fmla="*/ 590395 h 1038646"/>
              <a:gd name="connsiteX1493" fmla="*/ 4458935 w 8872538"/>
              <a:gd name="connsiteY1493" fmla="*/ 548032 h 1038646"/>
              <a:gd name="connsiteX1494" fmla="*/ 4558209 w 8872538"/>
              <a:gd name="connsiteY1494" fmla="*/ 500446 h 1038646"/>
              <a:gd name="connsiteX1495" fmla="*/ 4658643 w 8872538"/>
              <a:gd name="connsiteY1495" fmla="*/ 548032 h 1038646"/>
              <a:gd name="connsiteX1496" fmla="*/ 4745726 w 8872538"/>
              <a:gd name="connsiteY1496" fmla="*/ 590395 h 1038646"/>
              <a:gd name="connsiteX1497" fmla="*/ 4833969 w 8872538"/>
              <a:gd name="connsiteY1497" fmla="*/ 548032 h 1038646"/>
              <a:gd name="connsiteX1498" fmla="*/ 4933242 w 8872538"/>
              <a:gd name="connsiteY1498" fmla="*/ 500446 h 1038646"/>
              <a:gd name="connsiteX1499" fmla="*/ 5033805 w 8872538"/>
              <a:gd name="connsiteY1499" fmla="*/ 548032 h 1038646"/>
              <a:gd name="connsiteX1500" fmla="*/ 5120999 w 8872538"/>
              <a:gd name="connsiteY1500" fmla="*/ 590395 h 1038646"/>
              <a:gd name="connsiteX1501" fmla="*/ 5209242 w 8872538"/>
              <a:gd name="connsiteY1501" fmla="*/ 548032 h 1038646"/>
              <a:gd name="connsiteX1502" fmla="*/ 5308516 w 8872538"/>
              <a:gd name="connsiteY1502" fmla="*/ 500446 h 1038646"/>
              <a:gd name="connsiteX1503" fmla="*/ 5408950 w 8872538"/>
              <a:gd name="connsiteY1503" fmla="*/ 548032 h 1038646"/>
              <a:gd name="connsiteX1504" fmla="*/ 5496033 w 8872538"/>
              <a:gd name="connsiteY1504" fmla="*/ 590395 h 1038646"/>
              <a:gd name="connsiteX1505" fmla="*/ 5584276 w 8872538"/>
              <a:gd name="connsiteY1505" fmla="*/ 548032 h 1038646"/>
              <a:gd name="connsiteX1506" fmla="*/ 5683550 w 8872538"/>
              <a:gd name="connsiteY1506" fmla="*/ 500446 h 1038646"/>
              <a:gd name="connsiteX1507" fmla="*/ 5784113 w 8872538"/>
              <a:gd name="connsiteY1507" fmla="*/ 548032 h 1038646"/>
              <a:gd name="connsiteX1508" fmla="*/ 5871307 w 8872538"/>
              <a:gd name="connsiteY1508" fmla="*/ 590395 h 1038646"/>
              <a:gd name="connsiteX1509" fmla="*/ 5958970 w 8872538"/>
              <a:gd name="connsiteY1509" fmla="*/ 548032 h 1038646"/>
              <a:gd name="connsiteX1510" fmla="*/ 6058824 w 8872538"/>
              <a:gd name="connsiteY1510" fmla="*/ 500446 h 1038646"/>
              <a:gd name="connsiteX1511" fmla="*/ 6159258 w 8872538"/>
              <a:gd name="connsiteY1511" fmla="*/ 548032 h 1038646"/>
              <a:gd name="connsiteX1512" fmla="*/ 6246341 w 8872538"/>
              <a:gd name="connsiteY1512" fmla="*/ 590395 h 1038646"/>
              <a:gd name="connsiteX1513" fmla="*/ 6334116 w 8872538"/>
              <a:gd name="connsiteY1513" fmla="*/ 548032 h 1038646"/>
              <a:gd name="connsiteX1514" fmla="*/ 6434098 w 8872538"/>
              <a:gd name="connsiteY1514" fmla="*/ 500446 h 1038646"/>
              <a:gd name="connsiteX1515" fmla="*/ 6534533 w 8872538"/>
              <a:gd name="connsiteY1515" fmla="*/ 548032 h 1038646"/>
              <a:gd name="connsiteX1516" fmla="*/ 6621614 w 8872538"/>
              <a:gd name="connsiteY1516" fmla="*/ 590395 h 1038646"/>
              <a:gd name="connsiteX1517" fmla="*/ 6709278 w 8872538"/>
              <a:gd name="connsiteY1517" fmla="*/ 548032 h 1038646"/>
              <a:gd name="connsiteX1518" fmla="*/ 6809131 w 8872538"/>
              <a:gd name="connsiteY1518" fmla="*/ 500446 h 1038646"/>
              <a:gd name="connsiteX1519" fmla="*/ 6909565 w 8872538"/>
              <a:gd name="connsiteY1519" fmla="*/ 548032 h 1038646"/>
              <a:gd name="connsiteX1520" fmla="*/ 6996648 w 8872538"/>
              <a:gd name="connsiteY1520" fmla="*/ 590395 h 1038646"/>
              <a:gd name="connsiteX1521" fmla="*/ 7084424 w 8872538"/>
              <a:gd name="connsiteY1521" fmla="*/ 548032 h 1038646"/>
              <a:gd name="connsiteX1522" fmla="*/ 7184405 w 8872538"/>
              <a:gd name="connsiteY1522" fmla="*/ 500446 h 1038646"/>
              <a:gd name="connsiteX1523" fmla="*/ 7284840 w 8872538"/>
              <a:gd name="connsiteY1523" fmla="*/ 548032 h 1038646"/>
              <a:gd name="connsiteX1524" fmla="*/ 7371922 w 8872538"/>
              <a:gd name="connsiteY1524" fmla="*/ 590395 h 1038646"/>
              <a:gd name="connsiteX1525" fmla="*/ 7459586 w 8872538"/>
              <a:gd name="connsiteY1525" fmla="*/ 548032 h 1038646"/>
              <a:gd name="connsiteX1526" fmla="*/ 7559439 w 8872538"/>
              <a:gd name="connsiteY1526" fmla="*/ 500446 h 1038646"/>
              <a:gd name="connsiteX1527" fmla="*/ 7659873 w 8872538"/>
              <a:gd name="connsiteY1527" fmla="*/ 548032 h 1038646"/>
              <a:gd name="connsiteX1528" fmla="*/ 7746956 w 8872538"/>
              <a:gd name="connsiteY1528" fmla="*/ 590395 h 1038646"/>
              <a:gd name="connsiteX1529" fmla="*/ 7834731 w 8872538"/>
              <a:gd name="connsiteY1529" fmla="*/ 548032 h 1038646"/>
              <a:gd name="connsiteX1530" fmla="*/ 7934713 w 8872538"/>
              <a:gd name="connsiteY1530" fmla="*/ 500446 h 1038646"/>
              <a:gd name="connsiteX1531" fmla="*/ 8035148 w 8872538"/>
              <a:gd name="connsiteY1531" fmla="*/ 548032 h 1038646"/>
              <a:gd name="connsiteX1532" fmla="*/ 8122230 w 8872538"/>
              <a:gd name="connsiteY1532" fmla="*/ 590395 h 1038646"/>
              <a:gd name="connsiteX1533" fmla="*/ 8209893 w 8872538"/>
              <a:gd name="connsiteY1533" fmla="*/ 548032 h 1038646"/>
              <a:gd name="connsiteX1534" fmla="*/ 8309747 w 8872538"/>
              <a:gd name="connsiteY1534" fmla="*/ 500446 h 1038646"/>
              <a:gd name="connsiteX1535" fmla="*/ 8409601 w 8872538"/>
              <a:gd name="connsiteY1535" fmla="*/ 548032 h 1038646"/>
              <a:gd name="connsiteX1536" fmla="*/ 8497264 w 8872538"/>
              <a:gd name="connsiteY1536" fmla="*/ 590395 h 1038646"/>
              <a:gd name="connsiteX1537" fmla="*/ 8585039 w 8872538"/>
              <a:gd name="connsiteY1537" fmla="*/ 548032 h 1038646"/>
              <a:gd name="connsiteX1538" fmla="*/ 8685021 w 8872538"/>
              <a:gd name="connsiteY1538" fmla="*/ 500446 h 1038646"/>
              <a:gd name="connsiteX1539" fmla="*/ 8784875 w 8872538"/>
              <a:gd name="connsiteY1539" fmla="*/ 548032 h 1038646"/>
              <a:gd name="connsiteX1540" fmla="*/ 8872538 w 8872538"/>
              <a:gd name="connsiteY1540" fmla="*/ 590395 h 1038646"/>
              <a:gd name="connsiteX1541" fmla="*/ 8872538 w 8872538"/>
              <a:gd name="connsiteY1541" fmla="*/ 607805 h 1038646"/>
              <a:gd name="connsiteX1542" fmla="*/ 8772684 w 8872538"/>
              <a:gd name="connsiteY1542" fmla="*/ 560799 h 1038646"/>
              <a:gd name="connsiteX1543" fmla="*/ 8685021 w 8872538"/>
              <a:gd name="connsiteY1543" fmla="*/ 518436 h 1038646"/>
              <a:gd name="connsiteX1544" fmla="*/ 8597246 w 8872538"/>
              <a:gd name="connsiteY1544" fmla="*/ 560799 h 1038646"/>
              <a:gd name="connsiteX1545" fmla="*/ 8497264 w 8872538"/>
              <a:gd name="connsiteY1545" fmla="*/ 607805 h 1038646"/>
              <a:gd name="connsiteX1546" fmla="*/ 8397409 w 8872538"/>
              <a:gd name="connsiteY1546" fmla="*/ 560799 h 1038646"/>
              <a:gd name="connsiteX1547" fmla="*/ 8309747 w 8872538"/>
              <a:gd name="connsiteY1547" fmla="*/ 518436 h 1038646"/>
              <a:gd name="connsiteX1548" fmla="*/ 8222084 w 8872538"/>
              <a:gd name="connsiteY1548" fmla="*/ 560799 h 1038646"/>
              <a:gd name="connsiteX1549" fmla="*/ 8122230 w 8872538"/>
              <a:gd name="connsiteY1549" fmla="*/ 607805 h 1038646"/>
              <a:gd name="connsiteX1550" fmla="*/ 8022377 w 8872538"/>
              <a:gd name="connsiteY1550" fmla="*/ 560799 h 1038646"/>
              <a:gd name="connsiteX1551" fmla="*/ 7934713 w 8872538"/>
              <a:gd name="connsiteY1551" fmla="*/ 518436 h 1038646"/>
              <a:gd name="connsiteX1552" fmla="*/ 7847519 w 8872538"/>
              <a:gd name="connsiteY1552" fmla="*/ 560799 h 1038646"/>
              <a:gd name="connsiteX1553" fmla="*/ 7746956 w 8872538"/>
              <a:gd name="connsiteY1553" fmla="*/ 607805 h 1038646"/>
              <a:gd name="connsiteX1554" fmla="*/ 7647102 w 8872538"/>
              <a:gd name="connsiteY1554" fmla="*/ 560799 h 1038646"/>
              <a:gd name="connsiteX1555" fmla="*/ 7559439 w 8872538"/>
              <a:gd name="connsiteY1555" fmla="*/ 518436 h 1038646"/>
              <a:gd name="connsiteX1556" fmla="*/ 7472357 w 8872538"/>
              <a:gd name="connsiteY1556" fmla="*/ 560799 h 1038646"/>
              <a:gd name="connsiteX1557" fmla="*/ 7371922 w 8872538"/>
              <a:gd name="connsiteY1557" fmla="*/ 607805 h 1038646"/>
              <a:gd name="connsiteX1558" fmla="*/ 7272069 w 8872538"/>
              <a:gd name="connsiteY1558" fmla="*/ 560799 h 1038646"/>
              <a:gd name="connsiteX1559" fmla="*/ 7184405 w 8872538"/>
              <a:gd name="connsiteY1559" fmla="*/ 518436 h 1038646"/>
              <a:gd name="connsiteX1560" fmla="*/ 7097212 w 8872538"/>
              <a:gd name="connsiteY1560" fmla="*/ 560799 h 1038646"/>
              <a:gd name="connsiteX1561" fmla="*/ 6996648 w 8872538"/>
              <a:gd name="connsiteY1561" fmla="*/ 607805 h 1038646"/>
              <a:gd name="connsiteX1562" fmla="*/ 6896794 w 8872538"/>
              <a:gd name="connsiteY1562" fmla="*/ 560799 h 1038646"/>
              <a:gd name="connsiteX1563" fmla="*/ 6809131 w 8872538"/>
              <a:gd name="connsiteY1563" fmla="*/ 518436 h 1038646"/>
              <a:gd name="connsiteX1564" fmla="*/ 6722050 w 8872538"/>
              <a:gd name="connsiteY1564" fmla="*/ 560799 h 1038646"/>
              <a:gd name="connsiteX1565" fmla="*/ 6621614 w 8872538"/>
              <a:gd name="connsiteY1565" fmla="*/ 607805 h 1038646"/>
              <a:gd name="connsiteX1566" fmla="*/ 6521761 w 8872538"/>
              <a:gd name="connsiteY1566" fmla="*/ 560799 h 1038646"/>
              <a:gd name="connsiteX1567" fmla="*/ 6434098 w 8872538"/>
              <a:gd name="connsiteY1567" fmla="*/ 518436 h 1038646"/>
              <a:gd name="connsiteX1568" fmla="*/ 6346904 w 8872538"/>
              <a:gd name="connsiteY1568" fmla="*/ 560799 h 1038646"/>
              <a:gd name="connsiteX1569" fmla="*/ 6246341 w 8872538"/>
              <a:gd name="connsiteY1569" fmla="*/ 607805 h 1038646"/>
              <a:gd name="connsiteX1570" fmla="*/ 6146486 w 8872538"/>
              <a:gd name="connsiteY1570" fmla="*/ 560799 h 1038646"/>
              <a:gd name="connsiteX1571" fmla="*/ 6058824 w 8872538"/>
              <a:gd name="connsiteY1571" fmla="*/ 518436 h 1038646"/>
              <a:gd name="connsiteX1572" fmla="*/ 5971742 w 8872538"/>
              <a:gd name="connsiteY1572" fmla="*/ 560799 h 1038646"/>
              <a:gd name="connsiteX1573" fmla="*/ 5871307 w 8872538"/>
              <a:gd name="connsiteY1573" fmla="*/ 607805 h 1038646"/>
              <a:gd name="connsiteX1574" fmla="*/ 5771325 w 8872538"/>
              <a:gd name="connsiteY1574" fmla="*/ 560799 h 1038646"/>
              <a:gd name="connsiteX1575" fmla="*/ 5683550 w 8872538"/>
              <a:gd name="connsiteY1575" fmla="*/ 518436 h 1038646"/>
              <a:gd name="connsiteX1576" fmla="*/ 5596467 w 8872538"/>
              <a:gd name="connsiteY1576" fmla="*/ 560799 h 1038646"/>
              <a:gd name="connsiteX1577" fmla="*/ 5496033 w 8872538"/>
              <a:gd name="connsiteY1577" fmla="*/ 607805 h 1038646"/>
              <a:gd name="connsiteX1578" fmla="*/ 5396759 w 8872538"/>
              <a:gd name="connsiteY1578" fmla="*/ 560799 h 1038646"/>
              <a:gd name="connsiteX1579" fmla="*/ 5308516 w 8872538"/>
              <a:gd name="connsiteY1579" fmla="*/ 518436 h 1038646"/>
              <a:gd name="connsiteX1580" fmla="*/ 5221434 w 8872538"/>
              <a:gd name="connsiteY1580" fmla="*/ 560799 h 1038646"/>
              <a:gd name="connsiteX1581" fmla="*/ 5120999 w 8872538"/>
              <a:gd name="connsiteY1581" fmla="*/ 607805 h 1038646"/>
              <a:gd name="connsiteX1582" fmla="*/ 5021598 w 8872538"/>
              <a:gd name="connsiteY1582" fmla="*/ 560799 h 1038646"/>
              <a:gd name="connsiteX1583" fmla="*/ 4933242 w 8872538"/>
              <a:gd name="connsiteY1583" fmla="*/ 518436 h 1038646"/>
              <a:gd name="connsiteX1584" fmla="*/ 4846160 w 8872538"/>
              <a:gd name="connsiteY1584" fmla="*/ 560799 h 1038646"/>
              <a:gd name="connsiteX1585" fmla="*/ 4745726 w 8872538"/>
              <a:gd name="connsiteY1585" fmla="*/ 607805 h 1038646"/>
              <a:gd name="connsiteX1586" fmla="*/ 4646452 w 8872538"/>
              <a:gd name="connsiteY1586" fmla="*/ 560799 h 1038646"/>
              <a:gd name="connsiteX1587" fmla="*/ 4558209 w 8872538"/>
              <a:gd name="connsiteY1587" fmla="*/ 518436 h 1038646"/>
              <a:gd name="connsiteX1588" fmla="*/ 4471126 w 8872538"/>
              <a:gd name="connsiteY1588" fmla="*/ 560799 h 1038646"/>
              <a:gd name="connsiteX1589" fmla="*/ 4370692 w 8872538"/>
              <a:gd name="connsiteY1589" fmla="*/ 607805 h 1038646"/>
              <a:gd name="connsiteX1590" fmla="*/ 4271291 w 8872538"/>
              <a:gd name="connsiteY1590" fmla="*/ 560799 h 1038646"/>
              <a:gd name="connsiteX1591" fmla="*/ 4182934 w 8872538"/>
              <a:gd name="connsiteY1591" fmla="*/ 518436 h 1038646"/>
              <a:gd name="connsiteX1592" fmla="*/ 4095853 w 8872538"/>
              <a:gd name="connsiteY1592" fmla="*/ 560799 h 1038646"/>
              <a:gd name="connsiteX1593" fmla="*/ 3995418 w 8872538"/>
              <a:gd name="connsiteY1593" fmla="*/ 607805 h 1038646"/>
              <a:gd name="connsiteX1594" fmla="*/ 3896144 w 8872538"/>
              <a:gd name="connsiteY1594" fmla="*/ 560799 h 1038646"/>
              <a:gd name="connsiteX1595" fmla="*/ 3807901 w 8872538"/>
              <a:gd name="connsiteY1595" fmla="*/ 518436 h 1038646"/>
              <a:gd name="connsiteX1596" fmla="*/ 3720819 w 8872538"/>
              <a:gd name="connsiteY1596" fmla="*/ 560799 h 1038646"/>
              <a:gd name="connsiteX1597" fmla="*/ 3620384 w 8872538"/>
              <a:gd name="connsiteY1597" fmla="*/ 607805 h 1038646"/>
              <a:gd name="connsiteX1598" fmla="*/ 3520983 w 8872538"/>
              <a:gd name="connsiteY1598" fmla="*/ 560799 h 1038646"/>
              <a:gd name="connsiteX1599" fmla="*/ 3432627 w 8872538"/>
              <a:gd name="connsiteY1599" fmla="*/ 518436 h 1038646"/>
              <a:gd name="connsiteX1600" fmla="*/ 3345545 w 8872538"/>
              <a:gd name="connsiteY1600" fmla="*/ 560799 h 1038646"/>
              <a:gd name="connsiteX1601" fmla="*/ 3245110 w 8872538"/>
              <a:gd name="connsiteY1601" fmla="*/ 607805 h 1038646"/>
              <a:gd name="connsiteX1602" fmla="*/ 3145784 w 8872538"/>
              <a:gd name="connsiteY1602" fmla="*/ 560799 h 1038646"/>
              <a:gd name="connsiteX1603" fmla="*/ 3058075 w 8872538"/>
              <a:gd name="connsiteY1603" fmla="*/ 518436 h 1038646"/>
              <a:gd name="connsiteX1604" fmla="*/ 2970412 w 8872538"/>
              <a:gd name="connsiteY1604" fmla="*/ 560799 h 1038646"/>
              <a:gd name="connsiteX1605" fmla="*/ 2870558 w 8872538"/>
              <a:gd name="connsiteY1605" fmla="*/ 607805 h 1038646"/>
              <a:gd name="connsiteX1606" fmla="*/ 2870035 w 8872538"/>
              <a:gd name="connsiteY1606" fmla="*/ 607789 h 1038646"/>
              <a:gd name="connsiteX1607" fmla="*/ 2870035 w 8872538"/>
              <a:gd name="connsiteY1607" fmla="*/ 607805 h 1038646"/>
              <a:gd name="connsiteX1608" fmla="*/ 2770313 w 8872538"/>
              <a:gd name="connsiteY1608" fmla="*/ 560799 h 1038646"/>
              <a:gd name="connsiteX1609" fmla="*/ 2729979 w 8872538"/>
              <a:gd name="connsiteY1609" fmla="*/ 529219 h 1038646"/>
              <a:gd name="connsiteX1610" fmla="*/ 2720490 w 8872538"/>
              <a:gd name="connsiteY1610" fmla="*/ 524975 h 1038646"/>
              <a:gd name="connsiteX1611" fmla="*/ 2719497 w 8872538"/>
              <a:gd name="connsiteY1611" fmla="*/ 524636 h 1038646"/>
              <a:gd name="connsiteX1612" fmla="*/ 2709772 w 8872538"/>
              <a:gd name="connsiteY1612" fmla="*/ 521593 h 1038646"/>
              <a:gd name="connsiteX1613" fmla="*/ 2707453 w 8872538"/>
              <a:gd name="connsiteY1613" fmla="*/ 521143 h 1038646"/>
              <a:gd name="connsiteX1614" fmla="*/ 2697799 w 8872538"/>
              <a:gd name="connsiteY1614" fmla="*/ 519352 h 1038646"/>
              <a:gd name="connsiteX1615" fmla="*/ 2682650 w 8872538"/>
              <a:gd name="connsiteY1615" fmla="*/ 518436 h 1038646"/>
              <a:gd name="connsiteX1616" fmla="*/ 2667507 w 8872538"/>
              <a:gd name="connsiteY1616" fmla="*/ 519352 h 1038646"/>
              <a:gd name="connsiteX1617" fmla="*/ 2594875 w 8872538"/>
              <a:gd name="connsiteY1617" fmla="*/ 560799 h 1038646"/>
              <a:gd name="connsiteX1618" fmla="*/ 2504094 w 8872538"/>
              <a:gd name="connsiteY1618" fmla="*/ 607526 h 1038646"/>
              <a:gd name="connsiteX1619" fmla="*/ 2494893 w 8872538"/>
              <a:gd name="connsiteY1619" fmla="*/ 607805 h 1038646"/>
              <a:gd name="connsiteX1620" fmla="*/ 2485710 w 8872538"/>
              <a:gd name="connsiteY1620" fmla="*/ 607526 h 1038646"/>
              <a:gd name="connsiteX1621" fmla="*/ 2395039 w 8872538"/>
              <a:gd name="connsiteY1621" fmla="*/ 560799 h 1038646"/>
              <a:gd name="connsiteX1622" fmla="*/ 2322525 w 8872538"/>
              <a:gd name="connsiteY1622" fmla="*/ 519352 h 1038646"/>
              <a:gd name="connsiteX1623" fmla="*/ 2307376 w 8872538"/>
              <a:gd name="connsiteY1623" fmla="*/ 518436 h 1038646"/>
              <a:gd name="connsiteX1624" fmla="*/ 2292252 w 8872538"/>
              <a:gd name="connsiteY1624" fmla="*/ 519352 h 1038646"/>
              <a:gd name="connsiteX1625" fmla="*/ 2219714 w 8872538"/>
              <a:gd name="connsiteY1625" fmla="*/ 560799 h 1038646"/>
              <a:gd name="connsiteX1626" fmla="*/ 2129050 w 8872538"/>
              <a:gd name="connsiteY1626" fmla="*/ 607526 h 1038646"/>
              <a:gd name="connsiteX1627" fmla="*/ 2119860 w 8872538"/>
              <a:gd name="connsiteY1627" fmla="*/ 607805 h 1038646"/>
              <a:gd name="connsiteX1628" fmla="*/ 2110677 w 8872538"/>
              <a:gd name="connsiteY1628" fmla="*/ 607526 h 1038646"/>
              <a:gd name="connsiteX1629" fmla="*/ 2020006 w 8872538"/>
              <a:gd name="connsiteY1629" fmla="*/ 560799 h 1038646"/>
              <a:gd name="connsiteX1630" fmla="*/ 1947492 w 8872538"/>
              <a:gd name="connsiteY1630" fmla="*/ 519352 h 1038646"/>
              <a:gd name="connsiteX1631" fmla="*/ 1932344 w 8872538"/>
              <a:gd name="connsiteY1631" fmla="*/ 518436 h 1038646"/>
              <a:gd name="connsiteX1632" fmla="*/ 1917201 w 8872538"/>
              <a:gd name="connsiteY1632" fmla="*/ 519352 h 1038646"/>
              <a:gd name="connsiteX1633" fmla="*/ 1845149 w 8872538"/>
              <a:gd name="connsiteY1633" fmla="*/ 560799 h 1038646"/>
              <a:gd name="connsiteX1634" fmla="*/ 1753788 w 8872538"/>
              <a:gd name="connsiteY1634" fmla="*/ 607526 h 1038646"/>
              <a:gd name="connsiteX1635" fmla="*/ 1744586 w 8872538"/>
              <a:gd name="connsiteY1635" fmla="*/ 607805 h 1038646"/>
              <a:gd name="connsiteX1636" fmla="*/ 1735403 w 8872538"/>
              <a:gd name="connsiteY1636" fmla="*/ 607526 h 1038646"/>
              <a:gd name="connsiteX1637" fmla="*/ 1644732 w 8872538"/>
              <a:gd name="connsiteY1637" fmla="*/ 560799 h 1038646"/>
              <a:gd name="connsiteX1638" fmla="*/ 1572218 w 8872538"/>
              <a:gd name="connsiteY1638" fmla="*/ 519352 h 1038646"/>
              <a:gd name="connsiteX1639" fmla="*/ 1557069 w 8872538"/>
              <a:gd name="connsiteY1639" fmla="*/ 518436 h 1038646"/>
              <a:gd name="connsiteX1640" fmla="*/ 1541946 w 8872538"/>
              <a:gd name="connsiteY1640" fmla="*/ 519352 h 1038646"/>
              <a:gd name="connsiteX1641" fmla="*/ 1469987 w 8872538"/>
              <a:gd name="connsiteY1641" fmla="*/ 560799 h 1038646"/>
              <a:gd name="connsiteX1642" fmla="*/ 1378743 w 8872538"/>
              <a:gd name="connsiteY1642" fmla="*/ 607526 h 1038646"/>
              <a:gd name="connsiteX1643" fmla="*/ 1369553 w 8872538"/>
              <a:gd name="connsiteY1643" fmla="*/ 607805 h 1038646"/>
              <a:gd name="connsiteX1644" fmla="*/ 1360370 w 8872538"/>
              <a:gd name="connsiteY1644" fmla="*/ 607526 h 1038646"/>
              <a:gd name="connsiteX1645" fmla="*/ 1269699 w 8872538"/>
              <a:gd name="connsiteY1645" fmla="*/ 560799 h 1038646"/>
              <a:gd name="connsiteX1646" fmla="*/ 1197352 w 8872538"/>
              <a:gd name="connsiteY1646" fmla="*/ 519352 h 1038646"/>
              <a:gd name="connsiteX1647" fmla="*/ 1182036 w 8872538"/>
              <a:gd name="connsiteY1647" fmla="*/ 518436 h 1038646"/>
              <a:gd name="connsiteX1648" fmla="*/ 1166894 w 8872538"/>
              <a:gd name="connsiteY1648" fmla="*/ 519352 h 1038646"/>
              <a:gd name="connsiteX1649" fmla="*/ 1094842 w 8872538"/>
              <a:gd name="connsiteY1649" fmla="*/ 560799 h 1038646"/>
              <a:gd name="connsiteX1650" fmla="*/ 1003577 w 8872538"/>
              <a:gd name="connsiteY1650" fmla="*/ 607526 h 1038646"/>
              <a:gd name="connsiteX1651" fmla="*/ 994279 w 8872538"/>
              <a:gd name="connsiteY1651" fmla="*/ 607805 h 1038646"/>
              <a:gd name="connsiteX1652" fmla="*/ 985096 w 8872538"/>
              <a:gd name="connsiteY1652" fmla="*/ 607526 h 1038646"/>
              <a:gd name="connsiteX1653" fmla="*/ 894425 w 8872538"/>
              <a:gd name="connsiteY1653" fmla="*/ 560799 h 1038646"/>
              <a:gd name="connsiteX1654" fmla="*/ 822078 w 8872538"/>
              <a:gd name="connsiteY1654" fmla="*/ 519352 h 1038646"/>
              <a:gd name="connsiteX1655" fmla="*/ 806763 w 8872538"/>
              <a:gd name="connsiteY1655" fmla="*/ 518436 h 1038646"/>
              <a:gd name="connsiteX1656" fmla="*/ 791639 w 8872538"/>
              <a:gd name="connsiteY1656" fmla="*/ 519352 h 1038646"/>
              <a:gd name="connsiteX1657" fmla="*/ 719680 w 8872538"/>
              <a:gd name="connsiteY1657" fmla="*/ 560799 h 1038646"/>
              <a:gd name="connsiteX1658" fmla="*/ 628532 w 8872538"/>
              <a:gd name="connsiteY1658" fmla="*/ 607526 h 1038646"/>
              <a:gd name="connsiteX1659" fmla="*/ 619246 w 8872538"/>
              <a:gd name="connsiteY1659" fmla="*/ 607805 h 1038646"/>
              <a:gd name="connsiteX1660" fmla="*/ 610063 w 8872538"/>
              <a:gd name="connsiteY1660" fmla="*/ 607526 h 1038646"/>
              <a:gd name="connsiteX1661" fmla="*/ 519392 w 8872538"/>
              <a:gd name="connsiteY1661" fmla="*/ 560799 h 1038646"/>
              <a:gd name="connsiteX1662" fmla="*/ 447044 w 8872538"/>
              <a:gd name="connsiteY1662" fmla="*/ 519352 h 1038646"/>
              <a:gd name="connsiteX1663" fmla="*/ 431730 w 8872538"/>
              <a:gd name="connsiteY1663" fmla="*/ 518436 h 1038646"/>
              <a:gd name="connsiteX1664" fmla="*/ 416586 w 8872538"/>
              <a:gd name="connsiteY1664" fmla="*/ 519352 h 1038646"/>
              <a:gd name="connsiteX1665" fmla="*/ 344535 w 8872538"/>
              <a:gd name="connsiteY1665" fmla="*/ 560799 h 1038646"/>
              <a:gd name="connsiteX1666" fmla="*/ 253270 w 8872538"/>
              <a:gd name="connsiteY1666" fmla="*/ 607526 h 1038646"/>
              <a:gd name="connsiteX1667" fmla="*/ 243972 w 8872538"/>
              <a:gd name="connsiteY1667" fmla="*/ 607805 h 1038646"/>
              <a:gd name="connsiteX1668" fmla="*/ 234789 w 8872538"/>
              <a:gd name="connsiteY1668" fmla="*/ 607526 h 1038646"/>
              <a:gd name="connsiteX1669" fmla="*/ 144118 w 8872538"/>
              <a:gd name="connsiteY1669" fmla="*/ 560799 h 1038646"/>
              <a:gd name="connsiteX1670" fmla="*/ 71771 w 8872538"/>
              <a:gd name="connsiteY1670" fmla="*/ 519352 h 1038646"/>
              <a:gd name="connsiteX1671" fmla="*/ 56456 w 8872538"/>
              <a:gd name="connsiteY1671" fmla="*/ 518436 h 1038646"/>
              <a:gd name="connsiteX1672" fmla="*/ 41332 w 8872538"/>
              <a:gd name="connsiteY1672" fmla="*/ 519352 h 1038646"/>
              <a:gd name="connsiteX1673" fmla="*/ 561 w 8872538"/>
              <a:gd name="connsiteY1673" fmla="*/ 534411 h 1038646"/>
              <a:gd name="connsiteX1674" fmla="*/ 0 w 8872538"/>
              <a:gd name="connsiteY1674" fmla="*/ 534885 h 1038646"/>
              <a:gd name="connsiteX1675" fmla="*/ 0 w 8872538"/>
              <a:gd name="connsiteY1675" fmla="*/ 514498 h 1038646"/>
              <a:gd name="connsiteX1676" fmla="*/ 17465 w 8872538"/>
              <a:gd name="connsiteY1676" fmla="*/ 506330 h 1038646"/>
              <a:gd name="connsiteX1677" fmla="*/ 47272 w 8872538"/>
              <a:gd name="connsiteY1677" fmla="*/ 500732 h 1038646"/>
              <a:gd name="connsiteX1678" fmla="*/ 56450 w 8872538"/>
              <a:gd name="connsiteY1678" fmla="*/ 399827 h 1038646"/>
              <a:gd name="connsiteX1679" fmla="*/ 65735 w 8872538"/>
              <a:gd name="connsiteY1679" fmla="*/ 400114 h 1038646"/>
              <a:gd name="connsiteX1680" fmla="*/ 156884 w 8872538"/>
              <a:gd name="connsiteY1680" fmla="*/ 447520 h 1038646"/>
              <a:gd name="connsiteX1681" fmla="*/ 228843 w 8872538"/>
              <a:gd name="connsiteY1681" fmla="*/ 489060 h 1038646"/>
              <a:gd name="connsiteX1682" fmla="*/ 243966 w 8872538"/>
              <a:gd name="connsiteY1682" fmla="*/ 489978 h 1038646"/>
              <a:gd name="connsiteX1683" fmla="*/ 259301 w 8872538"/>
              <a:gd name="connsiteY1683" fmla="*/ 489060 h 1038646"/>
              <a:gd name="connsiteX1684" fmla="*/ 331741 w 8872538"/>
              <a:gd name="connsiteY1684" fmla="*/ 447520 h 1038646"/>
              <a:gd name="connsiteX1685" fmla="*/ 422529 w 8872538"/>
              <a:gd name="connsiteY1685" fmla="*/ 400114 h 1038646"/>
              <a:gd name="connsiteX1686" fmla="*/ 431723 w 8872538"/>
              <a:gd name="connsiteY1686" fmla="*/ 399827 h 1038646"/>
              <a:gd name="connsiteX1687" fmla="*/ 441009 w 8872538"/>
              <a:gd name="connsiteY1687" fmla="*/ 400114 h 1038646"/>
              <a:gd name="connsiteX1688" fmla="*/ 532158 w 8872538"/>
              <a:gd name="connsiteY1688" fmla="*/ 447520 h 1038646"/>
              <a:gd name="connsiteX1689" fmla="*/ 604116 w 8872538"/>
              <a:gd name="connsiteY1689" fmla="*/ 489060 h 1038646"/>
              <a:gd name="connsiteX1690" fmla="*/ 619240 w 8872538"/>
              <a:gd name="connsiteY1690" fmla="*/ 489978 h 1038646"/>
              <a:gd name="connsiteX1691" fmla="*/ 634556 w 8872538"/>
              <a:gd name="connsiteY1691" fmla="*/ 489060 h 1038646"/>
              <a:gd name="connsiteX1692" fmla="*/ 706903 w 8872538"/>
              <a:gd name="connsiteY1692" fmla="*/ 447520 h 1038646"/>
              <a:gd name="connsiteX1693" fmla="*/ 797573 w 8872538"/>
              <a:gd name="connsiteY1693" fmla="*/ 400114 h 1038646"/>
              <a:gd name="connsiteX1694" fmla="*/ 806756 w 8872538"/>
              <a:gd name="connsiteY1694" fmla="*/ 399827 h 1038646"/>
              <a:gd name="connsiteX1695" fmla="*/ 806757 w 8872538"/>
              <a:gd name="connsiteY1695" fmla="*/ 399827 h 1038646"/>
              <a:gd name="connsiteX1696" fmla="*/ 816042 w 8872538"/>
              <a:gd name="connsiteY1696" fmla="*/ 400114 h 1038646"/>
              <a:gd name="connsiteX1697" fmla="*/ 907191 w 8872538"/>
              <a:gd name="connsiteY1697" fmla="*/ 447520 h 1038646"/>
              <a:gd name="connsiteX1698" fmla="*/ 979150 w 8872538"/>
              <a:gd name="connsiteY1698" fmla="*/ 489060 h 1038646"/>
              <a:gd name="connsiteX1699" fmla="*/ 994273 w 8872538"/>
              <a:gd name="connsiteY1699" fmla="*/ 489978 h 1038646"/>
              <a:gd name="connsiteX1700" fmla="*/ 1009608 w 8872538"/>
              <a:gd name="connsiteY1700" fmla="*/ 489060 h 1038646"/>
              <a:gd name="connsiteX1701" fmla="*/ 1082048 w 8872538"/>
              <a:gd name="connsiteY1701" fmla="*/ 447520 h 1038646"/>
              <a:gd name="connsiteX1702" fmla="*/ 1172835 w 8872538"/>
              <a:gd name="connsiteY1702" fmla="*/ 400114 h 1038646"/>
              <a:gd name="connsiteX1703" fmla="*/ 1182030 w 8872538"/>
              <a:gd name="connsiteY1703" fmla="*/ 399827 h 1038646"/>
              <a:gd name="connsiteX1704" fmla="*/ 1191316 w 8872538"/>
              <a:gd name="connsiteY1704" fmla="*/ 400114 h 1038646"/>
              <a:gd name="connsiteX1705" fmla="*/ 1282465 w 8872538"/>
              <a:gd name="connsiteY1705" fmla="*/ 447520 h 1038646"/>
              <a:gd name="connsiteX1706" fmla="*/ 1354424 w 8872538"/>
              <a:gd name="connsiteY1706" fmla="*/ 489060 h 1038646"/>
              <a:gd name="connsiteX1707" fmla="*/ 1369547 w 8872538"/>
              <a:gd name="connsiteY1707" fmla="*/ 489978 h 1038646"/>
              <a:gd name="connsiteX1708" fmla="*/ 1384695 w 8872538"/>
              <a:gd name="connsiteY1708" fmla="*/ 489060 h 1038646"/>
              <a:gd name="connsiteX1709" fmla="*/ 1457210 w 8872538"/>
              <a:gd name="connsiteY1709" fmla="*/ 447520 h 1038646"/>
              <a:gd name="connsiteX1710" fmla="*/ 1547880 w 8872538"/>
              <a:gd name="connsiteY1710" fmla="*/ 400114 h 1038646"/>
              <a:gd name="connsiteX1711" fmla="*/ 1557064 w 8872538"/>
              <a:gd name="connsiteY1711" fmla="*/ 399827 h 1038646"/>
              <a:gd name="connsiteX1712" fmla="*/ 1566253 w 8872538"/>
              <a:gd name="connsiteY1712" fmla="*/ 400114 h 1038646"/>
              <a:gd name="connsiteX1713" fmla="*/ 1657498 w 8872538"/>
              <a:gd name="connsiteY1713" fmla="*/ 447520 h 1038646"/>
              <a:gd name="connsiteX1714" fmla="*/ 1729457 w 8872538"/>
              <a:gd name="connsiteY1714" fmla="*/ 489060 h 1038646"/>
              <a:gd name="connsiteX1715" fmla="*/ 1744580 w 8872538"/>
              <a:gd name="connsiteY1715" fmla="*/ 489978 h 1038646"/>
              <a:gd name="connsiteX1716" fmla="*/ 1759748 w 8872538"/>
              <a:gd name="connsiteY1716" fmla="*/ 489060 h 1038646"/>
              <a:gd name="connsiteX1717" fmla="*/ 1832355 w 8872538"/>
              <a:gd name="connsiteY1717" fmla="*/ 447520 h 1038646"/>
              <a:gd name="connsiteX1718" fmla="*/ 1923143 w 8872538"/>
              <a:gd name="connsiteY1718" fmla="*/ 400114 h 1038646"/>
              <a:gd name="connsiteX1719" fmla="*/ 1932337 w 8872538"/>
              <a:gd name="connsiteY1719" fmla="*/ 399827 h 1038646"/>
              <a:gd name="connsiteX1720" fmla="*/ 1941527 w 8872538"/>
              <a:gd name="connsiteY1720" fmla="*/ 400114 h 1038646"/>
              <a:gd name="connsiteX1721" fmla="*/ 2032772 w 8872538"/>
              <a:gd name="connsiteY1721" fmla="*/ 447520 h 1038646"/>
              <a:gd name="connsiteX1722" fmla="*/ 2104731 w 8872538"/>
              <a:gd name="connsiteY1722" fmla="*/ 489060 h 1038646"/>
              <a:gd name="connsiteX1723" fmla="*/ 2119854 w 8872538"/>
              <a:gd name="connsiteY1723" fmla="*/ 489978 h 1038646"/>
              <a:gd name="connsiteX1724" fmla="*/ 2135003 w 8872538"/>
              <a:gd name="connsiteY1724" fmla="*/ 489060 h 1038646"/>
              <a:gd name="connsiteX1725" fmla="*/ 2207517 w 8872538"/>
              <a:gd name="connsiteY1725" fmla="*/ 447520 h 1038646"/>
              <a:gd name="connsiteX1726" fmla="*/ 2298188 w 8872538"/>
              <a:gd name="connsiteY1726" fmla="*/ 400114 h 1038646"/>
              <a:gd name="connsiteX1727" fmla="*/ 2307370 w 8872538"/>
              <a:gd name="connsiteY1727" fmla="*/ 399827 h 1038646"/>
              <a:gd name="connsiteX1728" fmla="*/ 2307371 w 8872538"/>
              <a:gd name="connsiteY1728" fmla="*/ 399827 h 1038646"/>
              <a:gd name="connsiteX1729" fmla="*/ 2316560 w 8872538"/>
              <a:gd name="connsiteY1729" fmla="*/ 400114 h 1038646"/>
              <a:gd name="connsiteX1730" fmla="*/ 2407225 w 8872538"/>
              <a:gd name="connsiteY1730" fmla="*/ 447520 h 1038646"/>
              <a:gd name="connsiteX1731" fmla="*/ 2479762 w 8872538"/>
              <a:gd name="connsiteY1731" fmla="*/ 489060 h 1038646"/>
              <a:gd name="connsiteX1732" fmla="*/ 2494887 w 8872538"/>
              <a:gd name="connsiteY1732" fmla="*/ 489978 h 1038646"/>
              <a:gd name="connsiteX1733" fmla="*/ 2510055 w 8872538"/>
              <a:gd name="connsiteY1733" fmla="*/ 489060 h 1038646"/>
              <a:gd name="connsiteX1734" fmla="*/ 2582662 w 8872538"/>
              <a:gd name="connsiteY1734" fmla="*/ 447520 h 1038646"/>
              <a:gd name="connsiteX1735" fmla="*/ 2673449 w 8872538"/>
              <a:gd name="connsiteY1735" fmla="*/ 400114 h 1038646"/>
              <a:gd name="connsiteX1736" fmla="*/ 2682644 w 8872538"/>
              <a:gd name="connsiteY1736" fmla="*/ 399827 h 1038646"/>
              <a:gd name="connsiteX1737" fmla="*/ 2683071 w 8872538"/>
              <a:gd name="connsiteY1737" fmla="*/ 399841 h 1038646"/>
              <a:gd name="connsiteX1738" fmla="*/ 2683071 w 8872538"/>
              <a:gd name="connsiteY1738" fmla="*/ 399827 h 1038646"/>
              <a:gd name="connsiteX1739" fmla="*/ 2700910 w 8872538"/>
              <a:gd name="connsiteY1739" fmla="*/ 400946 h 1038646"/>
              <a:gd name="connsiteX1740" fmla="*/ 2705027 w 8872538"/>
              <a:gd name="connsiteY1740" fmla="*/ 401765 h 1038646"/>
              <a:gd name="connsiteX1741" fmla="*/ 2707634 w 8872538"/>
              <a:gd name="connsiteY1741" fmla="*/ 402091 h 1038646"/>
              <a:gd name="connsiteX1742" fmla="*/ 2710909 w 8872538"/>
              <a:gd name="connsiteY1742" fmla="*/ 402935 h 1038646"/>
              <a:gd name="connsiteX1743" fmla="*/ 2716716 w 8872538"/>
              <a:gd name="connsiteY1743" fmla="*/ 404090 h 1038646"/>
              <a:gd name="connsiteX1744" fmla="*/ 2720583 w 8872538"/>
              <a:gd name="connsiteY1744" fmla="*/ 405426 h 1038646"/>
              <a:gd name="connsiteX1745" fmla="*/ 2721741 w 8872538"/>
              <a:gd name="connsiteY1745" fmla="*/ 405725 h 1038646"/>
              <a:gd name="connsiteX1746" fmla="*/ 2723685 w 8872538"/>
              <a:gd name="connsiteY1746" fmla="*/ 406499 h 1038646"/>
              <a:gd name="connsiteX1747" fmla="*/ 2730738 w 8872538"/>
              <a:gd name="connsiteY1747" fmla="*/ 408937 h 1038646"/>
              <a:gd name="connsiteX1748" fmla="*/ 2782896 w 8872538"/>
              <a:gd name="connsiteY1748" fmla="*/ 447520 h 1038646"/>
              <a:gd name="connsiteX1749" fmla="*/ 2870558 w 8872538"/>
              <a:gd name="connsiteY1749" fmla="*/ 489978 h 1038646"/>
              <a:gd name="connsiteX1750" fmla="*/ 2958221 w 8872538"/>
              <a:gd name="connsiteY1750" fmla="*/ 447520 h 1038646"/>
              <a:gd name="connsiteX1751" fmla="*/ 3058075 w 8872538"/>
              <a:gd name="connsiteY1751" fmla="*/ 399827 h 1038646"/>
              <a:gd name="connsiteX1752" fmla="*/ 3157982 w 8872538"/>
              <a:gd name="connsiteY1752" fmla="*/ 447520 h 1038646"/>
              <a:gd name="connsiteX1753" fmla="*/ 3245110 w 8872538"/>
              <a:gd name="connsiteY1753" fmla="*/ 489978 h 1038646"/>
              <a:gd name="connsiteX1754" fmla="*/ 3333353 w 8872538"/>
              <a:gd name="connsiteY1754" fmla="*/ 447520 h 1038646"/>
              <a:gd name="connsiteX1755" fmla="*/ 3432627 w 8872538"/>
              <a:gd name="connsiteY1755" fmla="*/ 399827 h 1038646"/>
              <a:gd name="connsiteX1756" fmla="*/ 3533191 w 8872538"/>
              <a:gd name="connsiteY1756" fmla="*/ 447520 h 1038646"/>
              <a:gd name="connsiteX1757" fmla="*/ 3620384 w 8872538"/>
              <a:gd name="connsiteY1757" fmla="*/ 489978 h 1038646"/>
              <a:gd name="connsiteX1758" fmla="*/ 3708627 w 8872538"/>
              <a:gd name="connsiteY1758" fmla="*/ 447520 h 1038646"/>
              <a:gd name="connsiteX1759" fmla="*/ 3807901 w 8872538"/>
              <a:gd name="connsiteY1759" fmla="*/ 399827 h 1038646"/>
              <a:gd name="connsiteX1760" fmla="*/ 3908336 w 8872538"/>
              <a:gd name="connsiteY1760" fmla="*/ 447520 h 1038646"/>
              <a:gd name="connsiteX1761" fmla="*/ 3995418 w 8872538"/>
              <a:gd name="connsiteY1761" fmla="*/ 489978 h 1038646"/>
              <a:gd name="connsiteX1762" fmla="*/ 4083661 w 8872538"/>
              <a:gd name="connsiteY1762" fmla="*/ 447520 h 1038646"/>
              <a:gd name="connsiteX1763" fmla="*/ 4182934 w 8872538"/>
              <a:gd name="connsiteY1763" fmla="*/ 399827 h 1038646"/>
              <a:gd name="connsiteX1764" fmla="*/ 4283498 w 8872538"/>
              <a:gd name="connsiteY1764" fmla="*/ 447520 h 1038646"/>
              <a:gd name="connsiteX1765" fmla="*/ 4370692 w 8872538"/>
              <a:gd name="connsiteY1765" fmla="*/ 489978 h 1038646"/>
              <a:gd name="connsiteX1766" fmla="*/ 4458935 w 8872538"/>
              <a:gd name="connsiteY1766" fmla="*/ 447520 h 1038646"/>
              <a:gd name="connsiteX1767" fmla="*/ 4558209 w 8872538"/>
              <a:gd name="connsiteY1767" fmla="*/ 399827 h 1038646"/>
              <a:gd name="connsiteX1768" fmla="*/ 4658643 w 8872538"/>
              <a:gd name="connsiteY1768" fmla="*/ 447520 h 1038646"/>
              <a:gd name="connsiteX1769" fmla="*/ 4745726 w 8872538"/>
              <a:gd name="connsiteY1769" fmla="*/ 489978 h 1038646"/>
              <a:gd name="connsiteX1770" fmla="*/ 4833969 w 8872538"/>
              <a:gd name="connsiteY1770" fmla="*/ 447520 h 1038646"/>
              <a:gd name="connsiteX1771" fmla="*/ 4933242 w 8872538"/>
              <a:gd name="connsiteY1771" fmla="*/ 399827 h 1038646"/>
              <a:gd name="connsiteX1772" fmla="*/ 5033805 w 8872538"/>
              <a:gd name="connsiteY1772" fmla="*/ 447520 h 1038646"/>
              <a:gd name="connsiteX1773" fmla="*/ 5120999 w 8872538"/>
              <a:gd name="connsiteY1773" fmla="*/ 489978 h 1038646"/>
              <a:gd name="connsiteX1774" fmla="*/ 5209242 w 8872538"/>
              <a:gd name="connsiteY1774" fmla="*/ 447520 h 1038646"/>
              <a:gd name="connsiteX1775" fmla="*/ 5308516 w 8872538"/>
              <a:gd name="connsiteY1775" fmla="*/ 399827 h 1038646"/>
              <a:gd name="connsiteX1776" fmla="*/ 5408950 w 8872538"/>
              <a:gd name="connsiteY1776" fmla="*/ 447520 h 1038646"/>
              <a:gd name="connsiteX1777" fmla="*/ 5496033 w 8872538"/>
              <a:gd name="connsiteY1777" fmla="*/ 489978 h 1038646"/>
              <a:gd name="connsiteX1778" fmla="*/ 5584276 w 8872538"/>
              <a:gd name="connsiteY1778" fmla="*/ 447520 h 1038646"/>
              <a:gd name="connsiteX1779" fmla="*/ 5683550 w 8872538"/>
              <a:gd name="connsiteY1779" fmla="*/ 399827 h 1038646"/>
              <a:gd name="connsiteX1780" fmla="*/ 5784113 w 8872538"/>
              <a:gd name="connsiteY1780" fmla="*/ 447520 h 1038646"/>
              <a:gd name="connsiteX1781" fmla="*/ 5871307 w 8872538"/>
              <a:gd name="connsiteY1781" fmla="*/ 489978 h 1038646"/>
              <a:gd name="connsiteX1782" fmla="*/ 5958970 w 8872538"/>
              <a:gd name="connsiteY1782" fmla="*/ 447520 h 1038646"/>
              <a:gd name="connsiteX1783" fmla="*/ 6058824 w 8872538"/>
              <a:gd name="connsiteY1783" fmla="*/ 399827 h 1038646"/>
              <a:gd name="connsiteX1784" fmla="*/ 6159258 w 8872538"/>
              <a:gd name="connsiteY1784" fmla="*/ 447520 h 1038646"/>
              <a:gd name="connsiteX1785" fmla="*/ 6246341 w 8872538"/>
              <a:gd name="connsiteY1785" fmla="*/ 489978 h 1038646"/>
              <a:gd name="connsiteX1786" fmla="*/ 6334116 w 8872538"/>
              <a:gd name="connsiteY1786" fmla="*/ 447520 h 1038646"/>
              <a:gd name="connsiteX1787" fmla="*/ 6434098 w 8872538"/>
              <a:gd name="connsiteY1787" fmla="*/ 399827 h 1038646"/>
              <a:gd name="connsiteX1788" fmla="*/ 6534533 w 8872538"/>
              <a:gd name="connsiteY1788" fmla="*/ 447520 h 1038646"/>
              <a:gd name="connsiteX1789" fmla="*/ 6621614 w 8872538"/>
              <a:gd name="connsiteY1789" fmla="*/ 489978 h 1038646"/>
              <a:gd name="connsiteX1790" fmla="*/ 6709278 w 8872538"/>
              <a:gd name="connsiteY1790" fmla="*/ 447520 h 1038646"/>
              <a:gd name="connsiteX1791" fmla="*/ 6809131 w 8872538"/>
              <a:gd name="connsiteY1791" fmla="*/ 399827 h 1038646"/>
              <a:gd name="connsiteX1792" fmla="*/ 6909565 w 8872538"/>
              <a:gd name="connsiteY1792" fmla="*/ 447520 h 1038646"/>
              <a:gd name="connsiteX1793" fmla="*/ 6996648 w 8872538"/>
              <a:gd name="connsiteY1793" fmla="*/ 489978 h 1038646"/>
              <a:gd name="connsiteX1794" fmla="*/ 7084424 w 8872538"/>
              <a:gd name="connsiteY1794" fmla="*/ 447520 h 1038646"/>
              <a:gd name="connsiteX1795" fmla="*/ 7184405 w 8872538"/>
              <a:gd name="connsiteY1795" fmla="*/ 399827 h 1038646"/>
              <a:gd name="connsiteX1796" fmla="*/ 7284840 w 8872538"/>
              <a:gd name="connsiteY1796" fmla="*/ 447520 h 1038646"/>
              <a:gd name="connsiteX1797" fmla="*/ 7371922 w 8872538"/>
              <a:gd name="connsiteY1797" fmla="*/ 489978 h 1038646"/>
              <a:gd name="connsiteX1798" fmla="*/ 7459586 w 8872538"/>
              <a:gd name="connsiteY1798" fmla="*/ 447520 h 1038646"/>
              <a:gd name="connsiteX1799" fmla="*/ 7559439 w 8872538"/>
              <a:gd name="connsiteY1799" fmla="*/ 399827 h 1038646"/>
              <a:gd name="connsiteX1800" fmla="*/ 7659873 w 8872538"/>
              <a:gd name="connsiteY1800" fmla="*/ 447520 h 1038646"/>
              <a:gd name="connsiteX1801" fmla="*/ 7746956 w 8872538"/>
              <a:gd name="connsiteY1801" fmla="*/ 489978 h 1038646"/>
              <a:gd name="connsiteX1802" fmla="*/ 7834731 w 8872538"/>
              <a:gd name="connsiteY1802" fmla="*/ 447520 h 1038646"/>
              <a:gd name="connsiteX1803" fmla="*/ 7934713 w 8872538"/>
              <a:gd name="connsiteY1803" fmla="*/ 399827 h 1038646"/>
              <a:gd name="connsiteX1804" fmla="*/ 8035148 w 8872538"/>
              <a:gd name="connsiteY1804" fmla="*/ 447520 h 1038646"/>
              <a:gd name="connsiteX1805" fmla="*/ 8122230 w 8872538"/>
              <a:gd name="connsiteY1805" fmla="*/ 489978 h 1038646"/>
              <a:gd name="connsiteX1806" fmla="*/ 8209893 w 8872538"/>
              <a:gd name="connsiteY1806" fmla="*/ 447520 h 1038646"/>
              <a:gd name="connsiteX1807" fmla="*/ 8309747 w 8872538"/>
              <a:gd name="connsiteY1807" fmla="*/ 399827 h 1038646"/>
              <a:gd name="connsiteX1808" fmla="*/ 8409601 w 8872538"/>
              <a:gd name="connsiteY1808" fmla="*/ 447520 h 1038646"/>
              <a:gd name="connsiteX1809" fmla="*/ 8497264 w 8872538"/>
              <a:gd name="connsiteY1809" fmla="*/ 489978 h 1038646"/>
              <a:gd name="connsiteX1810" fmla="*/ 8585039 w 8872538"/>
              <a:gd name="connsiteY1810" fmla="*/ 447520 h 1038646"/>
              <a:gd name="connsiteX1811" fmla="*/ 8685021 w 8872538"/>
              <a:gd name="connsiteY1811" fmla="*/ 399827 h 1038646"/>
              <a:gd name="connsiteX1812" fmla="*/ 8784875 w 8872538"/>
              <a:gd name="connsiteY1812" fmla="*/ 447520 h 1038646"/>
              <a:gd name="connsiteX1813" fmla="*/ 8872538 w 8872538"/>
              <a:gd name="connsiteY1813" fmla="*/ 489978 h 1038646"/>
              <a:gd name="connsiteX1814" fmla="*/ 8872538 w 8872538"/>
              <a:gd name="connsiteY1814" fmla="*/ 507427 h 1038646"/>
              <a:gd name="connsiteX1815" fmla="*/ 8772684 w 8872538"/>
              <a:gd name="connsiteY1815" fmla="*/ 460316 h 1038646"/>
              <a:gd name="connsiteX1816" fmla="*/ 8685021 w 8872538"/>
              <a:gd name="connsiteY1816" fmla="*/ 417857 h 1038646"/>
              <a:gd name="connsiteX1817" fmla="*/ 8597246 w 8872538"/>
              <a:gd name="connsiteY1817" fmla="*/ 460316 h 1038646"/>
              <a:gd name="connsiteX1818" fmla="*/ 8497264 w 8872538"/>
              <a:gd name="connsiteY1818" fmla="*/ 507427 h 1038646"/>
              <a:gd name="connsiteX1819" fmla="*/ 8397409 w 8872538"/>
              <a:gd name="connsiteY1819" fmla="*/ 460316 h 1038646"/>
              <a:gd name="connsiteX1820" fmla="*/ 8309747 w 8872538"/>
              <a:gd name="connsiteY1820" fmla="*/ 417857 h 1038646"/>
              <a:gd name="connsiteX1821" fmla="*/ 8222084 w 8872538"/>
              <a:gd name="connsiteY1821" fmla="*/ 460316 h 1038646"/>
              <a:gd name="connsiteX1822" fmla="*/ 8122230 w 8872538"/>
              <a:gd name="connsiteY1822" fmla="*/ 507427 h 1038646"/>
              <a:gd name="connsiteX1823" fmla="*/ 8022377 w 8872538"/>
              <a:gd name="connsiteY1823" fmla="*/ 460316 h 1038646"/>
              <a:gd name="connsiteX1824" fmla="*/ 7934713 w 8872538"/>
              <a:gd name="connsiteY1824" fmla="*/ 417857 h 1038646"/>
              <a:gd name="connsiteX1825" fmla="*/ 7847519 w 8872538"/>
              <a:gd name="connsiteY1825" fmla="*/ 460316 h 1038646"/>
              <a:gd name="connsiteX1826" fmla="*/ 7746956 w 8872538"/>
              <a:gd name="connsiteY1826" fmla="*/ 507427 h 1038646"/>
              <a:gd name="connsiteX1827" fmla="*/ 7647102 w 8872538"/>
              <a:gd name="connsiteY1827" fmla="*/ 460316 h 1038646"/>
              <a:gd name="connsiteX1828" fmla="*/ 7559439 w 8872538"/>
              <a:gd name="connsiteY1828" fmla="*/ 417857 h 1038646"/>
              <a:gd name="connsiteX1829" fmla="*/ 7472357 w 8872538"/>
              <a:gd name="connsiteY1829" fmla="*/ 460316 h 1038646"/>
              <a:gd name="connsiteX1830" fmla="*/ 7371922 w 8872538"/>
              <a:gd name="connsiteY1830" fmla="*/ 507427 h 1038646"/>
              <a:gd name="connsiteX1831" fmla="*/ 7272069 w 8872538"/>
              <a:gd name="connsiteY1831" fmla="*/ 460316 h 1038646"/>
              <a:gd name="connsiteX1832" fmla="*/ 7184405 w 8872538"/>
              <a:gd name="connsiteY1832" fmla="*/ 417857 h 1038646"/>
              <a:gd name="connsiteX1833" fmla="*/ 7097212 w 8872538"/>
              <a:gd name="connsiteY1833" fmla="*/ 460316 h 1038646"/>
              <a:gd name="connsiteX1834" fmla="*/ 6996648 w 8872538"/>
              <a:gd name="connsiteY1834" fmla="*/ 507427 h 1038646"/>
              <a:gd name="connsiteX1835" fmla="*/ 6896794 w 8872538"/>
              <a:gd name="connsiteY1835" fmla="*/ 460316 h 1038646"/>
              <a:gd name="connsiteX1836" fmla="*/ 6809131 w 8872538"/>
              <a:gd name="connsiteY1836" fmla="*/ 417857 h 1038646"/>
              <a:gd name="connsiteX1837" fmla="*/ 6722050 w 8872538"/>
              <a:gd name="connsiteY1837" fmla="*/ 460316 h 1038646"/>
              <a:gd name="connsiteX1838" fmla="*/ 6621614 w 8872538"/>
              <a:gd name="connsiteY1838" fmla="*/ 507427 h 1038646"/>
              <a:gd name="connsiteX1839" fmla="*/ 6521761 w 8872538"/>
              <a:gd name="connsiteY1839" fmla="*/ 460316 h 1038646"/>
              <a:gd name="connsiteX1840" fmla="*/ 6434098 w 8872538"/>
              <a:gd name="connsiteY1840" fmla="*/ 417857 h 1038646"/>
              <a:gd name="connsiteX1841" fmla="*/ 6346904 w 8872538"/>
              <a:gd name="connsiteY1841" fmla="*/ 460316 h 1038646"/>
              <a:gd name="connsiteX1842" fmla="*/ 6246341 w 8872538"/>
              <a:gd name="connsiteY1842" fmla="*/ 507427 h 1038646"/>
              <a:gd name="connsiteX1843" fmla="*/ 6146486 w 8872538"/>
              <a:gd name="connsiteY1843" fmla="*/ 460316 h 1038646"/>
              <a:gd name="connsiteX1844" fmla="*/ 6058824 w 8872538"/>
              <a:gd name="connsiteY1844" fmla="*/ 417857 h 1038646"/>
              <a:gd name="connsiteX1845" fmla="*/ 5971742 w 8872538"/>
              <a:gd name="connsiteY1845" fmla="*/ 460316 h 1038646"/>
              <a:gd name="connsiteX1846" fmla="*/ 5871307 w 8872538"/>
              <a:gd name="connsiteY1846" fmla="*/ 507427 h 1038646"/>
              <a:gd name="connsiteX1847" fmla="*/ 5771325 w 8872538"/>
              <a:gd name="connsiteY1847" fmla="*/ 460316 h 1038646"/>
              <a:gd name="connsiteX1848" fmla="*/ 5683550 w 8872538"/>
              <a:gd name="connsiteY1848" fmla="*/ 417857 h 1038646"/>
              <a:gd name="connsiteX1849" fmla="*/ 5596467 w 8872538"/>
              <a:gd name="connsiteY1849" fmla="*/ 460316 h 1038646"/>
              <a:gd name="connsiteX1850" fmla="*/ 5496033 w 8872538"/>
              <a:gd name="connsiteY1850" fmla="*/ 507427 h 1038646"/>
              <a:gd name="connsiteX1851" fmla="*/ 5396759 w 8872538"/>
              <a:gd name="connsiteY1851" fmla="*/ 460316 h 1038646"/>
              <a:gd name="connsiteX1852" fmla="*/ 5308516 w 8872538"/>
              <a:gd name="connsiteY1852" fmla="*/ 417857 h 1038646"/>
              <a:gd name="connsiteX1853" fmla="*/ 5221434 w 8872538"/>
              <a:gd name="connsiteY1853" fmla="*/ 460316 h 1038646"/>
              <a:gd name="connsiteX1854" fmla="*/ 5120999 w 8872538"/>
              <a:gd name="connsiteY1854" fmla="*/ 507427 h 1038646"/>
              <a:gd name="connsiteX1855" fmla="*/ 5021598 w 8872538"/>
              <a:gd name="connsiteY1855" fmla="*/ 460316 h 1038646"/>
              <a:gd name="connsiteX1856" fmla="*/ 4933242 w 8872538"/>
              <a:gd name="connsiteY1856" fmla="*/ 417857 h 1038646"/>
              <a:gd name="connsiteX1857" fmla="*/ 4846160 w 8872538"/>
              <a:gd name="connsiteY1857" fmla="*/ 460316 h 1038646"/>
              <a:gd name="connsiteX1858" fmla="*/ 4745726 w 8872538"/>
              <a:gd name="connsiteY1858" fmla="*/ 507427 h 1038646"/>
              <a:gd name="connsiteX1859" fmla="*/ 4646452 w 8872538"/>
              <a:gd name="connsiteY1859" fmla="*/ 460316 h 1038646"/>
              <a:gd name="connsiteX1860" fmla="*/ 4558209 w 8872538"/>
              <a:gd name="connsiteY1860" fmla="*/ 417857 h 1038646"/>
              <a:gd name="connsiteX1861" fmla="*/ 4471126 w 8872538"/>
              <a:gd name="connsiteY1861" fmla="*/ 460316 h 1038646"/>
              <a:gd name="connsiteX1862" fmla="*/ 4370692 w 8872538"/>
              <a:gd name="connsiteY1862" fmla="*/ 507427 h 1038646"/>
              <a:gd name="connsiteX1863" fmla="*/ 4271291 w 8872538"/>
              <a:gd name="connsiteY1863" fmla="*/ 460316 h 1038646"/>
              <a:gd name="connsiteX1864" fmla="*/ 4182934 w 8872538"/>
              <a:gd name="connsiteY1864" fmla="*/ 417857 h 1038646"/>
              <a:gd name="connsiteX1865" fmla="*/ 4095853 w 8872538"/>
              <a:gd name="connsiteY1865" fmla="*/ 460316 h 1038646"/>
              <a:gd name="connsiteX1866" fmla="*/ 3995418 w 8872538"/>
              <a:gd name="connsiteY1866" fmla="*/ 507427 h 1038646"/>
              <a:gd name="connsiteX1867" fmla="*/ 3896144 w 8872538"/>
              <a:gd name="connsiteY1867" fmla="*/ 460316 h 1038646"/>
              <a:gd name="connsiteX1868" fmla="*/ 3807901 w 8872538"/>
              <a:gd name="connsiteY1868" fmla="*/ 417857 h 1038646"/>
              <a:gd name="connsiteX1869" fmla="*/ 3720819 w 8872538"/>
              <a:gd name="connsiteY1869" fmla="*/ 460316 h 1038646"/>
              <a:gd name="connsiteX1870" fmla="*/ 3620384 w 8872538"/>
              <a:gd name="connsiteY1870" fmla="*/ 507427 h 1038646"/>
              <a:gd name="connsiteX1871" fmla="*/ 3520983 w 8872538"/>
              <a:gd name="connsiteY1871" fmla="*/ 460316 h 1038646"/>
              <a:gd name="connsiteX1872" fmla="*/ 3432627 w 8872538"/>
              <a:gd name="connsiteY1872" fmla="*/ 417857 h 1038646"/>
              <a:gd name="connsiteX1873" fmla="*/ 3345545 w 8872538"/>
              <a:gd name="connsiteY1873" fmla="*/ 460316 h 1038646"/>
              <a:gd name="connsiteX1874" fmla="*/ 3245110 w 8872538"/>
              <a:gd name="connsiteY1874" fmla="*/ 507427 h 1038646"/>
              <a:gd name="connsiteX1875" fmla="*/ 3145784 w 8872538"/>
              <a:gd name="connsiteY1875" fmla="*/ 460316 h 1038646"/>
              <a:gd name="connsiteX1876" fmla="*/ 3058075 w 8872538"/>
              <a:gd name="connsiteY1876" fmla="*/ 417857 h 1038646"/>
              <a:gd name="connsiteX1877" fmla="*/ 2970412 w 8872538"/>
              <a:gd name="connsiteY1877" fmla="*/ 460316 h 1038646"/>
              <a:gd name="connsiteX1878" fmla="*/ 2870558 w 8872538"/>
              <a:gd name="connsiteY1878" fmla="*/ 507427 h 1038646"/>
              <a:gd name="connsiteX1879" fmla="*/ 2870035 w 8872538"/>
              <a:gd name="connsiteY1879" fmla="*/ 507411 h 1038646"/>
              <a:gd name="connsiteX1880" fmla="*/ 2870035 w 8872538"/>
              <a:gd name="connsiteY1880" fmla="*/ 507427 h 1038646"/>
              <a:gd name="connsiteX1881" fmla="*/ 2770307 w 8872538"/>
              <a:gd name="connsiteY1881" fmla="*/ 460316 h 1038646"/>
              <a:gd name="connsiteX1882" fmla="*/ 2729973 w 8872538"/>
              <a:gd name="connsiteY1882" fmla="*/ 428665 h 1038646"/>
              <a:gd name="connsiteX1883" fmla="*/ 2720484 w 8872538"/>
              <a:gd name="connsiteY1883" fmla="*/ 424411 h 1038646"/>
              <a:gd name="connsiteX1884" fmla="*/ 2719489 w 8872538"/>
              <a:gd name="connsiteY1884" fmla="*/ 424071 h 1038646"/>
              <a:gd name="connsiteX1885" fmla="*/ 2709767 w 8872538"/>
              <a:gd name="connsiteY1885" fmla="*/ 421022 h 1038646"/>
              <a:gd name="connsiteX1886" fmla="*/ 2707445 w 8872538"/>
              <a:gd name="connsiteY1886" fmla="*/ 420570 h 1038646"/>
              <a:gd name="connsiteX1887" fmla="*/ 2697793 w 8872538"/>
              <a:gd name="connsiteY1887" fmla="*/ 418775 h 1038646"/>
              <a:gd name="connsiteX1888" fmla="*/ 2682644 w 8872538"/>
              <a:gd name="connsiteY1888" fmla="*/ 417857 h 1038646"/>
              <a:gd name="connsiteX1889" fmla="*/ 2667500 w 8872538"/>
              <a:gd name="connsiteY1889" fmla="*/ 418752 h 1038646"/>
              <a:gd name="connsiteX1890" fmla="*/ 2594869 w 8872538"/>
              <a:gd name="connsiteY1890" fmla="*/ 460316 h 1038646"/>
              <a:gd name="connsiteX1891" fmla="*/ 2504089 w 8872538"/>
              <a:gd name="connsiteY1891" fmla="*/ 507147 h 1038646"/>
              <a:gd name="connsiteX1892" fmla="*/ 2494887 w 8872538"/>
              <a:gd name="connsiteY1892" fmla="*/ 507427 h 1038646"/>
              <a:gd name="connsiteX1893" fmla="*/ 2485704 w 8872538"/>
              <a:gd name="connsiteY1893" fmla="*/ 507147 h 1038646"/>
              <a:gd name="connsiteX1894" fmla="*/ 2395033 w 8872538"/>
              <a:gd name="connsiteY1894" fmla="*/ 460316 h 1038646"/>
              <a:gd name="connsiteX1895" fmla="*/ 2322519 w 8872538"/>
              <a:gd name="connsiteY1895" fmla="*/ 418775 h 1038646"/>
              <a:gd name="connsiteX1896" fmla="*/ 2307370 w 8872538"/>
              <a:gd name="connsiteY1896" fmla="*/ 417857 h 1038646"/>
              <a:gd name="connsiteX1897" fmla="*/ 2292246 w 8872538"/>
              <a:gd name="connsiteY1897" fmla="*/ 418752 h 1038646"/>
              <a:gd name="connsiteX1898" fmla="*/ 2219708 w 8872538"/>
              <a:gd name="connsiteY1898" fmla="*/ 460316 h 1038646"/>
              <a:gd name="connsiteX1899" fmla="*/ 2129044 w 8872538"/>
              <a:gd name="connsiteY1899" fmla="*/ 507147 h 1038646"/>
              <a:gd name="connsiteX1900" fmla="*/ 2119854 w 8872538"/>
              <a:gd name="connsiteY1900" fmla="*/ 507427 h 1038646"/>
              <a:gd name="connsiteX1901" fmla="*/ 2110671 w 8872538"/>
              <a:gd name="connsiteY1901" fmla="*/ 507147 h 1038646"/>
              <a:gd name="connsiteX1902" fmla="*/ 2020000 w 8872538"/>
              <a:gd name="connsiteY1902" fmla="*/ 460316 h 1038646"/>
              <a:gd name="connsiteX1903" fmla="*/ 1947486 w 8872538"/>
              <a:gd name="connsiteY1903" fmla="*/ 418775 h 1038646"/>
              <a:gd name="connsiteX1904" fmla="*/ 1932337 w 8872538"/>
              <a:gd name="connsiteY1904" fmla="*/ 417857 h 1038646"/>
              <a:gd name="connsiteX1905" fmla="*/ 1917194 w 8872538"/>
              <a:gd name="connsiteY1905" fmla="*/ 418752 h 1038646"/>
              <a:gd name="connsiteX1906" fmla="*/ 1845143 w 8872538"/>
              <a:gd name="connsiteY1906" fmla="*/ 460316 h 1038646"/>
              <a:gd name="connsiteX1907" fmla="*/ 1753782 w 8872538"/>
              <a:gd name="connsiteY1907" fmla="*/ 507147 h 1038646"/>
              <a:gd name="connsiteX1908" fmla="*/ 1744580 w 8872538"/>
              <a:gd name="connsiteY1908" fmla="*/ 507427 h 1038646"/>
              <a:gd name="connsiteX1909" fmla="*/ 1735397 w 8872538"/>
              <a:gd name="connsiteY1909" fmla="*/ 507147 h 1038646"/>
              <a:gd name="connsiteX1910" fmla="*/ 1644726 w 8872538"/>
              <a:gd name="connsiteY1910" fmla="*/ 460316 h 1038646"/>
              <a:gd name="connsiteX1911" fmla="*/ 1572212 w 8872538"/>
              <a:gd name="connsiteY1911" fmla="*/ 418775 h 1038646"/>
              <a:gd name="connsiteX1912" fmla="*/ 1557064 w 8872538"/>
              <a:gd name="connsiteY1912" fmla="*/ 417857 h 1038646"/>
              <a:gd name="connsiteX1913" fmla="*/ 1541940 w 8872538"/>
              <a:gd name="connsiteY1913" fmla="*/ 418752 h 1038646"/>
              <a:gd name="connsiteX1914" fmla="*/ 1469982 w 8872538"/>
              <a:gd name="connsiteY1914" fmla="*/ 460316 h 1038646"/>
              <a:gd name="connsiteX1915" fmla="*/ 1378737 w 8872538"/>
              <a:gd name="connsiteY1915" fmla="*/ 507147 h 1038646"/>
              <a:gd name="connsiteX1916" fmla="*/ 1369547 w 8872538"/>
              <a:gd name="connsiteY1916" fmla="*/ 507427 h 1038646"/>
              <a:gd name="connsiteX1917" fmla="*/ 1360364 w 8872538"/>
              <a:gd name="connsiteY1917" fmla="*/ 507147 h 1038646"/>
              <a:gd name="connsiteX1918" fmla="*/ 1269693 w 8872538"/>
              <a:gd name="connsiteY1918" fmla="*/ 460316 h 1038646"/>
              <a:gd name="connsiteX1919" fmla="*/ 1197346 w 8872538"/>
              <a:gd name="connsiteY1919" fmla="*/ 418775 h 1038646"/>
              <a:gd name="connsiteX1920" fmla="*/ 1182030 w 8872538"/>
              <a:gd name="connsiteY1920" fmla="*/ 417857 h 1038646"/>
              <a:gd name="connsiteX1921" fmla="*/ 1166887 w 8872538"/>
              <a:gd name="connsiteY1921" fmla="*/ 418752 h 1038646"/>
              <a:gd name="connsiteX1922" fmla="*/ 1094837 w 8872538"/>
              <a:gd name="connsiteY1922" fmla="*/ 460316 h 1038646"/>
              <a:gd name="connsiteX1923" fmla="*/ 1003570 w 8872538"/>
              <a:gd name="connsiteY1923" fmla="*/ 507147 h 1038646"/>
              <a:gd name="connsiteX1924" fmla="*/ 994273 w 8872538"/>
              <a:gd name="connsiteY1924" fmla="*/ 507427 h 1038646"/>
              <a:gd name="connsiteX1925" fmla="*/ 985090 w 8872538"/>
              <a:gd name="connsiteY1925" fmla="*/ 507147 h 1038646"/>
              <a:gd name="connsiteX1926" fmla="*/ 894419 w 8872538"/>
              <a:gd name="connsiteY1926" fmla="*/ 460316 h 1038646"/>
              <a:gd name="connsiteX1927" fmla="*/ 822072 w 8872538"/>
              <a:gd name="connsiteY1927" fmla="*/ 418775 h 1038646"/>
              <a:gd name="connsiteX1928" fmla="*/ 806756 w 8872538"/>
              <a:gd name="connsiteY1928" fmla="*/ 417857 h 1038646"/>
              <a:gd name="connsiteX1929" fmla="*/ 791633 w 8872538"/>
              <a:gd name="connsiteY1929" fmla="*/ 418752 h 1038646"/>
              <a:gd name="connsiteX1930" fmla="*/ 719674 w 8872538"/>
              <a:gd name="connsiteY1930" fmla="*/ 460316 h 1038646"/>
              <a:gd name="connsiteX1931" fmla="*/ 628525 w 8872538"/>
              <a:gd name="connsiteY1931" fmla="*/ 507147 h 1038646"/>
              <a:gd name="connsiteX1932" fmla="*/ 619240 w 8872538"/>
              <a:gd name="connsiteY1932" fmla="*/ 507427 h 1038646"/>
              <a:gd name="connsiteX1933" fmla="*/ 610057 w 8872538"/>
              <a:gd name="connsiteY1933" fmla="*/ 507147 h 1038646"/>
              <a:gd name="connsiteX1934" fmla="*/ 519386 w 8872538"/>
              <a:gd name="connsiteY1934" fmla="*/ 460316 h 1038646"/>
              <a:gd name="connsiteX1935" fmla="*/ 447039 w 8872538"/>
              <a:gd name="connsiteY1935" fmla="*/ 418775 h 1038646"/>
              <a:gd name="connsiteX1936" fmla="*/ 431723 w 8872538"/>
              <a:gd name="connsiteY1936" fmla="*/ 417857 h 1038646"/>
              <a:gd name="connsiteX1937" fmla="*/ 416580 w 8872538"/>
              <a:gd name="connsiteY1937" fmla="*/ 418752 h 1038646"/>
              <a:gd name="connsiteX1938" fmla="*/ 344529 w 8872538"/>
              <a:gd name="connsiteY1938" fmla="*/ 460316 h 1038646"/>
              <a:gd name="connsiteX1939" fmla="*/ 253264 w 8872538"/>
              <a:gd name="connsiteY1939" fmla="*/ 507147 h 1038646"/>
              <a:gd name="connsiteX1940" fmla="*/ 243966 w 8872538"/>
              <a:gd name="connsiteY1940" fmla="*/ 507427 h 1038646"/>
              <a:gd name="connsiteX1941" fmla="*/ 234783 w 8872538"/>
              <a:gd name="connsiteY1941" fmla="*/ 507147 h 1038646"/>
              <a:gd name="connsiteX1942" fmla="*/ 144112 w 8872538"/>
              <a:gd name="connsiteY1942" fmla="*/ 460316 h 1038646"/>
              <a:gd name="connsiteX1943" fmla="*/ 71765 w 8872538"/>
              <a:gd name="connsiteY1943" fmla="*/ 418775 h 1038646"/>
              <a:gd name="connsiteX1944" fmla="*/ 56450 w 8872538"/>
              <a:gd name="connsiteY1944" fmla="*/ 417857 h 1038646"/>
              <a:gd name="connsiteX1945" fmla="*/ 41326 w 8872538"/>
              <a:gd name="connsiteY1945" fmla="*/ 418752 h 1038646"/>
              <a:gd name="connsiteX1946" fmla="*/ 555 w 8872538"/>
              <a:gd name="connsiteY1946" fmla="*/ 433627 h 1038646"/>
              <a:gd name="connsiteX1947" fmla="*/ 0 w 8872538"/>
              <a:gd name="connsiteY1947" fmla="*/ 434101 h 1038646"/>
              <a:gd name="connsiteX1948" fmla="*/ 0 w 8872538"/>
              <a:gd name="connsiteY1948" fmla="*/ 413908 h 1038646"/>
              <a:gd name="connsiteX1949" fmla="*/ 17459 w 8872538"/>
              <a:gd name="connsiteY1949" fmla="*/ 405725 h 1038646"/>
              <a:gd name="connsiteX1950" fmla="*/ 47266 w 8872538"/>
              <a:gd name="connsiteY1950" fmla="*/ 400114 h 1038646"/>
              <a:gd name="connsiteX1951" fmla="*/ 56444 w 8872538"/>
              <a:gd name="connsiteY1951" fmla="*/ 299931 h 1038646"/>
              <a:gd name="connsiteX1952" fmla="*/ 65729 w 8872538"/>
              <a:gd name="connsiteY1952" fmla="*/ 300217 h 1038646"/>
              <a:gd name="connsiteX1953" fmla="*/ 156878 w 8872538"/>
              <a:gd name="connsiteY1953" fmla="*/ 347579 h 1038646"/>
              <a:gd name="connsiteX1954" fmla="*/ 228837 w 8872538"/>
              <a:gd name="connsiteY1954" fmla="*/ 389081 h 1038646"/>
              <a:gd name="connsiteX1955" fmla="*/ 243961 w 8872538"/>
              <a:gd name="connsiteY1955" fmla="*/ 389998 h 1038646"/>
              <a:gd name="connsiteX1956" fmla="*/ 259295 w 8872538"/>
              <a:gd name="connsiteY1956" fmla="*/ 389081 h 1038646"/>
              <a:gd name="connsiteX1957" fmla="*/ 331735 w 8872538"/>
              <a:gd name="connsiteY1957" fmla="*/ 347579 h 1038646"/>
              <a:gd name="connsiteX1958" fmla="*/ 422522 w 8872538"/>
              <a:gd name="connsiteY1958" fmla="*/ 300217 h 1038646"/>
              <a:gd name="connsiteX1959" fmla="*/ 431717 w 8872538"/>
              <a:gd name="connsiteY1959" fmla="*/ 299931 h 1038646"/>
              <a:gd name="connsiteX1960" fmla="*/ 441003 w 8872538"/>
              <a:gd name="connsiteY1960" fmla="*/ 300217 h 1038646"/>
              <a:gd name="connsiteX1961" fmla="*/ 532152 w 8872538"/>
              <a:gd name="connsiteY1961" fmla="*/ 347579 h 1038646"/>
              <a:gd name="connsiteX1962" fmla="*/ 604110 w 8872538"/>
              <a:gd name="connsiteY1962" fmla="*/ 389081 h 1038646"/>
              <a:gd name="connsiteX1963" fmla="*/ 619234 w 8872538"/>
              <a:gd name="connsiteY1963" fmla="*/ 389998 h 1038646"/>
              <a:gd name="connsiteX1964" fmla="*/ 634549 w 8872538"/>
              <a:gd name="connsiteY1964" fmla="*/ 389081 h 1038646"/>
              <a:gd name="connsiteX1965" fmla="*/ 706896 w 8872538"/>
              <a:gd name="connsiteY1965" fmla="*/ 347579 h 1038646"/>
              <a:gd name="connsiteX1966" fmla="*/ 797567 w 8872538"/>
              <a:gd name="connsiteY1966" fmla="*/ 300217 h 1038646"/>
              <a:gd name="connsiteX1967" fmla="*/ 806751 w 8872538"/>
              <a:gd name="connsiteY1967" fmla="*/ 299931 h 1038646"/>
              <a:gd name="connsiteX1968" fmla="*/ 816036 w 8872538"/>
              <a:gd name="connsiteY1968" fmla="*/ 300217 h 1038646"/>
              <a:gd name="connsiteX1969" fmla="*/ 907185 w 8872538"/>
              <a:gd name="connsiteY1969" fmla="*/ 347579 h 1038646"/>
              <a:gd name="connsiteX1970" fmla="*/ 979144 w 8872538"/>
              <a:gd name="connsiteY1970" fmla="*/ 389081 h 1038646"/>
              <a:gd name="connsiteX1971" fmla="*/ 994267 w 8872538"/>
              <a:gd name="connsiteY1971" fmla="*/ 389998 h 1038646"/>
              <a:gd name="connsiteX1972" fmla="*/ 1009602 w 8872538"/>
              <a:gd name="connsiteY1972" fmla="*/ 389081 h 1038646"/>
              <a:gd name="connsiteX1973" fmla="*/ 1082042 w 8872538"/>
              <a:gd name="connsiteY1973" fmla="*/ 347579 h 1038646"/>
              <a:gd name="connsiteX1974" fmla="*/ 1172829 w 8872538"/>
              <a:gd name="connsiteY1974" fmla="*/ 300217 h 1038646"/>
              <a:gd name="connsiteX1975" fmla="*/ 1182024 w 8872538"/>
              <a:gd name="connsiteY1975" fmla="*/ 299931 h 1038646"/>
              <a:gd name="connsiteX1976" fmla="*/ 1191310 w 8872538"/>
              <a:gd name="connsiteY1976" fmla="*/ 300217 h 1038646"/>
              <a:gd name="connsiteX1977" fmla="*/ 1282459 w 8872538"/>
              <a:gd name="connsiteY1977" fmla="*/ 347579 h 1038646"/>
              <a:gd name="connsiteX1978" fmla="*/ 1354417 w 8872538"/>
              <a:gd name="connsiteY1978" fmla="*/ 389081 h 1038646"/>
              <a:gd name="connsiteX1979" fmla="*/ 1369541 w 8872538"/>
              <a:gd name="connsiteY1979" fmla="*/ 389998 h 1038646"/>
              <a:gd name="connsiteX1980" fmla="*/ 1384689 w 8872538"/>
              <a:gd name="connsiteY1980" fmla="*/ 389081 h 1038646"/>
              <a:gd name="connsiteX1981" fmla="*/ 1457204 w 8872538"/>
              <a:gd name="connsiteY1981" fmla="*/ 347579 h 1038646"/>
              <a:gd name="connsiteX1982" fmla="*/ 1547874 w 8872538"/>
              <a:gd name="connsiteY1982" fmla="*/ 300217 h 1038646"/>
              <a:gd name="connsiteX1983" fmla="*/ 1557058 w 8872538"/>
              <a:gd name="connsiteY1983" fmla="*/ 299931 h 1038646"/>
              <a:gd name="connsiteX1984" fmla="*/ 1566247 w 8872538"/>
              <a:gd name="connsiteY1984" fmla="*/ 300217 h 1038646"/>
              <a:gd name="connsiteX1985" fmla="*/ 1657492 w 8872538"/>
              <a:gd name="connsiteY1985" fmla="*/ 347579 h 1038646"/>
              <a:gd name="connsiteX1986" fmla="*/ 1729451 w 8872538"/>
              <a:gd name="connsiteY1986" fmla="*/ 389081 h 1038646"/>
              <a:gd name="connsiteX1987" fmla="*/ 1744574 w 8872538"/>
              <a:gd name="connsiteY1987" fmla="*/ 389998 h 1038646"/>
              <a:gd name="connsiteX1988" fmla="*/ 1759742 w 8872538"/>
              <a:gd name="connsiteY1988" fmla="*/ 389081 h 1038646"/>
              <a:gd name="connsiteX1989" fmla="*/ 1832349 w 8872538"/>
              <a:gd name="connsiteY1989" fmla="*/ 347579 h 1038646"/>
              <a:gd name="connsiteX1990" fmla="*/ 1923137 w 8872538"/>
              <a:gd name="connsiteY1990" fmla="*/ 300217 h 1038646"/>
              <a:gd name="connsiteX1991" fmla="*/ 1932331 w 8872538"/>
              <a:gd name="connsiteY1991" fmla="*/ 299931 h 1038646"/>
              <a:gd name="connsiteX1992" fmla="*/ 1941521 w 8872538"/>
              <a:gd name="connsiteY1992" fmla="*/ 300217 h 1038646"/>
              <a:gd name="connsiteX1993" fmla="*/ 2032766 w 8872538"/>
              <a:gd name="connsiteY1993" fmla="*/ 347579 h 1038646"/>
              <a:gd name="connsiteX1994" fmla="*/ 2104725 w 8872538"/>
              <a:gd name="connsiteY1994" fmla="*/ 389081 h 1038646"/>
              <a:gd name="connsiteX1995" fmla="*/ 2119848 w 8872538"/>
              <a:gd name="connsiteY1995" fmla="*/ 389998 h 1038646"/>
              <a:gd name="connsiteX1996" fmla="*/ 2134997 w 8872538"/>
              <a:gd name="connsiteY1996" fmla="*/ 389081 h 1038646"/>
              <a:gd name="connsiteX1997" fmla="*/ 2207511 w 8872538"/>
              <a:gd name="connsiteY1997" fmla="*/ 347579 h 1038646"/>
              <a:gd name="connsiteX1998" fmla="*/ 2298182 w 8872538"/>
              <a:gd name="connsiteY1998" fmla="*/ 300217 h 1038646"/>
              <a:gd name="connsiteX1999" fmla="*/ 2307364 w 8872538"/>
              <a:gd name="connsiteY1999" fmla="*/ 299931 h 1038646"/>
              <a:gd name="connsiteX2000" fmla="*/ 2316554 w 8872538"/>
              <a:gd name="connsiteY2000" fmla="*/ 300217 h 1038646"/>
              <a:gd name="connsiteX2001" fmla="*/ 2407219 w 8872538"/>
              <a:gd name="connsiteY2001" fmla="*/ 347579 h 1038646"/>
              <a:gd name="connsiteX2002" fmla="*/ 2479757 w 8872538"/>
              <a:gd name="connsiteY2002" fmla="*/ 389081 h 1038646"/>
              <a:gd name="connsiteX2003" fmla="*/ 2494881 w 8872538"/>
              <a:gd name="connsiteY2003" fmla="*/ 389998 h 1038646"/>
              <a:gd name="connsiteX2004" fmla="*/ 2510049 w 8872538"/>
              <a:gd name="connsiteY2004" fmla="*/ 389081 h 1038646"/>
              <a:gd name="connsiteX2005" fmla="*/ 2582656 w 8872538"/>
              <a:gd name="connsiteY2005" fmla="*/ 347579 h 1038646"/>
              <a:gd name="connsiteX2006" fmla="*/ 2673443 w 8872538"/>
              <a:gd name="connsiteY2006" fmla="*/ 300217 h 1038646"/>
              <a:gd name="connsiteX2007" fmla="*/ 2682638 w 8872538"/>
              <a:gd name="connsiteY2007" fmla="*/ 299931 h 1038646"/>
              <a:gd name="connsiteX2008" fmla="*/ 2683065 w 8872538"/>
              <a:gd name="connsiteY2008" fmla="*/ 299944 h 1038646"/>
              <a:gd name="connsiteX2009" fmla="*/ 2683065 w 8872538"/>
              <a:gd name="connsiteY2009" fmla="*/ 299931 h 1038646"/>
              <a:gd name="connsiteX2010" fmla="*/ 2700904 w 8872538"/>
              <a:gd name="connsiteY2010" fmla="*/ 301049 h 1038646"/>
              <a:gd name="connsiteX2011" fmla="*/ 2705022 w 8872538"/>
              <a:gd name="connsiteY2011" fmla="*/ 301867 h 1038646"/>
              <a:gd name="connsiteX2012" fmla="*/ 2707628 w 8872538"/>
              <a:gd name="connsiteY2012" fmla="*/ 302193 h 1038646"/>
              <a:gd name="connsiteX2013" fmla="*/ 2710901 w 8872538"/>
              <a:gd name="connsiteY2013" fmla="*/ 303035 h 1038646"/>
              <a:gd name="connsiteX2014" fmla="*/ 2716710 w 8872538"/>
              <a:gd name="connsiteY2014" fmla="*/ 304189 h 1038646"/>
              <a:gd name="connsiteX2015" fmla="*/ 2720578 w 8872538"/>
              <a:gd name="connsiteY2015" fmla="*/ 305525 h 1038646"/>
              <a:gd name="connsiteX2016" fmla="*/ 2721735 w 8872538"/>
              <a:gd name="connsiteY2016" fmla="*/ 305823 h 1038646"/>
              <a:gd name="connsiteX2017" fmla="*/ 2723678 w 8872538"/>
              <a:gd name="connsiteY2017" fmla="*/ 306595 h 1038646"/>
              <a:gd name="connsiteX2018" fmla="*/ 2730732 w 8872538"/>
              <a:gd name="connsiteY2018" fmla="*/ 309032 h 1038646"/>
              <a:gd name="connsiteX2019" fmla="*/ 2782896 w 8872538"/>
              <a:gd name="connsiteY2019" fmla="*/ 347579 h 1038646"/>
              <a:gd name="connsiteX2020" fmla="*/ 2870558 w 8872538"/>
              <a:gd name="connsiteY2020" fmla="*/ 389998 h 1038646"/>
              <a:gd name="connsiteX2021" fmla="*/ 2958221 w 8872538"/>
              <a:gd name="connsiteY2021" fmla="*/ 347579 h 1038646"/>
              <a:gd name="connsiteX2022" fmla="*/ 3058075 w 8872538"/>
              <a:gd name="connsiteY2022" fmla="*/ 299931 h 1038646"/>
              <a:gd name="connsiteX2023" fmla="*/ 3157982 w 8872538"/>
              <a:gd name="connsiteY2023" fmla="*/ 347579 h 1038646"/>
              <a:gd name="connsiteX2024" fmla="*/ 3245110 w 8872538"/>
              <a:gd name="connsiteY2024" fmla="*/ 389998 h 1038646"/>
              <a:gd name="connsiteX2025" fmla="*/ 3333353 w 8872538"/>
              <a:gd name="connsiteY2025" fmla="*/ 347579 h 1038646"/>
              <a:gd name="connsiteX2026" fmla="*/ 3432627 w 8872538"/>
              <a:gd name="connsiteY2026" fmla="*/ 299931 h 1038646"/>
              <a:gd name="connsiteX2027" fmla="*/ 3533191 w 8872538"/>
              <a:gd name="connsiteY2027" fmla="*/ 347579 h 1038646"/>
              <a:gd name="connsiteX2028" fmla="*/ 3620384 w 8872538"/>
              <a:gd name="connsiteY2028" fmla="*/ 389998 h 1038646"/>
              <a:gd name="connsiteX2029" fmla="*/ 3708627 w 8872538"/>
              <a:gd name="connsiteY2029" fmla="*/ 347579 h 1038646"/>
              <a:gd name="connsiteX2030" fmla="*/ 3807901 w 8872538"/>
              <a:gd name="connsiteY2030" fmla="*/ 299931 h 1038646"/>
              <a:gd name="connsiteX2031" fmla="*/ 3908336 w 8872538"/>
              <a:gd name="connsiteY2031" fmla="*/ 347579 h 1038646"/>
              <a:gd name="connsiteX2032" fmla="*/ 3995418 w 8872538"/>
              <a:gd name="connsiteY2032" fmla="*/ 389998 h 1038646"/>
              <a:gd name="connsiteX2033" fmla="*/ 4083661 w 8872538"/>
              <a:gd name="connsiteY2033" fmla="*/ 347579 h 1038646"/>
              <a:gd name="connsiteX2034" fmla="*/ 4182934 w 8872538"/>
              <a:gd name="connsiteY2034" fmla="*/ 299931 h 1038646"/>
              <a:gd name="connsiteX2035" fmla="*/ 4283498 w 8872538"/>
              <a:gd name="connsiteY2035" fmla="*/ 347579 h 1038646"/>
              <a:gd name="connsiteX2036" fmla="*/ 4370692 w 8872538"/>
              <a:gd name="connsiteY2036" fmla="*/ 389998 h 1038646"/>
              <a:gd name="connsiteX2037" fmla="*/ 4458935 w 8872538"/>
              <a:gd name="connsiteY2037" fmla="*/ 347579 h 1038646"/>
              <a:gd name="connsiteX2038" fmla="*/ 4558209 w 8872538"/>
              <a:gd name="connsiteY2038" fmla="*/ 299931 h 1038646"/>
              <a:gd name="connsiteX2039" fmla="*/ 4658643 w 8872538"/>
              <a:gd name="connsiteY2039" fmla="*/ 347579 h 1038646"/>
              <a:gd name="connsiteX2040" fmla="*/ 4745726 w 8872538"/>
              <a:gd name="connsiteY2040" fmla="*/ 389998 h 1038646"/>
              <a:gd name="connsiteX2041" fmla="*/ 4833969 w 8872538"/>
              <a:gd name="connsiteY2041" fmla="*/ 347579 h 1038646"/>
              <a:gd name="connsiteX2042" fmla="*/ 4933242 w 8872538"/>
              <a:gd name="connsiteY2042" fmla="*/ 299931 h 1038646"/>
              <a:gd name="connsiteX2043" fmla="*/ 5033805 w 8872538"/>
              <a:gd name="connsiteY2043" fmla="*/ 347579 h 1038646"/>
              <a:gd name="connsiteX2044" fmla="*/ 5120999 w 8872538"/>
              <a:gd name="connsiteY2044" fmla="*/ 389998 h 1038646"/>
              <a:gd name="connsiteX2045" fmla="*/ 5209242 w 8872538"/>
              <a:gd name="connsiteY2045" fmla="*/ 347579 h 1038646"/>
              <a:gd name="connsiteX2046" fmla="*/ 5308516 w 8872538"/>
              <a:gd name="connsiteY2046" fmla="*/ 299931 h 1038646"/>
              <a:gd name="connsiteX2047" fmla="*/ 5408950 w 8872538"/>
              <a:gd name="connsiteY2047" fmla="*/ 347579 h 1038646"/>
              <a:gd name="connsiteX2048" fmla="*/ 5496033 w 8872538"/>
              <a:gd name="connsiteY2048" fmla="*/ 389998 h 1038646"/>
              <a:gd name="connsiteX2049" fmla="*/ 5584276 w 8872538"/>
              <a:gd name="connsiteY2049" fmla="*/ 347579 h 1038646"/>
              <a:gd name="connsiteX2050" fmla="*/ 5683550 w 8872538"/>
              <a:gd name="connsiteY2050" fmla="*/ 299931 h 1038646"/>
              <a:gd name="connsiteX2051" fmla="*/ 5784113 w 8872538"/>
              <a:gd name="connsiteY2051" fmla="*/ 347579 h 1038646"/>
              <a:gd name="connsiteX2052" fmla="*/ 5871307 w 8872538"/>
              <a:gd name="connsiteY2052" fmla="*/ 389998 h 1038646"/>
              <a:gd name="connsiteX2053" fmla="*/ 5958970 w 8872538"/>
              <a:gd name="connsiteY2053" fmla="*/ 347579 h 1038646"/>
              <a:gd name="connsiteX2054" fmla="*/ 6058824 w 8872538"/>
              <a:gd name="connsiteY2054" fmla="*/ 299931 h 1038646"/>
              <a:gd name="connsiteX2055" fmla="*/ 6159258 w 8872538"/>
              <a:gd name="connsiteY2055" fmla="*/ 347579 h 1038646"/>
              <a:gd name="connsiteX2056" fmla="*/ 6246341 w 8872538"/>
              <a:gd name="connsiteY2056" fmla="*/ 389998 h 1038646"/>
              <a:gd name="connsiteX2057" fmla="*/ 6334116 w 8872538"/>
              <a:gd name="connsiteY2057" fmla="*/ 347579 h 1038646"/>
              <a:gd name="connsiteX2058" fmla="*/ 6434098 w 8872538"/>
              <a:gd name="connsiteY2058" fmla="*/ 299931 h 1038646"/>
              <a:gd name="connsiteX2059" fmla="*/ 6534533 w 8872538"/>
              <a:gd name="connsiteY2059" fmla="*/ 347579 h 1038646"/>
              <a:gd name="connsiteX2060" fmla="*/ 6621614 w 8872538"/>
              <a:gd name="connsiteY2060" fmla="*/ 389998 h 1038646"/>
              <a:gd name="connsiteX2061" fmla="*/ 6709278 w 8872538"/>
              <a:gd name="connsiteY2061" fmla="*/ 347579 h 1038646"/>
              <a:gd name="connsiteX2062" fmla="*/ 6809131 w 8872538"/>
              <a:gd name="connsiteY2062" fmla="*/ 299931 h 1038646"/>
              <a:gd name="connsiteX2063" fmla="*/ 6909565 w 8872538"/>
              <a:gd name="connsiteY2063" fmla="*/ 347579 h 1038646"/>
              <a:gd name="connsiteX2064" fmla="*/ 6996648 w 8872538"/>
              <a:gd name="connsiteY2064" fmla="*/ 389998 h 1038646"/>
              <a:gd name="connsiteX2065" fmla="*/ 7084424 w 8872538"/>
              <a:gd name="connsiteY2065" fmla="*/ 347579 h 1038646"/>
              <a:gd name="connsiteX2066" fmla="*/ 7184405 w 8872538"/>
              <a:gd name="connsiteY2066" fmla="*/ 299931 h 1038646"/>
              <a:gd name="connsiteX2067" fmla="*/ 7284840 w 8872538"/>
              <a:gd name="connsiteY2067" fmla="*/ 347579 h 1038646"/>
              <a:gd name="connsiteX2068" fmla="*/ 7371922 w 8872538"/>
              <a:gd name="connsiteY2068" fmla="*/ 389998 h 1038646"/>
              <a:gd name="connsiteX2069" fmla="*/ 7459586 w 8872538"/>
              <a:gd name="connsiteY2069" fmla="*/ 347579 h 1038646"/>
              <a:gd name="connsiteX2070" fmla="*/ 7559439 w 8872538"/>
              <a:gd name="connsiteY2070" fmla="*/ 299931 h 1038646"/>
              <a:gd name="connsiteX2071" fmla="*/ 7659873 w 8872538"/>
              <a:gd name="connsiteY2071" fmla="*/ 347579 h 1038646"/>
              <a:gd name="connsiteX2072" fmla="*/ 7746956 w 8872538"/>
              <a:gd name="connsiteY2072" fmla="*/ 389998 h 1038646"/>
              <a:gd name="connsiteX2073" fmla="*/ 7834731 w 8872538"/>
              <a:gd name="connsiteY2073" fmla="*/ 347579 h 1038646"/>
              <a:gd name="connsiteX2074" fmla="*/ 7934713 w 8872538"/>
              <a:gd name="connsiteY2074" fmla="*/ 299931 h 1038646"/>
              <a:gd name="connsiteX2075" fmla="*/ 8035148 w 8872538"/>
              <a:gd name="connsiteY2075" fmla="*/ 347579 h 1038646"/>
              <a:gd name="connsiteX2076" fmla="*/ 8122230 w 8872538"/>
              <a:gd name="connsiteY2076" fmla="*/ 389998 h 1038646"/>
              <a:gd name="connsiteX2077" fmla="*/ 8209893 w 8872538"/>
              <a:gd name="connsiteY2077" fmla="*/ 347579 h 1038646"/>
              <a:gd name="connsiteX2078" fmla="*/ 8309747 w 8872538"/>
              <a:gd name="connsiteY2078" fmla="*/ 299931 h 1038646"/>
              <a:gd name="connsiteX2079" fmla="*/ 8409601 w 8872538"/>
              <a:gd name="connsiteY2079" fmla="*/ 347579 h 1038646"/>
              <a:gd name="connsiteX2080" fmla="*/ 8497264 w 8872538"/>
              <a:gd name="connsiteY2080" fmla="*/ 389998 h 1038646"/>
              <a:gd name="connsiteX2081" fmla="*/ 8585039 w 8872538"/>
              <a:gd name="connsiteY2081" fmla="*/ 347579 h 1038646"/>
              <a:gd name="connsiteX2082" fmla="*/ 8685021 w 8872538"/>
              <a:gd name="connsiteY2082" fmla="*/ 299931 h 1038646"/>
              <a:gd name="connsiteX2083" fmla="*/ 8784875 w 8872538"/>
              <a:gd name="connsiteY2083" fmla="*/ 347579 h 1038646"/>
              <a:gd name="connsiteX2084" fmla="*/ 8872538 w 8872538"/>
              <a:gd name="connsiteY2084" fmla="*/ 389998 h 1038646"/>
              <a:gd name="connsiteX2085" fmla="*/ 8872538 w 8872538"/>
              <a:gd name="connsiteY2085" fmla="*/ 408011 h 1038646"/>
              <a:gd name="connsiteX2086" fmla="*/ 8772684 w 8872538"/>
              <a:gd name="connsiteY2086" fmla="*/ 360363 h 1038646"/>
              <a:gd name="connsiteX2087" fmla="*/ 8685021 w 8872538"/>
              <a:gd name="connsiteY2087" fmla="*/ 317944 h 1038646"/>
              <a:gd name="connsiteX2088" fmla="*/ 8597246 w 8872538"/>
              <a:gd name="connsiteY2088" fmla="*/ 360363 h 1038646"/>
              <a:gd name="connsiteX2089" fmla="*/ 8497264 w 8872538"/>
              <a:gd name="connsiteY2089" fmla="*/ 408011 h 1038646"/>
              <a:gd name="connsiteX2090" fmla="*/ 8397409 w 8872538"/>
              <a:gd name="connsiteY2090" fmla="*/ 360363 h 1038646"/>
              <a:gd name="connsiteX2091" fmla="*/ 8309747 w 8872538"/>
              <a:gd name="connsiteY2091" fmla="*/ 317944 h 1038646"/>
              <a:gd name="connsiteX2092" fmla="*/ 8222084 w 8872538"/>
              <a:gd name="connsiteY2092" fmla="*/ 360363 h 1038646"/>
              <a:gd name="connsiteX2093" fmla="*/ 8122230 w 8872538"/>
              <a:gd name="connsiteY2093" fmla="*/ 408011 h 1038646"/>
              <a:gd name="connsiteX2094" fmla="*/ 8022377 w 8872538"/>
              <a:gd name="connsiteY2094" fmla="*/ 360363 h 1038646"/>
              <a:gd name="connsiteX2095" fmla="*/ 7934713 w 8872538"/>
              <a:gd name="connsiteY2095" fmla="*/ 317944 h 1038646"/>
              <a:gd name="connsiteX2096" fmla="*/ 7847519 w 8872538"/>
              <a:gd name="connsiteY2096" fmla="*/ 360363 h 1038646"/>
              <a:gd name="connsiteX2097" fmla="*/ 7746956 w 8872538"/>
              <a:gd name="connsiteY2097" fmla="*/ 408011 h 1038646"/>
              <a:gd name="connsiteX2098" fmla="*/ 7647102 w 8872538"/>
              <a:gd name="connsiteY2098" fmla="*/ 360363 h 1038646"/>
              <a:gd name="connsiteX2099" fmla="*/ 7559439 w 8872538"/>
              <a:gd name="connsiteY2099" fmla="*/ 317944 h 1038646"/>
              <a:gd name="connsiteX2100" fmla="*/ 7472357 w 8872538"/>
              <a:gd name="connsiteY2100" fmla="*/ 360363 h 1038646"/>
              <a:gd name="connsiteX2101" fmla="*/ 7371922 w 8872538"/>
              <a:gd name="connsiteY2101" fmla="*/ 408011 h 1038646"/>
              <a:gd name="connsiteX2102" fmla="*/ 7272069 w 8872538"/>
              <a:gd name="connsiteY2102" fmla="*/ 360363 h 1038646"/>
              <a:gd name="connsiteX2103" fmla="*/ 7184405 w 8872538"/>
              <a:gd name="connsiteY2103" fmla="*/ 317944 h 1038646"/>
              <a:gd name="connsiteX2104" fmla="*/ 7097212 w 8872538"/>
              <a:gd name="connsiteY2104" fmla="*/ 360363 h 1038646"/>
              <a:gd name="connsiteX2105" fmla="*/ 6996648 w 8872538"/>
              <a:gd name="connsiteY2105" fmla="*/ 408011 h 1038646"/>
              <a:gd name="connsiteX2106" fmla="*/ 6896794 w 8872538"/>
              <a:gd name="connsiteY2106" fmla="*/ 360363 h 1038646"/>
              <a:gd name="connsiteX2107" fmla="*/ 6809131 w 8872538"/>
              <a:gd name="connsiteY2107" fmla="*/ 317944 h 1038646"/>
              <a:gd name="connsiteX2108" fmla="*/ 6722050 w 8872538"/>
              <a:gd name="connsiteY2108" fmla="*/ 360363 h 1038646"/>
              <a:gd name="connsiteX2109" fmla="*/ 6621614 w 8872538"/>
              <a:gd name="connsiteY2109" fmla="*/ 408011 h 1038646"/>
              <a:gd name="connsiteX2110" fmla="*/ 6521761 w 8872538"/>
              <a:gd name="connsiteY2110" fmla="*/ 360363 h 1038646"/>
              <a:gd name="connsiteX2111" fmla="*/ 6434098 w 8872538"/>
              <a:gd name="connsiteY2111" fmla="*/ 317944 h 1038646"/>
              <a:gd name="connsiteX2112" fmla="*/ 6346904 w 8872538"/>
              <a:gd name="connsiteY2112" fmla="*/ 360363 h 1038646"/>
              <a:gd name="connsiteX2113" fmla="*/ 6246341 w 8872538"/>
              <a:gd name="connsiteY2113" fmla="*/ 408011 h 1038646"/>
              <a:gd name="connsiteX2114" fmla="*/ 6146486 w 8872538"/>
              <a:gd name="connsiteY2114" fmla="*/ 360363 h 1038646"/>
              <a:gd name="connsiteX2115" fmla="*/ 6058824 w 8872538"/>
              <a:gd name="connsiteY2115" fmla="*/ 317944 h 1038646"/>
              <a:gd name="connsiteX2116" fmla="*/ 5971742 w 8872538"/>
              <a:gd name="connsiteY2116" fmla="*/ 360363 h 1038646"/>
              <a:gd name="connsiteX2117" fmla="*/ 5871307 w 8872538"/>
              <a:gd name="connsiteY2117" fmla="*/ 408011 h 1038646"/>
              <a:gd name="connsiteX2118" fmla="*/ 5771325 w 8872538"/>
              <a:gd name="connsiteY2118" fmla="*/ 360363 h 1038646"/>
              <a:gd name="connsiteX2119" fmla="*/ 5683550 w 8872538"/>
              <a:gd name="connsiteY2119" fmla="*/ 317944 h 1038646"/>
              <a:gd name="connsiteX2120" fmla="*/ 5596467 w 8872538"/>
              <a:gd name="connsiteY2120" fmla="*/ 360363 h 1038646"/>
              <a:gd name="connsiteX2121" fmla="*/ 5496033 w 8872538"/>
              <a:gd name="connsiteY2121" fmla="*/ 408011 h 1038646"/>
              <a:gd name="connsiteX2122" fmla="*/ 5396759 w 8872538"/>
              <a:gd name="connsiteY2122" fmla="*/ 360363 h 1038646"/>
              <a:gd name="connsiteX2123" fmla="*/ 5308516 w 8872538"/>
              <a:gd name="connsiteY2123" fmla="*/ 317944 h 1038646"/>
              <a:gd name="connsiteX2124" fmla="*/ 5221434 w 8872538"/>
              <a:gd name="connsiteY2124" fmla="*/ 360363 h 1038646"/>
              <a:gd name="connsiteX2125" fmla="*/ 5120999 w 8872538"/>
              <a:gd name="connsiteY2125" fmla="*/ 408011 h 1038646"/>
              <a:gd name="connsiteX2126" fmla="*/ 5021598 w 8872538"/>
              <a:gd name="connsiteY2126" fmla="*/ 360363 h 1038646"/>
              <a:gd name="connsiteX2127" fmla="*/ 4933242 w 8872538"/>
              <a:gd name="connsiteY2127" fmla="*/ 317944 h 1038646"/>
              <a:gd name="connsiteX2128" fmla="*/ 4846160 w 8872538"/>
              <a:gd name="connsiteY2128" fmla="*/ 360363 h 1038646"/>
              <a:gd name="connsiteX2129" fmla="*/ 4745726 w 8872538"/>
              <a:gd name="connsiteY2129" fmla="*/ 408011 h 1038646"/>
              <a:gd name="connsiteX2130" fmla="*/ 4646452 w 8872538"/>
              <a:gd name="connsiteY2130" fmla="*/ 360363 h 1038646"/>
              <a:gd name="connsiteX2131" fmla="*/ 4558209 w 8872538"/>
              <a:gd name="connsiteY2131" fmla="*/ 317944 h 1038646"/>
              <a:gd name="connsiteX2132" fmla="*/ 4471126 w 8872538"/>
              <a:gd name="connsiteY2132" fmla="*/ 360363 h 1038646"/>
              <a:gd name="connsiteX2133" fmla="*/ 4370692 w 8872538"/>
              <a:gd name="connsiteY2133" fmla="*/ 408011 h 1038646"/>
              <a:gd name="connsiteX2134" fmla="*/ 4271291 w 8872538"/>
              <a:gd name="connsiteY2134" fmla="*/ 360363 h 1038646"/>
              <a:gd name="connsiteX2135" fmla="*/ 4182934 w 8872538"/>
              <a:gd name="connsiteY2135" fmla="*/ 317944 h 1038646"/>
              <a:gd name="connsiteX2136" fmla="*/ 4095853 w 8872538"/>
              <a:gd name="connsiteY2136" fmla="*/ 360363 h 1038646"/>
              <a:gd name="connsiteX2137" fmla="*/ 3995418 w 8872538"/>
              <a:gd name="connsiteY2137" fmla="*/ 408011 h 1038646"/>
              <a:gd name="connsiteX2138" fmla="*/ 3896144 w 8872538"/>
              <a:gd name="connsiteY2138" fmla="*/ 360363 h 1038646"/>
              <a:gd name="connsiteX2139" fmla="*/ 3807901 w 8872538"/>
              <a:gd name="connsiteY2139" fmla="*/ 317944 h 1038646"/>
              <a:gd name="connsiteX2140" fmla="*/ 3720819 w 8872538"/>
              <a:gd name="connsiteY2140" fmla="*/ 360363 h 1038646"/>
              <a:gd name="connsiteX2141" fmla="*/ 3620384 w 8872538"/>
              <a:gd name="connsiteY2141" fmla="*/ 408011 h 1038646"/>
              <a:gd name="connsiteX2142" fmla="*/ 3520983 w 8872538"/>
              <a:gd name="connsiteY2142" fmla="*/ 360363 h 1038646"/>
              <a:gd name="connsiteX2143" fmla="*/ 3432627 w 8872538"/>
              <a:gd name="connsiteY2143" fmla="*/ 317944 h 1038646"/>
              <a:gd name="connsiteX2144" fmla="*/ 3345545 w 8872538"/>
              <a:gd name="connsiteY2144" fmla="*/ 360363 h 1038646"/>
              <a:gd name="connsiteX2145" fmla="*/ 3245110 w 8872538"/>
              <a:gd name="connsiteY2145" fmla="*/ 408011 h 1038646"/>
              <a:gd name="connsiteX2146" fmla="*/ 3145784 w 8872538"/>
              <a:gd name="connsiteY2146" fmla="*/ 360363 h 1038646"/>
              <a:gd name="connsiteX2147" fmla="*/ 3058075 w 8872538"/>
              <a:gd name="connsiteY2147" fmla="*/ 317944 h 1038646"/>
              <a:gd name="connsiteX2148" fmla="*/ 2970412 w 8872538"/>
              <a:gd name="connsiteY2148" fmla="*/ 360363 h 1038646"/>
              <a:gd name="connsiteX2149" fmla="*/ 2870558 w 8872538"/>
              <a:gd name="connsiteY2149" fmla="*/ 408011 h 1038646"/>
              <a:gd name="connsiteX2150" fmla="*/ 2870035 w 8872538"/>
              <a:gd name="connsiteY2150" fmla="*/ 407995 h 1038646"/>
              <a:gd name="connsiteX2151" fmla="*/ 2870035 w 8872538"/>
              <a:gd name="connsiteY2151" fmla="*/ 408011 h 1038646"/>
              <a:gd name="connsiteX2152" fmla="*/ 2770301 w 8872538"/>
              <a:gd name="connsiteY2152" fmla="*/ 360363 h 1038646"/>
              <a:gd name="connsiteX2153" fmla="*/ 2729967 w 8872538"/>
              <a:gd name="connsiteY2153" fmla="*/ 328742 h 1038646"/>
              <a:gd name="connsiteX2154" fmla="*/ 2720478 w 8872538"/>
              <a:gd name="connsiteY2154" fmla="*/ 324492 h 1038646"/>
              <a:gd name="connsiteX2155" fmla="*/ 2719483 w 8872538"/>
              <a:gd name="connsiteY2155" fmla="*/ 324152 h 1038646"/>
              <a:gd name="connsiteX2156" fmla="*/ 2709760 w 8872538"/>
              <a:gd name="connsiteY2156" fmla="*/ 321105 h 1038646"/>
              <a:gd name="connsiteX2157" fmla="*/ 2707439 w 8872538"/>
              <a:gd name="connsiteY2157" fmla="*/ 320654 h 1038646"/>
              <a:gd name="connsiteX2158" fmla="*/ 2697787 w 8872538"/>
              <a:gd name="connsiteY2158" fmla="*/ 318861 h 1038646"/>
              <a:gd name="connsiteX2159" fmla="*/ 2682638 w 8872538"/>
              <a:gd name="connsiteY2159" fmla="*/ 317944 h 1038646"/>
              <a:gd name="connsiteX2160" fmla="*/ 2667494 w 8872538"/>
              <a:gd name="connsiteY2160" fmla="*/ 318861 h 1038646"/>
              <a:gd name="connsiteX2161" fmla="*/ 2594864 w 8872538"/>
              <a:gd name="connsiteY2161" fmla="*/ 360363 h 1038646"/>
              <a:gd name="connsiteX2162" fmla="*/ 2504083 w 8872538"/>
              <a:gd name="connsiteY2162" fmla="*/ 407725 h 1038646"/>
              <a:gd name="connsiteX2163" fmla="*/ 2494881 w 8872538"/>
              <a:gd name="connsiteY2163" fmla="*/ 408011 h 1038646"/>
              <a:gd name="connsiteX2164" fmla="*/ 2485698 w 8872538"/>
              <a:gd name="connsiteY2164" fmla="*/ 407725 h 1038646"/>
              <a:gd name="connsiteX2165" fmla="*/ 2395027 w 8872538"/>
              <a:gd name="connsiteY2165" fmla="*/ 360363 h 1038646"/>
              <a:gd name="connsiteX2166" fmla="*/ 2322513 w 8872538"/>
              <a:gd name="connsiteY2166" fmla="*/ 318861 h 1038646"/>
              <a:gd name="connsiteX2167" fmla="*/ 2307364 w 8872538"/>
              <a:gd name="connsiteY2167" fmla="*/ 317944 h 1038646"/>
              <a:gd name="connsiteX2168" fmla="*/ 2292240 w 8872538"/>
              <a:gd name="connsiteY2168" fmla="*/ 318861 h 1038646"/>
              <a:gd name="connsiteX2169" fmla="*/ 2219702 w 8872538"/>
              <a:gd name="connsiteY2169" fmla="*/ 360363 h 1038646"/>
              <a:gd name="connsiteX2170" fmla="*/ 2129038 w 8872538"/>
              <a:gd name="connsiteY2170" fmla="*/ 407725 h 1038646"/>
              <a:gd name="connsiteX2171" fmla="*/ 2119848 w 8872538"/>
              <a:gd name="connsiteY2171" fmla="*/ 408011 h 1038646"/>
              <a:gd name="connsiteX2172" fmla="*/ 2110665 w 8872538"/>
              <a:gd name="connsiteY2172" fmla="*/ 407725 h 1038646"/>
              <a:gd name="connsiteX2173" fmla="*/ 2019994 w 8872538"/>
              <a:gd name="connsiteY2173" fmla="*/ 360363 h 1038646"/>
              <a:gd name="connsiteX2174" fmla="*/ 1947480 w 8872538"/>
              <a:gd name="connsiteY2174" fmla="*/ 318861 h 1038646"/>
              <a:gd name="connsiteX2175" fmla="*/ 1932331 w 8872538"/>
              <a:gd name="connsiteY2175" fmla="*/ 317944 h 1038646"/>
              <a:gd name="connsiteX2176" fmla="*/ 1917189 w 8872538"/>
              <a:gd name="connsiteY2176" fmla="*/ 318861 h 1038646"/>
              <a:gd name="connsiteX2177" fmla="*/ 1845137 w 8872538"/>
              <a:gd name="connsiteY2177" fmla="*/ 360363 h 1038646"/>
              <a:gd name="connsiteX2178" fmla="*/ 1753776 w 8872538"/>
              <a:gd name="connsiteY2178" fmla="*/ 407725 h 1038646"/>
              <a:gd name="connsiteX2179" fmla="*/ 1744574 w 8872538"/>
              <a:gd name="connsiteY2179" fmla="*/ 408011 h 1038646"/>
              <a:gd name="connsiteX2180" fmla="*/ 1735391 w 8872538"/>
              <a:gd name="connsiteY2180" fmla="*/ 407725 h 1038646"/>
              <a:gd name="connsiteX2181" fmla="*/ 1644720 w 8872538"/>
              <a:gd name="connsiteY2181" fmla="*/ 360363 h 1038646"/>
              <a:gd name="connsiteX2182" fmla="*/ 1572206 w 8872538"/>
              <a:gd name="connsiteY2182" fmla="*/ 318861 h 1038646"/>
              <a:gd name="connsiteX2183" fmla="*/ 1557058 w 8872538"/>
              <a:gd name="connsiteY2183" fmla="*/ 317944 h 1038646"/>
              <a:gd name="connsiteX2184" fmla="*/ 1541934 w 8872538"/>
              <a:gd name="connsiteY2184" fmla="*/ 318861 h 1038646"/>
              <a:gd name="connsiteX2185" fmla="*/ 1469975 w 8872538"/>
              <a:gd name="connsiteY2185" fmla="*/ 360363 h 1038646"/>
              <a:gd name="connsiteX2186" fmla="*/ 1378731 w 8872538"/>
              <a:gd name="connsiteY2186" fmla="*/ 407725 h 1038646"/>
              <a:gd name="connsiteX2187" fmla="*/ 1369541 w 8872538"/>
              <a:gd name="connsiteY2187" fmla="*/ 408011 h 1038646"/>
              <a:gd name="connsiteX2188" fmla="*/ 1360358 w 8872538"/>
              <a:gd name="connsiteY2188" fmla="*/ 407725 h 1038646"/>
              <a:gd name="connsiteX2189" fmla="*/ 1269687 w 8872538"/>
              <a:gd name="connsiteY2189" fmla="*/ 360363 h 1038646"/>
              <a:gd name="connsiteX2190" fmla="*/ 1197340 w 8872538"/>
              <a:gd name="connsiteY2190" fmla="*/ 318861 h 1038646"/>
              <a:gd name="connsiteX2191" fmla="*/ 1182024 w 8872538"/>
              <a:gd name="connsiteY2191" fmla="*/ 317944 h 1038646"/>
              <a:gd name="connsiteX2192" fmla="*/ 1166881 w 8872538"/>
              <a:gd name="connsiteY2192" fmla="*/ 318861 h 1038646"/>
              <a:gd name="connsiteX2193" fmla="*/ 1094831 w 8872538"/>
              <a:gd name="connsiteY2193" fmla="*/ 360363 h 1038646"/>
              <a:gd name="connsiteX2194" fmla="*/ 1003564 w 8872538"/>
              <a:gd name="connsiteY2194" fmla="*/ 407725 h 1038646"/>
              <a:gd name="connsiteX2195" fmla="*/ 994267 w 8872538"/>
              <a:gd name="connsiteY2195" fmla="*/ 408011 h 1038646"/>
              <a:gd name="connsiteX2196" fmla="*/ 985084 w 8872538"/>
              <a:gd name="connsiteY2196" fmla="*/ 407725 h 1038646"/>
              <a:gd name="connsiteX2197" fmla="*/ 894413 w 8872538"/>
              <a:gd name="connsiteY2197" fmla="*/ 360363 h 1038646"/>
              <a:gd name="connsiteX2198" fmla="*/ 822066 w 8872538"/>
              <a:gd name="connsiteY2198" fmla="*/ 318861 h 1038646"/>
              <a:gd name="connsiteX2199" fmla="*/ 806751 w 8872538"/>
              <a:gd name="connsiteY2199" fmla="*/ 317944 h 1038646"/>
              <a:gd name="connsiteX2200" fmla="*/ 791627 w 8872538"/>
              <a:gd name="connsiteY2200" fmla="*/ 318861 h 1038646"/>
              <a:gd name="connsiteX2201" fmla="*/ 719668 w 8872538"/>
              <a:gd name="connsiteY2201" fmla="*/ 360363 h 1038646"/>
              <a:gd name="connsiteX2202" fmla="*/ 628519 w 8872538"/>
              <a:gd name="connsiteY2202" fmla="*/ 407725 h 1038646"/>
              <a:gd name="connsiteX2203" fmla="*/ 619234 w 8872538"/>
              <a:gd name="connsiteY2203" fmla="*/ 408011 h 1038646"/>
              <a:gd name="connsiteX2204" fmla="*/ 610051 w 8872538"/>
              <a:gd name="connsiteY2204" fmla="*/ 407725 h 1038646"/>
              <a:gd name="connsiteX2205" fmla="*/ 519380 w 8872538"/>
              <a:gd name="connsiteY2205" fmla="*/ 360363 h 1038646"/>
              <a:gd name="connsiteX2206" fmla="*/ 447033 w 8872538"/>
              <a:gd name="connsiteY2206" fmla="*/ 318861 h 1038646"/>
              <a:gd name="connsiteX2207" fmla="*/ 431717 w 8872538"/>
              <a:gd name="connsiteY2207" fmla="*/ 317944 h 1038646"/>
              <a:gd name="connsiteX2208" fmla="*/ 416575 w 8872538"/>
              <a:gd name="connsiteY2208" fmla="*/ 318861 h 1038646"/>
              <a:gd name="connsiteX2209" fmla="*/ 344524 w 8872538"/>
              <a:gd name="connsiteY2209" fmla="*/ 360363 h 1038646"/>
              <a:gd name="connsiteX2210" fmla="*/ 253258 w 8872538"/>
              <a:gd name="connsiteY2210" fmla="*/ 407725 h 1038646"/>
              <a:gd name="connsiteX2211" fmla="*/ 243961 w 8872538"/>
              <a:gd name="connsiteY2211" fmla="*/ 408011 h 1038646"/>
              <a:gd name="connsiteX2212" fmla="*/ 243960 w 8872538"/>
              <a:gd name="connsiteY2212" fmla="*/ 408011 h 1038646"/>
              <a:gd name="connsiteX2213" fmla="*/ 234777 w 8872538"/>
              <a:gd name="connsiteY2213" fmla="*/ 407725 h 1038646"/>
              <a:gd name="connsiteX2214" fmla="*/ 144106 w 8872538"/>
              <a:gd name="connsiteY2214" fmla="*/ 360363 h 1038646"/>
              <a:gd name="connsiteX2215" fmla="*/ 71759 w 8872538"/>
              <a:gd name="connsiteY2215" fmla="*/ 318861 h 1038646"/>
              <a:gd name="connsiteX2216" fmla="*/ 56444 w 8872538"/>
              <a:gd name="connsiteY2216" fmla="*/ 317944 h 1038646"/>
              <a:gd name="connsiteX2217" fmla="*/ 41320 w 8872538"/>
              <a:gd name="connsiteY2217" fmla="*/ 318861 h 1038646"/>
              <a:gd name="connsiteX2218" fmla="*/ 549 w 8872538"/>
              <a:gd name="connsiteY2218" fmla="*/ 333940 h 1038646"/>
              <a:gd name="connsiteX2219" fmla="*/ 0 w 8872538"/>
              <a:gd name="connsiteY2219" fmla="*/ 334404 h 1038646"/>
              <a:gd name="connsiteX2220" fmla="*/ 0 w 8872538"/>
              <a:gd name="connsiteY2220" fmla="*/ 313995 h 1038646"/>
              <a:gd name="connsiteX2221" fmla="*/ 17453 w 8872538"/>
              <a:gd name="connsiteY2221" fmla="*/ 305823 h 1038646"/>
              <a:gd name="connsiteX2222" fmla="*/ 47260 w 8872538"/>
              <a:gd name="connsiteY2222" fmla="*/ 300217 h 1038646"/>
              <a:gd name="connsiteX2223" fmla="*/ 56438 w 8872538"/>
              <a:gd name="connsiteY2223" fmla="*/ 200515 h 1038646"/>
              <a:gd name="connsiteX2224" fmla="*/ 65723 w 8872538"/>
              <a:gd name="connsiteY2224" fmla="*/ 200801 h 1038646"/>
              <a:gd name="connsiteX2225" fmla="*/ 156872 w 8872538"/>
              <a:gd name="connsiteY2225" fmla="*/ 247521 h 1038646"/>
              <a:gd name="connsiteX2226" fmla="*/ 228831 w 8872538"/>
              <a:gd name="connsiteY2226" fmla="*/ 288992 h 1038646"/>
              <a:gd name="connsiteX2227" fmla="*/ 243954 w 8872538"/>
              <a:gd name="connsiteY2227" fmla="*/ 289884 h 1038646"/>
              <a:gd name="connsiteX2228" fmla="*/ 259289 w 8872538"/>
              <a:gd name="connsiteY2228" fmla="*/ 288992 h 1038646"/>
              <a:gd name="connsiteX2229" fmla="*/ 331729 w 8872538"/>
              <a:gd name="connsiteY2229" fmla="*/ 247521 h 1038646"/>
              <a:gd name="connsiteX2230" fmla="*/ 422516 w 8872538"/>
              <a:gd name="connsiteY2230" fmla="*/ 200801 h 1038646"/>
              <a:gd name="connsiteX2231" fmla="*/ 431711 w 8872538"/>
              <a:gd name="connsiteY2231" fmla="*/ 200515 h 1038646"/>
              <a:gd name="connsiteX2232" fmla="*/ 440997 w 8872538"/>
              <a:gd name="connsiteY2232" fmla="*/ 200801 h 1038646"/>
              <a:gd name="connsiteX2233" fmla="*/ 532146 w 8872538"/>
              <a:gd name="connsiteY2233" fmla="*/ 247521 h 1038646"/>
              <a:gd name="connsiteX2234" fmla="*/ 604104 w 8872538"/>
              <a:gd name="connsiteY2234" fmla="*/ 288992 h 1038646"/>
              <a:gd name="connsiteX2235" fmla="*/ 619228 w 8872538"/>
              <a:gd name="connsiteY2235" fmla="*/ 289884 h 1038646"/>
              <a:gd name="connsiteX2236" fmla="*/ 634543 w 8872538"/>
              <a:gd name="connsiteY2236" fmla="*/ 288992 h 1038646"/>
              <a:gd name="connsiteX2237" fmla="*/ 706891 w 8872538"/>
              <a:gd name="connsiteY2237" fmla="*/ 247521 h 1038646"/>
              <a:gd name="connsiteX2238" fmla="*/ 797562 w 8872538"/>
              <a:gd name="connsiteY2238" fmla="*/ 200801 h 1038646"/>
              <a:gd name="connsiteX2239" fmla="*/ 806745 w 8872538"/>
              <a:gd name="connsiteY2239" fmla="*/ 200515 h 1038646"/>
              <a:gd name="connsiteX2240" fmla="*/ 816030 w 8872538"/>
              <a:gd name="connsiteY2240" fmla="*/ 200801 h 1038646"/>
              <a:gd name="connsiteX2241" fmla="*/ 907179 w 8872538"/>
              <a:gd name="connsiteY2241" fmla="*/ 247521 h 1038646"/>
              <a:gd name="connsiteX2242" fmla="*/ 979138 w 8872538"/>
              <a:gd name="connsiteY2242" fmla="*/ 288992 h 1038646"/>
              <a:gd name="connsiteX2243" fmla="*/ 994261 w 8872538"/>
              <a:gd name="connsiteY2243" fmla="*/ 289884 h 1038646"/>
              <a:gd name="connsiteX2244" fmla="*/ 1009596 w 8872538"/>
              <a:gd name="connsiteY2244" fmla="*/ 288992 h 1038646"/>
              <a:gd name="connsiteX2245" fmla="*/ 1082036 w 8872538"/>
              <a:gd name="connsiteY2245" fmla="*/ 247521 h 1038646"/>
              <a:gd name="connsiteX2246" fmla="*/ 1172823 w 8872538"/>
              <a:gd name="connsiteY2246" fmla="*/ 200801 h 1038646"/>
              <a:gd name="connsiteX2247" fmla="*/ 1182019 w 8872538"/>
              <a:gd name="connsiteY2247" fmla="*/ 200515 h 1038646"/>
              <a:gd name="connsiteX2248" fmla="*/ 1191304 w 8872538"/>
              <a:gd name="connsiteY2248" fmla="*/ 200801 h 1038646"/>
              <a:gd name="connsiteX2249" fmla="*/ 1282453 w 8872538"/>
              <a:gd name="connsiteY2249" fmla="*/ 247521 h 1038646"/>
              <a:gd name="connsiteX2250" fmla="*/ 1354412 w 8872538"/>
              <a:gd name="connsiteY2250" fmla="*/ 288992 h 1038646"/>
              <a:gd name="connsiteX2251" fmla="*/ 1369535 w 8872538"/>
              <a:gd name="connsiteY2251" fmla="*/ 289884 h 1038646"/>
              <a:gd name="connsiteX2252" fmla="*/ 1384683 w 8872538"/>
              <a:gd name="connsiteY2252" fmla="*/ 288992 h 1038646"/>
              <a:gd name="connsiteX2253" fmla="*/ 1457198 w 8872538"/>
              <a:gd name="connsiteY2253" fmla="*/ 247521 h 1038646"/>
              <a:gd name="connsiteX2254" fmla="*/ 1547868 w 8872538"/>
              <a:gd name="connsiteY2254" fmla="*/ 200801 h 1038646"/>
              <a:gd name="connsiteX2255" fmla="*/ 1557052 w 8872538"/>
              <a:gd name="connsiteY2255" fmla="*/ 200515 h 1038646"/>
              <a:gd name="connsiteX2256" fmla="*/ 1566241 w 8872538"/>
              <a:gd name="connsiteY2256" fmla="*/ 200801 h 1038646"/>
              <a:gd name="connsiteX2257" fmla="*/ 1657486 w 8872538"/>
              <a:gd name="connsiteY2257" fmla="*/ 247521 h 1038646"/>
              <a:gd name="connsiteX2258" fmla="*/ 1729444 w 8872538"/>
              <a:gd name="connsiteY2258" fmla="*/ 288992 h 1038646"/>
              <a:gd name="connsiteX2259" fmla="*/ 1744568 w 8872538"/>
              <a:gd name="connsiteY2259" fmla="*/ 289884 h 1038646"/>
              <a:gd name="connsiteX2260" fmla="*/ 1759736 w 8872538"/>
              <a:gd name="connsiteY2260" fmla="*/ 288992 h 1038646"/>
              <a:gd name="connsiteX2261" fmla="*/ 1832343 w 8872538"/>
              <a:gd name="connsiteY2261" fmla="*/ 247521 h 1038646"/>
              <a:gd name="connsiteX2262" fmla="*/ 1923131 w 8872538"/>
              <a:gd name="connsiteY2262" fmla="*/ 200801 h 1038646"/>
              <a:gd name="connsiteX2263" fmla="*/ 1932325 w 8872538"/>
              <a:gd name="connsiteY2263" fmla="*/ 200515 h 1038646"/>
              <a:gd name="connsiteX2264" fmla="*/ 1941515 w 8872538"/>
              <a:gd name="connsiteY2264" fmla="*/ 200801 h 1038646"/>
              <a:gd name="connsiteX2265" fmla="*/ 2032760 w 8872538"/>
              <a:gd name="connsiteY2265" fmla="*/ 247521 h 1038646"/>
              <a:gd name="connsiteX2266" fmla="*/ 2104719 w 8872538"/>
              <a:gd name="connsiteY2266" fmla="*/ 288992 h 1038646"/>
              <a:gd name="connsiteX2267" fmla="*/ 2119842 w 8872538"/>
              <a:gd name="connsiteY2267" fmla="*/ 289884 h 1038646"/>
              <a:gd name="connsiteX2268" fmla="*/ 2134991 w 8872538"/>
              <a:gd name="connsiteY2268" fmla="*/ 288992 h 1038646"/>
              <a:gd name="connsiteX2269" fmla="*/ 2207505 w 8872538"/>
              <a:gd name="connsiteY2269" fmla="*/ 247521 h 1038646"/>
              <a:gd name="connsiteX2270" fmla="*/ 2298175 w 8872538"/>
              <a:gd name="connsiteY2270" fmla="*/ 200801 h 1038646"/>
              <a:gd name="connsiteX2271" fmla="*/ 2307358 w 8872538"/>
              <a:gd name="connsiteY2271" fmla="*/ 200515 h 1038646"/>
              <a:gd name="connsiteX2272" fmla="*/ 2316548 w 8872538"/>
              <a:gd name="connsiteY2272" fmla="*/ 200801 h 1038646"/>
              <a:gd name="connsiteX2273" fmla="*/ 2407213 w 8872538"/>
              <a:gd name="connsiteY2273" fmla="*/ 247521 h 1038646"/>
              <a:gd name="connsiteX2274" fmla="*/ 2479751 w 8872538"/>
              <a:gd name="connsiteY2274" fmla="*/ 288992 h 1038646"/>
              <a:gd name="connsiteX2275" fmla="*/ 2494875 w 8872538"/>
              <a:gd name="connsiteY2275" fmla="*/ 289884 h 1038646"/>
              <a:gd name="connsiteX2276" fmla="*/ 2510043 w 8872538"/>
              <a:gd name="connsiteY2276" fmla="*/ 288992 h 1038646"/>
              <a:gd name="connsiteX2277" fmla="*/ 2582650 w 8872538"/>
              <a:gd name="connsiteY2277" fmla="*/ 247521 h 1038646"/>
              <a:gd name="connsiteX2278" fmla="*/ 2673438 w 8872538"/>
              <a:gd name="connsiteY2278" fmla="*/ 200801 h 1038646"/>
              <a:gd name="connsiteX2279" fmla="*/ 2682632 w 8872538"/>
              <a:gd name="connsiteY2279" fmla="*/ 200515 h 1038646"/>
              <a:gd name="connsiteX2280" fmla="*/ 2683059 w 8872538"/>
              <a:gd name="connsiteY2280" fmla="*/ 200529 h 1038646"/>
              <a:gd name="connsiteX2281" fmla="*/ 2683059 w 8872538"/>
              <a:gd name="connsiteY2281" fmla="*/ 200515 h 1038646"/>
              <a:gd name="connsiteX2282" fmla="*/ 2700898 w 8872538"/>
              <a:gd name="connsiteY2282" fmla="*/ 201631 h 1038646"/>
              <a:gd name="connsiteX2283" fmla="*/ 2705021 w 8872538"/>
              <a:gd name="connsiteY2283" fmla="*/ 202447 h 1038646"/>
              <a:gd name="connsiteX2284" fmla="*/ 2707622 w 8872538"/>
              <a:gd name="connsiteY2284" fmla="*/ 202771 h 1038646"/>
              <a:gd name="connsiteX2285" fmla="*/ 2710894 w 8872538"/>
              <a:gd name="connsiteY2285" fmla="*/ 203609 h 1038646"/>
              <a:gd name="connsiteX2286" fmla="*/ 2716703 w 8872538"/>
              <a:gd name="connsiteY2286" fmla="*/ 204759 h 1038646"/>
              <a:gd name="connsiteX2287" fmla="*/ 2720581 w 8872538"/>
              <a:gd name="connsiteY2287" fmla="*/ 206090 h 1038646"/>
              <a:gd name="connsiteX2288" fmla="*/ 2721730 w 8872538"/>
              <a:gd name="connsiteY2288" fmla="*/ 206385 h 1038646"/>
              <a:gd name="connsiteX2289" fmla="*/ 2723661 w 8872538"/>
              <a:gd name="connsiteY2289" fmla="*/ 207148 h 1038646"/>
              <a:gd name="connsiteX2290" fmla="*/ 2730726 w 8872538"/>
              <a:gd name="connsiteY2290" fmla="*/ 209574 h 1038646"/>
              <a:gd name="connsiteX2291" fmla="*/ 2782896 w 8872538"/>
              <a:gd name="connsiteY2291" fmla="*/ 247521 h 1038646"/>
              <a:gd name="connsiteX2292" fmla="*/ 2870558 w 8872538"/>
              <a:gd name="connsiteY2292" fmla="*/ 289884 h 1038646"/>
              <a:gd name="connsiteX2293" fmla="*/ 2958221 w 8872538"/>
              <a:gd name="connsiteY2293" fmla="*/ 247521 h 1038646"/>
              <a:gd name="connsiteX2294" fmla="*/ 3058075 w 8872538"/>
              <a:gd name="connsiteY2294" fmla="*/ 200515 h 1038646"/>
              <a:gd name="connsiteX2295" fmla="*/ 3157982 w 8872538"/>
              <a:gd name="connsiteY2295" fmla="*/ 247521 h 1038646"/>
              <a:gd name="connsiteX2296" fmla="*/ 3245110 w 8872538"/>
              <a:gd name="connsiteY2296" fmla="*/ 289884 h 1038646"/>
              <a:gd name="connsiteX2297" fmla="*/ 3333353 w 8872538"/>
              <a:gd name="connsiteY2297" fmla="*/ 247521 h 1038646"/>
              <a:gd name="connsiteX2298" fmla="*/ 3432627 w 8872538"/>
              <a:gd name="connsiteY2298" fmla="*/ 200515 h 1038646"/>
              <a:gd name="connsiteX2299" fmla="*/ 3533191 w 8872538"/>
              <a:gd name="connsiteY2299" fmla="*/ 247521 h 1038646"/>
              <a:gd name="connsiteX2300" fmla="*/ 3620384 w 8872538"/>
              <a:gd name="connsiteY2300" fmla="*/ 289884 h 1038646"/>
              <a:gd name="connsiteX2301" fmla="*/ 3708627 w 8872538"/>
              <a:gd name="connsiteY2301" fmla="*/ 247521 h 1038646"/>
              <a:gd name="connsiteX2302" fmla="*/ 3807901 w 8872538"/>
              <a:gd name="connsiteY2302" fmla="*/ 200515 h 1038646"/>
              <a:gd name="connsiteX2303" fmla="*/ 3908336 w 8872538"/>
              <a:gd name="connsiteY2303" fmla="*/ 247521 h 1038646"/>
              <a:gd name="connsiteX2304" fmla="*/ 3995418 w 8872538"/>
              <a:gd name="connsiteY2304" fmla="*/ 289884 h 1038646"/>
              <a:gd name="connsiteX2305" fmla="*/ 4083661 w 8872538"/>
              <a:gd name="connsiteY2305" fmla="*/ 247521 h 1038646"/>
              <a:gd name="connsiteX2306" fmla="*/ 4182934 w 8872538"/>
              <a:gd name="connsiteY2306" fmla="*/ 200515 h 1038646"/>
              <a:gd name="connsiteX2307" fmla="*/ 4283498 w 8872538"/>
              <a:gd name="connsiteY2307" fmla="*/ 247521 h 1038646"/>
              <a:gd name="connsiteX2308" fmla="*/ 4370692 w 8872538"/>
              <a:gd name="connsiteY2308" fmla="*/ 289884 h 1038646"/>
              <a:gd name="connsiteX2309" fmla="*/ 4458935 w 8872538"/>
              <a:gd name="connsiteY2309" fmla="*/ 247521 h 1038646"/>
              <a:gd name="connsiteX2310" fmla="*/ 4558209 w 8872538"/>
              <a:gd name="connsiteY2310" fmla="*/ 200515 h 1038646"/>
              <a:gd name="connsiteX2311" fmla="*/ 4658643 w 8872538"/>
              <a:gd name="connsiteY2311" fmla="*/ 247521 h 1038646"/>
              <a:gd name="connsiteX2312" fmla="*/ 4745726 w 8872538"/>
              <a:gd name="connsiteY2312" fmla="*/ 289884 h 1038646"/>
              <a:gd name="connsiteX2313" fmla="*/ 4833969 w 8872538"/>
              <a:gd name="connsiteY2313" fmla="*/ 247521 h 1038646"/>
              <a:gd name="connsiteX2314" fmla="*/ 4933242 w 8872538"/>
              <a:gd name="connsiteY2314" fmla="*/ 200515 h 1038646"/>
              <a:gd name="connsiteX2315" fmla="*/ 5033805 w 8872538"/>
              <a:gd name="connsiteY2315" fmla="*/ 247521 h 1038646"/>
              <a:gd name="connsiteX2316" fmla="*/ 5120999 w 8872538"/>
              <a:gd name="connsiteY2316" fmla="*/ 289884 h 1038646"/>
              <a:gd name="connsiteX2317" fmla="*/ 5209242 w 8872538"/>
              <a:gd name="connsiteY2317" fmla="*/ 247521 h 1038646"/>
              <a:gd name="connsiteX2318" fmla="*/ 5308516 w 8872538"/>
              <a:gd name="connsiteY2318" fmla="*/ 200515 h 1038646"/>
              <a:gd name="connsiteX2319" fmla="*/ 5408950 w 8872538"/>
              <a:gd name="connsiteY2319" fmla="*/ 247521 h 1038646"/>
              <a:gd name="connsiteX2320" fmla="*/ 5496033 w 8872538"/>
              <a:gd name="connsiteY2320" fmla="*/ 289884 h 1038646"/>
              <a:gd name="connsiteX2321" fmla="*/ 5584276 w 8872538"/>
              <a:gd name="connsiteY2321" fmla="*/ 247521 h 1038646"/>
              <a:gd name="connsiteX2322" fmla="*/ 5683550 w 8872538"/>
              <a:gd name="connsiteY2322" fmla="*/ 200515 h 1038646"/>
              <a:gd name="connsiteX2323" fmla="*/ 5784113 w 8872538"/>
              <a:gd name="connsiteY2323" fmla="*/ 247521 h 1038646"/>
              <a:gd name="connsiteX2324" fmla="*/ 5871307 w 8872538"/>
              <a:gd name="connsiteY2324" fmla="*/ 289884 h 1038646"/>
              <a:gd name="connsiteX2325" fmla="*/ 5958970 w 8872538"/>
              <a:gd name="connsiteY2325" fmla="*/ 247521 h 1038646"/>
              <a:gd name="connsiteX2326" fmla="*/ 6058824 w 8872538"/>
              <a:gd name="connsiteY2326" fmla="*/ 200515 h 1038646"/>
              <a:gd name="connsiteX2327" fmla="*/ 6159258 w 8872538"/>
              <a:gd name="connsiteY2327" fmla="*/ 247521 h 1038646"/>
              <a:gd name="connsiteX2328" fmla="*/ 6246341 w 8872538"/>
              <a:gd name="connsiteY2328" fmla="*/ 289884 h 1038646"/>
              <a:gd name="connsiteX2329" fmla="*/ 6334116 w 8872538"/>
              <a:gd name="connsiteY2329" fmla="*/ 247521 h 1038646"/>
              <a:gd name="connsiteX2330" fmla="*/ 6434098 w 8872538"/>
              <a:gd name="connsiteY2330" fmla="*/ 200515 h 1038646"/>
              <a:gd name="connsiteX2331" fmla="*/ 6534533 w 8872538"/>
              <a:gd name="connsiteY2331" fmla="*/ 247521 h 1038646"/>
              <a:gd name="connsiteX2332" fmla="*/ 6621614 w 8872538"/>
              <a:gd name="connsiteY2332" fmla="*/ 289884 h 1038646"/>
              <a:gd name="connsiteX2333" fmla="*/ 6709278 w 8872538"/>
              <a:gd name="connsiteY2333" fmla="*/ 247521 h 1038646"/>
              <a:gd name="connsiteX2334" fmla="*/ 6809131 w 8872538"/>
              <a:gd name="connsiteY2334" fmla="*/ 200515 h 1038646"/>
              <a:gd name="connsiteX2335" fmla="*/ 6909565 w 8872538"/>
              <a:gd name="connsiteY2335" fmla="*/ 247521 h 1038646"/>
              <a:gd name="connsiteX2336" fmla="*/ 6996648 w 8872538"/>
              <a:gd name="connsiteY2336" fmla="*/ 289884 h 1038646"/>
              <a:gd name="connsiteX2337" fmla="*/ 7084424 w 8872538"/>
              <a:gd name="connsiteY2337" fmla="*/ 247521 h 1038646"/>
              <a:gd name="connsiteX2338" fmla="*/ 7184405 w 8872538"/>
              <a:gd name="connsiteY2338" fmla="*/ 200515 h 1038646"/>
              <a:gd name="connsiteX2339" fmla="*/ 7284840 w 8872538"/>
              <a:gd name="connsiteY2339" fmla="*/ 247521 h 1038646"/>
              <a:gd name="connsiteX2340" fmla="*/ 7371922 w 8872538"/>
              <a:gd name="connsiteY2340" fmla="*/ 289884 h 1038646"/>
              <a:gd name="connsiteX2341" fmla="*/ 7459586 w 8872538"/>
              <a:gd name="connsiteY2341" fmla="*/ 247521 h 1038646"/>
              <a:gd name="connsiteX2342" fmla="*/ 7559439 w 8872538"/>
              <a:gd name="connsiteY2342" fmla="*/ 200515 h 1038646"/>
              <a:gd name="connsiteX2343" fmla="*/ 7659873 w 8872538"/>
              <a:gd name="connsiteY2343" fmla="*/ 247521 h 1038646"/>
              <a:gd name="connsiteX2344" fmla="*/ 7746956 w 8872538"/>
              <a:gd name="connsiteY2344" fmla="*/ 289884 h 1038646"/>
              <a:gd name="connsiteX2345" fmla="*/ 7834731 w 8872538"/>
              <a:gd name="connsiteY2345" fmla="*/ 247521 h 1038646"/>
              <a:gd name="connsiteX2346" fmla="*/ 7934713 w 8872538"/>
              <a:gd name="connsiteY2346" fmla="*/ 200515 h 1038646"/>
              <a:gd name="connsiteX2347" fmla="*/ 8035148 w 8872538"/>
              <a:gd name="connsiteY2347" fmla="*/ 247521 h 1038646"/>
              <a:gd name="connsiteX2348" fmla="*/ 8122230 w 8872538"/>
              <a:gd name="connsiteY2348" fmla="*/ 289884 h 1038646"/>
              <a:gd name="connsiteX2349" fmla="*/ 8209893 w 8872538"/>
              <a:gd name="connsiteY2349" fmla="*/ 247521 h 1038646"/>
              <a:gd name="connsiteX2350" fmla="*/ 8309747 w 8872538"/>
              <a:gd name="connsiteY2350" fmla="*/ 200515 h 1038646"/>
              <a:gd name="connsiteX2351" fmla="*/ 8409601 w 8872538"/>
              <a:gd name="connsiteY2351" fmla="*/ 247521 h 1038646"/>
              <a:gd name="connsiteX2352" fmla="*/ 8497264 w 8872538"/>
              <a:gd name="connsiteY2352" fmla="*/ 289884 h 1038646"/>
              <a:gd name="connsiteX2353" fmla="*/ 8585039 w 8872538"/>
              <a:gd name="connsiteY2353" fmla="*/ 247521 h 1038646"/>
              <a:gd name="connsiteX2354" fmla="*/ 8685021 w 8872538"/>
              <a:gd name="connsiteY2354" fmla="*/ 200515 h 1038646"/>
              <a:gd name="connsiteX2355" fmla="*/ 8784875 w 8872538"/>
              <a:gd name="connsiteY2355" fmla="*/ 247521 h 1038646"/>
              <a:gd name="connsiteX2356" fmla="*/ 8872538 w 8872538"/>
              <a:gd name="connsiteY2356" fmla="*/ 289884 h 1038646"/>
              <a:gd name="connsiteX2357" fmla="*/ 8872538 w 8872538"/>
              <a:gd name="connsiteY2357" fmla="*/ 307874 h 1038646"/>
              <a:gd name="connsiteX2358" fmla="*/ 8772684 w 8872538"/>
              <a:gd name="connsiteY2358" fmla="*/ 260869 h 1038646"/>
              <a:gd name="connsiteX2359" fmla="*/ 8685021 w 8872538"/>
              <a:gd name="connsiteY2359" fmla="*/ 218505 h 1038646"/>
              <a:gd name="connsiteX2360" fmla="*/ 8597246 w 8872538"/>
              <a:gd name="connsiteY2360" fmla="*/ 260869 h 1038646"/>
              <a:gd name="connsiteX2361" fmla="*/ 8497264 w 8872538"/>
              <a:gd name="connsiteY2361" fmla="*/ 307874 h 1038646"/>
              <a:gd name="connsiteX2362" fmla="*/ 8397409 w 8872538"/>
              <a:gd name="connsiteY2362" fmla="*/ 260869 h 1038646"/>
              <a:gd name="connsiteX2363" fmla="*/ 8309747 w 8872538"/>
              <a:gd name="connsiteY2363" fmla="*/ 218505 h 1038646"/>
              <a:gd name="connsiteX2364" fmla="*/ 8222084 w 8872538"/>
              <a:gd name="connsiteY2364" fmla="*/ 260869 h 1038646"/>
              <a:gd name="connsiteX2365" fmla="*/ 8122230 w 8872538"/>
              <a:gd name="connsiteY2365" fmla="*/ 307874 h 1038646"/>
              <a:gd name="connsiteX2366" fmla="*/ 8022377 w 8872538"/>
              <a:gd name="connsiteY2366" fmla="*/ 260869 h 1038646"/>
              <a:gd name="connsiteX2367" fmla="*/ 7934713 w 8872538"/>
              <a:gd name="connsiteY2367" fmla="*/ 218505 h 1038646"/>
              <a:gd name="connsiteX2368" fmla="*/ 7847519 w 8872538"/>
              <a:gd name="connsiteY2368" fmla="*/ 260869 h 1038646"/>
              <a:gd name="connsiteX2369" fmla="*/ 7746956 w 8872538"/>
              <a:gd name="connsiteY2369" fmla="*/ 307874 h 1038646"/>
              <a:gd name="connsiteX2370" fmla="*/ 7647102 w 8872538"/>
              <a:gd name="connsiteY2370" fmla="*/ 260869 h 1038646"/>
              <a:gd name="connsiteX2371" fmla="*/ 7559439 w 8872538"/>
              <a:gd name="connsiteY2371" fmla="*/ 218505 h 1038646"/>
              <a:gd name="connsiteX2372" fmla="*/ 7472357 w 8872538"/>
              <a:gd name="connsiteY2372" fmla="*/ 260869 h 1038646"/>
              <a:gd name="connsiteX2373" fmla="*/ 7371922 w 8872538"/>
              <a:gd name="connsiteY2373" fmla="*/ 307874 h 1038646"/>
              <a:gd name="connsiteX2374" fmla="*/ 7272069 w 8872538"/>
              <a:gd name="connsiteY2374" fmla="*/ 260869 h 1038646"/>
              <a:gd name="connsiteX2375" fmla="*/ 7184405 w 8872538"/>
              <a:gd name="connsiteY2375" fmla="*/ 218505 h 1038646"/>
              <a:gd name="connsiteX2376" fmla="*/ 7097212 w 8872538"/>
              <a:gd name="connsiteY2376" fmla="*/ 260869 h 1038646"/>
              <a:gd name="connsiteX2377" fmla="*/ 6996648 w 8872538"/>
              <a:gd name="connsiteY2377" fmla="*/ 307874 h 1038646"/>
              <a:gd name="connsiteX2378" fmla="*/ 6896794 w 8872538"/>
              <a:gd name="connsiteY2378" fmla="*/ 260869 h 1038646"/>
              <a:gd name="connsiteX2379" fmla="*/ 6809131 w 8872538"/>
              <a:gd name="connsiteY2379" fmla="*/ 218505 h 1038646"/>
              <a:gd name="connsiteX2380" fmla="*/ 6722050 w 8872538"/>
              <a:gd name="connsiteY2380" fmla="*/ 260869 h 1038646"/>
              <a:gd name="connsiteX2381" fmla="*/ 6621614 w 8872538"/>
              <a:gd name="connsiteY2381" fmla="*/ 307874 h 1038646"/>
              <a:gd name="connsiteX2382" fmla="*/ 6521761 w 8872538"/>
              <a:gd name="connsiteY2382" fmla="*/ 260869 h 1038646"/>
              <a:gd name="connsiteX2383" fmla="*/ 6434098 w 8872538"/>
              <a:gd name="connsiteY2383" fmla="*/ 218505 h 1038646"/>
              <a:gd name="connsiteX2384" fmla="*/ 6346904 w 8872538"/>
              <a:gd name="connsiteY2384" fmla="*/ 260869 h 1038646"/>
              <a:gd name="connsiteX2385" fmla="*/ 6246341 w 8872538"/>
              <a:gd name="connsiteY2385" fmla="*/ 307874 h 1038646"/>
              <a:gd name="connsiteX2386" fmla="*/ 6146486 w 8872538"/>
              <a:gd name="connsiteY2386" fmla="*/ 260869 h 1038646"/>
              <a:gd name="connsiteX2387" fmla="*/ 6058824 w 8872538"/>
              <a:gd name="connsiteY2387" fmla="*/ 218505 h 1038646"/>
              <a:gd name="connsiteX2388" fmla="*/ 5971742 w 8872538"/>
              <a:gd name="connsiteY2388" fmla="*/ 260869 h 1038646"/>
              <a:gd name="connsiteX2389" fmla="*/ 5871307 w 8872538"/>
              <a:gd name="connsiteY2389" fmla="*/ 307874 h 1038646"/>
              <a:gd name="connsiteX2390" fmla="*/ 5771325 w 8872538"/>
              <a:gd name="connsiteY2390" fmla="*/ 260869 h 1038646"/>
              <a:gd name="connsiteX2391" fmla="*/ 5683550 w 8872538"/>
              <a:gd name="connsiteY2391" fmla="*/ 218505 h 1038646"/>
              <a:gd name="connsiteX2392" fmla="*/ 5596467 w 8872538"/>
              <a:gd name="connsiteY2392" fmla="*/ 260869 h 1038646"/>
              <a:gd name="connsiteX2393" fmla="*/ 5496033 w 8872538"/>
              <a:gd name="connsiteY2393" fmla="*/ 307874 h 1038646"/>
              <a:gd name="connsiteX2394" fmla="*/ 5396759 w 8872538"/>
              <a:gd name="connsiteY2394" fmla="*/ 260869 h 1038646"/>
              <a:gd name="connsiteX2395" fmla="*/ 5308516 w 8872538"/>
              <a:gd name="connsiteY2395" fmla="*/ 218505 h 1038646"/>
              <a:gd name="connsiteX2396" fmla="*/ 5221434 w 8872538"/>
              <a:gd name="connsiteY2396" fmla="*/ 260869 h 1038646"/>
              <a:gd name="connsiteX2397" fmla="*/ 5120999 w 8872538"/>
              <a:gd name="connsiteY2397" fmla="*/ 307874 h 1038646"/>
              <a:gd name="connsiteX2398" fmla="*/ 5021598 w 8872538"/>
              <a:gd name="connsiteY2398" fmla="*/ 260869 h 1038646"/>
              <a:gd name="connsiteX2399" fmla="*/ 4933242 w 8872538"/>
              <a:gd name="connsiteY2399" fmla="*/ 218505 h 1038646"/>
              <a:gd name="connsiteX2400" fmla="*/ 4846160 w 8872538"/>
              <a:gd name="connsiteY2400" fmla="*/ 260869 h 1038646"/>
              <a:gd name="connsiteX2401" fmla="*/ 4745726 w 8872538"/>
              <a:gd name="connsiteY2401" fmla="*/ 307874 h 1038646"/>
              <a:gd name="connsiteX2402" fmla="*/ 4646452 w 8872538"/>
              <a:gd name="connsiteY2402" fmla="*/ 260869 h 1038646"/>
              <a:gd name="connsiteX2403" fmla="*/ 4558209 w 8872538"/>
              <a:gd name="connsiteY2403" fmla="*/ 218505 h 1038646"/>
              <a:gd name="connsiteX2404" fmla="*/ 4471126 w 8872538"/>
              <a:gd name="connsiteY2404" fmla="*/ 260869 h 1038646"/>
              <a:gd name="connsiteX2405" fmla="*/ 4370692 w 8872538"/>
              <a:gd name="connsiteY2405" fmla="*/ 307874 h 1038646"/>
              <a:gd name="connsiteX2406" fmla="*/ 4271291 w 8872538"/>
              <a:gd name="connsiteY2406" fmla="*/ 260869 h 1038646"/>
              <a:gd name="connsiteX2407" fmla="*/ 4182934 w 8872538"/>
              <a:gd name="connsiteY2407" fmla="*/ 218505 h 1038646"/>
              <a:gd name="connsiteX2408" fmla="*/ 4095853 w 8872538"/>
              <a:gd name="connsiteY2408" fmla="*/ 260869 h 1038646"/>
              <a:gd name="connsiteX2409" fmla="*/ 3995418 w 8872538"/>
              <a:gd name="connsiteY2409" fmla="*/ 307874 h 1038646"/>
              <a:gd name="connsiteX2410" fmla="*/ 3896144 w 8872538"/>
              <a:gd name="connsiteY2410" fmla="*/ 260869 h 1038646"/>
              <a:gd name="connsiteX2411" fmla="*/ 3807901 w 8872538"/>
              <a:gd name="connsiteY2411" fmla="*/ 218505 h 1038646"/>
              <a:gd name="connsiteX2412" fmla="*/ 3720819 w 8872538"/>
              <a:gd name="connsiteY2412" fmla="*/ 260869 h 1038646"/>
              <a:gd name="connsiteX2413" fmla="*/ 3620384 w 8872538"/>
              <a:gd name="connsiteY2413" fmla="*/ 307874 h 1038646"/>
              <a:gd name="connsiteX2414" fmla="*/ 3520983 w 8872538"/>
              <a:gd name="connsiteY2414" fmla="*/ 260869 h 1038646"/>
              <a:gd name="connsiteX2415" fmla="*/ 3432627 w 8872538"/>
              <a:gd name="connsiteY2415" fmla="*/ 218505 h 1038646"/>
              <a:gd name="connsiteX2416" fmla="*/ 3345545 w 8872538"/>
              <a:gd name="connsiteY2416" fmla="*/ 260869 h 1038646"/>
              <a:gd name="connsiteX2417" fmla="*/ 3245110 w 8872538"/>
              <a:gd name="connsiteY2417" fmla="*/ 307874 h 1038646"/>
              <a:gd name="connsiteX2418" fmla="*/ 3145784 w 8872538"/>
              <a:gd name="connsiteY2418" fmla="*/ 260869 h 1038646"/>
              <a:gd name="connsiteX2419" fmla="*/ 3058075 w 8872538"/>
              <a:gd name="connsiteY2419" fmla="*/ 218505 h 1038646"/>
              <a:gd name="connsiteX2420" fmla="*/ 2970412 w 8872538"/>
              <a:gd name="connsiteY2420" fmla="*/ 260869 h 1038646"/>
              <a:gd name="connsiteX2421" fmla="*/ 2870558 w 8872538"/>
              <a:gd name="connsiteY2421" fmla="*/ 307874 h 1038646"/>
              <a:gd name="connsiteX2422" fmla="*/ 2870035 w 8872538"/>
              <a:gd name="connsiteY2422" fmla="*/ 307858 h 1038646"/>
              <a:gd name="connsiteX2423" fmla="*/ 2870035 w 8872538"/>
              <a:gd name="connsiteY2423" fmla="*/ 307874 h 1038646"/>
              <a:gd name="connsiteX2424" fmla="*/ 2770295 w 8872538"/>
              <a:gd name="connsiteY2424" fmla="*/ 260869 h 1038646"/>
              <a:gd name="connsiteX2425" fmla="*/ 2729961 w 8872538"/>
              <a:gd name="connsiteY2425" fmla="*/ 229093 h 1038646"/>
              <a:gd name="connsiteX2426" fmla="*/ 2720488 w 8872538"/>
              <a:gd name="connsiteY2426" fmla="*/ 224915 h 1038646"/>
              <a:gd name="connsiteX2427" fmla="*/ 2719413 w 8872538"/>
              <a:gd name="connsiteY2427" fmla="*/ 224555 h 1038646"/>
              <a:gd name="connsiteX2428" fmla="*/ 2709759 w 8872538"/>
              <a:gd name="connsiteY2428" fmla="*/ 221590 h 1038646"/>
              <a:gd name="connsiteX2429" fmla="*/ 2707361 w 8872538"/>
              <a:gd name="connsiteY2429" fmla="*/ 221135 h 1038646"/>
              <a:gd name="connsiteX2430" fmla="*/ 2697781 w 8872538"/>
              <a:gd name="connsiteY2430" fmla="*/ 219397 h 1038646"/>
              <a:gd name="connsiteX2431" fmla="*/ 2682632 w 8872538"/>
              <a:gd name="connsiteY2431" fmla="*/ 218505 h 1038646"/>
              <a:gd name="connsiteX2432" fmla="*/ 2667488 w 8872538"/>
              <a:gd name="connsiteY2432" fmla="*/ 219397 h 1038646"/>
              <a:gd name="connsiteX2433" fmla="*/ 2594857 w 8872538"/>
              <a:gd name="connsiteY2433" fmla="*/ 260869 h 1038646"/>
              <a:gd name="connsiteX2434" fmla="*/ 2504077 w 8872538"/>
              <a:gd name="connsiteY2434" fmla="*/ 307595 h 1038646"/>
              <a:gd name="connsiteX2435" fmla="*/ 2494875 w 8872538"/>
              <a:gd name="connsiteY2435" fmla="*/ 307874 h 1038646"/>
              <a:gd name="connsiteX2436" fmla="*/ 2485692 w 8872538"/>
              <a:gd name="connsiteY2436" fmla="*/ 307595 h 1038646"/>
              <a:gd name="connsiteX2437" fmla="*/ 2395021 w 8872538"/>
              <a:gd name="connsiteY2437" fmla="*/ 260869 h 1038646"/>
              <a:gd name="connsiteX2438" fmla="*/ 2322507 w 8872538"/>
              <a:gd name="connsiteY2438" fmla="*/ 219397 h 1038646"/>
              <a:gd name="connsiteX2439" fmla="*/ 2307358 w 8872538"/>
              <a:gd name="connsiteY2439" fmla="*/ 218505 h 1038646"/>
              <a:gd name="connsiteX2440" fmla="*/ 2292234 w 8872538"/>
              <a:gd name="connsiteY2440" fmla="*/ 219397 h 1038646"/>
              <a:gd name="connsiteX2441" fmla="*/ 2219696 w 8872538"/>
              <a:gd name="connsiteY2441" fmla="*/ 260869 h 1038646"/>
              <a:gd name="connsiteX2442" fmla="*/ 2129032 w 8872538"/>
              <a:gd name="connsiteY2442" fmla="*/ 307595 h 1038646"/>
              <a:gd name="connsiteX2443" fmla="*/ 2119842 w 8872538"/>
              <a:gd name="connsiteY2443" fmla="*/ 307874 h 1038646"/>
              <a:gd name="connsiteX2444" fmla="*/ 2110659 w 8872538"/>
              <a:gd name="connsiteY2444" fmla="*/ 307595 h 1038646"/>
              <a:gd name="connsiteX2445" fmla="*/ 2019988 w 8872538"/>
              <a:gd name="connsiteY2445" fmla="*/ 260869 h 1038646"/>
              <a:gd name="connsiteX2446" fmla="*/ 1947474 w 8872538"/>
              <a:gd name="connsiteY2446" fmla="*/ 219397 h 1038646"/>
              <a:gd name="connsiteX2447" fmla="*/ 1932325 w 8872538"/>
              <a:gd name="connsiteY2447" fmla="*/ 218505 h 1038646"/>
              <a:gd name="connsiteX2448" fmla="*/ 1917182 w 8872538"/>
              <a:gd name="connsiteY2448" fmla="*/ 219397 h 1038646"/>
              <a:gd name="connsiteX2449" fmla="*/ 1845131 w 8872538"/>
              <a:gd name="connsiteY2449" fmla="*/ 260869 h 1038646"/>
              <a:gd name="connsiteX2450" fmla="*/ 1753770 w 8872538"/>
              <a:gd name="connsiteY2450" fmla="*/ 307595 h 1038646"/>
              <a:gd name="connsiteX2451" fmla="*/ 1744568 w 8872538"/>
              <a:gd name="connsiteY2451" fmla="*/ 307874 h 1038646"/>
              <a:gd name="connsiteX2452" fmla="*/ 1735385 w 8872538"/>
              <a:gd name="connsiteY2452" fmla="*/ 307595 h 1038646"/>
              <a:gd name="connsiteX2453" fmla="*/ 1644714 w 8872538"/>
              <a:gd name="connsiteY2453" fmla="*/ 260869 h 1038646"/>
              <a:gd name="connsiteX2454" fmla="*/ 1572200 w 8872538"/>
              <a:gd name="connsiteY2454" fmla="*/ 219397 h 1038646"/>
              <a:gd name="connsiteX2455" fmla="*/ 1557052 w 8872538"/>
              <a:gd name="connsiteY2455" fmla="*/ 218505 h 1038646"/>
              <a:gd name="connsiteX2456" fmla="*/ 1541928 w 8872538"/>
              <a:gd name="connsiteY2456" fmla="*/ 219397 h 1038646"/>
              <a:gd name="connsiteX2457" fmla="*/ 1469969 w 8872538"/>
              <a:gd name="connsiteY2457" fmla="*/ 260869 h 1038646"/>
              <a:gd name="connsiteX2458" fmla="*/ 1378725 w 8872538"/>
              <a:gd name="connsiteY2458" fmla="*/ 307595 h 1038646"/>
              <a:gd name="connsiteX2459" fmla="*/ 1369535 w 8872538"/>
              <a:gd name="connsiteY2459" fmla="*/ 307874 h 1038646"/>
              <a:gd name="connsiteX2460" fmla="*/ 1360352 w 8872538"/>
              <a:gd name="connsiteY2460" fmla="*/ 307595 h 1038646"/>
              <a:gd name="connsiteX2461" fmla="*/ 1269681 w 8872538"/>
              <a:gd name="connsiteY2461" fmla="*/ 260869 h 1038646"/>
              <a:gd name="connsiteX2462" fmla="*/ 1197334 w 8872538"/>
              <a:gd name="connsiteY2462" fmla="*/ 219397 h 1038646"/>
              <a:gd name="connsiteX2463" fmla="*/ 1182019 w 8872538"/>
              <a:gd name="connsiteY2463" fmla="*/ 218505 h 1038646"/>
              <a:gd name="connsiteX2464" fmla="*/ 1166875 w 8872538"/>
              <a:gd name="connsiteY2464" fmla="*/ 219397 h 1038646"/>
              <a:gd name="connsiteX2465" fmla="*/ 1094825 w 8872538"/>
              <a:gd name="connsiteY2465" fmla="*/ 260869 h 1038646"/>
              <a:gd name="connsiteX2466" fmla="*/ 1003558 w 8872538"/>
              <a:gd name="connsiteY2466" fmla="*/ 307595 h 1038646"/>
              <a:gd name="connsiteX2467" fmla="*/ 994261 w 8872538"/>
              <a:gd name="connsiteY2467" fmla="*/ 307874 h 1038646"/>
              <a:gd name="connsiteX2468" fmla="*/ 985078 w 8872538"/>
              <a:gd name="connsiteY2468" fmla="*/ 307595 h 1038646"/>
              <a:gd name="connsiteX2469" fmla="*/ 894407 w 8872538"/>
              <a:gd name="connsiteY2469" fmla="*/ 260869 h 1038646"/>
              <a:gd name="connsiteX2470" fmla="*/ 822060 w 8872538"/>
              <a:gd name="connsiteY2470" fmla="*/ 219397 h 1038646"/>
              <a:gd name="connsiteX2471" fmla="*/ 806745 w 8872538"/>
              <a:gd name="connsiteY2471" fmla="*/ 218505 h 1038646"/>
              <a:gd name="connsiteX2472" fmla="*/ 791621 w 8872538"/>
              <a:gd name="connsiteY2472" fmla="*/ 219397 h 1038646"/>
              <a:gd name="connsiteX2473" fmla="*/ 719663 w 8872538"/>
              <a:gd name="connsiteY2473" fmla="*/ 260869 h 1038646"/>
              <a:gd name="connsiteX2474" fmla="*/ 628514 w 8872538"/>
              <a:gd name="connsiteY2474" fmla="*/ 307595 h 1038646"/>
              <a:gd name="connsiteX2475" fmla="*/ 619228 w 8872538"/>
              <a:gd name="connsiteY2475" fmla="*/ 307874 h 1038646"/>
              <a:gd name="connsiteX2476" fmla="*/ 610045 w 8872538"/>
              <a:gd name="connsiteY2476" fmla="*/ 307595 h 1038646"/>
              <a:gd name="connsiteX2477" fmla="*/ 519374 w 8872538"/>
              <a:gd name="connsiteY2477" fmla="*/ 260869 h 1038646"/>
              <a:gd name="connsiteX2478" fmla="*/ 447027 w 8872538"/>
              <a:gd name="connsiteY2478" fmla="*/ 219397 h 1038646"/>
              <a:gd name="connsiteX2479" fmla="*/ 431711 w 8872538"/>
              <a:gd name="connsiteY2479" fmla="*/ 218505 h 1038646"/>
              <a:gd name="connsiteX2480" fmla="*/ 416568 w 8872538"/>
              <a:gd name="connsiteY2480" fmla="*/ 219397 h 1038646"/>
              <a:gd name="connsiteX2481" fmla="*/ 344518 w 8872538"/>
              <a:gd name="connsiteY2481" fmla="*/ 260869 h 1038646"/>
              <a:gd name="connsiteX2482" fmla="*/ 253252 w 8872538"/>
              <a:gd name="connsiteY2482" fmla="*/ 307595 h 1038646"/>
              <a:gd name="connsiteX2483" fmla="*/ 243954 w 8872538"/>
              <a:gd name="connsiteY2483" fmla="*/ 307874 h 1038646"/>
              <a:gd name="connsiteX2484" fmla="*/ 234771 w 8872538"/>
              <a:gd name="connsiteY2484" fmla="*/ 307595 h 1038646"/>
              <a:gd name="connsiteX2485" fmla="*/ 144100 w 8872538"/>
              <a:gd name="connsiteY2485" fmla="*/ 260869 h 1038646"/>
              <a:gd name="connsiteX2486" fmla="*/ 71753 w 8872538"/>
              <a:gd name="connsiteY2486" fmla="*/ 219397 h 1038646"/>
              <a:gd name="connsiteX2487" fmla="*/ 56438 w 8872538"/>
              <a:gd name="connsiteY2487" fmla="*/ 218505 h 1038646"/>
              <a:gd name="connsiteX2488" fmla="*/ 41314 w 8872538"/>
              <a:gd name="connsiteY2488" fmla="*/ 219397 h 1038646"/>
              <a:gd name="connsiteX2489" fmla="*/ 543 w 8872538"/>
              <a:gd name="connsiteY2489" fmla="*/ 234239 h 1038646"/>
              <a:gd name="connsiteX2490" fmla="*/ 0 w 8872538"/>
              <a:gd name="connsiteY2490" fmla="*/ 234702 h 1038646"/>
              <a:gd name="connsiteX2491" fmla="*/ 0 w 8872538"/>
              <a:gd name="connsiteY2491" fmla="*/ 214491 h 1038646"/>
              <a:gd name="connsiteX2492" fmla="*/ 17447 w 8872538"/>
              <a:gd name="connsiteY2492" fmla="*/ 206385 h 1038646"/>
              <a:gd name="connsiteX2493" fmla="*/ 47254 w 8872538"/>
              <a:gd name="connsiteY2493" fmla="*/ 200801 h 1038646"/>
              <a:gd name="connsiteX2494" fmla="*/ 56431 w 8872538"/>
              <a:gd name="connsiteY2494" fmla="*/ 99897 h 1038646"/>
              <a:gd name="connsiteX2495" fmla="*/ 56432 w 8872538"/>
              <a:gd name="connsiteY2495" fmla="*/ 99897 h 1038646"/>
              <a:gd name="connsiteX2496" fmla="*/ 65717 w 8872538"/>
              <a:gd name="connsiteY2496" fmla="*/ 100177 h 1038646"/>
              <a:gd name="connsiteX2497" fmla="*/ 156866 w 8872538"/>
              <a:gd name="connsiteY2497" fmla="*/ 147008 h 1038646"/>
              <a:gd name="connsiteX2498" fmla="*/ 228825 w 8872538"/>
              <a:gd name="connsiteY2498" fmla="*/ 188572 h 1038646"/>
              <a:gd name="connsiteX2499" fmla="*/ 243948 w 8872538"/>
              <a:gd name="connsiteY2499" fmla="*/ 189466 h 1038646"/>
              <a:gd name="connsiteX2500" fmla="*/ 259283 w 8872538"/>
              <a:gd name="connsiteY2500" fmla="*/ 188572 h 1038646"/>
              <a:gd name="connsiteX2501" fmla="*/ 331723 w 8872538"/>
              <a:gd name="connsiteY2501" fmla="*/ 147008 h 1038646"/>
              <a:gd name="connsiteX2502" fmla="*/ 422510 w 8872538"/>
              <a:gd name="connsiteY2502" fmla="*/ 100183 h 1038646"/>
              <a:gd name="connsiteX2503" fmla="*/ 431705 w 8872538"/>
              <a:gd name="connsiteY2503" fmla="*/ 99897 h 1038646"/>
              <a:gd name="connsiteX2504" fmla="*/ 431706 w 8872538"/>
              <a:gd name="connsiteY2504" fmla="*/ 99897 h 1038646"/>
              <a:gd name="connsiteX2505" fmla="*/ 440991 w 8872538"/>
              <a:gd name="connsiteY2505" fmla="*/ 100177 h 1038646"/>
              <a:gd name="connsiteX2506" fmla="*/ 532140 w 8872538"/>
              <a:gd name="connsiteY2506" fmla="*/ 147008 h 1038646"/>
              <a:gd name="connsiteX2507" fmla="*/ 604098 w 8872538"/>
              <a:gd name="connsiteY2507" fmla="*/ 188572 h 1038646"/>
              <a:gd name="connsiteX2508" fmla="*/ 619222 w 8872538"/>
              <a:gd name="connsiteY2508" fmla="*/ 189466 h 1038646"/>
              <a:gd name="connsiteX2509" fmla="*/ 634537 w 8872538"/>
              <a:gd name="connsiteY2509" fmla="*/ 188572 h 1038646"/>
              <a:gd name="connsiteX2510" fmla="*/ 706885 w 8872538"/>
              <a:gd name="connsiteY2510" fmla="*/ 147008 h 1038646"/>
              <a:gd name="connsiteX2511" fmla="*/ 797555 w 8872538"/>
              <a:gd name="connsiteY2511" fmla="*/ 100183 h 1038646"/>
              <a:gd name="connsiteX2512" fmla="*/ 806739 w 8872538"/>
              <a:gd name="connsiteY2512" fmla="*/ 99897 h 1038646"/>
              <a:gd name="connsiteX2513" fmla="*/ 816024 w 8872538"/>
              <a:gd name="connsiteY2513" fmla="*/ 100177 h 1038646"/>
              <a:gd name="connsiteX2514" fmla="*/ 907173 w 8872538"/>
              <a:gd name="connsiteY2514" fmla="*/ 147008 h 1038646"/>
              <a:gd name="connsiteX2515" fmla="*/ 979132 w 8872538"/>
              <a:gd name="connsiteY2515" fmla="*/ 188572 h 1038646"/>
              <a:gd name="connsiteX2516" fmla="*/ 994255 w 8872538"/>
              <a:gd name="connsiteY2516" fmla="*/ 189466 h 1038646"/>
              <a:gd name="connsiteX2517" fmla="*/ 1009590 w 8872538"/>
              <a:gd name="connsiteY2517" fmla="*/ 188572 h 1038646"/>
              <a:gd name="connsiteX2518" fmla="*/ 1082030 w 8872538"/>
              <a:gd name="connsiteY2518" fmla="*/ 147008 h 1038646"/>
              <a:gd name="connsiteX2519" fmla="*/ 1172817 w 8872538"/>
              <a:gd name="connsiteY2519" fmla="*/ 100183 h 1038646"/>
              <a:gd name="connsiteX2520" fmla="*/ 1182013 w 8872538"/>
              <a:gd name="connsiteY2520" fmla="*/ 99897 h 1038646"/>
              <a:gd name="connsiteX2521" fmla="*/ 1191298 w 8872538"/>
              <a:gd name="connsiteY2521" fmla="*/ 100177 h 1038646"/>
              <a:gd name="connsiteX2522" fmla="*/ 1282447 w 8872538"/>
              <a:gd name="connsiteY2522" fmla="*/ 147008 h 1038646"/>
              <a:gd name="connsiteX2523" fmla="*/ 1354405 w 8872538"/>
              <a:gd name="connsiteY2523" fmla="*/ 188572 h 1038646"/>
              <a:gd name="connsiteX2524" fmla="*/ 1369529 w 8872538"/>
              <a:gd name="connsiteY2524" fmla="*/ 189466 h 1038646"/>
              <a:gd name="connsiteX2525" fmla="*/ 1384677 w 8872538"/>
              <a:gd name="connsiteY2525" fmla="*/ 188572 h 1038646"/>
              <a:gd name="connsiteX2526" fmla="*/ 1457192 w 8872538"/>
              <a:gd name="connsiteY2526" fmla="*/ 147008 h 1038646"/>
              <a:gd name="connsiteX2527" fmla="*/ 1547862 w 8872538"/>
              <a:gd name="connsiteY2527" fmla="*/ 100183 h 1038646"/>
              <a:gd name="connsiteX2528" fmla="*/ 1557046 w 8872538"/>
              <a:gd name="connsiteY2528" fmla="*/ 99897 h 1038646"/>
              <a:gd name="connsiteX2529" fmla="*/ 1566236 w 8872538"/>
              <a:gd name="connsiteY2529" fmla="*/ 100177 h 1038646"/>
              <a:gd name="connsiteX2530" fmla="*/ 1657480 w 8872538"/>
              <a:gd name="connsiteY2530" fmla="*/ 147008 h 1038646"/>
              <a:gd name="connsiteX2531" fmla="*/ 1729439 w 8872538"/>
              <a:gd name="connsiteY2531" fmla="*/ 188572 h 1038646"/>
              <a:gd name="connsiteX2532" fmla="*/ 1744562 w 8872538"/>
              <a:gd name="connsiteY2532" fmla="*/ 189466 h 1038646"/>
              <a:gd name="connsiteX2533" fmla="*/ 1759730 w 8872538"/>
              <a:gd name="connsiteY2533" fmla="*/ 188572 h 1038646"/>
              <a:gd name="connsiteX2534" fmla="*/ 1832337 w 8872538"/>
              <a:gd name="connsiteY2534" fmla="*/ 147008 h 1038646"/>
              <a:gd name="connsiteX2535" fmla="*/ 1923125 w 8872538"/>
              <a:gd name="connsiteY2535" fmla="*/ 100183 h 1038646"/>
              <a:gd name="connsiteX2536" fmla="*/ 1932319 w 8872538"/>
              <a:gd name="connsiteY2536" fmla="*/ 99897 h 1038646"/>
              <a:gd name="connsiteX2537" fmla="*/ 1941509 w 8872538"/>
              <a:gd name="connsiteY2537" fmla="*/ 100177 h 1038646"/>
              <a:gd name="connsiteX2538" fmla="*/ 2032754 w 8872538"/>
              <a:gd name="connsiteY2538" fmla="*/ 147008 h 1038646"/>
              <a:gd name="connsiteX2539" fmla="*/ 2104713 w 8872538"/>
              <a:gd name="connsiteY2539" fmla="*/ 188572 h 1038646"/>
              <a:gd name="connsiteX2540" fmla="*/ 2119836 w 8872538"/>
              <a:gd name="connsiteY2540" fmla="*/ 189466 h 1038646"/>
              <a:gd name="connsiteX2541" fmla="*/ 2134984 w 8872538"/>
              <a:gd name="connsiteY2541" fmla="*/ 188572 h 1038646"/>
              <a:gd name="connsiteX2542" fmla="*/ 2207498 w 8872538"/>
              <a:gd name="connsiteY2542" fmla="*/ 147008 h 1038646"/>
              <a:gd name="connsiteX2543" fmla="*/ 2298170 w 8872538"/>
              <a:gd name="connsiteY2543" fmla="*/ 100183 h 1038646"/>
              <a:gd name="connsiteX2544" fmla="*/ 2307353 w 8872538"/>
              <a:gd name="connsiteY2544" fmla="*/ 99897 h 1038646"/>
              <a:gd name="connsiteX2545" fmla="*/ 2316542 w 8872538"/>
              <a:gd name="connsiteY2545" fmla="*/ 100177 h 1038646"/>
              <a:gd name="connsiteX2546" fmla="*/ 2407207 w 8872538"/>
              <a:gd name="connsiteY2546" fmla="*/ 147008 h 1038646"/>
              <a:gd name="connsiteX2547" fmla="*/ 2479745 w 8872538"/>
              <a:gd name="connsiteY2547" fmla="*/ 188572 h 1038646"/>
              <a:gd name="connsiteX2548" fmla="*/ 2494869 w 8872538"/>
              <a:gd name="connsiteY2548" fmla="*/ 189466 h 1038646"/>
              <a:gd name="connsiteX2549" fmla="*/ 2510037 w 8872538"/>
              <a:gd name="connsiteY2549" fmla="*/ 188572 h 1038646"/>
              <a:gd name="connsiteX2550" fmla="*/ 2582644 w 8872538"/>
              <a:gd name="connsiteY2550" fmla="*/ 147008 h 1038646"/>
              <a:gd name="connsiteX2551" fmla="*/ 2673432 w 8872538"/>
              <a:gd name="connsiteY2551" fmla="*/ 100183 h 1038646"/>
              <a:gd name="connsiteX2552" fmla="*/ 2682626 w 8872538"/>
              <a:gd name="connsiteY2552" fmla="*/ 99897 h 1038646"/>
              <a:gd name="connsiteX2553" fmla="*/ 2683053 w 8872538"/>
              <a:gd name="connsiteY2553" fmla="*/ 99910 h 1038646"/>
              <a:gd name="connsiteX2554" fmla="*/ 2683053 w 8872538"/>
              <a:gd name="connsiteY2554" fmla="*/ 99897 h 1038646"/>
              <a:gd name="connsiteX2555" fmla="*/ 2700892 w 8872538"/>
              <a:gd name="connsiteY2555" fmla="*/ 100991 h 1038646"/>
              <a:gd name="connsiteX2556" fmla="*/ 2705005 w 8872538"/>
              <a:gd name="connsiteY2556" fmla="*/ 101791 h 1038646"/>
              <a:gd name="connsiteX2557" fmla="*/ 2707616 w 8872538"/>
              <a:gd name="connsiteY2557" fmla="*/ 102111 h 1038646"/>
              <a:gd name="connsiteX2558" fmla="*/ 2710890 w 8872538"/>
              <a:gd name="connsiteY2558" fmla="*/ 102937 h 1038646"/>
              <a:gd name="connsiteX2559" fmla="*/ 2716698 w 8872538"/>
              <a:gd name="connsiteY2559" fmla="*/ 104068 h 1038646"/>
              <a:gd name="connsiteX2560" fmla="*/ 2720557 w 8872538"/>
              <a:gd name="connsiteY2560" fmla="*/ 105377 h 1038646"/>
              <a:gd name="connsiteX2561" fmla="*/ 2721723 w 8872538"/>
              <a:gd name="connsiteY2561" fmla="*/ 105671 h 1038646"/>
              <a:gd name="connsiteX2562" fmla="*/ 2723677 w 8872538"/>
              <a:gd name="connsiteY2562" fmla="*/ 106434 h 1038646"/>
              <a:gd name="connsiteX2563" fmla="*/ 2730720 w 8872538"/>
              <a:gd name="connsiteY2563" fmla="*/ 108822 h 1038646"/>
              <a:gd name="connsiteX2564" fmla="*/ 2782896 w 8872538"/>
              <a:gd name="connsiteY2564" fmla="*/ 147008 h 1038646"/>
              <a:gd name="connsiteX2565" fmla="*/ 2870558 w 8872538"/>
              <a:gd name="connsiteY2565" fmla="*/ 189466 h 1038646"/>
              <a:gd name="connsiteX2566" fmla="*/ 2958221 w 8872538"/>
              <a:gd name="connsiteY2566" fmla="*/ 147008 h 1038646"/>
              <a:gd name="connsiteX2567" fmla="*/ 3058075 w 8872538"/>
              <a:gd name="connsiteY2567" fmla="*/ 99897 h 1038646"/>
              <a:gd name="connsiteX2568" fmla="*/ 3157982 w 8872538"/>
              <a:gd name="connsiteY2568" fmla="*/ 147008 h 1038646"/>
              <a:gd name="connsiteX2569" fmla="*/ 3245110 w 8872538"/>
              <a:gd name="connsiteY2569" fmla="*/ 189466 h 1038646"/>
              <a:gd name="connsiteX2570" fmla="*/ 3333353 w 8872538"/>
              <a:gd name="connsiteY2570" fmla="*/ 147008 h 1038646"/>
              <a:gd name="connsiteX2571" fmla="*/ 3432627 w 8872538"/>
              <a:gd name="connsiteY2571" fmla="*/ 99897 h 1038646"/>
              <a:gd name="connsiteX2572" fmla="*/ 3533191 w 8872538"/>
              <a:gd name="connsiteY2572" fmla="*/ 147008 h 1038646"/>
              <a:gd name="connsiteX2573" fmla="*/ 3620384 w 8872538"/>
              <a:gd name="connsiteY2573" fmla="*/ 189466 h 1038646"/>
              <a:gd name="connsiteX2574" fmla="*/ 3708627 w 8872538"/>
              <a:gd name="connsiteY2574" fmla="*/ 147008 h 1038646"/>
              <a:gd name="connsiteX2575" fmla="*/ 3807901 w 8872538"/>
              <a:gd name="connsiteY2575" fmla="*/ 99897 h 1038646"/>
              <a:gd name="connsiteX2576" fmla="*/ 3908336 w 8872538"/>
              <a:gd name="connsiteY2576" fmla="*/ 147008 h 1038646"/>
              <a:gd name="connsiteX2577" fmla="*/ 3995418 w 8872538"/>
              <a:gd name="connsiteY2577" fmla="*/ 189466 h 1038646"/>
              <a:gd name="connsiteX2578" fmla="*/ 4083661 w 8872538"/>
              <a:gd name="connsiteY2578" fmla="*/ 147008 h 1038646"/>
              <a:gd name="connsiteX2579" fmla="*/ 4182934 w 8872538"/>
              <a:gd name="connsiteY2579" fmla="*/ 99897 h 1038646"/>
              <a:gd name="connsiteX2580" fmla="*/ 4283498 w 8872538"/>
              <a:gd name="connsiteY2580" fmla="*/ 147008 h 1038646"/>
              <a:gd name="connsiteX2581" fmla="*/ 4370692 w 8872538"/>
              <a:gd name="connsiteY2581" fmla="*/ 189466 h 1038646"/>
              <a:gd name="connsiteX2582" fmla="*/ 4458935 w 8872538"/>
              <a:gd name="connsiteY2582" fmla="*/ 147008 h 1038646"/>
              <a:gd name="connsiteX2583" fmla="*/ 4558209 w 8872538"/>
              <a:gd name="connsiteY2583" fmla="*/ 99897 h 1038646"/>
              <a:gd name="connsiteX2584" fmla="*/ 4658643 w 8872538"/>
              <a:gd name="connsiteY2584" fmla="*/ 147008 h 1038646"/>
              <a:gd name="connsiteX2585" fmla="*/ 4745726 w 8872538"/>
              <a:gd name="connsiteY2585" fmla="*/ 189466 h 1038646"/>
              <a:gd name="connsiteX2586" fmla="*/ 4833969 w 8872538"/>
              <a:gd name="connsiteY2586" fmla="*/ 147008 h 1038646"/>
              <a:gd name="connsiteX2587" fmla="*/ 4933242 w 8872538"/>
              <a:gd name="connsiteY2587" fmla="*/ 99897 h 1038646"/>
              <a:gd name="connsiteX2588" fmla="*/ 5033805 w 8872538"/>
              <a:gd name="connsiteY2588" fmla="*/ 147008 h 1038646"/>
              <a:gd name="connsiteX2589" fmla="*/ 5120999 w 8872538"/>
              <a:gd name="connsiteY2589" fmla="*/ 189466 h 1038646"/>
              <a:gd name="connsiteX2590" fmla="*/ 5209242 w 8872538"/>
              <a:gd name="connsiteY2590" fmla="*/ 147008 h 1038646"/>
              <a:gd name="connsiteX2591" fmla="*/ 5308516 w 8872538"/>
              <a:gd name="connsiteY2591" fmla="*/ 99897 h 1038646"/>
              <a:gd name="connsiteX2592" fmla="*/ 5408950 w 8872538"/>
              <a:gd name="connsiteY2592" fmla="*/ 147008 h 1038646"/>
              <a:gd name="connsiteX2593" fmla="*/ 5496033 w 8872538"/>
              <a:gd name="connsiteY2593" fmla="*/ 189466 h 1038646"/>
              <a:gd name="connsiteX2594" fmla="*/ 5584276 w 8872538"/>
              <a:gd name="connsiteY2594" fmla="*/ 147008 h 1038646"/>
              <a:gd name="connsiteX2595" fmla="*/ 5683550 w 8872538"/>
              <a:gd name="connsiteY2595" fmla="*/ 99897 h 1038646"/>
              <a:gd name="connsiteX2596" fmla="*/ 5784113 w 8872538"/>
              <a:gd name="connsiteY2596" fmla="*/ 147008 h 1038646"/>
              <a:gd name="connsiteX2597" fmla="*/ 5871307 w 8872538"/>
              <a:gd name="connsiteY2597" fmla="*/ 189466 h 1038646"/>
              <a:gd name="connsiteX2598" fmla="*/ 5958970 w 8872538"/>
              <a:gd name="connsiteY2598" fmla="*/ 147008 h 1038646"/>
              <a:gd name="connsiteX2599" fmla="*/ 6058824 w 8872538"/>
              <a:gd name="connsiteY2599" fmla="*/ 99897 h 1038646"/>
              <a:gd name="connsiteX2600" fmla="*/ 6159258 w 8872538"/>
              <a:gd name="connsiteY2600" fmla="*/ 147008 h 1038646"/>
              <a:gd name="connsiteX2601" fmla="*/ 6246341 w 8872538"/>
              <a:gd name="connsiteY2601" fmla="*/ 189466 h 1038646"/>
              <a:gd name="connsiteX2602" fmla="*/ 6334116 w 8872538"/>
              <a:gd name="connsiteY2602" fmla="*/ 147008 h 1038646"/>
              <a:gd name="connsiteX2603" fmla="*/ 6434098 w 8872538"/>
              <a:gd name="connsiteY2603" fmla="*/ 99897 h 1038646"/>
              <a:gd name="connsiteX2604" fmla="*/ 6534533 w 8872538"/>
              <a:gd name="connsiteY2604" fmla="*/ 147008 h 1038646"/>
              <a:gd name="connsiteX2605" fmla="*/ 6621614 w 8872538"/>
              <a:gd name="connsiteY2605" fmla="*/ 189466 h 1038646"/>
              <a:gd name="connsiteX2606" fmla="*/ 6709278 w 8872538"/>
              <a:gd name="connsiteY2606" fmla="*/ 147008 h 1038646"/>
              <a:gd name="connsiteX2607" fmla="*/ 6809131 w 8872538"/>
              <a:gd name="connsiteY2607" fmla="*/ 99897 h 1038646"/>
              <a:gd name="connsiteX2608" fmla="*/ 6909565 w 8872538"/>
              <a:gd name="connsiteY2608" fmla="*/ 147008 h 1038646"/>
              <a:gd name="connsiteX2609" fmla="*/ 6996648 w 8872538"/>
              <a:gd name="connsiteY2609" fmla="*/ 189466 h 1038646"/>
              <a:gd name="connsiteX2610" fmla="*/ 7084424 w 8872538"/>
              <a:gd name="connsiteY2610" fmla="*/ 147008 h 1038646"/>
              <a:gd name="connsiteX2611" fmla="*/ 7184405 w 8872538"/>
              <a:gd name="connsiteY2611" fmla="*/ 99897 h 1038646"/>
              <a:gd name="connsiteX2612" fmla="*/ 7284840 w 8872538"/>
              <a:gd name="connsiteY2612" fmla="*/ 147008 h 1038646"/>
              <a:gd name="connsiteX2613" fmla="*/ 7371922 w 8872538"/>
              <a:gd name="connsiteY2613" fmla="*/ 189466 h 1038646"/>
              <a:gd name="connsiteX2614" fmla="*/ 7459586 w 8872538"/>
              <a:gd name="connsiteY2614" fmla="*/ 147008 h 1038646"/>
              <a:gd name="connsiteX2615" fmla="*/ 7559439 w 8872538"/>
              <a:gd name="connsiteY2615" fmla="*/ 99897 h 1038646"/>
              <a:gd name="connsiteX2616" fmla="*/ 7659873 w 8872538"/>
              <a:gd name="connsiteY2616" fmla="*/ 147008 h 1038646"/>
              <a:gd name="connsiteX2617" fmla="*/ 7746956 w 8872538"/>
              <a:gd name="connsiteY2617" fmla="*/ 189466 h 1038646"/>
              <a:gd name="connsiteX2618" fmla="*/ 7834731 w 8872538"/>
              <a:gd name="connsiteY2618" fmla="*/ 147008 h 1038646"/>
              <a:gd name="connsiteX2619" fmla="*/ 7934713 w 8872538"/>
              <a:gd name="connsiteY2619" fmla="*/ 99897 h 1038646"/>
              <a:gd name="connsiteX2620" fmla="*/ 8035148 w 8872538"/>
              <a:gd name="connsiteY2620" fmla="*/ 147008 h 1038646"/>
              <a:gd name="connsiteX2621" fmla="*/ 8122230 w 8872538"/>
              <a:gd name="connsiteY2621" fmla="*/ 189466 h 1038646"/>
              <a:gd name="connsiteX2622" fmla="*/ 8209893 w 8872538"/>
              <a:gd name="connsiteY2622" fmla="*/ 147008 h 1038646"/>
              <a:gd name="connsiteX2623" fmla="*/ 8309747 w 8872538"/>
              <a:gd name="connsiteY2623" fmla="*/ 99897 h 1038646"/>
              <a:gd name="connsiteX2624" fmla="*/ 8409601 w 8872538"/>
              <a:gd name="connsiteY2624" fmla="*/ 147008 h 1038646"/>
              <a:gd name="connsiteX2625" fmla="*/ 8497264 w 8872538"/>
              <a:gd name="connsiteY2625" fmla="*/ 189466 h 1038646"/>
              <a:gd name="connsiteX2626" fmla="*/ 8585039 w 8872538"/>
              <a:gd name="connsiteY2626" fmla="*/ 147008 h 1038646"/>
              <a:gd name="connsiteX2627" fmla="*/ 8685021 w 8872538"/>
              <a:gd name="connsiteY2627" fmla="*/ 99897 h 1038646"/>
              <a:gd name="connsiteX2628" fmla="*/ 8784875 w 8872538"/>
              <a:gd name="connsiteY2628" fmla="*/ 147008 h 1038646"/>
              <a:gd name="connsiteX2629" fmla="*/ 8872538 w 8872538"/>
              <a:gd name="connsiteY2629" fmla="*/ 189466 h 1038646"/>
              <a:gd name="connsiteX2630" fmla="*/ 8872538 w 8872538"/>
              <a:gd name="connsiteY2630" fmla="*/ 207496 h 1038646"/>
              <a:gd name="connsiteX2631" fmla="*/ 8772684 w 8872538"/>
              <a:gd name="connsiteY2631" fmla="*/ 160385 h 1038646"/>
              <a:gd name="connsiteX2632" fmla="*/ 8685021 w 8872538"/>
              <a:gd name="connsiteY2632" fmla="*/ 117927 h 1038646"/>
              <a:gd name="connsiteX2633" fmla="*/ 8597246 w 8872538"/>
              <a:gd name="connsiteY2633" fmla="*/ 160385 h 1038646"/>
              <a:gd name="connsiteX2634" fmla="*/ 8497264 w 8872538"/>
              <a:gd name="connsiteY2634" fmla="*/ 207496 h 1038646"/>
              <a:gd name="connsiteX2635" fmla="*/ 8397409 w 8872538"/>
              <a:gd name="connsiteY2635" fmla="*/ 160385 h 1038646"/>
              <a:gd name="connsiteX2636" fmla="*/ 8309747 w 8872538"/>
              <a:gd name="connsiteY2636" fmla="*/ 117927 h 1038646"/>
              <a:gd name="connsiteX2637" fmla="*/ 8222084 w 8872538"/>
              <a:gd name="connsiteY2637" fmla="*/ 160385 h 1038646"/>
              <a:gd name="connsiteX2638" fmla="*/ 8122230 w 8872538"/>
              <a:gd name="connsiteY2638" fmla="*/ 207496 h 1038646"/>
              <a:gd name="connsiteX2639" fmla="*/ 8022377 w 8872538"/>
              <a:gd name="connsiteY2639" fmla="*/ 160385 h 1038646"/>
              <a:gd name="connsiteX2640" fmla="*/ 7934713 w 8872538"/>
              <a:gd name="connsiteY2640" fmla="*/ 117927 h 1038646"/>
              <a:gd name="connsiteX2641" fmla="*/ 7847519 w 8872538"/>
              <a:gd name="connsiteY2641" fmla="*/ 160385 h 1038646"/>
              <a:gd name="connsiteX2642" fmla="*/ 7746956 w 8872538"/>
              <a:gd name="connsiteY2642" fmla="*/ 207496 h 1038646"/>
              <a:gd name="connsiteX2643" fmla="*/ 7647102 w 8872538"/>
              <a:gd name="connsiteY2643" fmla="*/ 160385 h 1038646"/>
              <a:gd name="connsiteX2644" fmla="*/ 7559439 w 8872538"/>
              <a:gd name="connsiteY2644" fmla="*/ 117927 h 1038646"/>
              <a:gd name="connsiteX2645" fmla="*/ 7472357 w 8872538"/>
              <a:gd name="connsiteY2645" fmla="*/ 160385 h 1038646"/>
              <a:gd name="connsiteX2646" fmla="*/ 7371922 w 8872538"/>
              <a:gd name="connsiteY2646" fmla="*/ 207496 h 1038646"/>
              <a:gd name="connsiteX2647" fmla="*/ 7272069 w 8872538"/>
              <a:gd name="connsiteY2647" fmla="*/ 160385 h 1038646"/>
              <a:gd name="connsiteX2648" fmla="*/ 7184405 w 8872538"/>
              <a:gd name="connsiteY2648" fmla="*/ 117927 h 1038646"/>
              <a:gd name="connsiteX2649" fmla="*/ 7097212 w 8872538"/>
              <a:gd name="connsiteY2649" fmla="*/ 160385 h 1038646"/>
              <a:gd name="connsiteX2650" fmla="*/ 6996648 w 8872538"/>
              <a:gd name="connsiteY2650" fmla="*/ 207496 h 1038646"/>
              <a:gd name="connsiteX2651" fmla="*/ 6896794 w 8872538"/>
              <a:gd name="connsiteY2651" fmla="*/ 160385 h 1038646"/>
              <a:gd name="connsiteX2652" fmla="*/ 6809131 w 8872538"/>
              <a:gd name="connsiteY2652" fmla="*/ 117927 h 1038646"/>
              <a:gd name="connsiteX2653" fmla="*/ 6722050 w 8872538"/>
              <a:gd name="connsiteY2653" fmla="*/ 160385 h 1038646"/>
              <a:gd name="connsiteX2654" fmla="*/ 6621614 w 8872538"/>
              <a:gd name="connsiteY2654" fmla="*/ 207496 h 1038646"/>
              <a:gd name="connsiteX2655" fmla="*/ 6521761 w 8872538"/>
              <a:gd name="connsiteY2655" fmla="*/ 160385 h 1038646"/>
              <a:gd name="connsiteX2656" fmla="*/ 6434098 w 8872538"/>
              <a:gd name="connsiteY2656" fmla="*/ 117927 h 1038646"/>
              <a:gd name="connsiteX2657" fmla="*/ 6346904 w 8872538"/>
              <a:gd name="connsiteY2657" fmla="*/ 160385 h 1038646"/>
              <a:gd name="connsiteX2658" fmla="*/ 6246341 w 8872538"/>
              <a:gd name="connsiteY2658" fmla="*/ 207496 h 1038646"/>
              <a:gd name="connsiteX2659" fmla="*/ 6146486 w 8872538"/>
              <a:gd name="connsiteY2659" fmla="*/ 160385 h 1038646"/>
              <a:gd name="connsiteX2660" fmla="*/ 6058824 w 8872538"/>
              <a:gd name="connsiteY2660" fmla="*/ 117927 h 1038646"/>
              <a:gd name="connsiteX2661" fmla="*/ 5971742 w 8872538"/>
              <a:gd name="connsiteY2661" fmla="*/ 160385 h 1038646"/>
              <a:gd name="connsiteX2662" fmla="*/ 5871307 w 8872538"/>
              <a:gd name="connsiteY2662" fmla="*/ 207496 h 1038646"/>
              <a:gd name="connsiteX2663" fmla="*/ 5771325 w 8872538"/>
              <a:gd name="connsiteY2663" fmla="*/ 160385 h 1038646"/>
              <a:gd name="connsiteX2664" fmla="*/ 5683550 w 8872538"/>
              <a:gd name="connsiteY2664" fmla="*/ 117927 h 1038646"/>
              <a:gd name="connsiteX2665" fmla="*/ 5596467 w 8872538"/>
              <a:gd name="connsiteY2665" fmla="*/ 160385 h 1038646"/>
              <a:gd name="connsiteX2666" fmla="*/ 5496033 w 8872538"/>
              <a:gd name="connsiteY2666" fmla="*/ 207496 h 1038646"/>
              <a:gd name="connsiteX2667" fmla="*/ 5396759 w 8872538"/>
              <a:gd name="connsiteY2667" fmla="*/ 160385 h 1038646"/>
              <a:gd name="connsiteX2668" fmla="*/ 5308516 w 8872538"/>
              <a:gd name="connsiteY2668" fmla="*/ 117927 h 1038646"/>
              <a:gd name="connsiteX2669" fmla="*/ 5221434 w 8872538"/>
              <a:gd name="connsiteY2669" fmla="*/ 160385 h 1038646"/>
              <a:gd name="connsiteX2670" fmla="*/ 5120999 w 8872538"/>
              <a:gd name="connsiteY2670" fmla="*/ 207496 h 1038646"/>
              <a:gd name="connsiteX2671" fmla="*/ 5021598 w 8872538"/>
              <a:gd name="connsiteY2671" fmla="*/ 160385 h 1038646"/>
              <a:gd name="connsiteX2672" fmla="*/ 4933242 w 8872538"/>
              <a:gd name="connsiteY2672" fmla="*/ 117927 h 1038646"/>
              <a:gd name="connsiteX2673" fmla="*/ 4846160 w 8872538"/>
              <a:gd name="connsiteY2673" fmla="*/ 160385 h 1038646"/>
              <a:gd name="connsiteX2674" fmla="*/ 4745726 w 8872538"/>
              <a:gd name="connsiteY2674" fmla="*/ 207496 h 1038646"/>
              <a:gd name="connsiteX2675" fmla="*/ 4646452 w 8872538"/>
              <a:gd name="connsiteY2675" fmla="*/ 160385 h 1038646"/>
              <a:gd name="connsiteX2676" fmla="*/ 4558209 w 8872538"/>
              <a:gd name="connsiteY2676" fmla="*/ 117927 h 1038646"/>
              <a:gd name="connsiteX2677" fmla="*/ 4471126 w 8872538"/>
              <a:gd name="connsiteY2677" fmla="*/ 160385 h 1038646"/>
              <a:gd name="connsiteX2678" fmla="*/ 4370692 w 8872538"/>
              <a:gd name="connsiteY2678" fmla="*/ 207496 h 1038646"/>
              <a:gd name="connsiteX2679" fmla="*/ 4271291 w 8872538"/>
              <a:gd name="connsiteY2679" fmla="*/ 160385 h 1038646"/>
              <a:gd name="connsiteX2680" fmla="*/ 4182934 w 8872538"/>
              <a:gd name="connsiteY2680" fmla="*/ 117927 h 1038646"/>
              <a:gd name="connsiteX2681" fmla="*/ 4095853 w 8872538"/>
              <a:gd name="connsiteY2681" fmla="*/ 160385 h 1038646"/>
              <a:gd name="connsiteX2682" fmla="*/ 3995418 w 8872538"/>
              <a:gd name="connsiteY2682" fmla="*/ 207496 h 1038646"/>
              <a:gd name="connsiteX2683" fmla="*/ 3896144 w 8872538"/>
              <a:gd name="connsiteY2683" fmla="*/ 160385 h 1038646"/>
              <a:gd name="connsiteX2684" fmla="*/ 3807901 w 8872538"/>
              <a:gd name="connsiteY2684" fmla="*/ 117927 h 1038646"/>
              <a:gd name="connsiteX2685" fmla="*/ 3720819 w 8872538"/>
              <a:gd name="connsiteY2685" fmla="*/ 160385 h 1038646"/>
              <a:gd name="connsiteX2686" fmla="*/ 3620384 w 8872538"/>
              <a:gd name="connsiteY2686" fmla="*/ 207496 h 1038646"/>
              <a:gd name="connsiteX2687" fmla="*/ 3520983 w 8872538"/>
              <a:gd name="connsiteY2687" fmla="*/ 160385 h 1038646"/>
              <a:gd name="connsiteX2688" fmla="*/ 3432627 w 8872538"/>
              <a:gd name="connsiteY2688" fmla="*/ 117927 h 1038646"/>
              <a:gd name="connsiteX2689" fmla="*/ 3345545 w 8872538"/>
              <a:gd name="connsiteY2689" fmla="*/ 160385 h 1038646"/>
              <a:gd name="connsiteX2690" fmla="*/ 3245110 w 8872538"/>
              <a:gd name="connsiteY2690" fmla="*/ 207496 h 1038646"/>
              <a:gd name="connsiteX2691" fmla="*/ 3145784 w 8872538"/>
              <a:gd name="connsiteY2691" fmla="*/ 160385 h 1038646"/>
              <a:gd name="connsiteX2692" fmla="*/ 3058075 w 8872538"/>
              <a:gd name="connsiteY2692" fmla="*/ 117927 h 1038646"/>
              <a:gd name="connsiteX2693" fmla="*/ 2970412 w 8872538"/>
              <a:gd name="connsiteY2693" fmla="*/ 160385 h 1038646"/>
              <a:gd name="connsiteX2694" fmla="*/ 2870558 w 8872538"/>
              <a:gd name="connsiteY2694" fmla="*/ 207496 h 1038646"/>
              <a:gd name="connsiteX2695" fmla="*/ 2870035 w 8872538"/>
              <a:gd name="connsiteY2695" fmla="*/ 207480 h 1038646"/>
              <a:gd name="connsiteX2696" fmla="*/ 2870035 w 8872538"/>
              <a:gd name="connsiteY2696" fmla="*/ 207496 h 1038646"/>
              <a:gd name="connsiteX2697" fmla="*/ 2770289 w 8872538"/>
              <a:gd name="connsiteY2697" fmla="*/ 160385 h 1038646"/>
              <a:gd name="connsiteX2698" fmla="*/ 2729955 w 8872538"/>
              <a:gd name="connsiteY2698" fmla="*/ 128538 h 1038646"/>
              <a:gd name="connsiteX2699" fmla="*/ 2720482 w 8872538"/>
              <a:gd name="connsiteY2699" fmla="*/ 124351 h 1038646"/>
              <a:gd name="connsiteX2700" fmla="*/ 2719407 w 8872538"/>
              <a:gd name="connsiteY2700" fmla="*/ 123990 h 1038646"/>
              <a:gd name="connsiteX2701" fmla="*/ 2709753 w 8872538"/>
              <a:gd name="connsiteY2701" fmla="*/ 121018 h 1038646"/>
              <a:gd name="connsiteX2702" fmla="*/ 2707357 w 8872538"/>
              <a:gd name="connsiteY2702" fmla="*/ 120562 h 1038646"/>
              <a:gd name="connsiteX2703" fmla="*/ 2697775 w 8872538"/>
              <a:gd name="connsiteY2703" fmla="*/ 118821 h 1038646"/>
              <a:gd name="connsiteX2704" fmla="*/ 2682626 w 8872538"/>
              <a:gd name="connsiteY2704" fmla="*/ 117927 h 1038646"/>
              <a:gd name="connsiteX2705" fmla="*/ 2667482 w 8872538"/>
              <a:gd name="connsiteY2705" fmla="*/ 118821 h 1038646"/>
              <a:gd name="connsiteX2706" fmla="*/ 2594852 w 8872538"/>
              <a:gd name="connsiteY2706" fmla="*/ 160385 h 1038646"/>
              <a:gd name="connsiteX2707" fmla="*/ 2504071 w 8872538"/>
              <a:gd name="connsiteY2707" fmla="*/ 207216 h 1038646"/>
              <a:gd name="connsiteX2708" fmla="*/ 2494869 w 8872538"/>
              <a:gd name="connsiteY2708" fmla="*/ 207496 h 1038646"/>
              <a:gd name="connsiteX2709" fmla="*/ 2485686 w 8872538"/>
              <a:gd name="connsiteY2709" fmla="*/ 207216 h 1038646"/>
              <a:gd name="connsiteX2710" fmla="*/ 2395015 w 8872538"/>
              <a:gd name="connsiteY2710" fmla="*/ 160385 h 1038646"/>
              <a:gd name="connsiteX2711" fmla="*/ 2322501 w 8872538"/>
              <a:gd name="connsiteY2711" fmla="*/ 118821 h 1038646"/>
              <a:gd name="connsiteX2712" fmla="*/ 2307353 w 8872538"/>
              <a:gd name="connsiteY2712" fmla="*/ 117927 h 1038646"/>
              <a:gd name="connsiteX2713" fmla="*/ 2292228 w 8872538"/>
              <a:gd name="connsiteY2713" fmla="*/ 118821 h 1038646"/>
              <a:gd name="connsiteX2714" fmla="*/ 2219690 w 8872538"/>
              <a:gd name="connsiteY2714" fmla="*/ 160385 h 1038646"/>
              <a:gd name="connsiteX2715" fmla="*/ 2129026 w 8872538"/>
              <a:gd name="connsiteY2715" fmla="*/ 207216 h 1038646"/>
              <a:gd name="connsiteX2716" fmla="*/ 2119836 w 8872538"/>
              <a:gd name="connsiteY2716" fmla="*/ 207496 h 1038646"/>
              <a:gd name="connsiteX2717" fmla="*/ 2110653 w 8872538"/>
              <a:gd name="connsiteY2717" fmla="*/ 207216 h 1038646"/>
              <a:gd name="connsiteX2718" fmla="*/ 2019982 w 8872538"/>
              <a:gd name="connsiteY2718" fmla="*/ 160385 h 1038646"/>
              <a:gd name="connsiteX2719" fmla="*/ 1947468 w 8872538"/>
              <a:gd name="connsiteY2719" fmla="*/ 118821 h 1038646"/>
              <a:gd name="connsiteX2720" fmla="*/ 1932319 w 8872538"/>
              <a:gd name="connsiteY2720" fmla="*/ 117927 h 1038646"/>
              <a:gd name="connsiteX2721" fmla="*/ 1917176 w 8872538"/>
              <a:gd name="connsiteY2721" fmla="*/ 118821 h 1038646"/>
              <a:gd name="connsiteX2722" fmla="*/ 1845126 w 8872538"/>
              <a:gd name="connsiteY2722" fmla="*/ 160385 h 1038646"/>
              <a:gd name="connsiteX2723" fmla="*/ 1753764 w 8872538"/>
              <a:gd name="connsiteY2723" fmla="*/ 207216 h 1038646"/>
              <a:gd name="connsiteX2724" fmla="*/ 1744562 w 8872538"/>
              <a:gd name="connsiteY2724" fmla="*/ 207496 h 1038646"/>
              <a:gd name="connsiteX2725" fmla="*/ 1735379 w 8872538"/>
              <a:gd name="connsiteY2725" fmla="*/ 207216 h 1038646"/>
              <a:gd name="connsiteX2726" fmla="*/ 1644708 w 8872538"/>
              <a:gd name="connsiteY2726" fmla="*/ 160385 h 1038646"/>
              <a:gd name="connsiteX2727" fmla="*/ 1572194 w 8872538"/>
              <a:gd name="connsiteY2727" fmla="*/ 118821 h 1038646"/>
              <a:gd name="connsiteX2728" fmla="*/ 1557046 w 8872538"/>
              <a:gd name="connsiteY2728" fmla="*/ 117927 h 1038646"/>
              <a:gd name="connsiteX2729" fmla="*/ 1541922 w 8872538"/>
              <a:gd name="connsiteY2729" fmla="*/ 118821 h 1038646"/>
              <a:gd name="connsiteX2730" fmla="*/ 1469963 w 8872538"/>
              <a:gd name="connsiteY2730" fmla="*/ 160385 h 1038646"/>
              <a:gd name="connsiteX2731" fmla="*/ 1378719 w 8872538"/>
              <a:gd name="connsiteY2731" fmla="*/ 207216 h 1038646"/>
              <a:gd name="connsiteX2732" fmla="*/ 1369529 w 8872538"/>
              <a:gd name="connsiteY2732" fmla="*/ 207496 h 1038646"/>
              <a:gd name="connsiteX2733" fmla="*/ 1360346 w 8872538"/>
              <a:gd name="connsiteY2733" fmla="*/ 207216 h 1038646"/>
              <a:gd name="connsiteX2734" fmla="*/ 1269675 w 8872538"/>
              <a:gd name="connsiteY2734" fmla="*/ 160385 h 1038646"/>
              <a:gd name="connsiteX2735" fmla="*/ 1197328 w 8872538"/>
              <a:gd name="connsiteY2735" fmla="*/ 118821 h 1038646"/>
              <a:gd name="connsiteX2736" fmla="*/ 1182013 w 8872538"/>
              <a:gd name="connsiteY2736" fmla="*/ 117927 h 1038646"/>
              <a:gd name="connsiteX2737" fmla="*/ 1166869 w 8872538"/>
              <a:gd name="connsiteY2737" fmla="*/ 118821 h 1038646"/>
              <a:gd name="connsiteX2738" fmla="*/ 1094819 w 8872538"/>
              <a:gd name="connsiteY2738" fmla="*/ 160385 h 1038646"/>
              <a:gd name="connsiteX2739" fmla="*/ 1003553 w 8872538"/>
              <a:gd name="connsiteY2739" fmla="*/ 207216 h 1038646"/>
              <a:gd name="connsiteX2740" fmla="*/ 994255 w 8872538"/>
              <a:gd name="connsiteY2740" fmla="*/ 207496 h 1038646"/>
              <a:gd name="connsiteX2741" fmla="*/ 985072 w 8872538"/>
              <a:gd name="connsiteY2741" fmla="*/ 207216 h 1038646"/>
              <a:gd name="connsiteX2742" fmla="*/ 894401 w 8872538"/>
              <a:gd name="connsiteY2742" fmla="*/ 160385 h 1038646"/>
              <a:gd name="connsiteX2743" fmla="*/ 822054 w 8872538"/>
              <a:gd name="connsiteY2743" fmla="*/ 118821 h 1038646"/>
              <a:gd name="connsiteX2744" fmla="*/ 806739 w 8872538"/>
              <a:gd name="connsiteY2744" fmla="*/ 117927 h 1038646"/>
              <a:gd name="connsiteX2745" fmla="*/ 791615 w 8872538"/>
              <a:gd name="connsiteY2745" fmla="*/ 118821 h 1038646"/>
              <a:gd name="connsiteX2746" fmla="*/ 719656 w 8872538"/>
              <a:gd name="connsiteY2746" fmla="*/ 160385 h 1038646"/>
              <a:gd name="connsiteX2747" fmla="*/ 628507 w 8872538"/>
              <a:gd name="connsiteY2747" fmla="*/ 207216 h 1038646"/>
              <a:gd name="connsiteX2748" fmla="*/ 619222 w 8872538"/>
              <a:gd name="connsiteY2748" fmla="*/ 207496 h 1038646"/>
              <a:gd name="connsiteX2749" fmla="*/ 610039 w 8872538"/>
              <a:gd name="connsiteY2749" fmla="*/ 207216 h 1038646"/>
              <a:gd name="connsiteX2750" fmla="*/ 519368 w 8872538"/>
              <a:gd name="connsiteY2750" fmla="*/ 160385 h 1038646"/>
              <a:gd name="connsiteX2751" fmla="*/ 447021 w 8872538"/>
              <a:gd name="connsiteY2751" fmla="*/ 118821 h 1038646"/>
              <a:gd name="connsiteX2752" fmla="*/ 431706 w 8872538"/>
              <a:gd name="connsiteY2752" fmla="*/ 117927 h 1038646"/>
              <a:gd name="connsiteX2753" fmla="*/ 416562 w 8872538"/>
              <a:gd name="connsiteY2753" fmla="*/ 118821 h 1038646"/>
              <a:gd name="connsiteX2754" fmla="*/ 344512 w 8872538"/>
              <a:gd name="connsiteY2754" fmla="*/ 160385 h 1038646"/>
              <a:gd name="connsiteX2755" fmla="*/ 253246 w 8872538"/>
              <a:gd name="connsiteY2755" fmla="*/ 207216 h 1038646"/>
              <a:gd name="connsiteX2756" fmla="*/ 243948 w 8872538"/>
              <a:gd name="connsiteY2756" fmla="*/ 207496 h 1038646"/>
              <a:gd name="connsiteX2757" fmla="*/ 234765 w 8872538"/>
              <a:gd name="connsiteY2757" fmla="*/ 207216 h 1038646"/>
              <a:gd name="connsiteX2758" fmla="*/ 144094 w 8872538"/>
              <a:gd name="connsiteY2758" fmla="*/ 160385 h 1038646"/>
              <a:gd name="connsiteX2759" fmla="*/ 71747 w 8872538"/>
              <a:gd name="connsiteY2759" fmla="*/ 118821 h 1038646"/>
              <a:gd name="connsiteX2760" fmla="*/ 56432 w 8872538"/>
              <a:gd name="connsiteY2760" fmla="*/ 117927 h 1038646"/>
              <a:gd name="connsiteX2761" fmla="*/ 41308 w 8872538"/>
              <a:gd name="connsiteY2761" fmla="*/ 118821 h 1038646"/>
              <a:gd name="connsiteX2762" fmla="*/ 537 w 8872538"/>
              <a:gd name="connsiteY2762" fmla="*/ 133696 h 1038646"/>
              <a:gd name="connsiteX2763" fmla="*/ 0 w 8872538"/>
              <a:gd name="connsiteY2763" fmla="*/ 134155 h 1038646"/>
              <a:gd name="connsiteX2764" fmla="*/ 0 w 8872538"/>
              <a:gd name="connsiteY2764" fmla="*/ 113901 h 1038646"/>
              <a:gd name="connsiteX2765" fmla="*/ 17441 w 8872538"/>
              <a:gd name="connsiteY2765" fmla="*/ 105779 h 1038646"/>
              <a:gd name="connsiteX2766" fmla="*/ 47248 w 8872538"/>
              <a:gd name="connsiteY2766" fmla="*/ 100183 h 1038646"/>
              <a:gd name="connsiteX2767" fmla="*/ 56426 w 8872538"/>
              <a:gd name="connsiteY2767" fmla="*/ 0 h 1038646"/>
              <a:gd name="connsiteX2768" fmla="*/ 156861 w 8872538"/>
              <a:gd name="connsiteY2768" fmla="*/ 47649 h 1038646"/>
              <a:gd name="connsiteX2769" fmla="*/ 228819 w 8872538"/>
              <a:gd name="connsiteY2769" fmla="*/ 89151 h 1038646"/>
              <a:gd name="connsiteX2770" fmla="*/ 243942 w 8872538"/>
              <a:gd name="connsiteY2770" fmla="*/ 90068 h 1038646"/>
              <a:gd name="connsiteX2771" fmla="*/ 259277 w 8872538"/>
              <a:gd name="connsiteY2771" fmla="*/ 89151 h 1038646"/>
              <a:gd name="connsiteX2772" fmla="*/ 331717 w 8872538"/>
              <a:gd name="connsiteY2772" fmla="*/ 47649 h 1038646"/>
              <a:gd name="connsiteX2773" fmla="*/ 422504 w 8872538"/>
              <a:gd name="connsiteY2773" fmla="*/ 286 h 1038646"/>
              <a:gd name="connsiteX2774" fmla="*/ 431700 w 8872538"/>
              <a:gd name="connsiteY2774" fmla="*/ 0 h 1038646"/>
              <a:gd name="connsiteX2775" fmla="*/ 532134 w 8872538"/>
              <a:gd name="connsiteY2775" fmla="*/ 47649 h 1038646"/>
              <a:gd name="connsiteX2776" fmla="*/ 604092 w 8872538"/>
              <a:gd name="connsiteY2776" fmla="*/ 89151 h 1038646"/>
              <a:gd name="connsiteX2777" fmla="*/ 619216 w 8872538"/>
              <a:gd name="connsiteY2777" fmla="*/ 90068 h 1038646"/>
              <a:gd name="connsiteX2778" fmla="*/ 634531 w 8872538"/>
              <a:gd name="connsiteY2778" fmla="*/ 89151 h 1038646"/>
              <a:gd name="connsiteX2779" fmla="*/ 706878 w 8872538"/>
              <a:gd name="connsiteY2779" fmla="*/ 47649 h 1038646"/>
              <a:gd name="connsiteX2780" fmla="*/ 797550 w 8872538"/>
              <a:gd name="connsiteY2780" fmla="*/ 286 h 1038646"/>
              <a:gd name="connsiteX2781" fmla="*/ 806733 w 8872538"/>
              <a:gd name="connsiteY2781" fmla="*/ 0 h 1038646"/>
              <a:gd name="connsiteX2782" fmla="*/ 907167 w 8872538"/>
              <a:gd name="connsiteY2782" fmla="*/ 47649 h 1038646"/>
              <a:gd name="connsiteX2783" fmla="*/ 979126 w 8872538"/>
              <a:gd name="connsiteY2783" fmla="*/ 89151 h 1038646"/>
              <a:gd name="connsiteX2784" fmla="*/ 994249 w 8872538"/>
              <a:gd name="connsiteY2784" fmla="*/ 90068 h 1038646"/>
              <a:gd name="connsiteX2785" fmla="*/ 1009584 w 8872538"/>
              <a:gd name="connsiteY2785" fmla="*/ 89151 h 1038646"/>
              <a:gd name="connsiteX2786" fmla="*/ 1082024 w 8872538"/>
              <a:gd name="connsiteY2786" fmla="*/ 47649 h 1038646"/>
              <a:gd name="connsiteX2787" fmla="*/ 1172812 w 8872538"/>
              <a:gd name="connsiteY2787" fmla="*/ 286 h 1038646"/>
              <a:gd name="connsiteX2788" fmla="*/ 1182006 w 8872538"/>
              <a:gd name="connsiteY2788" fmla="*/ 0 h 1038646"/>
              <a:gd name="connsiteX2789" fmla="*/ 1282441 w 8872538"/>
              <a:gd name="connsiteY2789" fmla="*/ 47649 h 1038646"/>
              <a:gd name="connsiteX2790" fmla="*/ 1354399 w 8872538"/>
              <a:gd name="connsiteY2790" fmla="*/ 89151 h 1038646"/>
              <a:gd name="connsiteX2791" fmla="*/ 1369523 w 8872538"/>
              <a:gd name="connsiteY2791" fmla="*/ 90068 h 1038646"/>
              <a:gd name="connsiteX2792" fmla="*/ 1384671 w 8872538"/>
              <a:gd name="connsiteY2792" fmla="*/ 89151 h 1038646"/>
              <a:gd name="connsiteX2793" fmla="*/ 1457186 w 8872538"/>
              <a:gd name="connsiteY2793" fmla="*/ 47649 h 1038646"/>
              <a:gd name="connsiteX2794" fmla="*/ 1547856 w 8872538"/>
              <a:gd name="connsiteY2794" fmla="*/ 286 h 1038646"/>
              <a:gd name="connsiteX2795" fmla="*/ 1557040 w 8872538"/>
              <a:gd name="connsiteY2795" fmla="*/ 0 h 1038646"/>
              <a:gd name="connsiteX2796" fmla="*/ 1657474 w 8872538"/>
              <a:gd name="connsiteY2796" fmla="*/ 47649 h 1038646"/>
              <a:gd name="connsiteX2797" fmla="*/ 1729432 w 8872538"/>
              <a:gd name="connsiteY2797" fmla="*/ 89151 h 1038646"/>
              <a:gd name="connsiteX2798" fmla="*/ 1744556 w 8872538"/>
              <a:gd name="connsiteY2798" fmla="*/ 90068 h 1038646"/>
              <a:gd name="connsiteX2799" fmla="*/ 1759724 w 8872538"/>
              <a:gd name="connsiteY2799" fmla="*/ 89151 h 1038646"/>
              <a:gd name="connsiteX2800" fmla="*/ 1832331 w 8872538"/>
              <a:gd name="connsiteY2800" fmla="*/ 47649 h 1038646"/>
              <a:gd name="connsiteX2801" fmla="*/ 1923119 w 8872538"/>
              <a:gd name="connsiteY2801" fmla="*/ 286 h 1038646"/>
              <a:gd name="connsiteX2802" fmla="*/ 1932313 w 8872538"/>
              <a:gd name="connsiteY2802" fmla="*/ 0 h 1038646"/>
              <a:gd name="connsiteX2803" fmla="*/ 2032748 w 8872538"/>
              <a:gd name="connsiteY2803" fmla="*/ 47649 h 1038646"/>
              <a:gd name="connsiteX2804" fmla="*/ 2104707 w 8872538"/>
              <a:gd name="connsiteY2804" fmla="*/ 89151 h 1038646"/>
              <a:gd name="connsiteX2805" fmla="*/ 2119830 w 8872538"/>
              <a:gd name="connsiteY2805" fmla="*/ 90068 h 1038646"/>
              <a:gd name="connsiteX2806" fmla="*/ 2134978 w 8872538"/>
              <a:gd name="connsiteY2806" fmla="*/ 89151 h 1038646"/>
              <a:gd name="connsiteX2807" fmla="*/ 2207492 w 8872538"/>
              <a:gd name="connsiteY2807" fmla="*/ 47649 h 1038646"/>
              <a:gd name="connsiteX2808" fmla="*/ 2298163 w 8872538"/>
              <a:gd name="connsiteY2808" fmla="*/ 286 h 1038646"/>
              <a:gd name="connsiteX2809" fmla="*/ 2307347 w 8872538"/>
              <a:gd name="connsiteY2809" fmla="*/ 0 h 1038646"/>
              <a:gd name="connsiteX2810" fmla="*/ 2407201 w 8872538"/>
              <a:gd name="connsiteY2810" fmla="*/ 47649 h 1038646"/>
              <a:gd name="connsiteX2811" fmla="*/ 2479739 w 8872538"/>
              <a:gd name="connsiteY2811" fmla="*/ 89151 h 1038646"/>
              <a:gd name="connsiteX2812" fmla="*/ 2494863 w 8872538"/>
              <a:gd name="connsiteY2812" fmla="*/ 90068 h 1038646"/>
              <a:gd name="connsiteX2813" fmla="*/ 2510031 w 8872538"/>
              <a:gd name="connsiteY2813" fmla="*/ 89151 h 1038646"/>
              <a:gd name="connsiteX2814" fmla="*/ 2582638 w 8872538"/>
              <a:gd name="connsiteY2814" fmla="*/ 47649 h 1038646"/>
              <a:gd name="connsiteX2815" fmla="*/ 2673426 w 8872538"/>
              <a:gd name="connsiteY2815" fmla="*/ 286 h 1038646"/>
              <a:gd name="connsiteX2816" fmla="*/ 2682620 w 8872538"/>
              <a:gd name="connsiteY2816" fmla="*/ 0 h 1038646"/>
              <a:gd name="connsiteX2817" fmla="*/ 2683047 w 8872538"/>
              <a:gd name="connsiteY2817" fmla="*/ 14 h 1038646"/>
              <a:gd name="connsiteX2818" fmla="*/ 2683047 w 8872538"/>
              <a:gd name="connsiteY2818" fmla="*/ 0 h 1038646"/>
              <a:gd name="connsiteX2819" fmla="*/ 2782896 w 8872538"/>
              <a:gd name="connsiteY2819" fmla="*/ 47649 h 1038646"/>
              <a:gd name="connsiteX2820" fmla="*/ 2870558 w 8872538"/>
              <a:gd name="connsiteY2820" fmla="*/ 90068 h 1038646"/>
              <a:gd name="connsiteX2821" fmla="*/ 2958221 w 8872538"/>
              <a:gd name="connsiteY2821" fmla="*/ 47649 h 1038646"/>
              <a:gd name="connsiteX2822" fmla="*/ 3058075 w 8872538"/>
              <a:gd name="connsiteY2822" fmla="*/ 0 h 1038646"/>
              <a:gd name="connsiteX2823" fmla="*/ 3157982 w 8872538"/>
              <a:gd name="connsiteY2823" fmla="*/ 47649 h 1038646"/>
              <a:gd name="connsiteX2824" fmla="*/ 3245110 w 8872538"/>
              <a:gd name="connsiteY2824" fmla="*/ 90068 h 1038646"/>
              <a:gd name="connsiteX2825" fmla="*/ 3333353 w 8872538"/>
              <a:gd name="connsiteY2825" fmla="*/ 47649 h 1038646"/>
              <a:gd name="connsiteX2826" fmla="*/ 3432627 w 8872538"/>
              <a:gd name="connsiteY2826" fmla="*/ 0 h 1038646"/>
              <a:gd name="connsiteX2827" fmla="*/ 3533191 w 8872538"/>
              <a:gd name="connsiteY2827" fmla="*/ 47649 h 1038646"/>
              <a:gd name="connsiteX2828" fmla="*/ 3620384 w 8872538"/>
              <a:gd name="connsiteY2828" fmla="*/ 90068 h 1038646"/>
              <a:gd name="connsiteX2829" fmla="*/ 3708627 w 8872538"/>
              <a:gd name="connsiteY2829" fmla="*/ 47649 h 1038646"/>
              <a:gd name="connsiteX2830" fmla="*/ 3807901 w 8872538"/>
              <a:gd name="connsiteY2830" fmla="*/ 0 h 1038646"/>
              <a:gd name="connsiteX2831" fmla="*/ 3908336 w 8872538"/>
              <a:gd name="connsiteY2831" fmla="*/ 47649 h 1038646"/>
              <a:gd name="connsiteX2832" fmla="*/ 3995418 w 8872538"/>
              <a:gd name="connsiteY2832" fmla="*/ 90068 h 1038646"/>
              <a:gd name="connsiteX2833" fmla="*/ 4083661 w 8872538"/>
              <a:gd name="connsiteY2833" fmla="*/ 47649 h 1038646"/>
              <a:gd name="connsiteX2834" fmla="*/ 4182934 w 8872538"/>
              <a:gd name="connsiteY2834" fmla="*/ 0 h 1038646"/>
              <a:gd name="connsiteX2835" fmla="*/ 4283498 w 8872538"/>
              <a:gd name="connsiteY2835" fmla="*/ 47649 h 1038646"/>
              <a:gd name="connsiteX2836" fmla="*/ 4370692 w 8872538"/>
              <a:gd name="connsiteY2836" fmla="*/ 90068 h 1038646"/>
              <a:gd name="connsiteX2837" fmla="*/ 4458935 w 8872538"/>
              <a:gd name="connsiteY2837" fmla="*/ 47649 h 1038646"/>
              <a:gd name="connsiteX2838" fmla="*/ 4558209 w 8872538"/>
              <a:gd name="connsiteY2838" fmla="*/ 0 h 1038646"/>
              <a:gd name="connsiteX2839" fmla="*/ 4658643 w 8872538"/>
              <a:gd name="connsiteY2839" fmla="*/ 47649 h 1038646"/>
              <a:gd name="connsiteX2840" fmla="*/ 4745726 w 8872538"/>
              <a:gd name="connsiteY2840" fmla="*/ 90068 h 1038646"/>
              <a:gd name="connsiteX2841" fmla="*/ 4833969 w 8872538"/>
              <a:gd name="connsiteY2841" fmla="*/ 47649 h 1038646"/>
              <a:gd name="connsiteX2842" fmla="*/ 4933242 w 8872538"/>
              <a:gd name="connsiteY2842" fmla="*/ 0 h 1038646"/>
              <a:gd name="connsiteX2843" fmla="*/ 5033805 w 8872538"/>
              <a:gd name="connsiteY2843" fmla="*/ 47649 h 1038646"/>
              <a:gd name="connsiteX2844" fmla="*/ 5120999 w 8872538"/>
              <a:gd name="connsiteY2844" fmla="*/ 90068 h 1038646"/>
              <a:gd name="connsiteX2845" fmla="*/ 5209242 w 8872538"/>
              <a:gd name="connsiteY2845" fmla="*/ 47649 h 1038646"/>
              <a:gd name="connsiteX2846" fmla="*/ 5308516 w 8872538"/>
              <a:gd name="connsiteY2846" fmla="*/ 0 h 1038646"/>
              <a:gd name="connsiteX2847" fmla="*/ 5408950 w 8872538"/>
              <a:gd name="connsiteY2847" fmla="*/ 47649 h 1038646"/>
              <a:gd name="connsiteX2848" fmla="*/ 5496033 w 8872538"/>
              <a:gd name="connsiteY2848" fmla="*/ 90068 h 1038646"/>
              <a:gd name="connsiteX2849" fmla="*/ 5584276 w 8872538"/>
              <a:gd name="connsiteY2849" fmla="*/ 47649 h 1038646"/>
              <a:gd name="connsiteX2850" fmla="*/ 5683550 w 8872538"/>
              <a:gd name="connsiteY2850" fmla="*/ 0 h 1038646"/>
              <a:gd name="connsiteX2851" fmla="*/ 5784113 w 8872538"/>
              <a:gd name="connsiteY2851" fmla="*/ 47649 h 1038646"/>
              <a:gd name="connsiteX2852" fmla="*/ 5871307 w 8872538"/>
              <a:gd name="connsiteY2852" fmla="*/ 90068 h 1038646"/>
              <a:gd name="connsiteX2853" fmla="*/ 5958970 w 8872538"/>
              <a:gd name="connsiteY2853" fmla="*/ 47649 h 1038646"/>
              <a:gd name="connsiteX2854" fmla="*/ 6058824 w 8872538"/>
              <a:gd name="connsiteY2854" fmla="*/ 0 h 1038646"/>
              <a:gd name="connsiteX2855" fmla="*/ 6159258 w 8872538"/>
              <a:gd name="connsiteY2855" fmla="*/ 47649 h 1038646"/>
              <a:gd name="connsiteX2856" fmla="*/ 6246341 w 8872538"/>
              <a:gd name="connsiteY2856" fmla="*/ 90068 h 1038646"/>
              <a:gd name="connsiteX2857" fmla="*/ 6334116 w 8872538"/>
              <a:gd name="connsiteY2857" fmla="*/ 47649 h 1038646"/>
              <a:gd name="connsiteX2858" fmla="*/ 6434098 w 8872538"/>
              <a:gd name="connsiteY2858" fmla="*/ 0 h 1038646"/>
              <a:gd name="connsiteX2859" fmla="*/ 6534533 w 8872538"/>
              <a:gd name="connsiteY2859" fmla="*/ 47649 h 1038646"/>
              <a:gd name="connsiteX2860" fmla="*/ 6621614 w 8872538"/>
              <a:gd name="connsiteY2860" fmla="*/ 90068 h 1038646"/>
              <a:gd name="connsiteX2861" fmla="*/ 6709278 w 8872538"/>
              <a:gd name="connsiteY2861" fmla="*/ 47649 h 1038646"/>
              <a:gd name="connsiteX2862" fmla="*/ 6809131 w 8872538"/>
              <a:gd name="connsiteY2862" fmla="*/ 0 h 1038646"/>
              <a:gd name="connsiteX2863" fmla="*/ 6909565 w 8872538"/>
              <a:gd name="connsiteY2863" fmla="*/ 47649 h 1038646"/>
              <a:gd name="connsiteX2864" fmla="*/ 6996648 w 8872538"/>
              <a:gd name="connsiteY2864" fmla="*/ 90068 h 1038646"/>
              <a:gd name="connsiteX2865" fmla="*/ 7084424 w 8872538"/>
              <a:gd name="connsiteY2865" fmla="*/ 47649 h 1038646"/>
              <a:gd name="connsiteX2866" fmla="*/ 7184405 w 8872538"/>
              <a:gd name="connsiteY2866" fmla="*/ 0 h 1038646"/>
              <a:gd name="connsiteX2867" fmla="*/ 7284840 w 8872538"/>
              <a:gd name="connsiteY2867" fmla="*/ 47649 h 1038646"/>
              <a:gd name="connsiteX2868" fmla="*/ 7371922 w 8872538"/>
              <a:gd name="connsiteY2868" fmla="*/ 90068 h 1038646"/>
              <a:gd name="connsiteX2869" fmla="*/ 7459586 w 8872538"/>
              <a:gd name="connsiteY2869" fmla="*/ 47649 h 1038646"/>
              <a:gd name="connsiteX2870" fmla="*/ 7559439 w 8872538"/>
              <a:gd name="connsiteY2870" fmla="*/ 0 h 1038646"/>
              <a:gd name="connsiteX2871" fmla="*/ 7659873 w 8872538"/>
              <a:gd name="connsiteY2871" fmla="*/ 47649 h 1038646"/>
              <a:gd name="connsiteX2872" fmla="*/ 7746956 w 8872538"/>
              <a:gd name="connsiteY2872" fmla="*/ 90068 h 1038646"/>
              <a:gd name="connsiteX2873" fmla="*/ 7834731 w 8872538"/>
              <a:gd name="connsiteY2873" fmla="*/ 47649 h 1038646"/>
              <a:gd name="connsiteX2874" fmla="*/ 7934713 w 8872538"/>
              <a:gd name="connsiteY2874" fmla="*/ 0 h 1038646"/>
              <a:gd name="connsiteX2875" fmla="*/ 8035148 w 8872538"/>
              <a:gd name="connsiteY2875" fmla="*/ 47649 h 1038646"/>
              <a:gd name="connsiteX2876" fmla="*/ 8122230 w 8872538"/>
              <a:gd name="connsiteY2876" fmla="*/ 90068 h 1038646"/>
              <a:gd name="connsiteX2877" fmla="*/ 8209893 w 8872538"/>
              <a:gd name="connsiteY2877" fmla="*/ 47649 h 1038646"/>
              <a:gd name="connsiteX2878" fmla="*/ 8309747 w 8872538"/>
              <a:gd name="connsiteY2878" fmla="*/ 0 h 1038646"/>
              <a:gd name="connsiteX2879" fmla="*/ 8409601 w 8872538"/>
              <a:gd name="connsiteY2879" fmla="*/ 47649 h 1038646"/>
              <a:gd name="connsiteX2880" fmla="*/ 8497264 w 8872538"/>
              <a:gd name="connsiteY2880" fmla="*/ 90068 h 1038646"/>
              <a:gd name="connsiteX2881" fmla="*/ 8585039 w 8872538"/>
              <a:gd name="connsiteY2881" fmla="*/ 47649 h 1038646"/>
              <a:gd name="connsiteX2882" fmla="*/ 8685021 w 8872538"/>
              <a:gd name="connsiteY2882" fmla="*/ 0 h 1038646"/>
              <a:gd name="connsiteX2883" fmla="*/ 8784875 w 8872538"/>
              <a:gd name="connsiteY2883" fmla="*/ 47649 h 1038646"/>
              <a:gd name="connsiteX2884" fmla="*/ 8872538 w 8872538"/>
              <a:gd name="connsiteY2884" fmla="*/ 90068 h 1038646"/>
              <a:gd name="connsiteX2885" fmla="*/ 8872538 w 8872538"/>
              <a:gd name="connsiteY2885" fmla="*/ 108081 h 1038646"/>
              <a:gd name="connsiteX2886" fmla="*/ 8772684 w 8872538"/>
              <a:gd name="connsiteY2886" fmla="*/ 60433 h 1038646"/>
              <a:gd name="connsiteX2887" fmla="*/ 8685021 w 8872538"/>
              <a:gd name="connsiteY2887" fmla="*/ 18014 h 1038646"/>
              <a:gd name="connsiteX2888" fmla="*/ 8597246 w 8872538"/>
              <a:gd name="connsiteY2888" fmla="*/ 60433 h 1038646"/>
              <a:gd name="connsiteX2889" fmla="*/ 8497264 w 8872538"/>
              <a:gd name="connsiteY2889" fmla="*/ 108081 h 1038646"/>
              <a:gd name="connsiteX2890" fmla="*/ 8397409 w 8872538"/>
              <a:gd name="connsiteY2890" fmla="*/ 60433 h 1038646"/>
              <a:gd name="connsiteX2891" fmla="*/ 8309747 w 8872538"/>
              <a:gd name="connsiteY2891" fmla="*/ 18014 h 1038646"/>
              <a:gd name="connsiteX2892" fmla="*/ 8222084 w 8872538"/>
              <a:gd name="connsiteY2892" fmla="*/ 60433 h 1038646"/>
              <a:gd name="connsiteX2893" fmla="*/ 8122230 w 8872538"/>
              <a:gd name="connsiteY2893" fmla="*/ 108081 h 1038646"/>
              <a:gd name="connsiteX2894" fmla="*/ 8022377 w 8872538"/>
              <a:gd name="connsiteY2894" fmla="*/ 60433 h 1038646"/>
              <a:gd name="connsiteX2895" fmla="*/ 7934713 w 8872538"/>
              <a:gd name="connsiteY2895" fmla="*/ 18014 h 1038646"/>
              <a:gd name="connsiteX2896" fmla="*/ 7847519 w 8872538"/>
              <a:gd name="connsiteY2896" fmla="*/ 60433 h 1038646"/>
              <a:gd name="connsiteX2897" fmla="*/ 7746956 w 8872538"/>
              <a:gd name="connsiteY2897" fmla="*/ 108081 h 1038646"/>
              <a:gd name="connsiteX2898" fmla="*/ 7647102 w 8872538"/>
              <a:gd name="connsiteY2898" fmla="*/ 60433 h 1038646"/>
              <a:gd name="connsiteX2899" fmla="*/ 7559439 w 8872538"/>
              <a:gd name="connsiteY2899" fmla="*/ 18014 h 1038646"/>
              <a:gd name="connsiteX2900" fmla="*/ 7472357 w 8872538"/>
              <a:gd name="connsiteY2900" fmla="*/ 60433 h 1038646"/>
              <a:gd name="connsiteX2901" fmla="*/ 7371922 w 8872538"/>
              <a:gd name="connsiteY2901" fmla="*/ 108081 h 1038646"/>
              <a:gd name="connsiteX2902" fmla="*/ 7272069 w 8872538"/>
              <a:gd name="connsiteY2902" fmla="*/ 60433 h 1038646"/>
              <a:gd name="connsiteX2903" fmla="*/ 7184405 w 8872538"/>
              <a:gd name="connsiteY2903" fmla="*/ 18014 h 1038646"/>
              <a:gd name="connsiteX2904" fmla="*/ 7097212 w 8872538"/>
              <a:gd name="connsiteY2904" fmla="*/ 60433 h 1038646"/>
              <a:gd name="connsiteX2905" fmla="*/ 6996648 w 8872538"/>
              <a:gd name="connsiteY2905" fmla="*/ 108081 h 1038646"/>
              <a:gd name="connsiteX2906" fmla="*/ 6896794 w 8872538"/>
              <a:gd name="connsiteY2906" fmla="*/ 60433 h 1038646"/>
              <a:gd name="connsiteX2907" fmla="*/ 6809131 w 8872538"/>
              <a:gd name="connsiteY2907" fmla="*/ 18014 h 1038646"/>
              <a:gd name="connsiteX2908" fmla="*/ 6722050 w 8872538"/>
              <a:gd name="connsiteY2908" fmla="*/ 60433 h 1038646"/>
              <a:gd name="connsiteX2909" fmla="*/ 6621614 w 8872538"/>
              <a:gd name="connsiteY2909" fmla="*/ 108081 h 1038646"/>
              <a:gd name="connsiteX2910" fmla="*/ 6521761 w 8872538"/>
              <a:gd name="connsiteY2910" fmla="*/ 60433 h 1038646"/>
              <a:gd name="connsiteX2911" fmla="*/ 6434098 w 8872538"/>
              <a:gd name="connsiteY2911" fmla="*/ 18014 h 1038646"/>
              <a:gd name="connsiteX2912" fmla="*/ 6346904 w 8872538"/>
              <a:gd name="connsiteY2912" fmla="*/ 60433 h 1038646"/>
              <a:gd name="connsiteX2913" fmla="*/ 6246341 w 8872538"/>
              <a:gd name="connsiteY2913" fmla="*/ 108081 h 1038646"/>
              <a:gd name="connsiteX2914" fmla="*/ 6146486 w 8872538"/>
              <a:gd name="connsiteY2914" fmla="*/ 60433 h 1038646"/>
              <a:gd name="connsiteX2915" fmla="*/ 6058824 w 8872538"/>
              <a:gd name="connsiteY2915" fmla="*/ 18014 h 1038646"/>
              <a:gd name="connsiteX2916" fmla="*/ 5971742 w 8872538"/>
              <a:gd name="connsiteY2916" fmla="*/ 60433 h 1038646"/>
              <a:gd name="connsiteX2917" fmla="*/ 5871307 w 8872538"/>
              <a:gd name="connsiteY2917" fmla="*/ 108081 h 1038646"/>
              <a:gd name="connsiteX2918" fmla="*/ 5771325 w 8872538"/>
              <a:gd name="connsiteY2918" fmla="*/ 60433 h 1038646"/>
              <a:gd name="connsiteX2919" fmla="*/ 5683550 w 8872538"/>
              <a:gd name="connsiteY2919" fmla="*/ 18014 h 1038646"/>
              <a:gd name="connsiteX2920" fmla="*/ 5596467 w 8872538"/>
              <a:gd name="connsiteY2920" fmla="*/ 60433 h 1038646"/>
              <a:gd name="connsiteX2921" fmla="*/ 5496033 w 8872538"/>
              <a:gd name="connsiteY2921" fmla="*/ 108081 h 1038646"/>
              <a:gd name="connsiteX2922" fmla="*/ 5396759 w 8872538"/>
              <a:gd name="connsiteY2922" fmla="*/ 60433 h 1038646"/>
              <a:gd name="connsiteX2923" fmla="*/ 5308516 w 8872538"/>
              <a:gd name="connsiteY2923" fmla="*/ 18014 h 1038646"/>
              <a:gd name="connsiteX2924" fmla="*/ 5221434 w 8872538"/>
              <a:gd name="connsiteY2924" fmla="*/ 60433 h 1038646"/>
              <a:gd name="connsiteX2925" fmla="*/ 5120999 w 8872538"/>
              <a:gd name="connsiteY2925" fmla="*/ 108081 h 1038646"/>
              <a:gd name="connsiteX2926" fmla="*/ 5021598 w 8872538"/>
              <a:gd name="connsiteY2926" fmla="*/ 60433 h 1038646"/>
              <a:gd name="connsiteX2927" fmla="*/ 4933242 w 8872538"/>
              <a:gd name="connsiteY2927" fmla="*/ 18014 h 1038646"/>
              <a:gd name="connsiteX2928" fmla="*/ 4846160 w 8872538"/>
              <a:gd name="connsiteY2928" fmla="*/ 60433 h 1038646"/>
              <a:gd name="connsiteX2929" fmla="*/ 4745726 w 8872538"/>
              <a:gd name="connsiteY2929" fmla="*/ 108081 h 1038646"/>
              <a:gd name="connsiteX2930" fmla="*/ 4646452 w 8872538"/>
              <a:gd name="connsiteY2930" fmla="*/ 60433 h 1038646"/>
              <a:gd name="connsiteX2931" fmla="*/ 4558209 w 8872538"/>
              <a:gd name="connsiteY2931" fmla="*/ 18014 h 1038646"/>
              <a:gd name="connsiteX2932" fmla="*/ 4471126 w 8872538"/>
              <a:gd name="connsiteY2932" fmla="*/ 60433 h 1038646"/>
              <a:gd name="connsiteX2933" fmla="*/ 4370692 w 8872538"/>
              <a:gd name="connsiteY2933" fmla="*/ 108081 h 1038646"/>
              <a:gd name="connsiteX2934" fmla="*/ 4271291 w 8872538"/>
              <a:gd name="connsiteY2934" fmla="*/ 60433 h 1038646"/>
              <a:gd name="connsiteX2935" fmla="*/ 4182934 w 8872538"/>
              <a:gd name="connsiteY2935" fmla="*/ 18014 h 1038646"/>
              <a:gd name="connsiteX2936" fmla="*/ 4095853 w 8872538"/>
              <a:gd name="connsiteY2936" fmla="*/ 60433 h 1038646"/>
              <a:gd name="connsiteX2937" fmla="*/ 3995418 w 8872538"/>
              <a:gd name="connsiteY2937" fmla="*/ 108081 h 1038646"/>
              <a:gd name="connsiteX2938" fmla="*/ 3896144 w 8872538"/>
              <a:gd name="connsiteY2938" fmla="*/ 60433 h 1038646"/>
              <a:gd name="connsiteX2939" fmla="*/ 3807901 w 8872538"/>
              <a:gd name="connsiteY2939" fmla="*/ 18014 h 1038646"/>
              <a:gd name="connsiteX2940" fmla="*/ 3720819 w 8872538"/>
              <a:gd name="connsiteY2940" fmla="*/ 60433 h 1038646"/>
              <a:gd name="connsiteX2941" fmla="*/ 3620384 w 8872538"/>
              <a:gd name="connsiteY2941" fmla="*/ 108081 h 1038646"/>
              <a:gd name="connsiteX2942" fmla="*/ 3520983 w 8872538"/>
              <a:gd name="connsiteY2942" fmla="*/ 60433 h 1038646"/>
              <a:gd name="connsiteX2943" fmla="*/ 3432627 w 8872538"/>
              <a:gd name="connsiteY2943" fmla="*/ 18014 h 1038646"/>
              <a:gd name="connsiteX2944" fmla="*/ 3345545 w 8872538"/>
              <a:gd name="connsiteY2944" fmla="*/ 60433 h 1038646"/>
              <a:gd name="connsiteX2945" fmla="*/ 3245110 w 8872538"/>
              <a:gd name="connsiteY2945" fmla="*/ 108081 h 1038646"/>
              <a:gd name="connsiteX2946" fmla="*/ 3145784 w 8872538"/>
              <a:gd name="connsiteY2946" fmla="*/ 60433 h 1038646"/>
              <a:gd name="connsiteX2947" fmla="*/ 3058075 w 8872538"/>
              <a:gd name="connsiteY2947" fmla="*/ 18014 h 1038646"/>
              <a:gd name="connsiteX2948" fmla="*/ 2970412 w 8872538"/>
              <a:gd name="connsiteY2948" fmla="*/ 60433 h 1038646"/>
              <a:gd name="connsiteX2949" fmla="*/ 2870558 w 8872538"/>
              <a:gd name="connsiteY2949" fmla="*/ 108081 h 1038646"/>
              <a:gd name="connsiteX2950" fmla="*/ 2870035 w 8872538"/>
              <a:gd name="connsiteY2950" fmla="*/ 108065 h 1038646"/>
              <a:gd name="connsiteX2951" fmla="*/ 2870035 w 8872538"/>
              <a:gd name="connsiteY2951" fmla="*/ 108081 h 1038646"/>
              <a:gd name="connsiteX2952" fmla="*/ 2770283 w 8872538"/>
              <a:gd name="connsiteY2952" fmla="*/ 60433 h 1038646"/>
              <a:gd name="connsiteX2953" fmla="*/ 2729949 w 8872538"/>
              <a:gd name="connsiteY2953" fmla="*/ 28811 h 1038646"/>
              <a:gd name="connsiteX2954" fmla="*/ 2720460 w 8872538"/>
              <a:gd name="connsiteY2954" fmla="*/ 24561 h 1038646"/>
              <a:gd name="connsiteX2955" fmla="*/ 2719464 w 8872538"/>
              <a:gd name="connsiteY2955" fmla="*/ 24221 h 1038646"/>
              <a:gd name="connsiteX2956" fmla="*/ 2709743 w 8872538"/>
              <a:gd name="connsiteY2956" fmla="*/ 21175 h 1038646"/>
              <a:gd name="connsiteX2957" fmla="*/ 2707415 w 8872538"/>
              <a:gd name="connsiteY2957" fmla="*/ 20723 h 1038646"/>
              <a:gd name="connsiteX2958" fmla="*/ 2697769 w 8872538"/>
              <a:gd name="connsiteY2958" fmla="*/ 18931 h 1038646"/>
              <a:gd name="connsiteX2959" fmla="*/ 2682620 w 8872538"/>
              <a:gd name="connsiteY2959" fmla="*/ 18014 h 1038646"/>
              <a:gd name="connsiteX2960" fmla="*/ 2667476 w 8872538"/>
              <a:gd name="connsiteY2960" fmla="*/ 18931 h 1038646"/>
              <a:gd name="connsiteX2961" fmla="*/ 2594845 w 8872538"/>
              <a:gd name="connsiteY2961" fmla="*/ 60433 h 1038646"/>
              <a:gd name="connsiteX2962" fmla="*/ 2504065 w 8872538"/>
              <a:gd name="connsiteY2962" fmla="*/ 107795 h 1038646"/>
              <a:gd name="connsiteX2963" fmla="*/ 2494863 w 8872538"/>
              <a:gd name="connsiteY2963" fmla="*/ 108081 h 1038646"/>
              <a:gd name="connsiteX2964" fmla="*/ 2485680 w 8872538"/>
              <a:gd name="connsiteY2964" fmla="*/ 107795 h 1038646"/>
              <a:gd name="connsiteX2965" fmla="*/ 2395009 w 8872538"/>
              <a:gd name="connsiteY2965" fmla="*/ 60433 h 1038646"/>
              <a:gd name="connsiteX2966" fmla="*/ 2322495 w 8872538"/>
              <a:gd name="connsiteY2966" fmla="*/ 18931 h 1038646"/>
              <a:gd name="connsiteX2967" fmla="*/ 2307347 w 8872538"/>
              <a:gd name="connsiteY2967" fmla="*/ 18014 h 1038646"/>
              <a:gd name="connsiteX2968" fmla="*/ 2292222 w 8872538"/>
              <a:gd name="connsiteY2968" fmla="*/ 18931 h 1038646"/>
              <a:gd name="connsiteX2969" fmla="*/ 2219684 w 8872538"/>
              <a:gd name="connsiteY2969" fmla="*/ 60433 h 1038646"/>
              <a:gd name="connsiteX2970" fmla="*/ 2129020 w 8872538"/>
              <a:gd name="connsiteY2970" fmla="*/ 107795 h 1038646"/>
              <a:gd name="connsiteX2971" fmla="*/ 2119830 w 8872538"/>
              <a:gd name="connsiteY2971" fmla="*/ 108081 h 1038646"/>
              <a:gd name="connsiteX2972" fmla="*/ 2110647 w 8872538"/>
              <a:gd name="connsiteY2972" fmla="*/ 107795 h 1038646"/>
              <a:gd name="connsiteX2973" fmla="*/ 2019976 w 8872538"/>
              <a:gd name="connsiteY2973" fmla="*/ 60433 h 1038646"/>
              <a:gd name="connsiteX2974" fmla="*/ 1947462 w 8872538"/>
              <a:gd name="connsiteY2974" fmla="*/ 18931 h 1038646"/>
              <a:gd name="connsiteX2975" fmla="*/ 1932313 w 8872538"/>
              <a:gd name="connsiteY2975" fmla="*/ 18014 h 1038646"/>
              <a:gd name="connsiteX2976" fmla="*/ 1917170 w 8872538"/>
              <a:gd name="connsiteY2976" fmla="*/ 18931 h 1038646"/>
              <a:gd name="connsiteX2977" fmla="*/ 1845120 w 8872538"/>
              <a:gd name="connsiteY2977" fmla="*/ 60433 h 1038646"/>
              <a:gd name="connsiteX2978" fmla="*/ 1753758 w 8872538"/>
              <a:gd name="connsiteY2978" fmla="*/ 107795 h 1038646"/>
              <a:gd name="connsiteX2979" fmla="*/ 1744556 w 8872538"/>
              <a:gd name="connsiteY2979" fmla="*/ 108081 h 1038646"/>
              <a:gd name="connsiteX2980" fmla="*/ 1735373 w 8872538"/>
              <a:gd name="connsiteY2980" fmla="*/ 107795 h 1038646"/>
              <a:gd name="connsiteX2981" fmla="*/ 1644702 w 8872538"/>
              <a:gd name="connsiteY2981" fmla="*/ 60433 h 1038646"/>
              <a:gd name="connsiteX2982" fmla="*/ 1572188 w 8872538"/>
              <a:gd name="connsiteY2982" fmla="*/ 18931 h 1038646"/>
              <a:gd name="connsiteX2983" fmla="*/ 1557040 w 8872538"/>
              <a:gd name="connsiteY2983" fmla="*/ 18014 h 1038646"/>
              <a:gd name="connsiteX2984" fmla="*/ 1541916 w 8872538"/>
              <a:gd name="connsiteY2984" fmla="*/ 18931 h 1038646"/>
              <a:gd name="connsiteX2985" fmla="*/ 1469957 w 8872538"/>
              <a:gd name="connsiteY2985" fmla="*/ 60433 h 1038646"/>
              <a:gd name="connsiteX2986" fmla="*/ 1378713 w 8872538"/>
              <a:gd name="connsiteY2986" fmla="*/ 107795 h 1038646"/>
              <a:gd name="connsiteX2987" fmla="*/ 1369523 w 8872538"/>
              <a:gd name="connsiteY2987" fmla="*/ 108081 h 1038646"/>
              <a:gd name="connsiteX2988" fmla="*/ 1360340 w 8872538"/>
              <a:gd name="connsiteY2988" fmla="*/ 107795 h 1038646"/>
              <a:gd name="connsiteX2989" fmla="*/ 1269669 w 8872538"/>
              <a:gd name="connsiteY2989" fmla="*/ 60433 h 1038646"/>
              <a:gd name="connsiteX2990" fmla="*/ 1197322 w 8872538"/>
              <a:gd name="connsiteY2990" fmla="*/ 18931 h 1038646"/>
              <a:gd name="connsiteX2991" fmla="*/ 1182007 w 8872538"/>
              <a:gd name="connsiteY2991" fmla="*/ 18014 h 1038646"/>
              <a:gd name="connsiteX2992" fmla="*/ 1166863 w 8872538"/>
              <a:gd name="connsiteY2992" fmla="*/ 18931 h 1038646"/>
              <a:gd name="connsiteX2993" fmla="*/ 1094813 w 8872538"/>
              <a:gd name="connsiteY2993" fmla="*/ 60433 h 1038646"/>
              <a:gd name="connsiteX2994" fmla="*/ 1003547 w 8872538"/>
              <a:gd name="connsiteY2994" fmla="*/ 107795 h 1038646"/>
              <a:gd name="connsiteX2995" fmla="*/ 994249 w 8872538"/>
              <a:gd name="connsiteY2995" fmla="*/ 108081 h 1038646"/>
              <a:gd name="connsiteX2996" fmla="*/ 985066 w 8872538"/>
              <a:gd name="connsiteY2996" fmla="*/ 107795 h 1038646"/>
              <a:gd name="connsiteX2997" fmla="*/ 894395 w 8872538"/>
              <a:gd name="connsiteY2997" fmla="*/ 60433 h 1038646"/>
              <a:gd name="connsiteX2998" fmla="*/ 822048 w 8872538"/>
              <a:gd name="connsiteY2998" fmla="*/ 18931 h 1038646"/>
              <a:gd name="connsiteX2999" fmla="*/ 806733 w 8872538"/>
              <a:gd name="connsiteY2999" fmla="*/ 18014 h 1038646"/>
              <a:gd name="connsiteX3000" fmla="*/ 791609 w 8872538"/>
              <a:gd name="connsiteY3000" fmla="*/ 18931 h 1038646"/>
              <a:gd name="connsiteX3001" fmla="*/ 719651 w 8872538"/>
              <a:gd name="connsiteY3001" fmla="*/ 60433 h 1038646"/>
              <a:gd name="connsiteX3002" fmla="*/ 628501 w 8872538"/>
              <a:gd name="connsiteY3002" fmla="*/ 107795 h 1038646"/>
              <a:gd name="connsiteX3003" fmla="*/ 619216 w 8872538"/>
              <a:gd name="connsiteY3003" fmla="*/ 108081 h 1038646"/>
              <a:gd name="connsiteX3004" fmla="*/ 610033 w 8872538"/>
              <a:gd name="connsiteY3004" fmla="*/ 107795 h 1038646"/>
              <a:gd name="connsiteX3005" fmla="*/ 519362 w 8872538"/>
              <a:gd name="connsiteY3005" fmla="*/ 60433 h 1038646"/>
              <a:gd name="connsiteX3006" fmla="*/ 447015 w 8872538"/>
              <a:gd name="connsiteY3006" fmla="*/ 18931 h 1038646"/>
              <a:gd name="connsiteX3007" fmla="*/ 431700 w 8872538"/>
              <a:gd name="connsiteY3007" fmla="*/ 18014 h 1038646"/>
              <a:gd name="connsiteX3008" fmla="*/ 416557 w 8872538"/>
              <a:gd name="connsiteY3008" fmla="*/ 18931 h 1038646"/>
              <a:gd name="connsiteX3009" fmla="*/ 344506 w 8872538"/>
              <a:gd name="connsiteY3009" fmla="*/ 60433 h 1038646"/>
              <a:gd name="connsiteX3010" fmla="*/ 253240 w 8872538"/>
              <a:gd name="connsiteY3010" fmla="*/ 107795 h 1038646"/>
              <a:gd name="connsiteX3011" fmla="*/ 243942 w 8872538"/>
              <a:gd name="connsiteY3011" fmla="*/ 108081 h 1038646"/>
              <a:gd name="connsiteX3012" fmla="*/ 234759 w 8872538"/>
              <a:gd name="connsiteY3012" fmla="*/ 107795 h 1038646"/>
              <a:gd name="connsiteX3013" fmla="*/ 144088 w 8872538"/>
              <a:gd name="connsiteY3013" fmla="*/ 60433 h 1038646"/>
              <a:gd name="connsiteX3014" fmla="*/ 71741 w 8872538"/>
              <a:gd name="connsiteY3014" fmla="*/ 18931 h 1038646"/>
              <a:gd name="connsiteX3015" fmla="*/ 56426 w 8872538"/>
              <a:gd name="connsiteY3015" fmla="*/ 18014 h 1038646"/>
              <a:gd name="connsiteX3016" fmla="*/ 41302 w 8872538"/>
              <a:gd name="connsiteY3016" fmla="*/ 18931 h 1038646"/>
              <a:gd name="connsiteX3017" fmla="*/ 531 w 8872538"/>
              <a:gd name="connsiteY3017" fmla="*/ 34009 h 1038646"/>
              <a:gd name="connsiteX3018" fmla="*/ 0 w 8872538"/>
              <a:gd name="connsiteY3018" fmla="*/ 34459 h 1038646"/>
              <a:gd name="connsiteX3019" fmla="*/ 0 w 8872538"/>
              <a:gd name="connsiteY3019" fmla="*/ 14056 h 1038646"/>
              <a:gd name="connsiteX3020" fmla="*/ 17435 w 8872538"/>
              <a:gd name="connsiteY3020" fmla="*/ 5892 h 1038646"/>
              <a:gd name="connsiteX3021" fmla="*/ 47242 w 8872538"/>
              <a:gd name="connsiteY3021" fmla="*/ 286 h 1038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</a:cxnLst>
            <a:rect l="l" t="t" r="r" b="b"/>
            <a:pathLst>
              <a:path w="8872538" h="1038646">
                <a:moveTo>
                  <a:pt x="8685021" y="1000651"/>
                </a:moveTo>
                <a:cubicBezTo>
                  <a:pt x="8710274" y="1000651"/>
                  <a:pt x="8729433" y="1006758"/>
                  <a:pt x="8745180" y="1015701"/>
                </a:cubicBezTo>
                <a:lnTo>
                  <a:pt x="8773589" y="1038646"/>
                </a:lnTo>
                <a:lnTo>
                  <a:pt x="8745127" y="1038646"/>
                </a:lnTo>
                <a:lnTo>
                  <a:pt x="8736254" y="1031404"/>
                </a:lnTo>
                <a:cubicBezTo>
                  <a:pt x="8722611" y="1023625"/>
                  <a:pt x="8706501" y="1018681"/>
                  <a:pt x="8685021" y="1018681"/>
                </a:cubicBezTo>
                <a:cubicBezTo>
                  <a:pt x="8663513" y="1018681"/>
                  <a:pt x="8647528" y="1023625"/>
                  <a:pt x="8633940" y="1031404"/>
                </a:cubicBezTo>
                <a:lnTo>
                  <a:pt x="8625003" y="1038646"/>
                </a:lnTo>
                <a:lnTo>
                  <a:pt x="8596480" y="1038646"/>
                </a:lnTo>
                <a:lnTo>
                  <a:pt x="8625003" y="1015919"/>
                </a:lnTo>
                <a:cubicBezTo>
                  <a:pt x="8640698" y="1006904"/>
                  <a:pt x="8659735" y="1000651"/>
                  <a:pt x="8685021" y="1000651"/>
                </a:cubicBezTo>
                <a:close/>
                <a:moveTo>
                  <a:pt x="8309747" y="1000651"/>
                </a:moveTo>
                <a:cubicBezTo>
                  <a:pt x="8335001" y="1000651"/>
                  <a:pt x="8354159" y="1006758"/>
                  <a:pt x="8369907" y="1015701"/>
                </a:cubicBezTo>
                <a:lnTo>
                  <a:pt x="8398315" y="1038646"/>
                </a:lnTo>
                <a:lnTo>
                  <a:pt x="8369852" y="1038646"/>
                </a:lnTo>
                <a:lnTo>
                  <a:pt x="8360980" y="1031404"/>
                </a:lnTo>
                <a:cubicBezTo>
                  <a:pt x="8347338" y="1023625"/>
                  <a:pt x="8331228" y="1018681"/>
                  <a:pt x="8309747" y="1018681"/>
                </a:cubicBezTo>
                <a:cubicBezTo>
                  <a:pt x="8288267" y="1018681"/>
                  <a:pt x="8272302" y="1023625"/>
                  <a:pt x="8258731" y="1031404"/>
                </a:cubicBezTo>
                <a:lnTo>
                  <a:pt x="8249806" y="1038646"/>
                </a:lnTo>
                <a:lnTo>
                  <a:pt x="8221319" y="1038646"/>
                </a:lnTo>
                <a:lnTo>
                  <a:pt x="8249806" y="1015919"/>
                </a:lnTo>
                <a:cubicBezTo>
                  <a:pt x="8265481" y="1006904"/>
                  <a:pt x="8284494" y="1000651"/>
                  <a:pt x="8309747" y="1000651"/>
                </a:cubicBezTo>
                <a:close/>
                <a:moveTo>
                  <a:pt x="7934713" y="1000651"/>
                </a:moveTo>
                <a:cubicBezTo>
                  <a:pt x="7959967" y="1000651"/>
                  <a:pt x="7979125" y="1006758"/>
                  <a:pt x="7994946" y="1015701"/>
                </a:cubicBezTo>
                <a:lnTo>
                  <a:pt x="8023718" y="1038646"/>
                </a:lnTo>
                <a:lnTo>
                  <a:pt x="7994819" y="1038646"/>
                </a:lnTo>
                <a:lnTo>
                  <a:pt x="7985947" y="1031404"/>
                </a:lnTo>
                <a:cubicBezTo>
                  <a:pt x="7972304" y="1023625"/>
                  <a:pt x="7956194" y="1018681"/>
                  <a:pt x="7934713" y="1018681"/>
                </a:cubicBezTo>
                <a:cubicBezTo>
                  <a:pt x="7913205" y="1018681"/>
                  <a:pt x="7897220" y="1023625"/>
                  <a:pt x="7883705" y="1031404"/>
                </a:cubicBezTo>
                <a:lnTo>
                  <a:pt x="7874892" y="1038646"/>
                </a:lnTo>
                <a:lnTo>
                  <a:pt x="7846172" y="1038646"/>
                </a:lnTo>
                <a:lnTo>
                  <a:pt x="7874695" y="1015919"/>
                </a:lnTo>
                <a:cubicBezTo>
                  <a:pt x="7890390" y="1006904"/>
                  <a:pt x="7909427" y="1000651"/>
                  <a:pt x="7934713" y="1000651"/>
                </a:cubicBezTo>
                <a:close/>
                <a:moveTo>
                  <a:pt x="7559439" y="1000651"/>
                </a:moveTo>
                <a:cubicBezTo>
                  <a:pt x="7584693" y="1000651"/>
                  <a:pt x="7603851" y="1006758"/>
                  <a:pt x="7619671" y="1015701"/>
                </a:cubicBezTo>
                <a:lnTo>
                  <a:pt x="7648443" y="1038646"/>
                </a:lnTo>
                <a:lnTo>
                  <a:pt x="7619545" y="1038646"/>
                </a:lnTo>
                <a:lnTo>
                  <a:pt x="7610672" y="1031404"/>
                </a:lnTo>
                <a:cubicBezTo>
                  <a:pt x="7597030" y="1023625"/>
                  <a:pt x="7580920" y="1018681"/>
                  <a:pt x="7559439" y="1018681"/>
                </a:cubicBezTo>
                <a:cubicBezTo>
                  <a:pt x="7537959" y="1018681"/>
                  <a:pt x="7521995" y="1023625"/>
                  <a:pt x="7508497" y="1031404"/>
                </a:cubicBezTo>
                <a:lnTo>
                  <a:pt x="7499695" y="1038646"/>
                </a:lnTo>
                <a:lnTo>
                  <a:pt x="7471012" y="1038646"/>
                </a:lnTo>
                <a:lnTo>
                  <a:pt x="7499498" y="1015919"/>
                </a:lnTo>
                <a:cubicBezTo>
                  <a:pt x="7515173" y="1006904"/>
                  <a:pt x="7534186" y="1000651"/>
                  <a:pt x="7559439" y="1000651"/>
                </a:cubicBezTo>
                <a:close/>
                <a:moveTo>
                  <a:pt x="7184405" y="1000651"/>
                </a:moveTo>
                <a:cubicBezTo>
                  <a:pt x="7209950" y="1000651"/>
                  <a:pt x="7229108" y="1006758"/>
                  <a:pt x="7244855" y="1015701"/>
                </a:cubicBezTo>
                <a:lnTo>
                  <a:pt x="7273472" y="1038646"/>
                </a:lnTo>
                <a:lnTo>
                  <a:pt x="7244676" y="1038646"/>
                </a:lnTo>
                <a:lnTo>
                  <a:pt x="7235856" y="1031404"/>
                </a:lnTo>
                <a:cubicBezTo>
                  <a:pt x="7222286" y="1023625"/>
                  <a:pt x="7206176" y="1018681"/>
                  <a:pt x="7184405" y="1018681"/>
                </a:cubicBezTo>
                <a:cubicBezTo>
                  <a:pt x="7162898" y="1018681"/>
                  <a:pt x="7146912" y="1023625"/>
                  <a:pt x="7133397" y="1031404"/>
                </a:cubicBezTo>
                <a:lnTo>
                  <a:pt x="7124585" y="1038646"/>
                </a:lnTo>
                <a:lnTo>
                  <a:pt x="7095865" y="1038646"/>
                </a:lnTo>
                <a:lnTo>
                  <a:pt x="7124388" y="1015919"/>
                </a:lnTo>
                <a:cubicBezTo>
                  <a:pt x="7140082" y="1006904"/>
                  <a:pt x="7159119" y="1000651"/>
                  <a:pt x="7184405" y="1000651"/>
                </a:cubicBezTo>
                <a:close/>
                <a:moveTo>
                  <a:pt x="6809131" y="1000651"/>
                </a:moveTo>
                <a:cubicBezTo>
                  <a:pt x="6834675" y="1000651"/>
                  <a:pt x="6853833" y="1006758"/>
                  <a:pt x="6869580" y="1015701"/>
                </a:cubicBezTo>
                <a:lnTo>
                  <a:pt x="6898196" y="1038646"/>
                </a:lnTo>
                <a:lnTo>
                  <a:pt x="6869401" y="1038646"/>
                </a:lnTo>
                <a:lnTo>
                  <a:pt x="6860582" y="1031404"/>
                </a:lnTo>
                <a:cubicBezTo>
                  <a:pt x="6847012" y="1023625"/>
                  <a:pt x="6830902" y="1018681"/>
                  <a:pt x="6809131" y="1018681"/>
                </a:cubicBezTo>
                <a:cubicBezTo>
                  <a:pt x="6787651" y="1018681"/>
                  <a:pt x="6771687" y="1023625"/>
                  <a:pt x="6758189" y="1031404"/>
                </a:cubicBezTo>
                <a:lnTo>
                  <a:pt x="6749388" y="1038646"/>
                </a:lnTo>
                <a:lnTo>
                  <a:pt x="6720704" y="1038646"/>
                </a:lnTo>
                <a:lnTo>
                  <a:pt x="6749190" y="1015919"/>
                </a:lnTo>
                <a:cubicBezTo>
                  <a:pt x="6764865" y="1006904"/>
                  <a:pt x="6783878" y="1000651"/>
                  <a:pt x="6809131" y="1000651"/>
                </a:cubicBezTo>
                <a:close/>
                <a:moveTo>
                  <a:pt x="6434098" y="1000651"/>
                </a:moveTo>
                <a:cubicBezTo>
                  <a:pt x="6459642" y="1000651"/>
                  <a:pt x="6478800" y="1006758"/>
                  <a:pt x="6494548" y="1015701"/>
                </a:cubicBezTo>
                <a:lnTo>
                  <a:pt x="6523164" y="1038646"/>
                </a:lnTo>
                <a:lnTo>
                  <a:pt x="6494368" y="1038646"/>
                </a:lnTo>
                <a:lnTo>
                  <a:pt x="6485549" y="1031404"/>
                </a:lnTo>
                <a:cubicBezTo>
                  <a:pt x="6471979" y="1023625"/>
                  <a:pt x="6455868" y="1018681"/>
                  <a:pt x="6434098" y="1018681"/>
                </a:cubicBezTo>
                <a:cubicBezTo>
                  <a:pt x="6412590" y="1018681"/>
                  <a:pt x="6396605" y="1023625"/>
                  <a:pt x="6383090" y="1031404"/>
                </a:cubicBezTo>
                <a:lnTo>
                  <a:pt x="6374277" y="1038646"/>
                </a:lnTo>
                <a:lnTo>
                  <a:pt x="6345557" y="1038646"/>
                </a:lnTo>
                <a:lnTo>
                  <a:pt x="6374080" y="1015919"/>
                </a:lnTo>
                <a:cubicBezTo>
                  <a:pt x="6389774" y="1006904"/>
                  <a:pt x="6408812" y="1000651"/>
                  <a:pt x="6434098" y="1000651"/>
                </a:cubicBezTo>
                <a:close/>
                <a:moveTo>
                  <a:pt x="6058824" y="1000651"/>
                </a:moveTo>
                <a:cubicBezTo>
                  <a:pt x="6084368" y="1000651"/>
                  <a:pt x="6103526" y="1006758"/>
                  <a:pt x="6119274" y="1015701"/>
                </a:cubicBezTo>
                <a:lnTo>
                  <a:pt x="6147889" y="1038646"/>
                </a:lnTo>
                <a:lnTo>
                  <a:pt x="6119094" y="1038646"/>
                </a:lnTo>
                <a:lnTo>
                  <a:pt x="6110275" y="1031404"/>
                </a:lnTo>
                <a:cubicBezTo>
                  <a:pt x="6096705" y="1023625"/>
                  <a:pt x="6080595" y="1018681"/>
                  <a:pt x="6058824" y="1018681"/>
                </a:cubicBezTo>
                <a:cubicBezTo>
                  <a:pt x="6037344" y="1018681"/>
                  <a:pt x="6021379" y="1023625"/>
                  <a:pt x="6007881" y="1031404"/>
                </a:cubicBezTo>
                <a:lnTo>
                  <a:pt x="5999080" y="1038646"/>
                </a:lnTo>
                <a:lnTo>
                  <a:pt x="5970396" y="1038646"/>
                </a:lnTo>
                <a:lnTo>
                  <a:pt x="5998883" y="1015919"/>
                </a:lnTo>
                <a:cubicBezTo>
                  <a:pt x="6014557" y="1006904"/>
                  <a:pt x="6033570" y="1000651"/>
                  <a:pt x="6058824" y="1000651"/>
                </a:cubicBezTo>
                <a:close/>
                <a:moveTo>
                  <a:pt x="5683550" y="1000651"/>
                </a:moveTo>
                <a:cubicBezTo>
                  <a:pt x="5709127" y="1000651"/>
                  <a:pt x="5728309" y="1006758"/>
                  <a:pt x="5744077" y="1015701"/>
                </a:cubicBezTo>
                <a:lnTo>
                  <a:pt x="5772730" y="1038646"/>
                </a:lnTo>
                <a:lnTo>
                  <a:pt x="5743897" y="1038646"/>
                </a:lnTo>
                <a:lnTo>
                  <a:pt x="5735067" y="1031404"/>
                </a:lnTo>
                <a:cubicBezTo>
                  <a:pt x="5721479" y="1023625"/>
                  <a:pt x="5705348" y="1018681"/>
                  <a:pt x="5683550" y="1018681"/>
                </a:cubicBezTo>
                <a:cubicBezTo>
                  <a:pt x="5662070" y="1018681"/>
                  <a:pt x="5646105" y="1023625"/>
                  <a:pt x="5632607" y="1031404"/>
                </a:cubicBezTo>
                <a:lnTo>
                  <a:pt x="5623805" y="1038646"/>
                </a:lnTo>
                <a:lnTo>
                  <a:pt x="5595557" y="1038646"/>
                </a:lnTo>
                <a:lnTo>
                  <a:pt x="5623681" y="1015919"/>
                </a:lnTo>
                <a:cubicBezTo>
                  <a:pt x="5639283" y="1006904"/>
                  <a:pt x="5658296" y="1000651"/>
                  <a:pt x="5683550" y="1000651"/>
                </a:cubicBezTo>
                <a:close/>
                <a:moveTo>
                  <a:pt x="5308516" y="1000651"/>
                </a:moveTo>
                <a:cubicBezTo>
                  <a:pt x="5334060" y="1000651"/>
                  <a:pt x="5353218" y="1006758"/>
                  <a:pt x="5368966" y="1015701"/>
                </a:cubicBezTo>
                <a:lnTo>
                  <a:pt x="5397582" y="1038646"/>
                </a:lnTo>
                <a:lnTo>
                  <a:pt x="5368983" y="1038646"/>
                </a:lnTo>
                <a:lnTo>
                  <a:pt x="5360040" y="1031404"/>
                </a:lnTo>
                <a:cubicBezTo>
                  <a:pt x="5346397" y="1023625"/>
                  <a:pt x="5330287" y="1018681"/>
                  <a:pt x="5308516" y="1018681"/>
                </a:cubicBezTo>
                <a:cubicBezTo>
                  <a:pt x="5287036" y="1018681"/>
                  <a:pt x="5271071" y="1023625"/>
                  <a:pt x="5257573" y="1031404"/>
                </a:cubicBezTo>
                <a:lnTo>
                  <a:pt x="5248772" y="1038646"/>
                </a:lnTo>
                <a:lnTo>
                  <a:pt x="5220523" y="1038646"/>
                </a:lnTo>
                <a:lnTo>
                  <a:pt x="5248647" y="1015919"/>
                </a:lnTo>
                <a:cubicBezTo>
                  <a:pt x="5264249" y="1006904"/>
                  <a:pt x="5283262" y="1000651"/>
                  <a:pt x="5308516" y="1000651"/>
                </a:cubicBezTo>
                <a:close/>
                <a:moveTo>
                  <a:pt x="4933242" y="1000651"/>
                </a:moveTo>
                <a:cubicBezTo>
                  <a:pt x="4958819" y="1000651"/>
                  <a:pt x="4978002" y="1006758"/>
                  <a:pt x="4993769" y="1015701"/>
                </a:cubicBezTo>
                <a:lnTo>
                  <a:pt x="5022422" y="1038646"/>
                </a:lnTo>
                <a:lnTo>
                  <a:pt x="4993951" y="1038646"/>
                </a:lnTo>
                <a:lnTo>
                  <a:pt x="4985050" y="1031404"/>
                </a:lnTo>
                <a:cubicBezTo>
                  <a:pt x="4971317" y="1023625"/>
                  <a:pt x="4955041" y="1018681"/>
                  <a:pt x="4933242" y="1018681"/>
                </a:cubicBezTo>
                <a:cubicBezTo>
                  <a:pt x="4911762" y="1018681"/>
                  <a:pt x="4895797" y="1023625"/>
                  <a:pt x="4882299" y="1031404"/>
                </a:cubicBezTo>
                <a:lnTo>
                  <a:pt x="4873498" y="1038646"/>
                </a:lnTo>
                <a:lnTo>
                  <a:pt x="4845250" y="1038646"/>
                </a:lnTo>
                <a:lnTo>
                  <a:pt x="4873374" y="1015919"/>
                </a:lnTo>
                <a:cubicBezTo>
                  <a:pt x="4888976" y="1006904"/>
                  <a:pt x="4907989" y="1000651"/>
                  <a:pt x="4933242" y="1000651"/>
                </a:cubicBezTo>
                <a:close/>
                <a:moveTo>
                  <a:pt x="4558209" y="1000651"/>
                </a:moveTo>
                <a:cubicBezTo>
                  <a:pt x="4583753" y="1000651"/>
                  <a:pt x="4602911" y="1006758"/>
                  <a:pt x="4618658" y="1015701"/>
                </a:cubicBezTo>
                <a:lnTo>
                  <a:pt x="4647274" y="1038646"/>
                </a:lnTo>
                <a:lnTo>
                  <a:pt x="4618840" y="1038646"/>
                </a:lnTo>
                <a:lnTo>
                  <a:pt x="4609950" y="1031404"/>
                </a:lnTo>
                <a:cubicBezTo>
                  <a:pt x="4596235" y="1023625"/>
                  <a:pt x="4579980" y="1018681"/>
                  <a:pt x="4558209" y="1018681"/>
                </a:cubicBezTo>
                <a:cubicBezTo>
                  <a:pt x="4536729" y="1018681"/>
                  <a:pt x="4520764" y="1023625"/>
                  <a:pt x="4507266" y="1031404"/>
                </a:cubicBezTo>
                <a:lnTo>
                  <a:pt x="4498464" y="1038646"/>
                </a:lnTo>
                <a:lnTo>
                  <a:pt x="4470216" y="1038646"/>
                </a:lnTo>
                <a:lnTo>
                  <a:pt x="4498340" y="1015919"/>
                </a:lnTo>
                <a:cubicBezTo>
                  <a:pt x="4513942" y="1006904"/>
                  <a:pt x="4532955" y="1000651"/>
                  <a:pt x="4558209" y="1000651"/>
                </a:cubicBezTo>
                <a:close/>
                <a:moveTo>
                  <a:pt x="4182934" y="1000651"/>
                </a:moveTo>
                <a:cubicBezTo>
                  <a:pt x="4208511" y="1000651"/>
                  <a:pt x="4227694" y="1006758"/>
                  <a:pt x="4243462" y="1015701"/>
                </a:cubicBezTo>
                <a:lnTo>
                  <a:pt x="4272115" y="1038646"/>
                </a:lnTo>
                <a:lnTo>
                  <a:pt x="4243643" y="1038646"/>
                </a:lnTo>
                <a:lnTo>
                  <a:pt x="4234742" y="1031404"/>
                </a:lnTo>
                <a:cubicBezTo>
                  <a:pt x="4221009" y="1023625"/>
                  <a:pt x="4204733" y="1018681"/>
                  <a:pt x="4182934" y="1018681"/>
                </a:cubicBezTo>
                <a:cubicBezTo>
                  <a:pt x="4161744" y="1018681"/>
                  <a:pt x="4145779" y="1023625"/>
                  <a:pt x="4132209" y="1031404"/>
                </a:cubicBezTo>
                <a:lnTo>
                  <a:pt x="4123355" y="1038646"/>
                </a:lnTo>
                <a:lnTo>
                  <a:pt x="4094942" y="1038646"/>
                </a:lnTo>
                <a:lnTo>
                  <a:pt x="4123066" y="1015919"/>
                </a:lnTo>
                <a:cubicBezTo>
                  <a:pt x="4138668" y="1006904"/>
                  <a:pt x="4157681" y="1000651"/>
                  <a:pt x="4182934" y="1000651"/>
                </a:cubicBezTo>
                <a:close/>
                <a:moveTo>
                  <a:pt x="3807901" y="1000651"/>
                </a:moveTo>
                <a:cubicBezTo>
                  <a:pt x="3833445" y="1000651"/>
                  <a:pt x="3852603" y="1006758"/>
                  <a:pt x="3868351" y="1015701"/>
                </a:cubicBezTo>
                <a:lnTo>
                  <a:pt x="3896967" y="1038646"/>
                </a:lnTo>
                <a:lnTo>
                  <a:pt x="3868532" y="1038646"/>
                </a:lnTo>
                <a:lnTo>
                  <a:pt x="3859642" y="1031404"/>
                </a:lnTo>
                <a:cubicBezTo>
                  <a:pt x="3845927" y="1023625"/>
                  <a:pt x="3829672" y="1018681"/>
                  <a:pt x="3807901" y="1018681"/>
                </a:cubicBezTo>
                <a:cubicBezTo>
                  <a:pt x="3786711" y="1018681"/>
                  <a:pt x="3770746" y="1023625"/>
                  <a:pt x="3757176" y="1031404"/>
                </a:cubicBezTo>
                <a:lnTo>
                  <a:pt x="3748322" y="1038646"/>
                </a:lnTo>
                <a:lnTo>
                  <a:pt x="3719908" y="1038646"/>
                </a:lnTo>
                <a:lnTo>
                  <a:pt x="3748032" y="1015919"/>
                </a:lnTo>
                <a:cubicBezTo>
                  <a:pt x="3763634" y="1006904"/>
                  <a:pt x="3782647" y="1000651"/>
                  <a:pt x="3807901" y="1000651"/>
                </a:cubicBezTo>
                <a:close/>
                <a:moveTo>
                  <a:pt x="3432627" y="1000651"/>
                </a:moveTo>
                <a:cubicBezTo>
                  <a:pt x="3458204" y="1000651"/>
                  <a:pt x="3477532" y="1006758"/>
                  <a:pt x="3493372" y="1015701"/>
                </a:cubicBezTo>
                <a:lnTo>
                  <a:pt x="3521870" y="1038646"/>
                </a:lnTo>
                <a:lnTo>
                  <a:pt x="3493336" y="1038646"/>
                </a:lnTo>
                <a:lnTo>
                  <a:pt x="3484435" y="1031404"/>
                </a:lnTo>
                <a:cubicBezTo>
                  <a:pt x="3470702" y="1023625"/>
                  <a:pt x="3454426" y="1018681"/>
                  <a:pt x="3432627" y="1018681"/>
                </a:cubicBezTo>
                <a:cubicBezTo>
                  <a:pt x="3411437" y="1018681"/>
                  <a:pt x="3395472" y="1023625"/>
                  <a:pt x="3381902" y="1031404"/>
                </a:cubicBezTo>
                <a:lnTo>
                  <a:pt x="3373047" y="1038646"/>
                </a:lnTo>
                <a:lnTo>
                  <a:pt x="3344696" y="1038646"/>
                </a:lnTo>
                <a:lnTo>
                  <a:pt x="3372976" y="1015919"/>
                </a:lnTo>
                <a:cubicBezTo>
                  <a:pt x="3388651" y="1006904"/>
                  <a:pt x="3407664" y="1000651"/>
                  <a:pt x="3432627" y="1000651"/>
                </a:cubicBezTo>
                <a:close/>
                <a:moveTo>
                  <a:pt x="3058075" y="1000651"/>
                </a:moveTo>
                <a:cubicBezTo>
                  <a:pt x="3083342" y="1000651"/>
                  <a:pt x="3102510" y="1006758"/>
                  <a:pt x="3118266" y="1015701"/>
                </a:cubicBezTo>
                <a:lnTo>
                  <a:pt x="3146690" y="1038646"/>
                </a:lnTo>
                <a:lnTo>
                  <a:pt x="3118212" y="1038646"/>
                </a:lnTo>
                <a:lnTo>
                  <a:pt x="3109335" y="1031404"/>
                </a:lnTo>
                <a:cubicBezTo>
                  <a:pt x="3095685" y="1023625"/>
                  <a:pt x="3079567" y="1018681"/>
                  <a:pt x="3058075" y="1018681"/>
                </a:cubicBezTo>
                <a:cubicBezTo>
                  <a:pt x="3036595" y="1018681"/>
                  <a:pt x="3020485" y="1023625"/>
                  <a:pt x="3006842" y="1031404"/>
                </a:cubicBezTo>
                <a:lnTo>
                  <a:pt x="2997970" y="1038646"/>
                </a:lnTo>
                <a:lnTo>
                  <a:pt x="2969647" y="1038646"/>
                </a:lnTo>
                <a:lnTo>
                  <a:pt x="2998134" y="1015919"/>
                </a:lnTo>
                <a:cubicBezTo>
                  <a:pt x="3013808" y="1006904"/>
                  <a:pt x="3032821" y="1000651"/>
                  <a:pt x="3058075" y="1000651"/>
                </a:cubicBezTo>
                <a:close/>
                <a:moveTo>
                  <a:pt x="2682680" y="1000651"/>
                </a:moveTo>
                <a:lnTo>
                  <a:pt x="2682681" y="1000651"/>
                </a:lnTo>
                <a:lnTo>
                  <a:pt x="2683107" y="1000664"/>
                </a:lnTo>
                <a:lnTo>
                  <a:pt x="2683107" y="1000651"/>
                </a:lnTo>
                <a:cubicBezTo>
                  <a:pt x="2689420" y="1000651"/>
                  <a:pt x="2695353" y="1001033"/>
                  <a:pt x="2700947" y="1001745"/>
                </a:cubicBezTo>
                <a:lnTo>
                  <a:pt x="2705059" y="1002546"/>
                </a:lnTo>
                <a:lnTo>
                  <a:pt x="2707670" y="1002865"/>
                </a:lnTo>
                <a:lnTo>
                  <a:pt x="2710945" y="1003692"/>
                </a:lnTo>
                <a:lnTo>
                  <a:pt x="2716751" y="1004822"/>
                </a:lnTo>
                <a:lnTo>
                  <a:pt x="2720611" y="1006131"/>
                </a:lnTo>
                <a:lnTo>
                  <a:pt x="2721777" y="1006425"/>
                </a:lnTo>
                <a:lnTo>
                  <a:pt x="2723731" y="1007189"/>
                </a:lnTo>
                <a:lnTo>
                  <a:pt x="2730774" y="1009577"/>
                </a:lnTo>
                <a:cubicBezTo>
                  <a:pt x="2741787" y="1014152"/>
                  <a:pt x="2751206" y="1020154"/>
                  <a:pt x="2759677" y="1026785"/>
                </a:cubicBezTo>
                <a:lnTo>
                  <a:pt x="2772806" y="1038646"/>
                </a:lnTo>
                <a:lnTo>
                  <a:pt x="2741855" y="1038646"/>
                </a:lnTo>
                <a:lnTo>
                  <a:pt x="2730009" y="1029293"/>
                </a:lnTo>
                <a:lnTo>
                  <a:pt x="2720536" y="1025106"/>
                </a:lnTo>
                <a:lnTo>
                  <a:pt x="2719461" y="1024744"/>
                </a:lnTo>
                <a:lnTo>
                  <a:pt x="2709807" y="1021773"/>
                </a:lnTo>
                <a:lnTo>
                  <a:pt x="2707410" y="1021317"/>
                </a:lnTo>
                <a:lnTo>
                  <a:pt x="2697829" y="1019575"/>
                </a:lnTo>
                <a:lnTo>
                  <a:pt x="2682680" y="1018681"/>
                </a:lnTo>
                <a:lnTo>
                  <a:pt x="2667536" y="1019575"/>
                </a:lnTo>
                <a:cubicBezTo>
                  <a:pt x="2650962" y="1021623"/>
                  <a:pt x="2638018" y="1027053"/>
                  <a:pt x="2626611" y="1034451"/>
                </a:cubicBezTo>
                <a:lnTo>
                  <a:pt x="2621627" y="1038646"/>
                </a:lnTo>
                <a:lnTo>
                  <a:pt x="2593914" y="1038646"/>
                </a:lnTo>
                <a:lnTo>
                  <a:pt x="2619758" y="1017641"/>
                </a:lnTo>
                <a:cubicBezTo>
                  <a:pt x="2634091" y="1008878"/>
                  <a:pt x="2651202" y="1002352"/>
                  <a:pt x="2673485" y="1000937"/>
                </a:cubicBezTo>
                <a:close/>
                <a:moveTo>
                  <a:pt x="2307407" y="1000651"/>
                </a:moveTo>
                <a:lnTo>
                  <a:pt x="2316596" y="1000931"/>
                </a:lnTo>
                <a:cubicBezTo>
                  <a:pt x="2338882" y="1002315"/>
                  <a:pt x="2356106" y="1008706"/>
                  <a:pt x="2370479" y="1017410"/>
                </a:cubicBezTo>
                <a:lnTo>
                  <a:pt x="2396213" y="1038646"/>
                </a:lnTo>
                <a:lnTo>
                  <a:pt x="2368586" y="1038646"/>
                </a:lnTo>
                <a:lnTo>
                  <a:pt x="2363646" y="1034451"/>
                </a:lnTo>
                <a:cubicBezTo>
                  <a:pt x="2352209" y="1027053"/>
                  <a:pt x="2339160" y="1021623"/>
                  <a:pt x="2322555" y="1019575"/>
                </a:cubicBezTo>
                <a:lnTo>
                  <a:pt x="2307407" y="1018681"/>
                </a:lnTo>
                <a:lnTo>
                  <a:pt x="2292282" y="1019575"/>
                </a:lnTo>
                <a:cubicBezTo>
                  <a:pt x="2275729" y="1021623"/>
                  <a:pt x="2262802" y="1027053"/>
                  <a:pt x="2251409" y="1034451"/>
                </a:cubicBezTo>
                <a:lnTo>
                  <a:pt x="2246431" y="1038646"/>
                </a:lnTo>
                <a:lnTo>
                  <a:pt x="2218754" y="1038646"/>
                </a:lnTo>
                <a:lnTo>
                  <a:pt x="2244565" y="1017641"/>
                </a:lnTo>
                <a:cubicBezTo>
                  <a:pt x="2258880" y="1008878"/>
                  <a:pt x="2275968" y="1002352"/>
                  <a:pt x="2298223" y="1000937"/>
                </a:cubicBezTo>
                <a:close/>
                <a:moveTo>
                  <a:pt x="1932373" y="1000651"/>
                </a:moveTo>
                <a:lnTo>
                  <a:pt x="1932374" y="1000651"/>
                </a:lnTo>
                <a:lnTo>
                  <a:pt x="1941563" y="1000931"/>
                </a:lnTo>
                <a:cubicBezTo>
                  <a:pt x="1963850" y="1002315"/>
                  <a:pt x="1981083" y="1008706"/>
                  <a:pt x="1995533" y="1017410"/>
                </a:cubicBezTo>
                <a:lnTo>
                  <a:pt x="2021613" y="1038646"/>
                </a:lnTo>
                <a:lnTo>
                  <a:pt x="1993553" y="1038646"/>
                </a:lnTo>
                <a:lnTo>
                  <a:pt x="1988613" y="1034451"/>
                </a:lnTo>
                <a:cubicBezTo>
                  <a:pt x="1977176" y="1027053"/>
                  <a:pt x="1964127" y="1021623"/>
                  <a:pt x="1947522" y="1019575"/>
                </a:cubicBezTo>
                <a:lnTo>
                  <a:pt x="1932374" y="1018681"/>
                </a:lnTo>
                <a:lnTo>
                  <a:pt x="1917231" y="1019575"/>
                </a:lnTo>
                <a:cubicBezTo>
                  <a:pt x="1900661" y="1021623"/>
                  <a:pt x="1887734" y="1027053"/>
                  <a:pt x="1876407" y="1034451"/>
                </a:cubicBezTo>
                <a:lnTo>
                  <a:pt x="1871498" y="1038646"/>
                </a:lnTo>
                <a:lnTo>
                  <a:pt x="1843607" y="1038646"/>
                </a:lnTo>
                <a:lnTo>
                  <a:pt x="1869451" y="1017641"/>
                </a:lnTo>
                <a:cubicBezTo>
                  <a:pt x="1883784" y="1008878"/>
                  <a:pt x="1900895" y="1002352"/>
                  <a:pt x="1923178" y="1000937"/>
                </a:cubicBezTo>
                <a:close/>
                <a:moveTo>
                  <a:pt x="1557099" y="1000651"/>
                </a:moveTo>
                <a:lnTo>
                  <a:pt x="1557100" y="1000651"/>
                </a:lnTo>
                <a:lnTo>
                  <a:pt x="1566289" y="1000931"/>
                </a:lnTo>
                <a:cubicBezTo>
                  <a:pt x="1588576" y="1002315"/>
                  <a:pt x="1605809" y="1008706"/>
                  <a:pt x="1620259" y="1017410"/>
                </a:cubicBezTo>
                <a:lnTo>
                  <a:pt x="1646339" y="1038646"/>
                </a:lnTo>
                <a:lnTo>
                  <a:pt x="1618279" y="1038646"/>
                </a:lnTo>
                <a:lnTo>
                  <a:pt x="1613339" y="1034451"/>
                </a:lnTo>
                <a:cubicBezTo>
                  <a:pt x="1601901" y="1027053"/>
                  <a:pt x="1588853" y="1021623"/>
                  <a:pt x="1572248" y="1019575"/>
                </a:cubicBezTo>
                <a:lnTo>
                  <a:pt x="1557099" y="1018681"/>
                </a:lnTo>
                <a:lnTo>
                  <a:pt x="1541976" y="1019575"/>
                </a:lnTo>
                <a:cubicBezTo>
                  <a:pt x="1525427" y="1021623"/>
                  <a:pt x="1512518" y="1027053"/>
                  <a:pt x="1501205" y="1034451"/>
                </a:cubicBezTo>
                <a:lnTo>
                  <a:pt x="1496303" y="1038646"/>
                </a:lnTo>
                <a:lnTo>
                  <a:pt x="1468447" y="1038646"/>
                </a:lnTo>
                <a:lnTo>
                  <a:pt x="1494258" y="1017641"/>
                </a:lnTo>
                <a:cubicBezTo>
                  <a:pt x="1508572" y="1008878"/>
                  <a:pt x="1525661" y="1002352"/>
                  <a:pt x="1547916" y="1000937"/>
                </a:cubicBezTo>
                <a:close/>
                <a:moveTo>
                  <a:pt x="1182066" y="1000651"/>
                </a:moveTo>
                <a:lnTo>
                  <a:pt x="1182067" y="1000651"/>
                </a:lnTo>
                <a:lnTo>
                  <a:pt x="1191352" y="1000931"/>
                </a:lnTo>
                <a:cubicBezTo>
                  <a:pt x="1213847" y="1002315"/>
                  <a:pt x="1231055" y="1008706"/>
                  <a:pt x="1245429" y="1017410"/>
                </a:cubicBezTo>
                <a:lnTo>
                  <a:pt x="1271367" y="1038646"/>
                </a:lnTo>
                <a:lnTo>
                  <a:pt x="1243404" y="1038646"/>
                </a:lnTo>
                <a:lnTo>
                  <a:pt x="1238494" y="1034451"/>
                </a:lnTo>
                <a:cubicBezTo>
                  <a:pt x="1227133" y="1027053"/>
                  <a:pt x="1214126" y="1021623"/>
                  <a:pt x="1197382" y="1019575"/>
                </a:cubicBezTo>
                <a:lnTo>
                  <a:pt x="1182067" y="1018681"/>
                </a:lnTo>
                <a:lnTo>
                  <a:pt x="1166923" y="1019575"/>
                </a:lnTo>
                <a:cubicBezTo>
                  <a:pt x="1150353" y="1021623"/>
                  <a:pt x="1137427" y="1027053"/>
                  <a:pt x="1126100" y="1034451"/>
                </a:cubicBezTo>
                <a:lnTo>
                  <a:pt x="1121191" y="1038646"/>
                </a:lnTo>
                <a:lnTo>
                  <a:pt x="1093300" y="1038646"/>
                </a:lnTo>
                <a:lnTo>
                  <a:pt x="1119144" y="1017641"/>
                </a:lnTo>
                <a:cubicBezTo>
                  <a:pt x="1133477" y="1008878"/>
                  <a:pt x="1150588" y="1002352"/>
                  <a:pt x="1172871" y="1000937"/>
                </a:cubicBezTo>
                <a:close/>
                <a:moveTo>
                  <a:pt x="806793" y="1000651"/>
                </a:moveTo>
                <a:lnTo>
                  <a:pt x="816078" y="1000931"/>
                </a:lnTo>
                <a:cubicBezTo>
                  <a:pt x="838573" y="1002315"/>
                  <a:pt x="855781" y="1008706"/>
                  <a:pt x="870155" y="1017410"/>
                </a:cubicBezTo>
                <a:lnTo>
                  <a:pt x="896093" y="1038646"/>
                </a:lnTo>
                <a:lnTo>
                  <a:pt x="868130" y="1038646"/>
                </a:lnTo>
                <a:lnTo>
                  <a:pt x="863220" y="1034451"/>
                </a:lnTo>
                <a:cubicBezTo>
                  <a:pt x="851859" y="1027053"/>
                  <a:pt x="838852" y="1021623"/>
                  <a:pt x="822108" y="1019575"/>
                </a:cubicBezTo>
                <a:lnTo>
                  <a:pt x="806793" y="1018681"/>
                </a:lnTo>
                <a:lnTo>
                  <a:pt x="791669" y="1019575"/>
                </a:lnTo>
                <a:cubicBezTo>
                  <a:pt x="775120" y="1021623"/>
                  <a:pt x="762210" y="1027053"/>
                  <a:pt x="750898" y="1034451"/>
                </a:cubicBezTo>
                <a:lnTo>
                  <a:pt x="745996" y="1038646"/>
                </a:lnTo>
                <a:lnTo>
                  <a:pt x="718141" y="1038646"/>
                </a:lnTo>
                <a:lnTo>
                  <a:pt x="743951" y="1017641"/>
                </a:lnTo>
                <a:cubicBezTo>
                  <a:pt x="758266" y="1008878"/>
                  <a:pt x="775355" y="1002352"/>
                  <a:pt x="797610" y="1000937"/>
                </a:cubicBezTo>
                <a:close/>
                <a:moveTo>
                  <a:pt x="431759" y="1000651"/>
                </a:moveTo>
                <a:lnTo>
                  <a:pt x="441045" y="1000931"/>
                </a:lnTo>
                <a:cubicBezTo>
                  <a:pt x="463539" y="1002315"/>
                  <a:pt x="480748" y="1008706"/>
                  <a:pt x="495122" y="1017410"/>
                </a:cubicBezTo>
                <a:lnTo>
                  <a:pt x="521060" y="1038646"/>
                </a:lnTo>
                <a:lnTo>
                  <a:pt x="493097" y="1038646"/>
                </a:lnTo>
                <a:lnTo>
                  <a:pt x="488187" y="1034451"/>
                </a:lnTo>
                <a:cubicBezTo>
                  <a:pt x="476826" y="1027053"/>
                  <a:pt x="463819" y="1021623"/>
                  <a:pt x="447075" y="1019575"/>
                </a:cubicBezTo>
                <a:lnTo>
                  <a:pt x="431759" y="1018681"/>
                </a:lnTo>
                <a:lnTo>
                  <a:pt x="416616" y="1019575"/>
                </a:lnTo>
                <a:cubicBezTo>
                  <a:pt x="400046" y="1021623"/>
                  <a:pt x="387120" y="1027053"/>
                  <a:pt x="375793" y="1034451"/>
                </a:cubicBezTo>
                <a:lnTo>
                  <a:pt x="370884" y="1038646"/>
                </a:lnTo>
                <a:lnTo>
                  <a:pt x="342993" y="1038646"/>
                </a:lnTo>
                <a:lnTo>
                  <a:pt x="368837" y="1017641"/>
                </a:lnTo>
                <a:cubicBezTo>
                  <a:pt x="383170" y="1008878"/>
                  <a:pt x="400281" y="1002352"/>
                  <a:pt x="422564" y="1000937"/>
                </a:cubicBezTo>
                <a:close/>
                <a:moveTo>
                  <a:pt x="56485" y="1000651"/>
                </a:moveTo>
                <a:lnTo>
                  <a:pt x="56486" y="1000651"/>
                </a:lnTo>
                <a:lnTo>
                  <a:pt x="65771" y="1000931"/>
                </a:lnTo>
                <a:cubicBezTo>
                  <a:pt x="88266" y="1002315"/>
                  <a:pt x="105474" y="1008706"/>
                  <a:pt x="119848" y="1017410"/>
                </a:cubicBezTo>
                <a:lnTo>
                  <a:pt x="145786" y="1038646"/>
                </a:lnTo>
                <a:lnTo>
                  <a:pt x="117823" y="1038646"/>
                </a:lnTo>
                <a:lnTo>
                  <a:pt x="112913" y="1034451"/>
                </a:lnTo>
                <a:cubicBezTo>
                  <a:pt x="101552" y="1027053"/>
                  <a:pt x="88545" y="1021623"/>
                  <a:pt x="71801" y="1019575"/>
                </a:cubicBezTo>
                <a:lnTo>
                  <a:pt x="56486" y="1018681"/>
                </a:lnTo>
                <a:lnTo>
                  <a:pt x="41362" y="1019575"/>
                </a:lnTo>
                <a:cubicBezTo>
                  <a:pt x="24813" y="1021623"/>
                  <a:pt x="11903" y="1027052"/>
                  <a:pt x="591" y="1034450"/>
                </a:cubicBezTo>
                <a:lnTo>
                  <a:pt x="0" y="1034956"/>
                </a:lnTo>
                <a:lnTo>
                  <a:pt x="0" y="1014681"/>
                </a:lnTo>
                <a:lnTo>
                  <a:pt x="17495" y="1006533"/>
                </a:lnTo>
                <a:cubicBezTo>
                  <a:pt x="26339" y="1003630"/>
                  <a:pt x="36175" y="1001645"/>
                  <a:pt x="47303" y="1000937"/>
                </a:cubicBezTo>
                <a:close/>
                <a:moveTo>
                  <a:pt x="56479" y="900273"/>
                </a:moveTo>
                <a:lnTo>
                  <a:pt x="56480" y="900273"/>
                </a:lnTo>
                <a:lnTo>
                  <a:pt x="65765" y="900552"/>
                </a:lnTo>
                <a:cubicBezTo>
                  <a:pt x="110754" y="903313"/>
                  <a:pt x="134600" y="926061"/>
                  <a:pt x="156914" y="947279"/>
                </a:cubicBezTo>
                <a:cubicBezTo>
                  <a:pt x="177233" y="967082"/>
                  <a:pt x="195774" y="984664"/>
                  <a:pt x="228873" y="988750"/>
                </a:cubicBezTo>
                <a:lnTo>
                  <a:pt x="243996" y="989642"/>
                </a:lnTo>
                <a:lnTo>
                  <a:pt x="259331" y="988750"/>
                </a:lnTo>
                <a:cubicBezTo>
                  <a:pt x="292861" y="984664"/>
                  <a:pt x="311426" y="967082"/>
                  <a:pt x="331771" y="947279"/>
                </a:cubicBezTo>
                <a:cubicBezTo>
                  <a:pt x="354115" y="926061"/>
                  <a:pt x="377991" y="903313"/>
                  <a:pt x="422559" y="900552"/>
                </a:cubicBezTo>
                <a:lnTo>
                  <a:pt x="431753" y="900273"/>
                </a:lnTo>
                <a:lnTo>
                  <a:pt x="441039" y="900552"/>
                </a:lnTo>
                <a:cubicBezTo>
                  <a:pt x="486028" y="903313"/>
                  <a:pt x="509874" y="926061"/>
                  <a:pt x="532188" y="947279"/>
                </a:cubicBezTo>
                <a:cubicBezTo>
                  <a:pt x="552507" y="967082"/>
                  <a:pt x="571048" y="984664"/>
                  <a:pt x="604146" y="988750"/>
                </a:cubicBezTo>
                <a:lnTo>
                  <a:pt x="619270" y="989642"/>
                </a:lnTo>
                <a:lnTo>
                  <a:pt x="634585" y="988750"/>
                </a:lnTo>
                <a:cubicBezTo>
                  <a:pt x="668072" y="984664"/>
                  <a:pt x="686613" y="967082"/>
                  <a:pt x="706933" y="947279"/>
                </a:cubicBezTo>
                <a:cubicBezTo>
                  <a:pt x="729247" y="926061"/>
                  <a:pt x="753093" y="903313"/>
                  <a:pt x="797603" y="900552"/>
                </a:cubicBezTo>
                <a:lnTo>
                  <a:pt x="806786" y="900273"/>
                </a:lnTo>
                <a:lnTo>
                  <a:pt x="806787" y="900273"/>
                </a:lnTo>
                <a:lnTo>
                  <a:pt x="816072" y="900552"/>
                </a:lnTo>
                <a:cubicBezTo>
                  <a:pt x="861061" y="903313"/>
                  <a:pt x="884906" y="926061"/>
                  <a:pt x="907221" y="947279"/>
                </a:cubicBezTo>
                <a:cubicBezTo>
                  <a:pt x="927541" y="967082"/>
                  <a:pt x="946082" y="984664"/>
                  <a:pt x="979180" y="988750"/>
                </a:cubicBezTo>
                <a:lnTo>
                  <a:pt x="994303" y="989642"/>
                </a:lnTo>
                <a:lnTo>
                  <a:pt x="1009638" y="988750"/>
                </a:lnTo>
                <a:cubicBezTo>
                  <a:pt x="1043168" y="984664"/>
                  <a:pt x="1061733" y="967082"/>
                  <a:pt x="1082078" y="947279"/>
                </a:cubicBezTo>
                <a:cubicBezTo>
                  <a:pt x="1104422" y="926061"/>
                  <a:pt x="1128298" y="903313"/>
                  <a:pt x="1172865" y="900552"/>
                </a:cubicBezTo>
                <a:lnTo>
                  <a:pt x="1182060" y="900273"/>
                </a:lnTo>
                <a:lnTo>
                  <a:pt x="1182061" y="900273"/>
                </a:lnTo>
                <a:lnTo>
                  <a:pt x="1191346" y="900552"/>
                </a:lnTo>
                <a:cubicBezTo>
                  <a:pt x="1236335" y="903313"/>
                  <a:pt x="1260180" y="926061"/>
                  <a:pt x="1282495" y="947279"/>
                </a:cubicBezTo>
                <a:cubicBezTo>
                  <a:pt x="1302814" y="967082"/>
                  <a:pt x="1321356" y="984664"/>
                  <a:pt x="1354453" y="988750"/>
                </a:cubicBezTo>
                <a:lnTo>
                  <a:pt x="1369577" y="989642"/>
                </a:lnTo>
                <a:lnTo>
                  <a:pt x="1384726" y="988750"/>
                </a:lnTo>
                <a:cubicBezTo>
                  <a:pt x="1417935" y="984664"/>
                  <a:pt x="1436920" y="967082"/>
                  <a:pt x="1457240" y="947279"/>
                </a:cubicBezTo>
                <a:cubicBezTo>
                  <a:pt x="1479554" y="926061"/>
                  <a:pt x="1503400" y="903313"/>
                  <a:pt x="1547910" y="900552"/>
                </a:cubicBezTo>
                <a:lnTo>
                  <a:pt x="1557093" y="900273"/>
                </a:lnTo>
                <a:lnTo>
                  <a:pt x="1566283" y="900552"/>
                </a:lnTo>
                <a:cubicBezTo>
                  <a:pt x="1610858" y="903313"/>
                  <a:pt x="1635213" y="926061"/>
                  <a:pt x="1657528" y="947279"/>
                </a:cubicBezTo>
                <a:cubicBezTo>
                  <a:pt x="1677847" y="967082"/>
                  <a:pt x="1696389" y="984664"/>
                  <a:pt x="1729486" y="988750"/>
                </a:cubicBezTo>
                <a:lnTo>
                  <a:pt x="1744610" y="989642"/>
                </a:lnTo>
                <a:lnTo>
                  <a:pt x="1759778" y="988750"/>
                </a:lnTo>
                <a:cubicBezTo>
                  <a:pt x="1793030" y="984664"/>
                  <a:pt x="1812040" y="967082"/>
                  <a:pt x="1832385" y="947279"/>
                </a:cubicBezTo>
                <a:cubicBezTo>
                  <a:pt x="1854729" y="926061"/>
                  <a:pt x="1878605" y="903313"/>
                  <a:pt x="1923172" y="900552"/>
                </a:cubicBezTo>
                <a:lnTo>
                  <a:pt x="1932367" y="900273"/>
                </a:lnTo>
                <a:lnTo>
                  <a:pt x="1932368" y="900273"/>
                </a:lnTo>
                <a:lnTo>
                  <a:pt x="1941557" y="900552"/>
                </a:lnTo>
                <a:cubicBezTo>
                  <a:pt x="1986131" y="903313"/>
                  <a:pt x="2010487" y="926061"/>
                  <a:pt x="2032802" y="947279"/>
                </a:cubicBezTo>
                <a:cubicBezTo>
                  <a:pt x="2053121" y="967082"/>
                  <a:pt x="2071662" y="984664"/>
                  <a:pt x="2104760" y="988750"/>
                </a:cubicBezTo>
                <a:lnTo>
                  <a:pt x="2119884" y="989642"/>
                </a:lnTo>
                <a:lnTo>
                  <a:pt x="2135033" y="988750"/>
                </a:lnTo>
                <a:cubicBezTo>
                  <a:pt x="2168242" y="984664"/>
                  <a:pt x="2187227" y="967082"/>
                  <a:pt x="2207546" y="947279"/>
                </a:cubicBezTo>
                <a:cubicBezTo>
                  <a:pt x="2229862" y="926061"/>
                  <a:pt x="2253707" y="903313"/>
                  <a:pt x="2298217" y="900552"/>
                </a:cubicBezTo>
                <a:lnTo>
                  <a:pt x="2307400" y="900273"/>
                </a:lnTo>
                <a:lnTo>
                  <a:pt x="2307401" y="900273"/>
                </a:lnTo>
                <a:lnTo>
                  <a:pt x="2316590" y="900552"/>
                </a:lnTo>
                <a:cubicBezTo>
                  <a:pt x="2361162" y="903313"/>
                  <a:pt x="2385484" y="926061"/>
                  <a:pt x="2407255" y="947279"/>
                </a:cubicBezTo>
                <a:cubicBezTo>
                  <a:pt x="2428081" y="967082"/>
                  <a:pt x="2446686" y="984664"/>
                  <a:pt x="2479792" y="988750"/>
                </a:cubicBezTo>
                <a:lnTo>
                  <a:pt x="2494917" y="989642"/>
                </a:lnTo>
                <a:lnTo>
                  <a:pt x="2510085" y="988750"/>
                </a:lnTo>
                <a:cubicBezTo>
                  <a:pt x="2543337" y="984664"/>
                  <a:pt x="2562347" y="967082"/>
                  <a:pt x="2582692" y="947279"/>
                </a:cubicBezTo>
                <a:cubicBezTo>
                  <a:pt x="2605036" y="926061"/>
                  <a:pt x="2628912" y="903313"/>
                  <a:pt x="2673479" y="900552"/>
                </a:cubicBezTo>
                <a:lnTo>
                  <a:pt x="2682674" y="900273"/>
                </a:lnTo>
                <a:lnTo>
                  <a:pt x="2682675" y="900273"/>
                </a:lnTo>
                <a:lnTo>
                  <a:pt x="2683101" y="900286"/>
                </a:lnTo>
                <a:lnTo>
                  <a:pt x="2683101" y="900273"/>
                </a:lnTo>
                <a:cubicBezTo>
                  <a:pt x="2689414" y="900273"/>
                  <a:pt x="2695347" y="900654"/>
                  <a:pt x="2700941" y="901365"/>
                </a:cubicBezTo>
                <a:lnTo>
                  <a:pt x="2705053" y="902164"/>
                </a:lnTo>
                <a:lnTo>
                  <a:pt x="2707663" y="902483"/>
                </a:lnTo>
                <a:lnTo>
                  <a:pt x="2710939" y="903307"/>
                </a:lnTo>
                <a:lnTo>
                  <a:pt x="2716745" y="904435"/>
                </a:lnTo>
                <a:lnTo>
                  <a:pt x="2720605" y="905741"/>
                </a:lnTo>
                <a:lnTo>
                  <a:pt x="2721771" y="906034"/>
                </a:lnTo>
                <a:lnTo>
                  <a:pt x="2723725" y="906796"/>
                </a:lnTo>
                <a:lnTo>
                  <a:pt x="2730768" y="909178"/>
                </a:lnTo>
                <a:cubicBezTo>
                  <a:pt x="2752794" y="918308"/>
                  <a:pt x="2768441" y="933134"/>
                  <a:pt x="2782896" y="947279"/>
                </a:cubicBezTo>
                <a:cubicBezTo>
                  <a:pt x="2806117" y="969911"/>
                  <a:pt x="2827597" y="989642"/>
                  <a:pt x="2870558" y="989642"/>
                </a:cubicBezTo>
                <a:cubicBezTo>
                  <a:pt x="2913518" y="989642"/>
                  <a:pt x="2934999" y="969911"/>
                  <a:pt x="2958221" y="947279"/>
                </a:cubicBezTo>
                <a:cubicBezTo>
                  <a:pt x="2982023" y="924647"/>
                  <a:pt x="3007567" y="900273"/>
                  <a:pt x="3058075" y="900273"/>
                </a:cubicBezTo>
                <a:cubicBezTo>
                  <a:pt x="3108609" y="900273"/>
                  <a:pt x="3134747" y="924647"/>
                  <a:pt x="3157982" y="947279"/>
                </a:cubicBezTo>
                <a:cubicBezTo>
                  <a:pt x="3181216" y="969911"/>
                  <a:pt x="3202708" y="989642"/>
                  <a:pt x="3245110" y="989642"/>
                </a:cubicBezTo>
                <a:cubicBezTo>
                  <a:pt x="3288651" y="989642"/>
                  <a:pt x="3310131" y="969911"/>
                  <a:pt x="3333353" y="947279"/>
                </a:cubicBezTo>
                <a:cubicBezTo>
                  <a:pt x="3356575" y="924647"/>
                  <a:pt x="3382700" y="900273"/>
                  <a:pt x="3432627" y="900273"/>
                </a:cubicBezTo>
                <a:cubicBezTo>
                  <a:pt x="3483780" y="900273"/>
                  <a:pt x="3509938" y="924647"/>
                  <a:pt x="3533191" y="947279"/>
                </a:cubicBezTo>
                <a:cubicBezTo>
                  <a:pt x="3556442" y="969911"/>
                  <a:pt x="3577950" y="989642"/>
                  <a:pt x="3620384" y="989642"/>
                </a:cubicBezTo>
                <a:cubicBezTo>
                  <a:pt x="3663926" y="989642"/>
                  <a:pt x="3685405" y="969911"/>
                  <a:pt x="3708627" y="947279"/>
                </a:cubicBezTo>
                <a:cubicBezTo>
                  <a:pt x="3731849" y="924647"/>
                  <a:pt x="3757393" y="900273"/>
                  <a:pt x="3807901" y="900273"/>
                </a:cubicBezTo>
                <a:cubicBezTo>
                  <a:pt x="3858989" y="900273"/>
                  <a:pt x="3884533" y="924647"/>
                  <a:pt x="3908336" y="947279"/>
                </a:cubicBezTo>
                <a:cubicBezTo>
                  <a:pt x="3931558" y="969911"/>
                  <a:pt x="3953038" y="989642"/>
                  <a:pt x="3995418" y="989642"/>
                </a:cubicBezTo>
                <a:cubicBezTo>
                  <a:pt x="4038959" y="989642"/>
                  <a:pt x="4060439" y="969911"/>
                  <a:pt x="4083661" y="947279"/>
                </a:cubicBezTo>
                <a:cubicBezTo>
                  <a:pt x="4106883" y="924647"/>
                  <a:pt x="4132427" y="900273"/>
                  <a:pt x="4182934" y="900273"/>
                </a:cubicBezTo>
                <a:cubicBezTo>
                  <a:pt x="4234088" y="900273"/>
                  <a:pt x="4259665" y="924647"/>
                  <a:pt x="4283498" y="947279"/>
                </a:cubicBezTo>
                <a:cubicBezTo>
                  <a:pt x="4306750" y="969911"/>
                  <a:pt x="4328258" y="989642"/>
                  <a:pt x="4370692" y="989642"/>
                </a:cubicBezTo>
                <a:cubicBezTo>
                  <a:pt x="4414233" y="989642"/>
                  <a:pt x="4435713" y="969911"/>
                  <a:pt x="4458935" y="947279"/>
                </a:cubicBezTo>
                <a:cubicBezTo>
                  <a:pt x="4482157" y="924647"/>
                  <a:pt x="4507701" y="900273"/>
                  <a:pt x="4558209" y="900273"/>
                </a:cubicBezTo>
                <a:cubicBezTo>
                  <a:pt x="4609296" y="900273"/>
                  <a:pt x="4634841" y="924647"/>
                  <a:pt x="4658643" y="947279"/>
                </a:cubicBezTo>
                <a:cubicBezTo>
                  <a:pt x="4681865" y="969911"/>
                  <a:pt x="4702765" y="989642"/>
                  <a:pt x="4745726" y="989642"/>
                </a:cubicBezTo>
                <a:cubicBezTo>
                  <a:pt x="4789266" y="989642"/>
                  <a:pt x="4810747" y="969911"/>
                  <a:pt x="4833969" y="947279"/>
                </a:cubicBezTo>
                <a:cubicBezTo>
                  <a:pt x="4857191" y="924647"/>
                  <a:pt x="4882735" y="900273"/>
                  <a:pt x="4933242" y="900273"/>
                </a:cubicBezTo>
                <a:cubicBezTo>
                  <a:pt x="4984396" y="900273"/>
                  <a:pt x="5009973" y="924647"/>
                  <a:pt x="5033805" y="947279"/>
                </a:cubicBezTo>
                <a:cubicBezTo>
                  <a:pt x="5057058" y="969911"/>
                  <a:pt x="5077984" y="989642"/>
                  <a:pt x="5120999" y="989642"/>
                </a:cubicBezTo>
                <a:cubicBezTo>
                  <a:pt x="5164540" y="989642"/>
                  <a:pt x="5185440" y="969911"/>
                  <a:pt x="5209242" y="947279"/>
                </a:cubicBezTo>
                <a:cubicBezTo>
                  <a:pt x="5232464" y="924647"/>
                  <a:pt x="5258008" y="900273"/>
                  <a:pt x="5308516" y="900273"/>
                </a:cubicBezTo>
                <a:cubicBezTo>
                  <a:pt x="5359604" y="900273"/>
                  <a:pt x="5385148" y="924647"/>
                  <a:pt x="5408950" y="947279"/>
                </a:cubicBezTo>
                <a:cubicBezTo>
                  <a:pt x="5432172" y="969911"/>
                  <a:pt x="5453072" y="989642"/>
                  <a:pt x="5496033" y="989642"/>
                </a:cubicBezTo>
                <a:cubicBezTo>
                  <a:pt x="5539574" y="989642"/>
                  <a:pt x="5560473" y="969911"/>
                  <a:pt x="5584276" y="947279"/>
                </a:cubicBezTo>
                <a:cubicBezTo>
                  <a:pt x="5607498" y="924647"/>
                  <a:pt x="5633042" y="900273"/>
                  <a:pt x="5683550" y="900273"/>
                </a:cubicBezTo>
                <a:cubicBezTo>
                  <a:pt x="5734703" y="900273"/>
                  <a:pt x="5760280" y="924647"/>
                  <a:pt x="5784113" y="947279"/>
                </a:cubicBezTo>
                <a:cubicBezTo>
                  <a:pt x="5807364" y="969911"/>
                  <a:pt x="5828292" y="989642"/>
                  <a:pt x="5871307" y="989642"/>
                </a:cubicBezTo>
                <a:cubicBezTo>
                  <a:pt x="5914848" y="989642"/>
                  <a:pt x="5935748" y="969911"/>
                  <a:pt x="5958970" y="947279"/>
                </a:cubicBezTo>
                <a:cubicBezTo>
                  <a:pt x="5982772" y="924647"/>
                  <a:pt x="6008316" y="900273"/>
                  <a:pt x="6058824" y="900273"/>
                </a:cubicBezTo>
                <a:cubicBezTo>
                  <a:pt x="6109912" y="900273"/>
                  <a:pt x="6135456" y="924647"/>
                  <a:pt x="6159258" y="947279"/>
                </a:cubicBezTo>
                <a:cubicBezTo>
                  <a:pt x="6182480" y="969911"/>
                  <a:pt x="6203380" y="989642"/>
                  <a:pt x="6246341" y="989642"/>
                </a:cubicBezTo>
                <a:cubicBezTo>
                  <a:pt x="6289937" y="989642"/>
                  <a:pt x="6310864" y="969911"/>
                  <a:pt x="6334116" y="947279"/>
                </a:cubicBezTo>
                <a:cubicBezTo>
                  <a:pt x="6357949" y="924647"/>
                  <a:pt x="6383525" y="900273"/>
                  <a:pt x="6434098" y="900273"/>
                </a:cubicBezTo>
                <a:cubicBezTo>
                  <a:pt x="6485186" y="900273"/>
                  <a:pt x="6510730" y="924647"/>
                  <a:pt x="6534533" y="947279"/>
                </a:cubicBezTo>
                <a:cubicBezTo>
                  <a:pt x="6557755" y="969911"/>
                  <a:pt x="6578654" y="989642"/>
                  <a:pt x="6621614" y="989642"/>
                </a:cubicBezTo>
                <a:cubicBezTo>
                  <a:pt x="6665155" y="989642"/>
                  <a:pt x="6686056" y="969911"/>
                  <a:pt x="6709278" y="947279"/>
                </a:cubicBezTo>
                <a:cubicBezTo>
                  <a:pt x="6733080" y="924647"/>
                  <a:pt x="6758624" y="900273"/>
                  <a:pt x="6809131" y="900273"/>
                </a:cubicBezTo>
                <a:cubicBezTo>
                  <a:pt x="6860219" y="900273"/>
                  <a:pt x="6885763" y="924647"/>
                  <a:pt x="6909565" y="947279"/>
                </a:cubicBezTo>
                <a:cubicBezTo>
                  <a:pt x="6932788" y="969911"/>
                  <a:pt x="6953688" y="989642"/>
                  <a:pt x="6996648" y="989642"/>
                </a:cubicBezTo>
                <a:cubicBezTo>
                  <a:pt x="7040245" y="989642"/>
                  <a:pt x="7061172" y="969911"/>
                  <a:pt x="7084424" y="947279"/>
                </a:cubicBezTo>
                <a:cubicBezTo>
                  <a:pt x="7108257" y="924647"/>
                  <a:pt x="7133833" y="900273"/>
                  <a:pt x="7184405" y="900273"/>
                </a:cubicBezTo>
                <a:cubicBezTo>
                  <a:pt x="7235494" y="900273"/>
                  <a:pt x="7261038" y="924647"/>
                  <a:pt x="7284840" y="947279"/>
                </a:cubicBezTo>
                <a:cubicBezTo>
                  <a:pt x="7308063" y="969911"/>
                  <a:pt x="7328962" y="989642"/>
                  <a:pt x="7371922" y="989642"/>
                </a:cubicBezTo>
                <a:cubicBezTo>
                  <a:pt x="7414883" y="989642"/>
                  <a:pt x="7436363" y="969911"/>
                  <a:pt x="7459586" y="947279"/>
                </a:cubicBezTo>
                <a:cubicBezTo>
                  <a:pt x="7483388" y="924647"/>
                  <a:pt x="7508932" y="900273"/>
                  <a:pt x="7559439" y="900273"/>
                </a:cubicBezTo>
                <a:cubicBezTo>
                  <a:pt x="7609947" y="900273"/>
                  <a:pt x="7636071" y="924647"/>
                  <a:pt x="7659873" y="947279"/>
                </a:cubicBezTo>
                <a:cubicBezTo>
                  <a:pt x="7683096" y="969911"/>
                  <a:pt x="7703996" y="989642"/>
                  <a:pt x="7746956" y="989642"/>
                </a:cubicBezTo>
                <a:cubicBezTo>
                  <a:pt x="7789972" y="989642"/>
                  <a:pt x="7811479" y="969911"/>
                  <a:pt x="7834731" y="947279"/>
                </a:cubicBezTo>
                <a:cubicBezTo>
                  <a:pt x="7858565" y="924647"/>
                  <a:pt x="7884141" y="900273"/>
                  <a:pt x="7934713" y="900273"/>
                </a:cubicBezTo>
                <a:cubicBezTo>
                  <a:pt x="7985221" y="900273"/>
                  <a:pt x="8011346" y="924647"/>
                  <a:pt x="8035148" y="947279"/>
                </a:cubicBezTo>
                <a:cubicBezTo>
                  <a:pt x="8058371" y="969911"/>
                  <a:pt x="8079270" y="989642"/>
                  <a:pt x="8122230" y="989642"/>
                </a:cubicBezTo>
                <a:cubicBezTo>
                  <a:pt x="8165191" y="989642"/>
                  <a:pt x="8186671" y="969911"/>
                  <a:pt x="8209893" y="947279"/>
                </a:cubicBezTo>
                <a:cubicBezTo>
                  <a:pt x="8233696" y="924647"/>
                  <a:pt x="8259240" y="900273"/>
                  <a:pt x="8309747" y="900273"/>
                </a:cubicBezTo>
                <a:cubicBezTo>
                  <a:pt x="8360255" y="900273"/>
                  <a:pt x="8386379" y="924647"/>
                  <a:pt x="8409601" y="947279"/>
                </a:cubicBezTo>
                <a:cubicBezTo>
                  <a:pt x="8433403" y="969911"/>
                  <a:pt x="8454304" y="989642"/>
                  <a:pt x="8497264" y="989642"/>
                </a:cubicBezTo>
                <a:cubicBezTo>
                  <a:pt x="8540280" y="989642"/>
                  <a:pt x="8561787" y="969911"/>
                  <a:pt x="8585039" y="947279"/>
                </a:cubicBezTo>
                <a:cubicBezTo>
                  <a:pt x="8608873" y="924647"/>
                  <a:pt x="8634449" y="900273"/>
                  <a:pt x="8685021" y="900273"/>
                </a:cubicBezTo>
                <a:cubicBezTo>
                  <a:pt x="8735528" y="900273"/>
                  <a:pt x="8761654" y="924647"/>
                  <a:pt x="8784875" y="947279"/>
                </a:cubicBezTo>
                <a:cubicBezTo>
                  <a:pt x="8808678" y="969911"/>
                  <a:pt x="8829577" y="989642"/>
                  <a:pt x="8872538" y="989642"/>
                </a:cubicBezTo>
                <a:lnTo>
                  <a:pt x="8872538" y="1007632"/>
                </a:lnTo>
                <a:cubicBezTo>
                  <a:pt x="8822030" y="1007632"/>
                  <a:pt x="8796487" y="982678"/>
                  <a:pt x="8772684" y="960626"/>
                </a:cubicBezTo>
                <a:cubicBezTo>
                  <a:pt x="8749462" y="937994"/>
                  <a:pt x="8727981" y="918263"/>
                  <a:pt x="8685021" y="918263"/>
                </a:cubicBezTo>
                <a:cubicBezTo>
                  <a:pt x="8642005" y="918263"/>
                  <a:pt x="8621079" y="937994"/>
                  <a:pt x="8597246" y="960626"/>
                </a:cubicBezTo>
                <a:cubicBezTo>
                  <a:pt x="8573994" y="983259"/>
                  <a:pt x="8547836" y="1007632"/>
                  <a:pt x="8497264" y="1007632"/>
                </a:cubicBezTo>
                <a:cubicBezTo>
                  <a:pt x="8446757" y="1007632"/>
                  <a:pt x="8421213" y="982678"/>
                  <a:pt x="8397409" y="960626"/>
                </a:cubicBezTo>
                <a:cubicBezTo>
                  <a:pt x="8374187" y="937994"/>
                  <a:pt x="8352708" y="918263"/>
                  <a:pt x="8309747" y="918263"/>
                </a:cubicBezTo>
                <a:cubicBezTo>
                  <a:pt x="8266787" y="918263"/>
                  <a:pt x="8245886" y="937994"/>
                  <a:pt x="8222084" y="960626"/>
                </a:cubicBezTo>
                <a:cubicBezTo>
                  <a:pt x="8198862" y="983259"/>
                  <a:pt x="8172738" y="1007632"/>
                  <a:pt x="8122230" y="1007632"/>
                </a:cubicBezTo>
                <a:cubicBezTo>
                  <a:pt x="8071723" y="1007632"/>
                  <a:pt x="8046179" y="982678"/>
                  <a:pt x="8022377" y="960626"/>
                </a:cubicBezTo>
                <a:cubicBezTo>
                  <a:pt x="7999154" y="937994"/>
                  <a:pt x="7977674" y="918263"/>
                  <a:pt x="7934713" y="918263"/>
                </a:cubicBezTo>
                <a:cubicBezTo>
                  <a:pt x="7891697" y="918263"/>
                  <a:pt x="7870771" y="937994"/>
                  <a:pt x="7847519" y="960626"/>
                </a:cubicBezTo>
                <a:cubicBezTo>
                  <a:pt x="7823687" y="983259"/>
                  <a:pt x="7797528" y="1007632"/>
                  <a:pt x="7746956" y="1007632"/>
                </a:cubicBezTo>
                <a:cubicBezTo>
                  <a:pt x="7696449" y="1007632"/>
                  <a:pt x="7670905" y="982678"/>
                  <a:pt x="7647102" y="960626"/>
                </a:cubicBezTo>
                <a:cubicBezTo>
                  <a:pt x="7623879" y="937994"/>
                  <a:pt x="7602400" y="918263"/>
                  <a:pt x="7559439" y="918263"/>
                </a:cubicBezTo>
                <a:cubicBezTo>
                  <a:pt x="7516479" y="918263"/>
                  <a:pt x="7495580" y="937994"/>
                  <a:pt x="7472357" y="960626"/>
                </a:cubicBezTo>
                <a:cubicBezTo>
                  <a:pt x="7448554" y="983259"/>
                  <a:pt x="7422430" y="1007632"/>
                  <a:pt x="7371922" y="1007632"/>
                </a:cubicBezTo>
                <a:cubicBezTo>
                  <a:pt x="7321415" y="1007632"/>
                  <a:pt x="7295871" y="982678"/>
                  <a:pt x="7272069" y="960626"/>
                </a:cubicBezTo>
                <a:cubicBezTo>
                  <a:pt x="7248846" y="937994"/>
                  <a:pt x="7227946" y="918263"/>
                  <a:pt x="7184405" y="918263"/>
                </a:cubicBezTo>
                <a:cubicBezTo>
                  <a:pt x="7141390" y="918263"/>
                  <a:pt x="7120463" y="937994"/>
                  <a:pt x="7097212" y="960626"/>
                </a:cubicBezTo>
                <a:cubicBezTo>
                  <a:pt x="7073379" y="983259"/>
                  <a:pt x="7047802" y="1007632"/>
                  <a:pt x="6996648" y="1007632"/>
                </a:cubicBezTo>
                <a:cubicBezTo>
                  <a:pt x="6946141" y="1007632"/>
                  <a:pt x="6920597" y="982678"/>
                  <a:pt x="6896794" y="960626"/>
                </a:cubicBezTo>
                <a:cubicBezTo>
                  <a:pt x="6873571" y="937994"/>
                  <a:pt x="6852672" y="918263"/>
                  <a:pt x="6809131" y="918263"/>
                </a:cubicBezTo>
                <a:cubicBezTo>
                  <a:pt x="6766171" y="918263"/>
                  <a:pt x="6745272" y="937994"/>
                  <a:pt x="6722050" y="960626"/>
                </a:cubicBezTo>
                <a:cubicBezTo>
                  <a:pt x="6698246" y="983259"/>
                  <a:pt x="6672702" y="1007632"/>
                  <a:pt x="6621614" y="1007632"/>
                </a:cubicBezTo>
                <a:cubicBezTo>
                  <a:pt x="6571107" y="1007632"/>
                  <a:pt x="6545563" y="982678"/>
                  <a:pt x="6521761" y="960626"/>
                </a:cubicBezTo>
                <a:cubicBezTo>
                  <a:pt x="6498539" y="937994"/>
                  <a:pt x="6477638" y="918263"/>
                  <a:pt x="6434098" y="918263"/>
                </a:cubicBezTo>
                <a:cubicBezTo>
                  <a:pt x="6391082" y="918263"/>
                  <a:pt x="6370156" y="937994"/>
                  <a:pt x="6346904" y="960626"/>
                </a:cubicBezTo>
                <a:cubicBezTo>
                  <a:pt x="6323072" y="983259"/>
                  <a:pt x="6297494" y="1007632"/>
                  <a:pt x="6246341" y="1007632"/>
                </a:cubicBezTo>
                <a:cubicBezTo>
                  <a:pt x="6195833" y="1007632"/>
                  <a:pt x="6170289" y="982678"/>
                  <a:pt x="6146486" y="960626"/>
                </a:cubicBezTo>
                <a:cubicBezTo>
                  <a:pt x="6123265" y="937994"/>
                  <a:pt x="6102365" y="918263"/>
                  <a:pt x="6058824" y="918263"/>
                </a:cubicBezTo>
                <a:cubicBezTo>
                  <a:pt x="6015863" y="918263"/>
                  <a:pt x="5994964" y="937994"/>
                  <a:pt x="5971742" y="960626"/>
                </a:cubicBezTo>
                <a:cubicBezTo>
                  <a:pt x="5947940" y="983259"/>
                  <a:pt x="5922395" y="1007632"/>
                  <a:pt x="5871307" y="1007632"/>
                </a:cubicBezTo>
                <a:cubicBezTo>
                  <a:pt x="5820734" y="1007632"/>
                  <a:pt x="5795157" y="982678"/>
                  <a:pt x="5771325" y="960626"/>
                </a:cubicBezTo>
                <a:cubicBezTo>
                  <a:pt x="5748073" y="937994"/>
                  <a:pt x="5727146" y="918263"/>
                  <a:pt x="5683550" y="918263"/>
                </a:cubicBezTo>
                <a:cubicBezTo>
                  <a:pt x="5640589" y="918263"/>
                  <a:pt x="5619689" y="937994"/>
                  <a:pt x="5596467" y="960626"/>
                </a:cubicBezTo>
                <a:cubicBezTo>
                  <a:pt x="5572665" y="983259"/>
                  <a:pt x="5547121" y="1007632"/>
                  <a:pt x="5496033" y="1007632"/>
                </a:cubicBezTo>
                <a:cubicBezTo>
                  <a:pt x="5445525" y="1007632"/>
                  <a:pt x="5419981" y="982678"/>
                  <a:pt x="5396759" y="960626"/>
                </a:cubicBezTo>
                <a:cubicBezTo>
                  <a:pt x="5372957" y="937994"/>
                  <a:pt x="5352057" y="918263"/>
                  <a:pt x="5308516" y="918263"/>
                </a:cubicBezTo>
                <a:cubicBezTo>
                  <a:pt x="5265556" y="918263"/>
                  <a:pt x="5244656" y="937994"/>
                  <a:pt x="5221434" y="960626"/>
                </a:cubicBezTo>
                <a:cubicBezTo>
                  <a:pt x="5197632" y="983259"/>
                  <a:pt x="5172087" y="1007632"/>
                  <a:pt x="5120999" y="1007632"/>
                </a:cubicBezTo>
                <a:cubicBezTo>
                  <a:pt x="5070427" y="1007632"/>
                  <a:pt x="5044851" y="982678"/>
                  <a:pt x="5021598" y="960626"/>
                </a:cubicBezTo>
                <a:cubicBezTo>
                  <a:pt x="4998347" y="937994"/>
                  <a:pt x="4976839" y="918263"/>
                  <a:pt x="4933242" y="918263"/>
                </a:cubicBezTo>
                <a:cubicBezTo>
                  <a:pt x="4890282" y="918263"/>
                  <a:pt x="4869382" y="937994"/>
                  <a:pt x="4846160" y="960626"/>
                </a:cubicBezTo>
                <a:cubicBezTo>
                  <a:pt x="4822357" y="983259"/>
                  <a:pt x="4796813" y="1007632"/>
                  <a:pt x="4745726" y="1007632"/>
                </a:cubicBezTo>
                <a:cubicBezTo>
                  <a:pt x="4695218" y="1007632"/>
                  <a:pt x="4669674" y="982678"/>
                  <a:pt x="4646452" y="960626"/>
                </a:cubicBezTo>
                <a:cubicBezTo>
                  <a:pt x="4623230" y="937994"/>
                  <a:pt x="4601750" y="918263"/>
                  <a:pt x="4558209" y="918263"/>
                </a:cubicBezTo>
                <a:cubicBezTo>
                  <a:pt x="4515248" y="918263"/>
                  <a:pt x="4494348" y="937994"/>
                  <a:pt x="4471126" y="960626"/>
                </a:cubicBezTo>
                <a:cubicBezTo>
                  <a:pt x="4447324" y="983259"/>
                  <a:pt x="4421780" y="1007632"/>
                  <a:pt x="4370692" y="1007632"/>
                </a:cubicBezTo>
                <a:cubicBezTo>
                  <a:pt x="4320119" y="1007632"/>
                  <a:pt x="4294543" y="982678"/>
                  <a:pt x="4271291" y="960626"/>
                </a:cubicBezTo>
                <a:cubicBezTo>
                  <a:pt x="4248039" y="937994"/>
                  <a:pt x="4226531" y="918263"/>
                  <a:pt x="4182934" y="918263"/>
                </a:cubicBezTo>
                <a:cubicBezTo>
                  <a:pt x="4140554" y="918263"/>
                  <a:pt x="4119074" y="937994"/>
                  <a:pt x="4095853" y="960626"/>
                </a:cubicBezTo>
                <a:cubicBezTo>
                  <a:pt x="4072050" y="983259"/>
                  <a:pt x="4046506" y="1007632"/>
                  <a:pt x="3995418" y="1007632"/>
                </a:cubicBezTo>
                <a:cubicBezTo>
                  <a:pt x="3944910" y="1007632"/>
                  <a:pt x="3919366" y="982678"/>
                  <a:pt x="3896144" y="960626"/>
                </a:cubicBezTo>
                <a:cubicBezTo>
                  <a:pt x="3872922" y="937994"/>
                  <a:pt x="3851442" y="918263"/>
                  <a:pt x="3807901" y="918263"/>
                </a:cubicBezTo>
                <a:cubicBezTo>
                  <a:pt x="3765521" y="918263"/>
                  <a:pt x="3744041" y="937994"/>
                  <a:pt x="3720819" y="960626"/>
                </a:cubicBezTo>
                <a:cubicBezTo>
                  <a:pt x="3697597" y="983259"/>
                  <a:pt x="3671472" y="1007632"/>
                  <a:pt x="3620384" y="1007632"/>
                </a:cubicBezTo>
                <a:cubicBezTo>
                  <a:pt x="3570393" y="1007632"/>
                  <a:pt x="3544235" y="982678"/>
                  <a:pt x="3520983" y="960626"/>
                </a:cubicBezTo>
                <a:cubicBezTo>
                  <a:pt x="3497731" y="937994"/>
                  <a:pt x="3476224" y="918263"/>
                  <a:pt x="3432627" y="918263"/>
                </a:cubicBezTo>
                <a:cubicBezTo>
                  <a:pt x="3390247" y="918263"/>
                  <a:pt x="3368766" y="937994"/>
                  <a:pt x="3345545" y="960626"/>
                </a:cubicBezTo>
                <a:cubicBezTo>
                  <a:pt x="3322323" y="983259"/>
                  <a:pt x="3296198" y="1007632"/>
                  <a:pt x="3245110" y="1007632"/>
                </a:cubicBezTo>
                <a:cubicBezTo>
                  <a:pt x="3195156" y="1007632"/>
                  <a:pt x="3169018" y="982678"/>
                  <a:pt x="3145784" y="960626"/>
                </a:cubicBezTo>
                <a:cubicBezTo>
                  <a:pt x="3122549" y="937994"/>
                  <a:pt x="3101058" y="918263"/>
                  <a:pt x="3058075" y="918263"/>
                </a:cubicBezTo>
                <a:cubicBezTo>
                  <a:pt x="3015114" y="918263"/>
                  <a:pt x="2993634" y="937994"/>
                  <a:pt x="2970412" y="960626"/>
                </a:cubicBezTo>
                <a:cubicBezTo>
                  <a:pt x="2947190" y="983259"/>
                  <a:pt x="2921066" y="1007632"/>
                  <a:pt x="2870558" y="1007632"/>
                </a:cubicBezTo>
                <a:lnTo>
                  <a:pt x="2870035" y="1007616"/>
                </a:lnTo>
                <a:lnTo>
                  <a:pt x="2870035" y="1007632"/>
                </a:lnTo>
                <a:cubicBezTo>
                  <a:pt x="2819528" y="1007632"/>
                  <a:pt x="2793984" y="982678"/>
                  <a:pt x="2770337" y="960626"/>
                </a:cubicBezTo>
                <a:cubicBezTo>
                  <a:pt x="2757638" y="948249"/>
                  <a:pt x="2745459" y="936740"/>
                  <a:pt x="2730003" y="928851"/>
                </a:cubicBezTo>
                <a:lnTo>
                  <a:pt x="2720530" y="924673"/>
                </a:lnTo>
                <a:lnTo>
                  <a:pt x="2719453" y="924312"/>
                </a:lnTo>
                <a:lnTo>
                  <a:pt x="2709801" y="921347"/>
                </a:lnTo>
                <a:lnTo>
                  <a:pt x="2707399" y="920892"/>
                </a:lnTo>
                <a:lnTo>
                  <a:pt x="2697823" y="919155"/>
                </a:lnTo>
                <a:lnTo>
                  <a:pt x="2682674" y="918263"/>
                </a:lnTo>
                <a:lnTo>
                  <a:pt x="2667530" y="919155"/>
                </a:lnTo>
                <a:cubicBezTo>
                  <a:pt x="2634382" y="923241"/>
                  <a:pt x="2615753" y="940823"/>
                  <a:pt x="2594899" y="960626"/>
                </a:cubicBezTo>
                <a:cubicBezTo>
                  <a:pt x="2573101" y="981844"/>
                  <a:pt x="2548748" y="1004592"/>
                  <a:pt x="2504118" y="1007353"/>
                </a:cubicBezTo>
                <a:lnTo>
                  <a:pt x="2494917" y="1007632"/>
                </a:lnTo>
                <a:lnTo>
                  <a:pt x="2485734" y="1007346"/>
                </a:lnTo>
                <a:cubicBezTo>
                  <a:pt x="2441223" y="1004524"/>
                  <a:pt x="2417378" y="981300"/>
                  <a:pt x="2395063" y="960626"/>
                </a:cubicBezTo>
                <a:cubicBezTo>
                  <a:pt x="2374744" y="940823"/>
                  <a:pt x="2355758" y="923241"/>
                  <a:pt x="2322549" y="919155"/>
                </a:cubicBezTo>
                <a:lnTo>
                  <a:pt x="2307400" y="918263"/>
                </a:lnTo>
                <a:lnTo>
                  <a:pt x="2292276" y="919155"/>
                </a:lnTo>
                <a:cubicBezTo>
                  <a:pt x="2259170" y="923241"/>
                  <a:pt x="2240565" y="940823"/>
                  <a:pt x="2219738" y="960626"/>
                </a:cubicBezTo>
                <a:cubicBezTo>
                  <a:pt x="2197967" y="981844"/>
                  <a:pt x="2173645" y="1004592"/>
                  <a:pt x="2129073" y="1007353"/>
                </a:cubicBezTo>
                <a:lnTo>
                  <a:pt x="2119884" y="1007632"/>
                </a:lnTo>
                <a:lnTo>
                  <a:pt x="2110701" y="1007346"/>
                </a:lnTo>
                <a:cubicBezTo>
                  <a:pt x="2066190" y="1004524"/>
                  <a:pt x="2042345" y="981300"/>
                  <a:pt x="2020030" y="960626"/>
                </a:cubicBezTo>
                <a:cubicBezTo>
                  <a:pt x="1999711" y="940823"/>
                  <a:pt x="1980725" y="923241"/>
                  <a:pt x="1947516" y="919155"/>
                </a:cubicBezTo>
                <a:lnTo>
                  <a:pt x="1932368" y="918263"/>
                </a:lnTo>
                <a:lnTo>
                  <a:pt x="1917225" y="919155"/>
                </a:lnTo>
                <a:cubicBezTo>
                  <a:pt x="1884084" y="923241"/>
                  <a:pt x="1865519" y="940823"/>
                  <a:pt x="1845174" y="960626"/>
                </a:cubicBezTo>
                <a:cubicBezTo>
                  <a:pt x="1822830" y="981844"/>
                  <a:pt x="1798443" y="1004592"/>
                  <a:pt x="1753811" y="1007353"/>
                </a:cubicBezTo>
                <a:lnTo>
                  <a:pt x="1744610" y="1007632"/>
                </a:lnTo>
                <a:lnTo>
                  <a:pt x="1735427" y="1007346"/>
                </a:lnTo>
                <a:cubicBezTo>
                  <a:pt x="1690916" y="1004524"/>
                  <a:pt x="1667071" y="981300"/>
                  <a:pt x="1644756" y="960626"/>
                </a:cubicBezTo>
                <a:cubicBezTo>
                  <a:pt x="1624437" y="940823"/>
                  <a:pt x="1605451" y="923241"/>
                  <a:pt x="1572242" y="919155"/>
                </a:cubicBezTo>
                <a:lnTo>
                  <a:pt x="1557093" y="918263"/>
                </a:lnTo>
                <a:lnTo>
                  <a:pt x="1541970" y="919155"/>
                </a:lnTo>
                <a:cubicBezTo>
                  <a:pt x="1508872" y="923241"/>
                  <a:pt x="1490330" y="940823"/>
                  <a:pt x="1470012" y="960626"/>
                </a:cubicBezTo>
                <a:cubicBezTo>
                  <a:pt x="1447697" y="981844"/>
                  <a:pt x="1423341" y="1004592"/>
                  <a:pt x="1378767" y="1007353"/>
                </a:cubicBezTo>
                <a:lnTo>
                  <a:pt x="1369577" y="1007632"/>
                </a:lnTo>
                <a:lnTo>
                  <a:pt x="1360394" y="1007346"/>
                </a:lnTo>
                <a:cubicBezTo>
                  <a:pt x="1315883" y="1004524"/>
                  <a:pt x="1292038" y="981300"/>
                  <a:pt x="1269723" y="960626"/>
                </a:cubicBezTo>
                <a:cubicBezTo>
                  <a:pt x="1249404" y="940823"/>
                  <a:pt x="1230863" y="923241"/>
                  <a:pt x="1197376" y="919155"/>
                </a:cubicBezTo>
                <a:lnTo>
                  <a:pt x="1182061" y="918263"/>
                </a:lnTo>
                <a:lnTo>
                  <a:pt x="1166917" y="919155"/>
                </a:lnTo>
                <a:cubicBezTo>
                  <a:pt x="1133777" y="923241"/>
                  <a:pt x="1115212" y="940823"/>
                  <a:pt x="1094867" y="960626"/>
                </a:cubicBezTo>
                <a:cubicBezTo>
                  <a:pt x="1072523" y="981844"/>
                  <a:pt x="1048647" y="1004592"/>
                  <a:pt x="1003601" y="1007353"/>
                </a:cubicBezTo>
                <a:lnTo>
                  <a:pt x="994303" y="1007632"/>
                </a:lnTo>
                <a:lnTo>
                  <a:pt x="985120" y="1007346"/>
                </a:lnTo>
                <a:cubicBezTo>
                  <a:pt x="940610" y="1004524"/>
                  <a:pt x="916764" y="981300"/>
                  <a:pt x="894449" y="960626"/>
                </a:cubicBezTo>
                <a:cubicBezTo>
                  <a:pt x="874130" y="940823"/>
                  <a:pt x="855589" y="923241"/>
                  <a:pt x="822102" y="919155"/>
                </a:cubicBezTo>
                <a:lnTo>
                  <a:pt x="806786" y="918263"/>
                </a:lnTo>
                <a:lnTo>
                  <a:pt x="791663" y="919155"/>
                </a:lnTo>
                <a:cubicBezTo>
                  <a:pt x="758565" y="923241"/>
                  <a:pt x="740024" y="940823"/>
                  <a:pt x="719704" y="960626"/>
                </a:cubicBezTo>
                <a:cubicBezTo>
                  <a:pt x="697390" y="981844"/>
                  <a:pt x="673544" y="1004592"/>
                  <a:pt x="628555" y="1007353"/>
                </a:cubicBezTo>
                <a:lnTo>
                  <a:pt x="619270" y="1007632"/>
                </a:lnTo>
                <a:lnTo>
                  <a:pt x="610087" y="1007346"/>
                </a:lnTo>
                <a:cubicBezTo>
                  <a:pt x="565576" y="1004524"/>
                  <a:pt x="541731" y="981300"/>
                  <a:pt x="519416" y="960626"/>
                </a:cubicBezTo>
                <a:cubicBezTo>
                  <a:pt x="499097" y="940823"/>
                  <a:pt x="480556" y="923241"/>
                  <a:pt x="447069" y="919155"/>
                </a:cubicBezTo>
                <a:lnTo>
                  <a:pt x="431753" y="918263"/>
                </a:lnTo>
                <a:lnTo>
                  <a:pt x="416610" y="919155"/>
                </a:lnTo>
                <a:cubicBezTo>
                  <a:pt x="383470" y="923241"/>
                  <a:pt x="364905" y="940823"/>
                  <a:pt x="344560" y="960626"/>
                </a:cubicBezTo>
                <a:cubicBezTo>
                  <a:pt x="322216" y="981844"/>
                  <a:pt x="298340" y="1004592"/>
                  <a:pt x="253293" y="1007353"/>
                </a:cubicBezTo>
                <a:lnTo>
                  <a:pt x="243996" y="1007632"/>
                </a:lnTo>
                <a:lnTo>
                  <a:pt x="234813" y="1007346"/>
                </a:lnTo>
                <a:cubicBezTo>
                  <a:pt x="190302" y="1004524"/>
                  <a:pt x="166457" y="981300"/>
                  <a:pt x="144142" y="960626"/>
                </a:cubicBezTo>
                <a:cubicBezTo>
                  <a:pt x="123823" y="940823"/>
                  <a:pt x="105282" y="923241"/>
                  <a:pt x="71795" y="919155"/>
                </a:cubicBezTo>
                <a:lnTo>
                  <a:pt x="56480" y="918263"/>
                </a:lnTo>
                <a:lnTo>
                  <a:pt x="41356" y="919155"/>
                </a:lnTo>
                <a:cubicBezTo>
                  <a:pt x="24807" y="921198"/>
                  <a:pt x="11897" y="926615"/>
                  <a:pt x="584" y="933997"/>
                </a:cubicBezTo>
                <a:lnTo>
                  <a:pt x="0" y="934496"/>
                </a:lnTo>
                <a:lnTo>
                  <a:pt x="0" y="915045"/>
                </a:lnTo>
                <a:lnTo>
                  <a:pt x="47296" y="900552"/>
                </a:lnTo>
                <a:close/>
                <a:moveTo>
                  <a:pt x="56474" y="800136"/>
                </a:moveTo>
                <a:lnTo>
                  <a:pt x="65759" y="800422"/>
                </a:lnTo>
                <a:cubicBezTo>
                  <a:pt x="110748" y="803250"/>
                  <a:pt x="134593" y="826539"/>
                  <a:pt x="156908" y="847784"/>
                </a:cubicBezTo>
                <a:cubicBezTo>
                  <a:pt x="177227" y="867105"/>
                  <a:pt x="195768" y="885092"/>
                  <a:pt x="228867" y="889286"/>
                </a:cubicBezTo>
                <a:lnTo>
                  <a:pt x="243990" y="890203"/>
                </a:lnTo>
                <a:lnTo>
                  <a:pt x="259325" y="889286"/>
                </a:lnTo>
                <a:cubicBezTo>
                  <a:pt x="292855" y="885092"/>
                  <a:pt x="311420" y="867105"/>
                  <a:pt x="331765" y="847784"/>
                </a:cubicBezTo>
                <a:cubicBezTo>
                  <a:pt x="354109" y="826539"/>
                  <a:pt x="377985" y="803250"/>
                  <a:pt x="422552" y="800422"/>
                </a:cubicBezTo>
                <a:lnTo>
                  <a:pt x="431747" y="800136"/>
                </a:lnTo>
                <a:lnTo>
                  <a:pt x="441033" y="800422"/>
                </a:lnTo>
                <a:cubicBezTo>
                  <a:pt x="486022" y="803250"/>
                  <a:pt x="509867" y="826539"/>
                  <a:pt x="532182" y="847784"/>
                </a:cubicBezTo>
                <a:cubicBezTo>
                  <a:pt x="552501" y="867105"/>
                  <a:pt x="571042" y="885092"/>
                  <a:pt x="604140" y="889286"/>
                </a:cubicBezTo>
                <a:lnTo>
                  <a:pt x="619264" y="890203"/>
                </a:lnTo>
                <a:lnTo>
                  <a:pt x="634579" y="889286"/>
                </a:lnTo>
                <a:cubicBezTo>
                  <a:pt x="668066" y="885092"/>
                  <a:pt x="686608" y="867105"/>
                  <a:pt x="706927" y="847784"/>
                </a:cubicBezTo>
                <a:cubicBezTo>
                  <a:pt x="729242" y="826539"/>
                  <a:pt x="753087" y="803250"/>
                  <a:pt x="797597" y="800422"/>
                </a:cubicBezTo>
                <a:lnTo>
                  <a:pt x="806781" y="800136"/>
                </a:lnTo>
                <a:lnTo>
                  <a:pt x="816066" y="800422"/>
                </a:lnTo>
                <a:cubicBezTo>
                  <a:pt x="861055" y="803250"/>
                  <a:pt x="884901" y="826539"/>
                  <a:pt x="907215" y="847784"/>
                </a:cubicBezTo>
                <a:cubicBezTo>
                  <a:pt x="927535" y="867105"/>
                  <a:pt x="946076" y="885092"/>
                  <a:pt x="979174" y="889286"/>
                </a:cubicBezTo>
                <a:lnTo>
                  <a:pt x="994297" y="890203"/>
                </a:lnTo>
                <a:lnTo>
                  <a:pt x="1009632" y="889286"/>
                </a:lnTo>
                <a:cubicBezTo>
                  <a:pt x="1043162" y="885092"/>
                  <a:pt x="1061727" y="867105"/>
                  <a:pt x="1082072" y="847784"/>
                </a:cubicBezTo>
                <a:cubicBezTo>
                  <a:pt x="1104416" y="826539"/>
                  <a:pt x="1128292" y="803250"/>
                  <a:pt x="1172860" y="800422"/>
                </a:cubicBezTo>
                <a:lnTo>
                  <a:pt x="1182054" y="800136"/>
                </a:lnTo>
                <a:lnTo>
                  <a:pt x="1182055" y="800136"/>
                </a:lnTo>
                <a:lnTo>
                  <a:pt x="1191340" y="800422"/>
                </a:lnTo>
                <a:cubicBezTo>
                  <a:pt x="1236329" y="803250"/>
                  <a:pt x="1260174" y="826539"/>
                  <a:pt x="1282489" y="847784"/>
                </a:cubicBezTo>
                <a:cubicBezTo>
                  <a:pt x="1302808" y="867105"/>
                  <a:pt x="1321350" y="885092"/>
                  <a:pt x="1354447" y="889286"/>
                </a:cubicBezTo>
                <a:lnTo>
                  <a:pt x="1369571" y="890203"/>
                </a:lnTo>
                <a:lnTo>
                  <a:pt x="1384720" y="889286"/>
                </a:lnTo>
                <a:cubicBezTo>
                  <a:pt x="1417929" y="885092"/>
                  <a:pt x="1436914" y="867105"/>
                  <a:pt x="1457234" y="847784"/>
                </a:cubicBezTo>
                <a:cubicBezTo>
                  <a:pt x="1479548" y="826539"/>
                  <a:pt x="1503394" y="803250"/>
                  <a:pt x="1547904" y="800422"/>
                </a:cubicBezTo>
                <a:lnTo>
                  <a:pt x="1557087" y="800136"/>
                </a:lnTo>
                <a:lnTo>
                  <a:pt x="1566277" y="800422"/>
                </a:lnTo>
                <a:cubicBezTo>
                  <a:pt x="1610852" y="803250"/>
                  <a:pt x="1635207" y="826539"/>
                  <a:pt x="1657522" y="847784"/>
                </a:cubicBezTo>
                <a:cubicBezTo>
                  <a:pt x="1677841" y="867105"/>
                  <a:pt x="1696383" y="885092"/>
                  <a:pt x="1729481" y="889286"/>
                </a:cubicBezTo>
                <a:lnTo>
                  <a:pt x="1744604" y="890203"/>
                </a:lnTo>
                <a:lnTo>
                  <a:pt x="1759772" y="889286"/>
                </a:lnTo>
                <a:cubicBezTo>
                  <a:pt x="1793024" y="885092"/>
                  <a:pt x="1812034" y="867105"/>
                  <a:pt x="1832379" y="847784"/>
                </a:cubicBezTo>
                <a:cubicBezTo>
                  <a:pt x="1854723" y="826539"/>
                  <a:pt x="1878599" y="803250"/>
                  <a:pt x="1923166" y="800422"/>
                </a:cubicBezTo>
                <a:lnTo>
                  <a:pt x="1932361" y="800136"/>
                </a:lnTo>
                <a:lnTo>
                  <a:pt x="1932362" y="800136"/>
                </a:lnTo>
                <a:lnTo>
                  <a:pt x="1941551" y="800422"/>
                </a:lnTo>
                <a:cubicBezTo>
                  <a:pt x="1986125" y="803250"/>
                  <a:pt x="2010481" y="826539"/>
                  <a:pt x="2032796" y="847784"/>
                </a:cubicBezTo>
                <a:cubicBezTo>
                  <a:pt x="2053115" y="867105"/>
                  <a:pt x="2071657" y="885092"/>
                  <a:pt x="2104754" y="889286"/>
                </a:cubicBezTo>
                <a:lnTo>
                  <a:pt x="2119878" y="890203"/>
                </a:lnTo>
                <a:lnTo>
                  <a:pt x="2135027" y="889286"/>
                </a:lnTo>
                <a:cubicBezTo>
                  <a:pt x="2168236" y="885092"/>
                  <a:pt x="2187221" y="867105"/>
                  <a:pt x="2207541" y="847784"/>
                </a:cubicBezTo>
                <a:cubicBezTo>
                  <a:pt x="2229856" y="826539"/>
                  <a:pt x="2253701" y="803250"/>
                  <a:pt x="2298211" y="800422"/>
                </a:cubicBezTo>
                <a:lnTo>
                  <a:pt x="2307394" y="800136"/>
                </a:lnTo>
                <a:lnTo>
                  <a:pt x="2307395" y="800136"/>
                </a:lnTo>
                <a:lnTo>
                  <a:pt x="2316584" y="800422"/>
                </a:lnTo>
                <a:cubicBezTo>
                  <a:pt x="2361156" y="803250"/>
                  <a:pt x="2385478" y="826539"/>
                  <a:pt x="2407249" y="847784"/>
                </a:cubicBezTo>
                <a:cubicBezTo>
                  <a:pt x="2428075" y="867105"/>
                  <a:pt x="2446680" y="885092"/>
                  <a:pt x="2479786" y="889286"/>
                </a:cubicBezTo>
                <a:lnTo>
                  <a:pt x="2494911" y="890203"/>
                </a:lnTo>
                <a:lnTo>
                  <a:pt x="2510079" y="889286"/>
                </a:lnTo>
                <a:cubicBezTo>
                  <a:pt x="2543331" y="885092"/>
                  <a:pt x="2562341" y="867105"/>
                  <a:pt x="2582686" y="847784"/>
                </a:cubicBezTo>
                <a:cubicBezTo>
                  <a:pt x="2605030" y="826539"/>
                  <a:pt x="2628906" y="803250"/>
                  <a:pt x="2673473" y="800422"/>
                </a:cubicBezTo>
                <a:lnTo>
                  <a:pt x="2682668" y="800136"/>
                </a:lnTo>
                <a:lnTo>
                  <a:pt x="2682669" y="800136"/>
                </a:lnTo>
                <a:lnTo>
                  <a:pt x="2683095" y="800149"/>
                </a:lnTo>
                <a:lnTo>
                  <a:pt x="2683095" y="800136"/>
                </a:lnTo>
                <a:cubicBezTo>
                  <a:pt x="2689408" y="800136"/>
                  <a:pt x="2695341" y="800526"/>
                  <a:pt x="2700935" y="801254"/>
                </a:cubicBezTo>
                <a:lnTo>
                  <a:pt x="2705052" y="802072"/>
                </a:lnTo>
                <a:lnTo>
                  <a:pt x="2707657" y="802398"/>
                </a:lnTo>
                <a:lnTo>
                  <a:pt x="2710931" y="803240"/>
                </a:lnTo>
                <a:lnTo>
                  <a:pt x="2716739" y="804394"/>
                </a:lnTo>
                <a:lnTo>
                  <a:pt x="2720607" y="805730"/>
                </a:lnTo>
                <a:lnTo>
                  <a:pt x="2721765" y="806028"/>
                </a:lnTo>
                <a:lnTo>
                  <a:pt x="2723708" y="806801"/>
                </a:lnTo>
                <a:lnTo>
                  <a:pt x="2730762" y="809237"/>
                </a:lnTo>
                <a:cubicBezTo>
                  <a:pt x="2752788" y="818549"/>
                  <a:pt x="2768435" y="833621"/>
                  <a:pt x="2782896" y="847784"/>
                </a:cubicBezTo>
                <a:cubicBezTo>
                  <a:pt x="2806117" y="869865"/>
                  <a:pt x="2827597" y="890203"/>
                  <a:pt x="2870558" y="890203"/>
                </a:cubicBezTo>
                <a:cubicBezTo>
                  <a:pt x="2913518" y="890203"/>
                  <a:pt x="2934999" y="869865"/>
                  <a:pt x="2958221" y="847784"/>
                </a:cubicBezTo>
                <a:cubicBezTo>
                  <a:pt x="2982023" y="825122"/>
                  <a:pt x="3007567" y="800136"/>
                  <a:pt x="3058075" y="800136"/>
                </a:cubicBezTo>
                <a:cubicBezTo>
                  <a:pt x="3108609" y="800136"/>
                  <a:pt x="3134747" y="825122"/>
                  <a:pt x="3157982" y="847784"/>
                </a:cubicBezTo>
                <a:cubicBezTo>
                  <a:pt x="3181216" y="869865"/>
                  <a:pt x="3202708" y="890203"/>
                  <a:pt x="3245110" y="890203"/>
                </a:cubicBezTo>
                <a:cubicBezTo>
                  <a:pt x="3288651" y="890203"/>
                  <a:pt x="3310131" y="869865"/>
                  <a:pt x="3333353" y="847784"/>
                </a:cubicBezTo>
                <a:cubicBezTo>
                  <a:pt x="3356575" y="825122"/>
                  <a:pt x="3382700" y="800136"/>
                  <a:pt x="3432627" y="800136"/>
                </a:cubicBezTo>
                <a:cubicBezTo>
                  <a:pt x="3483780" y="800136"/>
                  <a:pt x="3509938" y="825122"/>
                  <a:pt x="3533191" y="847784"/>
                </a:cubicBezTo>
                <a:cubicBezTo>
                  <a:pt x="3556442" y="869865"/>
                  <a:pt x="3577950" y="890203"/>
                  <a:pt x="3620384" y="890203"/>
                </a:cubicBezTo>
                <a:cubicBezTo>
                  <a:pt x="3663926" y="890203"/>
                  <a:pt x="3685405" y="869865"/>
                  <a:pt x="3708627" y="847784"/>
                </a:cubicBezTo>
                <a:cubicBezTo>
                  <a:pt x="3731849" y="825122"/>
                  <a:pt x="3757393" y="800136"/>
                  <a:pt x="3807901" y="800136"/>
                </a:cubicBezTo>
                <a:cubicBezTo>
                  <a:pt x="3858989" y="800136"/>
                  <a:pt x="3884533" y="825122"/>
                  <a:pt x="3908336" y="847784"/>
                </a:cubicBezTo>
                <a:cubicBezTo>
                  <a:pt x="3931558" y="869865"/>
                  <a:pt x="3953038" y="890203"/>
                  <a:pt x="3995418" y="890203"/>
                </a:cubicBezTo>
                <a:cubicBezTo>
                  <a:pt x="4038959" y="890203"/>
                  <a:pt x="4060439" y="869865"/>
                  <a:pt x="4083661" y="847784"/>
                </a:cubicBezTo>
                <a:cubicBezTo>
                  <a:pt x="4106883" y="825122"/>
                  <a:pt x="4132427" y="800136"/>
                  <a:pt x="4182934" y="800136"/>
                </a:cubicBezTo>
                <a:cubicBezTo>
                  <a:pt x="4234088" y="800136"/>
                  <a:pt x="4259665" y="825122"/>
                  <a:pt x="4283498" y="847784"/>
                </a:cubicBezTo>
                <a:cubicBezTo>
                  <a:pt x="4306750" y="869865"/>
                  <a:pt x="4328258" y="890203"/>
                  <a:pt x="4370692" y="890203"/>
                </a:cubicBezTo>
                <a:cubicBezTo>
                  <a:pt x="4414233" y="890203"/>
                  <a:pt x="4435713" y="869865"/>
                  <a:pt x="4458935" y="847784"/>
                </a:cubicBezTo>
                <a:cubicBezTo>
                  <a:pt x="4482157" y="825122"/>
                  <a:pt x="4507701" y="800136"/>
                  <a:pt x="4558209" y="800136"/>
                </a:cubicBezTo>
                <a:cubicBezTo>
                  <a:pt x="4609296" y="800136"/>
                  <a:pt x="4634841" y="825122"/>
                  <a:pt x="4658643" y="847784"/>
                </a:cubicBezTo>
                <a:cubicBezTo>
                  <a:pt x="4681865" y="869865"/>
                  <a:pt x="4702765" y="890203"/>
                  <a:pt x="4745726" y="890203"/>
                </a:cubicBezTo>
                <a:cubicBezTo>
                  <a:pt x="4789266" y="890203"/>
                  <a:pt x="4810747" y="869865"/>
                  <a:pt x="4833969" y="847784"/>
                </a:cubicBezTo>
                <a:cubicBezTo>
                  <a:pt x="4857191" y="825122"/>
                  <a:pt x="4882735" y="800136"/>
                  <a:pt x="4933242" y="800136"/>
                </a:cubicBezTo>
                <a:cubicBezTo>
                  <a:pt x="4984396" y="800136"/>
                  <a:pt x="5009973" y="825122"/>
                  <a:pt x="5033805" y="847784"/>
                </a:cubicBezTo>
                <a:cubicBezTo>
                  <a:pt x="5057058" y="869865"/>
                  <a:pt x="5077984" y="890203"/>
                  <a:pt x="5120999" y="890203"/>
                </a:cubicBezTo>
                <a:cubicBezTo>
                  <a:pt x="5164540" y="890203"/>
                  <a:pt x="5185440" y="869865"/>
                  <a:pt x="5209242" y="847784"/>
                </a:cubicBezTo>
                <a:cubicBezTo>
                  <a:pt x="5232464" y="825122"/>
                  <a:pt x="5258008" y="800136"/>
                  <a:pt x="5308516" y="800136"/>
                </a:cubicBezTo>
                <a:cubicBezTo>
                  <a:pt x="5359604" y="800136"/>
                  <a:pt x="5385148" y="825122"/>
                  <a:pt x="5408950" y="847784"/>
                </a:cubicBezTo>
                <a:cubicBezTo>
                  <a:pt x="5432172" y="869865"/>
                  <a:pt x="5453072" y="890203"/>
                  <a:pt x="5496033" y="890203"/>
                </a:cubicBezTo>
                <a:cubicBezTo>
                  <a:pt x="5539574" y="890203"/>
                  <a:pt x="5560473" y="869865"/>
                  <a:pt x="5584276" y="847784"/>
                </a:cubicBezTo>
                <a:cubicBezTo>
                  <a:pt x="5607498" y="825122"/>
                  <a:pt x="5633042" y="800136"/>
                  <a:pt x="5683550" y="800136"/>
                </a:cubicBezTo>
                <a:cubicBezTo>
                  <a:pt x="5734703" y="800136"/>
                  <a:pt x="5760280" y="825122"/>
                  <a:pt x="5784113" y="847784"/>
                </a:cubicBezTo>
                <a:cubicBezTo>
                  <a:pt x="5807364" y="869865"/>
                  <a:pt x="5828292" y="890203"/>
                  <a:pt x="5871307" y="890203"/>
                </a:cubicBezTo>
                <a:cubicBezTo>
                  <a:pt x="5914848" y="890203"/>
                  <a:pt x="5935748" y="869865"/>
                  <a:pt x="5958970" y="847784"/>
                </a:cubicBezTo>
                <a:cubicBezTo>
                  <a:pt x="5982772" y="825122"/>
                  <a:pt x="6008316" y="800136"/>
                  <a:pt x="6058824" y="800136"/>
                </a:cubicBezTo>
                <a:cubicBezTo>
                  <a:pt x="6109912" y="800136"/>
                  <a:pt x="6135456" y="825122"/>
                  <a:pt x="6159258" y="847784"/>
                </a:cubicBezTo>
                <a:cubicBezTo>
                  <a:pt x="6182480" y="869865"/>
                  <a:pt x="6203380" y="890203"/>
                  <a:pt x="6246341" y="890203"/>
                </a:cubicBezTo>
                <a:cubicBezTo>
                  <a:pt x="6289937" y="890203"/>
                  <a:pt x="6310864" y="869865"/>
                  <a:pt x="6334116" y="847784"/>
                </a:cubicBezTo>
                <a:cubicBezTo>
                  <a:pt x="6357949" y="825122"/>
                  <a:pt x="6383525" y="800136"/>
                  <a:pt x="6434098" y="800136"/>
                </a:cubicBezTo>
                <a:cubicBezTo>
                  <a:pt x="6485186" y="800136"/>
                  <a:pt x="6510730" y="825122"/>
                  <a:pt x="6534533" y="847784"/>
                </a:cubicBezTo>
                <a:cubicBezTo>
                  <a:pt x="6557755" y="869865"/>
                  <a:pt x="6578654" y="890203"/>
                  <a:pt x="6621614" y="890203"/>
                </a:cubicBezTo>
                <a:cubicBezTo>
                  <a:pt x="6665155" y="890203"/>
                  <a:pt x="6686056" y="869865"/>
                  <a:pt x="6709278" y="847784"/>
                </a:cubicBezTo>
                <a:cubicBezTo>
                  <a:pt x="6733080" y="825122"/>
                  <a:pt x="6758624" y="800136"/>
                  <a:pt x="6809131" y="800136"/>
                </a:cubicBezTo>
                <a:cubicBezTo>
                  <a:pt x="6860219" y="800136"/>
                  <a:pt x="6885763" y="825122"/>
                  <a:pt x="6909565" y="847784"/>
                </a:cubicBezTo>
                <a:cubicBezTo>
                  <a:pt x="6932788" y="869865"/>
                  <a:pt x="6953688" y="890203"/>
                  <a:pt x="6996648" y="890203"/>
                </a:cubicBezTo>
                <a:cubicBezTo>
                  <a:pt x="7040245" y="890203"/>
                  <a:pt x="7061172" y="869865"/>
                  <a:pt x="7084424" y="847784"/>
                </a:cubicBezTo>
                <a:cubicBezTo>
                  <a:pt x="7108257" y="825122"/>
                  <a:pt x="7133833" y="800136"/>
                  <a:pt x="7184405" y="800136"/>
                </a:cubicBezTo>
                <a:cubicBezTo>
                  <a:pt x="7235494" y="800136"/>
                  <a:pt x="7261038" y="825122"/>
                  <a:pt x="7284840" y="847784"/>
                </a:cubicBezTo>
                <a:cubicBezTo>
                  <a:pt x="7308063" y="869865"/>
                  <a:pt x="7328962" y="890203"/>
                  <a:pt x="7371922" y="890203"/>
                </a:cubicBezTo>
                <a:cubicBezTo>
                  <a:pt x="7414883" y="890203"/>
                  <a:pt x="7436363" y="869865"/>
                  <a:pt x="7459586" y="847784"/>
                </a:cubicBezTo>
                <a:cubicBezTo>
                  <a:pt x="7483388" y="825122"/>
                  <a:pt x="7508932" y="800136"/>
                  <a:pt x="7559439" y="800136"/>
                </a:cubicBezTo>
                <a:cubicBezTo>
                  <a:pt x="7609947" y="800136"/>
                  <a:pt x="7636071" y="825122"/>
                  <a:pt x="7659873" y="847784"/>
                </a:cubicBezTo>
                <a:cubicBezTo>
                  <a:pt x="7683096" y="869865"/>
                  <a:pt x="7703996" y="890203"/>
                  <a:pt x="7746956" y="890203"/>
                </a:cubicBezTo>
                <a:cubicBezTo>
                  <a:pt x="7789972" y="890203"/>
                  <a:pt x="7811479" y="869865"/>
                  <a:pt x="7834731" y="847784"/>
                </a:cubicBezTo>
                <a:cubicBezTo>
                  <a:pt x="7858565" y="825122"/>
                  <a:pt x="7884141" y="800136"/>
                  <a:pt x="7934713" y="800136"/>
                </a:cubicBezTo>
                <a:cubicBezTo>
                  <a:pt x="7985221" y="800136"/>
                  <a:pt x="8011346" y="825122"/>
                  <a:pt x="8035148" y="847784"/>
                </a:cubicBezTo>
                <a:cubicBezTo>
                  <a:pt x="8058371" y="869865"/>
                  <a:pt x="8079270" y="890203"/>
                  <a:pt x="8122230" y="890203"/>
                </a:cubicBezTo>
                <a:cubicBezTo>
                  <a:pt x="8165191" y="890203"/>
                  <a:pt x="8186671" y="869865"/>
                  <a:pt x="8209893" y="847784"/>
                </a:cubicBezTo>
                <a:cubicBezTo>
                  <a:pt x="8233696" y="825122"/>
                  <a:pt x="8259240" y="800136"/>
                  <a:pt x="8309747" y="800136"/>
                </a:cubicBezTo>
                <a:cubicBezTo>
                  <a:pt x="8360255" y="800136"/>
                  <a:pt x="8386379" y="825122"/>
                  <a:pt x="8409601" y="847784"/>
                </a:cubicBezTo>
                <a:cubicBezTo>
                  <a:pt x="8433403" y="869865"/>
                  <a:pt x="8454304" y="890203"/>
                  <a:pt x="8497264" y="890203"/>
                </a:cubicBezTo>
                <a:cubicBezTo>
                  <a:pt x="8540280" y="890203"/>
                  <a:pt x="8561787" y="869865"/>
                  <a:pt x="8585039" y="847784"/>
                </a:cubicBezTo>
                <a:cubicBezTo>
                  <a:pt x="8608873" y="825122"/>
                  <a:pt x="8634449" y="800136"/>
                  <a:pt x="8685021" y="800136"/>
                </a:cubicBezTo>
                <a:cubicBezTo>
                  <a:pt x="8735528" y="800136"/>
                  <a:pt x="8761654" y="825122"/>
                  <a:pt x="8784875" y="847784"/>
                </a:cubicBezTo>
                <a:cubicBezTo>
                  <a:pt x="8808678" y="869865"/>
                  <a:pt x="8829577" y="890203"/>
                  <a:pt x="8872538" y="890203"/>
                </a:cubicBezTo>
                <a:lnTo>
                  <a:pt x="8872538" y="908217"/>
                </a:lnTo>
                <a:cubicBezTo>
                  <a:pt x="8822030" y="908217"/>
                  <a:pt x="8796487" y="883230"/>
                  <a:pt x="8772684" y="860568"/>
                </a:cubicBezTo>
                <a:cubicBezTo>
                  <a:pt x="8749462" y="838487"/>
                  <a:pt x="8727981" y="818149"/>
                  <a:pt x="8685021" y="818149"/>
                </a:cubicBezTo>
                <a:cubicBezTo>
                  <a:pt x="8642005" y="818149"/>
                  <a:pt x="8621079" y="838487"/>
                  <a:pt x="8597246" y="860568"/>
                </a:cubicBezTo>
                <a:cubicBezTo>
                  <a:pt x="8573994" y="883230"/>
                  <a:pt x="8547836" y="908217"/>
                  <a:pt x="8497264" y="908217"/>
                </a:cubicBezTo>
                <a:cubicBezTo>
                  <a:pt x="8446757" y="908217"/>
                  <a:pt x="8421213" y="883230"/>
                  <a:pt x="8397409" y="860568"/>
                </a:cubicBezTo>
                <a:cubicBezTo>
                  <a:pt x="8374187" y="838487"/>
                  <a:pt x="8352708" y="818149"/>
                  <a:pt x="8309747" y="818149"/>
                </a:cubicBezTo>
                <a:cubicBezTo>
                  <a:pt x="8266787" y="818149"/>
                  <a:pt x="8245886" y="838487"/>
                  <a:pt x="8222084" y="860568"/>
                </a:cubicBezTo>
                <a:cubicBezTo>
                  <a:pt x="8198862" y="883230"/>
                  <a:pt x="8172738" y="908217"/>
                  <a:pt x="8122230" y="908217"/>
                </a:cubicBezTo>
                <a:cubicBezTo>
                  <a:pt x="8071723" y="908217"/>
                  <a:pt x="8046179" y="883230"/>
                  <a:pt x="8022377" y="860568"/>
                </a:cubicBezTo>
                <a:cubicBezTo>
                  <a:pt x="7999154" y="838487"/>
                  <a:pt x="7977674" y="818149"/>
                  <a:pt x="7934713" y="818149"/>
                </a:cubicBezTo>
                <a:cubicBezTo>
                  <a:pt x="7891697" y="818149"/>
                  <a:pt x="7870771" y="838487"/>
                  <a:pt x="7847519" y="860568"/>
                </a:cubicBezTo>
                <a:cubicBezTo>
                  <a:pt x="7823687" y="883230"/>
                  <a:pt x="7797528" y="908217"/>
                  <a:pt x="7746956" y="908217"/>
                </a:cubicBezTo>
                <a:cubicBezTo>
                  <a:pt x="7696449" y="908217"/>
                  <a:pt x="7670905" y="883230"/>
                  <a:pt x="7647102" y="860568"/>
                </a:cubicBezTo>
                <a:cubicBezTo>
                  <a:pt x="7623879" y="838487"/>
                  <a:pt x="7602400" y="818149"/>
                  <a:pt x="7559439" y="818149"/>
                </a:cubicBezTo>
                <a:cubicBezTo>
                  <a:pt x="7516479" y="818149"/>
                  <a:pt x="7495580" y="838487"/>
                  <a:pt x="7472357" y="860568"/>
                </a:cubicBezTo>
                <a:cubicBezTo>
                  <a:pt x="7448554" y="883230"/>
                  <a:pt x="7422430" y="908217"/>
                  <a:pt x="7371922" y="908217"/>
                </a:cubicBezTo>
                <a:cubicBezTo>
                  <a:pt x="7321415" y="908217"/>
                  <a:pt x="7295871" y="883230"/>
                  <a:pt x="7272069" y="860568"/>
                </a:cubicBezTo>
                <a:cubicBezTo>
                  <a:pt x="7248846" y="838487"/>
                  <a:pt x="7227946" y="818149"/>
                  <a:pt x="7184405" y="818149"/>
                </a:cubicBezTo>
                <a:cubicBezTo>
                  <a:pt x="7141390" y="818149"/>
                  <a:pt x="7120463" y="838487"/>
                  <a:pt x="7097212" y="860568"/>
                </a:cubicBezTo>
                <a:cubicBezTo>
                  <a:pt x="7073379" y="883230"/>
                  <a:pt x="7047802" y="908217"/>
                  <a:pt x="6996648" y="908217"/>
                </a:cubicBezTo>
                <a:cubicBezTo>
                  <a:pt x="6946141" y="908217"/>
                  <a:pt x="6920597" y="883230"/>
                  <a:pt x="6896794" y="860568"/>
                </a:cubicBezTo>
                <a:cubicBezTo>
                  <a:pt x="6873571" y="838487"/>
                  <a:pt x="6852672" y="818149"/>
                  <a:pt x="6809131" y="818149"/>
                </a:cubicBezTo>
                <a:cubicBezTo>
                  <a:pt x="6766171" y="818149"/>
                  <a:pt x="6745272" y="838487"/>
                  <a:pt x="6722050" y="860568"/>
                </a:cubicBezTo>
                <a:cubicBezTo>
                  <a:pt x="6698246" y="883230"/>
                  <a:pt x="6672702" y="908217"/>
                  <a:pt x="6621614" y="908217"/>
                </a:cubicBezTo>
                <a:cubicBezTo>
                  <a:pt x="6571107" y="908217"/>
                  <a:pt x="6545563" y="883230"/>
                  <a:pt x="6521761" y="860568"/>
                </a:cubicBezTo>
                <a:cubicBezTo>
                  <a:pt x="6498539" y="838487"/>
                  <a:pt x="6477638" y="818149"/>
                  <a:pt x="6434098" y="818149"/>
                </a:cubicBezTo>
                <a:cubicBezTo>
                  <a:pt x="6391082" y="818149"/>
                  <a:pt x="6370156" y="838487"/>
                  <a:pt x="6346904" y="860568"/>
                </a:cubicBezTo>
                <a:cubicBezTo>
                  <a:pt x="6323072" y="883230"/>
                  <a:pt x="6297494" y="908217"/>
                  <a:pt x="6246341" y="908217"/>
                </a:cubicBezTo>
                <a:cubicBezTo>
                  <a:pt x="6195833" y="908217"/>
                  <a:pt x="6170289" y="883230"/>
                  <a:pt x="6146486" y="860568"/>
                </a:cubicBezTo>
                <a:cubicBezTo>
                  <a:pt x="6123265" y="838487"/>
                  <a:pt x="6102365" y="818149"/>
                  <a:pt x="6058824" y="818149"/>
                </a:cubicBezTo>
                <a:cubicBezTo>
                  <a:pt x="6015863" y="818149"/>
                  <a:pt x="5994964" y="838487"/>
                  <a:pt x="5971742" y="860568"/>
                </a:cubicBezTo>
                <a:cubicBezTo>
                  <a:pt x="5947940" y="883230"/>
                  <a:pt x="5922395" y="908217"/>
                  <a:pt x="5871307" y="908217"/>
                </a:cubicBezTo>
                <a:cubicBezTo>
                  <a:pt x="5820734" y="908217"/>
                  <a:pt x="5795157" y="883230"/>
                  <a:pt x="5771325" y="860568"/>
                </a:cubicBezTo>
                <a:cubicBezTo>
                  <a:pt x="5748073" y="838487"/>
                  <a:pt x="5727146" y="818149"/>
                  <a:pt x="5683550" y="818149"/>
                </a:cubicBezTo>
                <a:cubicBezTo>
                  <a:pt x="5640589" y="818149"/>
                  <a:pt x="5619689" y="838487"/>
                  <a:pt x="5596467" y="860568"/>
                </a:cubicBezTo>
                <a:cubicBezTo>
                  <a:pt x="5572665" y="883230"/>
                  <a:pt x="5547121" y="908217"/>
                  <a:pt x="5496033" y="908217"/>
                </a:cubicBezTo>
                <a:cubicBezTo>
                  <a:pt x="5445525" y="908217"/>
                  <a:pt x="5419981" y="883230"/>
                  <a:pt x="5396759" y="860568"/>
                </a:cubicBezTo>
                <a:cubicBezTo>
                  <a:pt x="5372957" y="838487"/>
                  <a:pt x="5352057" y="818149"/>
                  <a:pt x="5308516" y="818149"/>
                </a:cubicBezTo>
                <a:cubicBezTo>
                  <a:pt x="5265556" y="818149"/>
                  <a:pt x="5244656" y="838487"/>
                  <a:pt x="5221434" y="860568"/>
                </a:cubicBezTo>
                <a:cubicBezTo>
                  <a:pt x="5197632" y="883230"/>
                  <a:pt x="5172087" y="908217"/>
                  <a:pt x="5120999" y="908217"/>
                </a:cubicBezTo>
                <a:cubicBezTo>
                  <a:pt x="5070427" y="908217"/>
                  <a:pt x="5044851" y="883230"/>
                  <a:pt x="5021598" y="860568"/>
                </a:cubicBezTo>
                <a:cubicBezTo>
                  <a:pt x="4998347" y="838487"/>
                  <a:pt x="4976839" y="818149"/>
                  <a:pt x="4933242" y="818149"/>
                </a:cubicBezTo>
                <a:cubicBezTo>
                  <a:pt x="4890282" y="818149"/>
                  <a:pt x="4869382" y="838487"/>
                  <a:pt x="4846160" y="860568"/>
                </a:cubicBezTo>
                <a:cubicBezTo>
                  <a:pt x="4822357" y="883230"/>
                  <a:pt x="4796813" y="908217"/>
                  <a:pt x="4745726" y="908217"/>
                </a:cubicBezTo>
                <a:cubicBezTo>
                  <a:pt x="4695218" y="908217"/>
                  <a:pt x="4669674" y="883230"/>
                  <a:pt x="4646452" y="860568"/>
                </a:cubicBezTo>
                <a:cubicBezTo>
                  <a:pt x="4623230" y="838487"/>
                  <a:pt x="4601750" y="818149"/>
                  <a:pt x="4558209" y="818149"/>
                </a:cubicBezTo>
                <a:cubicBezTo>
                  <a:pt x="4515248" y="818149"/>
                  <a:pt x="4494348" y="838487"/>
                  <a:pt x="4471126" y="860568"/>
                </a:cubicBezTo>
                <a:cubicBezTo>
                  <a:pt x="4447324" y="883230"/>
                  <a:pt x="4421780" y="908217"/>
                  <a:pt x="4370692" y="908217"/>
                </a:cubicBezTo>
                <a:cubicBezTo>
                  <a:pt x="4320119" y="908217"/>
                  <a:pt x="4294543" y="883230"/>
                  <a:pt x="4271291" y="860568"/>
                </a:cubicBezTo>
                <a:cubicBezTo>
                  <a:pt x="4248039" y="838487"/>
                  <a:pt x="4226531" y="818149"/>
                  <a:pt x="4182934" y="818149"/>
                </a:cubicBezTo>
                <a:cubicBezTo>
                  <a:pt x="4140554" y="818149"/>
                  <a:pt x="4119074" y="838487"/>
                  <a:pt x="4095853" y="860568"/>
                </a:cubicBezTo>
                <a:cubicBezTo>
                  <a:pt x="4072050" y="883230"/>
                  <a:pt x="4046506" y="908217"/>
                  <a:pt x="3995418" y="908217"/>
                </a:cubicBezTo>
                <a:cubicBezTo>
                  <a:pt x="3944910" y="908217"/>
                  <a:pt x="3919366" y="883230"/>
                  <a:pt x="3896144" y="860568"/>
                </a:cubicBezTo>
                <a:cubicBezTo>
                  <a:pt x="3872922" y="838487"/>
                  <a:pt x="3851442" y="818149"/>
                  <a:pt x="3807901" y="818149"/>
                </a:cubicBezTo>
                <a:cubicBezTo>
                  <a:pt x="3765521" y="818149"/>
                  <a:pt x="3744041" y="838487"/>
                  <a:pt x="3720819" y="860568"/>
                </a:cubicBezTo>
                <a:cubicBezTo>
                  <a:pt x="3697597" y="883230"/>
                  <a:pt x="3671472" y="908217"/>
                  <a:pt x="3620384" y="908217"/>
                </a:cubicBezTo>
                <a:cubicBezTo>
                  <a:pt x="3570393" y="908217"/>
                  <a:pt x="3544235" y="883230"/>
                  <a:pt x="3520983" y="860568"/>
                </a:cubicBezTo>
                <a:cubicBezTo>
                  <a:pt x="3497731" y="838487"/>
                  <a:pt x="3476224" y="818149"/>
                  <a:pt x="3432627" y="818149"/>
                </a:cubicBezTo>
                <a:cubicBezTo>
                  <a:pt x="3390247" y="818149"/>
                  <a:pt x="3368766" y="838487"/>
                  <a:pt x="3345545" y="860568"/>
                </a:cubicBezTo>
                <a:cubicBezTo>
                  <a:pt x="3322323" y="883230"/>
                  <a:pt x="3296198" y="908217"/>
                  <a:pt x="3245110" y="908217"/>
                </a:cubicBezTo>
                <a:cubicBezTo>
                  <a:pt x="3195156" y="908217"/>
                  <a:pt x="3169018" y="883230"/>
                  <a:pt x="3145784" y="860568"/>
                </a:cubicBezTo>
                <a:cubicBezTo>
                  <a:pt x="3122549" y="838487"/>
                  <a:pt x="3101058" y="818149"/>
                  <a:pt x="3058075" y="818149"/>
                </a:cubicBezTo>
                <a:cubicBezTo>
                  <a:pt x="3015114" y="818149"/>
                  <a:pt x="2993634" y="838487"/>
                  <a:pt x="2970412" y="860568"/>
                </a:cubicBezTo>
                <a:cubicBezTo>
                  <a:pt x="2947190" y="883230"/>
                  <a:pt x="2921066" y="908217"/>
                  <a:pt x="2870558" y="908217"/>
                </a:cubicBezTo>
                <a:lnTo>
                  <a:pt x="2870035" y="908201"/>
                </a:lnTo>
                <a:lnTo>
                  <a:pt x="2870035" y="908217"/>
                </a:lnTo>
                <a:cubicBezTo>
                  <a:pt x="2819528" y="908217"/>
                  <a:pt x="2793984" y="883230"/>
                  <a:pt x="2770331" y="860568"/>
                </a:cubicBezTo>
                <a:cubicBezTo>
                  <a:pt x="2757631" y="848493"/>
                  <a:pt x="2745453" y="836938"/>
                  <a:pt x="2729997" y="828947"/>
                </a:cubicBezTo>
                <a:lnTo>
                  <a:pt x="2720508" y="824697"/>
                </a:lnTo>
                <a:lnTo>
                  <a:pt x="2719513" y="824357"/>
                </a:lnTo>
                <a:lnTo>
                  <a:pt x="2709790" y="821310"/>
                </a:lnTo>
                <a:lnTo>
                  <a:pt x="2707472" y="820860"/>
                </a:lnTo>
                <a:lnTo>
                  <a:pt x="2697817" y="819066"/>
                </a:lnTo>
                <a:lnTo>
                  <a:pt x="2682668" y="818149"/>
                </a:lnTo>
                <a:lnTo>
                  <a:pt x="2667524" y="819066"/>
                </a:lnTo>
                <a:cubicBezTo>
                  <a:pt x="2634376" y="823261"/>
                  <a:pt x="2615747" y="841247"/>
                  <a:pt x="2594893" y="860568"/>
                </a:cubicBezTo>
                <a:cubicBezTo>
                  <a:pt x="2573095" y="881814"/>
                  <a:pt x="2548742" y="905103"/>
                  <a:pt x="2504112" y="907931"/>
                </a:cubicBezTo>
                <a:lnTo>
                  <a:pt x="2494911" y="908217"/>
                </a:lnTo>
                <a:lnTo>
                  <a:pt x="2485728" y="907931"/>
                </a:lnTo>
                <a:cubicBezTo>
                  <a:pt x="2441217" y="905103"/>
                  <a:pt x="2417372" y="881814"/>
                  <a:pt x="2395057" y="860568"/>
                </a:cubicBezTo>
                <a:cubicBezTo>
                  <a:pt x="2374738" y="841247"/>
                  <a:pt x="2355752" y="823261"/>
                  <a:pt x="2322543" y="819066"/>
                </a:cubicBezTo>
                <a:lnTo>
                  <a:pt x="2307394" y="818149"/>
                </a:lnTo>
                <a:lnTo>
                  <a:pt x="2292270" y="819066"/>
                </a:lnTo>
                <a:cubicBezTo>
                  <a:pt x="2259164" y="823261"/>
                  <a:pt x="2240559" y="841247"/>
                  <a:pt x="2219732" y="860568"/>
                </a:cubicBezTo>
                <a:cubicBezTo>
                  <a:pt x="2197962" y="881814"/>
                  <a:pt x="2173639" y="905103"/>
                  <a:pt x="2129067" y="907931"/>
                </a:cubicBezTo>
                <a:lnTo>
                  <a:pt x="2119878" y="908217"/>
                </a:lnTo>
                <a:lnTo>
                  <a:pt x="2110695" y="907931"/>
                </a:lnTo>
                <a:cubicBezTo>
                  <a:pt x="2066184" y="905103"/>
                  <a:pt x="2042339" y="881814"/>
                  <a:pt x="2020024" y="860568"/>
                </a:cubicBezTo>
                <a:cubicBezTo>
                  <a:pt x="1999705" y="841247"/>
                  <a:pt x="1980719" y="823261"/>
                  <a:pt x="1947510" y="819066"/>
                </a:cubicBezTo>
                <a:lnTo>
                  <a:pt x="1932362" y="818149"/>
                </a:lnTo>
                <a:lnTo>
                  <a:pt x="1917219" y="819066"/>
                </a:lnTo>
                <a:cubicBezTo>
                  <a:pt x="1884078" y="823261"/>
                  <a:pt x="1865513" y="841247"/>
                  <a:pt x="1845168" y="860568"/>
                </a:cubicBezTo>
                <a:cubicBezTo>
                  <a:pt x="1822824" y="881814"/>
                  <a:pt x="1798437" y="905103"/>
                  <a:pt x="1753805" y="907931"/>
                </a:cubicBezTo>
                <a:lnTo>
                  <a:pt x="1744604" y="908217"/>
                </a:lnTo>
                <a:lnTo>
                  <a:pt x="1735421" y="907931"/>
                </a:lnTo>
                <a:cubicBezTo>
                  <a:pt x="1690910" y="905103"/>
                  <a:pt x="1667065" y="881814"/>
                  <a:pt x="1644750" y="860568"/>
                </a:cubicBezTo>
                <a:cubicBezTo>
                  <a:pt x="1624431" y="841247"/>
                  <a:pt x="1605445" y="823261"/>
                  <a:pt x="1572236" y="819066"/>
                </a:cubicBezTo>
                <a:lnTo>
                  <a:pt x="1557087" y="818149"/>
                </a:lnTo>
                <a:lnTo>
                  <a:pt x="1541964" y="819066"/>
                </a:lnTo>
                <a:cubicBezTo>
                  <a:pt x="1508866" y="823261"/>
                  <a:pt x="1490324" y="841247"/>
                  <a:pt x="1470006" y="860568"/>
                </a:cubicBezTo>
                <a:cubicBezTo>
                  <a:pt x="1447691" y="881814"/>
                  <a:pt x="1423335" y="905103"/>
                  <a:pt x="1378760" y="907931"/>
                </a:cubicBezTo>
                <a:lnTo>
                  <a:pt x="1369571" y="908217"/>
                </a:lnTo>
                <a:lnTo>
                  <a:pt x="1360388" y="907931"/>
                </a:lnTo>
                <a:cubicBezTo>
                  <a:pt x="1315877" y="905103"/>
                  <a:pt x="1292032" y="881814"/>
                  <a:pt x="1269717" y="860568"/>
                </a:cubicBezTo>
                <a:cubicBezTo>
                  <a:pt x="1249398" y="841247"/>
                  <a:pt x="1230857" y="823261"/>
                  <a:pt x="1197370" y="819066"/>
                </a:cubicBezTo>
                <a:lnTo>
                  <a:pt x="1182055" y="818149"/>
                </a:lnTo>
                <a:lnTo>
                  <a:pt x="1166911" y="819066"/>
                </a:lnTo>
                <a:cubicBezTo>
                  <a:pt x="1133771" y="823261"/>
                  <a:pt x="1115206" y="841247"/>
                  <a:pt x="1094861" y="860568"/>
                </a:cubicBezTo>
                <a:cubicBezTo>
                  <a:pt x="1072517" y="881814"/>
                  <a:pt x="1048641" y="905103"/>
                  <a:pt x="1003595" y="907931"/>
                </a:cubicBezTo>
                <a:lnTo>
                  <a:pt x="994297" y="908217"/>
                </a:lnTo>
                <a:lnTo>
                  <a:pt x="985114" y="907931"/>
                </a:lnTo>
                <a:cubicBezTo>
                  <a:pt x="940604" y="905103"/>
                  <a:pt x="916758" y="881814"/>
                  <a:pt x="894443" y="860568"/>
                </a:cubicBezTo>
                <a:cubicBezTo>
                  <a:pt x="874124" y="841247"/>
                  <a:pt x="855583" y="823261"/>
                  <a:pt x="822096" y="819066"/>
                </a:cubicBezTo>
                <a:lnTo>
                  <a:pt x="806781" y="818149"/>
                </a:lnTo>
                <a:lnTo>
                  <a:pt x="791657" y="819066"/>
                </a:lnTo>
                <a:cubicBezTo>
                  <a:pt x="758559" y="823261"/>
                  <a:pt x="740018" y="841247"/>
                  <a:pt x="719699" y="860568"/>
                </a:cubicBezTo>
                <a:cubicBezTo>
                  <a:pt x="697384" y="881814"/>
                  <a:pt x="673538" y="905103"/>
                  <a:pt x="628549" y="907931"/>
                </a:cubicBezTo>
                <a:lnTo>
                  <a:pt x="619264" y="908217"/>
                </a:lnTo>
                <a:lnTo>
                  <a:pt x="610081" y="907931"/>
                </a:lnTo>
                <a:cubicBezTo>
                  <a:pt x="565571" y="905103"/>
                  <a:pt x="541724" y="881814"/>
                  <a:pt x="519410" y="860568"/>
                </a:cubicBezTo>
                <a:cubicBezTo>
                  <a:pt x="499091" y="841247"/>
                  <a:pt x="480550" y="823261"/>
                  <a:pt x="447063" y="819066"/>
                </a:cubicBezTo>
                <a:lnTo>
                  <a:pt x="431747" y="818149"/>
                </a:lnTo>
                <a:lnTo>
                  <a:pt x="416604" y="819066"/>
                </a:lnTo>
                <a:cubicBezTo>
                  <a:pt x="383464" y="823261"/>
                  <a:pt x="364899" y="841247"/>
                  <a:pt x="344554" y="860568"/>
                </a:cubicBezTo>
                <a:cubicBezTo>
                  <a:pt x="322211" y="881814"/>
                  <a:pt x="298334" y="905103"/>
                  <a:pt x="253288" y="907931"/>
                </a:cubicBezTo>
                <a:lnTo>
                  <a:pt x="243990" y="908217"/>
                </a:lnTo>
                <a:lnTo>
                  <a:pt x="234807" y="907931"/>
                </a:lnTo>
                <a:cubicBezTo>
                  <a:pt x="190297" y="905103"/>
                  <a:pt x="166451" y="881814"/>
                  <a:pt x="144136" y="860568"/>
                </a:cubicBezTo>
                <a:cubicBezTo>
                  <a:pt x="123817" y="841247"/>
                  <a:pt x="105276" y="823261"/>
                  <a:pt x="71789" y="819066"/>
                </a:cubicBezTo>
                <a:lnTo>
                  <a:pt x="56474" y="818149"/>
                </a:lnTo>
                <a:lnTo>
                  <a:pt x="41350" y="819066"/>
                </a:lnTo>
                <a:cubicBezTo>
                  <a:pt x="24801" y="821164"/>
                  <a:pt x="11891" y="826709"/>
                  <a:pt x="579" y="834145"/>
                </a:cubicBezTo>
                <a:lnTo>
                  <a:pt x="0" y="834635"/>
                </a:lnTo>
                <a:lnTo>
                  <a:pt x="0" y="814214"/>
                </a:lnTo>
                <a:lnTo>
                  <a:pt x="17483" y="806028"/>
                </a:lnTo>
                <a:cubicBezTo>
                  <a:pt x="26327" y="803115"/>
                  <a:pt x="36163" y="801129"/>
                  <a:pt x="47290" y="800422"/>
                </a:cubicBezTo>
                <a:close/>
                <a:moveTo>
                  <a:pt x="56467" y="700961"/>
                </a:moveTo>
                <a:lnTo>
                  <a:pt x="65753" y="701241"/>
                </a:lnTo>
                <a:cubicBezTo>
                  <a:pt x="110742" y="704001"/>
                  <a:pt x="134587" y="726749"/>
                  <a:pt x="156902" y="747967"/>
                </a:cubicBezTo>
                <a:cubicBezTo>
                  <a:pt x="177221" y="767771"/>
                  <a:pt x="195762" y="785352"/>
                  <a:pt x="228861" y="789438"/>
                </a:cubicBezTo>
                <a:lnTo>
                  <a:pt x="243984" y="790330"/>
                </a:lnTo>
                <a:lnTo>
                  <a:pt x="259319" y="789438"/>
                </a:lnTo>
                <a:cubicBezTo>
                  <a:pt x="292849" y="785352"/>
                  <a:pt x="311414" y="767771"/>
                  <a:pt x="331759" y="747967"/>
                </a:cubicBezTo>
                <a:cubicBezTo>
                  <a:pt x="354103" y="726749"/>
                  <a:pt x="377979" y="704001"/>
                  <a:pt x="422546" y="701241"/>
                </a:cubicBezTo>
                <a:lnTo>
                  <a:pt x="431741" y="700961"/>
                </a:lnTo>
                <a:lnTo>
                  <a:pt x="441027" y="701241"/>
                </a:lnTo>
                <a:cubicBezTo>
                  <a:pt x="486016" y="704001"/>
                  <a:pt x="509861" y="726749"/>
                  <a:pt x="532176" y="747967"/>
                </a:cubicBezTo>
                <a:cubicBezTo>
                  <a:pt x="552495" y="767771"/>
                  <a:pt x="571036" y="785352"/>
                  <a:pt x="604134" y="789438"/>
                </a:cubicBezTo>
                <a:lnTo>
                  <a:pt x="619258" y="790330"/>
                </a:lnTo>
                <a:lnTo>
                  <a:pt x="634573" y="789438"/>
                </a:lnTo>
                <a:cubicBezTo>
                  <a:pt x="668060" y="785352"/>
                  <a:pt x="686601" y="767771"/>
                  <a:pt x="706921" y="747967"/>
                </a:cubicBezTo>
                <a:cubicBezTo>
                  <a:pt x="729235" y="726749"/>
                  <a:pt x="753081" y="704001"/>
                  <a:pt x="797592" y="701241"/>
                </a:cubicBezTo>
                <a:lnTo>
                  <a:pt x="806774" y="700961"/>
                </a:lnTo>
                <a:lnTo>
                  <a:pt x="806775" y="700961"/>
                </a:lnTo>
                <a:lnTo>
                  <a:pt x="816060" y="701241"/>
                </a:lnTo>
                <a:cubicBezTo>
                  <a:pt x="861049" y="704001"/>
                  <a:pt x="884895" y="726749"/>
                  <a:pt x="907209" y="747967"/>
                </a:cubicBezTo>
                <a:cubicBezTo>
                  <a:pt x="927528" y="767771"/>
                  <a:pt x="946070" y="785352"/>
                  <a:pt x="979168" y="789438"/>
                </a:cubicBezTo>
                <a:lnTo>
                  <a:pt x="994291" y="790330"/>
                </a:lnTo>
                <a:lnTo>
                  <a:pt x="1009626" y="789438"/>
                </a:lnTo>
                <a:cubicBezTo>
                  <a:pt x="1043156" y="785352"/>
                  <a:pt x="1061721" y="767771"/>
                  <a:pt x="1082066" y="747967"/>
                </a:cubicBezTo>
                <a:cubicBezTo>
                  <a:pt x="1104410" y="726749"/>
                  <a:pt x="1128286" y="704001"/>
                  <a:pt x="1172854" y="701241"/>
                </a:cubicBezTo>
                <a:lnTo>
                  <a:pt x="1182048" y="700961"/>
                </a:lnTo>
                <a:lnTo>
                  <a:pt x="1182049" y="700961"/>
                </a:lnTo>
                <a:lnTo>
                  <a:pt x="1191334" y="701241"/>
                </a:lnTo>
                <a:cubicBezTo>
                  <a:pt x="1236323" y="704001"/>
                  <a:pt x="1260168" y="726749"/>
                  <a:pt x="1282483" y="747967"/>
                </a:cubicBezTo>
                <a:cubicBezTo>
                  <a:pt x="1302802" y="767771"/>
                  <a:pt x="1321344" y="785352"/>
                  <a:pt x="1354441" y="789438"/>
                </a:cubicBezTo>
                <a:lnTo>
                  <a:pt x="1369565" y="790330"/>
                </a:lnTo>
                <a:lnTo>
                  <a:pt x="1384713" y="789438"/>
                </a:lnTo>
                <a:cubicBezTo>
                  <a:pt x="1417923" y="785352"/>
                  <a:pt x="1436908" y="767771"/>
                  <a:pt x="1457228" y="747967"/>
                </a:cubicBezTo>
                <a:cubicBezTo>
                  <a:pt x="1479542" y="726749"/>
                  <a:pt x="1503388" y="704001"/>
                  <a:pt x="1547899" y="701241"/>
                </a:cubicBezTo>
                <a:lnTo>
                  <a:pt x="1557081" y="700961"/>
                </a:lnTo>
                <a:lnTo>
                  <a:pt x="1566271" y="701241"/>
                </a:lnTo>
                <a:cubicBezTo>
                  <a:pt x="1610846" y="704001"/>
                  <a:pt x="1635201" y="726749"/>
                  <a:pt x="1657516" y="747967"/>
                </a:cubicBezTo>
                <a:cubicBezTo>
                  <a:pt x="1677835" y="767771"/>
                  <a:pt x="1696377" y="785352"/>
                  <a:pt x="1729475" y="789438"/>
                </a:cubicBezTo>
                <a:lnTo>
                  <a:pt x="1744598" y="790330"/>
                </a:lnTo>
                <a:lnTo>
                  <a:pt x="1759766" y="789438"/>
                </a:lnTo>
                <a:cubicBezTo>
                  <a:pt x="1793018" y="785352"/>
                  <a:pt x="1812028" y="767771"/>
                  <a:pt x="1832373" y="747967"/>
                </a:cubicBezTo>
                <a:cubicBezTo>
                  <a:pt x="1854717" y="726749"/>
                  <a:pt x="1878593" y="704001"/>
                  <a:pt x="1923160" y="701241"/>
                </a:cubicBezTo>
                <a:lnTo>
                  <a:pt x="1932355" y="700961"/>
                </a:lnTo>
                <a:lnTo>
                  <a:pt x="1932356" y="700961"/>
                </a:lnTo>
                <a:lnTo>
                  <a:pt x="1941545" y="701241"/>
                </a:lnTo>
                <a:cubicBezTo>
                  <a:pt x="1986119" y="704001"/>
                  <a:pt x="2010475" y="726749"/>
                  <a:pt x="2032790" y="747967"/>
                </a:cubicBezTo>
                <a:cubicBezTo>
                  <a:pt x="2053109" y="767771"/>
                  <a:pt x="2071651" y="785352"/>
                  <a:pt x="2104748" y="789438"/>
                </a:cubicBezTo>
                <a:lnTo>
                  <a:pt x="2119872" y="790330"/>
                </a:lnTo>
                <a:lnTo>
                  <a:pt x="2135021" y="789438"/>
                </a:lnTo>
                <a:cubicBezTo>
                  <a:pt x="2168230" y="785352"/>
                  <a:pt x="2187215" y="767771"/>
                  <a:pt x="2207535" y="747967"/>
                </a:cubicBezTo>
                <a:cubicBezTo>
                  <a:pt x="2229850" y="726749"/>
                  <a:pt x="2253695" y="704001"/>
                  <a:pt x="2298205" y="701241"/>
                </a:cubicBezTo>
                <a:lnTo>
                  <a:pt x="2307388" y="700961"/>
                </a:lnTo>
                <a:lnTo>
                  <a:pt x="2307389" y="700961"/>
                </a:lnTo>
                <a:lnTo>
                  <a:pt x="2316578" y="701241"/>
                </a:lnTo>
                <a:cubicBezTo>
                  <a:pt x="2361150" y="704001"/>
                  <a:pt x="2385472" y="726749"/>
                  <a:pt x="2407243" y="747967"/>
                </a:cubicBezTo>
                <a:cubicBezTo>
                  <a:pt x="2428069" y="767771"/>
                  <a:pt x="2446674" y="785352"/>
                  <a:pt x="2479780" y="789438"/>
                </a:cubicBezTo>
                <a:lnTo>
                  <a:pt x="2494905" y="790330"/>
                </a:lnTo>
                <a:lnTo>
                  <a:pt x="2510073" y="789438"/>
                </a:lnTo>
                <a:cubicBezTo>
                  <a:pt x="2543325" y="785352"/>
                  <a:pt x="2562335" y="767771"/>
                  <a:pt x="2582680" y="747967"/>
                </a:cubicBezTo>
                <a:cubicBezTo>
                  <a:pt x="2605024" y="726749"/>
                  <a:pt x="2628900" y="704001"/>
                  <a:pt x="2673467" y="701241"/>
                </a:cubicBezTo>
                <a:lnTo>
                  <a:pt x="2682662" y="700961"/>
                </a:lnTo>
                <a:lnTo>
                  <a:pt x="2682663" y="700961"/>
                </a:lnTo>
                <a:lnTo>
                  <a:pt x="2683089" y="700974"/>
                </a:lnTo>
                <a:lnTo>
                  <a:pt x="2683089" y="700961"/>
                </a:lnTo>
                <a:cubicBezTo>
                  <a:pt x="2689402" y="700961"/>
                  <a:pt x="2695335" y="701342"/>
                  <a:pt x="2700929" y="702053"/>
                </a:cubicBezTo>
                <a:lnTo>
                  <a:pt x="2705042" y="702852"/>
                </a:lnTo>
                <a:lnTo>
                  <a:pt x="2707651" y="703171"/>
                </a:lnTo>
                <a:lnTo>
                  <a:pt x="2710925" y="703995"/>
                </a:lnTo>
                <a:lnTo>
                  <a:pt x="2716733" y="705123"/>
                </a:lnTo>
                <a:lnTo>
                  <a:pt x="2720594" y="706429"/>
                </a:lnTo>
                <a:lnTo>
                  <a:pt x="2721759" y="706723"/>
                </a:lnTo>
                <a:lnTo>
                  <a:pt x="2723712" y="707484"/>
                </a:lnTo>
                <a:lnTo>
                  <a:pt x="2730756" y="709867"/>
                </a:lnTo>
                <a:cubicBezTo>
                  <a:pt x="2752782" y="718997"/>
                  <a:pt x="2768429" y="733822"/>
                  <a:pt x="2782896" y="747967"/>
                </a:cubicBezTo>
                <a:cubicBezTo>
                  <a:pt x="2806117" y="770599"/>
                  <a:pt x="2827597" y="790330"/>
                  <a:pt x="2870558" y="790330"/>
                </a:cubicBezTo>
                <a:cubicBezTo>
                  <a:pt x="2913518" y="790330"/>
                  <a:pt x="2934999" y="770599"/>
                  <a:pt x="2958221" y="747967"/>
                </a:cubicBezTo>
                <a:cubicBezTo>
                  <a:pt x="2982023" y="725335"/>
                  <a:pt x="3007567" y="700961"/>
                  <a:pt x="3058075" y="700961"/>
                </a:cubicBezTo>
                <a:cubicBezTo>
                  <a:pt x="3108609" y="700961"/>
                  <a:pt x="3134747" y="725335"/>
                  <a:pt x="3157982" y="747967"/>
                </a:cubicBezTo>
                <a:cubicBezTo>
                  <a:pt x="3181216" y="770599"/>
                  <a:pt x="3202708" y="790330"/>
                  <a:pt x="3245110" y="790330"/>
                </a:cubicBezTo>
                <a:cubicBezTo>
                  <a:pt x="3288651" y="790330"/>
                  <a:pt x="3310131" y="770599"/>
                  <a:pt x="3333353" y="747967"/>
                </a:cubicBezTo>
                <a:cubicBezTo>
                  <a:pt x="3356575" y="725335"/>
                  <a:pt x="3382700" y="700961"/>
                  <a:pt x="3432627" y="700961"/>
                </a:cubicBezTo>
                <a:cubicBezTo>
                  <a:pt x="3483780" y="700961"/>
                  <a:pt x="3509938" y="725335"/>
                  <a:pt x="3533191" y="747967"/>
                </a:cubicBezTo>
                <a:cubicBezTo>
                  <a:pt x="3556442" y="770599"/>
                  <a:pt x="3577950" y="790330"/>
                  <a:pt x="3620384" y="790330"/>
                </a:cubicBezTo>
                <a:cubicBezTo>
                  <a:pt x="3663926" y="790330"/>
                  <a:pt x="3685405" y="770599"/>
                  <a:pt x="3708627" y="747967"/>
                </a:cubicBezTo>
                <a:cubicBezTo>
                  <a:pt x="3731849" y="725335"/>
                  <a:pt x="3757393" y="700961"/>
                  <a:pt x="3807901" y="700961"/>
                </a:cubicBezTo>
                <a:cubicBezTo>
                  <a:pt x="3858989" y="700961"/>
                  <a:pt x="3884533" y="725335"/>
                  <a:pt x="3908336" y="747967"/>
                </a:cubicBezTo>
                <a:cubicBezTo>
                  <a:pt x="3931558" y="770599"/>
                  <a:pt x="3953038" y="790330"/>
                  <a:pt x="3995418" y="790330"/>
                </a:cubicBezTo>
                <a:cubicBezTo>
                  <a:pt x="4038959" y="790330"/>
                  <a:pt x="4060439" y="770599"/>
                  <a:pt x="4083661" y="747967"/>
                </a:cubicBezTo>
                <a:cubicBezTo>
                  <a:pt x="4106883" y="725335"/>
                  <a:pt x="4132427" y="700961"/>
                  <a:pt x="4182934" y="700961"/>
                </a:cubicBezTo>
                <a:cubicBezTo>
                  <a:pt x="4234088" y="700961"/>
                  <a:pt x="4259665" y="725335"/>
                  <a:pt x="4283498" y="747967"/>
                </a:cubicBezTo>
                <a:cubicBezTo>
                  <a:pt x="4306750" y="770599"/>
                  <a:pt x="4328258" y="790330"/>
                  <a:pt x="4370692" y="790330"/>
                </a:cubicBezTo>
                <a:cubicBezTo>
                  <a:pt x="4414233" y="790330"/>
                  <a:pt x="4435713" y="770599"/>
                  <a:pt x="4458935" y="747967"/>
                </a:cubicBezTo>
                <a:cubicBezTo>
                  <a:pt x="4482157" y="725335"/>
                  <a:pt x="4507701" y="700961"/>
                  <a:pt x="4558209" y="700961"/>
                </a:cubicBezTo>
                <a:cubicBezTo>
                  <a:pt x="4609296" y="700961"/>
                  <a:pt x="4634841" y="725335"/>
                  <a:pt x="4658643" y="747967"/>
                </a:cubicBezTo>
                <a:cubicBezTo>
                  <a:pt x="4681865" y="770599"/>
                  <a:pt x="4702765" y="790330"/>
                  <a:pt x="4745726" y="790330"/>
                </a:cubicBezTo>
                <a:cubicBezTo>
                  <a:pt x="4789266" y="790330"/>
                  <a:pt x="4810747" y="770599"/>
                  <a:pt x="4833969" y="747967"/>
                </a:cubicBezTo>
                <a:cubicBezTo>
                  <a:pt x="4857191" y="725335"/>
                  <a:pt x="4882735" y="700961"/>
                  <a:pt x="4933242" y="700961"/>
                </a:cubicBezTo>
                <a:cubicBezTo>
                  <a:pt x="4984396" y="700961"/>
                  <a:pt x="5009973" y="725335"/>
                  <a:pt x="5033805" y="747967"/>
                </a:cubicBezTo>
                <a:cubicBezTo>
                  <a:pt x="5057058" y="770599"/>
                  <a:pt x="5077984" y="790330"/>
                  <a:pt x="5120999" y="790330"/>
                </a:cubicBezTo>
                <a:cubicBezTo>
                  <a:pt x="5164540" y="790330"/>
                  <a:pt x="5185440" y="770599"/>
                  <a:pt x="5209242" y="747967"/>
                </a:cubicBezTo>
                <a:cubicBezTo>
                  <a:pt x="5232464" y="725335"/>
                  <a:pt x="5258008" y="700961"/>
                  <a:pt x="5308516" y="700961"/>
                </a:cubicBezTo>
                <a:cubicBezTo>
                  <a:pt x="5359604" y="700961"/>
                  <a:pt x="5385148" y="725335"/>
                  <a:pt x="5408950" y="747967"/>
                </a:cubicBezTo>
                <a:cubicBezTo>
                  <a:pt x="5432172" y="770599"/>
                  <a:pt x="5453072" y="790330"/>
                  <a:pt x="5496033" y="790330"/>
                </a:cubicBezTo>
                <a:cubicBezTo>
                  <a:pt x="5539574" y="790330"/>
                  <a:pt x="5560473" y="770599"/>
                  <a:pt x="5584276" y="747967"/>
                </a:cubicBezTo>
                <a:cubicBezTo>
                  <a:pt x="5607498" y="725335"/>
                  <a:pt x="5633042" y="700961"/>
                  <a:pt x="5683550" y="700961"/>
                </a:cubicBezTo>
                <a:cubicBezTo>
                  <a:pt x="5734703" y="700961"/>
                  <a:pt x="5760280" y="725335"/>
                  <a:pt x="5784113" y="747967"/>
                </a:cubicBezTo>
                <a:cubicBezTo>
                  <a:pt x="5807364" y="770599"/>
                  <a:pt x="5828292" y="790330"/>
                  <a:pt x="5871307" y="790330"/>
                </a:cubicBezTo>
                <a:cubicBezTo>
                  <a:pt x="5914848" y="790330"/>
                  <a:pt x="5935748" y="770599"/>
                  <a:pt x="5958970" y="747967"/>
                </a:cubicBezTo>
                <a:cubicBezTo>
                  <a:pt x="5982772" y="725335"/>
                  <a:pt x="6008316" y="700961"/>
                  <a:pt x="6058824" y="700961"/>
                </a:cubicBezTo>
                <a:cubicBezTo>
                  <a:pt x="6109912" y="700961"/>
                  <a:pt x="6135456" y="725335"/>
                  <a:pt x="6159258" y="747967"/>
                </a:cubicBezTo>
                <a:cubicBezTo>
                  <a:pt x="6182480" y="770599"/>
                  <a:pt x="6203380" y="790330"/>
                  <a:pt x="6246341" y="790330"/>
                </a:cubicBezTo>
                <a:cubicBezTo>
                  <a:pt x="6289937" y="790330"/>
                  <a:pt x="6310864" y="770599"/>
                  <a:pt x="6334116" y="747967"/>
                </a:cubicBezTo>
                <a:cubicBezTo>
                  <a:pt x="6357949" y="725335"/>
                  <a:pt x="6383525" y="700961"/>
                  <a:pt x="6434098" y="700961"/>
                </a:cubicBezTo>
                <a:cubicBezTo>
                  <a:pt x="6485186" y="700961"/>
                  <a:pt x="6510730" y="725335"/>
                  <a:pt x="6534533" y="747967"/>
                </a:cubicBezTo>
                <a:cubicBezTo>
                  <a:pt x="6557755" y="770599"/>
                  <a:pt x="6578654" y="790330"/>
                  <a:pt x="6621614" y="790330"/>
                </a:cubicBezTo>
                <a:cubicBezTo>
                  <a:pt x="6665155" y="790330"/>
                  <a:pt x="6686056" y="770599"/>
                  <a:pt x="6709278" y="747967"/>
                </a:cubicBezTo>
                <a:cubicBezTo>
                  <a:pt x="6733080" y="725335"/>
                  <a:pt x="6758624" y="700961"/>
                  <a:pt x="6809131" y="700961"/>
                </a:cubicBezTo>
                <a:cubicBezTo>
                  <a:pt x="6860219" y="700961"/>
                  <a:pt x="6885763" y="725335"/>
                  <a:pt x="6909565" y="747967"/>
                </a:cubicBezTo>
                <a:cubicBezTo>
                  <a:pt x="6932788" y="770599"/>
                  <a:pt x="6953688" y="790330"/>
                  <a:pt x="6996648" y="790330"/>
                </a:cubicBezTo>
                <a:cubicBezTo>
                  <a:pt x="7040245" y="790330"/>
                  <a:pt x="7061172" y="770599"/>
                  <a:pt x="7084424" y="747967"/>
                </a:cubicBezTo>
                <a:cubicBezTo>
                  <a:pt x="7108257" y="725335"/>
                  <a:pt x="7133833" y="700961"/>
                  <a:pt x="7184405" y="700961"/>
                </a:cubicBezTo>
                <a:cubicBezTo>
                  <a:pt x="7235494" y="700961"/>
                  <a:pt x="7261038" y="725335"/>
                  <a:pt x="7284840" y="747967"/>
                </a:cubicBezTo>
                <a:cubicBezTo>
                  <a:pt x="7308063" y="770599"/>
                  <a:pt x="7328962" y="790330"/>
                  <a:pt x="7371922" y="790330"/>
                </a:cubicBezTo>
                <a:cubicBezTo>
                  <a:pt x="7414883" y="790330"/>
                  <a:pt x="7436363" y="770599"/>
                  <a:pt x="7459586" y="747967"/>
                </a:cubicBezTo>
                <a:cubicBezTo>
                  <a:pt x="7483388" y="725335"/>
                  <a:pt x="7508932" y="700961"/>
                  <a:pt x="7559439" y="700961"/>
                </a:cubicBezTo>
                <a:cubicBezTo>
                  <a:pt x="7609947" y="700961"/>
                  <a:pt x="7636071" y="725335"/>
                  <a:pt x="7659873" y="747967"/>
                </a:cubicBezTo>
                <a:cubicBezTo>
                  <a:pt x="7683096" y="770599"/>
                  <a:pt x="7703996" y="790330"/>
                  <a:pt x="7746956" y="790330"/>
                </a:cubicBezTo>
                <a:cubicBezTo>
                  <a:pt x="7789972" y="790330"/>
                  <a:pt x="7811479" y="770599"/>
                  <a:pt x="7834731" y="747967"/>
                </a:cubicBezTo>
                <a:cubicBezTo>
                  <a:pt x="7858565" y="725335"/>
                  <a:pt x="7884141" y="700961"/>
                  <a:pt x="7934713" y="700961"/>
                </a:cubicBezTo>
                <a:cubicBezTo>
                  <a:pt x="7985221" y="700961"/>
                  <a:pt x="8011346" y="725335"/>
                  <a:pt x="8035148" y="747967"/>
                </a:cubicBezTo>
                <a:cubicBezTo>
                  <a:pt x="8058371" y="770599"/>
                  <a:pt x="8079270" y="790330"/>
                  <a:pt x="8122230" y="790330"/>
                </a:cubicBezTo>
                <a:cubicBezTo>
                  <a:pt x="8165191" y="790330"/>
                  <a:pt x="8186671" y="770599"/>
                  <a:pt x="8209893" y="747967"/>
                </a:cubicBezTo>
                <a:cubicBezTo>
                  <a:pt x="8233696" y="725335"/>
                  <a:pt x="8259240" y="700961"/>
                  <a:pt x="8309747" y="700961"/>
                </a:cubicBezTo>
                <a:cubicBezTo>
                  <a:pt x="8360255" y="700961"/>
                  <a:pt x="8386379" y="725335"/>
                  <a:pt x="8409601" y="747967"/>
                </a:cubicBezTo>
                <a:cubicBezTo>
                  <a:pt x="8433403" y="770599"/>
                  <a:pt x="8454304" y="790330"/>
                  <a:pt x="8497264" y="790330"/>
                </a:cubicBezTo>
                <a:cubicBezTo>
                  <a:pt x="8540280" y="790330"/>
                  <a:pt x="8561787" y="770599"/>
                  <a:pt x="8585039" y="747967"/>
                </a:cubicBezTo>
                <a:cubicBezTo>
                  <a:pt x="8608873" y="725335"/>
                  <a:pt x="8634449" y="700961"/>
                  <a:pt x="8685021" y="700961"/>
                </a:cubicBezTo>
                <a:cubicBezTo>
                  <a:pt x="8735528" y="700961"/>
                  <a:pt x="8761654" y="725335"/>
                  <a:pt x="8784875" y="747967"/>
                </a:cubicBezTo>
                <a:cubicBezTo>
                  <a:pt x="8808678" y="770599"/>
                  <a:pt x="8829577" y="790330"/>
                  <a:pt x="8872538" y="790330"/>
                </a:cubicBezTo>
                <a:lnTo>
                  <a:pt x="8872538" y="808320"/>
                </a:lnTo>
                <a:cubicBezTo>
                  <a:pt x="8822030" y="808320"/>
                  <a:pt x="8796487" y="783367"/>
                  <a:pt x="8772684" y="761314"/>
                </a:cubicBezTo>
                <a:cubicBezTo>
                  <a:pt x="8749462" y="738682"/>
                  <a:pt x="8727981" y="718951"/>
                  <a:pt x="8685021" y="718951"/>
                </a:cubicBezTo>
                <a:cubicBezTo>
                  <a:pt x="8642005" y="718951"/>
                  <a:pt x="8621079" y="738682"/>
                  <a:pt x="8597246" y="761314"/>
                </a:cubicBezTo>
                <a:cubicBezTo>
                  <a:pt x="8573994" y="783367"/>
                  <a:pt x="8547836" y="808320"/>
                  <a:pt x="8497264" y="808320"/>
                </a:cubicBezTo>
                <a:cubicBezTo>
                  <a:pt x="8446757" y="808320"/>
                  <a:pt x="8421213" y="783367"/>
                  <a:pt x="8397409" y="761314"/>
                </a:cubicBezTo>
                <a:cubicBezTo>
                  <a:pt x="8374187" y="738682"/>
                  <a:pt x="8352708" y="718951"/>
                  <a:pt x="8309747" y="718951"/>
                </a:cubicBezTo>
                <a:cubicBezTo>
                  <a:pt x="8266787" y="718951"/>
                  <a:pt x="8245886" y="738682"/>
                  <a:pt x="8222084" y="761314"/>
                </a:cubicBezTo>
                <a:cubicBezTo>
                  <a:pt x="8198862" y="783367"/>
                  <a:pt x="8172738" y="808320"/>
                  <a:pt x="8122230" y="808320"/>
                </a:cubicBezTo>
                <a:cubicBezTo>
                  <a:pt x="8071723" y="808320"/>
                  <a:pt x="8046179" y="783367"/>
                  <a:pt x="8022377" y="761314"/>
                </a:cubicBezTo>
                <a:cubicBezTo>
                  <a:pt x="7999154" y="738682"/>
                  <a:pt x="7977674" y="718951"/>
                  <a:pt x="7934713" y="718951"/>
                </a:cubicBezTo>
                <a:cubicBezTo>
                  <a:pt x="7891697" y="718951"/>
                  <a:pt x="7870771" y="738682"/>
                  <a:pt x="7847519" y="761314"/>
                </a:cubicBezTo>
                <a:cubicBezTo>
                  <a:pt x="7823687" y="783367"/>
                  <a:pt x="7797528" y="808320"/>
                  <a:pt x="7746956" y="808320"/>
                </a:cubicBezTo>
                <a:cubicBezTo>
                  <a:pt x="7696449" y="808320"/>
                  <a:pt x="7670905" y="783367"/>
                  <a:pt x="7647102" y="761314"/>
                </a:cubicBezTo>
                <a:cubicBezTo>
                  <a:pt x="7623879" y="738682"/>
                  <a:pt x="7602400" y="718951"/>
                  <a:pt x="7559439" y="718951"/>
                </a:cubicBezTo>
                <a:cubicBezTo>
                  <a:pt x="7516479" y="718951"/>
                  <a:pt x="7495580" y="738682"/>
                  <a:pt x="7472357" y="761314"/>
                </a:cubicBezTo>
                <a:cubicBezTo>
                  <a:pt x="7448554" y="783367"/>
                  <a:pt x="7422430" y="808320"/>
                  <a:pt x="7371922" y="808320"/>
                </a:cubicBezTo>
                <a:cubicBezTo>
                  <a:pt x="7321415" y="808320"/>
                  <a:pt x="7295871" y="783367"/>
                  <a:pt x="7272069" y="761314"/>
                </a:cubicBezTo>
                <a:cubicBezTo>
                  <a:pt x="7248846" y="738682"/>
                  <a:pt x="7227946" y="718951"/>
                  <a:pt x="7184405" y="718951"/>
                </a:cubicBezTo>
                <a:cubicBezTo>
                  <a:pt x="7141390" y="718951"/>
                  <a:pt x="7120463" y="738682"/>
                  <a:pt x="7097212" y="761314"/>
                </a:cubicBezTo>
                <a:cubicBezTo>
                  <a:pt x="7073379" y="783367"/>
                  <a:pt x="7047802" y="808320"/>
                  <a:pt x="6996648" y="808320"/>
                </a:cubicBezTo>
                <a:cubicBezTo>
                  <a:pt x="6946141" y="808320"/>
                  <a:pt x="6920597" y="783367"/>
                  <a:pt x="6896794" y="761314"/>
                </a:cubicBezTo>
                <a:cubicBezTo>
                  <a:pt x="6873571" y="738682"/>
                  <a:pt x="6852672" y="718951"/>
                  <a:pt x="6809131" y="718951"/>
                </a:cubicBezTo>
                <a:cubicBezTo>
                  <a:pt x="6766171" y="718951"/>
                  <a:pt x="6745272" y="738682"/>
                  <a:pt x="6722050" y="761314"/>
                </a:cubicBezTo>
                <a:cubicBezTo>
                  <a:pt x="6698246" y="783367"/>
                  <a:pt x="6672702" y="808320"/>
                  <a:pt x="6621614" y="808320"/>
                </a:cubicBezTo>
                <a:cubicBezTo>
                  <a:pt x="6571107" y="808320"/>
                  <a:pt x="6545563" y="783367"/>
                  <a:pt x="6521761" y="761314"/>
                </a:cubicBezTo>
                <a:cubicBezTo>
                  <a:pt x="6498539" y="738682"/>
                  <a:pt x="6477638" y="718951"/>
                  <a:pt x="6434098" y="718951"/>
                </a:cubicBezTo>
                <a:cubicBezTo>
                  <a:pt x="6391082" y="718951"/>
                  <a:pt x="6370156" y="738682"/>
                  <a:pt x="6346904" y="761314"/>
                </a:cubicBezTo>
                <a:cubicBezTo>
                  <a:pt x="6323072" y="783367"/>
                  <a:pt x="6297494" y="808320"/>
                  <a:pt x="6246341" y="808320"/>
                </a:cubicBezTo>
                <a:cubicBezTo>
                  <a:pt x="6195833" y="808320"/>
                  <a:pt x="6170289" y="783367"/>
                  <a:pt x="6146486" y="761314"/>
                </a:cubicBezTo>
                <a:cubicBezTo>
                  <a:pt x="6123265" y="738682"/>
                  <a:pt x="6102365" y="718951"/>
                  <a:pt x="6058824" y="718951"/>
                </a:cubicBezTo>
                <a:cubicBezTo>
                  <a:pt x="6015863" y="718951"/>
                  <a:pt x="5994964" y="738682"/>
                  <a:pt x="5971742" y="761314"/>
                </a:cubicBezTo>
                <a:cubicBezTo>
                  <a:pt x="5947940" y="783367"/>
                  <a:pt x="5922395" y="808320"/>
                  <a:pt x="5871307" y="808320"/>
                </a:cubicBezTo>
                <a:cubicBezTo>
                  <a:pt x="5820734" y="808320"/>
                  <a:pt x="5795157" y="783367"/>
                  <a:pt x="5771325" y="761314"/>
                </a:cubicBezTo>
                <a:cubicBezTo>
                  <a:pt x="5748073" y="738682"/>
                  <a:pt x="5727146" y="718951"/>
                  <a:pt x="5683550" y="718951"/>
                </a:cubicBezTo>
                <a:cubicBezTo>
                  <a:pt x="5640589" y="718951"/>
                  <a:pt x="5619689" y="738682"/>
                  <a:pt x="5596467" y="761314"/>
                </a:cubicBezTo>
                <a:cubicBezTo>
                  <a:pt x="5572665" y="783367"/>
                  <a:pt x="5547121" y="808320"/>
                  <a:pt x="5496033" y="808320"/>
                </a:cubicBezTo>
                <a:cubicBezTo>
                  <a:pt x="5445525" y="808320"/>
                  <a:pt x="5419981" y="783367"/>
                  <a:pt x="5396759" y="761314"/>
                </a:cubicBezTo>
                <a:cubicBezTo>
                  <a:pt x="5372957" y="738682"/>
                  <a:pt x="5352057" y="718951"/>
                  <a:pt x="5308516" y="718951"/>
                </a:cubicBezTo>
                <a:cubicBezTo>
                  <a:pt x="5265556" y="718951"/>
                  <a:pt x="5244656" y="738682"/>
                  <a:pt x="5221434" y="761314"/>
                </a:cubicBezTo>
                <a:cubicBezTo>
                  <a:pt x="5197632" y="783367"/>
                  <a:pt x="5172087" y="808320"/>
                  <a:pt x="5120999" y="808320"/>
                </a:cubicBezTo>
                <a:cubicBezTo>
                  <a:pt x="5070427" y="808320"/>
                  <a:pt x="5044851" y="783367"/>
                  <a:pt x="5021598" y="761314"/>
                </a:cubicBezTo>
                <a:cubicBezTo>
                  <a:pt x="4998347" y="738682"/>
                  <a:pt x="4976839" y="718951"/>
                  <a:pt x="4933242" y="718951"/>
                </a:cubicBezTo>
                <a:cubicBezTo>
                  <a:pt x="4890282" y="718951"/>
                  <a:pt x="4869382" y="738682"/>
                  <a:pt x="4846160" y="761314"/>
                </a:cubicBezTo>
                <a:cubicBezTo>
                  <a:pt x="4822357" y="783367"/>
                  <a:pt x="4796813" y="808320"/>
                  <a:pt x="4745726" y="808320"/>
                </a:cubicBezTo>
                <a:cubicBezTo>
                  <a:pt x="4695218" y="808320"/>
                  <a:pt x="4669674" y="783367"/>
                  <a:pt x="4646452" y="761314"/>
                </a:cubicBezTo>
                <a:cubicBezTo>
                  <a:pt x="4623230" y="738682"/>
                  <a:pt x="4601750" y="718951"/>
                  <a:pt x="4558209" y="718951"/>
                </a:cubicBezTo>
                <a:cubicBezTo>
                  <a:pt x="4515248" y="718951"/>
                  <a:pt x="4494348" y="738682"/>
                  <a:pt x="4471126" y="761314"/>
                </a:cubicBezTo>
                <a:cubicBezTo>
                  <a:pt x="4447324" y="783367"/>
                  <a:pt x="4421780" y="808320"/>
                  <a:pt x="4370692" y="808320"/>
                </a:cubicBezTo>
                <a:cubicBezTo>
                  <a:pt x="4320119" y="808320"/>
                  <a:pt x="4294543" y="783367"/>
                  <a:pt x="4271291" y="761314"/>
                </a:cubicBezTo>
                <a:cubicBezTo>
                  <a:pt x="4248039" y="738682"/>
                  <a:pt x="4226531" y="718951"/>
                  <a:pt x="4182934" y="718951"/>
                </a:cubicBezTo>
                <a:cubicBezTo>
                  <a:pt x="4140554" y="718951"/>
                  <a:pt x="4119074" y="738682"/>
                  <a:pt x="4095853" y="761314"/>
                </a:cubicBezTo>
                <a:cubicBezTo>
                  <a:pt x="4072050" y="783367"/>
                  <a:pt x="4046506" y="808320"/>
                  <a:pt x="3995418" y="808320"/>
                </a:cubicBezTo>
                <a:cubicBezTo>
                  <a:pt x="3944910" y="808320"/>
                  <a:pt x="3919366" y="783367"/>
                  <a:pt x="3896144" y="761314"/>
                </a:cubicBezTo>
                <a:cubicBezTo>
                  <a:pt x="3872922" y="738682"/>
                  <a:pt x="3851442" y="718951"/>
                  <a:pt x="3807901" y="718951"/>
                </a:cubicBezTo>
                <a:cubicBezTo>
                  <a:pt x="3765521" y="718951"/>
                  <a:pt x="3744041" y="738682"/>
                  <a:pt x="3720819" y="761314"/>
                </a:cubicBezTo>
                <a:cubicBezTo>
                  <a:pt x="3697597" y="783367"/>
                  <a:pt x="3671472" y="808320"/>
                  <a:pt x="3620384" y="808320"/>
                </a:cubicBezTo>
                <a:cubicBezTo>
                  <a:pt x="3570393" y="808320"/>
                  <a:pt x="3544235" y="783367"/>
                  <a:pt x="3520983" y="761314"/>
                </a:cubicBezTo>
                <a:cubicBezTo>
                  <a:pt x="3497731" y="738682"/>
                  <a:pt x="3476224" y="718951"/>
                  <a:pt x="3432627" y="718951"/>
                </a:cubicBezTo>
                <a:cubicBezTo>
                  <a:pt x="3390247" y="718951"/>
                  <a:pt x="3368766" y="738682"/>
                  <a:pt x="3345545" y="761314"/>
                </a:cubicBezTo>
                <a:cubicBezTo>
                  <a:pt x="3322323" y="783367"/>
                  <a:pt x="3296198" y="808320"/>
                  <a:pt x="3245110" y="808320"/>
                </a:cubicBezTo>
                <a:cubicBezTo>
                  <a:pt x="3195156" y="808320"/>
                  <a:pt x="3169018" y="783367"/>
                  <a:pt x="3145784" y="761314"/>
                </a:cubicBezTo>
                <a:cubicBezTo>
                  <a:pt x="3122549" y="738682"/>
                  <a:pt x="3101058" y="718951"/>
                  <a:pt x="3058075" y="718951"/>
                </a:cubicBezTo>
                <a:cubicBezTo>
                  <a:pt x="3015114" y="718951"/>
                  <a:pt x="2993634" y="738682"/>
                  <a:pt x="2970412" y="761314"/>
                </a:cubicBezTo>
                <a:cubicBezTo>
                  <a:pt x="2947190" y="783367"/>
                  <a:pt x="2921066" y="808320"/>
                  <a:pt x="2870558" y="808320"/>
                </a:cubicBezTo>
                <a:lnTo>
                  <a:pt x="2870035" y="808304"/>
                </a:lnTo>
                <a:lnTo>
                  <a:pt x="2870035" y="808320"/>
                </a:lnTo>
                <a:cubicBezTo>
                  <a:pt x="2819528" y="808320"/>
                  <a:pt x="2793984" y="783367"/>
                  <a:pt x="2770325" y="761314"/>
                </a:cubicBezTo>
                <a:cubicBezTo>
                  <a:pt x="2757626" y="748937"/>
                  <a:pt x="2745447" y="737428"/>
                  <a:pt x="2729991" y="729539"/>
                </a:cubicBezTo>
                <a:lnTo>
                  <a:pt x="2720518" y="725361"/>
                </a:lnTo>
                <a:lnTo>
                  <a:pt x="2719443" y="725001"/>
                </a:lnTo>
                <a:lnTo>
                  <a:pt x="2709789" y="722036"/>
                </a:lnTo>
                <a:lnTo>
                  <a:pt x="2707391" y="721580"/>
                </a:lnTo>
                <a:lnTo>
                  <a:pt x="2697811" y="719843"/>
                </a:lnTo>
                <a:lnTo>
                  <a:pt x="2682662" y="718951"/>
                </a:lnTo>
                <a:lnTo>
                  <a:pt x="2667518" y="719843"/>
                </a:lnTo>
                <a:cubicBezTo>
                  <a:pt x="2634370" y="723929"/>
                  <a:pt x="2615741" y="741511"/>
                  <a:pt x="2594887" y="761314"/>
                </a:cubicBezTo>
                <a:cubicBezTo>
                  <a:pt x="2573089" y="781988"/>
                  <a:pt x="2548736" y="805212"/>
                  <a:pt x="2504106" y="808035"/>
                </a:cubicBezTo>
                <a:lnTo>
                  <a:pt x="2494905" y="808320"/>
                </a:lnTo>
                <a:lnTo>
                  <a:pt x="2485722" y="808035"/>
                </a:lnTo>
                <a:cubicBezTo>
                  <a:pt x="2441211" y="805212"/>
                  <a:pt x="2417366" y="781988"/>
                  <a:pt x="2395051" y="761314"/>
                </a:cubicBezTo>
                <a:cubicBezTo>
                  <a:pt x="2374732" y="741511"/>
                  <a:pt x="2355746" y="723929"/>
                  <a:pt x="2322537" y="719843"/>
                </a:cubicBezTo>
                <a:lnTo>
                  <a:pt x="2307388" y="718951"/>
                </a:lnTo>
                <a:lnTo>
                  <a:pt x="2292264" y="719843"/>
                </a:lnTo>
                <a:cubicBezTo>
                  <a:pt x="2259158" y="723929"/>
                  <a:pt x="2240553" y="741511"/>
                  <a:pt x="2219726" y="761314"/>
                </a:cubicBezTo>
                <a:cubicBezTo>
                  <a:pt x="2197955" y="781988"/>
                  <a:pt x="2173634" y="805212"/>
                  <a:pt x="2129061" y="808035"/>
                </a:cubicBezTo>
                <a:lnTo>
                  <a:pt x="2119872" y="808320"/>
                </a:lnTo>
                <a:lnTo>
                  <a:pt x="2110689" y="808035"/>
                </a:lnTo>
                <a:cubicBezTo>
                  <a:pt x="2066178" y="805212"/>
                  <a:pt x="2042333" y="781988"/>
                  <a:pt x="2020018" y="761314"/>
                </a:cubicBezTo>
                <a:cubicBezTo>
                  <a:pt x="1999699" y="741511"/>
                  <a:pt x="1980713" y="723929"/>
                  <a:pt x="1947504" y="719843"/>
                </a:cubicBezTo>
                <a:lnTo>
                  <a:pt x="1932356" y="718951"/>
                </a:lnTo>
                <a:lnTo>
                  <a:pt x="1917213" y="719843"/>
                </a:lnTo>
                <a:cubicBezTo>
                  <a:pt x="1884072" y="723929"/>
                  <a:pt x="1865507" y="741511"/>
                  <a:pt x="1845162" y="761314"/>
                </a:cubicBezTo>
                <a:cubicBezTo>
                  <a:pt x="1822818" y="781988"/>
                  <a:pt x="1798431" y="805212"/>
                  <a:pt x="1753800" y="808035"/>
                </a:cubicBezTo>
                <a:lnTo>
                  <a:pt x="1744598" y="808320"/>
                </a:lnTo>
                <a:lnTo>
                  <a:pt x="1735415" y="808035"/>
                </a:lnTo>
                <a:cubicBezTo>
                  <a:pt x="1690905" y="805212"/>
                  <a:pt x="1667059" y="781988"/>
                  <a:pt x="1644744" y="761314"/>
                </a:cubicBezTo>
                <a:cubicBezTo>
                  <a:pt x="1624425" y="741511"/>
                  <a:pt x="1605439" y="723929"/>
                  <a:pt x="1572230" y="719843"/>
                </a:cubicBezTo>
                <a:lnTo>
                  <a:pt x="1557081" y="718951"/>
                </a:lnTo>
                <a:lnTo>
                  <a:pt x="1541958" y="719843"/>
                </a:lnTo>
                <a:cubicBezTo>
                  <a:pt x="1508860" y="723929"/>
                  <a:pt x="1490318" y="741511"/>
                  <a:pt x="1470000" y="761314"/>
                </a:cubicBezTo>
                <a:cubicBezTo>
                  <a:pt x="1447685" y="781988"/>
                  <a:pt x="1423329" y="805212"/>
                  <a:pt x="1378755" y="808035"/>
                </a:cubicBezTo>
                <a:lnTo>
                  <a:pt x="1369565" y="808320"/>
                </a:lnTo>
                <a:lnTo>
                  <a:pt x="1360382" y="808035"/>
                </a:lnTo>
                <a:cubicBezTo>
                  <a:pt x="1315871" y="805212"/>
                  <a:pt x="1292025" y="781988"/>
                  <a:pt x="1269711" y="761314"/>
                </a:cubicBezTo>
                <a:cubicBezTo>
                  <a:pt x="1249392" y="741511"/>
                  <a:pt x="1230851" y="723929"/>
                  <a:pt x="1197364" y="719843"/>
                </a:cubicBezTo>
                <a:lnTo>
                  <a:pt x="1182049" y="718951"/>
                </a:lnTo>
                <a:lnTo>
                  <a:pt x="1166905" y="719843"/>
                </a:lnTo>
                <a:cubicBezTo>
                  <a:pt x="1133765" y="723929"/>
                  <a:pt x="1115200" y="741511"/>
                  <a:pt x="1094854" y="761314"/>
                </a:cubicBezTo>
                <a:cubicBezTo>
                  <a:pt x="1072511" y="781988"/>
                  <a:pt x="1048635" y="805212"/>
                  <a:pt x="1003589" y="808035"/>
                </a:cubicBezTo>
                <a:lnTo>
                  <a:pt x="994291" y="808320"/>
                </a:lnTo>
                <a:lnTo>
                  <a:pt x="985108" y="808035"/>
                </a:lnTo>
                <a:cubicBezTo>
                  <a:pt x="940598" y="805212"/>
                  <a:pt x="916752" y="781988"/>
                  <a:pt x="894437" y="761314"/>
                </a:cubicBezTo>
                <a:cubicBezTo>
                  <a:pt x="874118" y="741511"/>
                  <a:pt x="855577" y="723929"/>
                  <a:pt x="822090" y="719843"/>
                </a:cubicBezTo>
                <a:lnTo>
                  <a:pt x="806774" y="718951"/>
                </a:lnTo>
                <a:lnTo>
                  <a:pt x="791651" y="719843"/>
                </a:lnTo>
                <a:cubicBezTo>
                  <a:pt x="758553" y="723929"/>
                  <a:pt x="740012" y="741511"/>
                  <a:pt x="719692" y="761314"/>
                </a:cubicBezTo>
                <a:cubicBezTo>
                  <a:pt x="697378" y="781988"/>
                  <a:pt x="673532" y="805212"/>
                  <a:pt x="628544" y="808035"/>
                </a:cubicBezTo>
                <a:lnTo>
                  <a:pt x="619258" y="808320"/>
                </a:lnTo>
                <a:lnTo>
                  <a:pt x="610075" y="808035"/>
                </a:lnTo>
                <a:cubicBezTo>
                  <a:pt x="565564" y="805212"/>
                  <a:pt x="541719" y="781988"/>
                  <a:pt x="519404" y="761314"/>
                </a:cubicBezTo>
                <a:cubicBezTo>
                  <a:pt x="499085" y="741511"/>
                  <a:pt x="480544" y="723929"/>
                  <a:pt x="447056" y="719843"/>
                </a:cubicBezTo>
                <a:lnTo>
                  <a:pt x="431741" y="718951"/>
                </a:lnTo>
                <a:lnTo>
                  <a:pt x="416598" y="719843"/>
                </a:lnTo>
                <a:cubicBezTo>
                  <a:pt x="383458" y="723929"/>
                  <a:pt x="364893" y="741511"/>
                  <a:pt x="344548" y="761314"/>
                </a:cubicBezTo>
                <a:cubicBezTo>
                  <a:pt x="322204" y="781988"/>
                  <a:pt x="298328" y="805212"/>
                  <a:pt x="253282" y="808035"/>
                </a:cubicBezTo>
                <a:lnTo>
                  <a:pt x="243984" y="808320"/>
                </a:lnTo>
                <a:lnTo>
                  <a:pt x="234801" y="808035"/>
                </a:lnTo>
                <a:cubicBezTo>
                  <a:pt x="190290" y="805212"/>
                  <a:pt x="166445" y="781988"/>
                  <a:pt x="144130" y="761314"/>
                </a:cubicBezTo>
                <a:cubicBezTo>
                  <a:pt x="123811" y="741511"/>
                  <a:pt x="105270" y="723929"/>
                  <a:pt x="71783" y="719843"/>
                </a:cubicBezTo>
                <a:lnTo>
                  <a:pt x="56467" y="718951"/>
                </a:lnTo>
                <a:lnTo>
                  <a:pt x="41344" y="719843"/>
                </a:lnTo>
                <a:cubicBezTo>
                  <a:pt x="24795" y="721886"/>
                  <a:pt x="11885" y="727303"/>
                  <a:pt x="572" y="734685"/>
                </a:cubicBezTo>
                <a:lnTo>
                  <a:pt x="0" y="735174"/>
                </a:lnTo>
                <a:lnTo>
                  <a:pt x="0" y="715729"/>
                </a:lnTo>
                <a:lnTo>
                  <a:pt x="47285" y="701241"/>
                </a:lnTo>
                <a:close/>
                <a:moveTo>
                  <a:pt x="56461" y="600343"/>
                </a:moveTo>
                <a:lnTo>
                  <a:pt x="65747" y="600622"/>
                </a:lnTo>
                <a:cubicBezTo>
                  <a:pt x="110736" y="603383"/>
                  <a:pt x="134581" y="626131"/>
                  <a:pt x="156896" y="647348"/>
                </a:cubicBezTo>
                <a:cubicBezTo>
                  <a:pt x="177216" y="667152"/>
                  <a:pt x="195756" y="684734"/>
                  <a:pt x="228855" y="688820"/>
                </a:cubicBezTo>
                <a:lnTo>
                  <a:pt x="243979" y="689712"/>
                </a:lnTo>
                <a:lnTo>
                  <a:pt x="259313" y="688796"/>
                </a:lnTo>
                <a:cubicBezTo>
                  <a:pt x="292843" y="684607"/>
                  <a:pt x="311408" y="666644"/>
                  <a:pt x="331753" y="647348"/>
                </a:cubicBezTo>
                <a:cubicBezTo>
                  <a:pt x="354097" y="626131"/>
                  <a:pt x="377973" y="603383"/>
                  <a:pt x="422541" y="600622"/>
                </a:cubicBezTo>
                <a:lnTo>
                  <a:pt x="431735" y="600343"/>
                </a:lnTo>
                <a:lnTo>
                  <a:pt x="441021" y="600622"/>
                </a:lnTo>
                <a:cubicBezTo>
                  <a:pt x="486010" y="603383"/>
                  <a:pt x="509856" y="626131"/>
                  <a:pt x="532170" y="647348"/>
                </a:cubicBezTo>
                <a:cubicBezTo>
                  <a:pt x="552489" y="667152"/>
                  <a:pt x="571030" y="684734"/>
                  <a:pt x="604128" y="688820"/>
                </a:cubicBezTo>
                <a:lnTo>
                  <a:pt x="619252" y="689712"/>
                </a:lnTo>
                <a:lnTo>
                  <a:pt x="634567" y="688796"/>
                </a:lnTo>
                <a:cubicBezTo>
                  <a:pt x="668054" y="684607"/>
                  <a:pt x="686596" y="666644"/>
                  <a:pt x="706915" y="647348"/>
                </a:cubicBezTo>
                <a:cubicBezTo>
                  <a:pt x="729229" y="626131"/>
                  <a:pt x="753075" y="603383"/>
                  <a:pt x="797585" y="600622"/>
                </a:cubicBezTo>
                <a:lnTo>
                  <a:pt x="806768" y="600343"/>
                </a:lnTo>
                <a:lnTo>
                  <a:pt x="806769" y="600343"/>
                </a:lnTo>
                <a:lnTo>
                  <a:pt x="816054" y="600622"/>
                </a:lnTo>
                <a:cubicBezTo>
                  <a:pt x="861043" y="603383"/>
                  <a:pt x="884889" y="626131"/>
                  <a:pt x="907203" y="647348"/>
                </a:cubicBezTo>
                <a:cubicBezTo>
                  <a:pt x="927522" y="667152"/>
                  <a:pt x="946064" y="684734"/>
                  <a:pt x="979162" y="688820"/>
                </a:cubicBezTo>
                <a:lnTo>
                  <a:pt x="994285" y="689712"/>
                </a:lnTo>
                <a:lnTo>
                  <a:pt x="1009620" y="688796"/>
                </a:lnTo>
                <a:cubicBezTo>
                  <a:pt x="1043150" y="684607"/>
                  <a:pt x="1061715" y="666644"/>
                  <a:pt x="1082060" y="647348"/>
                </a:cubicBezTo>
                <a:cubicBezTo>
                  <a:pt x="1104404" y="626131"/>
                  <a:pt x="1128280" y="603383"/>
                  <a:pt x="1172848" y="600622"/>
                </a:cubicBezTo>
                <a:lnTo>
                  <a:pt x="1182042" y="600343"/>
                </a:lnTo>
                <a:lnTo>
                  <a:pt x="1182043" y="600343"/>
                </a:lnTo>
                <a:lnTo>
                  <a:pt x="1191328" y="600622"/>
                </a:lnTo>
                <a:cubicBezTo>
                  <a:pt x="1236317" y="603383"/>
                  <a:pt x="1260162" y="626131"/>
                  <a:pt x="1282477" y="647348"/>
                </a:cubicBezTo>
                <a:cubicBezTo>
                  <a:pt x="1302796" y="667152"/>
                  <a:pt x="1321338" y="684734"/>
                  <a:pt x="1354436" y="688820"/>
                </a:cubicBezTo>
                <a:lnTo>
                  <a:pt x="1369559" y="689712"/>
                </a:lnTo>
                <a:lnTo>
                  <a:pt x="1384708" y="688796"/>
                </a:lnTo>
                <a:cubicBezTo>
                  <a:pt x="1417917" y="684607"/>
                  <a:pt x="1436902" y="666644"/>
                  <a:pt x="1457222" y="647348"/>
                </a:cubicBezTo>
                <a:cubicBezTo>
                  <a:pt x="1479536" y="626131"/>
                  <a:pt x="1503382" y="603383"/>
                  <a:pt x="1547892" y="600622"/>
                </a:cubicBezTo>
                <a:lnTo>
                  <a:pt x="1557075" y="600343"/>
                </a:lnTo>
                <a:lnTo>
                  <a:pt x="1566265" y="600622"/>
                </a:lnTo>
                <a:cubicBezTo>
                  <a:pt x="1610840" y="603383"/>
                  <a:pt x="1635196" y="626131"/>
                  <a:pt x="1657510" y="647348"/>
                </a:cubicBezTo>
                <a:cubicBezTo>
                  <a:pt x="1677829" y="667152"/>
                  <a:pt x="1696371" y="684734"/>
                  <a:pt x="1729469" y="688820"/>
                </a:cubicBezTo>
                <a:lnTo>
                  <a:pt x="1744592" y="689712"/>
                </a:lnTo>
                <a:lnTo>
                  <a:pt x="1759760" y="688796"/>
                </a:lnTo>
                <a:cubicBezTo>
                  <a:pt x="1793012" y="684607"/>
                  <a:pt x="1812022" y="666644"/>
                  <a:pt x="1832367" y="647348"/>
                </a:cubicBezTo>
                <a:cubicBezTo>
                  <a:pt x="1854711" y="626131"/>
                  <a:pt x="1878587" y="603383"/>
                  <a:pt x="1923154" y="600622"/>
                </a:cubicBezTo>
                <a:lnTo>
                  <a:pt x="1932349" y="600343"/>
                </a:lnTo>
                <a:lnTo>
                  <a:pt x="1941539" y="600622"/>
                </a:lnTo>
                <a:cubicBezTo>
                  <a:pt x="1986113" y="603383"/>
                  <a:pt x="2010469" y="626131"/>
                  <a:pt x="2032784" y="647348"/>
                </a:cubicBezTo>
                <a:cubicBezTo>
                  <a:pt x="2053103" y="667152"/>
                  <a:pt x="2071645" y="684734"/>
                  <a:pt x="2104742" y="688820"/>
                </a:cubicBezTo>
                <a:lnTo>
                  <a:pt x="2119866" y="689712"/>
                </a:lnTo>
                <a:lnTo>
                  <a:pt x="2135015" y="688796"/>
                </a:lnTo>
                <a:cubicBezTo>
                  <a:pt x="2168224" y="684607"/>
                  <a:pt x="2187209" y="666644"/>
                  <a:pt x="2207529" y="647348"/>
                </a:cubicBezTo>
                <a:cubicBezTo>
                  <a:pt x="2229844" y="626131"/>
                  <a:pt x="2253689" y="603383"/>
                  <a:pt x="2298199" y="600622"/>
                </a:cubicBezTo>
                <a:lnTo>
                  <a:pt x="2307382" y="600343"/>
                </a:lnTo>
                <a:lnTo>
                  <a:pt x="2307383" y="600343"/>
                </a:lnTo>
                <a:lnTo>
                  <a:pt x="2316572" y="600622"/>
                </a:lnTo>
                <a:cubicBezTo>
                  <a:pt x="2361144" y="603383"/>
                  <a:pt x="2385466" y="626131"/>
                  <a:pt x="2407237" y="647348"/>
                </a:cubicBezTo>
                <a:cubicBezTo>
                  <a:pt x="2428064" y="667152"/>
                  <a:pt x="2446668" y="684734"/>
                  <a:pt x="2479774" y="688820"/>
                </a:cubicBezTo>
                <a:lnTo>
                  <a:pt x="2494899" y="689712"/>
                </a:lnTo>
                <a:lnTo>
                  <a:pt x="2510067" y="688796"/>
                </a:lnTo>
                <a:cubicBezTo>
                  <a:pt x="2543319" y="684607"/>
                  <a:pt x="2562329" y="666644"/>
                  <a:pt x="2582674" y="647348"/>
                </a:cubicBezTo>
                <a:cubicBezTo>
                  <a:pt x="2605018" y="626131"/>
                  <a:pt x="2628894" y="603383"/>
                  <a:pt x="2673461" y="600622"/>
                </a:cubicBezTo>
                <a:lnTo>
                  <a:pt x="2682656" y="600343"/>
                </a:lnTo>
                <a:lnTo>
                  <a:pt x="2683083" y="600356"/>
                </a:lnTo>
                <a:lnTo>
                  <a:pt x="2683083" y="600343"/>
                </a:lnTo>
                <a:cubicBezTo>
                  <a:pt x="2689396" y="600343"/>
                  <a:pt x="2695329" y="600723"/>
                  <a:pt x="2700922" y="601434"/>
                </a:cubicBezTo>
                <a:lnTo>
                  <a:pt x="2705035" y="602233"/>
                </a:lnTo>
                <a:lnTo>
                  <a:pt x="2707646" y="602552"/>
                </a:lnTo>
                <a:lnTo>
                  <a:pt x="2710920" y="603376"/>
                </a:lnTo>
                <a:lnTo>
                  <a:pt x="2716728" y="604505"/>
                </a:lnTo>
                <a:lnTo>
                  <a:pt x="2720587" y="605810"/>
                </a:lnTo>
                <a:lnTo>
                  <a:pt x="2721753" y="606104"/>
                </a:lnTo>
                <a:lnTo>
                  <a:pt x="2723706" y="606865"/>
                </a:lnTo>
                <a:lnTo>
                  <a:pt x="2730750" y="609248"/>
                </a:lnTo>
                <a:cubicBezTo>
                  <a:pt x="2752776" y="618378"/>
                  <a:pt x="2768423" y="633203"/>
                  <a:pt x="2782896" y="647348"/>
                </a:cubicBezTo>
                <a:cubicBezTo>
                  <a:pt x="2806117" y="669981"/>
                  <a:pt x="2827597" y="689712"/>
                  <a:pt x="2870558" y="689712"/>
                </a:cubicBezTo>
                <a:cubicBezTo>
                  <a:pt x="2913518" y="689712"/>
                  <a:pt x="2934999" y="669400"/>
                  <a:pt x="2958221" y="647348"/>
                </a:cubicBezTo>
                <a:cubicBezTo>
                  <a:pt x="2982023" y="624716"/>
                  <a:pt x="3007567" y="600343"/>
                  <a:pt x="3058075" y="600343"/>
                </a:cubicBezTo>
                <a:cubicBezTo>
                  <a:pt x="3108609" y="600343"/>
                  <a:pt x="3134747" y="624716"/>
                  <a:pt x="3157982" y="647348"/>
                </a:cubicBezTo>
                <a:cubicBezTo>
                  <a:pt x="3181216" y="669981"/>
                  <a:pt x="3202708" y="689712"/>
                  <a:pt x="3245110" y="689712"/>
                </a:cubicBezTo>
                <a:cubicBezTo>
                  <a:pt x="3288651" y="689712"/>
                  <a:pt x="3310131" y="669400"/>
                  <a:pt x="3333353" y="647348"/>
                </a:cubicBezTo>
                <a:cubicBezTo>
                  <a:pt x="3356575" y="624716"/>
                  <a:pt x="3382700" y="600343"/>
                  <a:pt x="3432627" y="600343"/>
                </a:cubicBezTo>
                <a:cubicBezTo>
                  <a:pt x="3483780" y="600343"/>
                  <a:pt x="3509938" y="624716"/>
                  <a:pt x="3533191" y="647348"/>
                </a:cubicBezTo>
                <a:cubicBezTo>
                  <a:pt x="3556442" y="669981"/>
                  <a:pt x="3577950" y="689712"/>
                  <a:pt x="3620384" y="689712"/>
                </a:cubicBezTo>
                <a:cubicBezTo>
                  <a:pt x="3663926" y="689712"/>
                  <a:pt x="3685405" y="669400"/>
                  <a:pt x="3708627" y="647348"/>
                </a:cubicBezTo>
                <a:cubicBezTo>
                  <a:pt x="3731849" y="624716"/>
                  <a:pt x="3757393" y="600343"/>
                  <a:pt x="3807901" y="600343"/>
                </a:cubicBezTo>
                <a:cubicBezTo>
                  <a:pt x="3858989" y="600343"/>
                  <a:pt x="3884533" y="624716"/>
                  <a:pt x="3908336" y="647348"/>
                </a:cubicBezTo>
                <a:cubicBezTo>
                  <a:pt x="3931558" y="669981"/>
                  <a:pt x="3953038" y="689712"/>
                  <a:pt x="3995418" y="689712"/>
                </a:cubicBezTo>
                <a:cubicBezTo>
                  <a:pt x="4038959" y="689712"/>
                  <a:pt x="4060439" y="669400"/>
                  <a:pt x="4083661" y="647348"/>
                </a:cubicBezTo>
                <a:cubicBezTo>
                  <a:pt x="4106883" y="624716"/>
                  <a:pt x="4132427" y="600343"/>
                  <a:pt x="4182934" y="600343"/>
                </a:cubicBezTo>
                <a:cubicBezTo>
                  <a:pt x="4234088" y="600343"/>
                  <a:pt x="4259665" y="624716"/>
                  <a:pt x="4283498" y="647348"/>
                </a:cubicBezTo>
                <a:cubicBezTo>
                  <a:pt x="4306750" y="669981"/>
                  <a:pt x="4328258" y="689712"/>
                  <a:pt x="4370692" y="689712"/>
                </a:cubicBezTo>
                <a:cubicBezTo>
                  <a:pt x="4414233" y="689712"/>
                  <a:pt x="4435713" y="669400"/>
                  <a:pt x="4458935" y="647348"/>
                </a:cubicBezTo>
                <a:cubicBezTo>
                  <a:pt x="4482157" y="624716"/>
                  <a:pt x="4507701" y="600343"/>
                  <a:pt x="4558209" y="600343"/>
                </a:cubicBezTo>
                <a:cubicBezTo>
                  <a:pt x="4609296" y="600343"/>
                  <a:pt x="4634841" y="624716"/>
                  <a:pt x="4658643" y="647348"/>
                </a:cubicBezTo>
                <a:cubicBezTo>
                  <a:pt x="4681865" y="669981"/>
                  <a:pt x="4702765" y="689712"/>
                  <a:pt x="4745726" y="689712"/>
                </a:cubicBezTo>
                <a:cubicBezTo>
                  <a:pt x="4789266" y="689712"/>
                  <a:pt x="4810747" y="669400"/>
                  <a:pt x="4833969" y="647348"/>
                </a:cubicBezTo>
                <a:cubicBezTo>
                  <a:pt x="4857191" y="624716"/>
                  <a:pt x="4882735" y="600343"/>
                  <a:pt x="4933242" y="600343"/>
                </a:cubicBezTo>
                <a:cubicBezTo>
                  <a:pt x="4984396" y="600343"/>
                  <a:pt x="5009973" y="624716"/>
                  <a:pt x="5033805" y="647348"/>
                </a:cubicBezTo>
                <a:cubicBezTo>
                  <a:pt x="5057058" y="669981"/>
                  <a:pt x="5077984" y="689712"/>
                  <a:pt x="5120999" y="689712"/>
                </a:cubicBezTo>
                <a:cubicBezTo>
                  <a:pt x="5164540" y="689712"/>
                  <a:pt x="5185440" y="669400"/>
                  <a:pt x="5209242" y="647348"/>
                </a:cubicBezTo>
                <a:cubicBezTo>
                  <a:pt x="5232464" y="624716"/>
                  <a:pt x="5258008" y="600343"/>
                  <a:pt x="5308516" y="600343"/>
                </a:cubicBezTo>
                <a:cubicBezTo>
                  <a:pt x="5359604" y="600343"/>
                  <a:pt x="5385148" y="624716"/>
                  <a:pt x="5408950" y="647348"/>
                </a:cubicBezTo>
                <a:cubicBezTo>
                  <a:pt x="5432172" y="669981"/>
                  <a:pt x="5453072" y="689712"/>
                  <a:pt x="5496033" y="689712"/>
                </a:cubicBezTo>
                <a:cubicBezTo>
                  <a:pt x="5539574" y="689712"/>
                  <a:pt x="5560473" y="669400"/>
                  <a:pt x="5584276" y="647348"/>
                </a:cubicBezTo>
                <a:cubicBezTo>
                  <a:pt x="5607498" y="624716"/>
                  <a:pt x="5633042" y="600343"/>
                  <a:pt x="5683550" y="600343"/>
                </a:cubicBezTo>
                <a:cubicBezTo>
                  <a:pt x="5734703" y="600343"/>
                  <a:pt x="5760280" y="624716"/>
                  <a:pt x="5784113" y="647348"/>
                </a:cubicBezTo>
                <a:cubicBezTo>
                  <a:pt x="5807364" y="669981"/>
                  <a:pt x="5828292" y="689712"/>
                  <a:pt x="5871307" y="689712"/>
                </a:cubicBezTo>
                <a:cubicBezTo>
                  <a:pt x="5914848" y="689712"/>
                  <a:pt x="5935748" y="669400"/>
                  <a:pt x="5958970" y="647348"/>
                </a:cubicBezTo>
                <a:cubicBezTo>
                  <a:pt x="5982772" y="624716"/>
                  <a:pt x="6008316" y="600343"/>
                  <a:pt x="6058824" y="600343"/>
                </a:cubicBezTo>
                <a:cubicBezTo>
                  <a:pt x="6109912" y="600343"/>
                  <a:pt x="6135456" y="624716"/>
                  <a:pt x="6159258" y="647348"/>
                </a:cubicBezTo>
                <a:cubicBezTo>
                  <a:pt x="6182480" y="669981"/>
                  <a:pt x="6203380" y="689712"/>
                  <a:pt x="6246341" y="689712"/>
                </a:cubicBezTo>
                <a:cubicBezTo>
                  <a:pt x="6289937" y="689712"/>
                  <a:pt x="6310864" y="669400"/>
                  <a:pt x="6334116" y="647348"/>
                </a:cubicBezTo>
                <a:cubicBezTo>
                  <a:pt x="6357949" y="624716"/>
                  <a:pt x="6383525" y="600343"/>
                  <a:pt x="6434098" y="600343"/>
                </a:cubicBezTo>
                <a:cubicBezTo>
                  <a:pt x="6485186" y="600343"/>
                  <a:pt x="6510730" y="624716"/>
                  <a:pt x="6534533" y="647348"/>
                </a:cubicBezTo>
                <a:cubicBezTo>
                  <a:pt x="6557755" y="669981"/>
                  <a:pt x="6578654" y="689712"/>
                  <a:pt x="6621614" y="689712"/>
                </a:cubicBezTo>
                <a:cubicBezTo>
                  <a:pt x="6665155" y="689712"/>
                  <a:pt x="6686056" y="669400"/>
                  <a:pt x="6709278" y="647348"/>
                </a:cubicBezTo>
                <a:cubicBezTo>
                  <a:pt x="6733080" y="624716"/>
                  <a:pt x="6758624" y="600343"/>
                  <a:pt x="6809131" y="600343"/>
                </a:cubicBezTo>
                <a:cubicBezTo>
                  <a:pt x="6860219" y="600343"/>
                  <a:pt x="6885763" y="624716"/>
                  <a:pt x="6909565" y="647348"/>
                </a:cubicBezTo>
                <a:cubicBezTo>
                  <a:pt x="6932788" y="669981"/>
                  <a:pt x="6953688" y="689712"/>
                  <a:pt x="6996648" y="689712"/>
                </a:cubicBezTo>
                <a:cubicBezTo>
                  <a:pt x="7040245" y="689712"/>
                  <a:pt x="7061172" y="669400"/>
                  <a:pt x="7084424" y="647348"/>
                </a:cubicBezTo>
                <a:cubicBezTo>
                  <a:pt x="7108257" y="624716"/>
                  <a:pt x="7133833" y="600343"/>
                  <a:pt x="7184405" y="600343"/>
                </a:cubicBezTo>
                <a:cubicBezTo>
                  <a:pt x="7235494" y="600343"/>
                  <a:pt x="7261038" y="624716"/>
                  <a:pt x="7284840" y="647348"/>
                </a:cubicBezTo>
                <a:cubicBezTo>
                  <a:pt x="7308063" y="669981"/>
                  <a:pt x="7328962" y="689712"/>
                  <a:pt x="7371922" y="689712"/>
                </a:cubicBezTo>
                <a:cubicBezTo>
                  <a:pt x="7414883" y="689712"/>
                  <a:pt x="7436363" y="669400"/>
                  <a:pt x="7459586" y="647348"/>
                </a:cubicBezTo>
                <a:cubicBezTo>
                  <a:pt x="7483388" y="624716"/>
                  <a:pt x="7508932" y="600343"/>
                  <a:pt x="7559439" y="600343"/>
                </a:cubicBezTo>
                <a:cubicBezTo>
                  <a:pt x="7609947" y="600343"/>
                  <a:pt x="7636071" y="624716"/>
                  <a:pt x="7659873" y="647348"/>
                </a:cubicBezTo>
                <a:cubicBezTo>
                  <a:pt x="7683096" y="669981"/>
                  <a:pt x="7703996" y="689712"/>
                  <a:pt x="7746956" y="689712"/>
                </a:cubicBezTo>
                <a:cubicBezTo>
                  <a:pt x="7789972" y="689712"/>
                  <a:pt x="7811479" y="669400"/>
                  <a:pt x="7834731" y="647348"/>
                </a:cubicBezTo>
                <a:cubicBezTo>
                  <a:pt x="7858565" y="624716"/>
                  <a:pt x="7884141" y="600343"/>
                  <a:pt x="7934713" y="600343"/>
                </a:cubicBezTo>
                <a:cubicBezTo>
                  <a:pt x="7985221" y="600343"/>
                  <a:pt x="8011346" y="624716"/>
                  <a:pt x="8035148" y="647348"/>
                </a:cubicBezTo>
                <a:cubicBezTo>
                  <a:pt x="8058371" y="669981"/>
                  <a:pt x="8079270" y="689712"/>
                  <a:pt x="8122230" y="689712"/>
                </a:cubicBezTo>
                <a:cubicBezTo>
                  <a:pt x="8165191" y="689712"/>
                  <a:pt x="8186671" y="669400"/>
                  <a:pt x="8209893" y="647348"/>
                </a:cubicBezTo>
                <a:cubicBezTo>
                  <a:pt x="8233696" y="624716"/>
                  <a:pt x="8259240" y="600343"/>
                  <a:pt x="8309747" y="600343"/>
                </a:cubicBezTo>
                <a:cubicBezTo>
                  <a:pt x="8360255" y="600343"/>
                  <a:pt x="8386379" y="624716"/>
                  <a:pt x="8409601" y="647348"/>
                </a:cubicBezTo>
                <a:cubicBezTo>
                  <a:pt x="8433403" y="669981"/>
                  <a:pt x="8454304" y="689712"/>
                  <a:pt x="8497264" y="689712"/>
                </a:cubicBezTo>
                <a:cubicBezTo>
                  <a:pt x="8540280" y="689712"/>
                  <a:pt x="8561787" y="669400"/>
                  <a:pt x="8585039" y="647348"/>
                </a:cubicBezTo>
                <a:cubicBezTo>
                  <a:pt x="8608873" y="624716"/>
                  <a:pt x="8634449" y="600343"/>
                  <a:pt x="8685021" y="600343"/>
                </a:cubicBezTo>
                <a:cubicBezTo>
                  <a:pt x="8735528" y="600343"/>
                  <a:pt x="8761654" y="624716"/>
                  <a:pt x="8784875" y="647348"/>
                </a:cubicBezTo>
                <a:cubicBezTo>
                  <a:pt x="8808678" y="669981"/>
                  <a:pt x="8829577" y="689712"/>
                  <a:pt x="8872538" y="689712"/>
                </a:cubicBezTo>
                <a:lnTo>
                  <a:pt x="8872538" y="707701"/>
                </a:lnTo>
                <a:cubicBezTo>
                  <a:pt x="8822030" y="707701"/>
                  <a:pt x="8796487" y="682748"/>
                  <a:pt x="8772684" y="660115"/>
                </a:cubicBezTo>
                <a:cubicBezTo>
                  <a:pt x="8749462" y="638063"/>
                  <a:pt x="8727981" y="617752"/>
                  <a:pt x="8685021" y="617752"/>
                </a:cubicBezTo>
                <a:cubicBezTo>
                  <a:pt x="8642005" y="617752"/>
                  <a:pt x="8621079" y="638063"/>
                  <a:pt x="8597246" y="660115"/>
                </a:cubicBezTo>
                <a:cubicBezTo>
                  <a:pt x="8573994" y="682748"/>
                  <a:pt x="8547836" y="707701"/>
                  <a:pt x="8497264" y="707701"/>
                </a:cubicBezTo>
                <a:cubicBezTo>
                  <a:pt x="8446757" y="707701"/>
                  <a:pt x="8421213" y="682748"/>
                  <a:pt x="8397409" y="660115"/>
                </a:cubicBezTo>
                <a:cubicBezTo>
                  <a:pt x="8374187" y="638063"/>
                  <a:pt x="8352708" y="617752"/>
                  <a:pt x="8309747" y="617752"/>
                </a:cubicBezTo>
                <a:cubicBezTo>
                  <a:pt x="8266787" y="617752"/>
                  <a:pt x="8245886" y="638063"/>
                  <a:pt x="8222084" y="660115"/>
                </a:cubicBezTo>
                <a:cubicBezTo>
                  <a:pt x="8198862" y="682748"/>
                  <a:pt x="8172738" y="707701"/>
                  <a:pt x="8122230" y="707701"/>
                </a:cubicBezTo>
                <a:cubicBezTo>
                  <a:pt x="8071723" y="707701"/>
                  <a:pt x="8046179" y="682748"/>
                  <a:pt x="8022377" y="660115"/>
                </a:cubicBezTo>
                <a:cubicBezTo>
                  <a:pt x="7999154" y="638063"/>
                  <a:pt x="7977674" y="617752"/>
                  <a:pt x="7934713" y="617752"/>
                </a:cubicBezTo>
                <a:cubicBezTo>
                  <a:pt x="7891697" y="617752"/>
                  <a:pt x="7870771" y="638063"/>
                  <a:pt x="7847519" y="660115"/>
                </a:cubicBezTo>
                <a:cubicBezTo>
                  <a:pt x="7823687" y="682748"/>
                  <a:pt x="7797528" y="707701"/>
                  <a:pt x="7746956" y="707701"/>
                </a:cubicBezTo>
                <a:cubicBezTo>
                  <a:pt x="7696449" y="707701"/>
                  <a:pt x="7670905" y="682748"/>
                  <a:pt x="7647102" y="660115"/>
                </a:cubicBezTo>
                <a:cubicBezTo>
                  <a:pt x="7623879" y="638063"/>
                  <a:pt x="7602400" y="617752"/>
                  <a:pt x="7559439" y="617752"/>
                </a:cubicBezTo>
                <a:cubicBezTo>
                  <a:pt x="7516479" y="617752"/>
                  <a:pt x="7495580" y="638063"/>
                  <a:pt x="7472357" y="660115"/>
                </a:cubicBezTo>
                <a:cubicBezTo>
                  <a:pt x="7448554" y="682748"/>
                  <a:pt x="7422430" y="707701"/>
                  <a:pt x="7371922" y="707701"/>
                </a:cubicBezTo>
                <a:cubicBezTo>
                  <a:pt x="7321415" y="707701"/>
                  <a:pt x="7295871" y="682748"/>
                  <a:pt x="7272069" y="660115"/>
                </a:cubicBezTo>
                <a:cubicBezTo>
                  <a:pt x="7248846" y="638063"/>
                  <a:pt x="7227946" y="617752"/>
                  <a:pt x="7184405" y="617752"/>
                </a:cubicBezTo>
                <a:cubicBezTo>
                  <a:pt x="7141390" y="617752"/>
                  <a:pt x="7120463" y="638063"/>
                  <a:pt x="7097212" y="660115"/>
                </a:cubicBezTo>
                <a:cubicBezTo>
                  <a:pt x="7073379" y="682748"/>
                  <a:pt x="7047802" y="707701"/>
                  <a:pt x="6996648" y="707701"/>
                </a:cubicBezTo>
                <a:cubicBezTo>
                  <a:pt x="6946141" y="707701"/>
                  <a:pt x="6920597" y="682748"/>
                  <a:pt x="6896794" y="660115"/>
                </a:cubicBezTo>
                <a:cubicBezTo>
                  <a:pt x="6873571" y="638063"/>
                  <a:pt x="6852672" y="617752"/>
                  <a:pt x="6809131" y="617752"/>
                </a:cubicBezTo>
                <a:cubicBezTo>
                  <a:pt x="6766171" y="617752"/>
                  <a:pt x="6745272" y="638063"/>
                  <a:pt x="6722050" y="660115"/>
                </a:cubicBezTo>
                <a:cubicBezTo>
                  <a:pt x="6698246" y="682748"/>
                  <a:pt x="6672702" y="707701"/>
                  <a:pt x="6621614" y="707701"/>
                </a:cubicBezTo>
                <a:cubicBezTo>
                  <a:pt x="6571107" y="707701"/>
                  <a:pt x="6545563" y="682748"/>
                  <a:pt x="6521761" y="660115"/>
                </a:cubicBezTo>
                <a:cubicBezTo>
                  <a:pt x="6498539" y="638063"/>
                  <a:pt x="6477638" y="617752"/>
                  <a:pt x="6434098" y="617752"/>
                </a:cubicBezTo>
                <a:cubicBezTo>
                  <a:pt x="6391082" y="617752"/>
                  <a:pt x="6370156" y="638063"/>
                  <a:pt x="6346904" y="660115"/>
                </a:cubicBezTo>
                <a:cubicBezTo>
                  <a:pt x="6323072" y="682748"/>
                  <a:pt x="6297494" y="707701"/>
                  <a:pt x="6246341" y="707701"/>
                </a:cubicBezTo>
                <a:cubicBezTo>
                  <a:pt x="6195833" y="707701"/>
                  <a:pt x="6170289" y="682748"/>
                  <a:pt x="6146486" y="660115"/>
                </a:cubicBezTo>
                <a:cubicBezTo>
                  <a:pt x="6123265" y="638063"/>
                  <a:pt x="6102365" y="617752"/>
                  <a:pt x="6058824" y="617752"/>
                </a:cubicBezTo>
                <a:cubicBezTo>
                  <a:pt x="6015863" y="617752"/>
                  <a:pt x="5994964" y="638063"/>
                  <a:pt x="5971742" y="660115"/>
                </a:cubicBezTo>
                <a:cubicBezTo>
                  <a:pt x="5947940" y="682748"/>
                  <a:pt x="5922395" y="707701"/>
                  <a:pt x="5871307" y="707701"/>
                </a:cubicBezTo>
                <a:cubicBezTo>
                  <a:pt x="5820734" y="707701"/>
                  <a:pt x="5795157" y="682748"/>
                  <a:pt x="5771325" y="660115"/>
                </a:cubicBezTo>
                <a:cubicBezTo>
                  <a:pt x="5748073" y="638063"/>
                  <a:pt x="5727146" y="617752"/>
                  <a:pt x="5683550" y="617752"/>
                </a:cubicBezTo>
                <a:cubicBezTo>
                  <a:pt x="5640589" y="617752"/>
                  <a:pt x="5619689" y="638063"/>
                  <a:pt x="5596467" y="660115"/>
                </a:cubicBezTo>
                <a:cubicBezTo>
                  <a:pt x="5572665" y="682748"/>
                  <a:pt x="5547121" y="707701"/>
                  <a:pt x="5496033" y="707701"/>
                </a:cubicBezTo>
                <a:cubicBezTo>
                  <a:pt x="5445525" y="707701"/>
                  <a:pt x="5419981" y="682748"/>
                  <a:pt x="5396759" y="660115"/>
                </a:cubicBezTo>
                <a:cubicBezTo>
                  <a:pt x="5372957" y="638063"/>
                  <a:pt x="5352057" y="617752"/>
                  <a:pt x="5308516" y="617752"/>
                </a:cubicBezTo>
                <a:cubicBezTo>
                  <a:pt x="5265556" y="617752"/>
                  <a:pt x="5244656" y="638063"/>
                  <a:pt x="5221434" y="660115"/>
                </a:cubicBezTo>
                <a:cubicBezTo>
                  <a:pt x="5197632" y="682748"/>
                  <a:pt x="5172087" y="707701"/>
                  <a:pt x="5120999" y="707701"/>
                </a:cubicBezTo>
                <a:cubicBezTo>
                  <a:pt x="5070427" y="707701"/>
                  <a:pt x="5044851" y="682748"/>
                  <a:pt x="5021598" y="660115"/>
                </a:cubicBezTo>
                <a:cubicBezTo>
                  <a:pt x="4998347" y="638063"/>
                  <a:pt x="4976839" y="617752"/>
                  <a:pt x="4933242" y="617752"/>
                </a:cubicBezTo>
                <a:cubicBezTo>
                  <a:pt x="4890282" y="617752"/>
                  <a:pt x="4869382" y="638063"/>
                  <a:pt x="4846160" y="660115"/>
                </a:cubicBezTo>
                <a:cubicBezTo>
                  <a:pt x="4822357" y="682748"/>
                  <a:pt x="4796813" y="707701"/>
                  <a:pt x="4745726" y="707701"/>
                </a:cubicBezTo>
                <a:cubicBezTo>
                  <a:pt x="4695218" y="707701"/>
                  <a:pt x="4669674" y="682748"/>
                  <a:pt x="4646452" y="660115"/>
                </a:cubicBezTo>
                <a:cubicBezTo>
                  <a:pt x="4623230" y="638063"/>
                  <a:pt x="4601750" y="617752"/>
                  <a:pt x="4558209" y="617752"/>
                </a:cubicBezTo>
                <a:cubicBezTo>
                  <a:pt x="4515248" y="617752"/>
                  <a:pt x="4494348" y="638063"/>
                  <a:pt x="4471126" y="660115"/>
                </a:cubicBezTo>
                <a:cubicBezTo>
                  <a:pt x="4447324" y="682748"/>
                  <a:pt x="4421780" y="707701"/>
                  <a:pt x="4370692" y="707701"/>
                </a:cubicBezTo>
                <a:cubicBezTo>
                  <a:pt x="4320119" y="707701"/>
                  <a:pt x="4294543" y="682748"/>
                  <a:pt x="4271291" y="660115"/>
                </a:cubicBezTo>
                <a:cubicBezTo>
                  <a:pt x="4248039" y="638063"/>
                  <a:pt x="4226531" y="617752"/>
                  <a:pt x="4182934" y="617752"/>
                </a:cubicBezTo>
                <a:cubicBezTo>
                  <a:pt x="4140554" y="617752"/>
                  <a:pt x="4119074" y="638063"/>
                  <a:pt x="4095853" y="660115"/>
                </a:cubicBezTo>
                <a:cubicBezTo>
                  <a:pt x="4072050" y="682748"/>
                  <a:pt x="4046506" y="707701"/>
                  <a:pt x="3995418" y="707701"/>
                </a:cubicBezTo>
                <a:cubicBezTo>
                  <a:pt x="3944910" y="707701"/>
                  <a:pt x="3919366" y="682748"/>
                  <a:pt x="3896144" y="660115"/>
                </a:cubicBezTo>
                <a:cubicBezTo>
                  <a:pt x="3872922" y="638063"/>
                  <a:pt x="3851442" y="617752"/>
                  <a:pt x="3807901" y="617752"/>
                </a:cubicBezTo>
                <a:cubicBezTo>
                  <a:pt x="3765521" y="617752"/>
                  <a:pt x="3744041" y="638063"/>
                  <a:pt x="3720819" y="660115"/>
                </a:cubicBezTo>
                <a:cubicBezTo>
                  <a:pt x="3697597" y="682748"/>
                  <a:pt x="3671472" y="707701"/>
                  <a:pt x="3620384" y="707701"/>
                </a:cubicBezTo>
                <a:cubicBezTo>
                  <a:pt x="3570393" y="707701"/>
                  <a:pt x="3544235" y="682748"/>
                  <a:pt x="3520983" y="660115"/>
                </a:cubicBezTo>
                <a:cubicBezTo>
                  <a:pt x="3497731" y="638063"/>
                  <a:pt x="3476224" y="617752"/>
                  <a:pt x="3432627" y="617752"/>
                </a:cubicBezTo>
                <a:cubicBezTo>
                  <a:pt x="3390247" y="617752"/>
                  <a:pt x="3368766" y="638063"/>
                  <a:pt x="3345545" y="660115"/>
                </a:cubicBezTo>
                <a:cubicBezTo>
                  <a:pt x="3322323" y="682748"/>
                  <a:pt x="3296198" y="707701"/>
                  <a:pt x="3245110" y="707701"/>
                </a:cubicBezTo>
                <a:cubicBezTo>
                  <a:pt x="3195156" y="707701"/>
                  <a:pt x="3169018" y="682748"/>
                  <a:pt x="3145784" y="660115"/>
                </a:cubicBezTo>
                <a:cubicBezTo>
                  <a:pt x="3122549" y="638063"/>
                  <a:pt x="3101058" y="617752"/>
                  <a:pt x="3058075" y="617752"/>
                </a:cubicBezTo>
                <a:cubicBezTo>
                  <a:pt x="3015114" y="617752"/>
                  <a:pt x="2993634" y="638063"/>
                  <a:pt x="2970412" y="660115"/>
                </a:cubicBezTo>
                <a:cubicBezTo>
                  <a:pt x="2947190" y="682748"/>
                  <a:pt x="2921066" y="707701"/>
                  <a:pt x="2870558" y="707701"/>
                </a:cubicBezTo>
                <a:lnTo>
                  <a:pt x="2870035" y="707685"/>
                </a:lnTo>
                <a:lnTo>
                  <a:pt x="2870035" y="707701"/>
                </a:lnTo>
                <a:cubicBezTo>
                  <a:pt x="2819528" y="707701"/>
                  <a:pt x="2793984" y="682748"/>
                  <a:pt x="2770319" y="660115"/>
                </a:cubicBezTo>
                <a:cubicBezTo>
                  <a:pt x="2757619" y="648056"/>
                  <a:pt x="2745441" y="636517"/>
                  <a:pt x="2729985" y="628536"/>
                </a:cubicBezTo>
                <a:lnTo>
                  <a:pt x="2720496" y="624291"/>
                </a:lnTo>
                <a:lnTo>
                  <a:pt x="2719503" y="623952"/>
                </a:lnTo>
                <a:lnTo>
                  <a:pt x="2709778" y="620909"/>
                </a:lnTo>
                <a:lnTo>
                  <a:pt x="2707458" y="620459"/>
                </a:lnTo>
                <a:lnTo>
                  <a:pt x="2697805" y="618668"/>
                </a:lnTo>
                <a:lnTo>
                  <a:pt x="2682656" y="617752"/>
                </a:lnTo>
                <a:lnTo>
                  <a:pt x="2667512" y="618668"/>
                </a:lnTo>
                <a:cubicBezTo>
                  <a:pt x="2634364" y="622857"/>
                  <a:pt x="2615735" y="640820"/>
                  <a:pt x="2594881" y="660115"/>
                </a:cubicBezTo>
                <a:cubicBezTo>
                  <a:pt x="2573083" y="681333"/>
                  <a:pt x="2548730" y="704591"/>
                  <a:pt x="2504100" y="707416"/>
                </a:cubicBezTo>
                <a:lnTo>
                  <a:pt x="2494899" y="707701"/>
                </a:lnTo>
                <a:lnTo>
                  <a:pt x="2485716" y="707416"/>
                </a:lnTo>
                <a:cubicBezTo>
                  <a:pt x="2441205" y="704591"/>
                  <a:pt x="2417360" y="681333"/>
                  <a:pt x="2395045" y="660115"/>
                </a:cubicBezTo>
                <a:cubicBezTo>
                  <a:pt x="2374726" y="640820"/>
                  <a:pt x="2355740" y="622857"/>
                  <a:pt x="2322531" y="618668"/>
                </a:cubicBezTo>
                <a:lnTo>
                  <a:pt x="2307382" y="617752"/>
                </a:lnTo>
                <a:lnTo>
                  <a:pt x="2292258" y="618668"/>
                </a:lnTo>
                <a:cubicBezTo>
                  <a:pt x="2259152" y="622857"/>
                  <a:pt x="2240547" y="640820"/>
                  <a:pt x="2219720" y="660115"/>
                </a:cubicBezTo>
                <a:cubicBezTo>
                  <a:pt x="2197949" y="681333"/>
                  <a:pt x="2173628" y="704591"/>
                  <a:pt x="2129055" y="707416"/>
                </a:cubicBezTo>
                <a:lnTo>
                  <a:pt x="2119866" y="707701"/>
                </a:lnTo>
                <a:lnTo>
                  <a:pt x="2110683" y="707416"/>
                </a:lnTo>
                <a:cubicBezTo>
                  <a:pt x="2066172" y="704591"/>
                  <a:pt x="2042327" y="681333"/>
                  <a:pt x="2020012" y="660115"/>
                </a:cubicBezTo>
                <a:cubicBezTo>
                  <a:pt x="1999693" y="640820"/>
                  <a:pt x="1980707" y="622857"/>
                  <a:pt x="1947498" y="618668"/>
                </a:cubicBezTo>
                <a:lnTo>
                  <a:pt x="1932349" y="617752"/>
                </a:lnTo>
                <a:lnTo>
                  <a:pt x="1917207" y="618668"/>
                </a:lnTo>
                <a:cubicBezTo>
                  <a:pt x="1884066" y="622857"/>
                  <a:pt x="1865501" y="640820"/>
                  <a:pt x="1845155" y="660115"/>
                </a:cubicBezTo>
                <a:cubicBezTo>
                  <a:pt x="1822812" y="681333"/>
                  <a:pt x="1798425" y="704591"/>
                  <a:pt x="1753794" y="707416"/>
                </a:cubicBezTo>
                <a:lnTo>
                  <a:pt x="1744592" y="707701"/>
                </a:lnTo>
                <a:lnTo>
                  <a:pt x="1735409" y="707416"/>
                </a:lnTo>
                <a:cubicBezTo>
                  <a:pt x="1690899" y="704591"/>
                  <a:pt x="1667053" y="681333"/>
                  <a:pt x="1644738" y="660115"/>
                </a:cubicBezTo>
                <a:cubicBezTo>
                  <a:pt x="1624419" y="640820"/>
                  <a:pt x="1605433" y="622857"/>
                  <a:pt x="1572224" y="618668"/>
                </a:cubicBezTo>
                <a:lnTo>
                  <a:pt x="1557075" y="617752"/>
                </a:lnTo>
                <a:lnTo>
                  <a:pt x="1541952" y="618668"/>
                </a:lnTo>
                <a:cubicBezTo>
                  <a:pt x="1508854" y="622857"/>
                  <a:pt x="1490312" y="640820"/>
                  <a:pt x="1469994" y="660115"/>
                </a:cubicBezTo>
                <a:cubicBezTo>
                  <a:pt x="1447679" y="681333"/>
                  <a:pt x="1423323" y="704591"/>
                  <a:pt x="1378749" y="707416"/>
                </a:cubicBezTo>
                <a:lnTo>
                  <a:pt x="1369559" y="707701"/>
                </a:lnTo>
                <a:lnTo>
                  <a:pt x="1360376" y="707416"/>
                </a:lnTo>
                <a:cubicBezTo>
                  <a:pt x="1315865" y="704591"/>
                  <a:pt x="1292020" y="681333"/>
                  <a:pt x="1269705" y="660115"/>
                </a:cubicBezTo>
                <a:cubicBezTo>
                  <a:pt x="1249386" y="640820"/>
                  <a:pt x="1230845" y="622857"/>
                  <a:pt x="1197358" y="618668"/>
                </a:cubicBezTo>
                <a:lnTo>
                  <a:pt x="1182043" y="617752"/>
                </a:lnTo>
                <a:lnTo>
                  <a:pt x="1166899" y="618668"/>
                </a:lnTo>
                <a:cubicBezTo>
                  <a:pt x="1133759" y="622857"/>
                  <a:pt x="1115194" y="640820"/>
                  <a:pt x="1094848" y="660115"/>
                </a:cubicBezTo>
                <a:cubicBezTo>
                  <a:pt x="1072505" y="681333"/>
                  <a:pt x="1048629" y="704591"/>
                  <a:pt x="1003583" y="707416"/>
                </a:cubicBezTo>
                <a:lnTo>
                  <a:pt x="994285" y="707701"/>
                </a:lnTo>
                <a:lnTo>
                  <a:pt x="985102" y="707416"/>
                </a:lnTo>
                <a:cubicBezTo>
                  <a:pt x="940591" y="704591"/>
                  <a:pt x="916746" y="681333"/>
                  <a:pt x="894431" y="660115"/>
                </a:cubicBezTo>
                <a:cubicBezTo>
                  <a:pt x="874112" y="640820"/>
                  <a:pt x="855570" y="622857"/>
                  <a:pt x="822084" y="618668"/>
                </a:cubicBezTo>
                <a:lnTo>
                  <a:pt x="806768" y="617752"/>
                </a:lnTo>
                <a:lnTo>
                  <a:pt x="791645" y="618668"/>
                </a:lnTo>
                <a:cubicBezTo>
                  <a:pt x="758547" y="622857"/>
                  <a:pt x="740006" y="640820"/>
                  <a:pt x="719686" y="660115"/>
                </a:cubicBezTo>
                <a:cubicBezTo>
                  <a:pt x="697372" y="681333"/>
                  <a:pt x="673526" y="704591"/>
                  <a:pt x="628538" y="707416"/>
                </a:cubicBezTo>
                <a:lnTo>
                  <a:pt x="619252" y="707701"/>
                </a:lnTo>
                <a:lnTo>
                  <a:pt x="610069" y="707416"/>
                </a:lnTo>
                <a:cubicBezTo>
                  <a:pt x="565558" y="704591"/>
                  <a:pt x="541712" y="681333"/>
                  <a:pt x="519398" y="660115"/>
                </a:cubicBezTo>
                <a:cubicBezTo>
                  <a:pt x="499079" y="640820"/>
                  <a:pt x="480537" y="622857"/>
                  <a:pt x="447051" y="618668"/>
                </a:cubicBezTo>
                <a:lnTo>
                  <a:pt x="431735" y="617752"/>
                </a:lnTo>
                <a:lnTo>
                  <a:pt x="416592" y="618668"/>
                </a:lnTo>
                <a:cubicBezTo>
                  <a:pt x="383452" y="622857"/>
                  <a:pt x="364887" y="640820"/>
                  <a:pt x="344542" y="660115"/>
                </a:cubicBezTo>
                <a:cubicBezTo>
                  <a:pt x="322198" y="681333"/>
                  <a:pt x="298322" y="704591"/>
                  <a:pt x="253276" y="707416"/>
                </a:cubicBezTo>
                <a:lnTo>
                  <a:pt x="243979" y="707701"/>
                </a:lnTo>
                <a:lnTo>
                  <a:pt x="234795" y="707416"/>
                </a:lnTo>
                <a:cubicBezTo>
                  <a:pt x="190284" y="704591"/>
                  <a:pt x="166439" y="681333"/>
                  <a:pt x="144124" y="660115"/>
                </a:cubicBezTo>
                <a:cubicBezTo>
                  <a:pt x="123805" y="640820"/>
                  <a:pt x="105264" y="622857"/>
                  <a:pt x="71777" y="618668"/>
                </a:cubicBezTo>
                <a:lnTo>
                  <a:pt x="56461" y="617752"/>
                </a:lnTo>
                <a:lnTo>
                  <a:pt x="41338" y="618668"/>
                </a:lnTo>
                <a:cubicBezTo>
                  <a:pt x="24789" y="620763"/>
                  <a:pt x="11879" y="626301"/>
                  <a:pt x="567" y="633727"/>
                </a:cubicBezTo>
                <a:lnTo>
                  <a:pt x="0" y="634206"/>
                </a:lnTo>
                <a:lnTo>
                  <a:pt x="0" y="615109"/>
                </a:lnTo>
                <a:lnTo>
                  <a:pt x="47278" y="600622"/>
                </a:lnTo>
                <a:close/>
                <a:moveTo>
                  <a:pt x="56456" y="500446"/>
                </a:moveTo>
                <a:lnTo>
                  <a:pt x="65741" y="500732"/>
                </a:lnTo>
                <a:cubicBezTo>
                  <a:pt x="110730" y="503556"/>
                  <a:pt x="134575" y="526814"/>
                  <a:pt x="156890" y="548032"/>
                </a:cubicBezTo>
                <a:cubicBezTo>
                  <a:pt x="177209" y="567328"/>
                  <a:pt x="195751" y="585290"/>
                  <a:pt x="228849" y="589480"/>
                </a:cubicBezTo>
                <a:lnTo>
                  <a:pt x="243972" y="590395"/>
                </a:lnTo>
                <a:lnTo>
                  <a:pt x="259307" y="589480"/>
                </a:lnTo>
                <a:cubicBezTo>
                  <a:pt x="292837" y="585290"/>
                  <a:pt x="311402" y="567328"/>
                  <a:pt x="331747" y="548032"/>
                </a:cubicBezTo>
                <a:cubicBezTo>
                  <a:pt x="354091" y="526814"/>
                  <a:pt x="377967" y="503556"/>
                  <a:pt x="422534" y="500732"/>
                </a:cubicBezTo>
                <a:lnTo>
                  <a:pt x="431730" y="500446"/>
                </a:lnTo>
                <a:lnTo>
                  <a:pt x="441015" y="500732"/>
                </a:lnTo>
                <a:cubicBezTo>
                  <a:pt x="486003" y="503556"/>
                  <a:pt x="509849" y="526814"/>
                  <a:pt x="532164" y="548032"/>
                </a:cubicBezTo>
                <a:cubicBezTo>
                  <a:pt x="552483" y="567328"/>
                  <a:pt x="571024" y="585290"/>
                  <a:pt x="604123" y="589480"/>
                </a:cubicBezTo>
                <a:lnTo>
                  <a:pt x="619246" y="590395"/>
                </a:lnTo>
                <a:lnTo>
                  <a:pt x="634561" y="589480"/>
                </a:lnTo>
                <a:cubicBezTo>
                  <a:pt x="668048" y="585290"/>
                  <a:pt x="686589" y="567328"/>
                  <a:pt x="706908" y="548032"/>
                </a:cubicBezTo>
                <a:cubicBezTo>
                  <a:pt x="729224" y="526814"/>
                  <a:pt x="753069" y="503556"/>
                  <a:pt x="797580" y="500732"/>
                </a:cubicBezTo>
                <a:lnTo>
                  <a:pt x="806763" y="500446"/>
                </a:lnTo>
                <a:lnTo>
                  <a:pt x="816048" y="500732"/>
                </a:lnTo>
                <a:cubicBezTo>
                  <a:pt x="861037" y="503556"/>
                  <a:pt x="884883" y="526814"/>
                  <a:pt x="907197" y="548032"/>
                </a:cubicBezTo>
                <a:cubicBezTo>
                  <a:pt x="927516" y="567328"/>
                  <a:pt x="946058" y="585290"/>
                  <a:pt x="979156" y="589480"/>
                </a:cubicBezTo>
                <a:lnTo>
                  <a:pt x="994279" y="590395"/>
                </a:lnTo>
                <a:lnTo>
                  <a:pt x="1009614" y="589480"/>
                </a:lnTo>
                <a:cubicBezTo>
                  <a:pt x="1043144" y="585290"/>
                  <a:pt x="1061709" y="567328"/>
                  <a:pt x="1082054" y="548032"/>
                </a:cubicBezTo>
                <a:cubicBezTo>
                  <a:pt x="1104398" y="526814"/>
                  <a:pt x="1128274" y="503556"/>
                  <a:pt x="1172842" y="500732"/>
                </a:cubicBezTo>
                <a:lnTo>
                  <a:pt x="1182036" y="500446"/>
                </a:lnTo>
                <a:lnTo>
                  <a:pt x="1191322" y="500732"/>
                </a:lnTo>
                <a:cubicBezTo>
                  <a:pt x="1236311" y="503556"/>
                  <a:pt x="1260156" y="526814"/>
                  <a:pt x="1282471" y="548032"/>
                </a:cubicBezTo>
                <a:cubicBezTo>
                  <a:pt x="1302790" y="567328"/>
                  <a:pt x="1321331" y="585290"/>
                  <a:pt x="1354430" y="589480"/>
                </a:cubicBezTo>
                <a:lnTo>
                  <a:pt x="1369553" y="590395"/>
                </a:lnTo>
                <a:lnTo>
                  <a:pt x="1384701" y="589480"/>
                </a:lnTo>
                <a:cubicBezTo>
                  <a:pt x="1417911" y="585290"/>
                  <a:pt x="1436896" y="567328"/>
                  <a:pt x="1457216" y="548032"/>
                </a:cubicBezTo>
                <a:cubicBezTo>
                  <a:pt x="1479530" y="526814"/>
                  <a:pt x="1503376" y="503556"/>
                  <a:pt x="1547887" y="500732"/>
                </a:cubicBezTo>
                <a:lnTo>
                  <a:pt x="1557069" y="500446"/>
                </a:lnTo>
                <a:lnTo>
                  <a:pt x="1566259" y="500732"/>
                </a:lnTo>
                <a:cubicBezTo>
                  <a:pt x="1610834" y="503556"/>
                  <a:pt x="1635190" y="526814"/>
                  <a:pt x="1657504" y="548032"/>
                </a:cubicBezTo>
                <a:cubicBezTo>
                  <a:pt x="1677823" y="567328"/>
                  <a:pt x="1696365" y="585290"/>
                  <a:pt x="1729463" y="589480"/>
                </a:cubicBezTo>
                <a:lnTo>
                  <a:pt x="1744586" y="590395"/>
                </a:lnTo>
                <a:lnTo>
                  <a:pt x="1759754" y="589480"/>
                </a:lnTo>
                <a:cubicBezTo>
                  <a:pt x="1793006" y="585290"/>
                  <a:pt x="1812016" y="567328"/>
                  <a:pt x="1832361" y="548032"/>
                </a:cubicBezTo>
                <a:cubicBezTo>
                  <a:pt x="1854705" y="526814"/>
                  <a:pt x="1878581" y="503556"/>
                  <a:pt x="1923149" y="500732"/>
                </a:cubicBezTo>
                <a:lnTo>
                  <a:pt x="1932343" y="500446"/>
                </a:lnTo>
                <a:lnTo>
                  <a:pt x="1932344" y="500446"/>
                </a:lnTo>
                <a:lnTo>
                  <a:pt x="1941533" y="500732"/>
                </a:lnTo>
                <a:cubicBezTo>
                  <a:pt x="1986108" y="503556"/>
                  <a:pt x="2010463" y="526814"/>
                  <a:pt x="2032778" y="548032"/>
                </a:cubicBezTo>
                <a:cubicBezTo>
                  <a:pt x="2053097" y="567328"/>
                  <a:pt x="2071639" y="585290"/>
                  <a:pt x="2104736" y="589480"/>
                </a:cubicBezTo>
                <a:lnTo>
                  <a:pt x="2119860" y="590395"/>
                </a:lnTo>
                <a:lnTo>
                  <a:pt x="2135009" y="589480"/>
                </a:lnTo>
                <a:cubicBezTo>
                  <a:pt x="2168218" y="585290"/>
                  <a:pt x="2187203" y="567328"/>
                  <a:pt x="2207523" y="548032"/>
                </a:cubicBezTo>
                <a:cubicBezTo>
                  <a:pt x="2229837" y="526814"/>
                  <a:pt x="2253683" y="503556"/>
                  <a:pt x="2298194" y="500732"/>
                </a:cubicBezTo>
                <a:lnTo>
                  <a:pt x="2307376" y="500446"/>
                </a:lnTo>
                <a:lnTo>
                  <a:pt x="2316566" y="500732"/>
                </a:lnTo>
                <a:cubicBezTo>
                  <a:pt x="2361138" y="503556"/>
                  <a:pt x="2385460" y="526814"/>
                  <a:pt x="2407231" y="548032"/>
                </a:cubicBezTo>
                <a:cubicBezTo>
                  <a:pt x="2428058" y="567328"/>
                  <a:pt x="2446662" y="585290"/>
                  <a:pt x="2479768" y="589480"/>
                </a:cubicBezTo>
                <a:lnTo>
                  <a:pt x="2494893" y="590395"/>
                </a:lnTo>
                <a:lnTo>
                  <a:pt x="2510061" y="589480"/>
                </a:lnTo>
                <a:cubicBezTo>
                  <a:pt x="2543313" y="585290"/>
                  <a:pt x="2562323" y="567328"/>
                  <a:pt x="2582668" y="548032"/>
                </a:cubicBezTo>
                <a:cubicBezTo>
                  <a:pt x="2605012" y="526814"/>
                  <a:pt x="2628888" y="503556"/>
                  <a:pt x="2673455" y="500732"/>
                </a:cubicBezTo>
                <a:lnTo>
                  <a:pt x="2682650" y="500446"/>
                </a:lnTo>
                <a:lnTo>
                  <a:pt x="2683077" y="500459"/>
                </a:lnTo>
                <a:lnTo>
                  <a:pt x="2683077" y="500446"/>
                </a:lnTo>
                <a:cubicBezTo>
                  <a:pt x="2689390" y="500446"/>
                  <a:pt x="2695323" y="500836"/>
                  <a:pt x="2700916" y="501562"/>
                </a:cubicBezTo>
                <a:lnTo>
                  <a:pt x="2705034" y="502380"/>
                </a:lnTo>
                <a:lnTo>
                  <a:pt x="2707640" y="502705"/>
                </a:lnTo>
                <a:lnTo>
                  <a:pt x="2710913" y="503546"/>
                </a:lnTo>
                <a:lnTo>
                  <a:pt x="2716722" y="504699"/>
                </a:lnTo>
                <a:lnTo>
                  <a:pt x="2720590" y="506033"/>
                </a:lnTo>
                <a:lnTo>
                  <a:pt x="2721747" y="506330"/>
                </a:lnTo>
                <a:lnTo>
                  <a:pt x="2723690" y="507102"/>
                </a:lnTo>
                <a:lnTo>
                  <a:pt x="2730744" y="509535"/>
                </a:lnTo>
                <a:cubicBezTo>
                  <a:pt x="2752770" y="518835"/>
                  <a:pt x="2768417" y="533887"/>
                  <a:pt x="2782896" y="548032"/>
                </a:cubicBezTo>
                <a:cubicBezTo>
                  <a:pt x="2806117" y="570084"/>
                  <a:pt x="2827597" y="590395"/>
                  <a:pt x="2870558" y="590395"/>
                </a:cubicBezTo>
                <a:cubicBezTo>
                  <a:pt x="2913518" y="590395"/>
                  <a:pt x="2934999" y="570084"/>
                  <a:pt x="2958221" y="548032"/>
                </a:cubicBezTo>
                <a:cubicBezTo>
                  <a:pt x="2982023" y="525400"/>
                  <a:pt x="3007567" y="500446"/>
                  <a:pt x="3058075" y="500446"/>
                </a:cubicBezTo>
                <a:cubicBezTo>
                  <a:pt x="3108609" y="500446"/>
                  <a:pt x="3134747" y="525400"/>
                  <a:pt x="3157982" y="548032"/>
                </a:cubicBezTo>
                <a:cubicBezTo>
                  <a:pt x="3181216" y="570084"/>
                  <a:pt x="3202708" y="590395"/>
                  <a:pt x="3245110" y="590395"/>
                </a:cubicBezTo>
                <a:cubicBezTo>
                  <a:pt x="3288651" y="590395"/>
                  <a:pt x="3310131" y="570084"/>
                  <a:pt x="3333353" y="548032"/>
                </a:cubicBezTo>
                <a:cubicBezTo>
                  <a:pt x="3356575" y="525400"/>
                  <a:pt x="3382700" y="500446"/>
                  <a:pt x="3432627" y="500446"/>
                </a:cubicBezTo>
                <a:cubicBezTo>
                  <a:pt x="3483780" y="500446"/>
                  <a:pt x="3509938" y="525400"/>
                  <a:pt x="3533191" y="548032"/>
                </a:cubicBezTo>
                <a:cubicBezTo>
                  <a:pt x="3556442" y="570084"/>
                  <a:pt x="3577950" y="590395"/>
                  <a:pt x="3620384" y="590395"/>
                </a:cubicBezTo>
                <a:cubicBezTo>
                  <a:pt x="3663926" y="590395"/>
                  <a:pt x="3685405" y="570084"/>
                  <a:pt x="3708627" y="548032"/>
                </a:cubicBezTo>
                <a:cubicBezTo>
                  <a:pt x="3731849" y="525400"/>
                  <a:pt x="3757393" y="500446"/>
                  <a:pt x="3807901" y="500446"/>
                </a:cubicBezTo>
                <a:cubicBezTo>
                  <a:pt x="3858989" y="500446"/>
                  <a:pt x="3884533" y="525400"/>
                  <a:pt x="3908336" y="548032"/>
                </a:cubicBezTo>
                <a:cubicBezTo>
                  <a:pt x="3931558" y="570084"/>
                  <a:pt x="3953038" y="590395"/>
                  <a:pt x="3995418" y="590395"/>
                </a:cubicBezTo>
                <a:cubicBezTo>
                  <a:pt x="4038959" y="590395"/>
                  <a:pt x="4060439" y="570084"/>
                  <a:pt x="4083661" y="548032"/>
                </a:cubicBezTo>
                <a:cubicBezTo>
                  <a:pt x="4106883" y="525400"/>
                  <a:pt x="4132427" y="500446"/>
                  <a:pt x="4182934" y="500446"/>
                </a:cubicBezTo>
                <a:cubicBezTo>
                  <a:pt x="4234088" y="500446"/>
                  <a:pt x="4259665" y="525400"/>
                  <a:pt x="4283498" y="548032"/>
                </a:cubicBezTo>
                <a:cubicBezTo>
                  <a:pt x="4306750" y="570084"/>
                  <a:pt x="4328258" y="590395"/>
                  <a:pt x="4370692" y="590395"/>
                </a:cubicBezTo>
                <a:cubicBezTo>
                  <a:pt x="4414233" y="590395"/>
                  <a:pt x="4435713" y="570084"/>
                  <a:pt x="4458935" y="548032"/>
                </a:cubicBezTo>
                <a:cubicBezTo>
                  <a:pt x="4482157" y="525400"/>
                  <a:pt x="4507701" y="500446"/>
                  <a:pt x="4558209" y="500446"/>
                </a:cubicBezTo>
                <a:cubicBezTo>
                  <a:pt x="4609296" y="500446"/>
                  <a:pt x="4634841" y="525400"/>
                  <a:pt x="4658643" y="548032"/>
                </a:cubicBezTo>
                <a:cubicBezTo>
                  <a:pt x="4681865" y="570084"/>
                  <a:pt x="4702765" y="590395"/>
                  <a:pt x="4745726" y="590395"/>
                </a:cubicBezTo>
                <a:cubicBezTo>
                  <a:pt x="4789266" y="590395"/>
                  <a:pt x="4810747" y="570084"/>
                  <a:pt x="4833969" y="548032"/>
                </a:cubicBezTo>
                <a:cubicBezTo>
                  <a:pt x="4857191" y="525400"/>
                  <a:pt x="4882735" y="500446"/>
                  <a:pt x="4933242" y="500446"/>
                </a:cubicBezTo>
                <a:cubicBezTo>
                  <a:pt x="4984396" y="500446"/>
                  <a:pt x="5009973" y="525400"/>
                  <a:pt x="5033805" y="548032"/>
                </a:cubicBezTo>
                <a:cubicBezTo>
                  <a:pt x="5057058" y="570084"/>
                  <a:pt x="5077984" y="590395"/>
                  <a:pt x="5120999" y="590395"/>
                </a:cubicBezTo>
                <a:cubicBezTo>
                  <a:pt x="5164540" y="590395"/>
                  <a:pt x="5185440" y="570084"/>
                  <a:pt x="5209242" y="548032"/>
                </a:cubicBezTo>
                <a:cubicBezTo>
                  <a:pt x="5232464" y="525400"/>
                  <a:pt x="5258008" y="500446"/>
                  <a:pt x="5308516" y="500446"/>
                </a:cubicBezTo>
                <a:cubicBezTo>
                  <a:pt x="5359604" y="500446"/>
                  <a:pt x="5385148" y="525400"/>
                  <a:pt x="5408950" y="548032"/>
                </a:cubicBezTo>
                <a:cubicBezTo>
                  <a:pt x="5432172" y="570084"/>
                  <a:pt x="5453072" y="590395"/>
                  <a:pt x="5496033" y="590395"/>
                </a:cubicBezTo>
                <a:cubicBezTo>
                  <a:pt x="5539574" y="590395"/>
                  <a:pt x="5560473" y="570084"/>
                  <a:pt x="5584276" y="548032"/>
                </a:cubicBezTo>
                <a:cubicBezTo>
                  <a:pt x="5607498" y="525400"/>
                  <a:pt x="5633042" y="500446"/>
                  <a:pt x="5683550" y="500446"/>
                </a:cubicBezTo>
                <a:cubicBezTo>
                  <a:pt x="5734703" y="500446"/>
                  <a:pt x="5760280" y="525400"/>
                  <a:pt x="5784113" y="548032"/>
                </a:cubicBezTo>
                <a:cubicBezTo>
                  <a:pt x="5807364" y="570084"/>
                  <a:pt x="5828292" y="590395"/>
                  <a:pt x="5871307" y="590395"/>
                </a:cubicBezTo>
                <a:cubicBezTo>
                  <a:pt x="5914848" y="590395"/>
                  <a:pt x="5935748" y="570084"/>
                  <a:pt x="5958970" y="548032"/>
                </a:cubicBezTo>
                <a:cubicBezTo>
                  <a:pt x="5982772" y="525400"/>
                  <a:pt x="6008316" y="500446"/>
                  <a:pt x="6058824" y="500446"/>
                </a:cubicBezTo>
                <a:cubicBezTo>
                  <a:pt x="6109912" y="500446"/>
                  <a:pt x="6135456" y="525400"/>
                  <a:pt x="6159258" y="548032"/>
                </a:cubicBezTo>
                <a:cubicBezTo>
                  <a:pt x="6182480" y="570084"/>
                  <a:pt x="6203380" y="590395"/>
                  <a:pt x="6246341" y="590395"/>
                </a:cubicBezTo>
                <a:cubicBezTo>
                  <a:pt x="6289937" y="590395"/>
                  <a:pt x="6310864" y="570084"/>
                  <a:pt x="6334116" y="548032"/>
                </a:cubicBezTo>
                <a:cubicBezTo>
                  <a:pt x="6357949" y="525400"/>
                  <a:pt x="6383525" y="500446"/>
                  <a:pt x="6434098" y="500446"/>
                </a:cubicBezTo>
                <a:cubicBezTo>
                  <a:pt x="6485186" y="500446"/>
                  <a:pt x="6510730" y="525400"/>
                  <a:pt x="6534533" y="548032"/>
                </a:cubicBezTo>
                <a:cubicBezTo>
                  <a:pt x="6557755" y="570084"/>
                  <a:pt x="6578654" y="590395"/>
                  <a:pt x="6621614" y="590395"/>
                </a:cubicBezTo>
                <a:cubicBezTo>
                  <a:pt x="6665155" y="590395"/>
                  <a:pt x="6686056" y="570084"/>
                  <a:pt x="6709278" y="548032"/>
                </a:cubicBezTo>
                <a:cubicBezTo>
                  <a:pt x="6733080" y="525400"/>
                  <a:pt x="6758624" y="500446"/>
                  <a:pt x="6809131" y="500446"/>
                </a:cubicBezTo>
                <a:cubicBezTo>
                  <a:pt x="6860219" y="500446"/>
                  <a:pt x="6885763" y="525400"/>
                  <a:pt x="6909565" y="548032"/>
                </a:cubicBezTo>
                <a:cubicBezTo>
                  <a:pt x="6932788" y="570084"/>
                  <a:pt x="6953688" y="590395"/>
                  <a:pt x="6996648" y="590395"/>
                </a:cubicBezTo>
                <a:cubicBezTo>
                  <a:pt x="7040245" y="590395"/>
                  <a:pt x="7061172" y="570084"/>
                  <a:pt x="7084424" y="548032"/>
                </a:cubicBezTo>
                <a:cubicBezTo>
                  <a:pt x="7108257" y="525400"/>
                  <a:pt x="7133833" y="500446"/>
                  <a:pt x="7184405" y="500446"/>
                </a:cubicBezTo>
                <a:cubicBezTo>
                  <a:pt x="7235494" y="500446"/>
                  <a:pt x="7261038" y="525400"/>
                  <a:pt x="7284840" y="548032"/>
                </a:cubicBezTo>
                <a:cubicBezTo>
                  <a:pt x="7308063" y="570084"/>
                  <a:pt x="7328962" y="590395"/>
                  <a:pt x="7371922" y="590395"/>
                </a:cubicBezTo>
                <a:cubicBezTo>
                  <a:pt x="7414883" y="590395"/>
                  <a:pt x="7436363" y="570084"/>
                  <a:pt x="7459586" y="548032"/>
                </a:cubicBezTo>
                <a:cubicBezTo>
                  <a:pt x="7483388" y="525400"/>
                  <a:pt x="7508932" y="500446"/>
                  <a:pt x="7559439" y="500446"/>
                </a:cubicBezTo>
                <a:cubicBezTo>
                  <a:pt x="7609947" y="500446"/>
                  <a:pt x="7636071" y="525400"/>
                  <a:pt x="7659873" y="548032"/>
                </a:cubicBezTo>
                <a:cubicBezTo>
                  <a:pt x="7683096" y="570084"/>
                  <a:pt x="7703996" y="590395"/>
                  <a:pt x="7746956" y="590395"/>
                </a:cubicBezTo>
                <a:cubicBezTo>
                  <a:pt x="7789972" y="590395"/>
                  <a:pt x="7811479" y="570084"/>
                  <a:pt x="7834731" y="548032"/>
                </a:cubicBezTo>
                <a:cubicBezTo>
                  <a:pt x="7858565" y="525400"/>
                  <a:pt x="7884141" y="500446"/>
                  <a:pt x="7934713" y="500446"/>
                </a:cubicBezTo>
                <a:cubicBezTo>
                  <a:pt x="7985221" y="500446"/>
                  <a:pt x="8011346" y="525400"/>
                  <a:pt x="8035148" y="548032"/>
                </a:cubicBezTo>
                <a:cubicBezTo>
                  <a:pt x="8058371" y="570084"/>
                  <a:pt x="8079270" y="590395"/>
                  <a:pt x="8122230" y="590395"/>
                </a:cubicBezTo>
                <a:cubicBezTo>
                  <a:pt x="8165191" y="590395"/>
                  <a:pt x="8186671" y="570084"/>
                  <a:pt x="8209893" y="548032"/>
                </a:cubicBezTo>
                <a:cubicBezTo>
                  <a:pt x="8233696" y="525400"/>
                  <a:pt x="8259240" y="500446"/>
                  <a:pt x="8309747" y="500446"/>
                </a:cubicBezTo>
                <a:cubicBezTo>
                  <a:pt x="8360255" y="500446"/>
                  <a:pt x="8386379" y="525400"/>
                  <a:pt x="8409601" y="548032"/>
                </a:cubicBezTo>
                <a:cubicBezTo>
                  <a:pt x="8433403" y="570084"/>
                  <a:pt x="8454304" y="590395"/>
                  <a:pt x="8497264" y="590395"/>
                </a:cubicBezTo>
                <a:cubicBezTo>
                  <a:pt x="8540280" y="590395"/>
                  <a:pt x="8561787" y="570084"/>
                  <a:pt x="8585039" y="548032"/>
                </a:cubicBezTo>
                <a:cubicBezTo>
                  <a:pt x="8608873" y="525400"/>
                  <a:pt x="8634449" y="500446"/>
                  <a:pt x="8685021" y="500446"/>
                </a:cubicBezTo>
                <a:cubicBezTo>
                  <a:pt x="8735528" y="500446"/>
                  <a:pt x="8761654" y="525400"/>
                  <a:pt x="8784875" y="548032"/>
                </a:cubicBezTo>
                <a:cubicBezTo>
                  <a:pt x="8808678" y="570084"/>
                  <a:pt x="8829577" y="590395"/>
                  <a:pt x="8872538" y="590395"/>
                </a:cubicBezTo>
                <a:lnTo>
                  <a:pt x="8872538" y="607805"/>
                </a:lnTo>
                <a:cubicBezTo>
                  <a:pt x="8822030" y="607805"/>
                  <a:pt x="8796487" y="583432"/>
                  <a:pt x="8772684" y="560799"/>
                </a:cubicBezTo>
                <a:cubicBezTo>
                  <a:pt x="8749462" y="538747"/>
                  <a:pt x="8727981" y="518436"/>
                  <a:pt x="8685021" y="518436"/>
                </a:cubicBezTo>
                <a:cubicBezTo>
                  <a:pt x="8642005" y="518436"/>
                  <a:pt x="8621079" y="538747"/>
                  <a:pt x="8597246" y="560799"/>
                </a:cubicBezTo>
                <a:cubicBezTo>
                  <a:pt x="8573994" y="583432"/>
                  <a:pt x="8547836" y="607805"/>
                  <a:pt x="8497264" y="607805"/>
                </a:cubicBezTo>
                <a:cubicBezTo>
                  <a:pt x="8446757" y="607805"/>
                  <a:pt x="8421213" y="583432"/>
                  <a:pt x="8397409" y="560799"/>
                </a:cubicBezTo>
                <a:cubicBezTo>
                  <a:pt x="8374187" y="538747"/>
                  <a:pt x="8352708" y="518436"/>
                  <a:pt x="8309747" y="518436"/>
                </a:cubicBezTo>
                <a:cubicBezTo>
                  <a:pt x="8266787" y="518436"/>
                  <a:pt x="8245886" y="538747"/>
                  <a:pt x="8222084" y="560799"/>
                </a:cubicBezTo>
                <a:cubicBezTo>
                  <a:pt x="8198862" y="583432"/>
                  <a:pt x="8172738" y="607805"/>
                  <a:pt x="8122230" y="607805"/>
                </a:cubicBezTo>
                <a:cubicBezTo>
                  <a:pt x="8071723" y="607805"/>
                  <a:pt x="8046179" y="583432"/>
                  <a:pt x="8022377" y="560799"/>
                </a:cubicBezTo>
                <a:cubicBezTo>
                  <a:pt x="7999154" y="538747"/>
                  <a:pt x="7977674" y="518436"/>
                  <a:pt x="7934713" y="518436"/>
                </a:cubicBezTo>
                <a:cubicBezTo>
                  <a:pt x="7891697" y="518436"/>
                  <a:pt x="7870771" y="538747"/>
                  <a:pt x="7847519" y="560799"/>
                </a:cubicBezTo>
                <a:cubicBezTo>
                  <a:pt x="7823687" y="583432"/>
                  <a:pt x="7797528" y="607805"/>
                  <a:pt x="7746956" y="607805"/>
                </a:cubicBezTo>
                <a:cubicBezTo>
                  <a:pt x="7696449" y="607805"/>
                  <a:pt x="7670905" y="583432"/>
                  <a:pt x="7647102" y="560799"/>
                </a:cubicBezTo>
                <a:cubicBezTo>
                  <a:pt x="7623879" y="538747"/>
                  <a:pt x="7602400" y="518436"/>
                  <a:pt x="7559439" y="518436"/>
                </a:cubicBezTo>
                <a:cubicBezTo>
                  <a:pt x="7516479" y="518436"/>
                  <a:pt x="7495580" y="538747"/>
                  <a:pt x="7472357" y="560799"/>
                </a:cubicBezTo>
                <a:cubicBezTo>
                  <a:pt x="7448554" y="583432"/>
                  <a:pt x="7422430" y="607805"/>
                  <a:pt x="7371922" y="607805"/>
                </a:cubicBezTo>
                <a:cubicBezTo>
                  <a:pt x="7321415" y="607805"/>
                  <a:pt x="7295871" y="583432"/>
                  <a:pt x="7272069" y="560799"/>
                </a:cubicBezTo>
                <a:cubicBezTo>
                  <a:pt x="7248846" y="538747"/>
                  <a:pt x="7227946" y="518436"/>
                  <a:pt x="7184405" y="518436"/>
                </a:cubicBezTo>
                <a:cubicBezTo>
                  <a:pt x="7141390" y="518436"/>
                  <a:pt x="7120463" y="538747"/>
                  <a:pt x="7097212" y="560799"/>
                </a:cubicBezTo>
                <a:cubicBezTo>
                  <a:pt x="7073379" y="583432"/>
                  <a:pt x="7047802" y="607805"/>
                  <a:pt x="6996648" y="607805"/>
                </a:cubicBezTo>
                <a:cubicBezTo>
                  <a:pt x="6946141" y="607805"/>
                  <a:pt x="6920597" y="583432"/>
                  <a:pt x="6896794" y="560799"/>
                </a:cubicBezTo>
                <a:cubicBezTo>
                  <a:pt x="6873571" y="538747"/>
                  <a:pt x="6852672" y="518436"/>
                  <a:pt x="6809131" y="518436"/>
                </a:cubicBezTo>
                <a:cubicBezTo>
                  <a:pt x="6766171" y="518436"/>
                  <a:pt x="6745272" y="538747"/>
                  <a:pt x="6722050" y="560799"/>
                </a:cubicBezTo>
                <a:cubicBezTo>
                  <a:pt x="6698246" y="583432"/>
                  <a:pt x="6672702" y="607805"/>
                  <a:pt x="6621614" y="607805"/>
                </a:cubicBezTo>
                <a:cubicBezTo>
                  <a:pt x="6571107" y="607805"/>
                  <a:pt x="6545563" y="583432"/>
                  <a:pt x="6521761" y="560799"/>
                </a:cubicBezTo>
                <a:cubicBezTo>
                  <a:pt x="6498539" y="538747"/>
                  <a:pt x="6477638" y="518436"/>
                  <a:pt x="6434098" y="518436"/>
                </a:cubicBezTo>
                <a:cubicBezTo>
                  <a:pt x="6391082" y="518436"/>
                  <a:pt x="6370156" y="538747"/>
                  <a:pt x="6346904" y="560799"/>
                </a:cubicBezTo>
                <a:cubicBezTo>
                  <a:pt x="6323072" y="583432"/>
                  <a:pt x="6297494" y="607805"/>
                  <a:pt x="6246341" y="607805"/>
                </a:cubicBezTo>
                <a:cubicBezTo>
                  <a:pt x="6195833" y="607805"/>
                  <a:pt x="6170289" y="583432"/>
                  <a:pt x="6146486" y="560799"/>
                </a:cubicBezTo>
                <a:cubicBezTo>
                  <a:pt x="6123265" y="538747"/>
                  <a:pt x="6102365" y="518436"/>
                  <a:pt x="6058824" y="518436"/>
                </a:cubicBezTo>
                <a:cubicBezTo>
                  <a:pt x="6015863" y="518436"/>
                  <a:pt x="5994964" y="538747"/>
                  <a:pt x="5971742" y="560799"/>
                </a:cubicBezTo>
                <a:cubicBezTo>
                  <a:pt x="5947940" y="583432"/>
                  <a:pt x="5922395" y="607805"/>
                  <a:pt x="5871307" y="607805"/>
                </a:cubicBezTo>
                <a:cubicBezTo>
                  <a:pt x="5820734" y="607805"/>
                  <a:pt x="5795157" y="583432"/>
                  <a:pt x="5771325" y="560799"/>
                </a:cubicBezTo>
                <a:cubicBezTo>
                  <a:pt x="5748073" y="538747"/>
                  <a:pt x="5727146" y="518436"/>
                  <a:pt x="5683550" y="518436"/>
                </a:cubicBezTo>
                <a:cubicBezTo>
                  <a:pt x="5640589" y="518436"/>
                  <a:pt x="5619689" y="538747"/>
                  <a:pt x="5596467" y="560799"/>
                </a:cubicBezTo>
                <a:cubicBezTo>
                  <a:pt x="5572665" y="583432"/>
                  <a:pt x="5547121" y="607805"/>
                  <a:pt x="5496033" y="607805"/>
                </a:cubicBezTo>
                <a:cubicBezTo>
                  <a:pt x="5445525" y="607805"/>
                  <a:pt x="5419981" y="583432"/>
                  <a:pt x="5396759" y="560799"/>
                </a:cubicBezTo>
                <a:cubicBezTo>
                  <a:pt x="5372957" y="538747"/>
                  <a:pt x="5352057" y="518436"/>
                  <a:pt x="5308516" y="518436"/>
                </a:cubicBezTo>
                <a:cubicBezTo>
                  <a:pt x="5265556" y="518436"/>
                  <a:pt x="5244656" y="538747"/>
                  <a:pt x="5221434" y="560799"/>
                </a:cubicBezTo>
                <a:cubicBezTo>
                  <a:pt x="5197632" y="583432"/>
                  <a:pt x="5172087" y="607805"/>
                  <a:pt x="5120999" y="607805"/>
                </a:cubicBezTo>
                <a:cubicBezTo>
                  <a:pt x="5070427" y="607805"/>
                  <a:pt x="5044851" y="583432"/>
                  <a:pt x="5021598" y="560799"/>
                </a:cubicBezTo>
                <a:cubicBezTo>
                  <a:pt x="4998347" y="538747"/>
                  <a:pt x="4976839" y="518436"/>
                  <a:pt x="4933242" y="518436"/>
                </a:cubicBezTo>
                <a:cubicBezTo>
                  <a:pt x="4890282" y="518436"/>
                  <a:pt x="4869382" y="538747"/>
                  <a:pt x="4846160" y="560799"/>
                </a:cubicBezTo>
                <a:cubicBezTo>
                  <a:pt x="4822357" y="583432"/>
                  <a:pt x="4796813" y="607805"/>
                  <a:pt x="4745726" y="607805"/>
                </a:cubicBezTo>
                <a:cubicBezTo>
                  <a:pt x="4695218" y="607805"/>
                  <a:pt x="4669674" y="583432"/>
                  <a:pt x="4646452" y="560799"/>
                </a:cubicBezTo>
                <a:cubicBezTo>
                  <a:pt x="4623230" y="538747"/>
                  <a:pt x="4601750" y="518436"/>
                  <a:pt x="4558209" y="518436"/>
                </a:cubicBezTo>
                <a:cubicBezTo>
                  <a:pt x="4515248" y="518436"/>
                  <a:pt x="4494348" y="538747"/>
                  <a:pt x="4471126" y="560799"/>
                </a:cubicBezTo>
                <a:cubicBezTo>
                  <a:pt x="4447324" y="583432"/>
                  <a:pt x="4421780" y="607805"/>
                  <a:pt x="4370692" y="607805"/>
                </a:cubicBezTo>
                <a:cubicBezTo>
                  <a:pt x="4320119" y="607805"/>
                  <a:pt x="4294543" y="583432"/>
                  <a:pt x="4271291" y="560799"/>
                </a:cubicBezTo>
                <a:cubicBezTo>
                  <a:pt x="4248039" y="538747"/>
                  <a:pt x="4226531" y="518436"/>
                  <a:pt x="4182934" y="518436"/>
                </a:cubicBezTo>
                <a:cubicBezTo>
                  <a:pt x="4140554" y="518436"/>
                  <a:pt x="4119074" y="538747"/>
                  <a:pt x="4095853" y="560799"/>
                </a:cubicBezTo>
                <a:cubicBezTo>
                  <a:pt x="4072050" y="583432"/>
                  <a:pt x="4046506" y="607805"/>
                  <a:pt x="3995418" y="607805"/>
                </a:cubicBezTo>
                <a:cubicBezTo>
                  <a:pt x="3944910" y="607805"/>
                  <a:pt x="3919366" y="583432"/>
                  <a:pt x="3896144" y="560799"/>
                </a:cubicBezTo>
                <a:cubicBezTo>
                  <a:pt x="3872922" y="538747"/>
                  <a:pt x="3851442" y="518436"/>
                  <a:pt x="3807901" y="518436"/>
                </a:cubicBezTo>
                <a:cubicBezTo>
                  <a:pt x="3765521" y="518436"/>
                  <a:pt x="3744041" y="538747"/>
                  <a:pt x="3720819" y="560799"/>
                </a:cubicBezTo>
                <a:cubicBezTo>
                  <a:pt x="3697597" y="583432"/>
                  <a:pt x="3671472" y="607805"/>
                  <a:pt x="3620384" y="607805"/>
                </a:cubicBezTo>
                <a:cubicBezTo>
                  <a:pt x="3570393" y="607805"/>
                  <a:pt x="3544235" y="583432"/>
                  <a:pt x="3520983" y="560799"/>
                </a:cubicBezTo>
                <a:cubicBezTo>
                  <a:pt x="3497731" y="538747"/>
                  <a:pt x="3476224" y="518436"/>
                  <a:pt x="3432627" y="518436"/>
                </a:cubicBezTo>
                <a:cubicBezTo>
                  <a:pt x="3390247" y="518436"/>
                  <a:pt x="3368766" y="538747"/>
                  <a:pt x="3345545" y="560799"/>
                </a:cubicBezTo>
                <a:cubicBezTo>
                  <a:pt x="3322323" y="583432"/>
                  <a:pt x="3296198" y="607805"/>
                  <a:pt x="3245110" y="607805"/>
                </a:cubicBezTo>
                <a:cubicBezTo>
                  <a:pt x="3195156" y="607805"/>
                  <a:pt x="3169018" y="583432"/>
                  <a:pt x="3145784" y="560799"/>
                </a:cubicBezTo>
                <a:cubicBezTo>
                  <a:pt x="3122549" y="538747"/>
                  <a:pt x="3101058" y="518436"/>
                  <a:pt x="3058075" y="518436"/>
                </a:cubicBezTo>
                <a:cubicBezTo>
                  <a:pt x="3015114" y="518436"/>
                  <a:pt x="2993634" y="538747"/>
                  <a:pt x="2970412" y="560799"/>
                </a:cubicBezTo>
                <a:cubicBezTo>
                  <a:pt x="2947190" y="583432"/>
                  <a:pt x="2921066" y="607805"/>
                  <a:pt x="2870558" y="607805"/>
                </a:cubicBezTo>
                <a:lnTo>
                  <a:pt x="2870035" y="607789"/>
                </a:lnTo>
                <a:lnTo>
                  <a:pt x="2870035" y="607805"/>
                </a:lnTo>
                <a:cubicBezTo>
                  <a:pt x="2819528" y="607805"/>
                  <a:pt x="2793984" y="583432"/>
                  <a:pt x="2770313" y="560799"/>
                </a:cubicBezTo>
                <a:cubicBezTo>
                  <a:pt x="2757613" y="548739"/>
                  <a:pt x="2745435" y="537200"/>
                  <a:pt x="2729979" y="529219"/>
                </a:cubicBezTo>
                <a:lnTo>
                  <a:pt x="2720490" y="524975"/>
                </a:lnTo>
                <a:lnTo>
                  <a:pt x="2719497" y="524636"/>
                </a:lnTo>
                <a:lnTo>
                  <a:pt x="2709772" y="521593"/>
                </a:lnTo>
                <a:lnTo>
                  <a:pt x="2707453" y="521143"/>
                </a:lnTo>
                <a:lnTo>
                  <a:pt x="2697799" y="519352"/>
                </a:lnTo>
                <a:lnTo>
                  <a:pt x="2682650" y="518436"/>
                </a:lnTo>
                <a:lnTo>
                  <a:pt x="2667507" y="519352"/>
                </a:lnTo>
                <a:cubicBezTo>
                  <a:pt x="2634358" y="523541"/>
                  <a:pt x="2615729" y="541504"/>
                  <a:pt x="2594875" y="560799"/>
                </a:cubicBezTo>
                <a:cubicBezTo>
                  <a:pt x="2573077" y="582017"/>
                  <a:pt x="2548724" y="604765"/>
                  <a:pt x="2504094" y="607526"/>
                </a:cubicBezTo>
                <a:lnTo>
                  <a:pt x="2494893" y="607805"/>
                </a:lnTo>
                <a:lnTo>
                  <a:pt x="2485710" y="607526"/>
                </a:lnTo>
                <a:cubicBezTo>
                  <a:pt x="2441199" y="604765"/>
                  <a:pt x="2417354" y="582017"/>
                  <a:pt x="2395039" y="560799"/>
                </a:cubicBezTo>
                <a:cubicBezTo>
                  <a:pt x="2374720" y="541504"/>
                  <a:pt x="2355735" y="523541"/>
                  <a:pt x="2322525" y="519352"/>
                </a:cubicBezTo>
                <a:lnTo>
                  <a:pt x="2307376" y="518436"/>
                </a:lnTo>
                <a:lnTo>
                  <a:pt x="2292252" y="519352"/>
                </a:lnTo>
                <a:cubicBezTo>
                  <a:pt x="2259146" y="523541"/>
                  <a:pt x="2240541" y="541504"/>
                  <a:pt x="2219714" y="560799"/>
                </a:cubicBezTo>
                <a:cubicBezTo>
                  <a:pt x="2197943" y="582017"/>
                  <a:pt x="2173622" y="604765"/>
                  <a:pt x="2129050" y="607526"/>
                </a:cubicBezTo>
                <a:lnTo>
                  <a:pt x="2119860" y="607805"/>
                </a:lnTo>
                <a:lnTo>
                  <a:pt x="2110677" y="607526"/>
                </a:lnTo>
                <a:cubicBezTo>
                  <a:pt x="2066166" y="604765"/>
                  <a:pt x="2042321" y="582017"/>
                  <a:pt x="2020006" y="560799"/>
                </a:cubicBezTo>
                <a:cubicBezTo>
                  <a:pt x="1999687" y="541504"/>
                  <a:pt x="1980701" y="523541"/>
                  <a:pt x="1947492" y="519352"/>
                </a:cubicBezTo>
                <a:lnTo>
                  <a:pt x="1932344" y="518436"/>
                </a:lnTo>
                <a:lnTo>
                  <a:pt x="1917201" y="519352"/>
                </a:lnTo>
                <a:cubicBezTo>
                  <a:pt x="1884060" y="523541"/>
                  <a:pt x="1865495" y="541504"/>
                  <a:pt x="1845149" y="560799"/>
                </a:cubicBezTo>
                <a:cubicBezTo>
                  <a:pt x="1822806" y="582017"/>
                  <a:pt x="1798419" y="604765"/>
                  <a:pt x="1753788" y="607526"/>
                </a:cubicBezTo>
                <a:lnTo>
                  <a:pt x="1744586" y="607805"/>
                </a:lnTo>
                <a:lnTo>
                  <a:pt x="1735403" y="607526"/>
                </a:lnTo>
                <a:cubicBezTo>
                  <a:pt x="1690893" y="604765"/>
                  <a:pt x="1667047" y="582017"/>
                  <a:pt x="1644732" y="560799"/>
                </a:cubicBezTo>
                <a:cubicBezTo>
                  <a:pt x="1624413" y="541504"/>
                  <a:pt x="1605427" y="523541"/>
                  <a:pt x="1572218" y="519352"/>
                </a:cubicBezTo>
                <a:lnTo>
                  <a:pt x="1557069" y="518436"/>
                </a:lnTo>
                <a:lnTo>
                  <a:pt x="1541946" y="519352"/>
                </a:lnTo>
                <a:cubicBezTo>
                  <a:pt x="1508848" y="523541"/>
                  <a:pt x="1490307" y="541504"/>
                  <a:pt x="1469987" y="560799"/>
                </a:cubicBezTo>
                <a:cubicBezTo>
                  <a:pt x="1447673" y="582017"/>
                  <a:pt x="1423317" y="604765"/>
                  <a:pt x="1378743" y="607526"/>
                </a:cubicBezTo>
                <a:lnTo>
                  <a:pt x="1369553" y="607805"/>
                </a:lnTo>
                <a:lnTo>
                  <a:pt x="1360370" y="607526"/>
                </a:lnTo>
                <a:cubicBezTo>
                  <a:pt x="1315859" y="604765"/>
                  <a:pt x="1292013" y="582017"/>
                  <a:pt x="1269699" y="560799"/>
                </a:cubicBezTo>
                <a:cubicBezTo>
                  <a:pt x="1249380" y="541504"/>
                  <a:pt x="1230839" y="523541"/>
                  <a:pt x="1197352" y="519352"/>
                </a:cubicBezTo>
                <a:lnTo>
                  <a:pt x="1182036" y="518436"/>
                </a:lnTo>
                <a:lnTo>
                  <a:pt x="1166894" y="519352"/>
                </a:lnTo>
                <a:cubicBezTo>
                  <a:pt x="1133753" y="523541"/>
                  <a:pt x="1115188" y="541504"/>
                  <a:pt x="1094842" y="560799"/>
                </a:cubicBezTo>
                <a:cubicBezTo>
                  <a:pt x="1072499" y="582017"/>
                  <a:pt x="1048623" y="604765"/>
                  <a:pt x="1003577" y="607526"/>
                </a:cubicBezTo>
                <a:lnTo>
                  <a:pt x="994279" y="607805"/>
                </a:lnTo>
                <a:lnTo>
                  <a:pt x="985096" y="607526"/>
                </a:lnTo>
                <a:cubicBezTo>
                  <a:pt x="940585" y="604765"/>
                  <a:pt x="916740" y="582017"/>
                  <a:pt x="894425" y="560799"/>
                </a:cubicBezTo>
                <a:cubicBezTo>
                  <a:pt x="874106" y="541504"/>
                  <a:pt x="855565" y="523541"/>
                  <a:pt x="822078" y="519352"/>
                </a:cubicBezTo>
                <a:lnTo>
                  <a:pt x="806763" y="518436"/>
                </a:lnTo>
                <a:lnTo>
                  <a:pt x="791639" y="519352"/>
                </a:lnTo>
                <a:cubicBezTo>
                  <a:pt x="758541" y="523541"/>
                  <a:pt x="740000" y="541504"/>
                  <a:pt x="719680" y="560799"/>
                </a:cubicBezTo>
                <a:cubicBezTo>
                  <a:pt x="697366" y="582017"/>
                  <a:pt x="673520" y="604765"/>
                  <a:pt x="628532" y="607526"/>
                </a:cubicBezTo>
                <a:lnTo>
                  <a:pt x="619246" y="607805"/>
                </a:lnTo>
                <a:lnTo>
                  <a:pt x="610063" y="607526"/>
                </a:lnTo>
                <a:cubicBezTo>
                  <a:pt x="565552" y="604765"/>
                  <a:pt x="541707" y="582017"/>
                  <a:pt x="519392" y="560799"/>
                </a:cubicBezTo>
                <a:cubicBezTo>
                  <a:pt x="499073" y="541504"/>
                  <a:pt x="480531" y="523541"/>
                  <a:pt x="447044" y="519352"/>
                </a:cubicBezTo>
                <a:lnTo>
                  <a:pt x="431730" y="518436"/>
                </a:lnTo>
                <a:lnTo>
                  <a:pt x="416586" y="519352"/>
                </a:lnTo>
                <a:cubicBezTo>
                  <a:pt x="383446" y="523541"/>
                  <a:pt x="364881" y="541504"/>
                  <a:pt x="344535" y="560799"/>
                </a:cubicBezTo>
                <a:cubicBezTo>
                  <a:pt x="322192" y="582017"/>
                  <a:pt x="298316" y="604765"/>
                  <a:pt x="253270" y="607526"/>
                </a:cubicBezTo>
                <a:lnTo>
                  <a:pt x="243972" y="607805"/>
                </a:lnTo>
                <a:lnTo>
                  <a:pt x="234789" y="607526"/>
                </a:lnTo>
                <a:cubicBezTo>
                  <a:pt x="190278" y="604765"/>
                  <a:pt x="166433" y="582017"/>
                  <a:pt x="144118" y="560799"/>
                </a:cubicBezTo>
                <a:cubicBezTo>
                  <a:pt x="123799" y="541504"/>
                  <a:pt x="105258" y="523541"/>
                  <a:pt x="71771" y="519352"/>
                </a:cubicBezTo>
                <a:lnTo>
                  <a:pt x="56456" y="518436"/>
                </a:lnTo>
                <a:lnTo>
                  <a:pt x="41332" y="519352"/>
                </a:lnTo>
                <a:cubicBezTo>
                  <a:pt x="24783" y="521447"/>
                  <a:pt x="11873" y="526985"/>
                  <a:pt x="561" y="534411"/>
                </a:cubicBezTo>
                <a:lnTo>
                  <a:pt x="0" y="534885"/>
                </a:lnTo>
                <a:lnTo>
                  <a:pt x="0" y="514498"/>
                </a:lnTo>
                <a:lnTo>
                  <a:pt x="17465" y="506330"/>
                </a:lnTo>
                <a:cubicBezTo>
                  <a:pt x="26309" y="503421"/>
                  <a:pt x="36145" y="501438"/>
                  <a:pt x="47272" y="500732"/>
                </a:cubicBezTo>
                <a:close/>
                <a:moveTo>
                  <a:pt x="56450" y="399827"/>
                </a:moveTo>
                <a:lnTo>
                  <a:pt x="65735" y="400114"/>
                </a:lnTo>
                <a:cubicBezTo>
                  <a:pt x="110724" y="402944"/>
                  <a:pt x="134570" y="426255"/>
                  <a:pt x="156884" y="447520"/>
                </a:cubicBezTo>
                <a:cubicBezTo>
                  <a:pt x="177203" y="466859"/>
                  <a:pt x="195744" y="484862"/>
                  <a:pt x="228843" y="489060"/>
                </a:cubicBezTo>
                <a:lnTo>
                  <a:pt x="243966" y="489978"/>
                </a:lnTo>
                <a:lnTo>
                  <a:pt x="259301" y="489060"/>
                </a:lnTo>
                <a:cubicBezTo>
                  <a:pt x="292831" y="484862"/>
                  <a:pt x="311396" y="466859"/>
                  <a:pt x="331741" y="447520"/>
                </a:cubicBezTo>
                <a:cubicBezTo>
                  <a:pt x="354085" y="426255"/>
                  <a:pt x="377961" y="402944"/>
                  <a:pt x="422529" y="400114"/>
                </a:cubicBezTo>
                <a:lnTo>
                  <a:pt x="431723" y="399827"/>
                </a:lnTo>
                <a:lnTo>
                  <a:pt x="441009" y="400114"/>
                </a:lnTo>
                <a:cubicBezTo>
                  <a:pt x="485997" y="402944"/>
                  <a:pt x="509843" y="426255"/>
                  <a:pt x="532158" y="447520"/>
                </a:cubicBezTo>
                <a:cubicBezTo>
                  <a:pt x="552477" y="466859"/>
                  <a:pt x="571018" y="484862"/>
                  <a:pt x="604116" y="489060"/>
                </a:cubicBezTo>
                <a:lnTo>
                  <a:pt x="619240" y="489978"/>
                </a:lnTo>
                <a:lnTo>
                  <a:pt x="634556" y="489060"/>
                </a:lnTo>
                <a:cubicBezTo>
                  <a:pt x="668042" y="484862"/>
                  <a:pt x="686583" y="466859"/>
                  <a:pt x="706903" y="447520"/>
                </a:cubicBezTo>
                <a:cubicBezTo>
                  <a:pt x="729217" y="426255"/>
                  <a:pt x="753063" y="402944"/>
                  <a:pt x="797573" y="400114"/>
                </a:cubicBezTo>
                <a:lnTo>
                  <a:pt x="806756" y="399827"/>
                </a:lnTo>
                <a:lnTo>
                  <a:pt x="806757" y="399827"/>
                </a:lnTo>
                <a:lnTo>
                  <a:pt x="816042" y="400114"/>
                </a:lnTo>
                <a:cubicBezTo>
                  <a:pt x="861031" y="402944"/>
                  <a:pt x="884876" y="426255"/>
                  <a:pt x="907191" y="447520"/>
                </a:cubicBezTo>
                <a:cubicBezTo>
                  <a:pt x="927510" y="466859"/>
                  <a:pt x="946052" y="484862"/>
                  <a:pt x="979150" y="489060"/>
                </a:cubicBezTo>
                <a:lnTo>
                  <a:pt x="994273" y="489978"/>
                </a:lnTo>
                <a:lnTo>
                  <a:pt x="1009608" y="489060"/>
                </a:lnTo>
                <a:cubicBezTo>
                  <a:pt x="1043138" y="484862"/>
                  <a:pt x="1061703" y="466859"/>
                  <a:pt x="1082048" y="447520"/>
                </a:cubicBezTo>
                <a:cubicBezTo>
                  <a:pt x="1104391" y="426255"/>
                  <a:pt x="1128268" y="402944"/>
                  <a:pt x="1172835" y="400114"/>
                </a:cubicBezTo>
                <a:lnTo>
                  <a:pt x="1182030" y="399827"/>
                </a:lnTo>
                <a:lnTo>
                  <a:pt x="1191316" y="400114"/>
                </a:lnTo>
                <a:cubicBezTo>
                  <a:pt x="1236304" y="402944"/>
                  <a:pt x="1260150" y="426255"/>
                  <a:pt x="1282465" y="447520"/>
                </a:cubicBezTo>
                <a:cubicBezTo>
                  <a:pt x="1302784" y="466859"/>
                  <a:pt x="1321326" y="484862"/>
                  <a:pt x="1354424" y="489060"/>
                </a:cubicBezTo>
                <a:lnTo>
                  <a:pt x="1369547" y="489978"/>
                </a:lnTo>
                <a:lnTo>
                  <a:pt x="1384695" y="489060"/>
                </a:lnTo>
                <a:cubicBezTo>
                  <a:pt x="1417905" y="484862"/>
                  <a:pt x="1436891" y="466859"/>
                  <a:pt x="1457210" y="447520"/>
                </a:cubicBezTo>
                <a:cubicBezTo>
                  <a:pt x="1479524" y="426255"/>
                  <a:pt x="1503370" y="402944"/>
                  <a:pt x="1547880" y="400114"/>
                </a:cubicBezTo>
                <a:lnTo>
                  <a:pt x="1557064" y="399827"/>
                </a:lnTo>
                <a:lnTo>
                  <a:pt x="1566253" y="400114"/>
                </a:lnTo>
                <a:cubicBezTo>
                  <a:pt x="1610828" y="402944"/>
                  <a:pt x="1635184" y="426255"/>
                  <a:pt x="1657498" y="447520"/>
                </a:cubicBezTo>
                <a:cubicBezTo>
                  <a:pt x="1677817" y="466859"/>
                  <a:pt x="1696358" y="484862"/>
                  <a:pt x="1729457" y="489060"/>
                </a:cubicBezTo>
                <a:lnTo>
                  <a:pt x="1744580" y="489978"/>
                </a:lnTo>
                <a:lnTo>
                  <a:pt x="1759748" y="489060"/>
                </a:lnTo>
                <a:cubicBezTo>
                  <a:pt x="1793000" y="484862"/>
                  <a:pt x="1812010" y="466859"/>
                  <a:pt x="1832355" y="447520"/>
                </a:cubicBezTo>
                <a:cubicBezTo>
                  <a:pt x="1854698" y="426255"/>
                  <a:pt x="1878575" y="402944"/>
                  <a:pt x="1923143" y="400114"/>
                </a:cubicBezTo>
                <a:lnTo>
                  <a:pt x="1932337" y="399827"/>
                </a:lnTo>
                <a:lnTo>
                  <a:pt x="1941527" y="400114"/>
                </a:lnTo>
                <a:cubicBezTo>
                  <a:pt x="1986102" y="402944"/>
                  <a:pt x="2010457" y="426255"/>
                  <a:pt x="2032772" y="447520"/>
                </a:cubicBezTo>
                <a:cubicBezTo>
                  <a:pt x="2053091" y="466859"/>
                  <a:pt x="2071633" y="484862"/>
                  <a:pt x="2104731" y="489060"/>
                </a:cubicBezTo>
                <a:lnTo>
                  <a:pt x="2119854" y="489978"/>
                </a:lnTo>
                <a:lnTo>
                  <a:pt x="2135003" y="489060"/>
                </a:lnTo>
                <a:cubicBezTo>
                  <a:pt x="2168212" y="484862"/>
                  <a:pt x="2187197" y="466859"/>
                  <a:pt x="2207517" y="447520"/>
                </a:cubicBezTo>
                <a:cubicBezTo>
                  <a:pt x="2229831" y="426255"/>
                  <a:pt x="2253677" y="402944"/>
                  <a:pt x="2298188" y="400114"/>
                </a:cubicBezTo>
                <a:lnTo>
                  <a:pt x="2307370" y="399827"/>
                </a:lnTo>
                <a:lnTo>
                  <a:pt x="2307371" y="399827"/>
                </a:lnTo>
                <a:lnTo>
                  <a:pt x="2316560" y="400114"/>
                </a:lnTo>
                <a:cubicBezTo>
                  <a:pt x="2361132" y="402944"/>
                  <a:pt x="2385454" y="426255"/>
                  <a:pt x="2407225" y="447520"/>
                </a:cubicBezTo>
                <a:cubicBezTo>
                  <a:pt x="2428052" y="466859"/>
                  <a:pt x="2446657" y="484862"/>
                  <a:pt x="2479762" y="489060"/>
                </a:cubicBezTo>
                <a:lnTo>
                  <a:pt x="2494887" y="489978"/>
                </a:lnTo>
                <a:lnTo>
                  <a:pt x="2510055" y="489060"/>
                </a:lnTo>
                <a:cubicBezTo>
                  <a:pt x="2543307" y="484862"/>
                  <a:pt x="2562317" y="466859"/>
                  <a:pt x="2582662" y="447520"/>
                </a:cubicBezTo>
                <a:cubicBezTo>
                  <a:pt x="2605006" y="426255"/>
                  <a:pt x="2628882" y="402944"/>
                  <a:pt x="2673449" y="400114"/>
                </a:cubicBezTo>
                <a:lnTo>
                  <a:pt x="2682644" y="399827"/>
                </a:lnTo>
                <a:lnTo>
                  <a:pt x="2683071" y="399841"/>
                </a:lnTo>
                <a:lnTo>
                  <a:pt x="2683071" y="399827"/>
                </a:lnTo>
                <a:cubicBezTo>
                  <a:pt x="2689384" y="399827"/>
                  <a:pt x="2695317" y="400218"/>
                  <a:pt x="2700910" y="400946"/>
                </a:cubicBezTo>
                <a:lnTo>
                  <a:pt x="2705027" y="401765"/>
                </a:lnTo>
                <a:lnTo>
                  <a:pt x="2707634" y="402091"/>
                </a:lnTo>
                <a:lnTo>
                  <a:pt x="2710909" y="402935"/>
                </a:lnTo>
                <a:lnTo>
                  <a:pt x="2716716" y="404090"/>
                </a:lnTo>
                <a:lnTo>
                  <a:pt x="2720583" y="405426"/>
                </a:lnTo>
                <a:lnTo>
                  <a:pt x="2721741" y="405725"/>
                </a:lnTo>
                <a:lnTo>
                  <a:pt x="2723685" y="406499"/>
                </a:lnTo>
                <a:lnTo>
                  <a:pt x="2730738" y="408937"/>
                </a:lnTo>
                <a:cubicBezTo>
                  <a:pt x="2752764" y="418257"/>
                  <a:pt x="2768411" y="433343"/>
                  <a:pt x="2782896" y="447520"/>
                </a:cubicBezTo>
                <a:cubicBezTo>
                  <a:pt x="2806117" y="469622"/>
                  <a:pt x="2827597" y="489978"/>
                  <a:pt x="2870558" y="489978"/>
                </a:cubicBezTo>
                <a:cubicBezTo>
                  <a:pt x="2913518" y="489978"/>
                  <a:pt x="2934999" y="469622"/>
                  <a:pt x="2958221" y="447520"/>
                </a:cubicBezTo>
                <a:cubicBezTo>
                  <a:pt x="2982023" y="424837"/>
                  <a:pt x="3007567" y="399827"/>
                  <a:pt x="3058075" y="399827"/>
                </a:cubicBezTo>
                <a:cubicBezTo>
                  <a:pt x="3108609" y="399827"/>
                  <a:pt x="3134747" y="424837"/>
                  <a:pt x="3157982" y="447520"/>
                </a:cubicBezTo>
                <a:cubicBezTo>
                  <a:pt x="3181216" y="469622"/>
                  <a:pt x="3202708" y="489978"/>
                  <a:pt x="3245110" y="489978"/>
                </a:cubicBezTo>
                <a:cubicBezTo>
                  <a:pt x="3288651" y="489978"/>
                  <a:pt x="3310131" y="469622"/>
                  <a:pt x="3333353" y="447520"/>
                </a:cubicBezTo>
                <a:cubicBezTo>
                  <a:pt x="3356575" y="424837"/>
                  <a:pt x="3382700" y="399827"/>
                  <a:pt x="3432627" y="399827"/>
                </a:cubicBezTo>
                <a:cubicBezTo>
                  <a:pt x="3483780" y="399827"/>
                  <a:pt x="3509938" y="424837"/>
                  <a:pt x="3533191" y="447520"/>
                </a:cubicBezTo>
                <a:cubicBezTo>
                  <a:pt x="3556442" y="469622"/>
                  <a:pt x="3577950" y="489978"/>
                  <a:pt x="3620384" y="489978"/>
                </a:cubicBezTo>
                <a:cubicBezTo>
                  <a:pt x="3663926" y="489978"/>
                  <a:pt x="3685405" y="469622"/>
                  <a:pt x="3708627" y="447520"/>
                </a:cubicBezTo>
                <a:cubicBezTo>
                  <a:pt x="3731849" y="424837"/>
                  <a:pt x="3757393" y="399827"/>
                  <a:pt x="3807901" y="399827"/>
                </a:cubicBezTo>
                <a:cubicBezTo>
                  <a:pt x="3858989" y="399827"/>
                  <a:pt x="3884533" y="424837"/>
                  <a:pt x="3908336" y="447520"/>
                </a:cubicBezTo>
                <a:cubicBezTo>
                  <a:pt x="3931558" y="469622"/>
                  <a:pt x="3953038" y="489978"/>
                  <a:pt x="3995418" y="489978"/>
                </a:cubicBezTo>
                <a:cubicBezTo>
                  <a:pt x="4038959" y="489978"/>
                  <a:pt x="4060439" y="469622"/>
                  <a:pt x="4083661" y="447520"/>
                </a:cubicBezTo>
                <a:cubicBezTo>
                  <a:pt x="4106883" y="424837"/>
                  <a:pt x="4132427" y="399827"/>
                  <a:pt x="4182934" y="399827"/>
                </a:cubicBezTo>
                <a:cubicBezTo>
                  <a:pt x="4234088" y="399827"/>
                  <a:pt x="4259665" y="424837"/>
                  <a:pt x="4283498" y="447520"/>
                </a:cubicBezTo>
                <a:cubicBezTo>
                  <a:pt x="4306750" y="469622"/>
                  <a:pt x="4328258" y="489978"/>
                  <a:pt x="4370692" y="489978"/>
                </a:cubicBezTo>
                <a:cubicBezTo>
                  <a:pt x="4414233" y="489978"/>
                  <a:pt x="4435713" y="469622"/>
                  <a:pt x="4458935" y="447520"/>
                </a:cubicBezTo>
                <a:cubicBezTo>
                  <a:pt x="4482157" y="424837"/>
                  <a:pt x="4507701" y="399827"/>
                  <a:pt x="4558209" y="399827"/>
                </a:cubicBezTo>
                <a:cubicBezTo>
                  <a:pt x="4609296" y="399827"/>
                  <a:pt x="4634841" y="424837"/>
                  <a:pt x="4658643" y="447520"/>
                </a:cubicBezTo>
                <a:cubicBezTo>
                  <a:pt x="4681865" y="469622"/>
                  <a:pt x="4702765" y="489978"/>
                  <a:pt x="4745726" y="489978"/>
                </a:cubicBezTo>
                <a:cubicBezTo>
                  <a:pt x="4789266" y="489978"/>
                  <a:pt x="4810747" y="469622"/>
                  <a:pt x="4833969" y="447520"/>
                </a:cubicBezTo>
                <a:cubicBezTo>
                  <a:pt x="4857191" y="424837"/>
                  <a:pt x="4882735" y="399827"/>
                  <a:pt x="4933242" y="399827"/>
                </a:cubicBezTo>
                <a:cubicBezTo>
                  <a:pt x="4984396" y="399827"/>
                  <a:pt x="5009973" y="424837"/>
                  <a:pt x="5033805" y="447520"/>
                </a:cubicBezTo>
                <a:cubicBezTo>
                  <a:pt x="5057058" y="469622"/>
                  <a:pt x="5077984" y="489978"/>
                  <a:pt x="5120999" y="489978"/>
                </a:cubicBezTo>
                <a:cubicBezTo>
                  <a:pt x="5164540" y="489978"/>
                  <a:pt x="5185440" y="469622"/>
                  <a:pt x="5209242" y="447520"/>
                </a:cubicBezTo>
                <a:cubicBezTo>
                  <a:pt x="5232464" y="424837"/>
                  <a:pt x="5258008" y="399827"/>
                  <a:pt x="5308516" y="399827"/>
                </a:cubicBezTo>
                <a:cubicBezTo>
                  <a:pt x="5359604" y="399827"/>
                  <a:pt x="5385148" y="424837"/>
                  <a:pt x="5408950" y="447520"/>
                </a:cubicBezTo>
                <a:cubicBezTo>
                  <a:pt x="5432172" y="469622"/>
                  <a:pt x="5453072" y="489978"/>
                  <a:pt x="5496033" y="489978"/>
                </a:cubicBezTo>
                <a:cubicBezTo>
                  <a:pt x="5539574" y="489978"/>
                  <a:pt x="5560473" y="469622"/>
                  <a:pt x="5584276" y="447520"/>
                </a:cubicBezTo>
                <a:cubicBezTo>
                  <a:pt x="5607498" y="424837"/>
                  <a:pt x="5633042" y="399827"/>
                  <a:pt x="5683550" y="399827"/>
                </a:cubicBezTo>
                <a:cubicBezTo>
                  <a:pt x="5734703" y="399827"/>
                  <a:pt x="5760280" y="424837"/>
                  <a:pt x="5784113" y="447520"/>
                </a:cubicBezTo>
                <a:cubicBezTo>
                  <a:pt x="5807364" y="469622"/>
                  <a:pt x="5828292" y="489978"/>
                  <a:pt x="5871307" y="489978"/>
                </a:cubicBezTo>
                <a:cubicBezTo>
                  <a:pt x="5914848" y="489978"/>
                  <a:pt x="5935748" y="469622"/>
                  <a:pt x="5958970" y="447520"/>
                </a:cubicBezTo>
                <a:cubicBezTo>
                  <a:pt x="5982772" y="424837"/>
                  <a:pt x="6008316" y="399827"/>
                  <a:pt x="6058824" y="399827"/>
                </a:cubicBezTo>
                <a:cubicBezTo>
                  <a:pt x="6109912" y="399827"/>
                  <a:pt x="6135456" y="424837"/>
                  <a:pt x="6159258" y="447520"/>
                </a:cubicBezTo>
                <a:cubicBezTo>
                  <a:pt x="6182480" y="469622"/>
                  <a:pt x="6203380" y="489978"/>
                  <a:pt x="6246341" y="489978"/>
                </a:cubicBezTo>
                <a:cubicBezTo>
                  <a:pt x="6289937" y="489978"/>
                  <a:pt x="6310864" y="469622"/>
                  <a:pt x="6334116" y="447520"/>
                </a:cubicBezTo>
                <a:cubicBezTo>
                  <a:pt x="6357949" y="424837"/>
                  <a:pt x="6383525" y="399827"/>
                  <a:pt x="6434098" y="399827"/>
                </a:cubicBezTo>
                <a:cubicBezTo>
                  <a:pt x="6485186" y="399827"/>
                  <a:pt x="6510730" y="424837"/>
                  <a:pt x="6534533" y="447520"/>
                </a:cubicBezTo>
                <a:cubicBezTo>
                  <a:pt x="6557755" y="469622"/>
                  <a:pt x="6578654" y="489978"/>
                  <a:pt x="6621614" y="489978"/>
                </a:cubicBezTo>
                <a:cubicBezTo>
                  <a:pt x="6665155" y="489978"/>
                  <a:pt x="6686056" y="469622"/>
                  <a:pt x="6709278" y="447520"/>
                </a:cubicBezTo>
                <a:cubicBezTo>
                  <a:pt x="6733080" y="424837"/>
                  <a:pt x="6758624" y="399827"/>
                  <a:pt x="6809131" y="399827"/>
                </a:cubicBezTo>
                <a:cubicBezTo>
                  <a:pt x="6860219" y="399827"/>
                  <a:pt x="6885763" y="424837"/>
                  <a:pt x="6909565" y="447520"/>
                </a:cubicBezTo>
                <a:cubicBezTo>
                  <a:pt x="6932788" y="469622"/>
                  <a:pt x="6953688" y="489978"/>
                  <a:pt x="6996648" y="489978"/>
                </a:cubicBezTo>
                <a:cubicBezTo>
                  <a:pt x="7040245" y="489978"/>
                  <a:pt x="7061172" y="469622"/>
                  <a:pt x="7084424" y="447520"/>
                </a:cubicBezTo>
                <a:cubicBezTo>
                  <a:pt x="7108257" y="424837"/>
                  <a:pt x="7133833" y="399827"/>
                  <a:pt x="7184405" y="399827"/>
                </a:cubicBezTo>
                <a:cubicBezTo>
                  <a:pt x="7235494" y="399827"/>
                  <a:pt x="7261038" y="424837"/>
                  <a:pt x="7284840" y="447520"/>
                </a:cubicBezTo>
                <a:cubicBezTo>
                  <a:pt x="7308063" y="469622"/>
                  <a:pt x="7328962" y="489978"/>
                  <a:pt x="7371922" y="489978"/>
                </a:cubicBezTo>
                <a:cubicBezTo>
                  <a:pt x="7414883" y="489978"/>
                  <a:pt x="7436363" y="469622"/>
                  <a:pt x="7459586" y="447520"/>
                </a:cubicBezTo>
                <a:cubicBezTo>
                  <a:pt x="7483388" y="424837"/>
                  <a:pt x="7508932" y="399827"/>
                  <a:pt x="7559439" y="399827"/>
                </a:cubicBezTo>
                <a:cubicBezTo>
                  <a:pt x="7609947" y="399827"/>
                  <a:pt x="7636071" y="424837"/>
                  <a:pt x="7659873" y="447520"/>
                </a:cubicBezTo>
                <a:cubicBezTo>
                  <a:pt x="7683096" y="469622"/>
                  <a:pt x="7703996" y="489978"/>
                  <a:pt x="7746956" y="489978"/>
                </a:cubicBezTo>
                <a:cubicBezTo>
                  <a:pt x="7789972" y="489978"/>
                  <a:pt x="7811479" y="469622"/>
                  <a:pt x="7834731" y="447520"/>
                </a:cubicBezTo>
                <a:cubicBezTo>
                  <a:pt x="7858565" y="424837"/>
                  <a:pt x="7884141" y="399827"/>
                  <a:pt x="7934713" y="399827"/>
                </a:cubicBezTo>
                <a:cubicBezTo>
                  <a:pt x="7985221" y="399827"/>
                  <a:pt x="8011346" y="424837"/>
                  <a:pt x="8035148" y="447520"/>
                </a:cubicBezTo>
                <a:cubicBezTo>
                  <a:pt x="8058371" y="469622"/>
                  <a:pt x="8079270" y="489978"/>
                  <a:pt x="8122230" y="489978"/>
                </a:cubicBezTo>
                <a:cubicBezTo>
                  <a:pt x="8165191" y="489978"/>
                  <a:pt x="8186671" y="469622"/>
                  <a:pt x="8209893" y="447520"/>
                </a:cubicBezTo>
                <a:cubicBezTo>
                  <a:pt x="8233696" y="424837"/>
                  <a:pt x="8259240" y="399827"/>
                  <a:pt x="8309747" y="399827"/>
                </a:cubicBezTo>
                <a:cubicBezTo>
                  <a:pt x="8360255" y="399827"/>
                  <a:pt x="8386379" y="424837"/>
                  <a:pt x="8409601" y="447520"/>
                </a:cubicBezTo>
                <a:cubicBezTo>
                  <a:pt x="8433403" y="469622"/>
                  <a:pt x="8454304" y="489978"/>
                  <a:pt x="8497264" y="489978"/>
                </a:cubicBezTo>
                <a:cubicBezTo>
                  <a:pt x="8540280" y="489978"/>
                  <a:pt x="8561787" y="469622"/>
                  <a:pt x="8585039" y="447520"/>
                </a:cubicBezTo>
                <a:cubicBezTo>
                  <a:pt x="8608873" y="424837"/>
                  <a:pt x="8634449" y="399827"/>
                  <a:pt x="8685021" y="399827"/>
                </a:cubicBezTo>
                <a:cubicBezTo>
                  <a:pt x="8735528" y="399827"/>
                  <a:pt x="8761654" y="424837"/>
                  <a:pt x="8784875" y="447520"/>
                </a:cubicBezTo>
                <a:cubicBezTo>
                  <a:pt x="8808678" y="469622"/>
                  <a:pt x="8829577" y="489978"/>
                  <a:pt x="8872538" y="489978"/>
                </a:cubicBezTo>
                <a:lnTo>
                  <a:pt x="8872538" y="507427"/>
                </a:lnTo>
                <a:cubicBezTo>
                  <a:pt x="8822030" y="507427"/>
                  <a:pt x="8796487" y="482999"/>
                  <a:pt x="8772684" y="460316"/>
                </a:cubicBezTo>
                <a:cubicBezTo>
                  <a:pt x="8749462" y="438214"/>
                  <a:pt x="8727981" y="417857"/>
                  <a:pt x="8685021" y="417857"/>
                </a:cubicBezTo>
                <a:cubicBezTo>
                  <a:pt x="8642005" y="417857"/>
                  <a:pt x="8621079" y="437633"/>
                  <a:pt x="8597246" y="460316"/>
                </a:cubicBezTo>
                <a:cubicBezTo>
                  <a:pt x="8573994" y="482999"/>
                  <a:pt x="8547836" y="507427"/>
                  <a:pt x="8497264" y="507427"/>
                </a:cubicBezTo>
                <a:cubicBezTo>
                  <a:pt x="8446757" y="507427"/>
                  <a:pt x="8421213" y="482999"/>
                  <a:pt x="8397409" y="460316"/>
                </a:cubicBezTo>
                <a:cubicBezTo>
                  <a:pt x="8374187" y="438214"/>
                  <a:pt x="8352708" y="417857"/>
                  <a:pt x="8309747" y="417857"/>
                </a:cubicBezTo>
                <a:cubicBezTo>
                  <a:pt x="8266787" y="417857"/>
                  <a:pt x="8245886" y="437633"/>
                  <a:pt x="8222084" y="460316"/>
                </a:cubicBezTo>
                <a:cubicBezTo>
                  <a:pt x="8198862" y="482999"/>
                  <a:pt x="8172738" y="507427"/>
                  <a:pt x="8122230" y="507427"/>
                </a:cubicBezTo>
                <a:cubicBezTo>
                  <a:pt x="8071723" y="507427"/>
                  <a:pt x="8046179" y="482999"/>
                  <a:pt x="8022377" y="460316"/>
                </a:cubicBezTo>
                <a:cubicBezTo>
                  <a:pt x="7999154" y="438214"/>
                  <a:pt x="7977674" y="417857"/>
                  <a:pt x="7934713" y="417857"/>
                </a:cubicBezTo>
                <a:cubicBezTo>
                  <a:pt x="7891697" y="417857"/>
                  <a:pt x="7870771" y="437633"/>
                  <a:pt x="7847519" y="460316"/>
                </a:cubicBezTo>
                <a:cubicBezTo>
                  <a:pt x="7823687" y="482999"/>
                  <a:pt x="7797528" y="507427"/>
                  <a:pt x="7746956" y="507427"/>
                </a:cubicBezTo>
                <a:cubicBezTo>
                  <a:pt x="7696449" y="507427"/>
                  <a:pt x="7670905" y="482999"/>
                  <a:pt x="7647102" y="460316"/>
                </a:cubicBezTo>
                <a:cubicBezTo>
                  <a:pt x="7623879" y="438214"/>
                  <a:pt x="7602400" y="417857"/>
                  <a:pt x="7559439" y="417857"/>
                </a:cubicBezTo>
                <a:cubicBezTo>
                  <a:pt x="7516479" y="417857"/>
                  <a:pt x="7495580" y="437633"/>
                  <a:pt x="7472357" y="460316"/>
                </a:cubicBezTo>
                <a:cubicBezTo>
                  <a:pt x="7448554" y="482999"/>
                  <a:pt x="7422430" y="507427"/>
                  <a:pt x="7371922" y="507427"/>
                </a:cubicBezTo>
                <a:cubicBezTo>
                  <a:pt x="7321415" y="507427"/>
                  <a:pt x="7295871" y="482999"/>
                  <a:pt x="7272069" y="460316"/>
                </a:cubicBezTo>
                <a:cubicBezTo>
                  <a:pt x="7248846" y="438214"/>
                  <a:pt x="7227946" y="417857"/>
                  <a:pt x="7184405" y="417857"/>
                </a:cubicBezTo>
                <a:cubicBezTo>
                  <a:pt x="7141390" y="417857"/>
                  <a:pt x="7120463" y="437633"/>
                  <a:pt x="7097212" y="460316"/>
                </a:cubicBezTo>
                <a:cubicBezTo>
                  <a:pt x="7073379" y="482999"/>
                  <a:pt x="7047802" y="507427"/>
                  <a:pt x="6996648" y="507427"/>
                </a:cubicBezTo>
                <a:cubicBezTo>
                  <a:pt x="6946141" y="507427"/>
                  <a:pt x="6920597" y="482999"/>
                  <a:pt x="6896794" y="460316"/>
                </a:cubicBezTo>
                <a:cubicBezTo>
                  <a:pt x="6873571" y="438214"/>
                  <a:pt x="6852672" y="417857"/>
                  <a:pt x="6809131" y="417857"/>
                </a:cubicBezTo>
                <a:cubicBezTo>
                  <a:pt x="6766171" y="417857"/>
                  <a:pt x="6745272" y="437633"/>
                  <a:pt x="6722050" y="460316"/>
                </a:cubicBezTo>
                <a:cubicBezTo>
                  <a:pt x="6698246" y="482999"/>
                  <a:pt x="6672702" y="507427"/>
                  <a:pt x="6621614" y="507427"/>
                </a:cubicBezTo>
                <a:cubicBezTo>
                  <a:pt x="6571107" y="507427"/>
                  <a:pt x="6545563" y="482999"/>
                  <a:pt x="6521761" y="460316"/>
                </a:cubicBezTo>
                <a:cubicBezTo>
                  <a:pt x="6498539" y="438214"/>
                  <a:pt x="6477638" y="417857"/>
                  <a:pt x="6434098" y="417857"/>
                </a:cubicBezTo>
                <a:cubicBezTo>
                  <a:pt x="6391082" y="417857"/>
                  <a:pt x="6370156" y="437633"/>
                  <a:pt x="6346904" y="460316"/>
                </a:cubicBezTo>
                <a:cubicBezTo>
                  <a:pt x="6323072" y="482999"/>
                  <a:pt x="6297494" y="507427"/>
                  <a:pt x="6246341" y="507427"/>
                </a:cubicBezTo>
                <a:cubicBezTo>
                  <a:pt x="6195833" y="507427"/>
                  <a:pt x="6170289" y="482999"/>
                  <a:pt x="6146486" y="460316"/>
                </a:cubicBezTo>
                <a:cubicBezTo>
                  <a:pt x="6123265" y="438214"/>
                  <a:pt x="6102365" y="417857"/>
                  <a:pt x="6058824" y="417857"/>
                </a:cubicBezTo>
                <a:cubicBezTo>
                  <a:pt x="6015863" y="417857"/>
                  <a:pt x="5994964" y="437633"/>
                  <a:pt x="5971742" y="460316"/>
                </a:cubicBezTo>
                <a:cubicBezTo>
                  <a:pt x="5947940" y="482999"/>
                  <a:pt x="5922395" y="507427"/>
                  <a:pt x="5871307" y="507427"/>
                </a:cubicBezTo>
                <a:cubicBezTo>
                  <a:pt x="5820734" y="507427"/>
                  <a:pt x="5795157" y="482999"/>
                  <a:pt x="5771325" y="460316"/>
                </a:cubicBezTo>
                <a:cubicBezTo>
                  <a:pt x="5748073" y="438214"/>
                  <a:pt x="5727146" y="417857"/>
                  <a:pt x="5683550" y="417857"/>
                </a:cubicBezTo>
                <a:cubicBezTo>
                  <a:pt x="5640589" y="417857"/>
                  <a:pt x="5619689" y="437633"/>
                  <a:pt x="5596467" y="460316"/>
                </a:cubicBezTo>
                <a:cubicBezTo>
                  <a:pt x="5572665" y="482999"/>
                  <a:pt x="5547121" y="507427"/>
                  <a:pt x="5496033" y="507427"/>
                </a:cubicBezTo>
                <a:cubicBezTo>
                  <a:pt x="5445525" y="507427"/>
                  <a:pt x="5419981" y="482999"/>
                  <a:pt x="5396759" y="460316"/>
                </a:cubicBezTo>
                <a:cubicBezTo>
                  <a:pt x="5372957" y="438214"/>
                  <a:pt x="5352057" y="417857"/>
                  <a:pt x="5308516" y="417857"/>
                </a:cubicBezTo>
                <a:cubicBezTo>
                  <a:pt x="5265556" y="417857"/>
                  <a:pt x="5244656" y="437633"/>
                  <a:pt x="5221434" y="460316"/>
                </a:cubicBezTo>
                <a:cubicBezTo>
                  <a:pt x="5197632" y="482999"/>
                  <a:pt x="5172087" y="507427"/>
                  <a:pt x="5120999" y="507427"/>
                </a:cubicBezTo>
                <a:cubicBezTo>
                  <a:pt x="5070427" y="507427"/>
                  <a:pt x="5044851" y="482999"/>
                  <a:pt x="5021598" y="460316"/>
                </a:cubicBezTo>
                <a:cubicBezTo>
                  <a:pt x="4998347" y="438214"/>
                  <a:pt x="4976839" y="417857"/>
                  <a:pt x="4933242" y="417857"/>
                </a:cubicBezTo>
                <a:cubicBezTo>
                  <a:pt x="4890282" y="417857"/>
                  <a:pt x="4869382" y="437633"/>
                  <a:pt x="4846160" y="460316"/>
                </a:cubicBezTo>
                <a:cubicBezTo>
                  <a:pt x="4822357" y="482999"/>
                  <a:pt x="4796813" y="507427"/>
                  <a:pt x="4745726" y="507427"/>
                </a:cubicBezTo>
                <a:cubicBezTo>
                  <a:pt x="4695218" y="507427"/>
                  <a:pt x="4669674" y="482999"/>
                  <a:pt x="4646452" y="460316"/>
                </a:cubicBezTo>
                <a:cubicBezTo>
                  <a:pt x="4623230" y="438214"/>
                  <a:pt x="4601750" y="417857"/>
                  <a:pt x="4558209" y="417857"/>
                </a:cubicBezTo>
                <a:cubicBezTo>
                  <a:pt x="4515248" y="417857"/>
                  <a:pt x="4494348" y="437633"/>
                  <a:pt x="4471126" y="460316"/>
                </a:cubicBezTo>
                <a:cubicBezTo>
                  <a:pt x="4447324" y="482999"/>
                  <a:pt x="4421780" y="507427"/>
                  <a:pt x="4370692" y="507427"/>
                </a:cubicBezTo>
                <a:cubicBezTo>
                  <a:pt x="4320119" y="507427"/>
                  <a:pt x="4294543" y="482999"/>
                  <a:pt x="4271291" y="460316"/>
                </a:cubicBezTo>
                <a:cubicBezTo>
                  <a:pt x="4248039" y="438214"/>
                  <a:pt x="4226531" y="417857"/>
                  <a:pt x="4182934" y="417857"/>
                </a:cubicBezTo>
                <a:cubicBezTo>
                  <a:pt x="4140554" y="417857"/>
                  <a:pt x="4119074" y="437633"/>
                  <a:pt x="4095853" y="460316"/>
                </a:cubicBezTo>
                <a:cubicBezTo>
                  <a:pt x="4072050" y="482999"/>
                  <a:pt x="4046506" y="507427"/>
                  <a:pt x="3995418" y="507427"/>
                </a:cubicBezTo>
                <a:cubicBezTo>
                  <a:pt x="3944910" y="507427"/>
                  <a:pt x="3919366" y="482999"/>
                  <a:pt x="3896144" y="460316"/>
                </a:cubicBezTo>
                <a:cubicBezTo>
                  <a:pt x="3872922" y="438214"/>
                  <a:pt x="3851442" y="417857"/>
                  <a:pt x="3807901" y="417857"/>
                </a:cubicBezTo>
                <a:cubicBezTo>
                  <a:pt x="3765521" y="417857"/>
                  <a:pt x="3744041" y="437633"/>
                  <a:pt x="3720819" y="460316"/>
                </a:cubicBezTo>
                <a:cubicBezTo>
                  <a:pt x="3697597" y="482999"/>
                  <a:pt x="3671472" y="507427"/>
                  <a:pt x="3620384" y="507427"/>
                </a:cubicBezTo>
                <a:cubicBezTo>
                  <a:pt x="3570393" y="507427"/>
                  <a:pt x="3544235" y="482999"/>
                  <a:pt x="3520983" y="460316"/>
                </a:cubicBezTo>
                <a:cubicBezTo>
                  <a:pt x="3497731" y="438214"/>
                  <a:pt x="3476224" y="417857"/>
                  <a:pt x="3432627" y="417857"/>
                </a:cubicBezTo>
                <a:cubicBezTo>
                  <a:pt x="3390247" y="417857"/>
                  <a:pt x="3368766" y="437633"/>
                  <a:pt x="3345545" y="460316"/>
                </a:cubicBezTo>
                <a:cubicBezTo>
                  <a:pt x="3322323" y="482999"/>
                  <a:pt x="3296198" y="507427"/>
                  <a:pt x="3245110" y="507427"/>
                </a:cubicBezTo>
                <a:cubicBezTo>
                  <a:pt x="3195156" y="507427"/>
                  <a:pt x="3169018" y="482999"/>
                  <a:pt x="3145784" y="460316"/>
                </a:cubicBezTo>
                <a:cubicBezTo>
                  <a:pt x="3122549" y="438214"/>
                  <a:pt x="3101058" y="417857"/>
                  <a:pt x="3058075" y="417857"/>
                </a:cubicBezTo>
                <a:cubicBezTo>
                  <a:pt x="3015114" y="417857"/>
                  <a:pt x="2993634" y="437633"/>
                  <a:pt x="2970412" y="460316"/>
                </a:cubicBezTo>
                <a:cubicBezTo>
                  <a:pt x="2947190" y="482999"/>
                  <a:pt x="2921066" y="507427"/>
                  <a:pt x="2870558" y="507427"/>
                </a:cubicBezTo>
                <a:lnTo>
                  <a:pt x="2870035" y="507411"/>
                </a:lnTo>
                <a:lnTo>
                  <a:pt x="2870035" y="507427"/>
                </a:lnTo>
                <a:cubicBezTo>
                  <a:pt x="2819528" y="507427"/>
                  <a:pt x="2793984" y="482999"/>
                  <a:pt x="2770307" y="460316"/>
                </a:cubicBezTo>
                <a:cubicBezTo>
                  <a:pt x="2757607" y="448229"/>
                  <a:pt x="2745429" y="436664"/>
                  <a:pt x="2729973" y="428665"/>
                </a:cubicBezTo>
                <a:lnTo>
                  <a:pt x="2720484" y="424411"/>
                </a:lnTo>
                <a:lnTo>
                  <a:pt x="2719489" y="424071"/>
                </a:lnTo>
                <a:lnTo>
                  <a:pt x="2709767" y="421022"/>
                </a:lnTo>
                <a:lnTo>
                  <a:pt x="2707445" y="420570"/>
                </a:lnTo>
                <a:lnTo>
                  <a:pt x="2697793" y="418775"/>
                </a:lnTo>
                <a:lnTo>
                  <a:pt x="2682644" y="417857"/>
                </a:lnTo>
                <a:lnTo>
                  <a:pt x="2667500" y="418752"/>
                </a:lnTo>
                <a:cubicBezTo>
                  <a:pt x="2634352" y="422847"/>
                  <a:pt x="2615723" y="440468"/>
                  <a:pt x="2594869" y="460316"/>
                </a:cubicBezTo>
                <a:cubicBezTo>
                  <a:pt x="2573071" y="481581"/>
                  <a:pt x="2548718" y="504380"/>
                  <a:pt x="2504089" y="507147"/>
                </a:cubicBezTo>
                <a:lnTo>
                  <a:pt x="2494887" y="507427"/>
                </a:lnTo>
                <a:lnTo>
                  <a:pt x="2485704" y="507147"/>
                </a:lnTo>
                <a:cubicBezTo>
                  <a:pt x="2441194" y="504380"/>
                  <a:pt x="2417348" y="481581"/>
                  <a:pt x="2395033" y="460316"/>
                </a:cubicBezTo>
                <a:cubicBezTo>
                  <a:pt x="2374714" y="440977"/>
                  <a:pt x="2355729" y="422974"/>
                  <a:pt x="2322519" y="418775"/>
                </a:cubicBezTo>
                <a:lnTo>
                  <a:pt x="2307370" y="417857"/>
                </a:lnTo>
                <a:lnTo>
                  <a:pt x="2292246" y="418752"/>
                </a:lnTo>
                <a:cubicBezTo>
                  <a:pt x="2259140" y="422847"/>
                  <a:pt x="2240535" y="440468"/>
                  <a:pt x="2219708" y="460316"/>
                </a:cubicBezTo>
                <a:cubicBezTo>
                  <a:pt x="2197937" y="481581"/>
                  <a:pt x="2173616" y="504380"/>
                  <a:pt x="2129044" y="507147"/>
                </a:cubicBezTo>
                <a:lnTo>
                  <a:pt x="2119854" y="507427"/>
                </a:lnTo>
                <a:lnTo>
                  <a:pt x="2110671" y="507147"/>
                </a:lnTo>
                <a:cubicBezTo>
                  <a:pt x="2066160" y="504380"/>
                  <a:pt x="2042315" y="481581"/>
                  <a:pt x="2020000" y="460316"/>
                </a:cubicBezTo>
                <a:cubicBezTo>
                  <a:pt x="1999681" y="440977"/>
                  <a:pt x="1980695" y="422974"/>
                  <a:pt x="1947486" y="418775"/>
                </a:cubicBezTo>
                <a:lnTo>
                  <a:pt x="1932337" y="417857"/>
                </a:lnTo>
                <a:lnTo>
                  <a:pt x="1917194" y="418752"/>
                </a:lnTo>
                <a:cubicBezTo>
                  <a:pt x="1884054" y="422847"/>
                  <a:pt x="1865489" y="440468"/>
                  <a:pt x="1845143" y="460316"/>
                </a:cubicBezTo>
                <a:cubicBezTo>
                  <a:pt x="1822800" y="481581"/>
                  <a:pt x="1798413" y="504380"/>
                  <a:pt x="1753782" y="507147"/>
                </a:cubicBezTo>
                <a:lnTo>
                  <a:pt x="1744580" y="507427"/>
                </a:lnTo>
                <a:lnTo>
                  <a:pt x="1735397" y="507147"/>
                </a:lnTo>
                <a:cubicBezTo>
                  <a:pt x="1690887" y="504380"/>
                  <a:pt x="1667041" y="481581"/>
                  <a:pt x="1644726" y="460316"/>
                </a:cubicBezTo>
                <a:cubicBezTo>
                  <a:pt x="1624407" y="440977"/>
                  <a:pt x="1605421" y="422974"/>
                  <a:pt x="1572212" y="418775"/>
                </a:cubicBezTo>
                <a:lnTo>
                  <a:pt x="1557064" y="417857"/>
                </a:lnTo>
                <a:lnTo>
                  <a:pt x="1541940" y="418752"/>
                </a:lnTo>
                <a:cubicBezTo>
                  <a:pt x="1508842" y="422847"/>
                  <a:pt x="1490301" y="440468"/>
                  <a:pt x="1469982" y="460316"/>
                </a:cubicBezTo>
                <a:cubicBezTo>
                  <a:pt x="1447667" y="481581"/>
                  <a:pt x="1423311" y="504380"/>
                  <a:pt x="1378737" y="507147"/>
                </a:cubicBezTo>
                <a:lnTo>
                  <a:pt x="1369547" y="507427"/>
                </a:lnTo>
                <a:lnTo>
                  <a:pt x="1360364" y="507147"/>
                </a:lnTo>
                <a:cubicBezTo>
                  <a:pt x="1315853" y="504380"/>
                  <a:pt x="1292007" y="481581"/>
                  <a:pt x="1269693" y="460316"/>
                </a:cubicBezTo>
                <a:cubicBezTo>
                  <a:pt x="1249374" y="440977"/>
                  <a:pt x="1230833" y="422974"/>
                  <a:pt x="1197346" y="418775"/>
                </a:cubicBezTo>
                <a:lnTo>
                  <a:pt x="1182030" y="417857"/>
                </a:lnTo>
                <a:lnTo>
                  <a:pt x="1166887" y="418752"/>
                </a:lnTo>
                <a:cubicBezTo>
                  <a:pt x="1133747" y="422847"/>
                  <a:pt x="1115182" y="440468"/>
                  <a:pt x="1094837" y="460316"/>
                </a:cubicBezTo>
                <a:cubicBezTo>
                  <a:pt x="1072493" y="481581"/>
                  <a:pt x="1048617" y="504380"/>
                  <a:pt x="1003570" y="507147"/>
                </a:cubicBezTo>
                <a:lnTo>
                  <a:pt x="994273" y="507427"/>
                </a:lnTo>
                <a:lnTo>
                  <a:pt x="985090" y="507147"/>
                </a:lnTo>
                <a:cubicBezTo>
                  <a:pt x="940579" y="504380"/>
                  <a:pt x="916734" y="481581"/>
                  <a:pt x="894419" y="460316"/>
                </a:cubicBezTo>
                <a:cubicBezTo>
                  <a:pt x="874100" y="440977"/>
                  <a:pt x="855559" y="422974"/>
                  <a:pt x="822072" y="418775"/>
                </a:cubicBezTo>
                <a:lnTo>
                  <a:pt x="806756" y="417857"/>
                </a:lnTo>
                <a:lnTo>
                  <a:pt x="791633" y="418752"/>
                </a:lnTo>
                <a:cubicBezTo>
                  <a:pt x="758535" y="422847"/>
                  <a:pt x="739994" y="440468"/>
                  <a:pt x="719674" y="460316"/>
                </a:cubicBezTo>
                <a:cubicBezTo>
                  <a:pt x="697360" y="481581"/>
                  <a:pt x="673514" y="504380"/>
                  <a:pt x="628525" y="507147"/>
                </a:cubicBezTo>
                <a:lnTo>
                  <a:pt x="619240" y="507427"/>
                </a:lnTo>
                <a:lnTo>
                  <a:pt x="610057" y="507147"/>
                </a:lnTo>
                <a:cubicBezTo>
                  <a:pt x="565546" y="504380"/>
                  <a:pt x="541700" y="481581"/>
                  <a:pt x="519386" y="460316"/>
                </a:cubicBezTo>
                <a:cubicBezTo>
                  <a:pt x="499067" y="440977"/>
                  <a:pt x="480526" y="422974"/>
                  <a:pt x="447039" y="418775"/>
                </a:cubicBezTo>
                <a:lnTo>
                  <a:pt x="431723" y="417857"/>
                </a:lnTo>
                <a:lnTo>
                  <a:pt x="416580" y="418752"/>
                </a:lnTo>
                <a:cubicBezTo>
                  <a:pt x="383440" y="422847"/>
                  <a:pt x="364875" y="440468"/>
                  <a:pt x="344529" y="460316"/>
                </a:cubicBezTo>
                <a:cubicBezTo>
                  <a:pt x="322186" y="481581"/>
                  <a:pt x="298310" y="504380"/>
                  <a:pt x="253264" y="507147"/>
                </a:cubicBezTo>
                <a:lnTo>
                  <a:pt x="243966" y="507427"/>
                </a:lnTo>
                <a:lnTo>
                  <a:pt x="234783" y="507147"/>
                </a:lnTo>
                <a:cubicBezTo>
                  <a:pt x="190272" y="504380"/>
                  <a:pt x="166427" y="481581"/>
                  <a:pt x="144112" y="460316"/>
                </a:cubicBezTo>
                <a:cubicBezTo>
                  <a:pt x="123793" y="440977"/>
                  <a:pt x="105252" y="422974"/>
                  <a:pt x="71765" y="418775"/>
                </a:cubicBezTo>
                <a:lnTo>
                  <a:pt x="56450" y="417857"/>
                </a:lnTo>
                <a:lnTo>
                  <a:pt x="41326" y="418752"/>
                </a:lnTo>
                <a:cubicBezTo>
                  <a:pt x="24777" y="420799"/>
                  <a:pt x="11867" y="426228"/>
                  <a:pt x="555" y="433627"/>
                </a:cubicBezTo>
                <a:lnTo>
                  <a:pt x="0" y="434101"/>
                </a:lnTo>
                <a:lnTo>
                  <a:pt x="0" y="413908"/>
                </a:lnTo>
                <a:lnTo>
                  <a:pt x="17459" y="405725"/>
                </a:lnTo>
                <a:cubicBezTo>
                  <a:pt x="26303" y="402809"/>
                  <a:pt x="36139" y="400821"/>
                  <a:pt x="47266" y="400114"/>
                </a:cubicBezTo>
                <a:close/>
                <a:moveTo>
                  <a:pt x="56444" y="299931"/>
                </a:moveTo>
                <a:lnTo>
                  <a:pt x="65729" y="300217"/>
                </a:lnTo>
                <a:cubicBezTo>
                  <a:pt x="110718" y="303045"/>
                  <a:pt x="134563" y="326334"/>
                  <a:pt x="156878" y="347579"/>
                </a:cubicBezTo>
                <a:cubicBezTo>
                  <a:pt x="177197" y="366900"/>
                  <a:pt x="195738" y="384886"/>
                  <a:pt x="228837" y="389081"/>
                </a:cubicBezTo>
                <a:lnTo>
                  <a:pt x="243961" y="389998"/>
                </a:lnTo>
                <a:lnTo>
                  <a:pt x="259295" y="389081"/>
                </a:lnTo>
                <a:cubicBezTo>
                  <a:pt x="292825" y="384886"/>
                  <a:pt x="311390" y="366900"/>
                  <a:pt x="331735" y="347579"/>
                </a:cubicBezTo>
                <a:cubicBezTo>
                  <a:pt x="354078" y="326334"/>
                  <a:pt x="377955" y="303045"/>
                  <a:pt x="422522" y="300217"/>
                </a:cubicBezTo>
                <a:lnTo>
                  <a:pt x="431717" y="299931"/>
                </a:lnTo>
                <a:lnTo>
                  <a:pt x="441003" y="300217"/>
                </a:lnTo>
                <a:cubicBezTo>
                  <a:pt x="485991" y="303045"/>
                  <a:pt x="509837" y="326334"/>
                  <a:pt x="532152" y="347579"/>
                </a:cubicBezTo>
                <a:cubicBezTo>
                  <a:pt x="552471" y="366900"/>
                  <a:pt x="571012" y="384886"/>
                  <a:pt x="604110" y="389081"/>
                </a:cubicBezTo>
                <a:lnTo>
                  <a:pt x="619234" y="389998"/>
                </a:lnTo>
                <a:lnTo>
                  <a:pt x="634549" y="389081"/>
                </a:lnTo>
                <a:cubicBezTo>
                  <a:pt x="668036" y="384886"/>
                  <a:pt x="686578" y="366900"/>
                  <a:pt x="706896" y="347579"/>
                </a:cubicBezTo>
                <a:cubicBezTo>
                  <a:pt x="729212" y="326334"/>
                  <a:pt x="753057" y="303045"/>
                  <a:pt x="797567" y="300217"/>
                </a:cubicBezTo>
                <a:lnTo>
                  <a:pt x="806751" y="299931"/>
                </a:lnTo>
                <a:lnTo>
                  <a:pt x="816036" y="300217"/>
                </a:lnTo>
                <a:cubicBezTo>
                  <a:pt x="861025" y="303045"/>
                  <a:pt x="884870" y="326334"/>
                  <a:pt x="907185" y="347579"/>
                </a:cubicBezTo>
                <a:cubicBezTo>
                  <a:pt x="927504" y="366900"/>
                  <a:pt x="946046" y="384886"/>
                  <a:pt x="979144" y="389081"/>
                </a:cubicBezTo>
                <a:lnTo>
                  <a:pt x="994267" y="389998"/>
                </a:lnTo>
                <a:lnTo>
                  <a:pt x="1009602" y="389081"/>
                </a:lnTo>
                <a:cubicBezTo>
                  <a:pt x="1043132" y="384886"/>
                  <a:pt x="1061697" y="366900"/>
                  <a:pt x="1082042" y="347579"/>
                </a:cubicBezTo>
                <a:cubicBezTo>
                  <a:pt x="1104385" y="326334"/>
                  <a:pt x="1128262" y="303045"/>
                  <a:pt x="1172829" y="300217"/>
                </a:cubicBezTo>
                <a:lnTo>
                  <a:pt x="1182024" y="299931"/>
                </a:lnTo>
                <a:lnTo>
                  <a:pt x="1191310" y="300217"/>
                </a:lnTo>
                <a:cubicBezTo>
                  <a:pt x="1236298" y="303045"/>
                  <a:pt x="1260145" y="326334"/>
                  <a:pt x="1282459" y="347579"/>
                </a:cubicBezTo>
                <a:cubicBezTo>
                  <a:pt x="1302778" y="366900"/>
                  <a:pt x="1321319" y="384886"/>
                  <a:pt x="1354417" y="389081"/>
                </a:cubicBezTo>
                <a:lnTo>
                  <a:pt x="1369541" y="389998"/>
                </a:lnTo>
                <a:lnTo>
                  <a:pt x="1384689" y="389081"/>
                </a:lnTo>
                <a:cubicBezTo>
                  <a:pt x="1417899" y="384886"/>
                  <a:pt x="1436885" y="366900"/>
                  <a:pt x="1457204" y="347579"/>
                </a:cubicBezTo>
                <a:cubicBezTo>
                  <a:pt x="1479518" y="326334"/>
                  <a:pt x="1503364" y="303045"/>
                  <a:pt x="1547874" y="300217"/>
                </a:cubicBezTo>
                <a:lnTo>
                  <a:pt x="1557058" y="299931"/>
                </a:lnTo>
                <a:lnTo>
                  <a:pt x="1566247" y="300217"/>
                </a:lnTo>
                <a:cubicBezTo>
                  <a:pt x="1610822" y="303045"/>
                  <a:pt x="1635177" y="326334"/>
                  <a:pt x="1657492" y="347579"/>
                </a:cubicBezTo>
                <a:cubicBezTo>
                  <a:pt x="1677811" y="366900"/>
                  <a:pt x="1696353" y="384886"/>
                  <a:pt x="1729451" y="389081"/>
                </a:cubicBezTo>
                <a:lnTo>
                  <a:pt x="1744574" y="389998"/>
                </a:lnTo>
                <a:lnTo>
                  <a:pt x="1759742" y="389081"/>
                </a:lnTo>
                <a:cubicBezTo>
                  <a:pt x="1792994" y="384886"/>
                  <a:pt x="1812004" y="366900"/>
                  <a:pt x="1832349" y="347579"/>
                </a:cubicBezTo>
                <a:cubicBezTo>
                  <a:pt x="1854693" y="326334"/>
                  <a:pt x="1878569" y="303045"/>
                  <a:pt x="1923137" y="300217"/>
                </a:cubicBezTo>
                <a:lnTo>
                  <a:pt x="1932331" y="299931"/>
                </a:lnTo>
                <a:lnTo>
                  <a:pt x="1941521" y="300217"/>
                </a:lnTo>
                <a:cubicBezTo>
                  <a:pt x="1986096" y="303045"/>
                  <a:pt x="2010451" y="326334"/>
                  <a:pt x="2032766" y="347579"/>
                </a:cubicBezTo>
                <a:cubicBezTo>
                  <a:pt x="2053085" y="366900"/>
                  <a:pt x="2071627" y="384886"/>
                  <a:pt x="2104725" y="389081"/>
                </a:cubicBezTo>
                <a:lnTo>
                  <a:pt x="2119848" y="389998"/>
                </a:lnTo>
                <a:lnTo>
                  <a:pt x="2134997" y="389081"/>
                </a:lnTo>
                <a:cubicBezTo>
                  <a:pt x="2168206" y="384886"/>
                  <a:pt x="2187191" y="366900"/>
                  <a:pt x="2207511" y="347579"/>
                </a:cubicBezTo>
                <a:cubicBezTo>
                  <a:pt x="2229825" y="326334"/>
                  <a:pt x="2253671" y="303045"/>
                  <a:pt x="2298182" y="300217"/>
                </a:cubicBezTo>
                <a:lnTo>
                  <a:pt x="2307364" y="299931"/>
                </a:lnTo>
                <a:lnTo>
                  <a:pt x="2316554" y="300217"/>
                </a:lnTo>
                <a:cubicBezTo>
                  <a:pt x="2361126" y="303045"/>
                  <a:pt x="2385448" y="326334"/>
                  <a:pt x="2407219" y="347579"/>
                </a:cubicBezTo>
                <a:cubicBezTo>
                  <a:pt x="2428046" y="366900"/>
                  <a:pt x="2446651" y="384886"/>
                  <a:pt x="2479757" y="389081"/>
                </a:cubicBezTo>
                <a:lnTo>
                  <a:pt x="2494881" y="389998"/>
                </a:lnTo>
                <a:lnTo>
                  <a:pt x="2510049" y="389081"/>
                </a:lnTo>
                <a:cubicBezTo>
                  <a:pt x="2543301" y="384886"/>
                  <a:pt x="2562311" y="366900"/>
                  <a:pt x="2582656" y="347579"/>
                </a:cubicBezTo>
                <a:cubicBezTo>
                  <a:pt x="2605000" y="326334"/>
                  <a:pt x="2628876" y="303045"/>
                  <a:pt x="2673443" y="300217"/>
                </a:cubicBezTo>
                <a:lnTo>
                  <a:pt x="2682638" y="299931"/>
                </a:lnTo>
                <a:lnTo>
                  <a:pt x="2683065" y="299944"/>
                </a:lnTo>
                <a:lnTo>
                  <a:pt x="2683065" y="299931"/>
                </a:lnTo>
                <a:cubicBezTo>
                  <a:pt x="2689378" y="299931"/>
                  <a:pt x="2695311" y="300321"/>
                  <a:pt x="2700904" y="301049"/>
                </a:cubicBezTo>
                <a:lnTo>
                  <a:pt x="2705022" y="301867"/>
                </a:lnTo>
                <a:lnTo>
                  <a:pt x="2707628" y="302193"/>
                </a:lnTo>
                <a:lnTo>
                  <a:pt x="2710901" y="303035"/>
                </a:lnTo>
                <a:lnTo>
                  <a:pt x="2716710" y="304189"/>
                </a:lnTo>
                <a:lnTo>
                  <a:pt x="2720578" y="305525"/>
                </a:lnTo>
                <a:lnTo>
                  <a:pt x="2721735" y="305823"/>
                </a:lnTo>
                <a:lnTo>
                  <a:pt x="2723678" y="306595"/>
                </a:lnTo>
                <a:lnTo>
                  <a:pt x="2730732" y="309032"/>
                </a:lnTo>
                <a:cubicBezTo>
                  <a:pt x="2752758" y="318344"/>
                  <a:pt x="2768405" y="333415"/>
                  <a:pt x="2782896" y="347579"/>
                </a:cubicBezTo>
                <a:cubicBezTo>
                  <a:pt x="2806117" y="369660"/>
                  <a:pt x="2827597" y="389998"/>
                  <a:pt x="2870558" y="389998"/>
                </a:cubicBezTo>
                <a:cubicBezTo>
                  <a:pt x="2913518" y="389998"/>
                  <a:pt x="2934999" y="369660"/>
                  <a:pt x="2958221" y="347579"/>
                </a:cubicBezTo>
                <a:cubicBezTo>
                  <a:pt x="2982023" y="324917"/>
                  <a:pt x="3007567" y="299931"/>
                  <a:pt x="3058075" y="299931"/>
                </a:cubicBezTo>
                <a:cubicBezTo>
                  <a:pt x="3108609" y="299931"/>
                  <a:pt x="3134747" y="324917"/>
                  <a:pt x="3157982" y="347579"/>
                </a:cubicBezTo>
                <a:cubicBezTo>
                  <a:pt x="3181216" y="369660"/>
                  <a:pt x="3202708" y="389998"/>
                  <a:pt x="3245110" y="389998"/>
                </a:cubicBezTo>
                <a:cubicBezTo>
                  <a:pt x="3288651" y="389998"/>
                  <a:pt x="3310131" y="369660"/>
                  <a:pt x="3333353" y="347579"/>
                </a:cubicBezTo>
                <a:cubicBezTo>
                  <a:pt x="3356575" y="324917"/>
                  <a:pt x="3382700" y="299931"/>
                  <a:pt x="3432627" y="299931"/>
                </a:cubicBezTo>
                <a:cubicBezTo>
                  <a:pt x="3483780" y="299931"/>
                  <a:pt x="3509938" y="324917"/>
                  <a:pt x="3533191" y="347579"/>
                </a:cubicBezTo>
                <a:cubicBezTo>
                  <a:pt x="3556442" y="369660"/>
                  <a:pt x="3577950" y="389998"/>
                  <a:pt x="3620384" y="389998"/>
                </a:cubicBezTo>
                <a:cubicBezTo>
                  <a:pt x="3663926" y="389998"/>
                  <a:pt x="3685405" y="369660"/>
                  <a:pt x="3708627" y="347579"/>
                </a:cubicBezTo>
                <a:cubicBezTo>
                  <a:pt x="3731849" y="324917"/>
                  <a:pt x="3757393" y="299931"/>
                  <a:pt x="3807901" y="299931"/>
                </a:cubicBezTo>
                <a:cubicBezTo>
                  <a:pt x="3858989" y="299931"/>
                  <a:pt x="3884533" y="324917"/>
                  <a:pt x="3908336" y="347579"/>
                </a:cubicBezTo>
                <a:cubicBezTo>
                  <a:pt x="3931558" y="369660"/>
                  <a:pt x="3953038" y="389998"/>
                  <a:pt x="3995418" y="389998"/>
                </a:cubicBezTo>
                <a:cubicBezTo>
                  <a:pt x="4038959" y="389998"/>
                  <a:pt x="4060439" y="369660"/>
                  <a:pt x="4083661" y="347579"/>
                </a:cubicBezTo>
                <a:cubicBezTo>
                  <a:pt x="4106883" y="324917"/>
                  <a:pt x="4132427" y="299931"/>
                  <a:pt x="4182934" y="299931"/>
                </a:cubicBezTo>
                <a:cubicBezTo>
                  <a:pt x="4234088" y="299931"/>
                  <a:pt x="4259665" y="324917"/>
                  <a:pt x="4283498" y="347579"/>
                </a:cubicBezTo>
                <a:cubicBezTo>
                  <a:pt x="4306750" y="369660"/>
                  <a:pt x="4328258" y="389998"/>
                  <a:pt x="4370692" y="389998"/>
                </a:cubicBezTo>
                <a:cubicBezTo>
                  <a:pt x="4414233" y="389998"/>
                  <a:pt x="4435713" y="369660"/>
                  <a:pt x="4458935" y="347579"/>
                </a:cubicBezTo>
                <a:cubicBezTo>
                  <a:pt x="4482157" y="324917"/>
                  <a:pt x="4507701" y="299931"/>
                  <a:pt x="4558209" y="299931"/>
                </a:cubicBezTo>
                <a:cubicBezTo>
                  <a:pt x="4609296" y="299931"/>
                  <a:pt x="4634841" y="324917"/>
                  <a:pt x="4658643" y="347579"/>
                </a:cubicBezTo>
                <a:cubicBezTo>
                  <a:pt x="4681865" y="369660"/>
                  <a:pt x="4702765" y="389998"/>
                  <a:pt x="4745726" y="389998"/>
                </a:cubicBezTo>
                <a:cubicBezTo>
                  <a:pt x="4789266" y="389998"/>
                  <a:pt x="4810747" y="369660"/>
                  <a:pt x="4833969" y="347579"/>
                </a:cubicBezTo>
                <a:cubicBezTo>
                  <a:pt x="4857191" y="324917"/>
                  <a:pt x="4882735" y="299931"/>
                  <a:pt x="4933242" y="299931"/>
                </a:cubicBezTo>
                <a:cubicBezTo>
                  <a:pt x="4984396" y="299931"/>
                  <a:pt x="5009973" y="324917"/>
                  <a:pt x="5033805" y="347579"/>
                </a:cubicBezTo>
                <a:cubicBezTo>
                  <a:pt x="5057058" y="369660"/>
                  <a:pt x="5077984" y="389998"/>
                  <a:pt x="5120999" y="389998"/>
                </a:cubicBezTo>
                <a:cubicBezTo>
                  <a:pt x="5164540" y="389998"/>
                  <a:pt x="5185440" y="369660"/>
                  <a:pt x="5209242" y="347579"/>
                </a:cubicBezTo>
                <a:cubicBezTo>
                  <a:pt x="5232464" y="324917"/>
                  <a:pt x="5258008" y="299931"/>
                  <a:pt x="5308516" y="299931"/>
                </a:cubicBezTo>
                <a:cubicBezTo>
                  <a:pt x="5359604" y="299931"/>
                  <a:pt x="5385148" y="324917"/>
                  <a:pt x="5408950" y="347579"/>
                </a:cubicBezTo>
                <a:cubicBezTo>
                  <a:pt x="5432172" y="369660"/>
                  <a:pt x="5453072" y="389998"/>
                  <a:pt x="5496033" y="389998"/>
                </a:cubicBezTo>
                <a:cubicBezTo>
                  <a:pt x="5539574" y="389998"/>
                  <a:pt x="5560473" y="369660"/>
                  <a:pt x="5584276" y="347579"/>
                </a:cubicBezTo>
                <a:cubicBezTo>
                  <a:pt x="5607498" y="324917"/>
                  <a:pt x="5633042" y="299931"/>
                  <a:pt x="5683550" y="299931"/>
                </a:cubicBezTo>
                <a:cubicBezTo>
                  <a:pt x="5734703" y="299931"/>
                  <a:pt x="5760280" y="324917"/>
                  <a:pt x="5784113" y="347579"/>
                </a:cubicBezTo>
                <a:cubicBezTo>
                  <a:pt x="5807364" y="369660"/>
                  <a:pt x="5828292" y="389998"/>
                  <a:pt x="5871307" y="389998"/>
                </a:cubicBezTo>
                <a:cubicBezTo>
                  <a:pt x="5914848" y="389998"/>
                  <a:pt x="5935748" y="369660"/>
                  <a:pt x="5958970" y="347579"/>
                </a:cubicBezTo>
                <a:cubicBezTo>
                  <a:pt x="5982772" y="324917"/>
                  <a:pt x="6008316" y="299931"/>
                  <a:pt x="6058824" y="299931"/>
                </a:cubicBezTo>
                <a:cubicBezTo>
                  <a:pt x="6109912" y="299931"/>
                  <a:pt x="6135456" y="324917"/>
                  <a:pt x="6159258" y="347579"/>
                </a:cubicBezTo>
                <a:cubicBezTo>
                  <a:pt x="6182480" y="369660"/>
                  <a:pt x="6203380" y="389998"/>
                  <a:pt x="6246341" y="389998"/>
                </a:cubicBezTo>
                <a:cubicBezTo>
                  <a:pt x="6289937" y="389998"/>
                  <a:pt x="6310864" y="369660"/>
                  <a:pt x="6334116" y="347579"/>
                </a:cubicBezTo>
                <a:cubicBezTo>
                  <a:pt x="6357949" y="324917"/>
                  <a:pt x="6383525" y="299931"/>
                  <a:pt x="6434098" y="299931"/>
                </a:cubicBezTo>
                <a:cubicBezTo>
                  <a:pt x="6485186" y="299931"/>
                  <a:pt x="6510730" y="324917"/>
                  <a:pt x="6534533" y="347579"/>
                </a:cubicBezTo>
                <a:cubicBezTo>
                  <a:pt x="6557755" y="369660"/>
                  <a:pt x="6578654" y="389998"/>
                  <a:pt x="6621614" y="389998"/>
                </a:cubicBezTo>
                <a:cubicBezTo>
                  <a:pt x="6665155" y="389998"/>
                  <a:pt x="6686056" y="369660"/>
                  <a:pt x="6709278" y="347579"/>
                </a:cubicBezTo>
                <a:cubicBezTo>
                  <a:pt x="6733080" y="324917"/>
                  <a:pt x="6758624" y="299931"/>
                  <a:pt x="6809131" y="299931"/>
                </a:cubicBezTo>
                <a:cubicBezTo>
                  <a:pt x="6860219" y="299931"/>
                  <a:pt x="6885763" y="324917"/>
                  <a:pt x="6909565" y="347579"/>
                </a:cubicBezTo>
                <a:cubicBezTo>
                  <a:pt x="6932788" y="369660"/>
                  <a:pt x="6953688" y="389998"/>
                  <a:pt x="6996648" y="389998"/>
                </a:cubicBezTo>
                <a:cubicBezTo>
                  <a:pt x="7040245" y="389998"/>
                  <a:pt x="7061172" y="369660"/>
                  <a:pt x="7084424" y="347579"/>
                </a:cubicBezTo>
                <a:cubicBezTo>
                  <a:pt x="7108257" y="324917"/>
                  <a:pt x="7133833" y="299931"/>
                  <a:pt x="7184405" y="299931"/>
                </a:cubicBezTo>
                <a:cubicBezTo>
                  <a:pt x="7235494" y="299931"/>
                  <a:pt x="7261038" y="324917"/>
                  <a:pt x="7284840" y="347579"/>
                </a:cubicBezTo>
                <a:cubicBezTo>
                  <a:pt x="7308063" y="369660"/>
                  <a:pt x="7328962" y="389998"/>
                  <a:pt x="7371922" y="389998"/>
                </a:cubicBezTo>
                <a:cubicBezTo>
                  <a:pt x="7414883" y="389998"/>
                  <a:pt x="7436363" y="369660"/>
                  <a:pt x="7459586" y="347579"/>
                </a:cubicBezTo>
                <a:cubicBezTo>
                  <a:pt x="7483388" y="324917"/>
                  <a:pt x="7508932" y="299931"/>
                  <a:pt x="7559439" y="299931"/>
                </a:cubicBezTo>
                <a:cubicBezTo>
                  <a:pt x="7609947" y="299931"/>
                  <a:pt x="7636071" y="324917"/>
                  <a:pt x="7659873" y="347579"/>
                </a:cubicBezTo>
                <a:cubicBezTo>
                  <a:pt x="7683096" y="369660"/>
                  <a:pt x="7703996" y="389998"/>
                  <a:pt x="7746956" y="389998"/>
                </a:cubicBezTo>
                <a:cubicBezTo>
                  <a:pt x="7789972" y="389998"/>
                  <a:pt x="7811479" y="369660"/>
                  <a:pt x="7834731" y="347579"/>
                </a:cubicBezTo>
                <a:cubicBezTo>
                  <a:pt x="7858565" y="324917"/>
                  <a:pt x="7884141" y="299931"/>
                  <a:pt x="7934713" y="299931"/>
                </a:cubicBezTo>
                <a:cubicBezTo>
                  <a:pt x="7985221" y="299931"/>
                  <a:pt x="8011346" y="324917"/>
                  <a:pt x="8035148" y="347579"/>
                </a:cubicBezTo>
                <a:cubicBezTo>
                  <a:pt x="8058371" y="369660"/>
                  <a:pt x="8079270" y="389998"/>
                  <a:pt x="8122230" y="389998"/>
                </a:cubicBezTo>
                <a:cubicBezTo>
                  <a:pt x="8165191" y="389998"/>
                  <a:pt x="8186671" y="369660"/>
                  <a:pt x="8209893" y="347579"/>
                </a:cubicBezTo>
                <a:cubicBezTo>
                  <a:pt x="8233696" y="324917"/>
                  <a:pt x="8259240" y="299931"/>
                  <a:pt x="8309747" y="299931"/>
                </a:cubicBezTo>
                <a:cubicBezTo>
                  <a:pt x="8360255" y="299931"/>
                  <a:pt x="8386379" y="324917"/>
                  <a:pt x="8409601" y="347579"/>
                </a:cubicBezTo>
                <a:cubicBezTo>
                  <a:pt x="8433403" y="369660"/>
                  <a:pt x="8454304" y="389998"/>
                  <a:pt x="8497264" y="389998"/>
                </a:cubicBezTo>
                <a:cubicBezTo>
                  <a:pt x="8540280" y="389998"/>
                  <a:pt x="8561787" y="369660"/>
                  <a:pt x="8585039" y="347579"/>
                </a:cubicBezTo>
                <a:cubicBezTo>
                  <a:pt x="8608873" y="324917"/>
                  <a:pt x="8634449" y="299931"/>
                  <a:pt x="8685021" y="299931"/>
                </a:cubicBezTo>
                <a:cubicBezTo>
                  <a:pt x="8735528" y="299931"/>
                  <a:pt x="8761654" y="324917"/>
                  <a:pt x="8784875" y="347579"/>
                </a:cubicBezTo>
                <a:cubicBezTo>
                  <a:pt x="8808678" y="369660"/>
                  <a:pt x="8829577" y="389998"/>
                  <a:pt x="8872538" y="389998"/>
                </a:cubicBezTo>
                <a:lnTo>
                  <a:pt x="8872538" y="408011"/>
                </a:lnTo>
                <a:cubicBezTo>
                  <a:pt x="8822030" y="408011"/>
                  <a:pt x="8796487" y="383025"/>
                  <a:pt x="8772684" y="360363"/>
                </a:cubicBezTo>
                <a:cubicBezTo>
                  <a:pt x="8749462" y="338282"/>
                  <a:pt x="8727981" y="317944"/>
                  <a:pt x="8685021" y="317944"/>
                </a:cubicBezTo>
                <a:cubicBezTo>
                  <a:pt x="8642005" y="317944"/>
                  <a:pt x="8621079" y="338282"/>
                  <a:pt x="8597246" y="360363"/>
                </a:cubicBezTo>
                <a:cubicBezTo>
                  <a:pt x="8573994" y="383025"/>
                  <a:pt x="8547836" y="408011"/>
                  <a:pt x="8497264" y="408011"/>
                </a:cubicBezTo>
                <a:cubicBezTo>
                  <a:pt x="8446757" y="408011"/>
                  <a:pt x="8421213" y="383025"/>
                  <a:pt x="8397409" y="360363"/>
                </a:cubicBezTo>
                <a:cubicBezTo>
                  <a:pt x="8374187" y="338282"/>
                  <a:pt x="8352708" y="317944"/>
                  <a:pt x="8309747" y="317944"/>
                </a:cubicBezTo>
                <a:cubicBezTo>
                  <a:pt x="8266787" y="317944"/>
                  <a:pt x="8245886" y="338282"/>
                  <a:pt x="8222084" y="360363"/>
                </a:cubicBezTo>
                <a:cubicBezTo>
                  <a:pt x="8198862" y="383025"/>
                  <a:pt x="8172738" y="408011"/>
                  <a:pt x="8122230" y="408011"/>
                </a:cubicBezTo>
                <a:cubicBezTo>
                  <a:pt x="8071723" y="408011"/>
                  <a:pt x="8046179" y="383025"/>
                  <a:pt x="8022377" y="360363"/>
                </a:cubicBezTo>
                <a:cubicBezTo>
                  <a:pt x="7999154" y="338282"/>
                  <a:pt x="7977674" y="317944"/>
                  <a:pt x="7934713" y="317944"/>
                </a:cubicBezTo>
                <a:cubicBezTo>
                  <a:pt x="7891697" y="317944"/>
                  <a:pt x="7870771" y="338282"/>
                  <a:pt x="7847519" y="360363"/>
                </a:cubicBezTo>
                <a:cubicBezTo>
                  <a:pt x="7823687" y="383025"/>
                  <a:pt x="7797528" y="408011"/>
                  <a:pt x="7746956" y="408011"/>
                </a:cubicBezTo>
                <a:cubicBezTo>
                  <a:pt x="7696449" y="408011"/>
                  <a:pt x="7670905" y="383025"/>
                  <a:pt x="7647102" y="360363"/>
                </a:cubicBezTo>
                <a:cubicBezTo>
                  <a:pt x="7623879" y="338282"/>
                  <a:pt x="7602400" y="317944"/>
                  <a:pt x="7559439" y="317944"/>
                </a:cubicBezTo>
                <a:cubicBezTo>
                  <a:pt x="7516479" y="317944"/>
                  <a:pt x="7495580" y="338282"/>
                  <a:pt x="7472357" y="360363"/>
                </a:cubicBezTo>
                <a:cubicBezTo>
                  <a:pt x="7448554" y="383025"/>
                  <a:pt x="7422430" y="408011"/>
                  <a:pt x="7371922" y="408011"/>
                </a:cubicBezTo>
                <a:cubicBezTo>
                  <a:pt x="7321415" y="408011"/>
                  <a:pt x="7295871" y="383025"/>
                  <a:pt x="7272069" y="360363"/>
                </a:cubicBezTo>
                <a:cubicBezTo>
                  <a:pt x="7248846" y="338282"/>
                  <a:pt x="7227946" y="317944"/>
                  <a:pt x="7184405" y="317944"/>
                </a:cubicBezTo>
                <a:cubicBezTo>
                  <a:pt x="7141390" y="317944"/>
                  <a:pt x="7120463" y="338282"/>
                  <a:pt x="7097212" y="360363"/>
                </a:cubicBezTo>
                <a:cubicBezTo>
                  <a:pt x="7073379" y="383025"/>
                  <a:pt x="7047802" y="408011"/>
                  <a:pt x="6996648" y="408011"/>
                </a:cubicBezTo>
                <a:cubicBezTo>
                  <a:pt x="6946141" y="408011"/>
                  <a:pt x="6920597" y="383025"/>
                  <a:pt x="6896794" y="360363"/>
                </a:cubicBezTo>
                <a:cubicBezTo>
                  <a:pt x="6873571" y="338282"/>
                  <a:pt x="6852672" y="317944"/>
                  <a:pt x="6809131" y="317944"/>
                </a:cubicBezTo>
                <a:cubicBezTo>
                  <a:pt x="6766171" y="317944"/>
                  <a:pt x="6745272" y="338282"/>
                  <a:pt x="6722050" y="360363"/>
                </a:cubicBezTo>
                <a:cubicBezTo>
                  <a:pt x="6698246" y="383025"/>
                  <a:pt x="6672702" y="408011"/>
                  <a:pt x="6621614" y="408011"/>
                </a:cubicBezTo>
                <a:cubicBezTo>
                  <a:pt x="6571107" y="408011"/>
                  <a:pt x="6545563" y="383025"/>
                  <a:pt x="6521761" y="360363"/>
                </a:cubicBezTo>
                <a:cubicBezTo>
                  <a:pt x="6498539" y="338282"/>
                  <a:pt x="6477638" y="317944"/>
                  <a:pt x="6434098" y="317944"/>
                </a:cubicBezTo>
                <a:cubicBezTo>
                  <a:pt x="6391082" y="317944"/>
                  <a:pt x="6370156" y="338282"/>
                  <a:pt x="6346904" y="360363"/>
                </a:cubicBezTo>
                <a:cubicBezTo>
                  <a:pt x="6323072" y="383025"/>
                  <a:pt x="6297494" y="408011"/>
                  <a:pt x="6246341" y="408011"/>
                </a:cubicBezTo>
                <a:cubicBezTo>
                  <a:pt x="6195833" y="408011"/>
                  <a:pt x="6170289" y="383025"/>
                  <a:pt x="6146486" y="360363"/>
                </a:cubicBezTo>
                <a:cubicBezTo>
                  <a:pt x="6123265" y="338282"/>
                  <a:pt x="6102365" y="317944"/>
                  <a:pt x="6058824" y="317944"/>
                </a:cubicBezTo>
                <a:cubicBezTo>
                  <a:pt x="6015863" y="317944"/>
                  <a:pt x="5994964" y="338282"/>
                  <a:pt x="5971742" y="360363"/>
                </a:cubicBezTo>
                <a:cubicBezTo>
                  <a:pt x="5947940" y="383025"/>
                  <a:pt x="5922395" y="408011"/>
                  <a:pt x="5871307" y="408011"/>
                </a:cubicBezTo>
                <a:cubicBezTo>
                  <a:pt x="5820734" y="408011"/>
                  <a:pt x="5795157" y="383025"/>
                  <a:pt x="5771325" y="360363"/>
                </a:cubicBezTo>
                <a:cubicBezTo>
                  <a:pt x="5748073" y="338282"/>
                  <a:pt x="5727146" y="317944"/>
                  <a:pt x="5683550" y="317944"/>
                </a:cubicBezTo>
                <a:cubicBezTo>
                  <a:pt x="5640589" y="317944"/>
                  <a:pt x="5619689" y="338282"/>
                  <a:pt x="5596467" y="360363"/>
                </a:cubicBezTo>
                <a:cubicBezTo>
                  <a:pt x="5572665" y="383025"/>
                  <a:pt x="5547121" y="408011"/>
                  <a:pt x="5496033" y="408011"/>
                </a:cubicBezTo>
                <a:cubicBezTo>
                  <a:pt x="5445525" y="408011"/>
                  <a:pt x="5419981" y="383025"/>
                  <a:pt x="5396759" y="360363"/>
                </a:cubicBezTo>
                <a:cubicBezTo>
                  <a:pt x="5372957" y="338282"/>
                  <a:pt x="5352057" y="317944"/>
                  <a:pt x="5308516" y="317944"/>
                </a:cubicBezTo>
                <a:cubicBezTo>
                  <a:pt x="5265556" y="317944"/>
                  <a:pt x="5244656" y="338282"/>
                  <a:pt x="5221434" y="360363"/>
                </a:cubicBezTo>
                <a:cubicBezTo>
                  <a:pt x="5197632" y="383025"/>
                  <a:pt x="5172087" y="408011"/>
                  <a:pt x="5120999" y="408011"/>
                </a:cubicBezTo>
                <a:cubicBezTo>
                  <a:pt x="5070427" y="408011"/>
                  <a:pt x="5044851" y="383025"/>
                  <a:pt x="5021598" y="360363"/>
                </a:cubicBezTo>
                <a:cubicBezTo>
                  <a:pt x="4998347" y="338282"/>
                  <a:pt x="4976839" y="317944"/>
                  <a:pt x="4933242" y="317944"/>
                </a:cubicBezTo>
                <a:cubicBezTo>
                  <a:pt x="4890282" y="317944"/>
                  <a:pt x="4869382" y="338282"/>
                  <a:pt x="4846160" y="360363"/>
                </a:cubicBezTo>
                <a:cubicBezTo>
                  <a:pt x="4822357" y="383025"/>
                  <a:pt x="4796813" y="408011"/>
                  <a:pt x="4745726" y="408011"/>
                </a:cubicBezTo>
                <a:cubicBezTo>
                  <a:pt x="4695218" y="408011"/>
                  <a:pt x="4669674" y="383025"/>
                  <a:pt x="4646452" y="360363"/>
                </a:cubicBezTo>
                <a:cubicBezTo>
                  <a:pt x="4623230" y="338282"/>
                  <a:pt x="4601750" y="317944"/>
                  <a:pt x="4558209" y="317944"/>
                </a:cubicBezTo>
                <a:cubicBezTo>
                  <a:pt x="4515248" y="317944"/>
                  <a:pt x="4494348" y="338282"/>
                  <a:pt x="4471126" y="360363"/>
                </a:cubicBezTo>
                <a:cubicBezTo>
                  <a:pt x="4447324" y="383025"/>
                  <a:pt x="4421780" y="408011"/>
                  <a:pt x="4370692" y="408011"/>
                </a:cubicBezTo>
                <a:cubicBezTo>
                  <a:pt x="4320119" y="408011"/>
                  <a:pt x="4294543" y="383025"/>
                  <a:pt x="4271291" y="360363"/>
                </a:cubicBezTo>
                <a:cubicBezTo>
                  <a:pt x="4248039" y="338282"/>
                  <a:pt x="4226531" y="317944"/>
                  <a:pt x="4182934" y="317944"/>
                </a:cubicBezTo>
                <a:cubicBezTo>
                  <a:pt x="4140554" y="317944"/>
                  <a:pt x="4119074" y="338282"/>
                  <a:pt x="4095853" y="360363"/>
                </a:cubicBezTo>
                <a:cubicBezTo>
                  <a:pt x="4072050" y="383025"/>
                  <a:pt x="4046506" y="408011"/>
                  <a:pt x="3995418" y="408011"/>
                </a:cubicBezTo>
                <a:cubicBezTo>
                  <a:pt x="3944910" y="408011"/>
                  <a:pt x="3919366" y="383025"/>
                  <a:pt x="3896144" y="360363"/>
                </a:cubicBezTo>
                <a:cubicBezTo>
                  <a:pt x="3872922" y="338282"/>
                  <a:pt x="3851442" y="317944"/>
                  <a:pt x="3807901" y="317944"/>
                </a:cubicBezTo>
                <a:cubicBezTo>
                  <a:pt x="3765521" y="317944"/>
                  <a:pt x="3744041" y="338282"/>
                  <a:pt x="3720819" y="360363"/>
                </a:cubicBezTo>
                <a:cubicBezTo>
                  <a:pt x="3697597" y="383025"/>
                  <a:pt x="3671472" y="408011"/>
                  <a:pt x="3620384" y="408011"/>
                </a:cubicBezTo>
                <a:cubicBezTo>
                  <a:pt x="3570393" y="408011"/>
                  <a:pt x="3544235" y="383025"/>
                  <a:pt x="3520983" y="360363"/>
                </a:cubicBezTo>
                <a:cubicBezTo>
                  <a:pt x="3497731" y="338282"/>
                  <a:pt x="3476224" y="317944"/>
                  <a:pt x="3432627" y="317944"/>
                </a:cubicBezTo>
                <a:cubicBezTo>
                  <a:pt x="3390247" y="317944"/>
                  <a:pt x="3368766" y="338282"/>
                  <a:pt x="3345545" y="360363"/>
                </a:cubicBezTo>
                <a:cubicBezTo>
                  <a:pt x="3322323" y="383025"/>
                  <a:pt x="3296198" y="408011"/>
                  <a:pt x="3245110" y="408011"/>
                </a:cubicBezTo>
                <a:cubicBezTo>
                  <a:pt x="3195156" y="408011"/>
                  <a:pt x="3169018" y="383025"/>
                  <a:pt x="3145784" y="360363"/>
                </a:cubicBezTo>
                <a:cubicBezTo>
                  <a:pt x="3122549" y="338282"/>
                  <a:pt x="3101058" y="317944"/>
                  <a:pt x="3058075" y="317944"/>
                </a:cubicBezTo>
                <a:cubicBezTo>
                  <a:pt x="3015114" y="317944"/>
                  <a:pt x="2993634" y="338282"/>
                  <a:pt x="2970412" y="360363"/>
                </a:cubicBezTo>
                <a:cubicBezTo>
                  <a:pt x="2947190" y="383025"/>
                  <a:pt x="2921066" y="408011"/>
                  <a:pt x="2870558" y="408011"/>
                </a:cubicBezTo>
                <a:lnTo>
                  <a:pt x="2870035" y="407995"/>
                </a:lnTo>
                <a:lnTo>
                  <a:pt x="2870035" y="408011"/>
                </a:lnTo>
                <a:cubicBezTo>
                  <a:pt x="2819528" y="408011"/>
                  <a:pt x="2793984" y="383025"/>
                  <a:pt x="2770301" y="360363"/>
                </a:cubicBezTo>
                <a:cubicBezTo>
                  <a:pt x="2757601" y="348287"/>
                  <a:pt x="2745423" y="336733"/>
                  <a:pt x="2729967" y="328742"/>
                </a:cubicBezTo>
                <a:lnTo>
                  <a:pt x="2720478" y="324492"/>
                </a:lnTo>
                <a:lnTo>
                  <a:pt x="2719483" y="324152"/>
                </a:lnTo>
                <a:lnTo>
                  <a:pt x="2709760" y="321105"/>
                </a:lnTo>
                <a:lnTo>
                  <a:pt x="2707439" y="320654"/>
                </a:lnTo>
                <a:lnTo>
                  <a:pt x="2697787" y="318861"/>
                </a:lnTo>
                <a:lnTo>
                  <a:pt x="2682638" y="317944"/>
                </a:lnTo>
                <a:lnTo>
                  <a:pt x="2667494" y="318861"/>
                </a:lnTo>
                <a:cubicBezTo>
                  <a:pt x="2634346" y="323056"/>
                  <a:pt x="2615718" y="341042"/>
                  <a:pt x="2594864" y="360363"/>
                </a:cubicBezTo>
                <a:cubicBezTo>
                  <a:pt x="2573065" y="381609"/>
                  <a:pt x="2548712" y="404897"/>
                  <a:pt x="2504083" y="407725"/>
                </a:cubicBezTo>
                <a:lnTo>
                  <a:pt x="2494881" y="408011"/>
                </a:lnTo>
                <a:lnTo>
                  <a:pt x="2485698" y="407725"/>
                </a:lnTo>
                <a:cubicBezTo>
                  <a:pt x="2441188" y="404897"/>
                  <a:pt x="2417342" y="381609"/>
                  <a:pt x="2395027" y="360363"/>
                </a:cubicBezTo>
                <a:cubicBezTo>
                  <a:pt x="2374708" y="341042"/>
                  <a:pt x="2355723" y="323056"/>
                  <a:pt x="2322513" y="318861"/>
                </a:cubicBezTo>
                <a:lnTo>
                  <a:pt x="2307364" y="317944"/>
                </a:lnTo>
                <a:lnTo>
                  <a:pt x="2292240" y="318861"/>
                </a:lnTo>
                <a:cubicBezTo>
                  <a:pt x="2259134" y="323056"/>
                  <a:pt x="2240529" y="341042"/>
                  <a:pt x="2219702" y="360363"/>
                </a:cubicBezTo>
                <a:cubicBezTo>
                  <a:pt x="2197931" y="381609"/>
                  <a:pt x="2173610" y="404897"/>
                  <a:pt x="2129038" y="407725"/>
                </a:cubicBezTo>
                <a:lnTo>
                  <a:pt x="2119848" y="408011"/>
                </a:lnTo>
                <a:lnTo>
                  <a:pt x="2110665" y="407725"/>
                </a:lnTo>
                <a:cubicBezTo>
                  <a:pt x="2066155" y="404897"/>
                  <a:pt x="2042308" y="381609"/>
                  <a:pt x="2019994" y="360363"/>
                </a:cubicBezTo>
                <a:cubicBezTo>
                  <a:pt x="1999675" y="341042"/>
                  <a:pt x="1980689" y="323056"/>
                  <a:pt x="1947480" y="318861"/>
                </a:cubicBezTo>
                <a:lnTo>
                  <a:pt x="1932331" y="317944"/>
                </a:lnTo>
                <a:lnTo>
                  <a:pt x="1917189" y="318861"/>
                </a:lnTo>
                <a:cubicBezTo>
                  <a:pt x="1884048" y="323056"/>
                  <a:pt x="1865483" y="341042"/>
                  <a:pt x="1845137" y="360363"/>
                </a:cubicBezTo>
                <a:cubicBezTo>
                  <a:pt x="1822794" y="381609"/>
                  <a:pt x="1798407" y="404897"/>
                  <a:pt x="1753776" y="407725"/>
                </a:cubicBezTo>
                <a:lnTo>
                  <a:pt x="1744574" y="408011"/>
                </a:lnTo>
                <a:lnTo>
                  <a:pt x="1735391" y="407725"/>
                </a:lnTo>
                <a:cubicBezTo>
                  <a:pt x="1690881" y="404897"/>
                  <a:pt x="1667035" y="381609"/>
                  <a:pt x="1644720" y="360363"/>
                </a:cubicBezTo>
                <a:cubicBezTo>
                  <a:pt x="1624401" y="341042"/>
                  <a:pt x="1605415" y="323056"/>
                  <a:pt x="1572206" y="318861"/>
                </a:cubicBezTo>
                <a:lnTo>
                  <a:pt x="1557058" y="317944"/>
                </a:lnTo>
                <a:lnTo>
                  <a:pt x="1541934" y="318861"/>
                </a:lnTo>
                <a:cubicBezTo>
                  <a:pt x="1508836" y="323056"/>
                  <a:pt x="1490295" y="341042"/>
                  <a:pt x="1469975" y="360363"/>
                </a:cubicBezTo>
                <a:cubicBezTo>
                  <a:pt x="1447661" y="381609"/>
                  <a:pt x="1423305" y="404897"/>
                  <a:pt x="1378731" y="407725"/>
                </a:cubicBezTo>
                <a:lnTo>
                  <a:pt x="1369541" y="408011"/>
                </a:lnTo>
                <a:lnTo>
                  <a:pt x="1360358" y="407725"/>
                </a:lnTo>
                <a:cubicBezTo>
                  <a:pt x="1315847" y="404897"/>
                  <a:pt x="1292002" y="381609"/>
                  <a:pt x="1269687" y="360363"/>
                </a:cubicBezTo>
                <a:cubicBezTo>
                  <a:pt x="1249368" y="341042"/>
                  <a:pt x="1230827" y="323056"/>
                  <a:pt x="1197340" y="318861"/>
                </a:cubicBezTo>
                <a:lnTo>
                  <a:pt x="1182024" y="317944"/>
                </a:lnTo>
                <a:lnTo>
                  <a:pt x="1166881" y="318861"/>
                </a:lnTo>
                <a:cubicBezTo>
                  <a:pt x="1133741" y="323056"/>
                  <a:pt x="1115176" y="341042"/>
                  <a:pt x="1094831" y="360363"/>
                </a:cubicBezTo>
                <a:cubicBezTo>
                  <a:pt x="1072487" y="381609"/>
                  <a:pt x="1048611" y="404897"/>
                  <a:pt x="1003564" y="407725"/>
                </a:cubicBezTo>
                <a:lnTo>
                  <a:pt x="994267" y="408011"/>
                </a:lnTo>
                <a:lnTo>
                  <a:pt x="985084" y="407725"/>
                </a:lnTo>
                <a:cubicBezTo>
                  <a:pt x="940573" y="404897"/>
                  <a:pt x="916728" y="381609"/>
                  <a:pt x="894413" y="360363"/>
                </a:cubicBezTo>
                <a:cubicBezTo>
                  <a:pt x="874094" y="341042"/>
                  <a:pt x="855553" y="323056"/>
                  <a:pt x="822066" y="318861"/>
                </a:cubicBezTo>
                <a:lnTo>
                  <a:pt x="806751" y="317944"/>
                </a:lnTo>
                <a:lnTo>
                  <a:pt x="791627" y="318861"/>
                </a:lnTo>
                <a:cubicBezTo>
                  <a:pt x="758529" y="323056"/>
                  <a:pt x="739988" y="341042"/>
                  <a:pt x="719668" y="360363"/>
                </a:cubicBezTo>
                <a:cubicBezTo>
                  <a:pt x="697354" y="381609"/>
                  <a:pt x="673508" y="404897"/>
                  <a:pt x="628519" y="407725"/>
                </a:cubicBezTo>
                <a:lnTo>
                  <a:pt x="619234" y="408011"/>
                </a:lnTo>
                <a:lnTo>
                  <a:pt x="610051" y="407725"/>
                </a:lnTo>
                <a:cubicBezTo>
                  <a:pt x="565541" y="404897"/>
                  <a:pt x="541694" y="381609"/>
                  <a:pt x="519380" y="360363"/>
                </a:cubicBezTo>
                <a:cubicBezTo>
                  <a:pt x="499061" y="341042"/>
                  <a:pt x="480520" y="323056"/>
                  <a:pt x="447033" y="318861"/>
                </a:cubicBezTo>
                <a:lnTo>
                  <a:pt x="431717" y="317944"/>
                </a:lnTo>
                <a:lnTo>
                  <a:pt x="416575" y="318861"/>
                </a:lnTo>
                <a:cubicBezTo>
                  <a:pt x="383434" y="323056"/>
                  <a:pt x="364869" y="341042"/>
                  <a:pt x="344524" y="360363"/>
                </a:cubicBezTo>
                <a:cubicBezTo>
                  <a:pt x="322180" y="381609"/>
                  <a:pt x="298304" y="404897"/>
                  <a:pt x="253258" y="407725"/>
                </a:cubicBezTo>
                <a:lnTo>
                  <a:pt x="243961" y="408011"/>
                </a:lnTo>
                <a:lnTo>
                  <a:pt x="243960" y="408011"/>
                </a:lnTo>
                <a:lnTo>
                  <a:pt x="234777" y="407725"/>
                </a:lnTo>
                <a:cubicBezTo>
                  <a:pt x="190266" y="404897"/>
                  <a:pt x="166421" y="381609"/>
                  <a:pt x="144106" y="360363"/>
                </a:cubicBezTo>
                <a:cubicBezTo>
                  <a:pt x="123787" y="341042"/>
                  <a:pt x="105246" y="323056"/>
                  <a:pt x="71759" y="318861"/>
                </a:cubicBezTo>
                <a:lnTo>
                  <a:pt x="56444" y="317944"/>
                </a:lnTo>
                <a:lnTo>
                  <a:pt x="41320" y="318861"/>
                </a:lnTo>
                <a:cubicBezTo>
                  <a:pt x="24771" y="320958"/>
                  <a:pt x="11861" y="326504"/>
                  <a:pt x="549" y="333940"/>
                </a:cubicBezTo>
                <a:lnTo>
                  <a:pt x="0" y="334404"/>
                </a:lnTo>
                <a:lnTo>
                  <a:pt x="0" y="313995"/>
                </a:lnTo>
                <a:lnTo>
                  <a:pt x="17453" y="305823"/>
                </a:lnTo>
                <a:cubicBezTo>
                  <a:pt x="26297" y="302910"/>
                  <a:pt x="36133" y="300924"/>
                  <a:pt x="47260" y="300217"/>
                </a:cubicBezTo>
                <a:close/>
                <a:moveTo>
                  <a:pt x="56438" y="200515"/>
                </a:moveTo>
                <a:lnTo>
                  <a:pt x="65723" y="200801"/>
                </a:lnTo>
                <a:cubicBezTo>
                  <a:pt x="110712" y="203623"/>
                  <a:pt x="134557" y="226847"/>
                  <a:pt x="156872" y="247521"/>
                </a:cubicBezTo>
                <a:cubicBezTo>
                  <a:pt x="177191" y="267325"/>
                  <a:pt x="195733" y="284906"/>
                  <a:pt x="228831" y="288992"/>
                </a:cubicBezTo>
                <a:lnTo>
                  <a:pt x="243954" y="289884"/>
                </a:lnTo>
                <a:lnTo>
                  <a:pt x="259289" y="288992"/>
                </a:lnTo>
                <a:cubicBezTo>
                  <a:pt x="292819" y="284906"/>
                  <a:pt x="311384" y="267325"/>
                  <a:pt x="331729" y="247521"/>
                </a:cubicBezTo>
                <a:cubicBezTo>
                  <a:pt x="354073" y="226847"/>
                  <a:pt x="377949" y="203623"/>
                  <a:pt x="422516" y="200801"/>
                </a:cubicBezTo>
                <a:lnTo>
                  <a:pt x="431711" y="200515"/>
                </a:lnTo>
                <a:lnTo>
                  <a:pt x="440997" y="200801"/>
                </a:lnTo>
                <a:cubicBezTo>
                  <a:pt x="485985" y="203623"/>
                  <a:pt x="509831" y="226847"/>
                  <a:pt x="532146" y="247521"/>
                </a:cubicBezTo>
                <a:cubicBezTo>
                  <a:pt x="552465" y="267325"/>
                  <a:pt x="571006" y="284906"/>
                  <a:pt x="604104" y="288992"/>
                </a:cubicBezTo>
                <a:lnTo>
                  <a:pt x="619228" y="289884"/>
                </a:lnTo>
                <a:lnTo>
                  <a:pt x="634543" y="288992"/>
                </a:lnTo>
                <a:cubicBezTo>
                  <a:pt x="668030" y="284906"/>
                  <a:pt x="686572" y="267325"/>
                  <a:pt x="706891" y="247521"/>
                </a:cubicBezTo>
                <a:cubicBezTo>
                  <a:pt x="729205" y="226847"/>
                  <a:pt x="753051" y="203623"/>
                  <a:pt x="797562" y="200801"/>
                </a:cubicBezTo>
                <a:lnTo>
                  <a:pt x="806745" y="200515"/>
                </a:lnTo>
                <a:lnTo>
                  <a:pt x="816030" y="200801"/>
                </a:lnTo>
                <a:cubicBezTo>
                  <a:pt x="861019" y="203623"/>
                  <a:pt x="884864" y="226847"/>
                  <a:pt x="907179" y="247521"/>
                </a:cubicBezTo>
                <a:cubicBezTo>
                  <a:pt x="927499" y="267325"/>
                  <a:pt x="946040" y="284906"/>
                  <a:pt x="979138" y="288992"/>
                </a:cubicBezTo>
                <a:lnTo>
                  <a:pt x="994261" y="289884"/>
                </a:lnTo>
                <a:lnTo>
                  <a:pt x="1009596" y="288992"/>
                </a:lnTo>
                <a:cubicBezTo>
                  <a:pt x="1043126" y="284906"/>
                  <a:pt x="1061691" y="267325"/>
                  <a:pt x="1082036" y="247521"/>
                </a:cubicBezTo>
                <a:cubicBezTo>
                  <a:pt x="1104379" y="226847"/>
                  <a:pt x="1128256" y="203623"/>
                  <a:pt x="1172823" y="200801"/>
                </a:cubicBezTo>
                <a:lnTo>
                  <a:pt x="1182019" y="200515"/>
                </a:lnTo>
                <a:lnTo>
                  <a:pt x="1191304" y="200801"/>
                </a:lnTo>
                <a:cubicBezTo>
                  <a:pt x="1236292" y="203623"/>
                  <a:pt x="1260138" y="226847"/>
                  <a:pt x="1282453" y="247521"/>
                </a:cubicBezTo>
                <a:cubicBezTo>
                  <a:pt x="1302772" y="267325"/>
                  <a:pt x="1321313" y="284906"/>
                  <a:pt x="1354412" y="288992"/>
                </a:cubicBezTo>
                <a:lnTo>
                  <a:pt x="1369535" y="289884"/>
                </a:lnTo>
                <a:lnTo>
                  <a:pt x="1384683" y="288992"/>
                </a:lnTo>
                <a:cubicBezTo>
                  <a:pt x="1417893" y="284906"/>
                  <a:pt x="1436879" y="267325"/>
                  <a:pt x="1457198" y="247521"/>
                </a:cubicBezTo>
                <a:cubicBezTo>
                  <a:pt x="1479512" y="226847"/>
                  <a:pt x="1503358" y="203623"/>
                  <a:pt x="1547868" y="200801"/>
                </a:cubicBezTo>
                <a:lnTo>
                  <a:pt x="1557052" y="200515"/>
                </a:lnTo>
                <a:lnTo>
                  <a:pt x="1566241" y="200801"/>
                </a:lnTo>
                <a:cubicBezTo>
                  <a:pt x="1610816" y="203623"/>
                  <a:pt x="1635171" y="226847"/>
                  <a:pt x="1657486" y="247521"/>
                </a:cubicBezTo>
                <a:cubicBezTo>
                  <a:pt x="1677805" y="267325"/>
                  <a:pt x="1696346" y="284906"/>
                  <a:pt x="1729444" y="288992"/>
                </a:cubicBezTo>
                <a:lnTo>
                  <a:pt x="1744568" y="289884"/>
                </a:lnTo>
                <a:lnTo>
                  <a:pt x="1759736" y="288992"/>
                </a:lnTo>
                <a:cubicBezTo>
                  <a:pt x="1792988" y="284906"/>
                  <a:pt x="1811998" y="267325"/>
                  <a:pt x="1832343" y="247521"/>
                </a:cubicBezTo>
                <a:cubicBezTo>
                  <a:pt x="1854686" y="226847"/>
                  <a:pt x="1878563" y="203623"/>
                  <a:pt x="1923131" y="200801"/>
                </a:cubicBezTo>
                <a:lnTo>
                  <a:pt x="1932325" y="200515"/>
                </a:lnTo>
                <a:lnTo>
                  <a:pt x="1941515" y="200801"/>
                </a:lnTo>
                <a:cubicBezTo>
                  <a:pt x="1986090" y="203623"/>
                  <a:pt x="2010445" y="226847"/>
                  <a:pt x="2032760" y="247521"/>
                </a:cubicBezTo>
                <a:cubicBezTo>
                  <a:pt x="2053079" y="267325"/>
                  <a:pt x="2071621" y="284906"/>
                  <a:pt x="2104719" y="288992"/>
                </a:cubicBezTo>
                <a:lnTo>
                  <a:pt x="2119842" y="289884"/>
                </a:lnTo>
                <a:lnTo>
                  <a:pt x="2134991" y="288992"/>
                </a:lnTo>
                <a:cubicBezTo>
                  <a:pt x="2168200" y="284906"/>
                  <a:pt x="2187185" y="267325"/>
                  <a:pt x="2207505" y="247521"/>
                </a:cubicBezTo>
                <a:cubicBezTo>
                  <a:pt x="2229819" y="226847"/>
                  <a:pt x="2253665" y="203623"/>
                  <a:pt x="2298175" y="200801"/>
                </a:cubicBezTo>
                <a:lnTo>
                  <a:pt x="2307358" y="200515"/>
                </a:lnTo>
                <a:lnTo>
                  <a:pt x="2316548" y="200801"/>
                </a:lnTo>
                <a:cubicBezTo>
                  <a:pt x="2361120" y="203623"/>
                  <a:pt x="2385442" y="226847"/>
                  <a:pt x="2407213" y="247521"/>
                </a:cubicBezTo>
                <a:cubicBezTo>
                  <a:pt x="2428040" y="267325"/>
                  <a:pt x="2446645" y="284906"/>
                  <a:pt x="2479751" y="288992"/>
                </a:cubicBezTo>
                <a:lnTo>
                  <a:pt x="2494875" y="289884"/>
                </a:lnTo>
                <a:lnTo>
                  <a:pt x="2510043" y="288992"/>
                </a:lnTo>
                <a:cubicBezTo>
                  <a:pt x="2543295" y="284906"/>
                  <a:pt x="2562305" y="267325"/>
                  <a:pt x="2582650" y="247521"/>
                </a:cubicBezTo>
                <a:cubicBezTo>
                  <a:pt x="2604994" y="226847"/>
                  <a:pt x="2628870" y="203623"/>
                  <a:pt x="2673438" y="200801"/>
                </a:cubicBezTo>
                <a:lnTo>
                  <a:pt x="2682632" y="200515"/>
                </a:lnTo>
                <a:lnTo>
                  <a:pt x="2683059" y="200529"/>
                </a:lnTo>
                <a:lnTo>
                  <a:pt x="2683059" y="200515"/>
                </a:lnTo>
                <a:cubicBezTo>
                  <a:pt x="2689373" y="200515"/>
                  <a:pt x="2695305" y="200905"/>
                  <a:pt x="2700898" y="201631"/>
                </a:cubicBezTo>
                <a:lnTo>
                  <a:pt x="2705021" y="202447"/>
                </a:lnTo>
                <a:lnTo>
                  <a:pt x="2707622" y="202771"/>
                </a:lnTo>
                <a:lnTo>
                  <a:pt x="2710894" y="203609"/>
                </a:lnTo>
                <a:lnTo>
                  <a:pt x="2716703" y="204759"/>
                </a:lnTo>
                <a:lnTo>
                  <a:pt x="2720581" y="206090"/>
                </a:lnTo>
                <a:lnTo>
                  <a:pt x="2721730" y="206385"/>
                </a:lnTo>
                <a:lnTo>
                  <a:pt x="2723661" y="207148"/>
                </a:lnTo>
                <a:lnTo>
                  <a:pt x="2730726" y="209574"/>
                </a:lnTo>
                <a:cubicBezTo>
                  <a:pt x="2752752" y="218823"/>
                  <a:pt x="2768399" y="233739"/>
                  <a:pt x="2782896" y="247521"/>
                </a:cubicBezTo>
                <a:cubicBezTo>
                  <a:pt x="2806117" y="270154"/>
                  <a:pt x="2827597" y="289884"/>
                  <a:pt x="2870558" y="289884"/>
                </a:cubicBezTo>
                <a:cubicBezTo>
                  <a:pt x="2913518" y="289884"/>
                  <a:pt x="2934999" y="270154"/>
                  <a:pt x="2958221" y="247521"/>
                </a:cubicBezTo>
                <a:cubicBezTo>
                  <a:pt x="2982023" y="225469"/>
                  <a:pt x="3007567" y="200515"/>
                  <a:pt x="3058075" y="200515"/>
                </a:cubicBezTo>
                <a:cubicBezTo>
                  <a:pt x="3108609" y="200515"/>
                  <a:pt x="3134747" y="225469"/>
                  <a:pt x="3157982" y="247521"/>
                </a:cubicBezTo>
                <a:cubicBezTo>
                  <a:pt x="3181216" y="270154"/>
                  <a:pt x="3202708" y="289884"/>
                  <a:pt x="3245110" y="289884"/>
                </a:cubicBezTo>
                <a:cubicBezTo>
                  <a:pt x="3288651" y="289884"/>
                  <a:pt x="3310131" y="270154"/>
                  <a:pt x="3333353" y="247521"/>
                </a:cubicBezTo>
                <a:cubicBezTo>
                  <a:pt x="3356575" y="225469"/>
                  <a:pt x="3382700" y="200515"/>
                  <a:pt x="3432627" y="200515"/>
                </a:cubicBezTo>
                <a:cubicBezTo>
                  <a:pt x="3483780" y="200515"/>
                  <a:pt x="3509938" y="225469"/>
                  <a:pt x="3533191" y="247521"/>
                </a:cubicBezTo>
                <a:cubicBezTo>
                  <a:pt x="3556442" y="270154"/>
                  <a:pt x="3577950" y="289884"/>
                  <a:pt x="3620384" y="289884"/>
                </a:cubicBezTo>
                <a:cubicBezTo>
                  <a:pt x="3663926" y="289884"/>
                  <a:pt x="3685405" y="270154"/>
                  <a:pt x="3708627" y="247521"/>
                </a:cubicBezTo>
                <a:cubicBezTo>
                  <a:pt x="3731849" y="225469"/>
                  <a:pt x="3757393" y="200515"/>
                  <a:pt x="3807901" y="200515"/>
                </a:cubicBezTo>
                <a:cubicBezTo>
                  <a:pt x="3858989" y="200515"/>
                  <a:pt x="3884533" y="225469"/>
                  <a:pt x="3908336" y="247521"/>
                </a:cubicBezTo>
                <a:cubicBezTo>
                  <a:pt x="3931558" y="270154"/>
                  <a:pt x="3953038" y="289884"/>
                  <a:pt x="3995418" y="289884"/>
                </a:cubicBezTo>
                <a:cubicBezTo>
                  <a:pt x="4038959" y="289884"/>
                  <a:pt x="4060439" y="270154"/>
                  <a:pt x="4083661" y="247521"/>
                </a:cubicBezTo>
                <a:cubicBezTo>
                  <a:pt x="4106883" y="225469"/>
                  <a:pt x="4132427" y="200515"/>
                  <a:pt x="4182934" y="200515"/>
                </a:cubicBezTo>
                <a:cubicBezTo>
                  <a:pt x="4234088" y="200515"/>
                  <a:pt x="4259665" y="225469"/>
                  <a:pt x="4283498" y="247521"/>
                </a:cubicBezTo>
                <a:cubicBezTo>
                  <a:pt x="4306750" y="270154"/>
                  <a:pt x="4328258" y="289884"/>
                  <a:pt x="4370692" y="289884"/>
                </a:cubicBezTo>
                <a:cubicBezTo>
                  <a:pt x="4414233" y="289884"/>
                  <a:pt x="4435713" y="270154"/>
                  <a:pt x="4458935" y="247521"/>
                </a:cubicBezTo>
                <a:cubicBezTo>
                  <a:pt x="4482157" y="225469"/>
                  <a:pt x="4507701" y="200515"/>
                  <a:pt x="4558209" y="200515"/>
                </a:cubicBezTo>
                <a:cubicBezTo>
                  <a:pt x="4609296" y="200515"/>
                  <a:pt x="4634841" y="225469"/>
                  <a:pt x="4658643" y="247521"/>
                </a:cubicBezTo>
                <a:cubicBezTo>
                  <a:pt x="4681865" y="270154"/>
                  <a:pt x="4702765" y="289884"/>
                  <a:pt x="4745726" y="289884"/>
                </a:cubicBezTo>
                <a:cubicBezTo>
                  <a:pt x="4789266" y="289884"/>
                  <a:pt x="4810747" y="270154"/>
                  <a:pt x="4833969" y="247521"/>
                </a:cubicBezTo>
                <a:cubicBezTo>
                  <a:pt x="4857191" y="225469"/>
                  <a:pt x="4882735" y="200515"/>
                  <a:pt x="4933242" y="200515"/>
                </a:cubicBezTo>
                <a:cubicBezTo>
                  <a:pt x="4984396" y="200515"/>
                  <a:pt x="5009973" y="225469"/>
                  <a:pt x="5033805" y="247521"/>
                </a:cubicBezTo>
                <a:cubicBezTo>
                  <a:pt x="5057058" y="270154"/>
                  <a:pt x="5077984" y="289884"/>
                  <a:pt x="5120999" y="289884"/>
                </a:cubicBezTo>
                <a:cubicBezTo>
                  <a:pt x="5164540" y="289884"/>
                  <a:pt x="5185440" y="270154"/>
                  <a:pt x="5209242" y="247521"/>
                </a:cubicBezTo>
                <a:cubicBezTo>
                  <a:pt x="5232464" y="225469"/>
                  <a:pt x="5258008" y="200515"/>
                  <a:pt x="5308516" y="200515"/>
                </a:cubicBezTo>
                <a:cubicBezTo>
                  <a:pt x="5359604" y="200515"/>
                  <a:pt x="5385148" y="225469"/>
                  <a:pt x="5408950" y="247521"/>
                </a:cubicBezTo>
                <a:cubicBezTo>
                  <a:pt x="5432172" y="270154"/>
                  <a:pt x="5453072" y="289884"/>
                  <a:pt x="5496033" y="289884"/>
                </a:cubicBezTo>
                <a:cubicBezTo>
                  <a:pt x="5539574" y="289884"/>
                  <a:pt x="5560473" y="270154"/>
                  <a:pt x="5584276" y="247521"/>
                </a:cubicBezTo>
                <a:cubicBezTo>
                  <a:pt x="5607498" y="225469"/>
                  <a:pt x="5633042" y="200515"/>
                  <a:pt x="5683550" y="200515"/>
                </a:cubicBezTo>
                <a:cubicBezTo>
                  <a:pt x="5734703" y="200515"/>
                  <a:pt x="5760280" y="225469"/>
                  <a:pt x="5784113" y="247521"/>
                </a:cubicBezTo>
                <a:cubicBezTo>
                  <a:pt x="5807364" y="270154"/>
                  <a:pt x="5828292" y="289884"/>
                  <a:pt x="5871307" y="289884"/>
                </a:cubicBezTo>
                <a:cubicBezTo>
                  <a:pt x="5914848" y="289884"/>
                  <a:pt x="5935748" y="270154"/>
                  <a:pt x="5958970" y="247521"/>
                </a:cubicBezTo>
                <a:cubicBezTo>
                  <a:pt x="5982772" y="225469"/>
                  <a:pt x="6008316" y="200515"/>
                  <a:pt x="6058824" y="200515"/>
                </a:cubicBezTo>
                <a:cubicBezTo>
                  <a:pt x="6109912" y="200515"/>
                  <a:pt x="6135456" y="225469"/>
                  <a:pt x="6159258" y="247521"/>
                </a:cubicBezTo>
                <a:cubicBezTo>
                  <a:pt x="6182480" y="270154"/>
                  <a:pt x="6203380" y="289884"/>
                  <a:pt x="6246341" y="289884"/>
                </a:cubicBezTo>
                <a:cubicBezTo>
                  <a:pt x="6289937" y="289884"/>
                  <a:pt x="6310864" y="270154"/>
                  <a:pt x="6334116" y="247521"/>
                </a:cubicBezTo>
                <a:cubicBezTo>
                  <a:pt x="6357949" y="225469"/>
                  <a:pt x="6383525" y="200515"/>
                  <a:pt x="6434098" y="200515"/>
                </a:cubicBezTo>
                <a:cubicBezTo>
                  <a:pt x="6485186" y="200515"/>
                  <a:pt x="6510730" y="225469"/>
                  <a:pt x="6534533" y="247521"/>
                </a:cubicBezTo>
                <a:cubicBezTo>
                  <a:pt x="6557755" y="270154"/>
                  <a:pt x="6578654" y="289884"/>
                  <a:pt x="6621614" y="289884"/>
                </a:cubicBezTo>
                <a:cubicBezTo>
                  <a:pt x="6665155" y="289884"/>
                  <a:pt x="6686056" y="270154"/>
                  <a:pt x="6709278" y="247521"/>
                </a:cubicBezTo>
                <a:cubicBezTo>
                  <a:pt x="6733080" y="225469"/>
                  <a:pt x="6758624" y="200515"/>
                  <a:pt x="6809131" y="200515"/>
                </a:cubicBezTo>
                <a:cubicBezTo>
                  <a:pt x="6860219" y="200515"/>
                  <a:pt x="6885763" y="225469"/>
                  <a:pt x="6909565" y="247521"/>
                </a:cubicBezTo>
                <a:cubicBezTo>
                  <a:pt x="6932788" y="270154"/>
                  <a:pt x="6953688" y="289884"/>
                  <a:pt x="6996648" y="289884"/>
                </a:cubicBezTo>
                <a:cubicBezTo>
                  <a:pt x="7040245" y="289884"/>
                  <a:pt x="7061172" y="270154"/>
                  <a:pt x="7084424" y="247521"/>
                </a:cubicBezTo>
                <a:cubicBezTo>
                  <a:pt x="7108257" y="225469"/>
                  <a:pt x="7133833" y="200515"/>
                  <a:pt x="7184405" y="200515"/>
                </a:cubicBezTo>
                <a:cubicBezTo>
                  <a:pt x="7235494" y="200515"/>
                  <a:pt x="7261038" y="225469"/>
                  <a:pt x="7284840" y="247521"/>
                </a:cubicBezTo>
                <a:cubicBezTo>
                  <a:pt x="7308063" y="270154"/>
                  <a:pt x="7328962" y="289884"/>
                  <a:pt x="7371922" y="289884"/>
                </a:cubicBezTo>
                <a:cubicBezTo>
                  <a:pt x="7414883" y="289884"/>
                  <a:pt x="7436363" y="270154"/>
                  <a:pt x="7459586" y="247521"/>
                </a:cubicBezTo>
                <a:cubicBezTo>
                  <a:pt x="7483388" y="225469"/>
                  <a:pt x="7508932" y="200515"/>
                  <a:pt x="7559439" y="200515"/>
                </a:cubicBezTo>
                <a:cubicBezTo>
                  <a:pt x="7609947" y="200515"/>
                  <a:pt x="7636071" y="225469"/>
                  <a:pt x="7659873" y="247521"/>
                </a:cubicBezTo>
                <a:cubicBezTo>
                  <a:pt x="7683096" y="270154"/>
                  <a:pt x="7703996" y="289884"/>
                  <a:pt x="7746956" y="289884"/>
                </a:cubicBezTo>
                <a:cubicBezTo>
                  <a:pt x="7789972" y="289884"/>
                  <a:pt x="7811479" y="270154"/>
                  <a:pt x="7834731" y="247521"/>
                </a:cubicBezTo>
                <a:cubicBezTo>
                  <a:pt x="7858565" y="225469"/>
                  <a:pt x="7884141" y="200515"/>
                  <a:pt x="7934713" y="200515"/>
                </a:cubicBezTo>
                <a:cubicBezTo>
                  <a:pt x="7985221" y="200515"/>
                  <a:pt x="8011346" y="225469"/>
                  <a:pt x="8035148" y="247521"/>
                </a:cubicBezTo>
                <a:cubicBezTo>
                  <a:pt x="8058371" y="270154"/>
                  <a:pt x="8079270" y="289884"/>
                  <a:pt x="8122230" y="289884"/>
                </a:cubicBezTo>
                <a:cubicBezTo>
                  <a:pt x="8165191" y="289884"/>
                  <a:pt x="8186671" y="270154"/>
                  <a:pt x="8209893" y="247521"/>
                </a:cubicBezTo>
                <a:cubicBezTo>
                  <a:pt x="8233696" y="225469"/>
                  <a:pt x="8259240" y="200515"/>
                  <a:pt x="8309747" y="200515"/>
                </a:cubicBezTo>
                <a:cubicBezTo>
                  <a:pt x="8360255" y="200515"/>
                  <a:pt x="8386379" y="225469"/>
                  <a:pt x="8409601" y="247521"/>
                </a:cubicBezTo>
                <a:cubicBezTo>
                  <a:pt x="8433403" y="270154"/>
                  <a:pt x="8454304" y="289884"/>
                  <a:pt x="8497264" y="289884"/>
                </a:cubicBezTo>
                <a:cubicBezTo>
                  <a:pt x="8540280" y="289884"/>
                  <a:pt x="8561787" y="270154"/>
                  <a:pt x="8585039" y="247521"/>
                </a:cubicBezTo>
                <a:cubicBezTo>
                  <a:pt x="8608873" y="225469"/>
                  <a:pt x="8634449" y="200515"/>
                  <a:pt x="8685021" y="200515"/>
                </a:cubicBezTo>
                <a:cubicBezTo>
                  <a:pt x="8735528" y="200515"/>
                  <a:pt x="8761654" y="225469"/>
                  <a:pt x="8784875" y="247521"/>
                </a:cubicBezTo>
                <a:cubicBezTo>
                  <a:pt x="8808678" y="270154"/>
                  <a:pt x="8829577" y="289884"/>
                  <a:pt x="8872538" y="289884"/>
                </a:cubicBezTo>
                <a:lnTo>
                  <a:pt x="8872538" y="307874"/>
                </a:lnTo>
                <a:cubicBezTo>
                  <a:pt x="8822030" y="307874"/>
                  <a:pt x="8796487" y="283501"/>
                  <a:pt x="8772684" y="260869"/>
                </a:cubicBezTo>
                <a:cubicBezTo>
                  <a:pt x="8749462" y="238236"/>
                  <a:pt x="8727981" y="218505"/>
                  <a:pt x="8685021" y="218505"/>
                </a:cubicBezTo>
                <a:cubicBezTo>
                  <a:pt x="8642005" y="218505"/>
                  <a:pt x="8621079" y="238236"/>
                  <a:pt x="8597246" y="260869"/>
                </a:cubicBezTo>
                <a:cubicBezTo>
                  <a:pt x="8573994" y="283501"/>
                  <a:pt x="8547836" y="307874"/>
                  <a:pt x="8497264" y="307874"/>
                </a:cubicBezTo>
                <a:cubicBezTo>
                  <a:pt x="8446757" y="307874"/>
                  <a:pt x="8421213" y="283501"/>
                  <a:pt x="8397409" y="260869"/>
                </a:cubicBezTo>
                <a:cubicBezTo>
                  <a:pt x="8374187" y="238236"/>
                  <a:pt x="8352708" y="218505"/>
                  <a:pt x="8309747" y="218505"/>
                </a:cubicBezTo>
                <a:cubicBezTo>
                  <a:pt x="8266787" y="218505"/>
                  <a:pt x="8245886" y="238236"/>
                  <a:pt x="8222084" y="260869"/>
                </a:cubicBezTo>
                <a:cubicBezTo>
                  <a:pt x="8198862" y="283501"/>
                  <a:pt x="8172738" y="307874"/>
                  <a:pt x="8122230" y="307874"/>
                </a:cubicBezTo>
                <a:cubicBezTo>
                  <a:pt x="8071723" y="307874"/>
                  <a:pt x="8046179" y="283501"/>
                  <a:pt x="8022377" y="260869"/>
                </a:cubicBezTo>
                <a:cubicBezTo>
                  <a:pt x="7999154" y="238236"/>
                  <a:pt x="7977674" y="218505"/>
                  <a:pt x="7934713" y="218505"/>
                </a:cubicBezTo>
                <a:cubicBezTo>
                  <a:pt x="7891697" y="218505"/>
                  <a:pt x="7870771" y="238236"/>
                  <a:pt x="7847519" y="260869"/>
                </a:cubicBezTo>
                <a:cubicBezTo>
                  <a:pt x="7823687" y="283501"/>
                  <a:pt x="7797528" y="307874"/>
                  <a:pt x="7746956" y="307874"/>
                </a:cubicBezTo>
                <a:cubicBezTo>
                  <a:pt x="7696449" y="307874"/>
                  <a:pt x="7670905" y="283501"/>
                  <a:pt x="7647102" y="260869"/>
                </a:cubicBezTo>
                <a:cubicBezTo>
                  <a:pt x="7623879" y="238236"/>
                  <a:pt x="7602400" y="218505"/>
                  <a:pt x="7559439" y="218505"/>
                </a:cubicBezTo>
                <a:cubicBezTo>
                  <a:pt x="7516479" y="218505"/>
                  <a:pt x="7495580" y="238236"/>
                  <a:pt x="7472357" y="260869"/>
                </a:cubicBezTo>
                <a:cubicBezTo>
                  <a:pt x="7448554" y="283501"/>
                  <a:pt x="7422430" y="307874"/>
                  <a:pt x="7371922" y="307874"/>
                </a:cubicBezTo>
                <a:cubicBezTo>
                  <a:pt x="7321415" y="307874"/>
                  <a:pt x="7295871" y="283501"/>
                  <a:pt x="7272069" y="260869"/>
                </a:cubicBezTo>
                <a:cubicBezTo>
                  <a:pt x="7248846" y="238236"/>
                  <a:pt x="7227946" y="218505"/>
                  <a:pt x="7184405" y="218505"/>
                </a:cubicBezTo>
                <a:cubicBezTo>
                  <a:pt x="7141390" y="218505"/>
                  <a:pt x="7120463" y="238236"/>
                  <a:pt x="7097212" y="260869"/>
                </a:cubicBezTo>
                <a:cubicBezTo>
                  <a:pt x="7073379" y="283501"/>
                  <a:pt x="7047802" y="307874"/>
                  <a:pt x="6996648" y="307874"/>
                </a:cubicBezTo>
                <a:cubicBezTo>
                  <a:pt x="6946141" y="307874"/>
                  <a:pt x="6920597" y="283501"/>
                  <a:pt x="6896794" y="260869"/>
                </a:cubicBezTo>
                <a:cubicBezTo>
                  <a:pt x="6873571" y="238236"/>
                  <a:pt x="6852672" y="218505"/>
                  <a:pt x="6809131" y="218505"/>
                </a:cubicBezTo>
                <a:cubicBezTo>
                  <a:pt x="6766171" y="218505"/>
                  <a:pt x="6745272" y="238236"/>
                  <a:pt x="6722050" y="260869"/>
                </a:cubicBezTo>
                <a:cubicBezTo>
                  <a:pt x="6698246" y="283501"/>
                  <a:pt x="6672702" y="307874"/>
                  <a:pt x="6621614" y="307874"/>
                </a:cubicBezTo>
                <a:cubicBezTo>
                  <a:pt x="6571107" y="307874"/>
                  <a:pt x="6545563" y="283501"/>
                  <a:pt x="6521761" y="260869"/>
                </a:cubicBezTo>
                <a:cubicBezTo>
                  <a:pt x="6498539" y="238236"/>
                  <a:pt x="6477638" y="218505"/>
                  <a:pt x="6434098" y="218505"/>
                </a:cubicBezTo>
                <a:cubicBezTo>
                  <a:pt x="6391082" y="218505"/>
                  <a:pt x="6370156" y="238236"/>
                  <a:pt x="6346904" y="260869"/>
                </a:cubicBezTo>
                <a:cubicBezTo>
                  <a:pt x="6323072" y="283501"/>
                  <a:pt x="6297494" y="307874"/>
                  <a:pt x="6246341" y="307874"/>
                </a:cubicBezTo>
                <a:cubicBezTo>
                  <a:pt x="6195833" y="307874"/>
                  <a:pt x="6170289" y="283501"/>
                  <a:pt x="6146486" y="260869"/>
                </a:cubicBezTo>
                <a:cubicBezTo>
                  <a:pt x="6123265" y="238236"/>
                  <a:pt x="6102365" y="218505"/>
                  <a:pt x="6058824" y="218505"/>
                </a:cubicBezTo>
                <a:cubicBezTo>
                  <a:pt x="6015863" y="218505"/>
                  <a:pt x="5994964" y="238236"/>
                  <a:pt x="5971742" y="260869"/>
                </a:cubicBezTo>
                <a:cubicBezTo>
                  <a:pt x="5947940" y="283501"/>
                  <a:pt x="5922395" y="307874"/>
                  <a:pt x="5871307" y="307874"/>
                </a:cubicBezTo>
                <a:cubicBezTo>
                  <a:pt x="5820734" y="307874"/>
                  <a:pt x="5795157" y="283501"/>
                  <a:pt x="5771325" y="260869"/>
                </a:cubicBezTo>
                <a:cubicBezTo>
                  <a:pt x="5748073" y="238236"/>
                  <a:pt x="5727146" y="218505"/>
                  <a:pt x="5683550" y="218505"/>
                </a:cubicBezTo>
                <a:cubicBezTo>
                  <a:pt x="5640589" y="218505"/>
                  <a:pt x="5619689" y="238236"/>
                  <a:pt x="5596467" y="260869"/>
                </a:cubicBezTo>
                <a:cubicBezTo>
                  <a:pt x="5572665" y="283501"/>
                  <a:pt x="5547121" y="307874"/>
                  <a:pt x="5496033" y="307874"/>
                </a:cubicBezTo>
                <a:cubicBezTo>
                  <a:pt x="5445525" y="307874"/>
                  <a:pt x="5419981" y="283501"/>
                  <a:pt x="5396759" y="260869"/>
                </a:cubicBezTo>
                <a:cubicBezTo>
                  <a:pt x="5372957" y="238236"/>
                  <a:pt x="5352057" y="218505"/>
                  <a:pt x="5308516" y="218505"/>
                </a:cubicBezTo>
                <a:cubicBezTo>
                  <a:pt x="5265556" y="218505"/>
                  <a:pt x="5244656" y="238236"/>
                  <a:pt x="5221434" y="260869"/>
                </a:cubicBezTo>
                <a:cubicBezTo>
                  <a:pt x="5197632" y="283501"/>
                  <a:pt x="5172087" y="307874"/>
                  <a:pt x="5120999" y="307874"/>
                </a:cubicBezTo>
                <a:cubicBezTo>
                  <a:pt x="5070427" y="307874"/>
                  <a:pt x="5044851" y="283501"/>
                  <a:pt x="5021598" y="260869"/>
                </a:cubicBezTo>
                <a:cubicBezTo>
                  <a:pt x="4998347" y="238236"/>
                  <a:pt x="4976839" y="218505"/>
                  <a:pt x="4933242" y="218505"/>
                </a:cubicBezTo>
                <a:cubicBezTo>
                  <a:pt x="4890282" y="218505"/>
                  <a:pt x="4869382" y="238236"/>
                  <a:pt x="4846160" y="260869"/>
                </a:cubicBezTo>
                <a:cubicBezTo>
                  <a:pt x="4822357" y="283501"/>
                  <a:pt x="4796813" y="307874"/>
                  <a:pt x="4745726" y="307874"/>
                </a:cubicBezTo>
                <a:cubicBezTo>
                  <a:pt x="4695218" y="307874"/>
                  <a:pt x="4669674" y="283501"/>
                  <a:pt x="4646452" y="260869"/>
                </a:cubicBezTo>
                <a:cubicBezTo>
                  <a:pt x="4623230" y="238236"/>
                  <a:pt x="4601750" y="218505"/>
                  <a:pt x="4558209" y="218505"/>
                </a:cubicBezTo>
                <a:cubicBezTo>
                  <a:pt x="4515248" y="218505"/>
                  <a:pt x="4494348" y="238236"/>
                  <a:pt x="4471126" y="260869"/>
                </a:cubicBezTo>
                <a:cubicBezTo>
                  <a:pt x="4447324" y="283501"/>
                  <a:pt x="4421780" y="307874"/>
                  <a:pt x="4370692" y="307874"/>
                </a:cubicBezTo>
                <a:cubicBezTo>
                  <a:pt x="4320119" y="307874"/>
                  <a:pt x="4294543" y="283501"/>
                  <a:pt x="4271291" y="260869"/>
                </a:cubicBezTo>
                <a:cubicBezTo>
                  <a:pt x="4248039" y="238236"/>
                  <a:pt x="4226531" y="218505"/>
                  <a:pt x="4182934" y="218505"/>
                </a:cubicBezTo>
                <a:cubicBezTo>
                  <a:pt x="4140554" y="218505"/>
                  <a:pt x="4119074" y="238236"/>
                  <a:pt x="4095853" y="260869"/>
                </a:cubicBezTo>
                <a:cubicBezTo>
                  <a:pt x="4072050" y="283501"/>
                  <a:pt x="4046506" y="307874"/>
                  <a:pt x="3995418" y="307874"/>
                </a:cubicBezTo>
                <a:cubicBezTo>
                  <a:pt x="3944910" y="307874"/>
                  <a:pt x="3919366" y="283501"/>
                  <a:pt x="3896144" y="260869"/>
                </a:cubicBezTo>
                <a:cubicBezTo>
                  <a:pt x="3872922" y="238236"/>
                  <a:pt x="3851442" y="218505"/>
                  <a:pt x="3807901" y="218505"/>
                </a:cubicBezTo>
                <a:cubicBezTo>
                  <a:pt x="3765521" y="218505"/>
                  <a:pt x="3744041" y="238236"/>
                  <a:pt x="3720819" y="260869"/>
                </a:cubicBezTo>
                <a:cubicBezTo>
                  <a:pt x="3697597" y="283501"/>
                  <a:pt x="3671472" y="307874"/>
                  <a:pt x="3620384" y="307874"/>
                </a:cubicBezTo>
                <a:cubicBezTo>
                  <a:pt x="3570393" y="307874"/>
                  <a:pt x="3544235" y="283501"/>
                  <a:pt x="3520983" y="260869"/>
                </a:cubicBezTo>
                <a:cubicBezTo>
                  <a:pt x="3497731" y="238236"/>
                  <a:pt x="3476224" y="218505"/>
                  <a:pt x="3432627" y="218505"/>
                </a:cubicBezTo>
                <a:cubicBezTo>
                  <a:pt x="3390247" y="218505"/>
                  <a:pt x="3368766" y="238236"/>
                  <a:pt x="3345545" y="260869"/>
                </a:cubicBezTo>
                <a:cubicBezTo>
                  <a:pt x="3322323" y="283501"/>
                  <a:pt x="3296198" y="307874"/>
                  <a:pt x="3245110" y="307874"/>
                </a:cubicBezTo>
                <a:cubicBezTo>
                  <a:pt x="3195156" y="307874"/>
                  <a:pt x="3169018" y="283501"/>
                  <a:pt x="3145784" y="260869"/>
                </a:cubicBezTo>
                <a:cubicBezTo>
                  <a:pt x="3122549" y="238236"/>
                  <a:pt x="3101058" y="218505"/>
                  <a:pt x="3058075" y="218505"/>
                </a:cubicBezTo>
                <a:cubicBezTo>
                  <a:pt x="3015114" y="218505"/>
                  <a:pt x="2993634" y="238236"/>
                  <a:pt x="2970412" y="260869"/>
                </a:cubicBezTo>
                <a:cubicBezTo>
                  <a:pt x="2947190" y="283501"/>
                  <a:pt x="2921066" y="307874"/>
                  <a:pt x="2870558" y="307874"/>
                </a:cubicBezTo>
                <a:lnTo>
                  <a:pt x="2870035" y="307858"/>
                </a:lnTo>
                <a:lnTo>
                  <a:pt x="2870035" y="307874"/>
                </a:lnTo>
                <a:cubicBezTo>
                  <a:pt x="2819528" y="307874"/>
                  <a:pt x="2793984" y="283501"/>
                  <a:pt x="2770295" y="260869"/>
                </a:cubicBezTo>
                <a:cubicBezTo>
                  <a:pt x="2757595" y="248492"/>
                  <a:pt x="2745417" y="236982"/>
                  <a:pt x="2729961" y="229093"/>
                </a:cubicBezTo>
                <a:lnTo>
                  <a:pt x="2720488" y="224915"/>
                </a:lnTo>
                <a:lnTo>
                  <a:pt x="2719413" y="224555"/>
                </a:lnTo>
                <a:lnTo>
                  <a:pt x="2709759" y="221590"/>
                </a:lnTo>
                <a:lnTo>
                  <a:pt x="2707361" y="221135"/>
                </a:lnTo>
                <a:lnTo>
                  <a:pt x="2697781" y="219397"/>
                </a:lnTo>
                <a:lnTo>
                  <a:pt x="2682632" y="218505"/>
                </a:lnTo>
                <a:lnTo>
                  <a:pt x="2667488" y="219397"/>
                </a:lnTo>
                <a:cubicBezTo>
                  <a:pt x="2634340" y="223484"/>
                  <a:pt x="2615711" y="241065"/>
                  <a:pt x="2594857" y="260869"/>
                </a:cubicBezTo>
                <a:cubicBezTo>
                  <a:pt x="2573059" y="282086"/>
                  <a:pt x="2548706" y="304835"/>
                  <a:pt x="2504077" y="307595"/>
                </a:cubicBezTo>
                <a:lnTo>
                  <a:pt x="2494875" y="307874"/>
                </a:lnTo>
                <a:lnTo>
                  <a:pt x="2485692" y="307595"/>
                </a:lnTo>
                <a:cubicBezTo>
                  <a:pt x="2441181" y="304835"/>
                  <a:pt x="2417336" y="282086"/>
                  <a:pt x="2395021" y="260869"/>
                </a:cubicBezTo>
                <a:cubicBezTo>
                  <a:pt x="2374702" y="241065"/>
                  <a:pt x="2355716" y="223484"/>
                  <a:pt x="2322507" y="219397"/>
                </a:cubicBezTo>
                <a:lnTo>
                  <a:pt x="2307358" y="218505"/>
                </a:lnTo>
                <a:lnTo>
                  <a:pt x="2292234" y="219397"/>
                </a:lnTo>
                <a:cubicBezTo>
                  <a:pt x="2259128" y="223484"/>
                  <a:pt x="2240523" y="241065"/>
                  <a:pt x="2219696" y="260869"/>
                </a:cubicBezTo>
                <a:cubicBezTo>
                  <a:pt x="2197925" y="282086"/>
                  <a:pt x="2173604" y="304835"/>
                  <a:pt x="2129032" y="307595"/>
                </a:cubicBezTo>
                <a:lnTo>
                  <a:pt x="2119842" y="307874"/>
                </a:lnTo>
                <a:lnTo>
                  <a:pt x="2110659" y="307595"/>
                </a:lnTo>
                <a:cubicBezTo>
                  <a:pt x="2066149" y="304835"/>
                  <a:pt x="2042303" y="282086"/>
                  <a:pt x="2019988" y="260869"/>
                </a:cubicBezTo>
                <a:cubicBezTo>
                  <a:pt x="1999669" y="241065"/>
                  <a:pt x="1980683" y="223484"/>
                  <a:pt x="1947474" y="219397"/>
                </a:cubicBezTo>
                <a:lnTo>
                  <a:pt x="1932325" y="218505"/>
                </a:lnTo>
                <a:lnTo>
                  <a:pt x="1917182" y="219397"/>
                </a:lnTo>
                <a:cubicBezTo>
                  <a:pt x="1884042" y="223484"/>
                  <a:pt x="1865477" y="241065"/>
                  <a:pt x="1845131" y="260869"/>
                </a:cubicBezTo>
                <a:cubicBezTo>
                  <a:pt x="1822788" y="282086"/>
                  <a:pt x="1798401" y="304835"/>
                  <a:pt x="1753770" y="307595"/>
                </a:cubicBezTo>
                <a:lnTo>
                  <a:pt x="1744568" y="307874"/>
                </a:lnTo>
                <a:lnTo>
                  <a:pt x="1735385" y="307595"/>
                </a:lnTo>
                <a:cubicBezTo>
                  <a:pt x="1690875" y="304835"/>
                  <a:pt x="1667029" y="282086"/>
                  <a:pt x="1644714" y="260869"/>
                </a:cubicBezTo>
                <a:cubicBezTo>
                  <a:pt x="1624395" y="241065"/>
                  <a:pt x="1605409" y="223484"/>
                  <a:pt x="1572200" y="219397"/>
                </a:cubicBezTo>
                <a:lnTo>
                  <a:pt x="1557052" y="218505"/>
                </a:lnTo>
                <a:lnTo>
                  <a:pt x="1541928" y="219397"/>
                </a:lnTo>
                <a:cubicBezTo>
                  <a:pt x="1508830" y="223484"/>
                  <a:pt x="1490289" y="241065"/>
                  <a:pt x="1469969" y="260869"/>
                </a:cubicBezTo>
                <a:cubicBezTo>
                  <a:pt x="1447655" y="282086"/>
                  <a:pt x="1423299" y="304835"/>
                  <a:pt x="1378725" y="307595"/>
                </a:cubicBezTo>
                <a:lnTo>
                  <a:pt x="1369535" y="307874"/>
                </a:lnTo>
                <a:lnTo>
                  <a:pt x="1360352" y="307595"/>
                </a:lnTo>
                <a:cubicBezTo>
                  <a:pt x="1315841" y="304835"/>
                  <a:pt x="1291996" y="282086"/>
                  <a:pt x="1269681" y="260869"/>
                </a:cubicBezTo>
                <a:cubicBezTo>
                  <a:pt x="1249362" y="241065"/>
                  <a:pt x="1230821" y="223484"/>
                  <a:pt x="1197334" y="219397"/>
                </a:cubicBezTo>
                <a:lnTo>
                  <a:pt x="1182019" y="218505"/>
                </a:lnTo>
                <a:lnTo>
                  <a:pt x="1166875" y="219397"/>
                </a:lnTo>
                <a:cubicBezTo>
                  <a:pt x="1133735" y="223484"/>
                  <a:pt x="1115170" y="241065"/>
                  <a:pt x="1094825" y="260869"/>
                </a:cubicBezTo>
                <a:cubicBezTo>
                  <a:pt x="1072481" y="282086"/>
                  <a:pt x="1048605" y="304835"/>
                  <a:pt x="1003558" y="307595"/>
                </a:cubicBezTo>
                <a:lnTo>
                  <a:pt x="994261" y="307874"/>
                </a:lnTo>
                <a:lnTo>
                  <a:pt x="985078" y="307595"/>
                </a:lnTo>
                <a:cubicBezTo>
                  <a:pt x="940568" y="304835"/>
                  <a:pt x="916722" y="282086"/>
                  <a:pt x="894407" y="260869"/>
                </a:cubicBezTo>
                <a:cubicBezTo>
                  <a:pt x="874088" y="241065"/>
                  <a:pt x="855547" y="223484"/>
                  <a:pt x="822060" y="219397"/>
                </a:cubicBezTo>
                <a:lnTo>
                  <a:pt x="806745" y="218505"/>
                </a:lnTo>
                <a:lnTo>
                  <a:pt x="791621" y="219397"/>
                </a:lnTo>
                <a:cubicBezTo>
                  <a:pt x="758523" y="223484"/>
                  <a:pt x="739982" y="241065"/>
                  <a:pt x="719663" y="260869"/>
                </a:cubicBezTo>
                <a:cubicBezTo>
                  <a:pt x="697348" y="282086"/>
                  <a:pt x="673502" y="304835"/>
                  <a:pt x="628514" y="307595"/>
                </a:cubicBezTo>
                <a:lnTo>
                  <a:pt x="619228" y="307874"/>
                </a:lnTo>
                <a:lnTo>
                  <a:pt x="610045" y="307595"/>
                </a:lnTo>
                <a:cubicBezTo>
                  <a:pt x="565534" y="304835"/>
                  <a:pt x="541689" y="282086"/>
                  <a:pt x="519374" y="260869"/>
                </a:cubicBezTo>
                <a:cubicBezTo>
                  <a:pt x="499055" y="241065"/>
                  <a:pt x="480514" y="223484"/>
                  <a:pt x="447027" y="219397"/>
                </a:cubicBezTo>
                <a:lnTo>
                  <a:pt x="431711" y="218505"/>
                </a:lnTo>
                <a:lnTo>
                  <a:pt x="416568" y="219397"/>
                </a:lnTo>
                <a:cubicBezTo>
                  <a:pt x="383428" y="223484"/>
                  <a:pt x="364863" y="241065"/>
                  <a:pt x="344518" y="260869"/>
                </a:cubicBezTo>
                <a:cubicBezTo>
                  <a:pt x="322174" y="282086"/>
                  <a:pt x="298298" y="304835"/>
                  <a:pt x="253252" y="307595"/>
                </a:cubicBezTo>
                <a:lnTo>
                  <a:pt x="243954" y="307874"/>
                </a:lnTo>
                <a:lnTo>
                  <a:pt x="234771" y="307595"/>
                </a:lnTo>
                <a:cubicBezTo>
                  <a:pt x="190260" y="304835"/>
                  <a:pt x="166415" y="282086"/>
                  <a:pt x="144100" y="260869"/>
                </a:cubicBezTo>
                <a:cubicBezTo>
                  <a:pt x="123781" y="241065"/>
                  <a:pt x="105240" y="223484"/>
                  <a:pt x="71753" y="219397"/>
                </a:cubicBezTo>
                <a:lnTo>
                  <a:pt x="56438" y="218505"/>
                </a:lnTo>
                <a:lnTo>
                  <a:pt x="41314" y="219397"/>
                </a:lnTo>
                <a:cubicBezTo>
                  <a:pt x="24765" y="221441"/>
                  <a:pt x="11855" y="226858"/>
                  <a:pt x="543" y="234239"/>
                </a:cubicBezTo>
                <a:lnTo>
                  <a:pt x="0" y="234702"/>
                </a:lnTo>
                <a:lnTo>
                  <a:pt x="0" y="214491"/>
                </a:lnTo>
                <a:lnTo>
                  <a:pt x="17447" y="206385"/>
                </a:lnTo>
                <a:cubicBezTo>
                  <a:pt x="26291" y="203487"/>
                  <a:pt x="36127" y="201507"/>
                  <a:pt x="47254" y="200801"/>
                </a:cubicBezTo>
                <a:close/>
                <a:moveTo>
                  <a:pt x="56431" y="99897"/>
                </a:moveTo>
                <a:lnTo>
                  <a:pt x="56432" y="99897"/>
                </a:lnTo>
                <a:lnTo>
                  <a:pt x="65717" y="100177"/>
                </a:lnTo>
                <a:cubicBezTo>
                  <a:pt x="110706" y="102943"/>
                  <a:pt x="134551" y="125742"/>
                  <a:pt x="156866" y="147008"/>
                </a:cubicBezTo>
                <a:cubicBezTo>
                  <a:pt x="177185" y="166856"/>
                  <a:pt x="195726" y="184477"/>
                  <a:pt x="228825" y="188572"/>
                </a:cubicBezTo>
                <a:lnTo>
                  <a:pt x="243948" y="189466"/>
                </a:lnTo>
                <a:lnTo>
                  <a:pt x="259283" y="188572"/>
                </a:lnTo>
                <a:cubicBezTo>
                  <a:pt x="292813" y="184477"/>
                  <a:pt x="311378" y="166856"/>
                  <a:pt x="331723" y="147008"/>
                </a:cubicBezTo>
                <a:cubicBezTo>
                  <a:pt x="354066" y="126288"/>
                  <a:pt x="377943" y="103012"/>
                  <a:pt x="422510" y="100183"/>
                </a:cubicBezTo>
                <a:lnTo>
                  <a:pt x="431705" y="99897"/>
                </a:lnTo>
                <a:lnTo>
                  <a:pt x="431706" y="99897"/>
                </a:lnTo>
                <a:lnTo>
                  <a:pt x="440991" y="100177"/>
                </a:lnTo>
                <a:cubicBezTo>
                  <a:pt x="485980" y="102943"/>
                  <a:pt x="509826" y="125742"/>
                  <a:pt x="532140" y="147008"/>
                </a:cubicBezTo>
                <a:cubicBezTo>
                  <a:pt x="552459" y="166856"/>
                  <a:pt x="571000" y="184477"/>
                  <a:pt x="604098" y="188572"/>
                </a:cubicBezTo>
                <a:lnTo>
                  <a:pt x="619222" y="189466"/>
                </a:lnTo>
                <a:lnTo>
                  <a:pt x="634537" y="188572"/>
                </a:lnTo>
                <a:cubicBezTo>
                  <a:pt x="668024" y="184477"/>
                  <a:pt x="686566" y="166856"/>
                  <a:pt x="706885" y="147008"/>
                </a:cubicBezTo>
                <a:cubicBezTo>
                  <a:pt x="729199" y="126288"/>
                  <a:pt x="753045" y="103012"/>
                  <a:pt x="797555" y="100183"/>
                </a:cubicBezTo>
                <a:lnTo>
                  <a:pt x="806739" y="99897"/>
                </a:lnTo>
                <a:lnTo>
                  <a:pt x="816024" y="100177"/>
                </a:lnTo>
                <a:cubicBezTo>
                  <a:pt x="861013" y="102943"/>
                  <a:pt x="884858" y="125742"/>
                  <a:pt x="907173" y="147008"/>
                </a:cubicBezTo>
                <a:cubicBezTo>
                  <a:pt x="927493" y="166856"/>
                  <a:pt x="946034" y="184477"/>
                  <a:pt x="979132" y="188572"/>
                </a:cubicBezTo>
                <a:lnTo>
                  <a:pt x="994255" y="189466"/>
                </a:lnTo>
                <a:lnTo>
                  <a:pt x="1009590" y="188572"/>
                </a:lnTo>
                <a:cubicBezTo>
                  <a:pt x="1043120" y="184477"/>
                  <a:pt x="1061685" y="166856"/>
                  <a:pt x="1082030" y="147008"/>
                </a:cubicBezTo>
                <a:cubicBezTo>
                  <a:pt x="1104374" y="126288"/>
                  <a:pt x="1128250" y="103012"/>
                  <a:pt x="1172817" y="100183"/>
                </a:cubicBezTo>
                <a:lnTo>
                  <a:pt x="1182013" y="99897"/>
                </a:lnTo>
                <a:lnTo>
                  <a:pt x="1191298" y="100177"/>
                </a:lnTo>
                <a:cubicBezTo>
                  <a:pt x="1236287" y="102943"/>
                  <a:pt x="1260132" y="125742"/>
                  <a:pt x="1282447" y="147008"/>
                </a:cubicBezTo>
                <a:cubicBezTo>
                  <a:pt x="1302766" y="166856"/>
                  <a:pt x="1321307" y="184477"/>
                  <a:pt x="1354405" y="188572"/>
                </a:cubicBezTo>
                <a:lnTo>
                  <a:pt x="1369529" y="189466"/>
                </a:lnTo>
                <a:lnTo>
                  <a:pt x="1384677" y="188572"/>
                </a:lnTo>
                <a:cubicBezTo>
                  <a:pt x="1417887" y="184477"/>
                  <a:pt x="1436873" y="166856"/>
                  <a:pt x="1457192" y="147008"/>
                </a:cubicBezTo>
                <a:cubicBezTo>
                  <a:pt x="1479506" y="126288"/>
                  <a:pt x="1503352" y="103012"/>
                  <a:pt x="1547862" y="100183"/>
                </a:cubicBezTo>
                <a:lnTo>
                  <a:pt x="1557046" y="99897"/>
                </a:lnTo>
                <a:lnTo>
                  <a:pt x="1566236" y="100177"/>
                </a:lnTo>
                <a:cubicBezTo>
                  <a:pt x="1610810" y="102943"/>
                  <a:pt x="1635165" y="125742"/>
                  <a:pt x="1657480" y="147008"/>
                </a:cubicBezTo>
                <a:cubicBezTo>
                  <a:pt x="1677799" y="166856"/>
                  <a:pt x="1696340" y="184477"/>
                  <a:pt x="1729439" y="188572"/>
                </a:cubicBezTo>
                <a:lnTo>
                  <a:pt x="1744562" y="189466"/>
                </a:lnTo>
                <a:lnTo>
                  <a:pt x="1759730" y="188572"/>
                </a:lnTo>
                <a:cubicBezTo>
                  <a:pt x="1792982" y="184477"/>
                  <a:pt x="1811992" y="166856"/>
                  <a:pt x="1832337" y="147008"/>
                </a:cubicBezTo>
                <a:cubicBezTo>
                  <a:pt x="1854680" y="126288"/>
                  <a:pt x="1878557" y="103012"/>
                  <a:pt x="1923125" y="100183"/>
                </a:cubicBezTo>
                <a:lnTo>
                  <a:pt x="1932319" y="99897"/>
                </a:lnTo>
                <a:lnTo>
                  <a:pt x="1941509" y="100177"/>
                </a:lnTo>
                <a:cubicBezTo>
                  <a:pt x="1986084" y="102943"/>
                  <a:pt x="2010440" y="125742"/>
                  <a:pt x="2032754" y="147008"/>
                </a:cubicBezTo>
                <a:cubicBezTo>
                  <a:pt x="2053073" y="166856"/>
                  <a:pt x="2071614" y="184477"/>
                  <a:pt x="2104713" y="188572"/>
                </a:cubicBezTo>
                <a:lnTo>
                  <a:pt x="2119836" y="189466"/>
                </a:lnTo>
                <a:lnTo>
                  <a:pt x="2134984" y="188572"/>
                </a:lnTo>
                <a:cubicBezTo>
                  <a:pt x="2168194" y="184477"/>
                  <a:pt x="2187180" y="166856"/>
                  <a:pt x="2207498" y="147008"/>
                </a:cubicBezTo>
                <a:cubicBezTo>
                  <a:pt x="2229813" y="126288"/>
                  <a:pt x="2253659" y="103012"/>
                  <a:pt x="2298170" y="100183"/>
                </a:cubicBezTo>
                <a:lnTo>
                  <a:pt x="2307353" y="99897"/>
                </a:lnTo>
                <a:lnTo>
                  <a:pt x="2316542" y="100177"/>
                </a:lnTo>
                <a:cubicBezTo>
                  <a:pt x="2361115" y="102943"/>
                  <a:pt x="2385436" y="125742"/>
                  <a:pt x="2407207" y="147008"/>
                </a:cubicBezTo>
                <a:cubicBezTo>
                  <a:pt x="2428034" y="166856"/>
                  <a:pt x="2446639" y="184477"/>
                  <a:pt x="2479745" y="188572"/>
                </a:cubicBezTo>
                <a:lnTo>
                  <a:pt x="2494869" y="189466"/>
                </a:lnTo>
                <a:lnTo>
                  <a:pt x="2510037" y="188572"/>
                </a:lnTo>
                <a:cubicBezTo>
                  <a:pt x="2543289" y="184477"/>
                  <a:pt x="2562299" y="166856"/>
                  <a:pt x="2582644" y="147008"/>
                </a:cubicBezTo>
                <a:cubicBezTo>
                  <a:pt x="2604988" y="126288"/>
                  <a:pt x="2628864" y="103012"/>
                  <a:pt x="2673432" y="100183"/>
                </a:cubicBezTo>
                <a:lnTo>
                  <a:pt x="2682626" y="99897"/>
                </a:lnTo>
                <a:lnTo>
                  <a:pt x="2683053" y="99910"/>
                </a:lnTo>
                <a:lnTo>
                  <a:pt x="2683053" y="99897"/>
                </a:lnTo>
                <a:cubicBezTo>
                  <a:pt x="2689367" y="99897"/>
                  <a:pt x="2695299" y="100278"/>
                  <a:pt x="2700892" y="100991"/>
                </a:cubicBezTo>
                <a:lnTo>
                  <a:pt x="2705005" y="101791"/>
                </a:lnTo>
                <a:lnTo>
                  <a:pt x="2707616" y="102111"/>
                </a:lnTo>
                <a:lnTo>
                  <a:pt x="2710890" y="102937"/>
                </a:lnTo>
                <a:lnTo>
                  <a:pt x="2716698" y="104068"/>
                </a:lnTo>
                <a:lnTo>
                  <a:pt x="2720557" y="105377"/>
                </a:lnTo>
                <a:lnTo>
                  <a:pt x="2721723" y="105671"/>
                </a:lnTo>
                <a:lnTo>
                  <a:pt x="2723677" y="106434"/>
                </a:lnTo>
                <a:lnTo>
                  <a:pt x="2730720" y="108822"/>
                </a:lnTo>
                <a:cubicBezTo>
                  <a:pt x="2752746" y="117972"/>
                  <a:pt x="2768393" y="132831"/>
                  <a:pt x="2782896" y="147008"/>
                </a:cubicBezTo>
                <a:cubicBezTo>
                  <a:pt x="2806117" y="169691"/>
                  <a:pt x="2827597" y="189466"/>
                  <a:pt x="2870558" y="189466"/>
                </a:cubicBezTo>
                <a:cubicBezTo>
                  <a:pt x="2913518" y="189466"/>
                  <a:pt x="2934999" y="169691"/>
                  <a:pt x="2958221" y="147008"/>
                </a:cubicBezTo>
                <a:cubicBezTo>
                  <a:pt x="2982023" y="124906"/>
                  <a:pt x="3007567" y="99897"/>
                  <a:pt x="3058075" y="99897"/>
                </a:cubicBezTo>
                <a:cubicBezTo>
                  <a:pt x="3108609" y="99897"/>
                  <a:pt x="3134747" y="124325"/>
                  <a:pt x="3157982" y="147008"/>
                </a:cubicBezTo>
                <a:cubicBezTo>
                  <a:pt x="3181216" y="169691"/>
                  <a:pt x="3202708" y="189466"/>
                  <a:pt x="3245110" y="189466"/>
                </a:cubicBezTo>
                <a:cubicBezTo>
                  <a:pt x="3288651" y="189466"/>
                  <a:pt x="3310131" y="169691"/>
                  <a:pt x="3333353" y="147008"/>
                </a:cubicBezTo>
                <a:cubicBezTo>
                  <a:pt x="3356575" y="124906"/>
                  <a:pt x="3382700" y="99897"/>
                  <a:pt x="3432627" y="99897"/>
                </a:cubicBezTo>
                <a:cubicBezTo>
                  <a:pt x="3483780" y="99897"/>
                  <a:pt x="3509938" y="124325"/>
                  <a:pt x="3533191" y="147008"/>
                </a:cubicBezTo>
                <a:cubicBezTo>
                  <a:pt x="3556442" y="169691"/>
                  <a:pt x="3577950" y="189466"/>
                  <a:pt x="3620384" y="189466"/>
                </a:cubicBezTo>
                <a:cubicBezTo>
                  <a:pt x="3663926" y="189466"/>
                  <a:pt x="3685405" y="169691"/>
                  <a:pt x="3708627" y="147008"/>
                </a:cubicBezTo>
                <a:cubicBezTo>
                  <a:pt x="3731849" y="124906"/>
                  <a:pt x="3757393" y="99897"/>
                  <a:pt x="3807901" y="99897"/>
                </a:cubicBezTo>
                <a:cubicBezTo>
                  <a:pt x="3858989" y="99897"/>
                  <a:pt x="3884533" y="124325"/>
                  <a:pt x="3908336" y="147008"/>
                </a:cubicBezTo>
                <a:cubicBezTo>
                  <a:pt x="3931558" y="169691"/>
                  <a:pt x="3953038" y="189466"/>
                  <a:pt x="3995418" y="189466"/>
                </a:cubicBezTo>
                <a:cubicBezTo>
                  <a:pt x="4038959" y="189466"/>
                  <a:pt x="4060439" y="169691"/>
                  <a:pt x="4083661" y="147008"/>
                </a:cubicBezTo>
                <a:cubicBezTo>
                  <a:pt x="4106883" y="124906"/>
                  <a:pt x="4132427" y="99897"/>
                  <a:pt x="4182934" y="99897"/>
                </a:cubicBezTo>
                <a:cubicBezTo>
                  <a:pt x="4234088" y="99897"/>
                  <a:pt x="4259665" y="124325"/>
                  <a:pt x="4283498" y="147008"/>
                </a:cubicBezTo>
                <a:cubicBezTo>
                  <a:pt x="4306750" y="169691"/>
                  <a:pt x="4328258" y="189466"/>
                  <a:pt x="4370692" y="189466"/>
                </a:cubicBezTo>
                <a:cubicBezTo>
                  <a:pt x="4414233" y="189466"/>
                  <a:pt x="4435713" y="169691"/>
                  <a:pt x="4458935" y="147008"/>
                </a:cubicBezTo>
                <a:cubicBezTo>
                  <a:pt x="4482157" y="124906"/>
                  <a:pt x="4507701" y="99897"/>
                  <a:pt x="4558209" y="99897"/>
                </a:cubicBezTo>
                <a:cubicBezTo>
                  <a:pt x="4609296" y="99897"/>
                  <a:pt x="4634841" y="124325"/>
                  <a:pt x="4658643" y="147008"/>
                </a:cubicBezTo>
                <a:cubicBezTo>
                  <a:pt x="4681865" y="169691"/>
                  <a:pt x="4702765" y="189466"/>
                  <a:pt x="4745726" y="189466"/>
                </a:cubicBezTo>
                <a:cubicBezTo>
                  <a:pt x="4789266" y="189466"/>
                  <a:pt x="4810747" y="169691"/>
                  <a:pt x="4833969" y="147008"/>
                </a:cubicBezTo>
                <a:cubicBezTo>
                  <a:pt x="4857191" y="124906"/>
                  <a:pt x="4882735" y="99897"/>
                  <a:pt x="4933242" y="99897"/>
                </a:cubicBezTo>
                <a:cubicBezTo>
                  <a:pt x="4984396" y="99897"/>
                  <a:pt x="5009973" y="124325"/>
                  <a:pt x="5033805" y="147008"/>
                </a:cubicBezTo>
                <a:cubicBezTo>
                  <a:pt x="5057058" y="169691"/>
                  <a:pt x="5077984" y="189466"/>
                  <a:pt x="5120999" y="189466"/>
                </a:cubicBezTo>
                <a:cubicBezTo>
                  <a:pt x="5164540" y="189466"/>
                  <a:pt x="5185440" y="169691"/>
                  <a:pt x="5209242" y="147008"/>
                </a:cubicBezTo>
                <a:cubicBezTo>
                  <a:pt x="5232464" y="124906"/>
                  <a:pt x="5258008" y="99897"/>
                  <a:pt x="5308516" y="99897"/>
                </a:cubicBezTo>
                <a:cubicBezTo>
                  <a:pt x="5359604" y="99897"/>
                  <a:pt x="5385148" y="124325"/>
                  <a:pt x="5408950" y="147008"/>
                </a:cubicBezTo>
                <a:cubicBezTo>
                  <a:pt x="5432172" y="169691"/>
                  <a:pt x="5453072" y="189466"/>
                  <a:pt x="5496033" y="189466"/>
                </a:cubicBezTo>
                <a:cubicBezTo>
                  <a:pt x="5539574" y="189466"/>
                  <a:pt x="5560473" y="169691"/>
                  <a:pt x="5584276" y="147008"/>
                </a:cubicBezTo>
                <a:cubicBezTo>
                  <a:pt x="5607498" y="124906"/>
                  <a:pt x="5633042" y="99897"/>
                  <a:pt x="5683550" y="99897"/>
                </a:cubicBezTo>
                <a:cubicBezTo>
                  <a:pt x="5734703" y="99897"/>
                  <a:pt x="5760280" y="124325"/>
                  <a:pt x="5784113" y="147008"/>
                </a:cubicBezTo>
                <a:cubicBezTo>
                  <a:pt x="5807364" y="169691"/>
                  <a:pt x="5828292" y="189466"/>
                  <a:pt x="5871307" y="189466"/>
                </a:cubicBezTo>
                <a:cubicBezTo>
                  <a:pt x="5914848" y="189466"/>
                  <a:pt x="5935748" y="169691"/>
                  <a:pt x="5958970" y="147008"/>
                </a:cubicBezTo>
                <a:cubicBezTo>
                  <a:pt x="5982772" y="124906"/>
                  <a:pt x="6008316" y="99897"/>
                  <a:pt x="6058824" y="99897"/>
                </a:cubicBezTo>
                <a:cubicBezTo>
                  <a:pt x="6109912" y="99897"/>
                  <a:pt x="6135456" y="124325"/>
                  <a:pt x="6159258" y="147008"/>
                </a:cubicBezTo>
                <a:cubicBezTo>
                  <a:pt x="6182480" y="169691"/>
                  <a:pt x="6203380" y="189466"/>
                  <a:pt x="6246341" y="189466"/>
                </a:cubicBezTo>
                <a:cubicBezTo>
                  <a:pt x="6289937" y="189466"/>
                  <a:pt x="6310864" y="169691"/>
                  <a:pt x="6334116" y="147008"/>
                </a:cubicBezTo>
                <a:cubicBezTo>
                  <a:pt x="6357949" y="124906"/>
                  <a:pt x="6383525" y="99897"/>
                  <a:pt x="6434098" y="99897"/>
                </a:cubicBezTo>
                <a:cubicBezTo>
                  <a:pt x="6485186" y="99897"/>
                  <a:pt x="6510730" y="124325"/>
                  <a:pt x="6534533" y="147008"/>
                </a:cubicBezTo>
                <a:cubicBezTo>
                  <a:pt x="6557755" y="169691"/>
                  <a:pt x="6578654" y="189466"/>
                  <a:pt x="6621614" y="189466"/>
                </a:cubicBezTo>
                <a:cubicBezTo>
                  <a:pt x="6665155" y="189466"/>
                  <a:pt x="6686056" y="169691"/>
                  <a:pt x="6709278" y="147008"/>
                </a:cubicBezTo>
                <a:cubicBezTo>
                  <a:pt x="6733080" y="124906"/>
                  <a:pt x="6758624" y="99897"/>
                  <a:pt x="6809131" y="99897"/>
                </a:cubicBezTo>
                <a:cubicBezTo>
                  <a:pt x="6860219" y="99897"/>
                  <a:pt x="6885763" y="124325"/>
                  <a:pt x="6909565" y="147008"/>
                </a:cubicBezTo>
                <a:cubicBezTo>
                  <a:pt x="6932788" y="169691"/>
                  <a:pt x="6953688" y="189466"/>
                  <a:pt x="6996648" y="189466"/>
                </a:cubicBezTo>
                <a:cubicBezTo>
                  <a:pt x="7040245" y="189466"/>
                  <a:pt x="7061172" y="169691"/>
                  <a:pt x="7084424" y="147008"/>
                </a:cubicBezTo>
                <a:cubicBezTo>
                  <a:pt x="7108257" y="124906"/>
                  <a:pt x="7133833" y="99897"/>
                  <a:pt x="7184405" y="99897"/>
                </a:cubicBezTo>
                <a:cubicBezTo>
                  <a:pt x="7235494" y="99897"/>
                  <a:pt x="7261038" y="124325"/>
                  <a:pt x="7284840" y="147008"/>
                </a:cubicBezTo>
                <a:cubicBezTo>
                  <a:pt x="7308063" y="169691"/>
                  <a:pt x="7328962" y="189466"/>
                  <a:pt x="7371922" y="189466"/>
                </a:cubicBezTo>
                <a:cubicBezTo>
                  <a:pt x="7414883" y="189466"/>
                  <a:pt x="7436363" y="169691"/>
                  <a:pt x="7459586" y="147008"/>
                </a:cubicBezTo>
                <a:cubicBezTo>
                  <a:pt x="7483388" y="124906"/>
                  <a:pt x="7508932" y="99897"/>
                  <a:pt x="7559439" y="99897"/>
                </a:cubicBezTo>
                <a:cubicBezTo>
                  <a:pt x="7609947" y="99897"/>
                  <a:pt x="7636071" y="124325"/>
                  <a:pt x="7659873" y="147008"/>
                </a:cubicBezTo>
                <a:cubicBezTo>
                  <a:pt x="7683096" y="169691"/>
                  <a:pt x="7703996" y="189466"/>
                  <a:pt x="7746956" y="189466"/>
                </a:cubicBezTo>
                <a:cubicBezTo>
                  <a:pt x="7789972" y="189466"/>
                  <a:pt x="7811479" y="169691"/>
                  <a:pt x="7834731" y="147008"/>
                </a:cubicBezTo>
                <a:cubicBezTo>
                  <a:pt x="7858565" y="124906"/>
                  <a:pt x="7884141" y="99897"/>
                  <a:pt x="7934713" y="99897"/>
                </a:cubicBezTo>
                <a:cubicBezTo>
                  <a:pt x="7985221" y="99897"/>
                  <a:pt x="8011346" y="124325"/>
                  <a:pt x="8035148" y="147008"/>
                </a:cubicBezTo>
                <a:cubicBezTo>
                  <a:pt x="8058371" y="169691"/>
                  <a:pt x="8079270" y="189466"/>
                  <a:pt x="8122230" y="189466"/>
                </a:cubicBezTo>
                <a:cubicBezTo>
                  <a:pt x="8165191" y="189466"/>
                  <a:pt x="8186671" y="169691"/>
                  <a:pt x="8209893" y="147008"/>
                </a:cubicBezTo>
                <a:cubicBezTo>
                  <a:pt x="8233696" y="124906"/>
                  <a:pt x="8259240" y="99897"/>
                  <a:pt x="8309747" y="99897"/>
                </a:cubicBezTo>
                <a:cubicBezTo>
                  <a:pt x="8360255" y="99897"/>
                  <a:pt x="8386379" y="124325"/>
                  <a:pt x="8409601" y="147008"/>
                </a:cubicBezTo>
                <a:cubicBezTo>
                  <a:pt x="8433403" y="169691"/>
                  <a:pt x="8454304" y="189466"/>
                  <a:pt x="8497264" y="189466"/>
                </a:cubicBezTo>
                <a:cubicBezTo>
                  <a:pt x="8540280" y="189466"/>
                  <a:pt x="8561787" y="169691"/>
                  <a:pt x="8585039" y="147008"/>
                </a:cubicBezTo>
                <a:cubicBezTo>
                  <a:pt x="8608873" y="124906"/>
                  <a:pt x="8634449" y="99897"/>
                  <a:pt x="8685021" y="99897"/>
                </a:cubicBezTo>
                <a:cubicBezTo>
                  <a:pt x="8735528" y="99897"/>
                  <a:pt x="8761654" y="124325"/>
                  <a:pt x="8784875" y="147008"/>
                </a:cubicBezTo>
                <a:cubicBezTo>
                  <a:pt x="8808678" y="169691"/>
                  <a:pt x="8829577" y="189466"/>
                  <a:pt x="8872538" y="189466"/>
                </a:cubicBezTo>
                <a:lnTo>
                  <a:pt x="8872538" y="207496"/>
                </a:lnTo>
                <a:cubicBezTo>
                  <a:pt x="8822030" y="207496"/>
                  <a:pt x="8796487" y="183068"/>
                  <a:pt x="8772684" y="160385"/>
                </a:cubicBezTo>
                <a:cubicBezTo>
                  <a:pt x="8749462" y="137702"/>
                  <a:pt x="8727981" y="117927"/>
                  <a:pt x="8685021" y="117927"/>
                </a:cubicBezTo>
                <a:cubicBezTo>
                  <a:pt x="8642005" y="117927"/>
                  <a:pt x="8621079" y="137702"/>
                  <a:pt x="8597246" y="160385"/>
                </a:cubicBezTo>
                <a:cubicBezTo>
                  <a:pt x="8573994" y="183068"/>
                  <a:pt x="8547836" y="207496"/>
                  <a:pt x="8497264" y="207496"/>
                </a:cubicBezTo>
                <a:cubicBezTo>
                  <a:pt x="8446757" y="207496"/>
                  <a:pt x="8421213" y="183068"/>
                  <a:pt x="8397409" y="160385"/>
                </a:cubicBezTo>
                <a:cubicBezTo>
                  <a:pt x="8374187" y="137702"/>
                  <a:pt x="8352708" y="117927"/>
                  <a:pt x="8309747" y="117927"/>
                </a:cubicBezTo>
                <a:cubicBezTo>
                  <a:pt x="8266787" y="117927"/>
                  <a:pt x="8245886" y="137702"/>
                  <a:pt x="8222084" y="160385"/>
                </a:cubicBezTo>
                <a:cubicBezTo>
                  <a:pt x="8198862" y="183068"/>
                  <a:pt x="8172738" y="207496"/>
                  <a:pt x="8122230" y="207496"/>
                </a:cubicBezTo>
                <a:cubicBezTo>
                  <a:pt x="8071723" y="207496"/>
                  <a:pt x="8046179" y="183068"/>
                  <a:pt x="8022377" y="160385"/>
                </a:cubicBezTo>
                <a:cubicBezTo>
                  <a:pt x="7999154" y="137702"/>
                  <a:pt x="7977674" y="117927"/>
                  <a:pt x="7934713" y="117927"/>
                </a:cubicBezTo>
                <a:cubicBezTo>
                  <a:pt x="7891697" y="117927"/>
                  <a:pt x="7870771" y="137702"/>
                  <a:pt x="7847519" y="160385"/>
                </a:cubicBezTo>
                <a:cubicBezTo>
                  <a:pt x="7823687" y="183068"/>
                  <a:pt x="7797528" y="207496"/>
                  <a:pt x="7746956" y="207496"/>
                </a:cubicBezTo>
                <a:cubicBezTo>
                  <a:pt x="7696449" y="207496"/>
                  <a:pt x="7670905" y="183068"/>
                  <a:pt x="7647102" y="160385"/>
                </a:cubicBezTo>
                <a:cubicBezTo>
                  <a:pt x="7623879" y="137702"/>
                  <a:pt x="7602400" y="117927"/>
                  <a:pt x="7559439" y="117927"/>
                </a:cubicBezTo>
                <a:cubicBezTo>
                  <a:pt x="7516479" y="117927"/>
                  <a:pt x="7495580" y="137702"/>
                  <a:pt x="7472357" y="160385"/>
                </a:cubicBezTo>
                <a:cubicBezTo>
                  <a:pt x="7448554" y="183068"/>
                  <a:pt x="7422430" y="207496"/>
                  <a:pt x="7371922" y="207496"/>
                </a:cubicBezTo>
                <a:cubicBezTo>
                  <a:pt x="7321415" y="207496"/>
                  <a:pt x="7295871" y="183068"/>
                  <a:pt x="7272069" y="160385"/>
                </a:cubicBezTo>
                <a:cubicBezTo>
                  <a:pt x="7248846" y="137702"/>
                  <a:pt x="7227946" y="117927"/>
                  <a:pt x="7184405" y="117927"/>
                </a:cubicBezTo>
                <a:cubicBezTo>
                  <a:pt x="7141390" y="117927"/>
                  <a:pt x="7120463" y="137702"/>
                  <a:pt x="7097212" y="160385"/>
                </a:cubicBezTo>
                <a:cubicBezTo>
                  <a:pt x="7073379" y="183068"/>
                  <a:pt x="7047802" y="207496"/>
                  <a:pt x="6996648" y="207496"/>
                </a:cubicBezTo>
                <a:cubicBezTo>
                  <a:pt x="6946141" y="207496"/>
                  <a:pt x="6920597" y="183068"/>
                  <a:pt x="6896794" y="160385"/>
                </a:cubicBezTo>
                <a:cubicBezTo>
                  <a:pt x="6873571" y="137702"/>
                  <a:pt x="6852672" y="117927"/>
                  <a:pt x="6809131" y="117927"/>
                </a:cubicBezTo>
                <a:cubicBezTo>
                  <a:pt x="6766171" y="117927"/>
                  <a:pt x="6745272" y="137702"/>
                  <a:pt x="6722050" y="160385"/>
                </a:cubicBezTo>
                <a:cubicBezTo>
                  <a:pt x="6698246" y="183068"/>
                  <a:pt x="6672702" y="207496"/>
                  <a:pt x="6621614" y="207496"/>
                </a:cubicBezTo>
                <a:cubicBezTo>
                  <a:pt x="6571107" y="207496"/>
                  <a:pt x="6545563" y="183068"/>
                  <a:pt x="6521761" y="160385"/>
                </a:cubicBezTo>
                <a:cubicBezTo>
                  <a:pt x="6498539" y="137702"/>
                  <a:pt x="6477638" y="117927"/>
                  <a:pt x="6434098" y="117927"/>
                </a:cubicBezTo>
                <a:cubicBezTo>
                  <a:pt x="6391082" y="117927"/>
                  <a:pt x="6370156" y="137702"/>
                  <a:pt x="6346904" y="160385"/>
                </a:cubicBezTo>
                <a:cubicBezTo>
                  <a:pt x="6323072" y="183068"/>
                  <a:pt x="6297494" y="207496"/>
                  <a:pt x="6246341" y="207496"/>
                </a:cubicBezTo>
                <a:cubicBezTo>
                  <a:pt x="6195833" y="207496"/>
                  <a:pt x="6170289" y="183068"/>
                  <a:pt x="6146486" y="160385"/>
                </a:cubicBezTo>
                <a:cubicBezTo>
                  <a:pt x="6123265" y="137702"/>
                  <a:pt x="6102365" y="117927"/>
                  <a:pt x="6058824" y="117927"/>
                </a:cubicBezTo>
                <a:cubicBezTo>
                  <a:pt x="6015863" y="117927"/>
                  <a:pt x="5994964" y="137702"/>
                  <a:pt x="5971742" y="160385"/>
                </a:cubicBezTo>
                <a:cubicBezTo>
                  <a:pt x="5947940" y="183068"/>
                  <a:pt x="5922395" y="207496"/>
                  <a:pt x="5871307" y="207496"/>
                </a:cubicBezTo>
                <a:cubicBezTo>
                  <a:pt x="5820734" y="207496"/>
                  <a:pt x="5795157" y="183068"/>
                  <a:pt x="5771325" y="160385"/>
                </a:cubicBezTo>
                <a:cubicBezTo>
                  <a:pt x="5748073" y="137702"/>
                  <a:pt x="5727146" y="117927"/>
                  <a:pt x="5683550" y="117927"/>
                </a:cubicBezTo>
                <a:cubicBezTo>
                  <a:pt x="5640589" y="117927"/>
                  <a:pt x="5619689" y="137702"/>
                  <a:pt x="5596467" y="160385"/>
                </a:cubicBezTo>
                <a:cubicBezTo>
                  <a:pt x="5572665" y="183068"/>
                  <a:pt x="5547121" y="207496"/>
                  <a:pt x="5496033" y="207496"/>
                </a:cubicBezTo>
                <a:cubicBezTo>
                  <a:pt x="5445525" y="207496"/>
                  <a:pt x="5419981" y="183068"/>
                  <a:pt x="5396759" y="160385"/>
                </a:cubicBezTo>
                <a:cubicBezTo>
                  <a:pt x="5372957" y="137702"/>
                  <a:pt x="5352057" y="117927"/>
                  <a:pt x="5308516" y="117927"/>
                </a:cubicBezTo>
                <a:cubicBezTo>
                  <a:pt x="5265556" y="117927"/>
                  <a:pt x="5244656" y="137702"/>
                  <a:pt x="5221434" y="160385"/>
                </a:cubicBezTo>
                <a:cubicBezTo>
                  <a:pt x="5197632" y="183068"/>
                  <a:pt x="5172087" y="207496"/>
                  <a:pt x="5120999" y="207496"/>
                </a:cubicBezTo>
                <a:cubicBezTo>
                  <a:pt x="5070427" y="207496"/>
                  <a:pt x="5044851" y="183068"/>
                  <a:pt x="5021598" y="160385"/>
                </a:cubicBezTo>
                <a:cubicBezTo>
                  <a:pt x="4998347" y="137702"/>
                  <a:pt x="4976839" y="117927"/>
                  <a:pt x="4933242" y="117927"/>
                </a:cubicBezTo>
                <a:cubicBezTo>
                  <a:pt x="4890282" y="117927"/>
                  <a:pt x="4869382" y="137702"/>
                  <a:pt x="4846160" y="160385"/>
                </a:cubicBezTo>
                <a:cubicBezTo>
                  <a:pt x="4822357" y="183068"/>
                  <a:pt x="4796813" y="207496"/>
                  <a:pt x="4745726" y="207496"/>
                </a:cubicBezTo>
                <a:cubicBezTo>
                  <a:pt x="4695218" y="207496"/>
                  <a:pt x="4669674" y="183068"/>
                  <a:pt x="4646452" y="160385"/>
                </a:cubicBezTo>
                <a:cubicBezTo>
                  <a:pt x="4623230" y="137702"/>
                  <a:pt x="4601750" y="117927"/>
                  <a:pt x="4558209" y="117927"/>
                </a:cubicBezTo>
                <a:cubicBezTo>
                  <a:pt x="4515248" y="117927"/>
                  <a:pt x="4494348" y="137702"/>
                  <a:pt x="4471126" y="160385"/>
                </a:cubicBezTo>
                <a:cubicBezTo>
                  <a:pt x="4447324" y="183068"/>
                  <a:pt x="4421780" y="207496"/>
                  <a:pt x="4370692" y="207496"/>
                </a:cubicBezTo>
                <a:cubicBezTo>
                  <a:pt x="4320119" y="207496"/>
                  <a:pt x="4294543" y="183068"/>
                  <a:pt x="4271291" y="160385"/>
                </a:cubicBezTo>
                <a:cubicBezTo>
                  <a:pt x="4248039" y="137702"/>
                  <a:pt x="4226531" y="117927"/>
                  <a:pt x="4182934" y="117927"/>
                </a:cubicBezTo>
                <a:cubicBezTo>
                  <a:pt x="4140554" y="117927"/>
                  <a:pt x="4119074" y="137702"/>
                  <a:pt x="4095853" y="160385"/>
                </a:cubicBezTo>
                <a:cubicBezTo>
                  <a:pt x="4072050" y="183068"/>
                  <a:pt x="4046506" y="207496"/>
                  <a:pt x="3995418" y="207496"/>
                </a:cubicBezTo>
                <a:cubicBezTo>
                  <a:pt x="3944910" y="207496"/>
                  <a:pt x="3919366" y="183068"/>
                  <a:pt x="3896144" y="160385"/>
                </a:cubicBezTo>
                <a:cubicBezTo>
                  <a:pt x="3872922" y="137702"/>
                  <a:pt x="3851442" y="117927"/>
                  <a:pt x="3807901" y="117927"/>
                </a:cubicBezTo>
                <a:cubicBezTo>
                  <a:pt x="3765521" y="117927"/>
                  <a:pt x="3744041" y="137702"/>
                  <a:pt x="3720819" y="160385"/>
                </a:cubicBezTo>
                <a:cubicBezTo>
                  <a:pt x="3697597" y="183068"/>
                  <a:pt x="3671472" y="207496"/>
                  <a:pt x="3620384" y="207496"/>
                </a:cubicBezTo>
                <a:cubicBezTo>
                  <a:pt x="3570393" y="207496"/>
                  <a:pt x="3544235" y="183068"/>
                  <a:pt x="3520983" y="160385"/>
                </a:cubicBezTo>
                <a:cubicBezTo>
                  <a:pt x="3497731" y="137702"/>
                  <a:pt x="3476224" y="117927"/>
                  <a:pt x="3432627" y="117927"/>
                </a:cubicBezTo>
                <a:cubicBezTo>
                  <a:pt x="3390247" y="117927"/>
                  <a:pt x="3368766" y="137702"/>
                  <a:pt x="3345545" y="160385"/>
                </a:cubicBezTo>
                <a:cubicBezTo>
                  <a:pt x="3322323" y="183068"/>
                  <a:pt x="3296198" y="207496"/>
                  <a:pt x="3245110" y="207496"/>
                </a:cubicBezTo>
                <a:cubicBezTo>
                  <a:pt x="3195156" y="207496"/>
                  <a:pt x="3169018" y="183068"/>
                  <a:pt x="3145784" y="160385"/>
                </a:cubicBezTo>
                <a:cubicBezTo>
                  <a:pt x="3122549" y="137702"/>
                  <a:pt x="3101058" y="117927"/>
                  <a:pt x="3058075" y="117927"/>
                </a:cubicBezTo>
                <a:cubicBezTo>
                  <a:pt x="3015114" y="117927"/>
                  <a:pt x="2993634" y="137702"/>
                  <a:pt x="2970412" y="160385"/>
                </a:cubicBezTo>
                <a:cubicBezTo>
                  <a:pt x="2947190" y="183068"/>
                  <a:pt x="2921066" y="207496"/>
                  <a:pt x="2870558" y="207496"/>
                </a:cubicBezTo>
                <a:lnTo>
                  <a:pt x="2870035" y="207480"/>
                </a:lnTo>
                <a:lnTo>
                  <a:pt x="2870035" y="207496"/>
                </a:lnTo>
                <a:cubicBezTo>
                  <a:pt x="2819528" y="207496"/>
                  <a:pt x="2793984" y="183068"/>
                  <a:pt x="2770289" y="160385"/>
                </a:cubicBezTo>
                <a:cubicBezTo>
                  <a:pt x="2757589" y="147980"/>
                  <a:pt x="2745411" y="136445"/>
                  <a:pt x="2729955" y="128538"/>
                </a:cubicBezTo>
                <a:lnTo>
                  <a:pt x="2720482" y="124351"/>
                </a:lnTo>
                <a:lnTo>
                  <a:pt x="2719407" y="123990"/>
                </a:lnTo>
                <a:lnTo>
                  <a:pt x="2709753" y="121018"/>
                </a:lnTo>
                <a:lnTo>
                  <a:pt x="2707357" y="120562"/>
                </a:lnTo>
                <a:lnTo>
                  <a:pt x="2697775" y="118821"/>
                </a:lnTo>
                <a:lnTo>
                  <a:pt x="2682626" y="117927"/>
                </a:lnTo>
                <a:lnTo>
                  <a:pt x="2667482" y="118821"/>
                </a:lnTo>
                <a:cubicBezTo>
                  <a:pt x="2634334" y="122916"/>
                  <a:pt x="2615705" y="140537"/>
                  <a:pt x="2594852" y="160385"/>
                </a:cubicBezTo>
                <a:cubicBezTo>
                  <a:pt x="2573053" y="181651"/>
                  <a:pt x="2548700" y="204450"/>
                  <a:pt x="2504071" y="207216"/>
                </a:cubicBezTo>
                <a:lnTo>
                  <a:pt x="2494869" y="207496"/>
                </a:lnTo>
                <a:lnTo>
                  <a:pt x="2485686" y="207216"/>
                </a:lnTo>
                <a:cubicBezTo>
                  <a:pt x="2441176" y="204450"/>
                  <a:pt x="2417330" y="181651"/>
                  <a:pt x="2395015" y="160385"/>
                </a:cubicBezTo>
                <a:cubicBezTo>
                  <a:pt x="2374696" y="140537"/>
                  <a:pt x="2355710" y="122916"/>
                  <a:pt x="2322501" y="118821"/>
                </a:cubicBezTo>
                <a:lnTo>
                  <a:pt x="2307353" y="117927"/>
                </a:lnTo>
                <a:lnTo>
                  <a:pt x="2292228" y="118821"/>
                </a:lnTo>
                <a:cubicBezTo>
                  <a:pt x="2259122" y="122916"/>
                  <a:pt x="2240517" y="140537"/>
                  <a:pt x="2219690" y="160385"/>
                </a:cubicBezTo>
                <a:cubicBezTo>
                  <a:pt x="2197919" y="181651"/>
                  <a:pt x="2173598" y="204450"/>
                  <a:pt x="2129026" y="207216"/>
                </a:cubicBezTo>
                <a:lnTo>
                  <a:pt x="2119836" y="207496"/>
                </a:lnTo>
                <a:lnTo>
                  <a:pt x="2110653" y="207216"/>
                </a:lnTo>
                <a:cubicBezTo>
                  <a:pt x="2066142" y="204450"/>
                  <a:pt x="2042296" y="181651"/>
                  <a:pt x="2019982" y="160385"/>
                </a:cubicBezTo>
                <a:cubicBezTo>
                  <a:pt x="1999663" y="140537"/>
                  <a:pt x="1980677" y="122916"/>
                  <a:pt x="1947468" y="118821"/>
                </a:cubicBezTo>
                <a:lnTo>
                  <a:pt x="1932319" y="117927"/>
                </a:lnTo>
                <a:lnTo>
                  <a:pt x="1917176" y="118821"/>
                </a:lnTo>
                <a:cubicBezTo>
                  <a:pt x="1884036" y="122916"/>
                  <a:pt x="1865471" y="140537"/>
                  <a:pt x="1845126" y="160385"/>
                </a:cubicBezTo>
                <a:cubicBezTo>
                  <a:pt x="1822782" y="181651"/>
                  <a:pt x="1798395" y="204450"/>
                  <a:pt x="1753764" y="207216"/>
                </a:cubicBezTo>
                <a:lnTo>
                  <a:pt x="1744562" y="207496"/>
                </a:lnTo>
                <a:lnTo>
                  <a:pt x="1735379" y="207216"/>
                </a:lnTo>
                <a:cubicBezTo>
                  <a:pt x="1690869" y="204450"/>
                  <a:pt x="1667023" y="181651"/>
                  <a:pt x="1644708" y="160385"/>
                </a:cubicBezTo>
                <a:cubicBezTo>
                  <a:pt x="1624389" y="140537"/>
                  <a:pt x="1605403" y="122916"/>
                  <a:pt x="1572194" y="118821"/>
                </a:cubicBezTo>
                <a:lnTo>
                  <a:pt x="1557046" y="117927"/>
                </a:lnTo>
                <a:lnTo>
                  <a:pt x="1541922" y="118821"/>
                </a:lnTo>
                <a:cubicBezTo>
                  <a:pt x="1508824" y="122916"/>
                  <a:pt x="1490283" y="140537"/>
                  <a:pt x="1469963" y="160385"/>
                </a:cubicBezTo>
                <a:cubicBezTo>
                  <a:pt x="1447649" y="181651"/>
                  <a:pt x="1423293" y="204450"/>
                  <a:pt x="1378719" y="207216"/>
                </a:cubicBezTo>
                <a:lnTo>
                  <a:pt x="1369529" y="207496"/>
                </a:lnTo>
                <a:lnTo>
                  <a:pt x="1360346" y="207216"/>
                </a:lnTo>
                <a:cubicBezTo>
                  <a:pt x="1315835" y="204450"/>
                  <a:pt x="1291990" y="181651"/>
                  <a:pt x="1269675" y="160385"/>
                </a:cubicBezTo>
                <a:cubicBezTo>
                  <a:pt x="1249356" y="140537"/>
                  <a:pt x="1230815" y="122916"/>
                  <a:pt x="1197328" y="118821"/>
                </a:cubicBezTo>
                <a:lnTo>
                  <a:pt x="1182013" y="117927"/>
                </a:lnTo>
                <a:lnTo>
                  <a:pt x="1166869" y="118821"/>
                </a:lnTo>
                <a:cubicBezTo>
                  <a:pt x="1133729" y="122916"/>
                  <a:pt x="1115164" y="140537"/>
                  <a:pt x="1094819" y="160385"/>
                </a:cubicBezTo>
                <a:cubicBezTo>
                  <a:pt x="1072475" y="181651"/>
                  <a:pt x="1048599" y="204450"/>
                  <a:pt x="1003553" y="207216"/>
                </a:cubicBezTo>
                <a:lnTo>
                  <a:pt x="994255" y="207496"/>
                </a:lnTo>
                <a:lnTo>
                  <a:pt x="985072" y="207216"/>
                </a:lnTo>
                <a:cubicBezTo>
                  <a:pt x="940562" y="204450"/>
                  <a:pt x="916716" y="181651"/>
                  <a:pt x="894401" y="160385"/>
                </a:cubicBezTo>
                <a:cubicBezTo>
                  <a:pt x="874082" y="140537"/>
                  <a:pt x="855541" y="122916"/>
                  <a:pt x="822054" y="118821"/>
                </a:cubicBezTo>
                <a:lnTo>
                  <a:pt x="806739" y="117927"/>
                </a:lnTo>
                <a:lnTo>
                  <a:pt x="791615" y="118821"/>
                </a:lnTo>
                <a:cubicBezTo>
                  <a:pt x="758517" y="122916"/>
                  <a:pt x="739976" y="140537"/>
                  <a:pt x="719656" y="160385"/>
                </a:cubicBezTo>
                <a:cubicBezTo>
                  <a:pt x="697342" y="181651"/>
                  <a:pt x="673497" y="204450"/>
                  <a:pt x="628507" y="207216"/>
                </a:cubicBezTo>
                <a:lnTo>
                  <a:pt x="619222" y="207496"/>
                </a:lnTo>
                <a:lnTo>
                  <a:pt x="610039" y="207216"/>
                </a:lnTo>
                <a:cubicBezTo>
                  <a:pt x="565528" y="204450"/>
                  <a:pt x="541683" y="181651"/>
                  <a:pt x="519368" y="160385"/>
                </a:cubicBezTo>
                <a:cubicBezTo>
                  <a:pt x="499049" y="140537"/>
                  <a:pt x="480507" y="122916"/>
                  <a:pt x="447021" y="118821"/>
                </a:cubicBezTo>
                <a:lnTo>
                  <a:pt x="431706" y="117927"/>
                </a:lnTo>
                <a:lnTo>
                  <a:pt x="416562" y="118821"/>
                </a:lnTo>
                <a:cubicBezTo>
                  <a:pt x="383422" y="122916"/>
                  <a:pt x="364857" y="140537"/>
                  <a:pt x="344512" y="160385"/>
                </a:cubicBezTo>
                <a:cubicBezTo>
                  <a:pt x="322168" y="181651"/>
                  <a:pt x="298292" y="204450"/>
                  <a:pt x="253246" y="207216"/>
                </a:cubicBezTo>
                <a:lnTo>
                  <a:pt x="243948" y="207496"/>
                </a:lnTo>
                <a:lnTo>
                  <a:pt x="234765" y="207216"/>
                </a:lnTo>
                <a:cubicBezTo>
                  <a:pt x="190254" y="204450"/>
                  <a:pt x="166409" y="181651"/>
                  <a:pt x="144094" y="160385"/>
                </a:cubicBezTo>
                <a:cubicBezTo>
                  <a:pt x="123775" y="140537"/>
                  <a:pt x="105234" y="122916"/>
                  <a:pt x="71747" y="118821"/>
                </a:cubicBezTo>
                <a:lnTo>
                  <a:pt x="56432" y="117927"/>
                </a:lnTo>
                <a:lnTo>
                  <a:pt x="41308" y="118821"/>
                </a:lnTo>
                <a:cubicBezTo>
                  <a:pt x="24759" y="120869"/>
                  <a:pt x="11849" y="126298"/>
                  <a:pt x="537" y="133696"/>
                </a:cubicBezTo>
                <a:lnTo>
                  <a:pt x="0" y="134155"/>
                </a:lnTo>
                <a:lnTo>
                  <a:pt x="0" y="113901"/>
                </a:lnTo>
                <a:lnTo>
                  <a:pt x="17441" y="105779"/>
                </a:lnTo>
                <a:cubicBezTo>
                  <a:pt x="26285" y="102875"/>
                  <a:pt x="36121" y="100890"/>
                  <a:pt x="47248" y="100183"/>
                </a:cubicBezTo>
                <a:close/>
                <a:moveTo>
                  <a:pt x="56426" y="0"/>
                </a:moveTo>
                <a:cubicBezTo>
                  <a:pt x="107514" y="0"/>
                  <a:pt x="133058" y="24987"/>
                  <a:pt x="156861" y="47649"/>
                </a:cubicBezTo>
                <a:cubicBezTo>
                  <a:pt x="177179" y="66970"/>
                  <a:pt x="195720" y="84956"/>
                  <a:pt x="228819" y="89151"/>
                </a:cubicBezTo>
                <a:lnTo>
                  <a:pt x="243942" y="90068"/>
                </a:lnTo>
                <a:lnTo>
                  <a:pt x="259277" y="89151"/>
                </a:lnTo>
                <a:cubicBezTo>
                  <a:pt x="292807" y="84956"/>
                  <a:pt x="311372" y="66970"/>
                  <a:pt x="331717" y="47649"/>
                </a:cubicBezTo>
                <a:cubicBezTo>
                  <a:pt x="354061" y="26403"/>
                  <a:pt x="377937" y="3114"/>
                  <a:pt x="422504" y="286"/>
                </a:cubicBezTo>
                <a:lnTo>
                  <a:pt x="431700" y="0"/>
                </a:lnTo>
                <a:cubicBezTo>
                  <a:pt x="482787" y="0"/>
                  <a:pt x="508331" y="24987"/>
                  <a:pt x="532134" y="47649"/>
                </a:cubicBezTo>
                <a:cubicBezTo>
                  <a:pt x="552453" y="66970"/>
                  <a:pt x="570994" y="84956"/>
                  <a:pt x="604092" y="89151"/>
                </a:cubicBezTo>
                <a:lnTo>
                  <a:pt x="619216" y="90068"/>
                </a:lnTo>
                <a:lnTo>
                  <a:pt x="634531" y="89151"/>
                </a:lnTo>
                <a:cubicBezTo>
                  <a:pt x="668018" y="84956"/>
                  <a:pt x="686560" y="66970"/>
                  <a:pt x="706878" y="47649"/>
                </a:cubicBezTo>
                <a:cubicBezTo>
                  <a:pt x="729194" y="26403"/>
                  <a:pt x="753039" y="3114"/>
                  <a:pt x="797550" y="286"/>
                </a:cubicBezTo>
                <a:lnTo>
                  <a:pt x="806733" y="0"/>
                </a:lnTo>
                <a:cubicBezTo>
                  <a:pt x="857821" y="0"/>
                  <a:pt x="883365" y="24987"/>
                  <a:pt x="907167" y="47649"/>
                </a:cubicBezTo>
                <a:cubicBezTo>
                  <a:pt x="927487" y="66970"/>
                  <a:pt x="946028" y="84956"/>
                  <a:pt x="979126" y="89151"/>
                </a:cubicBezTo>
                <a:lnTo>
                  <a:pt x="994249" y="90068"/>
                </a:lnTo>
                <a:lnTo>
                  <a:pt x="1009584" y="89151"/>
                </a:lnTo>
                <a:cubicBezTo>
                  <a:pt x="1043114" y="84956"/>
                  <a:pt x="1061679" y="66970"/>
                  <a:pt x="1082024" y="47649"/>
                </a:cubicBezTo>
                <a:cubicBezTo>
                  <a:pt x="1104368" y="26403"/>
                  <a:pt x="1128244" y="3114"/>
                  <a:pt x="1172812" y="286"/>
                </a:cubicBezTo>
                <a:lnTo>
                  <a:pt x="1182006" y="0"/>
                </a:lnTo>
                <a:cubicBezTo>
                  <a:pt x="1233094" y="0"/>
                  <a:pt x="1258638" y="24987"/>
                  <a:pt x="1282441" y="47649"/>
                </a:cubicBezTo>
                <a:cubicBezTo>
                  <a:pt x="1302760" y="66970"/>
                  <a:pt x="1321301" y="84956"/>
                  <a:pt x="1354399" y="89151"/>
                </a:cubicBezTo>
                <a:lnTo>
                  <a:pt x="1369523" y="90068"/>
                </a:lnTo>
                <a:lnTo>
                  <a:pt x="1384671" y="89151"/>
                </a:lnTo>
                <a:cubicBezTo>
                  <a:pt x="1417881" y="84956"/>
                  <a:pt x="1436867" y="66970"/>
                  <a:pt x="1457186" y="47649"/>
                </a:cubicBezTo>
                <a:cubicBezTo>
                  <a:pt x="1479500" y="26403"/>
                  <a:pt x="1503346" y="3114"/>
                  <a:pt x="1547856" y="286"/>
                </a:cubicBezTo>
                <a:lnTo>
                  <a:pt x="1557040" y="0"/>
                </a:lnTo>
                <a:cubicBezTo>
                  <a:pt x="1607547" y="0"/>
                  <a:pt x="1633672" y="24987"/>
                  <a:pt x="1657474" y="47649"/>
                </a:cubicBezTo>
                <a:cubicBezTo>
                  <a:pt x="1677793" y="66970"/>
                  <a:pt x="1696334" y="84956"/>
                  <a:pt x="1729432" y="89151"/>
                </a:cubicBezTo>
                <a:lnTo>
                  <a:pt x="1744556" y="90068"/>
                </a:lnTo>
                <a:lnTo>
                  <a:pt x="1759724" y="89151"/>
                </a:lnTo>
                <a:cubicBezTo>
                  <a:pt x="1792976" y="84956"/>
                  <a:pt x="1811986" y="66970"/>
                  <a:pt x="1832331" y="47649"/>
                </a:cubicBezTo>
                <a:cubicBezTo>
                  <a:pt x="1854674" y="26403"/>
                  <a:pt x="1878551" y="3114"/>
                  <a:pt x="1923119" y="286"/>
                </a:cubicBezTo>
                <a:lnTo>
                  <a:pt x="1932313" y="0"/>
                </a:lnTo>
                <a:cubicBezTo>
                  <a:pt x="1982821" y="0"/>
                  <a:pt x="2008945" y="24987"/>
                  <a:pt x="2032748" y="47649"/>
                </a:cubicBezTo>
                <a:cubicBezTo>
                  <a:pt x="2053067" y="66970"/>
                  <a:pt x="2071609" y="84956"/>
                  <a:pt x="2104707" y="89151"/>
                </a:cubicBezTo>
                <a:lnTo>
                  <a:pt x="2119830" y="90068"/>
                </a:lnTo>
                <a:lnTo>
                  <a:pt x="2134978" y="89151"/>
                </a:lnTo>
                <a:cubicBezTo>
                  <a:pt x="2168187" y="84956"/>
                  <a:pt x="2187174" y="66970"/>
                  <a:pt x="2207492" y="47649"/>
                </a:cubicBezTo>
                <a:cubicBezTo>
                  <a:pt x="2229807" y="26403"/>
                  <a:pt x="2253653" y="3114"/>
                  <a:pt x="2298163" y="286"/>
                </a:cubicBezTo>
                <a:lnTo>
                  <a:pt x="2307347" y="0"/>
                </a:lnTo>
                <a:cubicBezTo>
                  <a:pt x="2357854" y="0"/>
                  <a:pt x="2383979" y="24987"/>
                  <a:pt x="2407201" y="47649"/>
                </a:cubicBezTo>
                <a:cubicBezTo>
                  <a:pt x="2428028" y="66970"/>
                  <a:pt x="2446633" y="84956"/>
                  <a:pt x="2479739" y="89151"/>
                </a:cubicBezTo>
                <a:lnTo>
                  <a:pt x="2494863" y="90068"/>
                </a:lnTo>
                <a:lnTo>
                  <a:pt x="2510031" y="89151"/>
                </a:lnTo>
                <a:cubicBezTo>
                  <a:pt x="2543283" y="84956"/>
                  <a:pt x="2562293" y="66970"/>
                  <a:pt x="2582638" y="47649"/>
                </a:cubicBezTo>
                <a:cubicBezTo>
                  <a:pt x="2604981" y="26403"/>
                  <a:pt x="2628858" y="3114"/>
                  <a:pt x="2673426" y="286"/>
                </a:cubicBezTo>
                <a:lnTo>
                  <a:pt x="2682620" y="0"/>
                </a:lnTo>
                <a:lnTo>
                  <a:pt x="2683047" y="14"/>
                </a:lnTo>
                <a:lnTo>
                  <a:pt x="2683047" y="0"/>
                </a:lnTo>
                <a:cubicBezTo>
                  <a:pt x="2733555" y="0"/>
                  <a:pt x="2759679" y="24987"/>
                  <a:pt x="2782896" y="47649"/>
                </a:cubicBezTo>
                <a:cubicBezTo>
                  <a:pt x="2806117" y="69730"/>
                  <a:pt x="2827597" y="90068"/>
                  <a:pt x="2870558" y="90068"/>
                </a:cubicBezTo>
                <a:cubicBezTo>
                  <a:pt x="2913518" y="90068"/>
                  <a:pt x="2934999" y="69730"/>
                  <a:pt x="2958221" y="47649"/>
                </a:cubicBezTo>
                <a:cubicBezTo>
                  <a:pt x="2982023" y="24987"/>
                  <a:pt x="3007567" y="0"/>
                  <a:pt x="3058075" y="0"/>
                </a:cubicBezTo>
                <a:cubicBezTo>
                  <a:pt x="3108609" y="0"/>
                  <a:pt x="3134747" y="24987"/>
                  <a:pt x="3157982" y="47649"/>
                </a:cubicBezTo>
                <a:cubicBezTo>
                  <a:pt x="3181216" y="69730"/>
                  <a:pt x="3202708" y="90068"/>
                  <a:pt x="3245110" y="90068"/>
                </a:cubicBezTo>
                <a:cubicBezTo>
                  <a:pt x="3288651" y="90068"/>
                  <a:pt x="3310131" y="69730"/>
                  <a:pt x="3333353" y="47649"/>
                </a:cubicBezTo>
                <a:cubicBezTo>
                  <a:pt x="3356575" y="24987"/>
                  <a:pt x="3382700" y="0"/>
                  <a:pt x="3432627" y="0"/>
                </a:cubicBezTo>
                <a:cubicBezTo>
                  <a:pt x="3483780" y="0"/>
                  <a:pt x="3509938" y="24987"/>
                  <a:pt x="3533191" y="47649"/>
                </a:cubicBezTo>
                <a:cubicBezTo>
                  <a:pt x="3556442" y="69730"/>
                  <a:pt x="3577950" y="90068"/>
                  <a:pt x="3620384" y="90068"/>
                </a:cubicBezTo>
                <a:cubicBezTo>
                  <a:pt x="3663926" y="90068"/>
                  <a:pt x="3685405" y="69730"/>
                  <a:pt x="3708627" y="47649"/>
                </a:cubicBezTo>
                <a:cubicBezTo>
                  <a:pt x="3731849" y="24987"/>
                  <a:pt x="3757393" y="0"/>
                  <a:pt x="3807901" y="0"/>
                </a:cubicBezTo>
                <a:cubicBezTo>
                  <a:pt x="3858989" y="0"/>
                  <a:pt x="3884533" y="24987"/>
                  <a:pt x="3908336" y="47649"/>
                </a:cubicBezTo>
                <a:cubicBezTo>
                  <a:pt x="3931558" y="69730"/>
                  <a:pt x="3953038" y="90068"/>
                  <a:pt x="3995418" y="90068"/>
                </a:cubicBezTo>
                <a:cubicBezTo>
                  <a:pt x="4038959" y="90068"/>
                  <a:pt x="4060439" y="69730"/>
                  <a:pt x="4083661" y="47649"/>
                </a:cubicBezTo>
                <a:cubicBezTo>
                  <a:pt x="4106883" y="24987"/>
                  <a:pt x="4132427" y="0"/>
                  <a:pt x="4182934" y="0"/>
                </a:cubicBezTo>
                <a:cubicBezTo>
                  <a:pt x="4234088" y="0"/>
                  <a:pt x="4259665" y="24987"/>
                  <a:pt x="4283498" y="47649"/>
                </a:cubicBezTo>
                <a:cubicBezTo>
                  <a:pt x="4306750" y="69730"/>
                  <a:pt x="4328258" y="90068"/>
                  <a:pt x="4370692" y="90068"/>
                </a:cubicBezTo>
                <a:cubicBezTo>
                  <a:pt x="4414233" y="90068"/>
                  <a:pt x="4435713" y="69730"/>
                  <a:pt x="4458935" y="47649"/>
                </a:cubicBezTo>
                <a:cubicBezTo>
                  <a:pt x="4482157" y="24987"/>
                  <a:pt x="4507701" y="0"/>
                  <a:pt x="4558209" y="0"/>
                </a:cubicBezTo>
                <a:cubicBezTo>
                  <a:pt x="4609296" y="0"/>
                  <a:pt x="4634841" y="24987"/>
                  <a:pt x="4658643" y="47649"/>
                </a:cubicBezTo>
                <a:cubicBezTo>
                  <a:pt x="4681865" y="69730"/>
                  <a:pt x="4702765" y="90068"/>
                  <a:pt x="4745726" y="90068"/>
                </a:cubicBezTo>
                <a:cubicBezTo>
                  <a:pt x="4789266" y="90068"/>
                  <a:pt x="4810747" y="69730"/>
                  <a:pt x="4833969" y="47649"/>
                </a:cubicBezTo>
                <a:cubicBezTo>
                  <a:pt x="4857191" y="24987"/>
                  <a:pt x="4882735" y="0"/>
                  <a:pt x="4933242" y="0"/>
                </a:cubicBezTo>
                <a:cubicBezTo>
                  <a:pt x="4984396" y="0"/>
                  <a:pt x="5009973" y="24987"/>
                  <a:pt x="5033805" y="47649"/>
                </a:cubicBezTo>
                <a:cubicBezTo>
                  <a:pt x="5057058" y="69730"/>
                  <a:pt x="5077984" y="90068"/>
                  <a:pt x="5120999" y="90068"/>
                </a:cubicBezTo>
                <a:cubicBezTo>
                  <a:pt x="5164540" y="90068"/>
                  <a:pt x="5185440" y="69730"/>
                  <a:pt x="5209242" y="47649"/>
                </a:cubicBezTo>
                <a:cubicBezTo>
                  <a:pt x="5232464" y="24987"/>
                  <a:pt x="5258008" y="0"/>
                  <a:pt x="5308516" y="0"/>
                </a:cubicBezTo>
                <a:cubicBezTo>
                  <a:pt x="5359604" y="0"/>
                  <a:pt x="5385148" y="24987"/>
                  <a:pt x="5408950" y="47649"/>
                </a:cubicBezTo>
                <a:cubicBezTo>
                  <a:pt x="5432172" y="69730"/>
                  <a:pt x="5453072" y="90068"/>
                  <a:pt x="5496033" y="90068"/>
                </a:cubicBezTo>
                <a:cubicBezTo>
                  <a:pt x="5539574" y="90068"/>
                  <a:pt x="5560473" y="69730"/>
                  <a:pt x="5584276" y="47649"/>
                </a:cubicBezTo>
                <a:cubicBezTo>
                  <a:pt x="5607498" y="24987"/>
                  <a:pt x="5633042" y="0"/>
                  <a:pt x="5683550" y="0"/>
                </a:cubicBezTo>
                <a:cubicBezTo>
                  <a:pt x="5734703" y="0"/>
                  <a:pt x="5760280" y="24987"/>
                  <a:pt x="5784113" y="47649"/>
                </a:cubicBezTo>
                <a:cubicBezTo>
                  <a:pt x="5807364" y="69730"/>
                  <a:pt x="5828292" y="90068"/>
                  <a:pt x="5871307" y="90068"/>
                </a:cubicBezTo>
                <a:cubicBezTo>
                  <a:pt x="5914848" y="90068"/>
                  <a:pt x="5935748" y="69730"/>
                  <a:pt x="5958970" y="47649"/>
                </a:cubicBezTo>
                <a:cubicBezTo>
                  <a:pt x="5982772" y="24987"/>
                  <a:pt x="6008316" y="0"/>
                  <a:pt x="6058824" y="0"/>
                </a:cubicBezTo>
                <a:cubicBezTo>
                  <a:pt x="6109912" y="0"/>
                  <a:pt x="6135456" y="24987"/>
                  <a:pt x="6159258" y="47649"/>
                </a:cubicBezTo>
                <a:cubicBezTo>
                  <a:pt x="6182480" y="69730"/>
                  <a:pt x="6203380" y="90068"/>
                  <a:pt x="6246341" y="90068"/>
                </a:cubicBezTo>
                <a:cubicBezTo>
                  <a:pt x="6289937" y="90068"/>
                  <a:pt x="6310864" y="69730"/>
                  <a:pt x="6334116" y="47649"/>
                </a:cubicBezTo>
                <a:cubicBezTo>
                  <a:pt x="6357949" y="24987"/>
                  <a:pt x="6383525" y="0"/>
                  <a:pt x="6434098" y="0"/>
                </a:cubicBezTo>
                <a:cubicBezTo>
                  <a:pt x="6485186" y="0"/>
                  <a:pt x="6510730" y="24987"/>
                  <a:pt x="6534533" y="47649"/>
                </a:cubicBezTo>
                <a:cubicBezTo>
                  <a:pt x="6557755" y="69730"/>
                  <a:pt x="6578654" y="90068"/>
                  <a:pt x="6621614" y="90068"/>
                </a:cubicBezTo>
                <a:cubicBezTo>
                  <a:pt x="6665155" y="90068"/>
                  <a:pt x="6686056" y="69730"/>
                  <a:pt x="6709278" y="47649"/>
                </a:cubicBezTo>
                <a:cubicBezTo>
                  <a:pt x="6733080" y="24987"/>
                  <a:pt x="6758624" y="0"/>
                  <a:pt x="6809131" y="0"/>
                </a:cubicBezTo>
                <a:cubicBezTo>
                  <a:pt x="6860219" y="0"/>
                  <a:pt x="6885763" y="24987"/>
                  <a:pt x="6909565" y="47649"/>
                </a:cubicBezTo>
                <a:cubicBezTo>
                  <a:pt x="6932788" y="69730"/>
                  <a:pt x="6953688" y="90068"/>
                  <a:pt x="6996648" y="90068"/>
                </a:cubicBezTo>
                <a:cubicBezTo>
                  <a:pt x="7040245" y="90068"/>
                  <a:pt x="7061172" y="69730"/>
                  <a:pt x="7084424" y="47649"/>
                </a:cubicBezTo>
                <a:cubicBezTo>
                  <a:pt x="7108257" y="24987"/>
                  <a:pt x="7133833" y="0"/>
                  <a:pt x="7184405" y="0"/>
                </a:cubicBezTo>
                <a:cubicBezTo>
                  <a:pt x="7235494" y="0"/>
                  <a:pt x="7261038" y="24987"/>
                  <a:pt x="7284840" y="47649"/>
                </a:cubicBezTo>
                <a:cubicBezTo>
                  <a:pt x="7308063" y="69730"/>
                  <a:pt x="7328962" y="90068"/>
                  <a:pt x="7371922" y="90068"/>
                </a:cubicBezTo>
                <a:cubicBezTo>
                  <a:pt x="7414883" y="90068"/>
                  <a:pt x="7436363" y="69730"/>
                  <a:pt x="7459586" y="47649"/>
                </a:cubicBezTo>
                <a:cubicBezTo>
                  <a:pt x="7483388" y="24987"/>
                  <a:pt x="7508932" y="0"/>
                  <a:pt x="7559439" y="0"/>
                </a:cubicBezTo>
                <a:cubicBezTo>
                  <a:pt x="7609947" y="0"/>
                  <a:pt x="7636071" y="24987"/>
                  <a:pt x="7659873" y="47649"/>
                </a:cubicBezTo>
                <a:cubicBezTo>
                  <a:pt x="7683096" y="69730"/>
                  <a:pt x="7703996" y="90068"/>
                  <a:pt x="7746956" y="90068"/>
                </a:cubicBezTo>
                <a:cubicBezTo>
                  <a:pt x="7789972" y="90068"/>
                  <a:pt x="7811479" y="69730"/>
                  <a:pt x="7834731" y="47649"/>
                </a:cubicBezTo>
                <a:cubicBezTo>
                  <a:pt x="7858565" y="24987"/>
                  <a:pt x="7884141" y="0"/>
                  <a:pt x="7934713" y="0"/>
                </a:cubicBezTo>
                <a:cubicBezTo>
                  <a:pt x="7985221" y="0"/>
                  <a:pt x="8011346" y="24987"/>
                  <a:pt x="8035148" y="47649"/>
                </a:cubicBezTo>
                <a:cubicBezTo>
                  <a:pt x="8058371" y="69730"/>
                  <a:pt x="8079270" y="90068"/>
                  <a:pt x="8122230" y="90068"/>
                </a:cubicBezTo>
                <a:cubicBezTo>
                  <a:pt x="8165191" y="90068"/>
                  <a:pt x="8186671" y="69730"/>
                  <a:pt x="8209893" y="47649"/>
                </a:cubicBezTo>
                <a:cubicBezTo>
                  <a:pt x="8233696" y="24987"/>
                  <a:pt x="8259240" y="0"/>
                  <a:pt x="8309747" y="0"/>
                </a:cubicBezTo>
                <a:cubicBezTo>
                  <a:pt x="8360255" y="0"/>
                  <a:pt x="8386379" y="24987"/>
                  <a:pt x="8409601" y="47649"/>
                </a:cubicBezTo>
                <a:cubicBezTo>
                  <a:pt x="8433403" y="69730"/>
                  <a:pt x="8454304" y="90068"/>
                  <a:pt x="8497264" y="90068"/>
                </a:cubicBezTo>
                <a:cubicBezTo>
                  <a:pt x="8540280" y="90068"/>
                  <a:pt x="8561787" y="69730"/>
                  <a:pt x="8585039" y="47649"/>
                </a:cubicBezTo>
                <a:cubicBezTo>
                  <a:pt x="8608873" y="24987"/>
                  <a:pt x="8634449" y="0"/>
                  <a:pt x="8685021" y="0"/>
                </a:cubicBezTo>
                <a:cubicBezTo>
                  <a:pt x="8735528" y="0"/>
                  <a:pt x="8761654" y="24987"/>
                  <a:pt x="8784875" y="47649"/>
                </a:cubicBezTo>
                <a:cubicBezTo>
                  <a:pt x="8808678" y="69730"/>
                  <a:pt x="8829577" y="90068"/>
                  <a:pt x="8872538" y="90068"/>
                </a:cubicBezTo>
                <a:lnTo>
                  <a:pt x="8872538" y="108081"/>
                </a:lnTo>
                <a:cubicBezTo>
                  <a:pt x="8822030" y="108081"/>
                  <a:pt x="8796487" y="83095"/>
                  <a:pt x="8772684" y="60433"/>
                </a:cubicBezTo>
                <a:cubicBezTo>
                  <a:pt x="8749462" y="38351"/>
                  <a:pt x="8727981" y="18014"/>
                  <a:pt x="8685021" y="18014"/>
                </a:cubicBezTo>
                <a:cubicBezTo>
                  <a:pt x="8642005" y="18014"/>
                  <a:pt x="8621079" y="38351"/>
                  <a:pt x="8597246" y="60433"/>
                </a:cubicBezTo>
                <a:cubicBezTo>
                  <a:pt x="8573994" y="83095"/>
                  <a:pt x="8547836" y="108081"/>
                  <a:pt x="8497264" y="108081"/>
                </a:cubicBezTo>
                <a:cubicBezTo>
                  <a:pt x="8446757" y="108081"/>
                  <a:pt x="8421213" y="83095"/>
                  <a:pt x="8397409" y="60433"/>
                </a:cubicBezTo>
                <a:cubicBezTo>
                  <a:pt x="8374187" y="38351"/>
                  <a:pt x="8352708" y="18014"/>
                  <a:pt x="8309747" y="18014"/>
                </a:cubicBezTo>
                <a:cubicBezTo>
                  <a:pt x="8266787" y="18014"/>
                  <a:pt x="8245886" y="38351"/>
                  <a:pt x="8222084" y="60433"/>
                </a:cubicBezTo>
                <a:cubicBezTo>
                  <a:pt x="8198862" y="83095"/>
                  <a:pt x="8172738" y="108081"/>
                  <a:pt x="8122230" y="108081"/>
                </a:cubicBezTo>
                <a:cubicBezTo>
                  <a:pt x="8071723" y="108081"/>
                  <a:pt x="8046179" y="83095"/>
                  <a:pt x="8022377" y="60433"/>
                </a:cubicBezTo>
                <a:cubicBezTo>
                  <a:pt x="7999154" y="38351"/>
                  <a:pt x="7977674" y="18014"/>
                  <a:pt x="7934713" y="18014"/>
                </a:cubicBezTo>
                <a:cubicBezTo>
                  <a:pt x="7891697" y="18014"/>
                  <a:pt x="7870771" y="38351"/>
                  <a:pt x="7847519" y="60433"/>
                </a:cubicBezTo>
                <a:cubicBezTo>
                  <a:pt x="7823687" y="83095"/>
                  <a:pt x="7797528" y="108081"/>
                  <a:pt x="7746956" y="108081"/>
                </a:cubicBezTo>
                <a:cubicBezTo>
                  <a:pt x="7696449" y="108081"/>
                  <a:pt x="7670905" y="83095"/>
                  <a:pt x="7647102" y="60433"/>
                </a:cubicBezTo>
                <a:cubicBezTo>
                  <a:pt x="7623879" y="38351"/>
                  <a:pt x="7602400" y="18014"/>
                  <a:pt x="7559439" y="18014"/>
                </a:cubicBezTo>
                <a:cubicBezTo>
                  <a:pt x="7516479" y="18014"/>
                  <a:pt x="7495580" y="38351"/>
                  <a:pt x="7472357" y="60433"/>
                </a:cubicBezTo>
                <a:cubicBezTo>
                  <a:pt x="7448554" y="83095"/>
                  <a:pt x="7422430" y="108081"/>
                  <a:pt x="7371922" y="108081"/>
                </a:cubicBezTo>
                <a:cubicBezTo>
                  <a:pt x="7321415" y="108081"/>
                  <a:pt x="7295871" y="83095"/>
                  <a:pt x="7272069" y="60433"/>
                </a:cubicBezTo>
                <a:cubicBezTo>
                  <a:pt x="7248846" y="38351"/>
                  <a:pt x="7227946" y="18014"/>
                  <a:pt x="7184405" y="18014"/>
                </a:cubicBezTo>
                <a:cubicBezTo>
                  <a:pt x="7141390" y="18014"/>
                  <a:pt x="7120463" y="38351"/>
                  <a:pt x="7097212" y="60433"/>
                </a:cubicBezTo>
                <a:cubicBezTo>
                  <a:pt x="7073379" y="83095"/>
                  <a:pt x="7047802" y="108081"/>
                  <a:pt x="6996648" y="108081"/>
                </a:cubicBezTo>
                <a:cubicBezTo>
                  <a:pt x="6946141" y="108081"/>
                  <a:pt x="6920597" y="83095"/>
                  <a:pt x="6896794" y="60433"/>
                </a:cubicBezTo>
                <a:cubicBezTo>
                  <a:pt x="6873571" y="38351"/>
                  <a:pt x="6852672" y="18014"/>
                  <a:pt x="6809131" y="18014"/>
                </a:cubicBezTo>
                <a:cubicBezTo>
                  <a:pt x="6766171" y="18014"/>
                  <a:pt x="6745272" y="38351"/>
                  <a:pt x="6722050" y="60433"/>
                </a:cubicBezTo>
                <a:cubicBezTo>
                  <a:pt x="6698246" y="83095"/>
                  <a:pt x="6672702" y="108081"/>
                  <a:pt x="6621614" y="108081"/>
                </a:cubicBezTo>
                <a:cubicBezTo>
                  <a:pt x="6571107" y="108081"/>
                  <a:pt x="6545563" y="83095"/>
                  <a:pt x="6521761" y="60433"/>
                </a:cubicBezTo>
                <a:cubicBezTo>
                  <a:pt x="6498539" y="38351"/>
                  <a:pt x="6477638" y="18014"/>
                  <a:pt x="6434098" y="18014"/>
                </a:cubicBezTo>
                <a:cubicBezTo>
                  <a:pt x="6391082" y="18014"/>
                  <a:pt x="6370156" y="38351"/>
                  <a:pt x="6346904" y="60433"/>
                </a:cubicBezTo>
                <a:cubicBezTo>
                  <a:pt x="6323072" y="83095"/>
                  <a:pt x="6297494" y="108081"/>
                  <a:pt x="6246341" y="108081"/>
                </a:cubicBezTo>
                <a:cubicBezTo>
                  <a:pt x="6195833" y="108081"/>
                  <a:pt x="6170289" y="83095"/>
                  <a:pt x="6146486" y="60433"/>
                </a:cubicBezTo>
                <a:cubicBezTo>
                  <a:pt x="6123265" y="38351"/>
                  <a:pt x="6102365" y="18014"/>
                  <a:pt x="6058824" y="18014"/>
                </a:cubicBezTo>
                <a:cubicBezTo>
                  <a:pt x="6015863" y="18014"/>
                  <a:pt x="5994964" y="38351"/>
                  <a:pt x="5971742" y="60433"/>
                </a:cubicBezTo>
                <a:cubicBezTo>
                  <a:pt x="5947940" y="83095"/>
                  <a:pt x="5922395" y="108081"/>
                  <a:pt x="5871307" y="108081"/>
                </a:cubicBezTo>
                <a:cubicBezTo>
                  <a:pt x="5820734" y="108081"/>
                  <a:pt x="5795157" y="83095"/>
                  <a:pt x="5771325" y="60433"/>
                </a:cubicBezTo>
                <a:cubicBezTo>
                  <a:pt x="5748073" y="38351"/>
                  <a:pt x="5727146" y="18014"/>
                  <a:pt x="5683550" y="18014"/>
                </a:cubicBezTo>
                <a:cubicBezTo>
                  <a:pt x="5640589" y="18014"/>
                  <a:pt x="5619689" y="38351"/>
                  <a:pt x="5596467" y="60433"/>
                </a:cubicBezTo>
                <a:cubicBezTo>
                  <a:pt x="5572665" y="83095"/>
                  <a:pt x="5547121" y="108081"/>
                  <a:pt x="5496033" y="108081"/>
                </a:cubicBezTo>
                <a:cubicBezTo>
                  <a:pt x="5445525" y="108081"/>
                  <a:pt x="5419981" y="83095"/>
                  <a:pt x="5396759" y="60433"/>
                </a:cubicBezTo>
                <a:cubicBezTo>
                  <a:pt x="5372957" y="38351"/>
                  <a:pt x="5352057" y="18014"/>
                  <a:pt x="5308516" y="18014"/>
                </a:cubicBezTo>
                <a:cubicBezTo>
                  <a:pt x="5265556" y="18014"/>
                  <a:pt x="5244656" y="38351"/>
                  <a:pt x="5221434" y="60433"/>
                </a:cubicBezTo>
                <a:cubicBezTo>
                  <a:pt x="5197632" y="83095"/>
                  <a:pt x="5172087" y="108081"/>
                  <a:pt x="5120999" y="108081"/>
                </a:cubicBezTo>
                <a:cubicBezTo>
                  <a:pt x="5070427" y="108081"/>
                  <a:pt x="5044851" y="83095"/>
                  <a:pt x="5021598" y="60433"/>
                </a:cubicBezTo>
                <a:cubicBezTo>
                  <a:pt x="4998347" y="38351"/>
                  <a:pt x="4976839" y="18014"/>
                  <a:pt x="4933242" y="18014"/>
                </a:cubicBezTo>
                <a:cubicBezTo>
                  <a:pt x="4890282" y="18014"/>
                  <a:pt x="4869382" y="38351"/>
                  <a:pt x="4846160" y="60433"/>
                </a:cubicBezTo>
                <a:cubicBezTo>
                  <a:pt x="4822357" y="83095"/>
                  <a:pt x="4796813" y="108081"/>
                  <a:pt x="4745726" y="108081"/>
                </a:cubicBezTo>
                <a:cubicBezTo>
                  <a:pt x="4695218" y="108081"/>
                  <a:pt x="4669674" y="83095"/>
                  <a:pt x="4646452" y="60433"/>
                </a:cubicBezTo>
                <a:cubicBezTo>
                  <a:pt x="4623230" y="38351"/>
                  <a:pt x="4601750" y="18014"/>
                  <a:pt x="4558209" y="18014"/>
                </a:cubicBezTo>
                <a:cubicBezTo>
                  <a:pt x="4515248" y="18014"/>
                  <a:pt x="4494348" y="38351"/>
                  <a:pt x="4471126" y="60433"/>
                </a:cubicBezTo>
                <a:cubicBezTo>
                  <a:pt x="4447324" y="83095"/>
                  <a:pt x="4421780" y="108081"/>
                  <a:pt x="4370692" y="108081"/>
                </a:cubicBezTo>
                <a:cubicBezTo>
                  <a:pt x="4320119" y="108081"/>
                  <a:pt x="4294543" y="83095"/>
                  <a:pt x="4271291" y="60433"/>
                </a:cubicBezTo>
                <a:cubicBezTo>
                  <a:pt x="4248039" y="38351"/>
                  <a:pt x="4226531" y="18014"/>
                  <a:pt x="4182934" y="18014"/>
                </a:cubicBezTo>
                <a:cubicBezTo>
                  <a:pt x="4140554" y="18014"/>
                  <a:pt x="4119074" y="38351"/>
                  <a:pt x="4095853" y="60433"/>
                </a:cubicBezTo>
                <a:cubicBezTo>
                  <a:pt x="4072050" y="83095"/>
                  <a:pt x="4046506" y="108081"/>
                  <a:pt x="3995418" y="108081"/>
                </a:cubicBezTo>
                <a:cubicBezTo>
                  <a:pt x="3944910" y="108081"/>
                  <a:pt x="3919366" y="83095"/>
                  <a:pt x="3896144" y="60433"/>
                </a:cubicBezTo>
                <a:cubicBezTo>
                  <a:pt x="3872922" y="38351"/>
                  <a:pt x="3851442" y="18014"/>
                  <a:pt x="3807901" y="18014"/>
                </a:cubicBezTo>
                <a:cubicBezTo>
                  <a:pt x="3765521" y="18014"/>
                  <a:pt x="3744041" y="38351"/>
                  <a:pt x="3720819" y="60433"/>
                </a:cubicBezTo>
                <a:cubicBezTo>
                  <a:pt x="3697597" y="83095"/>
                  <a:pt x="3671472" y="108081"/>
                  <a:pt x="3620384" y="108081"/>
                </a:cubicBezTo>
                <a:cubicBezTo>
                  <a:pt x="3570393" y="108081"/>
                  <a:pt x="3544235" y="83095"/>
                  <a:pt x="3520983" y="60433"/>
                </a:cubicBezTo>
                <a:cubicBezTo>
                  <a:pt x="3497731" y="38351"/>
                  <a:pt x="3476224" y="18014"/>
                  <a:pt x="3432627" y="18014"/>
                </a:cubicBezTo>
                <a:cubicBezTo>
                  <a:pt x="3390247" y="18014"/>
                  <a:pt x="3368766" y="38351"/>
                  <a:pt x="3345545" y="60433"/>
                </a:cubicBezTo>
                <a:cubicBezTo>
                  <a:pt x="3322323" y="83095"/>
                  <a:pt x="3296198" y="108081"/>
                  <a:pt x="3245110" y="108081"/>
                </a:cubicBezTo>
                <a:cubicBezTo>
                  <a:pt x="3195156" y="108081"/>
                  <a:pt x="3169018" y="83095"/>
                  <a:pt x="3145784" y="60433"/>
                </a:cubicBezTo>
                <a:cubicBezTo>
                  <a:pt x="3122549" y="38351"/>
                  <a:pt x="3101058" y="18014"/>
                  <a:pt x="3058075" y="18014"/>
                </a:cubicBezTo>
                <a:cubicBezTo>
                  <a:pt x="3015114" y="18014"/>
                  <a:pt x="2993634" y="38351"/>
                  <a:pt x="2970412" y="60433"/>
                </a:cubicBezTo>
                <a:cubicBezTo>
                  <a:pt x="2947190" y="83095"/>
                  <a:pt x="2921066" y="108081"/>
                  <a:pt x="2870558" y="108081"/>
                </a:cubicBezTo>
                <a:lnTo>
                  <a:pt x="2870035" y="108065"/>
                </a:lnTo>
                <a:lnTo>
                  <a:pt x="2870035" y="108081"/>
                </a:lnTo>
                <a:cubicBezTo>
                  <a:pt x="2819528" y="108081"/>
                  <a:pt x="2793984" y="83095"/>
                  <a:pt x="2770283" y="60433"/>
                </a:cubicBezTo>
                <a:cubicBezTo>
                  <a:pt x="2757584" y="48357"/>
                  <a:pt x="2745405" y="36803"/>
                  <a:pt x="2729949" y="28811"/>
                </a:cubicBezTo>
                <a:lnTo>
                  <a:pt x="2720460" y="24561"/>
                </a:lnTo>
                <a:lnTo>
                  <a:pt x="2719464" y="24221"/>
                </a:lnTo>
                <a:lnTo>
                  <a:pt x="2709743" y="21175"/>
                </a:lnTo>
                <a:lnTo>
                  <a:pt x="2707415" y="20723"/>
                </a:lnTo>
                <a:lnTo>
                  <a:pt x="2697769" y="18931"/>
                </a:lnTo>
                <a:lnTo>
                  <a:pt x="2682620" y="18014"/>
                </a:lnTo>
                <a:lnTo>
                  <a:pt x="2667476" y="18931"/>
                </a:lnTo>
                <a:cubicBezTo>
                  <a:pt x="2634328" y="23125"/>
                  <a:pt x="2615699" y="41112"/>
                  <a:pt x="2594845" y="60433"/>
                </a:cubicBezTo>
                <a:cubicBezTo>
                  <a:pt x="2573047" y="81678"/>
                  <a:pt x="2548694" y="104967"/>
                  <a:pt x="2504065" y="107795"/>
                </a:cubicBezTo>
                <a:lnTo>
                  <a:pt x="2494863" y="108081"/>
                </a:lnTo>
                <a:lnTo>
                  <a:pt x="2485680" y="107795"/>
                </a:lnTo>
                <a:cubicBezTo>
                  <a:pt x="2441169" y="104967"/>
                  <a:pt x="2417324" y="81678"/>
                  <a:pt x="2395009" y="60433"/>
                </a:cubicBezTo>
                <a:cubicBezTo>
                  <a:pt x="2374690" y="41112"/>
                  <a:pt x="2355704" y="23125"/>
                  <a:pt x="2322495" y="18931"/>
                </a:cubicBezTo>
                <a:lnTo>
                  <a:pt x="2307347" y="18014"/>
                </a:lnTo>
                <a:lnTo>
                  <a:pt x="2292222" y="18931"/>
                </a:lnTo>
                <a:cubicBezTo>
                  <a:pt x="2259116" y="23125"/>
                  <a:pt x="2240511" y="41112"/>
                  <a:pt x="2219684" y="60433"/>
                </a:cubicBezTo>
                <a:cubicBezTo>
                  <a:pt x="2197913" y="81678"/>
                  <a:pt x="2173592" y="104967"/>
                  <a:pt x="2129020" y="107795"/>
                </a:cubicBezTo>
                <a:lnTo>
                  <a:pt x="2119830" y="108081"/>
                </a:lnTo>
                <a:lnTo>
                  <a:pt x="2110647" y="107795"/>
                </a:lnTo>
                <a:cubicBezTo>
                  <a:pt x="2066136" y="104967"/>
                  <a:pt x="2042291" y="81678"/>
                  <a:pt x="2019976" y="60433"/>
                </a:cubicBezTo>
                <a:cubicBezTo>
                  <a:pt x="1999657" y="41112"/>
                  <a:pt x="1980671" y="23125"/>
                  <a:pt x="1947462" y="18931"/>
                </a:cubicBezTo>
                <a:lnTo>
                  <a:pt x="1932313" y="18014"/>
                </a:lnTo>
                <a:lnTo>
                  <a:pt x="1917170" y="18931"/>
                </a:lnTo>
                <a:cubicBezTo>
                  <a:pt x="1884030" y="23125"/>
                  <a:pt x="1865465" y="41112"/>
                  <a:pt x="1845120" y="60433"/>
                </a:cubicBezTo>
                <a:cubicBezTo>
                  <a:pt x="1822776" y="81678"/>
                  <a:pt x="1798390" y="104967"/>
                  <a:pt x="1753758" y="107795"/>
                </a:cubicBezTo>
                <a:lnTo>
                  <a:pt x="1744556" y="108081"/>
                </a:lnTo>
                <a:lnTo>
                  <a:pt x="1735373" y="107795"/>
                </a:lnTo>
                <a:cubicBezTo>
                  <a:pt x="1690862" y="104967"/>
                  <a:pt x="1667017" y="81678"/>
                  <a:pt x="1644702" y="60433"/>
                </a:cubicBezTo>
                <a:cubicBezTo>
                  <a:pt x="1624383" y="41112"/>
                  <a:pt x="1605397" y="23125"/>
                  <a:pt x="1572188" y="18931"/>
                </a:cubicBezTo>
                <a:lnTo>
                  <a:pt x="1557040" y="18014"/>
                </a:lnTo>
                <a:lnTo>
                  <a:pt x="1541916" y="18931"/>
                </a:lnTo>
                <a:cubicBezTo>
                  <a:pt x="1508818" y="23125"/>
                  <a:pt x="1490277" y="41112"/>
                  <a:pt x="1469957" y="60433"/>
                </a:cubicBezTo>
                <a:cubicBezTo>
                  <a:pt x="1447643" y="81678"/>
                  <a:pt x="1423287" y="104967"/>
                  <a:pt x="1378713" y="107795"/>
                </a:cubicBezTo>
                <a:lnTo>
                  <a:pt x="1369523" y="108081"/>
                </a:lnTo>
                <a:lnTo>
                  <a:pt x="1360340" y="107795"/>
                </a:lnTo>
                <a:cubicBezTo>
                  <a:pt x="1315829" y="104967"/>
                  <a:pt x="1291984" y="81678"/>
                  <a:pt x="1269669" y="60433"/>
                </a:cubicBezTo>
                <a:cubicBezTo>
                  <a:pt x="1249350" y="41112"/>
                  <a:pt x="1230808" y="23125"/>
                  <a:pt x="1197322" y="18931"/>
                </a:cubicBezTo>
                <a:lnTo>
                  <a:pt x="1182007" y="18014"/>
                </a:lnTo>
                <a:lnTo>
                  <a:pt x="1166863" y="18931"/>
                </a:lnTo>
                <a:cubicBezTo>
                  <a:pt x="1133723" y="23125"/>
                  <a:pt x="1115158" y="41112"/>
                  <a:pt x="1094813" y="60433"/>
                </a:cubicBezTo>
                <a:cubicBezTo>
                  <a:pt x="1072469" y="81678"/>
                  <a:pt x="1048593" y="104967"/>
                  <a:pt x="1003547" y="107795"/>
                </a:cubicBezTo>
                <a:lnTo>
                  <a:pt x="994249" y="108081"/>
                </a:lnTo>
                <a:lnTo>
                  <a:pt x="985066" y="107795"/>
                </a:lnTo>
                <a:cubicBezTo>
                  <a:pt x="940556" y="104967"/>
                  <a:pt x="916710" y="81678"/>
                  <a:pt x="894395" y="60433"/>
                </a:cubicBezTo>
                <a:cubicBezTo>
                  <a:pt x="874076" y="41112"/>
                  <a:pt x="855535" y="23125"/>
                  <a:pt x="822048" y="18931"/>
                </a:cubicBezTo>
                <a:lnTo>
                  <a:pt x="806733" y="18014"/>
                </a:lnTo>
                <a:lnTo>
                  <a:pt x="791609" y="18931"/>
                </a:lnTo>
                <a:cubicBezTo>
                  <a:pt x="758511" y="23125"/>
                  <a:pt x="739970" y="41112"/>
                  <a:pt x="719651" y="60433"/>
                </a:cubicBezTo>
                <a:cubicBezTo>
                  <a:pt x="697336" y="81678"/>
                  <a:pt x="673490" y="104967"/>
                  <a:pt x="628501" y="107795"/>
                </a:cubicBezTo>
                <a:lnTo>
                  <a:pt x="619216" y="108081"/>
                </a:lnTo>
                <a:lnTo>
                  <a:pt x="610033" y="107795"/>
                </a:lnTo>
                <a:cubicBezTo>
                  <a:pt x="565522" y="104967"/>
                  <a:pt x="541677" y="81678"/>
                  <a:pt x="519362" y="60433"/>
                </a:cubicBezTo>
                <a:cubicBezTo>
                  <a:pt x="499043" y="41112"/>
                  <a:pt x="480501" y="23125"/>
                  <a:pt x="447015" y="18931"/>
                </a:cubicBezTo>
                <a:lnTo>
                  <a:pt x="431700" y="18014"/>
                </a:lnTo>
                <a:lnTo>
                  <a:pt x="416557" y="18931"/>
                </a:lnTo>
                <a:cubicBezTo>
                  <a:pt x="383416" y="23125"/>
                  <a:pt x="364851" y="41112"/>
                  <a:pt x="344506" y="60433"/>
                </a:cubicBezTo>
                <a:cubicBezTo>
                  <a:pt x="322163" y="81678"/>
                  <a:pt x="298286" y="104967"/>
                  <a:pt x="253240" y="107795"/>
                </a:cubicBezTo>
                <a:lnTo>
                  <a:pt x="243942" y="108081"/>
                </a:lnTo>
                <a:lnTo>
                  <a:pt x="234759" y="107795"/>
                </a:lnTo>
                <a:cubicBezTo>
                  <a:pt x="190248" y="104967"/>
                  <a:pt x="166403" y="81678"/>
                  <a:pt x="144088" y="60433"/>
                </a:cubicBezTo>
                <a:cubicBezTo>
                  <a:pt x="123769" y="41112"/>
                  <a:pt x="105228" y="23125"/>
                  <a:pt x="71741" y="18931"/>
                </a:cubicBezTo>
                <a:lnTo>
                  <a:pt x="56426" y="18014"/>
                </a:lnTo>
                <a:lnTo>
                  <a:pt x="41302" y="18931"/>
                </a:lnTo>
                <a:cubicBezTo>
                  <a:pt x="24753" y="21028"/>
                  <a:pt x="11843" y="26573"/>
                  <a:pt x="531" y="34009"/>
                </a:cubicBezTo>
                <a:lnTo>
                  <a:pt x="0" y="34459"/>
                </a:lnTo>
                <a:lnTo>
                  <a:pt x="0" y="14056"/>
                </a:lnTo>
                <a:lnTo>
                  <a:pt x="17435" y="5892"/>
                </a:lnTo>
                <a:cubicBezTo>
                  <a:pt x="26279" y="2979"/>
                  <a:pt x="36115" y="993"/>
                  <a:pt x="47242" y="286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B3B4A0-C375-41A6-AA76-9E9EE3A79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711200" y="720000"/>
            <a:ext cx="8161338" cy="5400000"/>
          </a:xfrm>
        </p:spPr>
        <p:txBody>
          <a:bodyPr/>
          <a:lstStyle>
            <a:lvl1pPr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Agenda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9DB0BE-FFDF-4726-A8E3-C15E93C2948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53BA66-85EC-4FD7-8E8E-3438C4C8F833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D3123-D89C-4D05-9A62-10CE0DB94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7B81D1-62F3-4691-B3C5-D8A0B4A2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66808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EA74CC-E8A6-48E2-88B8-74E4C88F0E20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2CDDE27-C513-441F-8BF3-10AEF57FCC06}"/>
              </a:ext>
            </a:extLst>
          </p:cNvPr>
          <p:cNvSpPr>
            <a:spLocks/>
          </p:cNvSpPr>
          <p:nvPr/>
        </p:nvSpPr>
        <p:spPr bwMode="auto">
          <a:xfrm>
            <a:off x="-3601" y="5819354"/>
            <a:ext cx="2961114" cy="1038646"/>
          </a:xfrm>
          <a:custGeom>
            <a:avLst/>
            <a:gdLst>
              <a:gd name="connsiteX0" fmla="*/ 2773597 w 2961114"/>
              <a:gd name="connsiteY0" fmla="*/ 1000651 h 1038646"/>
              <a:gd name="connsiteX1" fmla="*/ 2833756 w 2961114"/>
              <a:gd name="connsiteY1" fmla="*/ 1015701 h 1038646"/>
              <a:gd name="connsiteX2" fmla="*/ 2862165 w 2961114"/>
              <a:gd name="connsiteY2" fmla="*/ 1038646 h 1038646"/>
              <a:gd name="connsiteX3" fmla="*/ 2833703 w 2961114"/>
              <a:gd name="connsiteY3" fmla="*/ 1038646 h 1038646"/>
              <a:gd name="connsiteX4" fmla="*/ 2824830 w 2961114"/>
              <a:gd name="connsiteY4" fmla="*/ 1031404 h 1038646"/>
              <a:gd name="connsiteX5" fmla="*/ 2773597 w 2961114"/>
              <a:gd name="connsiteY5" fmla="*/ 1018681 h 1038646"/>
              <a:gd name="connsiteX6" fmla="*/ 2722516 w 2961114"/>
              <a:gd name="connsiteY6" fmla="*/ 1031404 h 1038646"/>
              <a:gd name="connsiteX7" fmla="*/ 2713579 w 2961114"/>
              <a:gd name="connsiteY7" fmla="*/ 1038646 h 1038646"/>
              <a:gd name="connsiteX8" fmla="*/ 2685056 w 2961114"/>
              <a:gd name="connsiteY8" fmla="*/ 1038646 h 1038646"/>
              <a:gd name="connsiteX9" fmla="*/ 2713579 w 2961114"/>
              <a:gd name="connsiteY9" fmla="*/ 1015919 h 1038646"/>
              <a:gd name="connsiteX10" fmla="*/ 2773597 w 2961114"/>
              <a:gd name="connsiteY10" fmla="*/ 1000651 h 1038646"/>
              <a:gd name="connsiteX11" fmla="*/ 2398323 w 2961114"/>
              <a:gd name="connsiteY11" fmla="*/ 1000651 h 1038646"/>
              <a:gd name="connsiteX12" fmla="*/ 2458482 w 2961114"/>
              <a:gd name="connsiteY12" fmla="*/ 1015701 h 1038646"/>
              <a:gd name="connsiteX13" fmla="*/ 2486891 w 2961114"/>
              <a:gd name="connsiteY13" fmla="*/ 1038646 h 1038646"/>
              <a:gd name="connsiteX14" fmla="*/ 2458428 w 2961114"/>
              <a:gd name="connsiteY14" fmla="*/ 1038646 h 1038646"/>
              <a:gd name="connsiteX15" fmla="*/ 2449556 w 2961114"/>
              <a:gd name="connsiteY15" fmla="*/ 1031404 h 1038646"/>
              <a:gd name="connsiteX16" fmla="*/ 2398323 w 2961114"/>
              <a:gd name="connsiteY16" fmla="*/ 1018681 h 1038646"/>
              <a:gd name="connsiteX17" fmla="*/ 2347307 w 2961114"/>
              <a:gd name="connsiteY17" fmla="*/ 1031404 h 1038646"/>
              <a:gd name="connsiteX18" fmla="*/ 2338382 w 2961114"/>
              <a:gd name="connsiteY18" fmla="*/ 1038646 h 1038646"/>
              <a:gd name="connsiteX19" fmla="*/ 2309895 w 2961114"/>
              <a:gd name="connsiteY19" fmla="*/ 1038646 h 1038646"/>
              <a:gd name="connsiteX20" fmla="*/ 2338382 w 2961114"/>
              <a:gd name="connsiteY20" fmla="*/ 1015919 h 1038646"/>
              <a:gd name="connsiteX21" fmla="*/ 2398323 w 2961114"/>
              <a:gd name="connsiteY21" fmla="*/ 1000651 h 1038646"/>
              <a:gd name="connsiteX22" fmla="*/ 2023289 w 2961114"/>
              <a:gd name="connsiteY22" fmla="*/ 1000651 h 1038646"/>
              <a:gd name="connsiteX23" fmla="*/ 2083521 w 2961114"/>
              <a:gd name="connsiteY23" fmla="*/ 1015701 h 1038646"/>
              <a:gd name="connsiteX24" fmla="*/ 2112293 w 2961114"/>
              <a:gd name="connsiteY24" fmla="*/ 1038646 h 1038646"/>
              <a:gd name="connsiteX25" fmla="*/ 2083395 w 2961114"/>
              <a:gd name="connsiteY25" fmla="*/ 1038646 h 1038646"/>
              <a:gd name="connsiteX26" fmla="*/ 2074523 w 2961114"/>
              <a:gd name="connsiteY26" fmla="*/ 1031404 h 1038646"/>
              <a:gd name="connsiteX27" fmla="*/ 2023289 w 2961114"/>
              <a:gd name="connsiteY27" fmla="*/ 1018681 h 1038646"/>
              <a:gd name="connsiteX28" fmla="*/ 1972281 w 2961114"/>
              <a:gd name="connsiteY28" fmla="*/ 1031404 h 1038646"/>
              <a:gd name="connsiteX29" fmla="*/ 1963468 w 2961114"/>
              <a:gd name="connsiteY29" fmla="*/ 1038646 h 1038646"/>
              <a:gd name="connsiteX30" fmla="*/ 1934748 w 2961114"/>
              <a:gd name="connsiteY30" fmla="*/ 1038646 h 1038646"/>
              <a:gd name="connsiteX31" fmla="*/ 1963271 w 2961114"/>
              <a:gd name="connsiteY31" fmla="*/ 1015919 h 1038646"/>
              <a:gd name="connsiteX32" fmla="*/ 2023289 w 2961114"/>
              <a:gd name="connsiteY32" fmla="*/ 1000651 h 1038646"/>
              <a:gd name="connsiteX33" fmla="*/ 1648015 w 2961114"/>
              <a:gd name="connsiteY33" fmla="*/ 1000651 h 1038646"/>
              <a:gd name="connsiteX34" fmla="*/ 1708247 w 2961114"/>
              <a:gd name="connsiteY34" fmla="*/ 1015701 h 1038646"/>
              <a:gd name="connsiteX35" fmla="*/ 1737018 w 2961114"/>
              <a:gd name="connsiteY35" fmla="*/ 1038646 h 1038646"/>
              <a:gd name="connsiteX36" fmla="*/ 1708120 w 2961114"/>
              <a:gd name="connsiteY36" fmla="*/ 1038646 h 1038646"/>
              <a:gd name="connsiteX37" fmla="*/ 1699248 w 2961114"/>
              <a:gd name="connsiteY37" fmla="*/ 1031404 h 1038646"/>
              <a:gd name="connsiteX38" fmla="*/ 1648015 w 2961114"/>
              <a:gd name="connsiteY38" fmla="*/ 1018681 h 1038646"/>
              <a:gd name="connsiteX39" fmla="*/ 1597073 w 2961114"/>
              <a:gd name="connsiteY39" fmla="*/ 1031404 h 1038646"/>
              <a:gd name="connsiteX40" fmla="*/ 1588271 w 2961114"/>
              <a:gd name="connsiteY40" fmla="*/ 1038646 h 1038646"/>
              <a:gd name="connsiteX41" fmla="*/ 1559588 w 2961114"/>
              <a:gd name="connsiteY41" fmla="*/ 1038646 h 1038646"/>
              <a:gd name="connsiteX42" fmla="*/ 1588074 w 2961114"/>
              <a:gd name="connsiteY42" fmla="*/ 1015919 h 1038646"/>
              <a:gd name="connsiteX43" fmla="*/ 1648015 w 2961114"/>
              <a:gd name="connsiteY43" fmla="*/ 1000651 h 1038646"/>
              <a:gd name="connsiteX44" fmla="*/ 1272981 w 2961114"/>
              <a:gd name="connsiteY44" fmla="*/ 1000651 h 1038646"/>
              <a:gd name="connsiteX45" fmla="*/ 1333431 w 2961114"/>
              <a:gd name="connsiteY45" fmla="*/ 1015701 h 1038646"/>
              <a:gd name="connsiteX46" fmla="*/ 1362047 w 2961114"/>
              <a:gd name="connsiteY46" fmla="*/ 1038646 h 1038646"/>
              <a:gd name="connsiteX47" fmla="*/ 1333252 w 2961114"/>
              <a:gd name="connsiteY47" fmla="*/ 1038646 h 1038646"/>
              <a:gd name="connsiteX48" fmla="*/ 1324432 w 2961114"/>
              <a:gd name="connsiteY48" fmla="*/ 1031404 h 1038646"/>
              <a:gd name="connsiteX49" fmla="*/ 1272981 w 2961114"/>
              <a:gd name="connsiteY49" fmla="*/ 1018681 h 1038646"/>
              <a:gd name="connsiteX50" fmla="*/ 1221973 w 2961114"/>
              <a:gd name="connsiteY50" fmla="*/ 1031404 h 1038646"/>
              <a:gd name="connsiteX51" fmla="*/ 1213161 w 2961114"/>
              <a:gd name="connsiteY51" fmla="*/ 1038646 h 1038646"/>
              <a:gd name="connsiteX52" fmla="*/ 1184441 w 2961114"/>
              <a:gd name="connsiteY52" fmla="*/ 1038646 h 1038646"/>
              <a:gd name="connsiteX53" fmla="*/ 1212963 w 2961114"/>
              <a:gd name="connsiteY53" fmla="*/ 1015919 h 1038646"/>
              <a:gd name="connsiteX54" fmla="*/ 1272981 w 2961114"/>
              <a:gd name="connsiteY54" fmla="*/ 1000651 h 1038646"/>
              <a:gd name="connsiteX55" fmla="*/ 897707 w 2961114"/>
              <a:gd name="connsiteY55" fmla="*/ 1000651 h 1038646"/>
              <a:gd name="connsiteX56" fmla="*/ 958156 w 2961114"/>
              <a:gd name="connsiteY56" fmla="*/ 1015701 h 1038646"/>
              <a:gd name="connsiteX57" fmla="*/ 986772 w 2961114"/>
              <a:gd name="connsiteY57" fmla="*/ 1038646 h 1038646"/>
              <a:gd name="connsiteX58" fmla="*/ 957977 w 2961114"/>
              <a:gd name="connsiteY58" fmla="*/ 1038646 h 1038646"/>
              <a:gd name="connsiteX59" fmla="*/ 949158 w 2961114"/>
              <a:gd name="connsiteY59" fmla="*/ 1031404 h 1038646"/>
              <a:gd name="connsiteX60" fmla="*/ 897707 w 2961114"/>
              <a:gd name="connsiteY60" fmla="*/ 1018681 h 1038646"/>
              <a:gd name="connsiteX61" fmla="*/ 846765 w 2961114"/>
              <a:gd name="connsiteY61" fmla="*/ 1031404 h 1038646"/>
              <a:gd name="connsiteX62" fmla="*/ 837964 w 2961114"/>
              <a:gd name="connsiteY62" fmla="*/ 1038646 h 1038646"/>
              <a:gd name="connsiteX63" fmla="*/ 809280 w 2961114"/>
              <a:gd name="connsiteY63" fmla="*/ 1038646 h 1038646"/>
              <a:gd name="connsiteX64" fmla="*/ 837766 w 2961114"/>
              <a:gd name="connsiteY64" fmla="*/ 1015919 h 1038646"/>
              <a:gd name="connsiteX65" fmla="*/ 897707 w 2961114"/>
              <a:gd name="connsiteY65" fmla="*/ 1000651 h 1038646"/>
              <a:gd name="connsiteX66" fmla="*/ 522674 w 2961114"/>
              <a:gd name="connsiteY66" fmla="*/ 1000651 h 1038646"/>
              <a:gd name="connsiteX67" fmla="*/ 583124 w 2961114"/>
              <a:gd name="connsiteY67" fmla="*/ 1015701 h 1038646"/>
              <a:gd name="connsiteX68" fmla="*/ 611740 w 2961114"/>
              <a:gd name="connsiteY68" fmla="*/ 1038646 h 1038646"/>
              <a:gd name="connsiteX69" fmla="*/ 582944 w 2961114"/>
              <a:gd name="connsiteY69" fmla="*/ 1038646 h 1038646"/>
              <a:gd name="connsiteX70" fmla="*/ 574125 w 2961114"/>
              <a:gd name="connsiteY70" fmla="*/ 1031404 h 1038646"/>
              <a:gd name="connsiteX71" fmla="*/ 522674 w 2961114"/>
              <a:gd name="connsiteY71" fmla="*/ 1018681 h 1038646"/>
              <a:gd name="connsiteX72" fmla="*/ 471666 w 2961114"/>
              <a:gd name="connsiteY72" fmla="*/ 1031404 h 1038646"/>
              <a:gd name="connsiteX73" fmla="*/ 462853 w 2961114"/>
              <a:gd name="connsiteY73" fmla="*/ 1038646 h 1038646"/>
              <a:gd name="connsiteX74" fmla="*/ 434133 w 2961114"/>
              <a:gd name="connsiteY74" fmla="*/ 1038646 h 1038646"/>
              <a:gd name="connsiteX75" fmla="*/ 462656 w 2961114"/>
              <a:gd name="connsiteY75" fmla="*/ 1015919 h 1038646"/>
              <a:gd name="connsiteX76" fmla="*/ 522674 w 2961114"/>
              <a:gd name="connsiteY76" fmla="*/ 1000651 h 1038646"/>
              <a:gd name="connsiteX77" fmla="*/ 147400 w 2961114"/>
              <a:gd name="connsiteY77" fmla="*/ 1000651 h 1038646"/>
              <a:gd name="connsiteX78" fmla="*/ 207849 w 2961114"/>
              <a:gd name="connsiteY78" fmla="*/ 1015701 h 1038646"/>
              <a:gd name="connsiteX79" fmla="*/ 236465 w 2961114"/>
              <a:gd name="connsiteY79" fmla="*/ 1038646 h 1038646"/>
              <a:gd name="connsiteX80" fmla="*/ 207670 w 2961114"/>
              <a:gd name="connsiteY80" fmla="*/ 1038646 h 1038646"/>
              <a:gd name="connsiteX81" fmla="*/ 198851 w 2961114"/>
              <a:gd name="connsiteY81" fmla="*/ 1031404 h 1038646"/>
              <a:gd name="connsiteX82" fmla="*/ 147400 w 2961114"/>
              <a:gd name="connsiteY82" fmla="*/ 1018681 h 1038646"/>
              <a:gd name="connsiteX83" fmla="*/ 96457 w 2961114"/>
              <a:gd name="connsiteY83" fmla="*/ 1031404 h 1038646"/>
              <a:gd name="connsiteX84" fmla="*/ 87656 w 2961114"/>
              <a:gd name="connsiteY84" fmla="*/ 1038646 h 1038646"/>
              <a:gd name="connsiteX85" fmla="*/ 58972 w 2961114"/>
              <a:gd name="connsiteY85" fmla="*/ 1038646 h 1038646"/>
              <a:gd name="connsiteX86" fmla="*/ 87458 w 2961114"/>
              <a:gd name="connsiteY86" fmla="*/ 1015919 h 1038646"/>
              <a:gd name="connsiteX87" fmla="*/ 147400 w 2961114"/>
              <a:gd name="connsiteY87" fmla="*/ 1000651 h 1038646"/>
              <a:gd name="connsiteX88" fmla="*/ 147400 w 2961114"/>
              <a:gd name="connsiteY88" fmla="*/ 900273 h 1038646"/>
              <a:gd name="connsiteX89" fmla="*/ 247834 w 2961114"/>
              <a:gd name="connsiteY89" fmla="*/ 947279 h 1038646"/>
              <a:gd name="connsiteX90" fmla="*/ 334917 w 2961114"/>
              <a:gd name="connsiteY90" fmla="*/ 989642 h 1038646"/>
              <a:gd name="connsiteX91" fmla="*/ 422692 w 2961114"/>
              <a:gd name="connsiteY91" fmla="*/ 947279 h 1038646"/>
              <a:gd name="connsiteX92" fmla="*/ 522674 w 2961114"/>
              <a:gd name="connsiteY92" fmla="*/ 900273 h 1038646"/>
              <a:gd name="connsiteX93" fmla="*/ 623109 w 2961114"/>
              <a:gd name="connsiteY93" fmla="*/ 947279 h 1038646"/>
              <a:gd name="connsiteX94" fmla="*/ 710190 w 2961114"/>
              <a:gd name="connsiteY94" fmla="*/ 989642 h 1038646"/>
              <a:gd name="connsiteX95" fmla="*/ 797854 w 2961114"/>
              <a:gd name="connsiteY95" fmla="*/ 947279 h 1038646"/>
              <a:gd name="connsiteX96" fmla="*/ 897707 w 2961114"/>
              <a:gd name="connsiteY96" fmla="*/ 900273 h 1038646"/>
              <a:gd name="connsiteX97" fmla="*/ 998141 w 2961114"/>
              <a:gd name="connsiteY97" fmla="*/ 947279 h 1038646"/>
              <a:gd name="connsiteX98" fmla="*/ 1085224 w 2961114"/>
              <a:gd name="connsiteY98" fmla="*/ 989642 h 1038646"/>
              <a:gd name="connsiteX99" fmla="*/ 1173000 w 2961114"/>
              <a:gd name="connsiteY99" fmla="*/ 947279 h 1038646"/>
              <a:gd name="connsiteX100" fmla="*/ 1272981 w 2961114"/>
              <a:gd name="connsiteY100" fmla="*/ 900273 h 1038646"/>
              <a:gd name="connsiteX101" fmla="*/ 1373416 w 2961114"/>
              <a:gd name="connsiteY101" fmla="*/ 947279 h 1038646"/>
              <a:gd name="connsiteX102" fmla="*/ 1460498 w 2961114"/>
              <a:gd name="connsiteY102" fmla="*/ 989642 h 1038646"/>
              <a:gd name="connsiteX103" fmla="*/ 1548162 w 2961114"/>
              <a:gd name="connsiteY103" fmla="*/ 947279 h 1038646"/>
              <a:gd name="connsiteX104" fmla="*/ 1648015 w 2961114"/>
              <a:gd name="connsiteY104" fmla="*/ 900273 h 1038646"/>
              <a:gd name="connsiteX105" fmla="*/ 1748449 w 2961114"/>
              <a:gd name="connsiteY105" fmla="*/ 947279 h 1038646"/>
              <a:gd name="connsiteX106" fmla="*/ 1835532 w 2961114"/>
              <a:gd name="connsiteY106" fmla="*/ 989642 h 1038646"/>
              <a:gd name="connsiteX107" fmla="*/ 1923307 w 2961114"/>
              <a:gd name="connsiteY107" fmla="*/ 947279 h 1038646"/>
              <a:gd name="connsiteX108" fmla="*/ 2023289 w 2961114"/>
              <a:gd name="connsiteY108" fmla="*/ 900273 h 1038646"/>
              <a:gd name="connsiteX109" fmla="*/ 2123724 w 2961114"/>
              <a:gd name="connsiteY109" fmla="*/ 947279 h 1038646"/>
              <a:gd name="connsiteX110" fmla="*/ 2210806 w 2961114"/>
              <a:gd name="connsiteY110" fmla="*/ 989642 h 1038646"/>
              <a:gd name="connsiteX111" fmla="*/ 2298469 w 2961114"/>
              <a:gd name="connsiteY111" fmla="*/ 947279 h 1038646"/>
              <a:gd name="connsiteX112" fmla="*/ 2398323 w 2961114"/>
              <a:gd name="connsiteY112" fmla="*/ 900273 h 1038646"/>
              <a:gd name="connsiteX113" fmla="*/ 2498177 w 2961114"/>
              <a:gd name="connsiteY113" fmla="*/ 947279 h 1038646"/>
              <a:gd name="connsiteX114" fmla="*/ 2585840 w 2961114"/>
              <a:gd name="connsiteY114" fmla="*/ 989642 h 1038646"/>
              <a:gd name="connsiteX115" fmla="*/ 2673615 w 2961114"/>
              <a:gd name="connsiteY115" fmla="*/ 947279 h 1038646"/>
              <a:gd name="connsiteX116" fmla="*/ 2773597 w 2961114"/>
              <a:gd name="connsiteY116" fmla="*/ 900273 h 1038646"/>
              <a:gd name="connsiteX117" fmla="*/ 2873451 w 2961114"/>
              <a:gd name="connsiteY117" fmla="*/ 947279 h 1038646"/>
              <a:gd name="connsiteX118" fmla="*/ 2961114 w 2961114"/>
              <a:gd name="connsiteY118" fmla="*/ 989642 h 1038646"/>
              <a:gd name="connsiteX119" fmla="*/ 2961114 w 2961114"/>
              <a:gd name="connsiteY119" fmla="*/ 1007632 h 1038646"/>
              <a:gd name="connsiteX120" fmla="*/ 2861260 w 2961114"/>
              <a:gd name="connsiteY120" fmla="*/ 960626 h 1038646"/>
              <a:gd name="connsiteX121" fmla="*/ 2773597 w 2961114"/>
              <a:gd name="connsiteY121" fmla="*/ 918263 h 1038646"/>
              <a:gd name="connsiteX122" fmla="*/ 2685822 w 2961114"/>
              <a:gd name="connsiteY122" fmla="*/ 960626 h 1038646"/>
              <a:gd name="connsiteX123" fmla="*/ 2585840 w 2961114"/>
              <a:gd name="connsiteY123" fmla="*/ 1007632 h 1038646"/>
              <a:gd name="connsiteX124" fmla="*/ 2485985 w 2961114"/>
              <a:gd name="connsiteY124" fmla="*/ 960626 h 1038646"/>
              <a:gd name="connsiteX125" fmla="*/ 2398323 w 2961114"/>
              <a:gd name="connsiteY125" fmla="*/ 918263 h 1038646"/>
              <a:gd name="connsiteX126" fmla="*/ 2310660 w 2961114"/>
              <a:gd name="connsiteY126" fmla="*/ 960626 h 1038646"/>
              <a:gd name="connsiteX127" fmla="*/ 2210806 w 2961114"/>
              <a:gd name="connsiteY127" fmla="*/ 1007632 h 1038646"/>
              <a:gd name="connsiteX128" fmla="*/ 2110953 w 2961114"/>
              <a:gd name="connsiteY128" fmla="*/ 960626 h 1038646"/>
              <a:gd name="connsiteX129" fmla="*/ 2023289 w 2961114"/>
              <a:gd name="connsiteY129" fmla="*/ 918263 h 1038646"/>
              <a:gd name="connsiteX130" fmla="*/ 1936095 w 2961114"/>
              <a:gd name="connsiteY130" fmla="*/ 960626 h 1038646"/>
              <a:gd name="connsiteX131" fmla="*/ 1835532 w 2961114"/>
              <a:gd name="connsiteY131" fmla="*/ 1007632 h 1038646"/>
              <a:gd name="connsiteX132" fmla="*/ 1735678 w 2961114"/>
              <a:gd name="connsiteY132" fmla="*/ 960626 h 1038646"/>
              <a:gd name="connsiteX133" fmla="*/ 1648015 w 2961114"/>
              <a:gd name="connsiteY133" fmla="*/ 918263 h 1038646"/>
              <a:gd name="connsiteX134" fmla="*/ 1560933 w 2961114"/>
              <a:gd name="connsiteY134" fmla="*/ 960626 h 1038646"/>
              <a:gd name="connsiteX135" fmla="*/ 1460498 w 2961114"/>
              <a:gd name="connsiteY135" fmla="*/ 1007632 h 1038646"/>
              <a:gd name="connsiteX136" fmla="*/ 1360645 w 2961114"/>
              <a:gd name="connsiteY136" fmla="*/ 960626 h 1038646"/>
              <a:gd name="connsiteX137" fmla="*/ 1272981 w 2961114"/>
              <a:gd name="connsiteY137" fmla="*/ 918263 h 1038646"/>
              <a:gd name="connsiteX138" fmla="*/ 1185788 w 2961114"/>
              <a:gd name="connsiteY138" fmla="*/ 960626 h 1038646"/>
              <a:gd name="connsiteX139" fmla="*/ 1085224 w 2961114"/>
              <a:gd name="connsiteY139" fmla="*/ 1007632 h 1038646"/>
              <a:gd name="connsiteX140" fmla="*/ 985370 w 2961114"/>
              <a:gd name="connsiteY140" fmla="*/ 960626 h 1038646"/>
              <a:gd name="connsiteX141" fmla="*/ 897707 w 2961114"/>
              <a:gd name="connsiteY141" fmla="*/ 918263 h 1038646"/>
              <a:gd name="connsiteX142" fmla="*/ 810626 w 2961114"/>
              <a:gd name="connsiteY142" fmla="*/ 960626 h 1038646"/>
              <a:gd name="connsiteX143" fmla="*/ 710190 w 2961114"/>
              <a:gd name="connsiteY143" fmla="*/ 1007632 h 1038646"/>
              <a:gd name="connsiteX144" fmla="*/ 610337 w 2961114"/>
              <a:gd name="connsiteY144" fmla="*/ 960626 h 1038646"/>
              <a:gd name="connsiteX145" fmla="*/ 522674 w 2961114"/>
              <a:gd name="connsiteY145" fmla="*/ 918263 h 1038646"/>
              <a:gd name="connsiteX146" fmla="*/ 435480 w 2961114"/>
              <a:gd name="connsiteY146" fmla="*/ 960626 h 1038646"/>
              <a:gd name="connsiteX147" fmla="*/ 334917 w 2961114"/>
              <a:gd name="connsiteY147" fmla="*/ 1007632 h 1038646"/>
              <a:gd name="connsiteX148" fmla="*/ 235062 w 2961114"/>
              <a:gd name="connsiteY148" fmla="*/ 960626 h 1038646"/>
              <a:gd name="connsiteX149" fmla="*/ 147400 w 2961114"/>
              <a:gd name="connsiteY149" fmla="*/ 918263 h 1038646"/>
              <a:gd name="connsiteX150" fmla="*/ 60318 w 2961114"/>
              <a:gd name="connsiteY150" fmla="*/ 960626 h 1038646"/>
              <a:gd name="connsiteX151" fmla="*/ 20333 w 2961114"/>
              <a:gd name="connsiteY151" fmla="*/ 992616 h 1038646"/>
              <a:gd name="connsiteX152" fmla="*/ 0 w 2961114"/>
              <a:gd name="connsiteY152" fmla="*/ 1000928 h 1038646"/>
              <a:gd name="connsiteX153" fmla="*/ 0 w 2961114"/>
              <a:gd name="connsiteY153" fmla="*/ 979744 h 1038646"/>
              <a:gd name="connsiteX154" fmla="*/ 11334 w 2961114"/>
              <a:gd name="connsiteY154" fmla="*/ 976948 h 1038646"/>
              <a:gd name="connsiteX155" fmla="*/ 47546 w 2961114"/>
              <a:gd name="connsiteY155" fmla="*/ 947279 h 1038646"/>
              <a:gd name="connsiteX156" fmla="*/ 147400 w 2961114"/>
              <a:gd name="connsiteY156" fmla="*/ 900273 h 1038646"/>
              <a:gd name="connsiteX157" fmla="*/ 147400 w 2961114"/>
              <a:gd name="connsiteY157" fmla="*/ 800136 h 1038646"/>
              <a:gd name="connsiteX158" fmla="*/ 247834 w 2961114"/>
              <a:gd name="connsiteY158" fmla="*/ 847784 h 1038646"/>
              <a:gd name="connsiteX159" fmla="*/ 334917 w 2961114"/>
              <a:gd name="connsiteY159" fmla="*/ 890203 h 1038646"/>
              <a:gd name="connsiteX160" fmla="*/ 422692 w 2961114"/>
              <a:gd name="connsiteY160" fmla="*/ 847784 h 1038646"/>
              <a:gd name="connsiteX161" fmla="*/ 522674 w 2961114"/>
              <a:gd name="connsiteY161" fmla="*/ 800136 h 1038646"/>
              <a:gd name="connsiteX162" fmla="*/ 623109 w 2961114"/>
              <a:gd name="connsiteY162" fmla="*/ 847784 h 1038646"/>
              <a:gd name="connsiteX163" fmla="*/ 710190 w 2961114"/>
              <a:gd name="connsiteY163" fmla="*/ 890203 h 1038646"/>
              <a:gd name="connsiteX164" fmla="*/ 797854 w 2961114"/>
              <a:gd name="connsiteY164" fmla="*/ 847784 h 1038646"/>
              <a:gd name="connsiteX165" fmla="*/ 897707 w 2961114"/>
              <a:gd name="connsiteY165" fmla="*/ 800136 h 1038646"/>
              <a:gd name="connsiteX166" fmla="*/ 998141 w 2961114"/>
              <a:gd name="connsiteY166" fmla="*/ 847784 h 1038646"/>
              <a:gd name="connsiteX167" fmla="*/ 1085224 w 2961114"/>
              <a:gd name="connsiteY167" fmla="*/ 890203 h 1038646"/>
              <a:gd name="connsiteX168" fmla="*/ 1173000 w 2961114"/>
              <a:gd name="connsiteY168" fmla="*/ 847784 h 1038646"/>
              <a:gd name="connsiteX169" fmla="*/ 1272981 w 2961114"/>
              <a:gd name="connsiteY169" fmla="*/ 800136 h 1038646"/>
              <a:gd name="connsiteX170" fmla="*/ 1373416 w 2961114"/>
              <a:gd name="connsiteY170" fmla="*/ 847784 h 1038646"/>
              <a:gd name="connsiteX171" fmla="*/ 1460498 w 2961114"/>
              <a:gd name="connsiteY171" fmla="*/ 890203 h 1038646"/>
              <a:gd name="connsiteX172" fmla="*/ 1548162 w 2961114"/>
              <a:gd name="connsiteY172" fmla="*/ 847784 h 1038646"/>
              <a:gd name="connsiteX173" fmla="*/ 1648015 w 2961114"/>
              <a:gd name="connsiteY173" fmla="*/ 800136 h 1038646"/>
              <a:gd name="connsiteX174" fmla="*/ 1748449 w 2961114"/>
              <a:gd name="connsiteY174" fmla="*/ 847784 h 1038646"/>
              <a:gd name="connsiteX175" fmla="*/ 1835532 w 2961114"/>
              <a:gd name="connsiteY175" fmla="*/ 890203 h 1038646"/>
              <a:gd name="connsiteX176" fmla="*/ 1923307 w 2961114"/>
              <a:gd name="connsiteY176" fmla="*/ 847784 h 1038646"/>
              <a:gd name="connsiteX177" fmla="*/ 2023289 w 2961114"/>
              <a:gd name="connsiteY177" fmla="*/ 800136 h 1038646"/>
              <a:gd name="connsiteX178" fmla="*/ 2123724 w 2961114"/>
              <a:gd name="connsiteY178" fmla="*/ 847784 h 1038646"/>
              <a:gd name="connsiteX179" fmla="*/ 2210806 w 2961114"/>
              <a:gd name="connsiteY179" fmla="*/ 890203 h 1038646"/>
              <a:gd name="connsiteX180" fmla="*/ 2298469 w 2961114"/>
              <a:gd name="connsiteY180" fmla="*/ 847784 h 1038646"/>
              <a:gd name="connsiteX181" fmla="*/ 2398323 w 2961114"/>
              <a:gd name="connsiteY181" fmla="*/ 800136 h 1038646"/>
              <a:gd name="connsiteX182" fmla="*/ 2498177 w 2961114"/>
              <a:gd name="connsiteY182" fmla="*/ 847784 h 1038646"/>
              <a:gd name="connsiteX183" fmla="*/ 2585840 w 2961114"/>
              <a:gd name="connsiteY183" fmla="*/ 890203 h 1038646"/>
              <a:gd name="connsiteX184" fmla="*/ 2673615 w 2961114"/>
              <a:gd name="connsiteY184" fmla="*/ 847784 h 1038646"/>
              <a:gd name="connsiteX185" fmla="*/ 2773597 w 2961114"/>
              <a:gd name="connsiteY185" fmla="*/ 800136 h 1038646"/>
              <a:gd name="connsiteX186" fmla="*/ 2873451 w 2961114"/>
              <a:gd name="connsiteY186" fmla="*/ 847784 h 1038646"/>
              <a:gd name="connsiteX187" fmla="*/ 2961114 w 2961114"/>
              <a:gd name="connsiteY187" fmla="*/ 890203 h 1038646"/>
              <a:gd name="connsiteX188" fmla="*/ 2961114 w 2961114"/>
              <a:gd name="connsiteY188" fmla="*/ 908217 h 1038646"/>
              <a:gd name="connsiteX189" fmla="*/ 2861260 w 2961114"/>
              <a:gd name="connsiteY189" fmla="*/ 860568 h 1038646"/>
              <a:gd name="connsiteX190" fmla="*/ 2773597 w 2961114"/>
              <a:gd name="connsiteY190" fmla="*/ 818149 h 1038646"/>
              <a:gd name="connsiteX191" fmla="*/ 2685822 w 2961114"/>
              <a:gd name="connsiteY191" fmla="*/ 860568 h 1038646"/>
              <a:gd name="connsiteX192" fmla="*/ 2585840 w 2961114"/>
              <a:gd name="connsiteY192" fmla="*/ 908217 h 1038646"/>
              <a:gd name="connsiteX193" fmla="*/ 2485985 w 2961114"/>
              <a:gd name="connsiteY193" fmla="*/ 860568 h 1038646"/>
              <a:gd name="connsiteX194" fmla="*/ 2398323 w 2961114"/>
              <a:gd name="connsiteY194" fmla="*/ 818149 h 1038646"/>
              <a:gd name="connsiteX195" fmla="*/ 2310660 w 2961114"/>
              <a:gd name="connsiteY195" fmla="*/ 860568 h 1038646"/>
              <a:gd name="connsiteX196" fmla="*/ 2210806 w 2961114"/>
              <a:gd name="connsiteY196" fmla="*/ 908217 h 1038646"/>
              <a:gd name="connsiteX197" fmla="*/ 2110953 w 2961114"/>
              <a:gd name="connsiteY197" fmla="*/ 860568 h 1038646"/>
              <a:gd name="connsiteX198" fmla="*/ 2023289 w 2961114"/>
              <a:gd name="connsiteY198" fmla="*/ 818149 h 1038646"/>
              <a:gd name="connsiteX199" fmla="*/ 1936095 w 2961114"/>
              <a:gd name="connsiteY199" fmla="*/ 860568 h 1038646"/>
              <a:gd name="connsiteX200" fmla="*/ 1835532 w 2961114"/>
              <a:gd name="connsiteY200" fmla="*/ 908217 h 1038646"/>
              <a:gd name="connsiteX201" fmla="*/ 1735678 w 2961114"/>
              <a:gd name="connsiteY201" fmla="*/ 860568 h 1038646"/>
              <a:gd name="connsiteX202" fmla="*/ 1648015 w 2961114"/>
              <a:gd name="connsiteY202" fmla="*/ 818149 h 1038646"/>
              <a:gd name="connsiteX203" fmla="*/ 1560933 w 2961114"/>
              <a:gd name="connsiteY203" fmla="*/ 860568 h 1038646"/>
              <a:gd name="connsiteX204" fmla="*/ 1460498 w 2961114"/>
              <a:gd name="connsiteY204" fmla="*/ 908217 h 1038646"/>
              <a:gd name="connsiteX205" fmla="*/ 1360645 w 2961114"/>
              <a:gd name="connsiteY205" fmla="*/ 860568 h 1038646"/>
              <a:gd name="connsiteX206" fmla="*/ 1272981 w 2961114"/>
              <a:gd name="connsiteY206" fmla="*/ 818149 h 1038646"/>
              <a:gd name="connsiteX207" fmla="*/ 1185788 w 2961114"/>
              <a:gd name="connsiteY207" fmla="*/ 860568 h 1038646"/>
              <a:gd name="connsiteX208" fmla="*/ 1085224 w 2961114"/>
              <a:gd name="connsiteY208" fmla="*/ 908217 h 1038646"/>
              <a:gd name="connsiteX209" fmla="*/ 985370 w 2961114"/>
              <a:gd name="connsiteY209" fmla="*/ 860568 h 1038646"/>
              <a:gd name="connsiteX210" fmla="*/ 897707 w 2961114"/>
              <a:gd name="connsiteY210" fmla="*/ 818149 h 1038646"/>
              <a:gd name="connsiteX211" fmla="*/ 810626 w 2961114"/>
              <a:gd name="connsiteY211" fmla="*/ 860568 h 1038646"/>
              <a:gd name="connsiteX212" fmla="*/ 710190 w 2961114"/>
              <a:gd name="connsiteY212" fmla="*/ 908217 h 1038646"/>
              <a:gd name="connsiteX213" fmla="*/ 610337 w 2961114"/>
              <a:gd name="connsiteY213" fmla="*/ 860568 h 1038646"/>
              <a:gd name="connsiteX214" fmla="*/ 522674 w 2961114"/>
              <a:gd name="connsiteY214" fmla="*/ 818149 h 1038646"/>
              <a:gd name="connsiteX215" fmla="*/ 435480 w 2961114"/>
              <a:gd name="connsiteY215" fmla="*/ 860568 h 1038646"/>
              <a:gd name="connsiteX216" fmla="*/ 334917 w 2961114"/>
              <a:gd name="connsiteY216" fmla="*/ 908217 h 1038646"/>
              <a:gd name="connsiteX217" fmla="*/ 235062 w 2961114"/>
              <a:gd name="connsiteY217" fmla="*/ 860568 h 1038646"/>
              <a:gd name="connsiteX218" fmla="*/ 147400 w 2961114"/>
              <a:gd name="connsiteY218" fmla="*/ 818149 h 1038646"/>
              <a:gd name="connsiteX219" fmla="*/ 60318 w 2961114"/>
              <a:gd name="connsiteY219" fmla="*/ 860568 h 1038646"/>
              <a:gd name="connsiteX220" fmla="*/ 20333 w 2961114"/>
              <a:gd name="connsiteY220" fmla="*/ 892891 h 1038646"/>
              <a:gd name="connsiteX221" fmla="*/ 0 w 2961114"/>
              <a:gd name="connsiteY221" fmla="*/ 901366 h 1038646"/>
              <a:gd name="connsiteX222" fmla="*/ 0 w 2961114"/>
              <a:gd name="connsiteY222" fmla="*/ 881981 h 1038646"/>
              <a:gd name="connsiteX223" fmla="*/ 11334 w 2961114"/>
              <a:gd name="connsiteY223" fmla="*/ 877274 h 1038646"/>
              <a:gd name="connsiteX224" fmla="*/ 47546 w 2961114"/>
              <a:gd name="connsiteY224" fmla="*/ 847784 h 1038646"/>
              <a:gd name="connsiteX225" fmla="*/ 147400 w 2961114"/>
              <a:gd name="connsiteY225" fmla="*/ 800136 h 1038646"/>
              <a:gd name="connsiteX226" fmla="*/ 147400 w 2961114"/>
              <a:gd name="connsiteY226" fmla="*/ 700961 h 1038646"/>
              <a:gd name="connsiteX227" fmla="*/ 247834 w 2961114"/>
              <a:gd name="connsiteY227" fmla="*/ 747967 h 1038646"/>
              <a:gd name="connsiteX228" fmla="*/ 334917 w 2961114"/>
              <a:gd name="connsiteY228" fmla="*/ 790330 h 1038646"/>
              <a:gd name="connsiteX229" fmla="*/ 422692 w 2961114"/>
              <a:gd name="connsiteY229" fmla="*/ 747967 h 1038646"/>
              <a:gd name="connsiteX230" fmla="*/ 522674 w 2961114"/>
              <a:gd name="connsiteY230" fmla="*/ 700961 h 1038646"/>
              <a:gd name="connsiteX231" fmla="*/ 623109 w 2961114"/>
              <a:gd name="connsiteY231" fmla="*/ 747967 h 1038646"/>
              <a:gd name="connsiteX232" fmla="*/ 710190 w 2961114"/>
              <a:gd name="connsiteY232" fmla="*/ 790330 h 1038646"/>
              <a:gd name="connsiteX233" fmla="*/ 797854 w 2961114"/>
              <a:gd name="connsiteY233" fmla="*/ 747967 h 1038646"/>
              <a:gd name="connsiteX234" fmla="*/ 897707 w 2961114"/>
              <a:gd name="connsiteY234" fmla="*/ 700961 h 1038646"/>
              <a:gd name="connsiteX235" fmla="*/ 998141 w 2961114"/>
              <a:gd name="connsiteY235" fmla="*/ 747967 h 1038646"/>
              <a:gd name="connsiteX236" fmla="*/ 1085224 w 2961114"/>
              <a:gd name="connsiteY236" fmla="*/ 790330 h 1038646"/>
              <a:gd name="connsiteX237" fmla="*/ 1173000 w 2961114"/>
              <a:gd name="connsiteY237" fmla="*/ 747967 h 1038646"/>
              <a:gd name="connsiteX238" fmla="*/ 1272981 w 2961114"/>
              <a:gd name="connsiteY238" fmla="*/ 700961 h 1038646"/>
              <a:gd name="connsiteX239" fmla="*/ 1373416 w 2961114"/>
              <a:gd name="connsiteY239" fmla="*/ 747967 h 1038646"/>
              <a:gd name="connsiteX240" fmla="*/ 1460498 w 2961114"/>
              <a:gd name="connsiteY240" fmla="*/ 790330 h 1038646"/>
              <a:gd name="connsiteX241" fmla="*/ 1548162 w 2961114"/>
              <a:gd name="connsiteY241" fmla="*/ 747967 h 1038646"/>
              <a:gd name="connsiteX242" fmla="*/ 1648015 w 2961114"/>
              <a:gd name="connsiteY242" fmla="*/ 700961 h 1038646"/>
              <a:gd name="connsiteX243" fmla="*/ 1748449 w 2961114"/>
              <a:gd name="connsiteY243" fmla="*/ 747967 h 1038646"/>
              <a:gd name="connsiteX244" fmla="*/ 1835532 w 2961114"/>
              <a:gd name="connsiteY244" fmla="*/ 790330 h 1038646"/>
              <a:gd name="connsiteX245" fmla="*/ 1923307 w 2961114"/>
              <a:gd name="connsiteY245" fmla="*/ 747967 h 1038646"/>
              <a:gd name="connsiteX246" fmla="*/ 2023289 w 2961114"/>
              <a:gd name="connsiteY246" fmla="*/ 700961 h 1038646"/>
              <a:gd name="connsiteX247" fmla="*/ 2123724 w 2961114"/>
              <a:gd name="connsiteY247" fmla="*/ 747967 h 1038646"/>
              <a:gd name="connsiteX248" fmla="*/ 2210806 w 2961114"/>
              <a:gd name="connsiteY248" fmla="*/ 790330 h 1038646"/>
              <a:gd name="connsiteX249" fmla="*/ 2298469 w 2961114"/>
              <a:gd name="connsiteY249" fmla="*/ 747967 h 1038646"/>
              <a:gd name="connsiteX250" fmla="*/ 2398323 w 2961114"/>
              <a:gd name="connsiteY250" fmla="*/ 700961 h 1038646"/>
              <a:gd name="connsiteX251" fmla="*/ 2498177 w 2961114"/>
              <a:gd name="connsiteY251" fmla="*/ 747967 h 1038646"/>
              <a:gd name="connsiteX252" fmla="*/ 2585840 w 2961114"/>
              <a:gd name="connsiteY252" fmla="*/ 790330 h 1038646"/>
              <a:gd name="connsiteX253" fmla="*/ 2673615 w 2961114"/>
              <a:gd name="connsiteY253" fmla="*/ 747967 h 1038646"/>
              <a:gd name="connsiteX254" fmla="*/ 2773597 w 2961114"/>
              <a:gd name="connsiteY254" fmla="*/ 700961 h 1038646"/>
              <a:gd name="connsiteX255" fmla="*/ 2873451 w 2961114"/>
              <a:gd name="connsiteY255" fmla="*/ 747967 h 1038646"/>
              <a:gd name="connsiteX256" fmla="*/ 2961114 w 2961114"/>
              <a:gd name="connsiteY256" fmla="*/ 790330 h 1038646"/>
              <a:gd name="connsiteX257" fmla="*/ 2961114 w 2961114"/>
              <a:gd name="connsiteY257" fmla="*/ 808320 h 1038646"/>
              <a:gd name="connsiteX258" fmla="*/ 2861260 w 2961114"/>
              <a:gd name="connsiteY258" fmla="*/ 761314 h 1038646"/>
              <a:gd name="connsiteX259" fmla="*/ 2773597 w 2961114"/>
              <a:gd name="connsiteY259" fmla="*/ 718951 h 1038646"/>
              <a:gd name="connsiteX260" fmla="*/ 2685822 w 2961114"/>
              <a:gd name="connsiteY260" fmla="*/ 761314 h 1038646"/>
              <a:gd name="connsiteX261" fmla="*/ 2585840 w 2961114"/>
              <a:gd name="connsiteY261" fmla="*/ 808320 h 1038646"/>
              <a:gd name="connsiteX262" fmla="*/ 2485985 w 2961114"/>
              <a:gd name="connsiteY262" fmla="*/ 761314 h 1038646"/>
              <a:gd name="connsiteX263" fmla="*/ 2398323 w 2961114"/>
              <a:gd name="connsiteY263" fmla="*/ 718951 h 1038646"/>
              <a:gd name="connsiteX264" fmla="*/ 2310660 w 2961114"/>
              <a:gd name="connsiteY264" fmla="*/ 761314 h 1038646"/>
              <a:gd name="connsiteX265" fmla="*/ 2210806 w 2961114"/>
              <a:gd name="connsiteY265" fmla="*/ 808320 h 1038646"/>
              <a:gd name="connsiteX266" fmla="*/ 2110953 w 2961114"/>
              <a:gd name="connsiteY266" fmla="*/ 761314 h 1038646"/>
              <a:gd name="connsiteX267" fmla="*/ 2023289 w 2961114"/>
              <a:gd name="connsiteY267" fmla="*/ 718951 h 1038646"/>
              <a:gd name="connsiteX268" fmla="*/ 1936095 w 2961114"/>
              <a:gd name="connsiteY268" fmla="*/ 761314 h 1038646"/>
              <a:gd name="connsiteX269" fmla="*/ 1835532 w 2961114"/>
              <a:gd name="connsiteY269" fmla="*/ 808320 h 1038646"/>
              <a:gd name="connsiteX270" fmla="*/ 1735678 w 2961114"/>
              <a:gd name="connsiteY270" fmla="*/ 761314 h 1038646"/>
              <a:gd name="connsiteX271" fmla="*/ 1648015 w 2961114"/>
              <a:gd name="connsiteY271" fmla="*/ 718951 h 1038646"/>
              <a:gd name="connsiteX272" fmla="*/ 1560933 w 2961114"/>
              <a:gd name="connsiteY272" fmla="*/ 761314 h 1038646"/>
              <a:gd name="connsiteX273" fmla="*/ 1460498 w 2961114"/>
              <a:gd name="connsiteY273" fmla="*/ 808320 h 1038646"/>
              <a:gd name="connsiteX274" fmla="*/ 1360645 w 2961114"/>
              <a:gd name="connsiteY274" fmla="*/ 761314 h 1038646"/>
              <a:gd name="connsiteX275" fmla="*/ 1272981 w 2961114"/>
              <a:gd name="connsiteY275" fmla="*/ 718951 h 1038646"/>
              <a:gd name="connsiteX276" fmla="*/ 1185788 w 2961114"/>
              <a:gd name="connsiteY276" fmla="*/ 761314 h 1038646"/>
              <a:gd name="connsiteX277" fmla="*/ 1085224 w 2961114"/>
              <a:gd name="connsiteY277" fmla="*/ 808320 h 1038646"/>
              <a:gd name="connsiteX278" fmla="*/ 985370 w 2961114"/>
              <a:gd name="connsiteY278" fmla="*/ 761314 h 1038646"/>
              <a:gd name="connsiteX279" fmla="*/ 897707 w 2961114"/>
              <a:gd name="connsiteY279" fmla="*/ 718951 h 1038646"/>
              <a:gd name="connsiteX280" fmla="*/ 810626 w 2961114"/>
              <a:gd name="connsiteY280" fmla="*/ 761314 h 1038646"/>
              <a:gd name="connsiteX281" fmla="*/ 710190 w 2961114"/>
              <a:gd name="connsiteY281" fmla="*/ 808320 h 1038646"/>
              <a:gd name="connsiteX282" fmla="*/ 610337 w 2961114"/>
              <a:gd name="connsiteY282" fmla="*/ 761314 h 1038646"/>
              <a:gd name="connsiteX283" fmla="*/ 522674 w 2961114"/>
              <a:gd name="connsiteY283" fmla="*/ 718951 h 1038646"/>
              <a:gd name="connsiteX284" fmla="*/ 435480 w 2961114"/>
              <a:gd name="connsiteY284" fmla="*/ 761314 h 1038646"/>
              <a:gd name="connsiteX285" fmla="*/ 334917 w 2961114"/>
              <a:gd name="connsiteY285" fmla="*/ 808320 h 1038646"/>
              <a:gd name="connsiteX286" fmla="*/ 235062 w 2961114"/>
              <a:gd name="connsiteY286" fmla="*/ 761314 h 1038646"/>
              <a:gd name="connsiteX287" fmla="*/ 147400 w 2961114"/>
              <a:gd name="connsiteY287" fmla="*/ 718951 h 1038646"/>
              <a:gd name="connsiteX288" fmla="*/ 60318 w 2961114"/>
              <a:gd name="connsiteY288" fmla="*/ 761314 h 1038646"/>
              <a:gd name="connsiteX289" fmla="*/ 20333 w 2961114"/>
              <a:gd name="connsiteY289" fmla="*/ 793087 h 1038646"/>
              <a:gd name="connsiteX290" fmla="*/ 0 w 2961114"/>
              <a:gd name="connsiteY290" fmla="*/ 801503 h 1038646"/>
              <a:gd name="connsiteX291" fmla="*/ 0 w 2961114"/>
              <a:gd name="connsiteY291" fmla="*/ 780432 h 1038646"/>
              <a:gd name="connsiteX292" fmla="*/ 11334 w 2961114"/>
              <a:gd name="connsiteY292" fmla="*/ 777636 h 1038646"/>
              <a:gd name="connsiteX293" fmla="*/ 47546 w 2961114"/>
              <a:gd name="connsiteY293" fmla="*/ 747967 h 1038646"/>
              <a:gd name="connsiteX294" fmla="*/ 147400 w 2961114"/>
              <a:gd name="connsiteY294" fmla="*/ 700961 h 1038646"/>
              <a:gd name="connsiteX295" fmla="*/ 147400 w 2961114"/>
              <a:gd name="connsiteY295" fmla="*/ 600343 h 1038646"/>
              <a:gd name="connsiteX296" fmla="*/ 247834 w 2961114"/>
              <a:gd name="connsiteY296" fmla="*/ 647348 h 1038646"/>
              <a:gd name="connsiteX297" fmla="*/ 334917 w 2961114"/>
              <a:gd name="connsiteY297" fmla="*/ 689712 h 1038646"/>
              <a:gd name="connsiteX298" fmla="*/ 422692 w 2961114"/>
              <a:gd name="connsiteY298" fmla="*/ 647348 h 1038646"/>
              <a:gd name="connsiteX299" fmla="*/ 522674 w 2961114"/>
              <a:gd name="connsiteY299" fmla="*/ 600343 h 1038646"/>
              <a:gd name="connsiteX300" fmla="*/ 623109 w 2961114"/>
              <a:gd name="connsiteY300" fmla="*/ 647348 h 1038646"/>
              <a:gd name="connsiteX301" fmla="*/ 710190 w 2961114"/>
              <a:gd name="connsiteY301" fmla="*/ 689712 h 1038646"/>
              <a:gd name="connsiteX302" fmla="*/ 797854 w 2961114"/>
              <a:gd name="connsiteY302" fmla="*/ 647348 h 1038646"/>
              <a:gd name="connsiteX303" fmla="*/ 897707 w 2961114"/>
              <a:gd name="connsiteY303" fmla="*/ 600343 h 1038646"/>
              <a:gd name="connsiteX304" fmla="*/ 998141 w 2961114"/>
              <a:gd name="connsiteY304" fmla="*/ 647348 h 1038646"/>
              <a:gd name="connsiteX305" fmla="*/ 1085224 w 2961114"/>
              <a:gd name="connsiteY305" fmla="*/ 689712 h 1038646"/>
              <a:gd name="connsiteX306" fmla="*/ 1173000 w 2961114"/>
              <a:gd name="connsiteY306" fmla="*/ 647348 h 1038646"/>
              <a:gd name="connsiteX307" fmla="*/ 1272981 w 2961114"/>
              <a:gd name="connsiteY307" fmla="*/ 600343 h 1038646"/>
              <a:gd name="connsiteX308" fmla="*/ 1373416 w 2961114"/>
              <a:gd name="connsiteY308" fmla="*/ 647348 h 1038646"/>
              <a:gd name="connsiteX309" fmla="*/ 1460498 w 2961114"/>
              <a:gd name="connsiteY309" fmla="*/ 689712 h 1038646"/>
              <a:gd name="connsiteX310" fmla="*/ 1548162 w 2961114"/>
              <a:gd name="connsiteY310" fmla="*/ 647348 h 1038646"/>
              <a:gd name="connsiteX311" fmla="*/ 1648015 w 2961114"/>
              <a:gd name="connsiteY311" fmla="*/ 600343 h 1038646"/>
              <a:gd name="connsiteX312" fmla="*/ 1748449 w 2961114"/>
              <a:gd name="connsiteY312" fmla="*/ 647348 h 1038646"/>
              <a:gd name="connsiteX313" fmla="*/ 1835532 w 2961114"/>
              <a:gd name="connsiteY313" fmla="*/ 689712 h 1038646"/>
              <a:gd name="connsiteX314" fmla="*/ 1923307 w 2961114"/>
              <a:gd name="connsiteY314" fmla="*/ 647348 h 1038646"/>
              <a:gd name="connsiteX315" fmla="*/ 2023289 w 2961114"/>
              <a:gd name="connsiteY315" fmla="*/ 600343 h 1038646"/>
              <a:gd name="connsiteX316" fmla="*/ 2123724 w 2961114"/>
              <a:gd name="connsiteY316" fmla="*/ 647348 h 1038646"/>
              <a:gd name="connsiteX317" fmla="*/ 2210806 w 2961114"/>
              <a:gd name="connsiteY317" fmla="*/ 689712 h 1038646"/>
              <a:gd name="connsiteX318" fmla="*/ 2298469 w 2961114"/>
              <a:gd name="connsiteY318" fmla="*/ 647348 h 1038646"/>
              <a:gd name="connsiteX319" fmla="*/ 2398323 w 2961114"/>
              <a:gd name="connsiteY319" fmla="*/ 600343 h 1038646"/>
              <a:gd name="connsiteX320" fmla="*/ 2498177 w 2961114"/>
              <a:gd name="connsiteY320" fmla="*/ 647348 h 1038646"/>
              <a:gd name="connsiteX321" fmla="*/ 2585840 w 2961114"/>
              <a:gd name="connsiteY321" fmla="*/ 689712 h 1038646"/>
              <a:gd name="connsiteX322" fmla="*/ 2673615 w 2961114"/>
              <a:gd name="connsiteY322" fmla="*/ 647348 h 1038646"/>
              <a:gd name="connsiteX323" fmla="*/ 2773597 w 2961114"/>
              <a:gd name="connsiteY323" fmla="*/ 600343 h 1038646"/>
              <a:gd name="connsiteX324" fmla="*/ 2873451 w 2961114"/>
              <a:gd name="connsiteY324" fmla="*/ 647348 h 1038646"/>
              <a:gd name="connsiteX325" fmla="*/ 2961114 w 2961114"/>
              <a:gd name="connsiteY325" fmla="*/ 689712 h 1038646"/>
              <a:gd name="connsiteX326" fmla="*/ 2961114 w 2961114"/>
              <a:gd name="connsiteY326" fmla="*/ 707701 h 1038646"/>
              <a:gd name="connsiteX327" fmla="*/ 2861260 w 2961114"/>
              <a:gd name="connsiteY327" fmla="*/ 660115 h 1038646"/>
              <a:gd name="connsiteX328" fmla="*/ 2773597 w 2961114"/>
              <a:gd name="connsiteY328" fmla="*/ 617752 h 1038646"/>
              <a:gd name="connsiteX329" fmla="*/ 2685822 w 2961114"/>
              <a:gd name="connsiteY329" fmla="*/ 660115 h 1038646"/>
              <a:gd name="connsiteX330" fmla="*/ 2585840 w 2961114"/>
              <a:gd name="connsiteY330" fmla="*/ 707701 h 1038646"/>
              <a:gd name="connsiteX331" fmla="*/ 2485985 w 2961114"/>
              <a:gd name="connsiteY331" fmla="*/ 660115 h 1038646"/>
              <a:gd name="connsiteX332" fmla="*/ 2398323 w 2961114"/>
              <a:gd name="connsiteY332" fmla="*/ 617752 h 1038646"/>
              <a:gd name="connsiteX333" fmla="*/ 2310660 w 2961114"/>
              <a:gd name="connsiteY333" fmla="*/ 660115 h 1038646"/>
              <a:gd name="connsiteX334" fmla="*/ 2210806 w 2961114"/>
              <a:gd name="connsiteY334" fmla="*/ 707701 h 1038646"/>
              <a:gd name="connsiteX335" fmla="*/ 2110953 w 2961114"/>
              <a:gd name="connsiteY335" fmla="*/ 660115 h 1038646"/>
              <a:gd name="connsiteX336" fmla="*/ 2023289 w 2961114"/>
              <a:gd name="connsiteY336" fmla="*/ 617752 h 1038646"/>
              <a:gd name="connsiteX337" fmla="*/ 1936095 w 2961114"/>
              <a:gd name="connsiteY337" fmla="*/ 660115 h 1038646"/>
              <a:gd name="connsiteX338" fmla="*/ 1835532 w 2961114"/>
              <a:gd name="connsiteY338" fmla="*/ 707701 h 1038646"/>
              <a:gd name="connsiteX339" fmla="*/ 1735678 w 2961114"/>
              <a:gd name="connsiteY339" fmla="*/ 660115 h 1038646"/>
              <a:gd name="connsiteX340" fmla="*/ 1648015 w 2961114"/>
              <a:gd name="connsiteY340" fmla="*/ 617752 h 1038646"/>
              <a:gd name="connsiteX341" fmla="*/ 1560933 w 2961114"/>
              <a:gd name="connsiteY341" fmla="*/ 660115 h 1038646"/>
              <a:gd name="connsiteX342" fmla="*/ 1460498 w 2961114"/>
              <a:gd name="connsiteY342" fmla="*/ 707701 h 1038646"/>
              <a:gd name="connsiteX343" fmla="*/ 1360645 w 2961114"/>
              <a:gd name="connsiteY343" fmla="*/ 660115 h 1038646"/>
              <a:gd name="connsiteX344" fmla="*/ 1272981 w 2961114"/>
              <a:gd name="connsiteY344" fmla="*/ 617752 h 1038646"/>
              <a:gd name="connsiteX345" fmla="*/ 1185788 w 2961114"/>
              <a:gd name="connsiteY345" fmla="*/ 660115 h 1038646"/>
              <a:gd name="connsiteX346" fmla="*/ 1085224 w 2961114"/>
              <a:gd name="connsiteY346" fmla="*/ 707701 h 1038646"/>
              <a:gd name="connsiteX347" fmla="*/ 985370 w 2961114"/>
              <a:gd name="connsiteY347" fmla="*/ 660115 h 1038646"/>
              <a:gd name="connsiteX348" fmla="*/ 897707 w 2961114"/>
              <a:gd name="connsiteY348" fmla="*/ 617752 h 1038646"/>
              <a:gd name="connsiteX349" fmla="*/ 810626 w 2961114"/>
              <a:gd name="connsiteY349" fmla="*/ 660115 h 1038646"/>
              <a:gd name="connsiteX350" fmla="*/ 710190 w 2961114"/>
              <a:gd name="connsiteY350" fmla="*/ 707701 h 1038646"/>
              <a:gd name="connsiteX351" fmla="*/ 610337 w 2961114"/>
              <a:gd name="connsiteY351" fmla="*/ 660115 h 1038646"/>
              <a:gd name="connsiteX352" fmla="*/ 522674 w 2961114"/>
              <a:gd name="connsiteY352" fmla="*/ 617752 h 1038646"/>
              <a:gd name="connsiteX353" fmla="*/ 435480 w 2961114"/>
              <a:gd name="connsiteY353" fmla="*/ 660115 h 1038646"/>
              <a:gd name="connsiteX354" fmla="*/ 334917 w 2961114"/>
              <a:gd name="connsiteY354" fmla="*/ 707701 h 1038646"/>
              <a:gd name="connsiteX355" fmla="*/ 235062 w 2961114"/>
              <a:gd name="connsiteY355" fmla="*/ 660115 h 1038646"/>
              <a:gd name="connsiteX356" fmla="*/ 147400 w 2961114"/>
              <a:gd name="connsiteY356" fmla="*/ 617752 h 1038646"/>
              <a:gd name="connsiteX357" fmla="*/ 60318 w 2961114"/>
              <a:gd name="connsiteY357" fmla="*/ 660115 h 1038646"/>
              <a:gd name="connsiteX358" fmla="*/ 20333 w 2961114"/>
              <a:gd name="connsiteY358" fmla="*/ 692396 h 1038646"/>
              <a:gd name="connsiteX359" fmla="*/ 0 w 2961114"/>
              <a:gd name="connsiteY359" fmla="*/ 700860 h 1038646"/>
              <a:gd name="connsiteX360" fmla="*/ 0 w 2961114"/>
              <a:gd name="connsiteY360" fmla="*/ 681500 h 1038646"/>
              <a:gd name="connsiteX361" fmla="*/ 11334 w 2961114"/>
              <a:gd name="connsiteY361" fmla="*/ 676800 h 1038646"/>
              <a:gd name="connsiteX362" fmla="*/ 47546 w 2961114"/>
              <a:gd name="connsiteY362" fmla="*/ 647348 h 1038646"/>
              <a:gd name="connsiteX363" fmla="*/ 147400 w 2961114"/>
              <a:gd name="connsiteY363" fmla="*/ 600343 h 1038646"/>
              <a:gd name="connsiteX364" fmla="*/ 147400 w 2961114"/>
              <a:gd name="connsiteY364" fmla="*/ 500446 h 1038646"/>
              <a:gd name="connsiteX365" fmla="*/ 247834 w 2961114"/>
              <a:gd name="connsiteY365" fmla="*/ 548032 h 1038646"/>
              <a:gd name="connsiteX366" fmla="*/ 334917 w 2961114"/>
              <a:gd name="connsiteY366" fmla="*/ 590395 h 1038646"/>
              <a:gd name="connsiteX367" fmla="*/ 422692 w 2961114"/>
              <a:gd name="connsiteY367" fmla="*/ 548032 h 1038646"/>
              <a:gd name="connsiteX368" fmla="*/ 522674 w 2961114"/>
              <a:gd name="connsiteY368" fmla="*/ 500446 h 1038646"/>
              <a:gd name="connsiteX369" fmla="*/ 623109 w 2961114"/>
              <a:gd name="connsiteY369" fmla="*/ 548032 h 1038646"/>
              <a:gd name="connsiteX370" fmla="*/ 710190 w 2961114"/>
              <a:gd name="connsiteY370" fmla="*/ 590395 h 1038646"/>
              <a:gd name="connsiteX371" fmla="*/ 797854 w 2961114"/>
              <a:gd name="connsiteY371" fmla="*/ 548032 h 1038646"/>
              <a:gd name="connsiteX372" fmla="*/ 897707 w 2961114"/>
              <a:gd name="connsiteY372" fmla="*/ 500446 h 1038646"/>
              <a:gd name="connsiteX373" fmla="*/ 998141 w 2961114"/>
              <a:gd name="connsiteY373" fmla="*/ 548032 h 1038646"/>
              <a:gd name="connsiteX374" fmla="*/ 1085224 w 2961114"/>
              <a:gd name="connsiteY374" fmla="*/ 590395 h 1038646"/>
              <a:gd name="connsiteX375" fmla="*/ 1173000 w 2961114"/>
              <a:gd name="connsiteY375" fmla="*/ 548032 h 1038646"/>
              <a:gd name="connsiteX376" fmla="*/ 1272981 w 2961114"/>
              <a:gd name="connsiteY376" fmla="*/ 500446 h 1038646"/>
              <a:gd name="connsiteX377" fmla="*/ 1373416 w 2961114"/>
              <a:gd name="connsiteY377" fmla="*/ 548032 h 1038646"/>
              <a:gd name="connsiteX378" fmla="*/ 1460498 w 2961114"/>
              <a:gd name="connsiteY378" fmla="*/ 590395 h 1038646"/>
              <a:gd name="connsiteX379" fmla="*/ 1548162 w 2961114"/>
              <a:gd name="connsiteY379" fmla="*/ 548032 h 1038646"/>
              <a:gd name="connsiteX380" fmla="*/ 1648015 w 2961114"/>
              <a:gd name="connsiteY380" fmla="*/ 500446 h 1038646"/>
              <a:gd name="connsiteX381" fmla="*/ 1748449 w 2961114"/>
              <a:gd name="connsiteY381" fmla="*/ 548032 h 1038646"/>
              <a:gd name="connsiteX382" fmla="*/ 1835532 w 2961114"/>
              <a:gd name="connsiteY382" fmla="*/ 590395 h 1038646"/>
              <a:gd name="connsiteX383" fmla="*/ 1923307 w 2961114"/>
              <a:gd name="connsiteY383" fmla="*/ 548032 h 1038646"/>
              <a:gd name="connsiteX384" fmla="*/ 2023289 w 2961114"/>
              <a:gd name="connsiteY384" fmla="*/ 500446 h 1038646"/>
              <a:gd name="connsiteX385" fmla="*/ 2123724 w 2961114"/>
              <a:gd name="connsiteY385" fmla="*/ 548032 h 1038646"/>
              <a:gd name="connsiteX386" fmla="*/ 2210806 w 2961114"/>
              <a:gd name="connsiteY386" fmla="*/ 590395 h 1038646"/>
              <a:gd name="connsiteX387" fmla="*/ 2298469 w 2961114"/>
              <a:gd name="connsiteY387" fmla="*/ 548032 h 1038646"/>
              <a:gd name="connsiteX388" fmla="*/ 2398323 w 2961114"/>
              <a:gd name="connsiteY388" fmla="*/ 500446 h 1038646"/>
              <a:gd name="connsiteX389" fmla="*/ 2498177 w 2961114"/>
              <a:gd name="connsiteY389" fmla="*/ 548032 h 1038646"/>
              <a:gd name="connsiteX390" fmla="*/ 2585840 w 2961114"/>
              <a:gd name="connsiteY390" fmla="*/ 590395 h 1038646"/>
              <a:gd name="connsiteX391" fmla="*/ 2673615 w 2961114"/>
              <a:gd name="connsiteY391" fmla="*/ 548032 h 1038646"/>
              <a:gd name="connsiteX392" fmla="*/ 2773597 w 2961114"/>
              <a:gd name="connsiteY392" fmla="*/ 500446 h 1038646"/>
              <a:gd name="connsiteX393" fmla="*/ 2873451 w 2961114"/>
              <a:gd name="connsiteY393" fmla="*/ 548032 h 1038646"/>
              <a:gd name="connsiteX394" fmla="*/ 2961114 w 2961114"/>
              <a:gd name="connsiteY394" fmla="*/ 590395 h 1038646"/>
              <a:gd name="connsiteX395" fmla="*/ 2961114 w 2961114"/>
              <a:gd name="connsiteY395" fmla="*/ 607805 h 1038646"/>
              <a:gd name="connsiteX396" fmla="*/ 2861260 w 2961114"/>
              <a:gd name="connsiteY396" fmla="*/ 560799 h 1038646"/>
              <a:gd name="connsiteX397" fmla="*/ 2773597 w 2961114"/>
              <a:gd name="connsiteY397" fmla="*/ 518436 h 1038646"/>
              <a:gd name="connsiteX398" fmla="*/ 2685822 w 2961114"/>
              <a:gd name="connsiteY398" fmla="*/ 560799 h 1038646"/>
              <a:gd name="connsiteX399" fmla="*/ 2585840 w 2961114"/>
              <a:gd name="connsiteY399" fmla="*/ 607805 h 1038646"/>
              <a:gd name="connsiteX400" fmla="*/ 2485985 w 2961114"/>
              <a:gd name="connsiteY400" fmla="*/ 560799 h 1038646"/>
              <a:gd name="connsiteX401" fmla="*/ 2398323 w 2961114"/>
              <a:gd name="connsiteY401" fmla="*/ 518436 h 1038646"/>
              <a:gd name="connsiteX402" fmla="*/ 2310660 w 2961114"/>
              <a:gd name="connsiteY402" fmla="*/ 560799 h 1038646"/>
              <a:gd name="connsiteX403" fmla="*/ 2210806 w 2961114"/>
              <a:gd name="connsiteY403" fmla="*/ 607805 h 1038646"/>
              <a:gd name="connsiteX404" fmla="*/ 2110953 w 2961114"/>
              <a:gd name="connsiteY404" fmla="*/ 560799 h 1038646"/>
              <a:gd name="connsiteX405" fmla="*/ 2023289 w 2961114"/>
              <a:gd name="connsiteY405" fmla="*/ 518436 h 1038646"/>
              <a:gd name="connsiteX406" fmla="*/ 1936095 w 2961114"/>
              <a:gd name="connsiteY406" fmla="*/ 560799 h 1038646"/>
              <a:gd name="connsiteX407" fmla="*/ 1835532 w 2961114"/>
              <a:gd name="connsiteY407" fmla="*/ 607805 h 1038646"/>
              <a:gd name="connsiteX408" fmla="*/ 1735678 w 2961114"/>
              <a:gd name="connsiteY408" fmla="*/ 560799 h 1038646"/>
              <a:gd name="connsiteX409" fmla="*/ 1648015 w 2961114"/>
              <a:gd name="connsiteY409" fmla="*/ 518436 h 1038646"/>
              <a:gd name="connsiteX410" fmla="*/ 1560933 w 2961114"/>
              <a:gd name="connsiteY410" fmla="*/ 560799 h 1038646"/>
              <a:gd name="connsiteX411" fmla="*/ 1460498 w 2961114"/>
              <a:gd name="connsiteY411" fmla="*/ 607805 h 1038646"/>
              <a:gd name="connsiteX412" fmla="*/ 1360645 w 2961114"/>
              <a:gd name="connsiteY412" fmla="*/ 560799 h 1038646"/>
              <a:gd name="connsiteX413" fmla="*/ 1272981 w 2961114"/>
              <a:gd name="connsiteY413" fmla="*/ 518436 h 1038646"/>
              <a:gd name="connsiteX414" fmla="*/ 1185788 w 2961114"/>
              <a:gd name="connsiteY414" fmla="*/ 560799 h 1038646"/>
              <a:gd name="connsiteX415" fmla="*/ 1085224 w 2961114"/>
              <a:gd name="connsiteY415" fmla="*/ 607805 h 1038646"/>
              <a:gd name="connsiteX416" fmla="*/ 985370 w 2961114"/>
              <a:gd name="connsiteY416" fmla="*/ 560799 h 1038646"/>
              <a:gd name="connsiteX417" fmla="*/ 897707 w 2961114"/>
              <a:gd name="connsiteY417" fmla="*/ 518436 h 1038646"/>
              <a:gd name="connsiteX418" fmla="*/ 810626 w 2961114"/>
              <a:gd name="connsiteY418" fmla="*/ 560799 h 1038646"/>
              <a:gd name="connsiteX419" fmla="*/ 710190 w 2961114"/>
              <a:gd name="connsiteY419" fmla="*/ 607805 h 1038646"/>
              <a:gd name="connsiteX420" fmla="*/ 610337 w 2961114"/>
              <a:gd name="connsiteY420" fmla="*/ 560799 h 1038646"/>
              <a:gd name="connsiteX421" fmla="*/ 522674 w 2961114"/>
              <a:gd name="connsiteY421" fmla="*/ 518436 h 1038646"/>
              <a:gd name="connsiteX422" fmla="*/ 435480 w 2961114"/>
              <a:gd name="connsiteY422" fmla="*/ 560799 h 1038646"/>
              <a:gd name="connsiteX423" fmla="*/ 334917 w 2961114"/>
              <a:gd name="connsiteY423" fmla="*/ 607805 h 1038646"/>
              <a:gd name="connsiteX424" fmla="*/ 235062 w 2961114"/>
              <a:gd name="connsiteY424" fmla="*/ 560799 h 1038646"/>
              <a:gd name="connsiteX425" fmla="*/ 147400 w 2961114"/>
              <a:gd name="connsiteY425" fmla="*/ 518436 h 1038646"/>
              <a:gd name="connsiteX426" fmla="*/ 60318 w 2961114"/>
              <a:gd name="connsiteY426" fmla="*/ 560799 h 1038646"/>
              <a:gd name="connsiteX427" fmla="*/ 20333 w 2961114"/>
              <a:gd name="connsiteY427" fmla="*/ 592789 h 1038646"/>
              <a:gd name="connsiteX428" fmla="*/ 0 w 2961114"/>
              <a:gd name="connsiteY428" fmla="*/ 601101 h 1038646"/>
              <a:gd name="connsiteX429" fmla="*/ 0 w 2961114"/>
              <a:gd name="connsiteY429" fmla="*/ 582184 h 1038646"/>
              <a:gd name="connsiteX430" fmla="*/ 11334 w 2961114"/>
              <a:gd name="connsiteY430" fmla="*/ 577483 h 1038646"/>
              <a:gd name="connsiteX431" fmla="*/ 47546 w 2961114"/>
              <a:gd name="connsiteY431" fmla="*/ 548032 h 1038646"/>
              <a:gd name="connsiteX432" fmla="*/ 147400 w 2961114"/>
              <a:gd name="connsiteY432" fmla="*/ 500446 h 1038646"/>
              <a:gd name="connsiteX433" fmla="*/ 147400 w 2961114"/>
              <a:gd name="connsiteY433" fmla="*/ 399827 h 1038646"/>
              <a:gd name="connsiteX434" fmla="*/ 247834 w 2961114"/>
              <a:gd name="connsiteY434" fmla="*/ 447520 h 1038646"/>
              <a:gd name="connsiteX435" fmla="*/ 334917 w 2961114"/>
              <a:gd name="connsiteY435" fmla="*/ 489978 h 1038646"/>
              <a:gd name="connsiteX436" fmla="*/ 422692 w 2961114"/>
              <a:gd name="connsiteY436" fmla="*/ 447520 h 1038646"/>
              <a:gd name="connsiteX437" fmla="*/ 522674 w 2961114"/>
              <a:gd name="connsiteY437" fmla="*/ 399827 h 1038646"/>
              <a:gd name="connsiteX438" fmla="*/ 623109 w 2961114"/>
              <a:gd name="connsiteY438" fmla="*/ 447520 h 1038646"/>
              <a:gd name="connsiteX439" fmla="*/ 710190 w 2961114"/>
              <a:gd name="connsiteY439" fmla="*/ 489978 h 1038646"/>
              <a:gd name="connsiteX440" fmla="*/ 797854 w 2961114"/>
              <a:gd name="connsiteY440" fmla="*/ 447520 h 1038646"/>
              <a:gd name="connsiteX441" fmla="*/ 897707 w 2961114"/>
              <a:gd name="connsiteY441" fmla="*/ 399827 h 1038646"/>
              <a:gd name="connsiteX442" fmla="*/ 998141 w 2961114"/>
              <a:gd name="connsiteY442" fmla="*/ 447520 h 1038646"/>
              <a:gd name="connsiteX443" fmla="*/ 1085224 w 2961114"/>
              <a:gd name="connsiteY443" fmla="*/ 489978 h 1038646"/>
              <a:gd name="connsiteX444" fmla="*/ 1173000 w 2961114"/>
              <a:gd name="connsiteY444" fmla="*/ 447520 h 1038646"/>
              <a:gd name="connsiteX445" fmla="*/ 1272981 w 2961114"/>
              <a:gd name="connsiteY445" fmla="*/ 399827 h 1038646"/>
              <a:gd name="connsiteX446" fmla="*/ 1373416 w 2961114"/>
              <a:gd name="connsiteY446" fmla="*/ 447520 h 1038646"/>
              <a:gd name="connsiteX447" fmla="*/ 1460498 w 2961114"/>
              <a:gd name="connsiteY447" fmla="*/ 489978 h 1038646"/>
              <a:gd name="connsiteX448" fmla="*/ 1548162 w 2961114"/>
              <a:gd name="connsiteY448" fmla="*/ 447520 h 1038646"/>
              <a:gd name="connsiteX449" fmla="*/ 1648015 w 2961114"/>
              <a:gd name="connsiteY449" fmla="*/ 399827 h 1038646"/>
              <a:gd name="connsiteX450" fmla="*/ 1748449 w 2961114"/>
              <a:gd name="connsiteY450" fmla="*/ 447520 h 1038646"/>
              <a:gd name="connsiteX451" fmla="*/ 1835532 w 2961114"/>
              <a:gd name="connsiteY451" fmla="*/ 489978 h 1038646"/>
              <a:gd name="connsiteX452" fmla="*/ 1923307 w 2961114"/>
              <a:gd name="connsiteY452" fmla="*/ 447520 h 1038646"/>
              <a:gd name="connsiteX453" fmla="*/ 2023289 w 2961114"/>
              <a:gd name="connsiteY453" fmla="*/ 399827 h 1038646"/>
              <a:gd name="connsiteX454" fmla="*/ 2123724 w 2961114"/>
              <a:gd name="connsiteY454" fmla="*/ 447520 h 1038646"/>
              <a:gd name="connsiteX455" fmla="*/ 2210806 w 2961114"/>
              <a:gd name="connsiteY455" fmla="*/ 489978 h 1038646"/>
              <a:gd name="connsiteX456" fmla="*/ 2298469 w 2961114"/>
              <a:gd name="connsiteY456" fmla="*/ 447520 h 1038646"/>
              <a:gd name="connsiteX457" fmla="*/ 2398323 w 2961114"/>
              <a:gd name="connsiteY457" fmla="*/ 399827 h 1038646"/>
              <a:gd name="connsiteX458" fmla="*/ 2498177 w 2961114"/>
              <a:gd name="connsiteY458" fmla="*/ 447520 h 1038646"/>
              <a:gd name="connsiteX459" fmla="*/ 2585840 w 2961114"/>
              <a:gd name="connsiteY459" fmla="*/ 489978 h 1038646"/>
              <a:gd name="connsiteX460" fmla="*/ 2673615 w 2961114"/>
              <a:gd name="connsiteY460" fmla="*/ 447520 h 1038646"/>
              <a:gd name="connsiteX461" fmla="*/ 2773597 w 2961114"/>
              <a:gd name="connsiteY461" fmla="*/ 399827 h 1038646"/>
              <a:gd name="connsiteX462" fmla="*/ 2873451 w 2961114"/>
              <a:gd name="connsiteY462" fmla="*/ 447520 h 1038646"/>
              <a:gd name="connsiteX463" fmla="*/ 2961114 w 2961114"/>
              <a:gd name="connsiteY463" fmla="*/ 489978 h 1038646"/>
              <a:gd name="connsiteX464" fmla="*/ 2961114 w 2961114"/>
              <a:gd name="connsiteY464" fmla="*/ 507427 h 1038646"/>
              <a:gd name="connsiteX465" fmla="*/ 2861260 w 2961114"/>
              <a:gd name="connsiteY465" fmla="*/ 460316 h 1038646"/>
              <a:gd name="connsiteX466" fmla="*/ 2773597 w 2961114"/>
              <a:gd name="connsiteY466" fmla="*/ 417857 h 1038646"/>
              <a:gd name="connsiteX467" fmla="*/ 2685822 w 2961114"/>
              <a:gd name="connsiteY467" fmla="*/ 460316 h 1038646"/>
              <a:gd name="connsiteX468" fmla="*/ 2585840 w 2961114"/>
              <a:gd name="connsiteY468" fmla="*/ 507427 h 1038646"/>
              <a:gd name="connsiteX469" fmla="*/ 2485985 w 2961114"/>
              <a:gd name="connsiteY469" fmla="*/ 460316 h 1038646"/>
              <a:gd name="connsiteX470" fmla="*/ 2398323 w 2961114"/>
              <a:gd name="connsiteY470" fmla="*/ 417857 h 1038646"/>
              <a:gd name="connsiteX471" fmla="*/ 2310660 w 2961114"/>
              <a:gd name="connsiteY471" fmla="*/ 460316 h 1038646"/>
              <a:gd name="connsiteX472" fmla="*/ 2210806 w 2961114"/>
              <a:gd name="connsiteY472" fmla="*/ 507427 h 1038646"/>
              <a:gd name="connsiteX473" fmla="*/ 2110953 w 2961114"/>
              <a:gd name="connsiteY473" fmla="*/ 460316 h 1038646"/>
              <a:gd name="connsiteX474" fmla="*/ 2023289 w 2961114"/>
              <a:gd name="connsiteY474" fmla="*/ 417857 h 1038646"/>
              <a:gd name="connsiteX475" fmla="*/ 1936095 w 2961114"/>
              <a:gd name="connsiteY475" fmla="*/ 460316 h 1038646"/>
              <a:gd name="connsiteX476" fmla="*/ 1835532 w 2961114"/>
              <a:gd name="connsiteY476" fmla="*/ 507427 h 1038646"/>
              <a:gd name="connsiteX477" fmla="*/ 1735678 w 2961114"/>
              <a:gd name="connsiteY477" fmla="*/ 460316 h 1038646"/>
              <a:gd name="connsiteX478" fmla="*/ 1648015 w 2961114"/>
              <a:gd name="connsiteY478" fmla="*/ 417857 h 1038646"/>
              <a:gd name="connsiteX479" fmla="*/ 1560933 w 2961114"/>
              <a:gd name="connsiteY479" fmla="*/ 460316 h 1038646"/>
              <a:gd name="connsiteX480" fmla="*/ 1460498 w 2961114"/>
              <a:gd name="connsiteY480" fmla="*/ 507427 h 1038646"/>
              <a:gd name="connsiteX481" fmla="*/ 1360645 w 2961114"/>
              <a:gd name="connsiteY481" fmla="*/ 460316 h 1038646"/>
              <a:gd name="connsiteX482" fmla="*/ 1272981 w 2961114"/>
              <a:gd name="connsiteY482" fmla="*/ 417857 h 1038646"/>
              <a:gd name="connsiteX483" fmla="*/ 1185788 w 2961114"/>
              <a:gd name="connsiteY483" fmla="*/ 460316 h 1038646"/>
              <a:gd name="connsiteX484" fmla="*/ 1085224 w 2961114"/>
              <a:gd name="connsiteY484" fmla="*/ 507427 h 1038646"/>
              <a:gd name="connsiteX485" fmla="*/ 985370 w 2961114"/>
              <a:gd name="connsiteY485" fmla="*/ 460316 h 1038646"/>
              <a:gd name="connsiteX486" fmla="*/ 897707 w 2961114"/>
              <a:gd name="connsiteY486" fmla="*/ 417857 h 1038646"/>
              <a:gd name="connsiteX487" fmla="*/ 810626 w 2961114"/>
              <a:gd name="connsiteY487" fmla="*/ 460316 h 1038646"/>
              <a:gd name="connsiteX488" fmla="*/ 710190 w 2961114"/>
              <a:gd name="connsiteY488" fmla="*/ 507427 h 1038646"/>
              <a:gd name="connsiteX489" fmla="*/ 610337 w 2961114"/>
              <a:gd name="connsiteY489" fmla="*/ 460316 h 1038646"/>
              <a:gd name="connsiteX490" fmla="*/ 522674 w 2961114"/>
              <a:gd name="connsiteY490" fmla="*/ 417857 h 1038646"/>
              <a:gd name="connsiteX491" fmla="*/ 435480 w 2961114"/>
              <a:gd name="connsiteY491" fmla="*/ 460316 h 1038646"/>
              <a:gd name="connsiteX492" fmla="*/ 334917 w 2961114"/>
              <a:gd name="connsiteY492" fmla="*/ 507427 h 1038646"/>
              <a:gd name="connsiteX493" fmla="*/ 235062 w 2961114"/>
              <a:gd name="connsiteY493" fmla="*/ 460316 h 1038646"/>
              <a:gd name="connsiteX494" fmla="*/ 147400 w 2961114"/>
              <a:gd name="connsiteY494" fmla="*/ 417857 h 1038646"/>
              <a:gd name="connsiteX495" fmla="*/ 60318 w 2961114"/>
              <a:gd name="connsiteY495" fmla="*/ 460316 h 1038646"/>
              <a:gd name="connsiteX496" fmla="*/ 20333 w 2961114"/>
              <a:gd name="connsiteY496" fmla="*/ 492377 h 1038646"/>
              <a:gd name="connsiteX497" fmla="*/ 0 w 2961114"/>
              <a:gd name="connsiteY497" fmla="*/ 500708 h 1038646"/>
              <a:gd name="connsiteX498" fmla="*/ 0 w 2961114"/>
              <a:gd name="connsiteY498" fmla="*/ 481748 h 1038646"/>
              <a:gd name="connsiteX499" fmla="*/ 11334 w 2961114"/>
              <a:gd name="connsiteY499" fmla="*/ 477037 h 1038646"/>
              <a:gd name="connsiteX500" fmla="*/ 47546 w 2961114"/>
              <a:gd name="connsiteY500" fmla="*/ 447520 h 1038646"/>
              <a:gd name="connsiteX501" fmla="*/ 147400 w 2961114"/>
              <a:gd name="connsiteY501" fmla="*/ 399827 h 1038646"/>
              <a:gd name="connsiteX502" fmla="*/ 147400 w 2961114"/>
              <a:gd name="connsiteY502" fmla="*/ 299931 h 1038646"/>
              <a:gd name="connsiteX503" fmla="*/ 247834 w 2961114"/>
              <a:gd name="connsiteY503" fmla="*/ 347579 h 1038646"/>
              <a:gd name="connsiteX504" fmla="*/ 334917 w 2961114"/>
              <a:gd name="connsiteY504" fmla="*/ 389998 h 1038646"/>
              <a:gd name="connsiteX505" fmla="*/ 422692 w 2961114"/>
              <a:gd name="connsiteY505" fmla="*/ 347579 h 1038646"/>
              <a:gd name="connsiteX506" fmla="*/ 522674 w 2961114"/>
              <a:gd name="connsiteY506" fmla="*/ 299931 h 1038646"/>
              <a:gd name="connsiteX507" fmla="*/ 623109 w 2961114"/>
              <a:gd name="connsiteY507" fmla="*/ 347579 h 1038646"/>
              <a:gd name="connsiteX508" fmla="*/ 710190 w 2961114"/>
              <a:gd name="connsiteY508" fmla="*/ 389998 h 1038646"/>
              <a:gd name="connsiteX509" fmla="*/ 797854 w 2961114"/>
              <a:gd name="connsiteY509" fmla="*/ 347579 h 1038646"/>
              <a:gd name="connsiteX510" fmla="*/ 897707 w 2961114"/>
              <a:gd name="connsiteY510" fmla="*/ 299931 h 1038646"/>
              <a:gd name="connsiteX511" fmla="*/ 998141 w 2961114"/>
              <a:gd name="connsiteY511" fmla="*/ 347579 h 1038646"/>
              <a:gd name="connsiteX512" fmla="*/ 1085224 w 2961114"/>
              <a:gd name="connsiteY512" fmla="*/ 389998 h 1038646"/>
              <a:gd name="connsiteX513" fmla="*/ 1173000 w 2961114"/>
              <a:gd name="connsiteY513" fmla="*/ 347579 h 1038646"/>
              <a:gd name="connsiteX514" fmla="*/ 1272981 w 2961114"/>
              <a:gd name="connsiteY514" fmla="*/ 299931 h 1038646"/>
              <a:gd name="connsiteX515" fmla="*/ 1373416 w 2961114"/>
              <a:gd name="connsiteY515" fmla="*/ 347579 h 1038646"/>
              <a:gd name="connsiteX516" fmla="*/ 1460498 w 2961114"/>
              <a:gd name="connsiteY516" fmla="*/ 389998 h 1038646"/>
              <a:gd name="connsiteX517" fmla="*/ 1548162 w 2961114"/>
              <a:gd name="connsiteY517" fmla="*/ 347579 h 1038646"/>
              <a:gd name="connsiteX518" fmla="*/ 1648015 w 2961114"/>
              <a:gd name="connsiteY518" fmla="*/ 299931 h 1038646"/>
              <a:gd name="connsiteX519" fmla="*/ 1748449 w 2961114"/>
              <a:gd name="connsiteY519" fmla="*/ 347579 h 1038646"/>
              <a:gd name="connsiteX520" fmla="*/ 1835532 w 2961114"/>
              <a:gd name="connsiteY520" fmla="*/ 389998 h 1038646"/>
              <a:gd name="connsiteX521" fmla="*/ 1923307 w 2961114"/>
              <a:gd name="connsiteY521" fmla="*/ 347579 h 1038646"/>
              <a:gd name="connsiteX522" fmla="*/ 2023289 w 2961114"/>
              <a:gd name="connsiteY522" fmla="*/ 299931 h 1038646"/>
              <a:gd name="connsiteX523" fmla="*/ 2123724 w 2961114"/>
              <a:gd name="connsiteY523" fmla="*/ 347579 h 1038646"/>
              <a:gd name="connsiteX524" fmla="*/ 2210806 w 2961114"/>
              <a:gd name="connsiteY524" fmla="*/ 389998 h 1038646"/>
              <a:gd name="connsiteX525" fmla="*/ 2298469 w 2961114"/>
              <a:gd name="connsiteY525" fmla="*/ 347579 h 1038646"/>
              <a:gd name="connsiteX526" fmla="*/ 2398323 w 2961114"/>
              <a:gd name="connsiteY526" fmla="*/ 299931 h 1038646"/>
              <a:gd name="connsiteX527" fmla="*/ 2498177 w 2961114"/>
              <a:gd name="connsiteY527" fmla="*/ 347579 h 1038646"/>
              <a:gd name="connsiteX528" fmla="*/ 2585840 w 2961114"/>
              <a:gd name="connsiteY528" fmla="*/ 389998 h 1038646"/>
              <a:gd name="connsiteX529" fmla="*/ 2673615 w 2961114"/>
              <a:gd name="connsiteY529" fmla="*/ 347579 h 1038646"/>
              <a:gd name="connsiteX530" fmla="*/ 2773597 w 2961114"/>
              <a:gd name="connsiteY530" fmla="*/ 299931 h 1038646"/>
              <a:gd name="connsiteX531" fmla="*/ 2873451 w 2961114"/>
              <a:gd name="connsiteY531" fmla="*/ 347579 h 1038646"/>
              <a:gd name="connsiteX532" fmla="*/ 2961114 w 2961114"/>
              <a:gd name="connsiteY532" fmla="*/ 389998 h 1038646"/>
              <a:gd name="connsiteX533" fmla="*/ 2961114 w 2961114"/>
              <a:gd name="connsiteY533" fmla="*/ 408011 h 1038646"/>
              <a:gd name="connsiteX534" fmla="*/ 2861260 w 2961114"/>
              <a:gd name="connsiteY534" fmla="*/ 360363 h 1038646"/>
              <a:gd name="connsiteX535" fmla="*/ 2773597 w 2961114"/>
              <a:gd name="connsiteY535" fmla="*/ 317944 h 1038646"/>
              <a:gd name="connsiteX536" fmla="*/ 2685822 w 2961114"/>
              <a:gd name="connsiteY536" fmla="*/ 360363 h 1038646"/>
              <a:gd name="connsiteX537" fmla="*/ 2585840 w 2961114"/>
              <a:gd name="connsiteY537" fmla="*/ 408011 h 1038646"/>
              <a:gd name="connsiteX538" fmla="*/ 2485985 w 2961114"/>
              <a:gd name="connsiteY538" fmla="*/ 360363 h 1038646"/>
              <a:gd name="connsiteX539" fmla="*/ 2398323 w 2961114"/>
              <a:gd name="connsiteY539" fmla="*/ 317944 h 1038646"/>
              <a:gd name="connsiteX540" fmla="*/ 2310660 w 2961114"/>
              <a:gd name="connsiteY540" fmla="*/ 360363 h 1038646"/>
              <a:gd name="connsiteX541" fmla="*/ 2210806 w 2961114"/>
              <a:gd name="connsiteY541" fmla="*/ 408011 h 1038646"/>
              <a:gd name="connsiteX542" fmla="*/ 2110953 w 2961114"/>
              <a:gd name="connsiteY542" fmla="*/ 360363 h 1038646"/>
              <a:gd name="connsiteX543" fmla="*/ 2023289 w 2961114"/>
              <a:gd name="connsiteY543" fmla="*/ 317944 h 1038646"/>
              <a:gd name="connsiteX544" fmla="*/ 1936095 w 2961114"/>
              <a:gd name="connsiteY544" fmla="*/ 360363 h 1038646"/>
              <a:gd name="connsiteX545" fmla="*/ 1835532 w 2961114"/>
              <a:gd name="connsiteY545" fmla="*/ 408011 h 1038646"/>
              <a:gd name="connsiteX546" fmla="*/ 1735678 w 2961114"/>
              <a:gd name="connsiteY546" fmla="*/ 360363 h 1038646"/>
              <a:gd name="connsiteX547" fmla="*/ 1648015 w 2961114"/>
              <a:gd name="connsiteY547" fmla="*/ 317944 h 1038646"/>
              <a:gd name="connsiteX548" fmla="*/ 1560933 w 2961114"/>
              <a:gd name="connsiteY548" fmla="*/ 360363 h 1038646"/>
              <a:gd name="connsiteX549" fmla="*/ 1460498 w 2961114"/>
              <a:gd name="connsiteY549" fmla="*/ 408011 h 1038646"/>
              <a:gd name="connsiteX550" fmla="*/ 1360645 w 2961114"/>
              <a:gd name="connsiteY550" fmla="*/ 360363 h 1038646"/>
              <a:gd name="connsiteX551" fmla="*/ 1272981 w 2961114"/>
              <a:gd name="connsiteY551" fmla="*/ 317944 h 1038646"/>
              <a:gd name="connsiteX552" fmla="*/ 1185788 w 2961114"/>
              <a:gd name="connsiteY552" fmla="*/ 360363 h 1038646"/>
              <a:gd name="connsiteX553" fmla="*/ 1085224 w 2961114"/>
              <a:gd name="connsiteY553" fmla="*/ 408011 h 1038646"/>
              <a:gd name="connsiteX554" fmla="*/ 985370 w 2961114"/>
              <a:gd name="connsiteY554" fmla="*/ 360363 h 1038646"/>
              <a:gd name="connsiteX555" fmla="*/ 897707 w 2961114"/>
              <a:gd name="connsiteY555" fmla="*/ 317944 h 1038646"/>
              <a:gd name="connsiteX556" fmla="*/ 810626 w 2961114"/>
              <a:gd name="connsiteY556" fmla="*/ 360363 h 1038646"/>
              <a:gd name="connsiteX557" fmla="*/ 710190 w 2961114"/>
              <a:gd name="connsiteY557" fmla="*/ 408011 h 1038646"/>
              <a:gd name="connsiteX558" fmla="*/ 610337 w 2961114"/>
              <a:gd name="connsiteY558" fmla="*/ 360363 h 1038646"/>
              <a:gd name="connsiteX559" fmla="*/ 522674 w 2961114"/>
              <a:gd name="connsiteY559" fmla="*/ 317944 h 1038646"/>
              <a:gd name="connsiteX560" fmla="*/ 435480 w 2961114"/>
              <a:gd name="connsiteY560" fmla="*/ 360363 h 1038646"/>
              <a:gd name="connsiteX561" fmla="*/ 334917 w 2961114"/>
              <a:gd name="connsiteY561" fmla="*/ 408011 h 1038646"/>
              <a:gd name="connsiteX562" fmla="*/ 235062 w 2961114"/>
              <a:gd name="connsiteY562" fmla="*/ 360363 h 1038646"/>
              <a:gd name="connsiteX563" fmla="*/ 147400 w 2961114"/>
              <a:gd name="connsiteY563" fmla="*/ 317944 h 1038646"/>
              <a:gd name="connsiteX564" fmla="*/ 60318 w 2961114"/>
              <a:gd name="connsiteY564" fmla="*/ 360363 h 1038646"/>
              <a:gd name="connsiteX565" fmla="*/ 20333 w 2961114"/>
              <a:gd name="connsiteY565" fmla="*/ 392685 h 1038646"/>
              <a:gd name="connsiteX566" fmla="*/ 0 w 2961114"/>
              <a:gd name="connsiteY566" fmla="*/ 401161 h 1038646"/>
              <a:gd name="connsiteX567" fmla="*/ 0 w 2961114"/>
              <a:gd name="connsiteY567" fmla="*/ 381776 h 1038646"/>
              <a:gd name="connsiteX568" fmla="*/ 11334 w 2961114"/>
              <a:gd name="connsiteY568" fmla="*/ 377069 h 1038646"/>
              <a:gd name="connsiteX569" fmla="*/ 47546 w 2961114"/>
              <a:gd name="connsiteY569" fmla="*/ 347579 h 1038646"/>
              <a:gd name="connsiteX570" fmla="*/ 147400 w 2961114"/>
              <a:gd name="connsiteY570" fmla="*/ 299931 h 1038646"/>
              <a:gd name="connsiteX571" fmla="*/ 147400 w 2961114"/>
              <a:gd name="connsiteY571" fmla="*/ 200515 h 1038646"/>
              <a:gd name="connsiteX572" fmla="*/ 247834 w 2961114"/>
              <a:gd name="connsiteY572" fmla="*/ 247521 h 1038646"/>
              <a:gd name="connsiteX573" fmla="*/ 334917 w 2961114"/>
              <a:gd name="connsiteY573" fmla="*/ 289884 h 1038646"/>
              <a:gd name="connsiteX574" fmla="*/ 422692 w 2961114"/>
              <a:gd name="connsiteY574" fmla="*/ 247521 h 1038646"/>
              <a:gd name="connsiteX575" fmla="*/ 522674 w 2961114"/>
              <a:gd name="connsiteY575" fmla="*/ 200515 h 1038646"/>
              <a:gd name="connsiteX576" fmla="*/ 623109 w 2961114"/>
              <a:gd name="connsiteY576" fmla="*/ 247521 h 1038646"/>
              <a:gd name="connsiteX577" fmla="*/ 710190 w 2961114"/>
              <a:gd name="connsiteY577" fmla="*/ 289884 h 1038646"/>
              <a:gd name="connsiteX578" fmla="*/ 797854 w 2961114"/>
              <a:gd name="connsiteY578" fmla="*/ 247521 h 1038646"/>
              <a:gd name="connsiteX579" fmla="*/ 897707 w 2961114"/>
              <a:gd name="connsiteY579" fmla="*/ 200515 h 1038646"/>
              <a:gd name="connsiteX580" fmla="*/ 998141 w 2961114"/>
              <a:gd name="connsiteY580" fmla="*/ 247521 h 1038646"/>
              <a:gd name="connsiteX581" fmla="*/ 1085224 w 2961114"/>
              <a:gd name="connsiteY581" fmla="*/ 289884 h 1038646"/>
              <a:gd name="connsiteX582" fmla="*/ 1173000 w 2961114"/>
              <a:gd name="connsiteY582" fmla="*/ 247521 h 1038646"/>
              <a:gd name="connsiteX583" fmla="*/ 1272981 w 2961114"/>
              <a:gd name="connsiteY583" fmla="*/ 200515 h 1038646"/>
              <a:gd name="connsiteX584" fmla="*/ 1373416 w 2961114"/>
              <a:gd name="connsiteY584" fmla="*/ 247521 h 1038646"/>
              <a:gd name="connsiteX585" fmla="*/ 1460498 w 2961114"/>
              <a:gd name="connsiteY585" fmla="*/ 289884 h 1038646"/>
              <a:gd name="connsiteX586" fmla="*/ 1548162 w 2961114"/>
              <a:gd name="connsiteY586" fmla="*/ 247521 h 1038646"/>
              <a:gd name="connsiteX587" fmla="*/ 1648015 w 2961114"/>
              <a:gd name="connsiteY587" fmla="*/ 200515 h 1038646"/>
              <a:gd name="connsiteX588" fmla="*/ 1748449 w 2961114"/>
              <a:gd name="connsiteY588" fmla="*/ 247521 h 1038646"/>
              <a:gd name="connsiteX589" fmla="*/ 1835532 w 2961114"/>
              <a:gd name="connsiteY589" fmla="*/ 289884 h 1038646"/>
              <a:gd name="connsiteX590" fmla="*/ 1923307 w 2961114"/>
              <a:gd name="connsiteY590" fmla="*/ 247521 h 1038646"/>
              <a:gd name="connsiteX591" fmla="*/ 2023289 w 2961114"/>
              <a:gd name="connsiteY591" fmla="*/ 200515 h 1038646"/>
              <a:gd name="connsiteX592" fmla="*/ 2123724 w 2961114"/>
              <a:gd name="connsiteY592" fmla="*/ 247521 h 1038646"/>
              <a:gd name="connsiteX593" fmla="*/ 2210806 w 2961114"/>
              <a:gd name="connsiteY593" fmla="*/ 289884 h 1038646"/>
              <a:gd name="connsiteX594" fmla="*/ 2298469 w 2961114"/>
              <a:gd name="connsiteY594" fmla="*/ 247521 h 1038646"/>
              <a:gd name="connsiteX595" fmla="*/ 2398323 w 2961114"/>
              <a:gd name="connsiteY595" fmla="*/ 200515 h 1038646"/>
              <a:gd name="connsiteX596" fmla="*/ 2498177 w 2961114"/>
              <a:gd name="connsiteY596" fmla="*/ 247521 h 1038646"/>
              <a:gd name="connsiteX597" fmla="*/ 2585840 w 2961114"/>
              <a:gd name="connsiteY597" fmla="*/ 289884 h 1038646"/>
              <a:gd name="connsiteX598" fmla="*/ 2673615 w 2961114"/>
              <a:gd name="connsiteY598" fmla="*/ 247521 h 1038646"/>
              <a:gd name="connsiteX599" fmla="*/ 2773597 w 2961114"/>
              <a:gd name="connsiteY599" fmla="*/ 200515 h 1038646"/>
              <a:gd name="connsiteX600" fmla="*/ 2873451 w 2961114"/>
              <a:gd name="connsiteY600" fmla="*/ 247521 h 1038646"/>
              <a:gd name="connsiteX601" fmla="*/ 2961114 w 2961114"/>
              <a:gd name="connsiteY601" fmla="*/ 289884 h 1038646"/>
              <a:gd name="connsiteX602" fmla="*/ 2961114 w 2961114"/>
              <a:gd name="connsiteY602" fmla="*/ 307874 h 1038646"/>
              <a:gd name="connsiteX603" fmla="*/ 2861260 w 2961114"/>
              <a:gd name="connsiteY603" fmla="*/ 260869 h 1038646"/>
              <a:gd name="connsiteX604" fmla="*/ 2773597 w 2961114"/>
              <a:gd name="connsiteY604" fmla="*/ 218505 h 1038646"/>
              <a:gd name="connsiteX605" fmla="*/ 2685822 w 2961114"/>
              <a:gd name="connsiteY605" fmla="*/ 260869 h 1038646"/>
              <a:gd name="connsiteX606" fmla="*/ 2585840 w 2961114"/>
              <a:gd name="connsiteY606" fmla="*/ 307874 h 1038646"/>
              <a:gd name="connsiteX607" fmla="*/ 2485985 w 2961114"/>
              <a:gd name="connsiteY607" fmla="*/ 260869 h 1038646"/>
              <a:gd name="connsiteX608" fmla="*/ 2398323 w 2961114"/>
              <a:gd name="connsiteY608" fmla="*/ 218505 h 1038646"/>
              <a:gd name="connsiteX609" fmla="*/ 2310660 w 2961114"/>
              <a:gd name="connsiteY609" fmla="*/ 260869 h 1038646"/>
              <a:gd name="connsiteX610" fmla="*/ 2210806 w 2961114"/>
              <a:gd name="connsiteY610" fmla="*/ 307874 h 1038646"/>
              <a:gd name="connsiteX611" fmla="*/ 2110953 w 2961114"/>
              <a:gd name="connsiteY611" fmla="*/ 260869 h 1038646"/>
              <a:gd name="connsiteX612" fmla="*/ 2023289 w 2961114"/>
              <a:gd name="connsiteY612" fmla="*/ 218505 h 1038646"/>
              <a:gd name="connsiteX613" fmla="*/ 1936095 w 2961114"/>
              <a:gd name="connsiteY613" fmla="*/ 260869 h 1038646"/>
              <a:gd name="connsiteX614" fmla="*/ 1835532 w 2961114"/>
              <a:gd name="connsiteY614" fmla="*/ 307874 h 1038646"/>
              <a:gd name="connsiteX615" fmla="*/ 1735678 w 2961114"/>
              <a:gd name="connsiteY615" fmla="*/ 260869 h 1038646"/>
              <a:gd name="connsiteX616" fmla="*/ 1648015 w 2961114"/>
              <a:gd name="connsiteY616" fmla="*/ 218505 h 1038646"/>
              <a:gd name="connsiteX617" fmla="*/ 1560933 w 2961114"/>
              <a:gd name="connsiteY617" fmla="*/ 260869 h 1038646"/>
              <a:gd name="connsiteX618" fmla="*/ 1460498 w 2961114"/>
              <a:gd name="connsiteY618" fmla="*/ 307874 h 1038646"/>
              <a:gd name="connsiteX619" fmla="*/ 1360645 w 2961114"/>
              <a:gd name="connsiteY619" fmla="*/ 260869 h 1038646"/>
              <a:gd name="connsiteX620" fmla="*/ 1272981 w 2961114"/>
              <a:gd name="connsiteY620" fmla="*/ 218505 h 1038646"/>
              <a:gd name="connsiteX621" fmla="*/ 1185788 w 2961114"/>
              <a:gd name="connsiteY621" fmla="*/ 260869 h 1038646"/>
              <a:gd name="connsiteX622" fmla="*/ 1085224 w 2961114"/>
              <a:gd name="connsiteY622" fmla="*/ 307874 h 1038646"/>
              <a:gd name="connsiteX623" fmla="*/ 985370 w 2961114"/>
              <a:gd name="connsiteY623" fmla="*/ 260869 h 1038646"/>
              <a:gd name="connsiteX624" fmla="*/ 897707 w 2961114"/>
              <a:gd name="connsiteY624" fmla="*/ 218505 h 1038646"/>
              <a:gd name="connsiteX625" fmla="*/ 810626 w 2961114"/>
              <a:gd name="connsiteY625" fmla="*/ 260869 h 1038646"/>
              <a:gd name="connsiteX626" fmla="*/ 710190 w 2961114"/>
              <a:gd name="connsiteY626" fmla="*/ 307874 h 1038646"/>
              <a:gd name="connsiteX627" fmla="*/ 610337 w 2961114"/>
              <a:gd name="connsiteY627" fmla="*/ 260869 h 1038646"/>
              <a:gd name="connsiteX628" fmla="*/ 522674 w 2961114"/>
              <a:gd name="connsiteY628" fmla="*/ 218505 h 1038646"/>
              <a:gd name="connsiteX629" fmla="*/ 435480 w 2961114"/>
              <a:gd name="connsiteY629" fmla="*/ 260869 h 1038646"/>
              <a:gd name="connsiteX630" fmla="*/ 334917 w 2961114"/>
              <a:gd name="connsiteY630" fmla="*/ 307874 h 1038646"/>
              <a:gd name="connsiteX631" fmla="*/ 235062 w 2961114"/>
              <a:gd name="connsiteY631" fmla="*/ 260869 h 1038646"/>
              <a:gd name="connsiteX632" fmla="*/ 147400 w 2961114"/>
              <a:gd name="connsiteY632" fmla="*/ 218505 h 1038646"/>
              <a:gd name="connsiteX633" fmla="*/ 60318 w 2961114"/>
              <a:gd name="connsiteY633" fmla="*/ 260869 h 1038646"/>
              <a:gd name="connsiteX634" fmla="*/ 20333 w 2961114"/>
              <a:gd name="connsiteY634" fmla="*/ 292859 h 1038646"/>
              <a:gd name="connsiteX635" fmla="*/ 0 w 2961114"/>
              <a:gd name="connsiteY635" fmla="*/ 301170 h 1038646"/>
              <a:gd name="connsiteX636" fmla="*/ 0 w 2961114"/>
              <a:gd name="connsiteY636" fmla="*/ 279986 h 1038646"/>
              <a:gd name="connsiteX637" fmla="*/ 11334 w 2961114"/>
              <a:gd name="connsiteY637" fmla="*/ 277190 h 1038646"/>
              <a:gd name="connsiteX638" fmla="*/ 47546 w 2961114"/>
              <a:gd name="connsiteY638" fmla="*/ 247521 h 1038646"/>
              <a:gd name="connsiteX639" fmla="*/ 147400 w 2961114"/>
              <a:gd name="connsiteY639" fmla="*/ 200515 h 1038646"/>
              <a:gd name="connsiteX640" fmla="*/ 147400 w 2961114"/>
              <a:gd name="connsiteY640" fmla="*/ 99897 h 1038646"/>
              <a:gd name="connsiteX641" fmla="*/ 247834 w 2961114"/>
              <a:gd name="connsiteY641" fmla="*/ 147008 h 1038646"/>
              <a:gd name="connsiteX642" fmla="*/ 334917 w 2961114"/>
              <a:gd name="connsiteY642" fmla="*/ 189466 h 1038646"/>
              <a:gd name="connsiteX643" fmla="*/ 422692 w 2961114"/>
              <a:gd name="connsiteY643" fmla="*/ 147008 h 1038646"/>
              <a:gd name="connsiteX644" fmla="*/ 522674 w 2961114"/>
              <a:gd name="connsiteY644" fmla="*/ 99897 h 1038646"/>
              <a:gd name="connsiteX645" fmla="*/ 623109 w 2961114"/>
              <a:gd name="connsiteY645" fmla="*/ 147008 h 1038646"/>
              <a:gd name="connsiteX646" fmla="*/ 710190 w 2961114"/>
              <a:gd name="connsiteY646" fmla="*/ 189466 h 1038646"/>
              <a:gd name="connsiteX647" fmla="*/ 797854 w 2961114"/>
              <a:gd name="connsiteY647" fmla="*/ 147008 h 1038646"/>
              <a:gd name="connsiteX648" fmla="*/ 897707 w 2961114"/>
              <a:gd name="connsiteY648" fmla="*/ 99897 h 1038646"/>
              <a:gd name="connsiteX649" fmla="*/ 998141 w 2961114"/>
              <a:gd name="connsiteY649" fmla="*/ 147008 h 1038646"/>
              <a:gd name="connsiteX650" fmla="*/ 1085224 w 2961114"/>
              <a:gd name="connsiteY650" fmla="*/ 189466 h 1038646"/>
              <a:gd name="connsiteX651" fmla="*/ 1173000 w 2961114"/>
              <a:gd name="connsiteY651" fmla="*/ 147008 h 1038646"/>
              <a:gd name="connsiteX652" fmla="*/ 1272981 w 2961114"/>
              <a:gd name="connsiteY652" fmla="*/ 99897 h 1038646"/>
              <a:gd name="connsiteX653" fmla="*/ 1373416 w 2961114"/>
              <a:gd name="connsiteY653" fmla="*/ 147008 h 1038646"/>
              <a:gd name="connsiteX654" fmla="*/ 1460498 w 2961114"/>
              <a:gd name="connsiteY654" fmla="*/ 189466 h 1038646"/>
              <a:gd name="connsiteX655" fmla="*/ 1548162 w 2961114"/>
              <a:gd name="connsiteY655" fmla="*/ 147008 h 1038646"/>
              <a:gd name="connsiteX656" fmla="*/ 1648015 w 2961114"/>
              <a:gd name="connsiteY656" fmla="*/ 99897 h 1038646"/>
              <a:gd name="connsiteX657" fmla="*/ 1748449 w 2961114"/>
              <a:gd name="connsiteY657" fmla="*/ 147008 h 1038646"/>
              <a:gd name="connsiteX658" fmla="*/ 1835532 w 2961114"/>
              <a:gd name="connsiteY658" fmla="*/ 189466 h 1038646"/>
              <a:gd name="connsiteX659" fmla="*/ 1923307 w 2961114"/>
              <a:gd name="connsiteY659" fmla="*/ 147008 h 1038646"/>
              <a:gd name="connsiteX660" fmla="*/ 2023289 w 2961114"/>
              <a:gd name="connsiteY660" fmla="*/ 99897 h 1038646"/>
              <a:gd name="connsiteX661" fmla="*/ 2123724 w 2961114"/>
              <a:gd name="connsiteY661" fmla="*/ 147008 h 1038646"/>
              <a:gd name="connsiteX662" fmla="*/ 2210806 w 2961114"/>
              <a:gd name="connsiteY662" fmla="*/ 189466 h 1038646"/>
              <a:gd name="connsiteX663" fmla="*/ 2298469 w 2961114"/>
              <a:gd name="connsiteY663" fmla="*/ 147008 h 1038646"/>
              <a:gd name="connsiteX664" fmla="*/ 2398323 w 2961114"/>
              <a:gd name="connsiteY664" fmla="*/ 99897 h 1038646"/>
              <a:gd name="connsiteX665" fmla="*/ 2498177 w 2961114"/>
              <a:gd name="connsiteY665" fmla="*/ 147008 h 1038646"/>
              <a:gd name="connsiteX666" fmla="*/ 2585840 w 2961114"/>
              <a:gd name="connsiteY666" fmla="*/ 189466 h 1038646"/>
              <a:gd name="connsiteX667" fmla="*/ 2673615 w 2961114"/>
              <a:gd name="connsiteY667" fmla="*/ 147008 h 1038646"/>
              <a:gd name="connsiteX668" fmla="*/ 2773597 w 2961114"/>
              <a:gd name="connsiteY668" fmla="*/ 99897 h 1038646"/>
              <a:gd name="connsiteX669" fmla="*/ 2873451 w 2961114"/>
              <a:gd name="connsiteY669" fmla="*/ 147008 h 1038646"/>
              <a:gd name="connsiteX670" fmla="*/ 2961114 w 2961114"/>
              <a:gd name="connsiteY670" fmla="*/ 189466 h 1038646"/>
              <a:gd name="connsiteX671" fmla="*/ 2961114 w 2961114"/>
              <a:gd name="connsiteY671" fmla="*/ 207496 h 1038646"/>
              <a:gd name="connsiteX672" fmla="*/ 2861260 w 2961114"/>
              <a:gd name="connsiteY672" fmla="*/ 160385 h 1038646"/>
              <a:gd name="connsiteX673" fmla="*/ 2773597 w 2961114"/>
              <a:gd name="connsiteY673" fmla="*/ 117927 h 1038646"/>
              <a:gd name="connsiteX674" fmla="*/ 2685822 w 2961114"/>
              <a:gd name="connsiteY674" fmla="*/ 160385 h 1038646"/>
              <a:gd name="connsiteX675" fmla="*/ 2585840 w 2961114"/>
              <a:gd name="connsiteY675" fmla="*/ 207496 h 1038646"/>
              <a:gd name="connsiteX676" fmla="*/ 2485985 w 2961114"/>
              <a:gd name="connsiteY676" fmla="*/ 160385 h 1038646"/>
              <a:gd name="connsiteX677" fmla="*/ 2398323 w 2961114"/>
              <a:gd name="connsiteY677" fmla="*/ 117927 h 1038646"/>
              <a:gd name="connsiteX678" fmla="*/ 2310660 w 2961114"/>
              <a:gd name="connsiteY678" fmla="*/ 160385 h 1038646"/>
              <a:gd name="connsiteX679" fmla="*/ 2210806 w 2961114"/>
              <a:gd name="connsiteY679" fmla="*/ 207496 h 1038646"/>
              <a:gd name="connsiteX680" fmla="*/ 2110953 w 2961114"/>
              <a:gd name="connsiteY680" fmla="*/ 160385 h 1038646"/>
              <a:gd name="connsiteX681" fmla="*/ 2023289 w 2961114"/>
              <a:gd name="connsiteY681" fmla="*/ 117927 h 1038646"/>
              <a:gd name="connsiteX682" fmla="*/ 1936095 w 2961114"/>
              <a:gd name="connsiteY682" fmla="*/ 160385 h 1038646"/>
              <a:gd name="connsiteX683" fmla="*/ 1835532 w 2961114"/>
              <a:gd name="connsiteY683" fmla="*/ 207496 h 1038646"/>
              <a:gd name="connsiteX684" fmla="*/ 1735678 w 2961114"/>
              <a:gd name="connsiteY684" fmla="*/ 160385 h 1038646"/>
              <a:gd name="connsiteX685" fmla="*/ 1648015 w 2961114"/>
              <a:gd name="connsiteY685" fmla="*/ 117927 h 1038646"/>
              <a:gd name="connsiteX686" fmla="*/ 1560933 w 2961114"/>
              <a:gd name="connsiteY686" fmla="*/ 160385 h 1038646"/>
              <a:gd name="connsiteX687" fmla="*/ 1460498 w 2961114"/>
              <a:gd name="connsiteY687" fmla="*/ 207496 h 1038646"/>
              <a:gd name="connsiteX688" fmla="*/ 1360645 w 2961114"/>
              <a:gd name="connsiteY688" fmla="*/ 160385 h 1038646"/>
              <a:gd name="connsiteX689" fmla="*/ 1272981 w 2961114"/>
              <a:gd name="connsiteY689" fmla="*/ 117927 h 1038646"/>
              <a:gd name="connsiteX690" fmla="*/ 1185788 w 2961114"/>
              <a:gd name="connsiteY690" fmla="*/ 160385 h 1038646"/>
              <a:gd name="connsiteX691" fmla="*/ 1085224 w 2961114"/>
              <a:gd name="connsiteY691" fmla="*/ 207496 h 1038646"/>
              <a:gd name="connsiteX692" fmla="*/ 985370 w 2961114"/>
              <a:gd name="connsiteY692" fmla="*/ 160385 h 1038646"/>
              <a:gd name="connsiteX693" fmla="*/ 897707 w 2961114"/>
              <a:gd name="connsiteY693" fmla="*/ 117927 h 1038646"/>
              <a:gd name="connsiteX694" fmla="*/ 810626 w 2961114"/>
              <a:gd name="connsiteY694" fmla="*/ 160385 h 1038646"/>
              <a:gd name="connsiteX695" fmla="*/ 710190 w 2961114"/>
              <a:gd name="connsiteY695" fmla="*/ 207496 h 1038646"/>
              <a:gd name="connsiteX696" fmla="*/ 610337 w 2961114"/>
              <a:gd name="connsiteY696" fmla="*/ 160385 h 1038646"/>
              <a:gd name="connsiteX697" fmla="*/ 522674 w 2961114"/>
              <a:gd name="connsiteY697" fmla="*/ 117927 h 1038646"/>
              <a:gd name="connsiteX698" fmla="*/ 435480 w 2961114"/>
              <a:gd name="connsiteY698" fmla="*/ 160385 h 1038646"/>
              <a:gd name="connsiteX699" fmla="*/ 334917 w 2961114"/>
              <a:gd name="connsiteY699" fmla="*/ 207496 h 1038646"/>
              <a:gd name="connsiteX700" fmla="*/ 235062 w 2961114"/>
              <a:gd name="connsiteY700" fmla="*/ 160385 h 1038646"/>
              <a:gd name="connsiteX701" fmla="*/ 147400 w 2961114"/>
              <a:gd name="connsiteY701" fmla="*/ 117927 h 1038646"/>
              <a:gd name="connsiteX702" fmla="*/ 60318 w 2961114"/>
              <a:gd name="connsiteY702" fmla="*/ 160385 h 1038646"/>
              <a:gd name="connsiteX703" fmla="*/ 20333 w 2961114"/>
              <a:gd name="connsiteY703" fmla="*/ 192447 h 1038646"/>
              <a:gd name="connsiteX704" fmla="*/ 0 w 2961114"/>
              <a:gd name="connsiteY704" fmla="*/ 200777 h 1038646"/>
              <a:gd name="connsiteX705" fmla="*/ 0 w 2961114"/>
              <a:gd name="connsiteY705" fmla="*/ 179546 h 1038646"/>
              <a:gd name="connsiteX706" fmla="*/ 11334 w 2961114"/>
              <a:gd name="connsiteY706" fmla="*/ 176743 h 1038646"/>
              <a:gd name="connsiteX707" fmla="*/ 47546 w 2961114"/>
              <a:gd name="connsiteY707" fmla="*/ 147008 h 1038646"/>
              <a:gd name="connsiteX708" fmla="*/ 147400 w 2961114"/>
              <a:gd name="connsiteY708" fmla="*/ 99897 h 1038646"/>
              <a:gd name="connsiteX709" fmla="*/ 147400 w 2961114"/>
              <a:gd name="connsiteY709" fmla="*/ 0 h 1038646"/>
              <a:gd name="connsiteX710" fmla="*/ 247834 w 2961114"/>
              <a:gd name="connsiteY710" fmla="*/ 47649 h 1038646"/>
              <a:gd name="connsiteX711" fmla="*/ 334917 w 2961114"/>
              <a:gd name="connsiteY711" fmla="*/ 90068 h 1038646"/>
              <a:gd name="connsiteX712" fmla="*/ 422692 w 2961114"/>
              <a:gd name="connsiteY712" fmla="*/ 47649 h 1038646"/>
              <a:gd name="connsiteX713" fmla="*/ 522674 w 2961114"/>
              <a:gd name="connsiteY713" fmla="*/ 0 h 1038646"/>
              <a:gd name="connsiteX714" fmla="*/ 623109 w 2961114"/>
              <a:gd name="connsiteY714" fmla="*/ 47649 h 1038646"/>
              <a:gd name="connsiteX715" fmla="*/ 710190 w 2961114"/>
              <a:gd name="connsiteY715" fmla="*/ 90068 h 1038646"/>
              <a:gd name="connsiteX716" fmla="*/ 797854 w 2961114"/>
              <a:gd name="connsiteY716" fmla="*/ 47649 h 1038646"/>
              <a:gd name="connsiteX717" fmla="*/ 897707 w 2961114"/>
              <a:gd name="connsiteY717" fmla="*/ 0 h 1038646"/>
              <a:gd name="connsiteX718" fmla="*/ 998141 w 2961114"/>
              <a:gd name="connsiteY718" fmla="*/ 47649 h 1038646"/>
              <a:gd name="connsiteX719" fmla="*/ 1085224 w 2961114"/>
              <a:gd name="connsiteY719" fmla="*/ 90068 h 1038646"/>
              <a:gd name="connsiteX720" fmla="*/ 1173000 w 2961114"/>
              <a:gd name="connsiteY720" fmla="*/ 47649 h 1038646"/>
              <a:gd name="connsiteX721" fmla="*/ 1272981 w 2961114"/>
              <a:gd name="connsiteY721" fmla="*/ 0 h 1038646"/>
              <a:gd name="connsiteX722" fmla="*/ 1373416 w 2961114"/>
              <a:gd name="connsiteY722" fmla="*/ 47649 h 1038646"/>
              <a:gd name="connsiteX723" fmla="*/ 1460498 w 2961114"/>
              <a:gd name="connsiteY723" fmla="*/ 90068 h 1038646"/>
              <a:gd name="connsiteX724" fmla="*/ 1548162 w 2961114"/>
              <a:gd name="connsiteY724" fmla="*/ 47649 h 1038646"/>
              <a:gd name="connsiteX725" fmla="*/ 1648015 w 2961114"/>
              <a:gd name="connsiteY725" fmla="*/ 0 h 1038646"/>
              <a:gd name="connsiteX726" fmla="*/ 1748449 w 2961114"/>
              <a:gd name="connsiteY726" fmla="*/ 47649 h 1038646"/>
              <a:gd name="connsiteX727" fmla="*/ 1835532 w 2961114"/>
              <a:gd name="connsiteY727" fmla="*/ 90068 h 1038646"/>
              <a:gd name="connsiteX728" fmla="*/ 1923307 w 2961114"/>
              <a:gd name="connsiteY728" fmla="*/ 47649 h 1038646"/>
              <a:gd name="connsiteX729" fmla="*/ 2023289 w 2961114"/>
              <a:gd name="connsiteY729" fmla="*/ 0 h 1038646"/>
              <a:gd name="connsiteX730" fmla="*/ 2123724 w 2961114"/>
              <a:gd name="connsiteY730" fmla="*/ 47649 h 1038646"/>
              <a:gd name="connsiteX731" fmla="*/ 2210806 w 2961114"/>
              <a:gd name="connsiteY731" fmla="*/ 90068 h 1038646"/>
              <a:gd name="connsiteX732" fmla="*/ 2298469 w 2961114"/>
              <a:gd name="connsiteY732" fmla="*/ 47649 h 1038646"/>
              <a:gd name="connsiteX733" fmla="*/ 2398323 w 2961114"/>
              <a:gd name="connsiteY733" fmla="*/ 0 h 1038646"/>
              <a:gd name="connsiteX734" fmla="*/ 2498177 w 2961114"/>
              <a:gd name="connsiteY734" fmla="*/ 47649 h 1038646"/>
              <a:gd name="connsiteX735" fmla="*/ 2585840 w 2961114"/>
              <a:gd name="connsiteY735" fmla="*/ 90068 h 1038646"/>
              <a:gd name="connsiteX736" fmla="*/ 2673615 w 2961114"/>
              <a:gd name="connsiteY736" fmla="*/ 47649 h 1038646"/>
              <a:gd name="connsiteX737" fmla="*/ 2773597 w 2961114"/>
              <a:gd name="connsiteY737" fmla="*/ 0 h 1038646"/>
              <a:gd name="connsiteX738" fmla="*/ 2873451 w 2961114"/>
              <a:gd name="connsiteY738" fmla="*/ 47649 h 1038646"/>
              <a:gd name="connsiteX739" fmla="*/ 2961114 w 2961114"/>
              <a:gd name="connsiteY739" fmla="*/ 90068 h 1038646"/>
              <a:gd name="connsiteX740" fmla="*/ 2961114 w 2961114"/>
              <a:gd name="connsiteY740" fmla="*/ 108081 h 1038646"/>
              <a:gd name="connsiteX741" fmla="*/ 2861260 w 2961114"/>
              <a:gd name="connsiteY741" fmla="*/ 60433 h 1038646"/>
              <a:gd name="connsiteX742" fmla="*/ 2773597 w 2961114"/>
              <a:gd name="connsiteY742" fmla="*/ 18014 h 1038646"/>
              <a:gd name="connsiteX743" fmla="*/ 2685822 w 2961114"/>
              <a:gd name="connsiteY743" fmla="*/ 60433 h 1038646"/>
              <a:gd name="connsiteX744" fmla="*/ 2585840 w 2961114"/>
              <a:gd name="connsiteY744" fmla="*/ 108081 h 1038646"/>
              <a:gd name="connsiteX745" fmla="*/ 2485985 w 2961114"/>
              <a:gd name="connsiteY745" fmla="*/ 60433 h 1038646"/>
              <a:gd name="connsiteX746" fmla="*/ 2398323 w 2961114"/>
              <a:gd name="connsiteY746" fmla="*/ 18014 h 1038646"/>
              <a:gd name="connsiteX747" fmla="*/ 2310660 w 2961114"/>
              <a:gd name="connsiteY747" fmla="*/ 60433 h 1038646"/>
              <a:gd name="connsiteX748" fmla="*/ 2210806 w 2961114"/>
              <a:gd name="connsiteY748" fmla="*/ 108081 h 1038646"/>
              <a:gd name="connsiteX749" fmla="*/ 2110953 w 2961114"/>
              <a:gd name="connsiteY749" fmla="*/ 60433 h 1038646"/>
              <a:gd name="connsiteX750" fmla="*/ 2023289 w 2961114"/>
              <a:gd name="connsiteY750" fmla="*/ 18014 h 1038646"/>
              <a:gd name="connsiteX751" fmla="*/ 1936095 w 2961114"/>
              <a:gd name="connsiteY751" fmla="*/ 60433 h 1038646"/>
              <a:gd name="connsiteX752" fmla="*/ 1835532 w 2961114"/>
              <a:gd name="connsiteY752" fmla="*/ 108081 h 1038646"/>
              <a:gd name="connsiteX753" fmla="*/ 1735678 w 2961114"/>
              <a:gd name="connsiteY753" fmla="*/ 60433 h 1038646"/>
              <a:gd name="connsiteX754" fmla="*/ 1648015 w 2961114"/>
              <a:gd name="connsiteY754" fmla="*/ 18014 h 1038646"/>
              <a:gd name="connsiteX755" fmla="*/ 1560933 w 2961114"/>
              <a:gd name="connsiteY755" fmla="*/ 60433 h 1038646"/>
              <a:gd name="connsiteX756" fmla="*/ 1460498 w 2961114"/>
              <a:gd name="connsiteY756" fmla="*/ 108081 h 1038646"/>
              <a:gd name="connsiteX757" fmla="*/ 1360645 w 2961114"/>
              <a:gd name="connsiteY757" fmla="*/ 60433 h 1038646"/>
              <a:gd name="connsiteX758" fmla="*/ 1272981 w 2961114"/>
              <a:gd name="connsiteY758" fmla="*/ 18014 h 1038646"/>
              <a:gd name="connsiteX759" fmla="*/ 1185788 w 2961114"/>
              <a:gd name="connsiteY759" fmla="*/ 60433 h 1038646"/>
              <a:gd name="connsiteX760" fmla="*/ 1085224 w 2961114"/>
              <a:gd name="connsiteY760" fmla="*/ 108081 h 1038646"/>
              <a:gd name="connsiteX761" fmla="*/ 985370 w 2961114"/>
              <a:gd name="connsiteY761" fmla="*/ 60433 h 1038646"/>
              <a:gd name="connsiteX762" fmla="*/ 897707 w 2961114"/>
              <a:gd name="connsiteY762" fmla="*/ 18014 h 1038646"/>
              <a:gd name="connsiteX763" fmla="*/ 810626 w 2961114"/>
              <a:gd name="connsiteY763" fmla="*/ 60433 h 1038646"/>
              <a:gd name="connsiteX764" fmla="*/ 710190 w 2961114"/>
              <a:gd name="connsiteY764" fmla="*/ 108081 h 1038646"/>
              <a:gd name="connsiteX765" fmla="*/ 610337 w 2961114"/>
              <a:gd name="connsiteY765" fmla="*/ 60433 h 1038646"/>
              <a:gd name="connsiteX766" fmla="*/ 522674 w 2961114"/>
              <a:gd name="connsiteY766" fmla="*/ 18014 h 1038646"/>
              <a:gd name="connsiteX767" fmla="*/ 435480 w 2961114"/>
              <a:gd name="connsiteY767" fmla="*/ 60433 h 1038646"/>
              <a:gd name="connsiteX768" fmla="*/ 334917 w 2961114"/>
              <a:gd name="connsiteY768" fmla="*/ 108081 h 1038646"/>
              <a:gd name="connsiteX769" fmla="*/ 235062 w 2961114"/>
              <a:gd name="connsiteY769" fmla="*/ 60433 h 1038646"/>
              <a:gd name="connsiteX770" fmla="*/ 147400 w 2961114"/>
              <a:gd name="connsiteY770" fmla="*/ 18014 h 1038646"/>
              <a:gd name="connsiteX771" fmla="*/ 60318 w 2961114"/>
              <a:gd name="connsiteY771" fmla="*/ 60433 h 1038646"/>
              <a:gd name="connsiteX772" fmla="*/ 20333 w 2961114"/>
              <a:gd name="connsiteY772" fmla="*/ 92755 h 1038646"/>
              <a:gd name="connsiteX773" fmla="*/ 0 w 2961114"/>
              <a:gd name="connsiteY773" fmla="*/ 101231 h 1038646"/>
              <a:gd name="connsiteX774" fmla="*/ 0 w 2961114"/>
              <a:gd name="connsiteY774" fmla="*/ 81846 h 1038646"/>
              <a:gd name="connsiteX775" fmla="*/ 11334 w 2961114"/>
              <a:gd name="connsiteY775" fmla="*/ 77139 h 1038646"/>
              <a:gd name="connsiteX776" fmla="*/ 47546 w 2961114"/>
              <a:gd name="connsiteY776" fmla="*/ 47649 h 1038646"/>
              <a:gd name="connsiteX777" fmla="*/ 147400 w 2961114"/>
              <a:gd name="connsiteY777" fmla="*/ 0 h 1038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</a:cxnLst>
            <a:rect l="l" t="t" r="r" b="b"/>
            <a:pathLst>
              <a:path w="2961114" h="1038646">
                <a:moveTo>
                  <a:pt x="2773597" y="1000651"/>
                </a:moveTo>
                <a:cubicBezTo>
                  <a:pt x="2798851" y="1000651"/>
                  <a:pt x="2818009" y="1006758"/>
                  <a:pt x="2833756" y="1015701"/>
                </a:cubicBezTo>
                <a:lnTo>
                  <a:pt x="2862165" y="1038646"/>
                </a:lnTo>
                <a:lnTo>
                  <a:pt x="2833703" y="1038646"/>
                </a:lnTo>
                <a:lnTo>
                  <a:pt x="2824830" y="1031404"/>
                </a:lnTo>
                <a:cubicBezTo>
                  <a:pt x="2811187" y="1023625"/>
                  <a:pt x="2795077" y="1018681"/>
                  <a:pt x="2773597" y="1018681"/>
                </a:cubicBezTo>
                <a:cubicBezTo>
                  <a:pt x="2752089" y="1018681"/>
                  <a:pt x="2736104" y="1023625"/>
                  <a:pt x="2722516" y="1031404"/>
                </a:cubicBezTo>
                <a:lnTo>
                  <a:pt x="2713579" y="1038646"/>
                </a:lnTo>
                <a:lnTo>
                  <a:pt x="2685056" y="1038646"/>
                </a:lnTo>
                <a:lnTo>
                  <a:pt x="2713579" y="1015919"/>
                </a:lnTo>
                <a:cubicBezTo>
                  <a:pt x="2729274" y="1006904"/>
                  <a:pt x="2748311" y="1000651"/>
                  <a:pt x="2773597" y="1000651"/>
                </a:cubicBezTo>
                <a:close/>
                <a:moveTo>
                  <a:pt x="2398323" y="1000651"/>
                </a:moveTo>
                <a:cubicBezTo>
                  <a:pt x="2423577" y="1000651"/>
                  <a:pt x="2442735" y="1006758"/>
                  <a:pt x="2458482" y="1015701"/>
                </a:cubicBezTo>
                <a:lnTo>
                  <a:pt x="2486891" y="1038646"/>
                </a:lnTo>
                <a:lnTo>
                  <a:pt x="2458428" y="1038646"/>
                </a:lnTo>
                <a:lnTo>
                  <a:pt x="2449556" y="1031404"/>
                </a:lnTo>
                <a:cubicBezTo>
                  <a:pt x="2435914" y="1023625"/>
                  <a:pt x="2419804" y="1018681"/>
                  <a:pt x="2398323" y="1018681"/>
                </a:cubicBezTo>
                <a:cubicBezTo>
                  <a:pt x="2376843" y="1018681"/>
                  <a:pt x="2360878" y="1023625"/>
                  <a:pt x="2347307" y="1031404"/>
                </a:cubicBezTo>
                <a:lnTo>
                  <a:pt x="2338382" y="1038646"/>
                </a:lnTo>
                <a:lnTo>
                  <a:pt x="2309895" y="1038646"/>
                </a:lnTo>
                <a:lnTo>
                  <a:pt x="2338382" y="1015919"/>
                </a:lnTo>
                <a:cubicBezTo>
                  <a:pt x="2354057" y="1006904"/>
                  <a:pt x="2373070" y="1000651"/>
                  <a:pt x="2398323" y="1000651"/>
                </a:cubicBezTo>
                <a:close/>
                <a:moveTo>
                  <a:pt x="2023289" y="1000651"/>
                </a:moveTo>
                <a:cubicBezTo>
                  <a:pt x="2048543" y="1000651"/>
                  <a:pt x="2067701" y="1006758"/>
                  <a:pt x="2083521" y="1015701"/>
                </a:cubicBezTo>
                <a:lnTo>
                  <a:pt x="2112293" y="1038646"/>
                </a:lnTo>
                <a:lnTo>
                  <a:pt x="2083395" y="1038646"/>
                </a:lnTo>
                <a:lnTo>
                  <a:pt x="2074523" y="1031404"/>
                </a:lnTo>
                <a:cubicBezTo>
                  <a:pt x="2060880" y="1023625"/>
                  <a:pt x="2044770" y="1018681"/>
                  <a:pt x="2023289" y="1018681"/>
                </a:cubicBezTo>
                <a:cubicBezTo>
                  <a:pt x="2001781" y="1018681"/>
                  <a:pt x="1985796" y="1023625"/>
                  <a:pt x="1972281" y="1031404"/>
                </a:cubicBezTo>
                <a:lnTo>
                  <a:pt x="1963468" y="1038646"/>
                </a:lnTo>
                <a:lnTo>
                  <a:pt x="1934748" y="1038646"/>
                </a:lnTo>
                <a:lnTo>
                  <a:pt x="1963271" y="1015919"/>
                </a:lnTo>
                <a:cubicBezTo>
                  <a:pt x="1978966" y="1006904"/>
                  <a:pt x="1998003" y="1000651"/>
                  <a:pt x="2023289" y="1000651"/>
                </a:cubicBezTo>
                <a:close/>
                <a:moveTo>
                  <a:pt x="1648015" y="1000651"/>
                </a:moveTo>
                <a:cubicBezTo>
                  <a:pt x="1673269" y="1000651"/>
                  <a:pt x="1692427" y="1006758"/>
                  <a:pt x="1708247" y="1015701"/>
                </a:cubicBezTo>
                <a:lnTo>
                  <a:pt x="1737018" y="1038646"/>
                </a:lnTo>
                <a:lnTo>
                  <a:pt x="1708120" y="1038646"/>
                </a:lnTo>
                <a:lnTo>
                  <a:pt x="1699248" y="1031404"/>
                </a:lnTo>
                <a:cubicBezTo>
                  <a:pt x="1685606" y="1023625"/>
                  <a:pt x="1669496" y="1018681"/>
                  <a:pt x="1648015" y="1018681"/>
                </a:cubicBezTo>
                <a:cubicBezTo>
                  <a:pt x="1626535" y="1018681"/>
                  <a:pt x="1610570" y="1023625"/>
                  <a:pt x="1597073" y="1031404"/>
                </a:cubicBezTo>
                <a:lnTo>
                  <a:pt x="1588271" y="1038646"/>
                </a:lnTo>
                <a:lnTo>
                  <a:pt x="1559588" y="1038646"/>
                </a:lnTo>
                <a:lnTo>
                  <a:pt x="1588074" y="1015919"/>
                </a:lnTo>
                <a:cubicBezTo>
                  <a:pt x="1603749" y="1006904"/>
                  <a:pt x="1622762" y="1000651"/>
                  <a:pt x="1648015" y="1000651"/>
                </a:cubicBezTo>
                <a:close/>
                <a:moveTo>
                  <a:pt x="1272981" y="1000651"/>
                </a:moveTo>
                <a:cubicBezTo>
                  <a:pt x="1298526" y="1000651"/>
                  <a:pt x="1317684" y="1006758"/>
                  <a:pt x="1333431" y="1015701"/>
                </a:cubicBezTo>
                <a:lnTo>
                  <a:pt x="1362047" y="1038646"/>
                </a:lnTo>
                <a:lnTo>
                  <a:pt x="1333252" y="1038646"/>
                </a:lnTo>
                <a:lnTo>
                  <a:pt x="1324432" y="1031404"/>
                </a:lnTo>
                <a:cubicBezTo>
                  <a:pt x="1310862" y="1023625"/>
                  <a:pt x="1294752" y="1018681"/>
                  <a:pt x="1272981" y="1018681"/>
                </a:cubicBezTo>
                <a:cubicBezTo>
                  <a:pt x="1251474" y="1018681"/>
                  <a:pt x="1235488" y="1023625"/>
                  <a:pt x="1221973" y="1031404"/>
                </a:cubicBezTo>
                <a:lnTo>
                  <a:pt x="1213161" y="1038646"/>
                </a:lnTo>
                <a:lnTo>
                  <a:pt x="1184441" y="1038646"/>
                </a:lnTo>
                <a:lnTo>
                  <a:pt x="1212963" y="1015919"/>
                </a:lnTo>
                <a:cubicBezTo>
                  <a:pt x="1228658" y="1006904"/>
                  <a:pt x="1247695" y="1000651"/>
                  <a:pt x="1272981" y="1000651"/>
                </a:cubicBezTo>
                <a:close/>
                <a:moveTo>
                  <a:pt x="897707" y="1000651"/>
                </a:moveTo>
                <a:cubicBezTo>
                  <a:pt x="923251" y="1000651"/>
                  <a:pt x="942409" y="1006758"/>
                  <a:pt x="958156" y="1015701"/>
                </a:cubicBezTo>
                <a:lnTo>
                  <a:pt x="986772" y="1038646"/>
                </a:lnTo>
                <a:lnTo>
                  <a:pt x="957977" y="1038646"/>
                </a:lnTo>
                <a:lnTo>
                  <a:pt x="949158" y="1031404"/>
                </a:lnTo>
                <a:cubicBezTo>
                  <a:pt x="935588" y="1023625"/>
                  <a:pt x="919478" y="1018681"/>
                  <a:pt x="897707" y="1018681"/>
                </a:cubicBezTo>
                <a:cubicBezTo>
                  <a:pt x="876227" y="1018681"/>
                  <a:pt x="860262" y="1023625"/>
                  <a:pt x="846765" y="1031404"/>
                </a:cubicBezTo>
                <a:lnTo>
                  <a:pt x="837964" y="1038646"/>
                </a:lnTo>
                <a:lnTo>
                  <a:pt x="809280" y="1038646"/>
                </a:lnTo>
                <a:lnTo>
                  <a:pt x="837766" y="1015919"/>
                </a:lnTo>
                <a:cubicBezTo>
                  <a:pt x="853441" y="1006904"/>
                  <a:pt x="872454" y="1000651"/>
                  <a:pt x="897707" y="1000651"/>
                </a:cubicBezTo>
                <a:close/>
                <a:moveTo>
                  <a:pt x="522674" y="1000651"/>
                </a:moveTo>
                <a:cubicBezTo>
                  <a:pt x="548218" y="1000651"/>
                  <a:pt x="567376" y="1006758"/>
                  <a:pt x="583124" y="1015701"/>
                </a:cubicBezTo>
                <a:lnTo>
                  <a:pt x="611740" y="1038646"/>
                </a:lnTo>
                <a:lnTo>
                  <a:pt x="582944" y="1038646"/>
                </a:lnTo>
                <a:lnTo>
                  <a:pt x="574125" y="1031404"/>
                </a:lnTo>
                <a:cubicBezTo>
                  <a:pt x="560554" y="1023625"/>
                  <a:pt x="544444" y="1018681"/>
                  <a:pt x="522674" y="1018681"/>
                </a:cubicBezTo>
                <a:cubicBezTo>
                  <a:pt x="501166" y="1018681"/>
                  <a:pt x="485181" y="1023625"/>
                  <a:pt x="471666" y="1031404"/>
                </a:cubicBezTo>
                <a:lnTo>
                  <a:pt x="462853" y="1038646"/>
                </a:lnTo>
                <a:lnTo>
                  <a:pt x="434133" y="1038646"/>
                </a:lnTo>
                <a:lnTo>
                  <a:pt x="462656" y="1015919"/>
                </a:lnTo>
                <a:cubicBezTo>
                  <a:pt x="478350" y="1006904"/>
                  <a:pt x="497388" y="1000651"/>
                  <a:pt x="522674" y="1000651"/>
                </a:cubicBezTo>
                <a:close/>
                <a:moveTo>
                  <a:pt x="147400" y="1000651"/>
                </a:moveTo>
                <a:cubicBezTo>
                  <a:pt x="172944" y="1000651"/>
                  <a:pt x="192102" y="1006758"/>
                  <a:pt x="207849" y="1015701"/>
                </a:cubicBezTo>
                <a:lnTo>
                  <a:pt x="236465" y="1038646"/>
                </a:lnTo>
                <a:lnTo>
                  <a:pt x="207670" y="1038646"/>
                </a:lnTo>
                <a:lnTo>
                  <a:pt x="198851" y="1031404"/>
                </a:lnTo>
                <a:cubicBezTo>
                  <a:pt x="185281" y="1023625"/>
                  <a:pt x="169171" y="1018681"/>
                  <a:pt x="147400" y="1018681"/>
                </a:cubicBezTo>
                <a:cubicBezTo>
                  <a:pt x="125920" y="1018681"/>
                  <a:pt x="109955" y="1023625"/>
                  <a:pt x="96457" y="1031404"/>
                </a:cubicBezTo>
                <a:lnTo>
                  <a:pt x="87656" y="1038646"/>
                </a:lnTo>
                <a:lnTo>
                  <a:pt x="58972" y="1038646"/>
                </a:lnTo>
                <a:lnTo>
                  <a:pt x="87458" y="1015919"/>
                </a:lnTo>
                <a:cubicBezTo>
                  <a:pt x="103133" y="1006904"/>
                  <a:pt x="122146" y="1000651"/>
                  <a:pt x="147400" y="1000651"/>
                </a:cubicBezTo>
                <a:close/>
                <a:moveTo>
                  <a:pt x="147400" y="900273"/>
                </a:moveTo>
                <a:cubicBezTo>
                  <a:pt x="198488" y="900273"/>
                  <a:pt x="224032" y="924647"/>
                  <a:pt x="247834" y="947279"/>
                </a:cubicBezTo>
                <a:cubicBezTo>
                  <a:pt x="271056" y="969911"/>
                  <a:pt x="291956" y="989642"/>
                  <a:pt x="334917" y="989642"/>
                </a:cubicBezTo>
                <a:cubicBezTo>
                  <a:pt x="378513" y="989642"/>
                  <a:pt x="399440" y="969911"/>
                  <a:pt x="422692" y="947279"/>
                </a:cubicBezTo>
                <a:cubicBezTo>
                  <a:pt x="446525" y="924647"/>
                  <a:pt x="472101" y="900273"/>
                  <a:pt x="522674" y="900273"/>
                </a:cubicBezTo>
                <a:cubicBezTo>
                  <a:pt x="573762" y="900273"/>
                  <a:pt x="599306" y="924647"/>
                  <a:pt x="623109" y="947279"/>
                </a:cubicBezTo>
                <a:cubicBezTo>
                  <a:pt x="646331" y="969911"/>
                  <a:pt x="667230" y="989642"/>
                  <a:pt x="710190" y="989642"/>
                </a:cubicBezTo>
                <a:cubicBezTo>
                  <a:pt x="753731" y="989642"/>
                  <a:pt x="774632" y="969911"/>
                  <a:pt x="797854" y="947279"/>
                </a:cubicBezTo>
                <a:cubicBezTo>
                  <a:pt x="821656" y="924647"/>
                  <a:pt x="847200" y="900273"/>
                  <a:pt x="897707" y="900273"/>
                </a:cubicBezTo>
                <a:cubicBezTo>
                  <a:pt x="948795" y="900273"/>
                  <a:pt x="974339" y="924647"/>
                  <a:pt x="998141" y="947279"/>
                </a:cubicBezTo>
                <a:cubicBezTo>
                  <a:pt x="1021364" y="969911"/>
                  <a:pt x="1042264" y="989642"/>
                  <a:pt x="1085224" y="989642"/>
                </a:cubicBezTo>
                <a:cubicBezTo>
                  <a:pt x="1128821" y="989642"/>
                  <a:pt x="1149748" y="969911"/>
                  <a:pt x="1173000" y="947279"/>
                </a:cubicBezTo>
                <a:cubicBezTo>
                  <a:pt x="1196833" y="924647"/>
                  <a:pt x="1222409" y="900273"/>
                  <a:pt x="1272981" y="900273"/>
                </a:cubicBezTo>
                <a:cubicBezTo>
                  <a:pt x="1324070" y="900273"/>
                  <a:pt x="1349614" y="924647"/>
                  <a:pt x="1373416" y="947279"/>
                </a:cubicBezTo>
                <a:cubicBezTo>
                  <a:pt x="1396639" y="969911"/>
                  <a:pt x="1417538" y="989642"/>
                  <a:pt x="1460498" y="989642"/>
                </a:cubicBezTo>
                <a:cubicBezTo>
                  <a:pt x="1503459" y="989642"/>
                  <a:pt x="1524939" y="969911"/>
                  <a:pt x="1548162" y="947279"/>
                </a:cubicBezTo>
                <a:cubicBezTo>
                  <a:pt x="1571964" y="924647"/>
                  <a:pt x="1597508" y="900273"/>
                  <a:pt x="1648015" y="900273"/>
                </a:cubicBezTo>
                <a:cubicBezTo>
                  <a:pt x="1698523" y="900273"/>
                  <a:pt x="1724647" y="924647"/>
                  <a:pt x="1748449" y="947279"/>
                </a:cubicBezTo>
                <a:cubicBezTo>
                  <a:pt x="1771672" y="969911"/>
                  <a:pt x="1792572" y="989642"/>
                  <a:pt x="1835532" y="989642"/>
                </a:cubicBezTo>
                <a:cubicBezTo>
                  <a:pt x="1878548" y="989642"/>
                  <a:pt x="1900055" y="969911"/>
                  <a:pt x="1923307" y="947279"/>
                </a:cubicBezTo>
                <a:cubicBezTo>
                  <a:pt x="1947141" y="924647"/>
                  <a:pt x="1972717" y="900273"/>
                  <a:pt x="2023289" y="900273"/>
                </a:cubicBezTo>
                <a:cubicBezTo>
                  <a:pt x="2073797" y="900273"/>
                  <a:pt x="2099922" y="924647"/>
                  <a:pt x="2123724" y="947279"/>
                </a:cubicBezTo>
                <a:cubicBezTo>
                  <a:pt x="2146947" y="969911"/>
                  <a:pt x="2167846" y="989642"/>
                  <a:pt x="2210806" y="989642"/>
                </a:cubicBezTo>
                <a:cubicBezTo>
                  <a:pt x="2253767" y="989642"/>
                  <a:pt x="2275247" y="969911"/>
                  <a:pt x="2298469" y="947279"/>
                </a:cubicBezTo>
                <a:cubicBezTo>
                  <a:pt x="2322272" y="924647"/>
                  <a:pt x="2347816" y="900273"/>
                  <a:pt x="2398323" y="900273"/>
                </a:cubicBezTo>
                <a:cubicBezTo>
                  <a:pt x="2448831" y="900273"/>
                  <a:pt x="2474955" y="924647"/>
                  <a:pt x="2498177" y="947279"/>
                </a:cubicBezTo>
                <a:cubicBezTo>
                  <a:pt x="2521979" y="969911"/>
                  <a:pt x="2542880" y="989642"/>
                  <a:pt x="2585840" y="989642"/>
                </a:cubicBezTo>
                <a:cubicBezTo>
                  <a:pt x="2628856" y="989642"/>
                  <a:pt x="2650363" y="969911"/>
                  <a:pt x="2673615" y="947279"/>
                </a:cubicBezTo>
                <a:cubicBezTo>
                  <a:pt x="2697449" y="924647"/>
                  <a:pt x="2723025" y="900273"/>
                  <a:pt x="2773597" y="900273"/>
                </a:cubicBezTo>
                <a:cubicBezTo>
                  <a:pt x="2824104" y="900273"/>
                  <a:pt x="2850230" y="924647"/>
                  <a:pt x="2873451" y="947279"/>
                </a:cubicBezTo>
                <a:cubicBezTo>
                  <a:pt x="2897254" y="969911"/>
                  <a:pt x="2918153" y="989642"/>
                  <a:pt x="2961114" y="989642"/>
                </a:cubicBezTo>
                <a:lnTo>
                  <a:pt x="2961114" y="1007632"/>
                </a:lnTo>
                <a:cubicBezTo>
                  <a:pt x="2910606" y="1007632"/>
                  <a:pt x="2885063" y="982678"/>
                  <a:pt x="2861260" y="960626"/>
                </a:cubicBezTo>
                <a:cubicBezTo>
                  <a:pt x="2838038" y="937994"/>
                  <a:pt x="2816557" y="918263"/>
                  <a:pt x="2773597" y="918263"/>
                </a:cubicBezTo>
                <a:cubicBezTo>
                  <a:pt x="2730581" y="918263"/>
                  <a:pt x="2709655" y="937994"/>
                  <a:pt x="2685822" y="960626"/>
                </a:cubicBezTo>
                <a:cubicBezTo>
                  <a:pt x="2662570" y="983259"/>
                  <a:pt x="2636412" y="1007632"/>
                  <a:pt x="2585840" y="1007632"/>
                </a:cubicBezTo>
                <a:cubicBezTo>
                  <a:pt x="2535333" y="1007632"/>
                  <a:pt x="2509789" y="982678"/>
                  <a:pt x="2485985" y="960626"/>
                </a:cubicBezTo>
                <a:cubicBezTo>
                  <a:pt x="2462763" y="937994"/>
                  <a:pt x="2441284" y="918263"/>
                  <a:pt x="2398323" y="918263"/>
                </a:cubicBezTo>
                <a:cubicBezTo>
                  <a:pt x="2355363" y="918263"/>
                  <a:pt x="2334462" y="937994"/>
                  <a:pt x="2310660" y="960626"/>
                </a:cubicBezTo>
                <a:cubicBezTo>
                  <a:pt x="2287438" y="983259"/>
                  <a:pt x="2261314" y="1007632"/>
                  <a:pt x="2210806" y="1007632"/>
                </a:cubicBezTo>
                <a:cubicBezTo>
                  <a:pt x="2160299" y="1007632"/>
                  <a:pt x="2134755" y="982678"/>
                  <a:pt x="2110953" y="960626"/>
                </a:cubicBezTo>
                <a:cubicBezTo>
                  <a:pt x="2087730" y="937994"/>
                  <a:pt x="2066250" y="918263"/>
                  <a:pt x="2023289" y="918263"/>
                </a:cubicBezTo>
                <a:cubicBezTo>
                  <a:pt x="1980273" y="918263"/>
                  <a:pt x="1959347" y="937994"/>
                  <a:pt x="1936095" y="960626"/>
                </a:cubicBezTo>
                <a:cubicBezTo>
                  <a:pt x="1912263" y="983259"/>
                  <a:pt x="1886104" y="1007632"/>
                  <a:pt x="1835532" y="1007632"/>
                </a:cubicBezTo>
                <a:cubicBezTo>
                  <a:pt x="1785025" y="1007632"/>
                  <a:pt x="1759481" y="982678"/>
                  <a:pt x="1735678" y="960626"/>
                </a:cubicBezTo>
                <a:cubicBezTo>
                  <a:pt x="1712455" y="937994"/>
                  <a:pt x="1690976" y="918263"/>
                  <a:pt x="1648015" y="918263"/>
                </a:cubicBezTo>
                <a:cubicBezTo>
                  <a:pt x="1605055" y="918263"/>
                  <a:pt x="1584156" y="937994"/>
                  <a:pt x="1560933" y="960626"/>
                </a:cubicBezTo>
                <a:cubicBezTo>
                  <a:pt x="1537130" y="983259"/>
                  <a:pt x="1511006" y="1007632"/>
                  <a:pt x="1460498" y="1007632"/>
                </a:cubicBezTo>
                <a:cubicBezTo>
                  <a:pt x="1409991" y="1007632"/>
                  <a:pt x="1384447" y="982678"/>
                  <a:pt x="1360645" y="960626"/>
                </a:cubicBezTo>
                <a:cubicBezTo>
                  <a:pt x="1337422" y="937994"/>
                  <a:pt x="1316522" y="918263"/>
                  <a:pt x="1272981" y="918263"/>
                </a:cubicBezTo>
                <a:cubicBezTo>
                  <a:pt x="1229966" y="918263"/>
                  <a:pt x="1209039" y="937994"/>
                  <a:pt x="1185788" y="960626"/>
                </a:cubicBezTo>
                <a:cubicBezTo>
                  <a:pt x="1161955" y="983259"/>
                  <a:pt x="1136378" y="1007632"/>
                  <a:pt x="1085224" y="1007632"/>
                </a:cubicBezTo>
                <a:cubicBezTo>
                  <a:pt x="1034717" y="1007632"/>
                  <a:pt x="1009173" y="982678"/>
                  <a:pt x="985370" y="960626"/>
                </a:cubicBezTo>
                <a:cubicBezTo>
                  <a:pt x="962147" y="937994"/>
                  <a:pt x="941248" y="918263"/>
                  <a:pt x="897707" y="918263"/>
                </a:cubicBezTo>
                <a:cubicBezTo>
                  <a:pt x="854747" y="918263"/>
                  <a:pt x="833848" y="937994"/>
                  <a:pt x="810626" y="960626"/>
                </a:cubicBezTo>
                <a:cubicBezTo>
                  <a:pt x="786822" y="983259"/>
                  <a:pt x="761278" y="1007632"/>
                  <a:pt x="710190" y="1007632"/>
                </a:cubicBezTo>
                <a:cubicBezTo>
                  <a:pt x="659683" y="1007632"/>
                  <a:pt x="634139" y="982678"/>
                  <a:pt x="610337" y="960626"/>
                </a:cubicBezTo>
                <a:cubicBezTo>
                  <a:pt x="587115" y="937994"/>
                  <a:pt x="566214" y="918263"/>
                  <a:pt x="522674" y="918263"/>
                </a:cubicBezTo>
                <a:cubicBezTo>
                  <a:pt x="479658" y="918263"/>
                  <a:pt x="458732" y="937994"/>
                  <a:pt x="435480" y="960626"/>
                </a:cubicBezTo>
                <a:cubicBezTo>
                  <a:pt x="411648" y="983259"/>
                  <a:pt x="386070" y="1007632"/>
                  <a:pt x="334917" y="1007632"/>
                </a:cubicBezTo>
                <a:cubicBezTo>
                  <a:pt x="284409" y="1007632"/>
                  <a:pt x="258865" y="982678"/>
                  <a:pt x="235062" y="960626"/>
                </a:cubicBezTo>
                <a:cubicBezTo>
                  <a:pt x="211841" y="937994"/>
                  <a:pt x="190941" y="918263"/>
                  <a:pt x="147400" y="918263"/>
                </a:cubicBezTo>
                <a:cubicBezTo>
                  <a:pt x="104439" y="918263"/>
                  <a:pt x="83540" y="937994"/>
                  <a:pt x="60318" y="960626"/>
                </a:cubicBezTo>
                <a:cubicBezTo>
                  <a:pt x="48417" y="971942"/>
                  <a:pt x="36080" y="983694"/>
                  <a:pt x="20333" y="992616"/>
                </a:cubicBezTo>
                <a:lnTo>
                  <a:pt x="0" y="1000928"/>
                </a:lnTo>
                <a:lnTo>
                  <a:pt x="0" y="979744"/>
                </a:lnTo>
                <a:lnTo>
                  <a:pt x="11334" y="976948"/>
                </a:lnTo>
                <a:cubicBezTo>
                  <a:pt x="24905" y="969186"/>
                  <a:pt x="35935" y="958595"/>
                  <a:pt x="47546" y="947279"/>
                </a:cubicBezTo>
                <a:cubicBezTo>
                  <a:pt x="71348" y="924647"/>
                  <a:pt x="96892" y="900273"/>
                  <a:pt x="147400" y="900273"/>
                </a:cubicBezTo>
                <a:close/>
                <a:moveTo>
                  <a:pt x="147400" y="800136"/>
                </a:moveTo>
                <a:cubicBezTo>
                  <a:pt x="198488" y="800136"/>
                  <a:pt x="224032" y="825122"/>
                  <a:pt x="247834" y="847784"/>
                </a:cubicBezTo>
                <a:cubicBezTo>
                  <a:pt x="271056" y="869865"/>
                  <a:pt x="291956" y="890203"/>
                  <a:pt x="334917" y="890203"/>
                </a:cubicBezTo>
                <a:cubicBezTo>
                  <a:pt x="378513" y="890203"/>
                  <a:pt x="399440" y="869865"/>
                  <a:pt x="422692" y="847784"/>
                </a:cubicBezTo>
                <a:cubicBezTo>
                  <a:pt x="446525" y="825122"/>
                  <a:pt x="472101" y="800136"/>
                  <a:pt x="522674" y="800136"/>
                </a:cubicBezTo>
                <a:cubicBezTo>
                  <a:pt x="573762" y="800136"/>
                  <a:pt x="599306" y="825122"/>
                  <a:pt x="623109" y="847784"/>
                </a:cubicBezTo>
                <a:cubicBezTo>
                  <a:pt x="646331" y="869865"/>
                  <a:pt x="667230" y="890203"/>
                  <a:pt x="710190" y="890203"/>
                </a:cubicBezTo>
                <a:cubicBezTo>
                  <a:pt x="753731" y="890203"/>
                  <a:pt x="774632" y="869865"/>
                  <a:pt x="797854" y="847784"/>
                </a:cubicBezTo>
                <a:cubicBezTo>
                  <a:pt x="821656" y="825122"/>
                  <a:pt x="847200" y="800136"/>
                  <a:pt x="897707" y="800136"/>
                </a:cubicBezTo>
                <a:cubicBezTo>
                  <a:pt x="948795" y="800136"/>
                  <a:pt x="974339" y="825122"/>
                  <a:pt x="998141" y="847784"/>
                </a:cubicBezTo>
                <a:cubicBezTo>
                  <a:pt x="1021364" y="869865"/>
                  <a:pt x="1042264" y="890203"/>
                  <a:pt x="1085224" y="890203"/>
                </a:cubicBezTo>
                <a:cubicBezTo>
                  <a:pt x="1128821" y="890203"/>
                  <a:pt x="1149748" y="869865"/>
                  <a:pt x="1173000" y="847784"/>
                </a:cubicBezTo>
                <a:cubicBezTo>
                  <a:pt x="1196833" y="825122"/>
                  <a:pt x="1222409" y="800136"/>
                  <a:pt x="1272981" y="800136"/>
                </a:cubicBezTo>
                <a:cubicBezTo>
                  <a:pt x="1324070" y="800136"/>
                  <a:pt x="1349614" y="825122"/>
                  <a:pt x="1373416" y="847784"/>
                </a:cubicBezTo>
                <a:cubicBezTo>
                  <a:pt x="1396639" y="869865"/>
                  <a:pt x="1417538" y="890203"/>
                  <a:pt x="1460498" y="890203"/>
                </a:cubicBezTo>
                <a:cubicBezTo>
                  <a:pt x="1503459" y="890203"/>
                  <a:pt x="1524939" y="869865"/>
                  <a:pt x="1548162" y="847784"/>
                </a:cubicBezTo>
                <a:cubicBezTo>
                  <a:pt x="1571964" y="825122"/>
                  <a:pt x="1597508" y="800136"/>
                  <a:pt x="1648015" y="800136"/>
                </a:cubicBezTo>
                <a:cubicBezTo>
                  <a:pt x="1698523" y="800136"/>
                  <a:pt x="1724647" y="825122"/>
                  <a:pt x="1748449" y="847784"/>
                </a:cubicBezTo>
                <a:cubicBezTo>
                  <a:pt x="1771672" y="869865"/>
                  <a:pt x="1792572" y="890203"/>
                  <a:pt x="1835532" y="890203"/>
                </a:cubicBezTo>
                <a:cubicBezTo>
                  <a:pt x="1878548" y="890203"/>
                  <a:pt x="1900055" y="869865"/>
                  <a:pt x="1923307" y="847784"/>
                </a:cubicBezTo>
                <a:cubicBezTo>
                  <a:pt x="1947141" y="825122"/>
                  <a:pt x="1972717" y="800136"/>
                  <a:pt x="2023289" y="800136"/>
                </a:cubicBezTo>
                <a:cubicBezTo>
                  <a:pt x="2073797" y="800136"/>
                  <a:pt x="2099922" y="825122"/>
                  <a:pt x="2123724" y="847784"/>
                </a:cubicBezTo>
                <a:cubicBezTo>
                  <a:pt x="2146947" y="869865"/>
                  <a:pt x="2167846" y="890203"/>
                  <a:pt x="2210806" y="890203"/>
                </a:cubicBezTo>
                <a:cubicBezTo>
                  <a:pt x="2253767" y="890203"/>
                  <a:pt x="2275247" y="869865"/>
                  <a:pt x="2298469" y="847784"/>
                </a:cubicBezTo>
                <a:cubicBezTo>
                  <a:pt x="2322272" y="825122"/>
                  <a:pt x="2347816" y="800136"/>
                  <a:pt x="2398323" y="800136"/>
                </a:cubicBezTo>
                <a:cubicBezTo>
                  <a:pt x="2448831" y="800136"/>
                  <a:pt x="2474955" y="825122"/>
                  <a:pt x="2498177" y="847784"/>
                </a:cubicBezTo>
                <a:cubicBezTo>
                  <a:pt x="2521979" y="869865"/>
                  <a:pt x="2542880" y="890203"/>
                  <a:pt x="2585840" y="890203"/>
                </a:cubicBezTo>
                <a:cubicBezTo>
                  <a:pt x="2628856" y="890203"/>
                  <a:pt x="2650363" y="869865"/>
                  <a:pt x="2673615" y="847784"/>
                </a:cubicBezTo>
                <a:cubicBezTo>
                  <a:pt x="2697449" y="825122"/>
                  <a:pt x="2723025" y="800136"/>
                  <a:pt x="2773597" y="800136"/>
                </a:cubicBezTo>
                <a:cubicBezTo>
                  <a:pt x="2824104" y="800136"/>
                  <a:pt x="2850230" y="825122"/>
                  <a:pt x="2873451" y="847784"/>
                </a:cubicBezTo>
                <a:cubicBezTo>
                  <a:pt x="2897254" y="869865"/>
                  <a:pt x="2918153" y="890203"/>
                  <a:pt x="2961114" y="890203"/>
                </a:cubicBezTo>
                <a:lnTo>
                  <a:pt x="2961114" y="908217"/>
                </a:lnTo>
                <a:cubicBezTo>
                  <a:pt x="2910606" y="908217"/>
                  <a:pt x="2885063" y="883230"/>
                  <a:pt x="2861260" y="860568"/>
                </a:cubicBezTo>
                <a:cubicBezTo>
                  <a:pt x="2838038" y="838487"/>
                  <a:pt x="2816557" y="818149"/>
                  <a:pt x="2773597" y="818149"/>
                </a:cubicBezTo>
                <a:cubicBezTo>
                  <a:pt x="2730581" y="818149"/>
                  <a:pt x="2709655" y="838487"/>
                  <a:pt x="2685822" y="860568"/>
                </a:cubicBezTo>
                <a:cubicBezTo>
                  <a:pt x="2662570" y="883230"/>
                  <a:pt x="2636412" y="908217"/>
                  <a:pt x="2585840" y="908217"/>
                </a:cubicBezTo>
                <a:cubicBezTo>
                  <a:pt x="2535333" y="908217"/>
                  <a:pt x="2509789" y="883230"/>
                  <a:pt x="2485985" y="860568"/>
                </a:cubicBezTo>
                <a:cubicBezTo>
                  <a:pt x="2462763" y="838487"/>
                  <a:pt x="2441284" y="818149"/>
                  <a:pt x="2398323" y="818149"/>
                </a:cubicBezTo>
                <a:cubicBezTo>
                  <a:pt x="2355363" y="818149"/>
                  <a:pt x="2334462" y="838487"/>
                  <a:pt x="2310660" y="860568"/>
                </a:cubicBezTo>
                <a:cubicBezTo>
                  <a:pt x="2287438" y="883230"/>
                  <a:pt x="2261314" y="908217"/>
                  <a:pt x="2210806" y="908217"/>
                </a:cubicBezTo>
                <a:cubicBezTo>
                  <a:pt x="2160299" y="908217"/>
                  <a:pt x="2134755" y="883230"/>
                  <a:pt x="2110953" y="860568"/>
                </a:cubicBezTo>
                <a:cubicBezTo>
                  <a:pt x="2087730" y="838487"/>
                  <a:pt x="2066250" y="818149"/>
                  <a:pt x="2023289" y="818149"/>
                </a:cubicBezTo>
                <a:cubicBezTo>
                  <a:pt x="1980273" y="818149"/>
                  <a:pt x="1959347" y="838487"/>
                  <a:pt x="1936095" y="860568"/>
                </a:cubicBezTo>
                <a:cubicBezTo>
                  <a:pt x="1912263" y="883230"/>
                  <a:pt x="1886104" y="908217"/>
                  <a:pt x="1835532" y="908217"/>
                </a:cubicBezTo>
                <a:cubicBezTo>
                  <a:pt x="1785025" y="908217"/>
                  <a:pt x="1759481" y="883230"/>
                  <a:pt x="1735678" y="860568"/>
                </a:cubicBezTo>
                <a:cubicBezTo>
                  <a:pt x="1712455" y="838487"/>
                  <a:pt x="1690976" y="818149"/>
                  <a:pt x="1648015" y="818149"/>
                </a:cubicBezTo>
                <a:cubicBezTo>
                  <a:pt x="1605055" y="818149"/>
                  <a:pt x="1584156" y="838487"/>
                  <a:pt x="1560933" y="860568"/>
                </a:cubicBezTo>
                <a:cubicBezTo>
                  <a:pt x="1537130" y="883230"/>
                  <a:pt x="1511006" y="908217"/>
                  <a:pt x="1460498" y="908217"/>
                </a:cubicBezTo>
                <a:cubicBezTo>
                  <a:pt x="1409991" y="908217"/>
                  <a:pt x="1384447" y="883230"/>
                  <a:pt x="1360645" y="860568"/>
                </a:cubicBezTo>
                <a:cubicBezTo>
                  <a:pt x="1337422" y="838487"/>
                  <a:pt x="1316522" y="818149"/>
                  <a:pt x="1272981" y="818149"/>
                </a:cubicBezTo>
                <a:cubicBezTo>
                  <a:pt x="1229966" y="818149"/>
                  <a:pt x="1209039" y="838487"/>
                  <a:pt x="1185788" y="860568"/>
                </a:cubicBezTo>
                <a:cubicBezTo>
                  <a:pt x="1161955" y="883230"/>
                  <a:pt x="1136378" y="908217"/>
                  <a:pt x="1085224" y="908217"/>
                </a:cubicBezTo>
                <a:cubicBezTo>
                  <a:pt x="1034717" y="908217"/>
                  <a:pt x="1009173" y="883230"/>
                  <a:pt x="985370" y="860568"/>
                </a:cubicBezTo>
                <a:cubicBezTo>
                  <a:pt x="962147" y="838487"/>
                  <a:pt x="941248" y="818149"/>
                  <a:pt x="897707" y="818149"/>
                </a:cubicBezTo>
                <a:cubicBezTo>
                  <a:pt x="854747" y="818149"/>
                  <a:pt x="833848" y="838487"/>
                  <a:pt x="810626" y="860568"/>
                </a:cubicBezTo>
                <a:cubicBezTo>
                  <a:pt x="786822" y="883230"/>
                  <a:pt x="761278" y="908217"/>
                  <a:pt x="710190" y="908217"/>
                </a:cubicBezTo>
                <a:cubicBezTo>
                  <a:pt x="659683" y="908217"/>
                  <a:pt x="634139" y="883230"/>
                  <a:pt x="610337" y="860568"/>
                </a:cubicBezTo>
                <a:cubicBezTo>
                  <a:pt x="587115" y="838487"/>
                  <a:pt x="566214" y="818149"/>
                  <a:pt x="522674" y="818149"/>
                </a:cubicBezTo>
                <a:cubicBezTo>
                  <a:pt x="479658" y="818149"/>
                  <a:pt x="458732" y="838487"/>
                  <a:pt x="435480" y="860568"/>
                </a:cubicBezTo>
                <a:cubicBezTo>
                  <a:pt x="411648" y="883230"/>
                  <a:pt x="386070" y="908217"/>
                  <a:pt x="334917" y="908217"/>
                </a:cubicBezTo>
                <a:cubicBezTo>
                  <a:pt x="284409" y="908217"/>
                  <a:pt x="258865" y="883230"/>
                  <a:pt x="235062" y="860568"/>
                </a:cubicBezTo>
                <a:cubicBezTo>
                  <a:pt x="211841" y="838487"/>
                  <a:pt x="190941" y="818149"/>
                  <a:pt x="147400" y="818149"/>
                </a:cubicBezTo>
                <a:cubicBezTo>
                  <a:pt x="104439" y="818149"/>
                  <a:pt x="83540" y="838487"/>
                  <a:pt x="60318" y="860568"/>
                </a:cubicBezTo>
                <a:cubicBezTo>
                  <a:pt x="48417" y="871899"/>
                  <a:pt x="36080" y="883811"/>
                  <a:pt x="20333" y="892891"/>
                </a:cubicBezTo>
                <a:lnTo>
                  <a:pt x="0" y="901366"/>
                </a:lnTo>
                <a:lnTo>
                  <a:pt x="0" y="881981"/>
                </a:lnTo>
                <a:lnTo>
                  <a:pt x="11334" y="877274"/>
                </a:lnTo>
                <a:cubicBezTo>
                  <a:pt x="24905" y="869429"/>
                  <a:pt x="35935" y="858825"/>
                  <a:pt x="47546" y="847784"/>
                </a:cubicBezTo>
                <a:cubicBezTo>
                  <a:pt x="71348" y="825122"/>
                  <a:pt x="96892" y="800136"/>
                  <a:pt x="147400" y="800136"/>
                </a:cubicBezTo>
                <a:close/>
                <a:moveTo>
                  <a:pt x="147400" y="700961"/>
                </a:moveTo>
                <a:cubicBezTo>
                  <a:pt x="198488" y="700961"/>
                  <a:pt x="224032" y="725335"/>
                  <a:pt x="247834" y="747967"/>
                </a:cubicBezTo>
                <a:cubicBezTo>
                  <a:pt x="271056" y="770599"/>
                  <a:pt x="291956" y="790330"/>
                  <a:pt x="334917" y="790330"/>
                </a:cubicBezTo>
                <a:cubicBezTo>
                  <a:pt x="378513" y="790330"/>
                  <a:pt x="399440" y="770599"/>
                  <a:pt x="422692" y="747967"/>
                </a:cubicBezTo>
                <a:cubicBezTo>
                  <a:pt x="446525" y="725335"/>
                  <a:pt x="472101" y="700961"/>
                  <a:pt x="522674" y="700961"/>
                </a:cubicBezTo>
                <a:cubicBezTo>
                  <a:pt x="573762" y="700961"/>
                  <a:pt x="599306" y="725335"/>
                  <a:pt x="623109" y="747967"/>
                </a:cubicBezTo>
                <a:cubicBezTo>
                  <a:pt x="646331" y="770599"/>
                  <a:pt x="667230" y="790330"/>
                  <a:pt x="710190" y="790330"/>
                </a:cubicBezTo>
                <a:cubicBezTo>
                  <a:pt x="753731" y="790330"/>
                  <a:pt x="774632" y="770599"/>
                  <a:pt x="797854" y="747967"/>
                </a:cubicBezTo>
                <a:cubicBezTo>
                  <a:pt x="821656" y="725335"/>
                  <a:pt x="847200" y="700961"/>
                  <a:pt x="897707" y="700961"/>
                </a:cubicBezTo>
                <a:cubicBezTo>
                  <a:pt x="948795" y="700961"/>
                  <a:pt x="974339" y="725335"/>
                  <a:pt x="998141" y="747967"/>
                </a:cubicBezTo>
                <a:cubicBezTo>
                  <a:pt x="1021364" y="770599"/>
                  <a:pt x="1042264" y="790330"/>
                  <a:pt x="1085224" y="790330"/>
                </a:cubicBezTo>
                <a:cubicBezTo>
                  <a:pt x="1128821" y="790330"/>
                  <a:pt x="1149748" y="770599"/>
                  <a:pt x="1173000" y="747967"/>
                </a:cubicBezTo>
                <a:cubicBezTo>
                  <a:pt x="1196833" y="725335"/>
                  <a:pt x="1222409" y="700961"/>
                  <a:pt x="1272981" y="700961"/>
                </a:cubicBezTo>
                <a:cubicBezTo>
                  <a:pt x="1324070" y="700961"/>
                  <a:pt x="1349614" y="725335"/>
                  <a:pt x="1373416" y="747967"/>
                </a:cubicBezTo>
                <a:cubicBezTo>
                  <a:pt x="1396639" y="770599"/>
                  <a:pt x="1417538" y="790330"/>
                  <a:pt x="1460498" y="790330"/>
                </a:cubicBezTo>
                <a:cubicBezTo>
                  <a:pt x="1503459" y="790330"/>
                  <a:pt x="1524939" y="770599"/>
                  <a:pt x="1548162" y="747967"/>
                </a:cubicBezTo>
                <a:cubicBezTo>
                  <a:pt x="1571964" y="725335"/>
                  <a:pt x="1597508" y="700961"/>
                  <a:pt x="1648015" y="700961"/>
                </a:cubicBezTo>
                <a:cubicBezTo>
                  <a:pt x="1698523" y="700961"/>
                  <a:pt x="1724647" y="725335"/>
                  <a:pt x="1748449" y="747967"/>
                </a:cubicBezTo>
                <a:cubicBezTo>
                  <a:pt x="1771672" y="770599"/>
                  <a:pt x="1792572" y="790330"/>
                  <a:pt x="1835532" y="790330"/>
                </a:cubicBezTo>
                <a:cubicBezTo>
                  <a:pt x="1878548" y="790330"/>
                  <a:pt x="1900055" y="770599"/>
                  <a:pt x="1923307" y="747967"/>
                </a:cubicBezTo>
                <a:cubicBezTo>
                  <a:pt x="1947141" y="725335"/>
                  <a:pt x="1972717" y="700961"/>
                  <a:pt x="2023289" y="700961"/>
                </a:cubicBezTo>
                <a:cubicBezTo>
                  <a:pt x="2073797" y="700961"/>
                  <a:pt x="2099922" y="725335"/>
                  <a:pt x="2123724" y="747967"/>
                </a:cubicBezTo>
                <a:cubicBezTo>
                  <a:pt x="2146947" y="770599"/>
                  <a:pt x="2167846" y="790330"/>
                  <a:pt x="2210806" y="790330"/>
                </a:cubicBezTo>
                <a:cubicBezTo>
                  <a:pt x="2253767" y="790330"/>
                  <a:pt x="2275247" y="770599"/>
                  <a:pt x="2298469" y="747967"/>
                </a:cubicBezTo>
                <a:cubicBezTo>
                  <a:pt x="2322272" y="725335"/>
                  <a:pt x="2347816" y="700961"/>
                  <a:pt x="2398323" y="700961"/>
                </a:cubicBezTo>
                <a:cubicBezTo>
                  <a:pt x="2448831" y="700961"/>
                  <a:pt x="2474955" y="725335"/>
                  <a:pt x="2498177" y="747967"/>
                </a:cubicBezTo>
                <a:cubicBezTo>
                  <a:pt x="2521979" y="770599"/>
                  <a:pt x="2542880" y="790330"/>
                  <a:pt x="2585840" y="790330"/>
                </a:cubicBezTo>
                <a:cubicBezTo>
                  <a:pt x="2628856" y="790330"/>
                  <a:pt x="2650363" y="770599"/>
                  <a:pt x="2673615" y="747967"/>
                </a:cubicBezTo>
                <a:cubicBezTo>
                  <a:pt x="2697449" y="725335"/>
                  <a:pt x="2723025" y="700961"/>
                  <a:pt x="2773597" y="700961"/>
                </a:cubicBezTo>
                <a:cubicBezTo>
                  <a:pt x="2824104" y="700961"/>
                  <a:pt x="2850230" y="725335"/>
                  <a:pt x="2873451" y="747967"/>
                </a:cubicBezTo>
                <a:cubicBezTo>
                  <a:pt x="2897254" y="770599"/>
                  <a:pt x="2918153" y="790330"/>
                  <a:pt x="2961114" y="790330"/>
                </a:cubicBezTo>
                <a:lnTo>
                  <a:pt x="2961114" y="808320"/>
                </a:lnTo>
                <a:cubicBezTo>
                  <a:pt x="2910606" y="808320"/>
                  <a:pt x="2885063" y="783367"/>
                  <a:pt x="2861260" y="761314"/>
                </a:cubicBezTo>
                <a:cubicBezTo>
                  <a:pt x="2838038" y="738682"/>
                  <a:pt x="2816557" y="718951"/>
                  <a:pt x="2773597" y="718951"/>
                </a:cubicBezTo>
                <a:cubicBezTo>
                  <a:pt x="2730581" y="718951"/>
                  <a:pt x="2709655" y="738682"/>
                  <a:pt x="2685822" y="761314"/>
                </a:cubicBezTo>
                <a:cubicBezTo>
                  <a:pt x="2662570" y="783367"/>
                  <a:pt x="2636412" y="808320"/>
                  <a:pt x="2585840" y="808320"/>
                </a:cubicBezTo>
                <a:cubicBezTo>
                  <a:pt x="2535333" y="808320"/>
                  <a:pt x="2509789" y="783367"/>
                  <a:pt x="2485985" y="761314"/>
                </a:cubicBezTo>
                <a:cubicBezTo>
                  <a:pt x="2462763" y="738682"/>
                  <a:pt x="2441284" y="718951"/>
                  <a:pt x="2398323" y="718951"/>
                </a:cubicBezTo>
                <a:cubicBezTo>
                  <a:pt x="2355363" y="718951"/>
                  <a:pt x="2334462" y="738682"/>
                  <a:pt x="2310660" y="761314"/>
                </a:cubicBezTo>
                <a:cubicBezTo>
                  <a:pt x="2287438" y="783367"/>
                  <a:pt x="2261314" y="808320"/>
                  <a:pt x="2210806" y="808320"/>
                </a:cubicBezTo>
                <a:cubicBezTo>
                  <a:pt x="2160299" y="808320"/>
                  <a:pt x="2134755" y="783367"/>
                  <a:pt x="2110953" y="761314"/>
                </a:cubicBezTo>
                <a:cubicBezTo>
                  <a:pt x="2087730" y="738682"/>
                  <a:pt x="2066250" y="718951"/>
                  <a:pt x="2023289" y="718951"/>
                </a:cubicBezTo>
                <a:cubicBezTo>
                  <a:pt x="1980273" y="718951"/>
                  <a:pt x="1959347" y="738682"/>
                  <a:pt x="1936095" y="761314"/>
                </a:cubicBezTo>
                <a:cubicBezTo>
                  <a:pt x="1912263" y="783367"/>
                  <a:pt x="1886104" y="808320"/>
                  <a:pt x="1835532" y="808320"/>
                </a:cubicBezTo>
                <a:cubicBezTo>
                  <a:pt x="1785025" y="808320"/>
                  <a:pt x="1759481" y="783367"/>
                  <a:pt x="1735678" y="761314"/>
                </a:cubicBezTo>
                <a:cubicBezTo>
                  <a:pt x="1712455" y="738682"/>
                  <a:pt x="1690976" y="718951"/>
                  <a:pt x="1648015" y="718951"/>
                </a:cubicBezTo>
                <a:cubicBezTo>
                  <a:pt x="1605055" y="718951"/>
                  <a:pt x="1584156" y="738682"/>
                  <a:pt x="1560933" y="761314"/>
                </a:cubicBezTo>
                <a:cubicBezTo>
                  <a:pt x="1537130" y="783367"/>
                  <a:pt x="1511006" y="808320"/>
                  <a:pt x="1460498" y="808320"/>
                </a:cubicBezTo>
                <a:cubicBezTo>
                  <a:pt x="1409991" y="808320"/>
                  <a:pt x="1384447" y="783367"/>
                  <a:pt x="1360645" y="761314"/>
                </a:cubicBezTo>
                <a:cubicBezTo>
                  <a:pt x="1337422" y="738682"/>
                  <a:pt x="1316522" y="718951"/>
                  <a:pt x="1272981" y="718951"/>
                </a:cubicBezTo>
                <a:cubicBezTo>
                  <a:pt x="1229966" y="718951"/>
                  <a:pt x="1209039" y="738682"/>
                  <a:pt x="1185788" y="761314"/>
                </a:cubicBezTo>
                <a:cubicBezTo>
                  <a:pt x="1161955" y="783367"/>
                  <a:pt x="1136378" y="808320"/>
                  <a:pt x="1085224" y="808320"/>
                </a:cubicBezTo>
                <a:cubicBezTo>
                  <a:pt x="1034717" y="808320"/>
                  <a:pt x="1009173" y="783367"/>
                  <a:pt x="985370" y="761314"/>
                </a:cubicBezTo>
                <a:cubicBezTo>
                  <a:pt x="962147" y="738682"/>
                  <a:pt x="941248" y="718951"/>
                  <a:pt x="897707" y="718951"/>
                </a:cubicBezTo>
                <a:cubicBezTo>
                  <a:pt x="854747" y="718951"/>
                  <a:pt x="833848" y="738682"/>
                  <a:pt x="810626" y="761314"/>
                </a:cubicBezTo>
                <a:cubicBezTo>
                  <a:pt x="786822" y="783367"/>
                  <a:pt x="761278" y="808320"/>
                  <a:pt x="710190" y="808320"/>
                </a:cubicBezTo>
                <a:cubicBezTo>
                  <a:pt x="659683" y="808320"/>
                  <a:pt x="634139" y="783367"/>
                  <a:pt x="610337" y="761314"/>
                </a:cubicBezTo>
                <a:cubicBezTo>
                  <a:pt x="587115" y="738682"/>
                  <a:pt x="566214" y="718951"/>
                  <a:pt x="522674" y="718951"/>
                </a:cubicBezTo>
                <a:cubicBezTo>
                  <a:pt x="479658" y="718951"/>
                  <a:pt x="458732" y="738682"/>
                  <a:pt x="435480" y="761314"/>
                </a:cubicBezTo>
                <a:cubicBezTo>
                  <a:pt x="411648" y="783367"/>
                  <a:pt x="386070" y="808320"/>
                  <a:pt x="334917" y="808320"/>
                </a:cubicBezTo>
                <a:cubicBezTo>
                  <a:pt x="284409" y="808320"/>
                  <a:pt x="258865" y="783367"/>
                  <a:pt x="235062" y="761314"/>
                </a:cubicBezTo>
                <a:cubicBezTo>
                  <a:pt x="211841" y="738682"/>
                  <a:pt x="190941" y="718951"/>
                  <a:pt x="147400" y="718951"/>
                </a:cubicBezTo>
                <a:cubicBezTo>
                  <a:pt x="104439" y="718951"/>
                  <a:pt x="83540" y="738682"/>
                  <a:pt x="60318" y="761314"/>
                </a:cubicBezTo>
                <a:cubicBezTo>
                  <a:pt x="48417" y="772340"/>
                  <a:pt x="36080" y="784092"/>
                  <a:pt x="20333" y="793087"/>
                </a:cubicBezTo>
                <a:lnTo>
                  <a:pt x="0" y="801503"/>
                </a:lnTo>
                <a:lnTo>
                  <a:pt x="0" y="780432"/>
                </a:lnTo>
                <a:lnTo>
                  <a:pt x="11334" y="777636"/>
                </a:lnTo>
                <a:cubicBezTo>
                  <a:pt x="24905" y="769874"/>
                  <a:pt x="35935" y="759283"/>
                  <a:pt x="47546" y="747967"/>
                </a:cubicBezTo>
                <a:cubicBezTo>
                  <a:pt x="71348" y="725335"/>
                  <a:pt x="96892" y="700961"/>
                  <a:pt x="147400" y="700961"/>
                </a:cubicBezTo>
                <a:close/>
                <a:moveTo>
                  <a:pt x="147400" y="600343"/>
                </a:moveTo>
                <a:cubicBezTo>
                  <a:pt x="198488" y="600343"/>
                  <a:pt x="224032" y="624716"/>
                  <a:pt x="247834" y="647348"/>
                </a:cubicBezTo>
                <a:cubicBezTo>
                  <a:pt x="271056" y="669981"/>
                  <a:pt x="291956" y="689712"/>
                  <a:pt x="334917" y="689712"/>
                </a:cubicBezTo>
                <a:cubicBezTo>
                  <a:pt x="378513" y="689712"/>
                  <a:pt x="399440" y="669400"/>
                  <a:pt x="422692" y="647348"/>
                </a:cubicBezTo>
                <a:cubicBezTo>
                  <a:pt x="446525" y="624716"/>
                  <a:pt x="472101" y="600343"/>
                  <a:pt x="522674" y="600343"/>
                </a:cubicBezTo>
                <a:cubicBezTo>
                  <a:pt x="573762" y="600343"/>
                  <a:pt x="599306" y="624716"/>
                  <a:pt x="623109" y="647348"/>
                </a:cubicBezTo>
                <a:cubicBezTo>
                  <a:pt x="646331" y="669981"/>
                  <a:pt x="667230" y="689712"/>
                  <a:pt x="710190" y="689712"/>
                </a:cubicBezTo>
                <a:cubicBezTo>
                  <a:pt x="753731" y="689712"/>
                  <a:pt x="774632" y="669400"/>
                  <a:pt x="797854" y="647348"/>
                </a:cubicBezTo>
                <a:cubicBezTo>
                  <a:pt x="821656" y="624716"/>
                  <a:pt x="847200" y="600343"/>
                  <a:pt x="897707" y="600343"/>
                </a:cubicBezTo>
                <a:cubicBezTo>
                  <a:pt x="948795" y="600343"/>
                  <a:pt x="974339" y="624716"/>
                  <a:pt x="998141" y="647348"/>
                </a:cubicBezTo>
                <a:cubicBezTo>
                  <a:pt x="1021364" y="669981"/>
                  <a:pt x="1042264" y="689712"/>
                  <a:pt x="1085224" y="689712"/>
                </a:cubicBezTo>
                <a:cubicBezTo>
                  <a:pt x="1128821" y="689712"/>
                  <a:pt x="1149748" y="669400"/>
                  <a:pt x="1173000" y="647348"/>
                </a:cubicBezTo>
                <a:cubicBezTo>
                  <a:pt x="1196833" y="624716"/>
                  <a:pt x="1222409" y="600343"/>
                  <a:pt x="1272981" y="600343"/>
                </a:cubicBezTo>
                <a:cubicBezTo>
                  <a:pt x="1324070" y="600343"/>
                  <a:pt x="1349614" y="624716"/>
                  <a:pt x="1373416" y="647348"/>
                </a:cubicBezTo>
                <a:cubicBezTo>
                  <a:pt x="1396639" y="669981"/>
                  <a:pt x="1417538" y="689712"/>
                  <a:pt x="1460498" y="689712"/>
                </a:cubicBezTo>
                <a:cubicBezTo>
                  <a:pt x="1503459" y="689712"/>
                  <a:pt x="1524939" y="669400"/>
                  <a:pt x="1548162" y="647348"/>
                </a:cubicBezTo>
                <a:cubicBezTo>
                  <a:pt x="1571964" y="624716"/>
                  <a:pt x="1597508" y="600343"/>
                  <a:pt x="1648015" y="600343"/>
                </a:cubicBezTo>
                <a:cubicBezTo>
                  <a:pt x="1698523" y="600343"/>
                  <a:pt x="1724647" y="624716"/>
                  <a:pt x="1748449" y="647348"/>
                </a:cubicBezTo>
                <a:cubicBezTo>
                  <a:pt x="1771672" y="669981"/>
                  <a:pt x="1792572" y="689712"/>
                  <a:pt x="1835532" y="689712"/>
                </a:cubicBezTo>
                <a:cubicBezTo>
                  <a:pt x="1878548" y="689712"/>
                  <a:pt x="1900055" y="669400"/>
                  <a:pt x="1923307" y="647348"/>
                </a:cubicBezTo>
                <a:cubicBezTo>
                  <a:pt x="1947141" y="624716"/>
                  <a:pt x="1972717" y="600343"/>
                  <a:pt x="2023289" y="600343"/>
                </a:cubicBezTo>
                <a:cubicBezTo>
                  <a:pt x="2073797" y="600343"/>
                  <a:pt x="2099922" y="624716"/>
                  <a:pt x="2123724" y="647348"/>
                </a:cubicBezTo>
                <a:cubicBezTo>
                  <a:pt x="2146947" y="669981"/>
                  <a:pt x="2167846" y="689712"/>
                  <a:pt x="2210806" y="689712"/>
                </a:cubicBezTo>
                <a:cubicBezTo>
                  <a:pt x="2253767" y="689712"/>
                  <a:pt x="2275247" y="669400"/>
                  <a:pt x="2298469" y="647348"/>
                </a:cubicBezTo>
                <a:cubicBezTo>
                  <a:pt x="2322272" y="624716"/>
                  <a:pt x="2347816" y="600343"/>
                  <a:pt x="2398323" y="600343"/>
                </a:cubicBezTo>
                <a:cubicBezTo>
                  <a:pt x="2448831" y="600343"/>
                  <a:pt x="2474955" y="624716"/>
                  <a:pt x="2498177" y="647348"/>
                </a:cubicBezTo>
                <a:cubicBezTo>
                  <a:pt x="2521979" y="669981"/>
                  <a:pt x="2542880" y="689712"/>
                  <a:pt x="2585840" y="689712"/>
                </a:cubicBezTo>
                <a:cubicBezTo>
                  <a:pt x="2628856" y="689712"/>
                  <a:pt x="2650363" y="669400"/>
                  <a:pt x="2673615" y="647348"/>
                </a:cubicBezTo>
                <a:cubicBezTo>
                  <a:pt x="2697449" y="624716"/>
                  <a:pt x="2723025" y="600343"/>
                  <a:pt x="2773597" y="600343"/>
                </a:cubicBezTo>
                <a:cubicBezTo>
                  <a:pt x="2824104" y="600343"/>
                  <a:pt x="2850230" y="624716"/>
                  <a:pt x="2873451" y="647348"/>
                </a:cubicBezTo>
                <a:cubicBezTo>
                  <a:pt x="2897254" y="669981"/>
                  <a:pt x="2918153" y="689712"/>
                  <a:pt x="2961114" y="689712"/>
                </a:cubicBezTo>
                <a:lnTo>
                  <a:pt x="2961114" y="707701"/>
                </a:lnTo>
                <a:cubicBezTo>
                  <a:pt x="2910606" y="707701"/>
                  <a:pt x="2885063" y="682748"/>
                  <a:pt x="2861260" y="660115"/>
                </a:cubicBezTo>
                <a:cubicBezTo>
                  <a:pt x="2838038" y="638063"/>
                  <a:pt x="2816557" y="617752"/>
                  <a:pt x="2773597" y="617752"/>
                </a:cubicBezTo>
                <a:cubicBezTo>
                  <a:pt x="2730581" y="617752"/>
                  <a:pt x="2709655" y="638063"/>
                  <a:pt x="2685822" y="660115"/>
                </a:cubicBezTo>
                <a:cubicBezTo>
                  <a:pt x="2662570" y="682748"/>
                  <a:pt x="2636412" y="707701"/>
                  <a:pt x="2585840" y="707701"/>
                </a:cubicBezTo>
                <a:cubicBezTo>
                  <a:pt x="2535333" y="707701"/>
                  <a:pt x="2509789" y="682748"/>
                  <a:pt x="2485985" y="660115"/>
                </a:cubicBezTo>
                <a:cubicBezTo>
                  <a:pt x="2462763" y="638063"/>
                  <a:pt x="2441284" y="617752"/>
                  <a:pt x="2398323" y="617752"/>
                </a:cubicBezTo>
                <a:cubicBezTo>
                  <a:pt x="2355363" y="617752"/>
                  <a:pt x="2334462" y="638063"/>
                  <a:pt x="2310660" y="660115"/>
                </a:cubicBezTo>
                <a:cubicBezTo>
                  <a:pt x="2287438" y="682748"/>
                  <a:pt x="2261314" y="707701"/>
                  <a:pt x="2210806" y="707701"/>
                </a:cubicBezTo>
                <a:cubicBezTo>
                  <a:pt x="2160299" y="707701"/>
                  <a:pt x="2134755" y="682748"/>
                  <a:pt x="2110953" y="660115"/>
                </a:cubicBezTo>
                <a:cubicBezTo>
                  <a:pt x="2087730" y="638063"/>
                  <a:pt x="2066250" y="617752"/>
                  <a:pt x="2023289" y="617752"/>
                </a:cubicBezTo>
                <a:cubicBezTo>
                  <a:pt x="1980273" y="617752"/>
                  <a:pt x="1959347" y="638063"/>
                  <a:pt x="1936095" y="660115"/>
                </a:cubicBezTo>
                <a:cubicBezTo>
                  <a:pt x="1912263" y="682748"/>
                  <a:pt x="1886104" y="707701"/>
                  <a:pt x="1835532" y="707701"/>
                </a:cubicBezTo>
                <a:cubicBezTo>
                  <a:pt x="1785025" y="707701"/>
                  <a:pt x="1759481" y="682748"/>
                  <a:pt x="1735678" y="660115"/>
                </a:cubicBezTo>
                <a:cubicBezTo>
                  <a:pt x="1712455" y="638063"/>
                  <a:pt x="1690976" y="617752"/>
                  <a:pt x="1648015" y="617752"/>
                </a:cubicBezTo>
                <a:cubicBezTo>
                  <a:pt x="1605055" y="617752"/>
                  <a:pt x="1584156" y="638063"/>
                  <a:pt x="1560933" y="660115"/>
                </a:cubicBezTo>
                <a:cubicBezTo>
                  <a:pt x="1537130" y="682748"/>
                  <a:pt x="1511006" y="707701"/>
                  <a:pt x="1460498" y="707701"/>
                </a:cubicBezTo>
                <a:cubicBezTo>
                  <a:pt x="1409991" y="707701"/>
                  <a:pt x="1384447" y="682748"/>
                  <a:pt x="1360645" y="660115"/>
                </a:cubicBezTo>
                <a:cubicBezTo>
                  <a:pt x="1337422" y="638063"/>
                  <a:pt x="1316522" y="617752"/>
                  <a:pt x="1272981" y="617752"/>
                </a:cubicBezTo>
                <a:cubicBezTo>
                  <a:pt x="1229966" y="617752"/>
                  <a:pt x="1209039" y="638063"/>
                  <a:pt x="1185788" y="660115"/>
                </a:cubicBezTo>
                <a:cubicBezTo>
                  <a:pt x="1161955" y="682748"/>
                  <a:pt x="1136378" y="707701"/>
                  <a:pt x="1085224" y="707701"/>
                </a:cubicBezTo>
                <a:cubicBezTo>
                  <a:pt x="1034717" y="707701"/>
                  <a:pt x="1009173" y="682748"/>
                  <a:pt x="985370" y="660115"/>
                </a:cubicBezTo>
                <a:cubicBezTo>
                  <a:pt x="962147" y="638063"/>
                  <a:pt x="941248" y="617752"/>
                  <a:pt x="897707" y="617752"/>
                </a:cubicBezTo>
                <a:cubicBezTo>
                  <a:pt x="854747" y="617752"/>
                  <a:pt x="833848" y="638063"/>
                  <a:pt x="810626" y="660115"/>
                </a:cubicBezTo>
                <a:cubicBezTo>
                  <a:pt x="786822" y="682748"/>
                  <a:pt x="761278" y="707701"/>
                  <a:pt x="710190" y="707701"/>
                </a:cubicBezTo>
                <a:cubicBezTo>
                  <a:pt x="659683" y="707701"/>
                  <a:pt x="634139" y="682748"/>
                  <a:pt x="610337" y="660115"/>
                </a:cubicBezTo>
                <a:cubicBezTo>
                  <a:pt x="587115" y="638063"/>
                  <a:pt x="566214" y="617752"/>
                  <a:pt x="522674" y="617752"/>
                </a:cubicBezTo>
                <a:cubicBezTo>
                  <a:pt x="479658" y="617752"/>
                  <a:pt x="458732" y="638063"/>
                  <a:pt x="435480" y="660115"/>
                </a:cubicBezTo>
                <a:cubicBezTo>
                  <a:pt x="411648" y="682748"/>
                  <a:pt x="386070" y="707701"/>
                  <a:pt x="334917" y="707701"/>
                </a:cubicBezTo>
                <a:cubicBezTo>
                  <a:pt x="284409" y="707701"/>
                  <a:pt x="258865" y="682748"/>
                  <a:pt x="235062" y="660115"/>
                </a:cubicBezTo>
                <a:cubicBezTo>
                  <a:pt x="211841" y="638063"/>
                  <a:pt x="190941" y="617752"/>
                  <a:pt x="147400" y="617752"/>
                </a:cubicBezTo>
                <a:cubicBezTo>
                  <a:pt x="104439" y="617752"/>
                  <a:pt x="83540" y="638063"/>
                  <a:pt x="60318" y="660115"/>
                </a:cubicBezTo>
                <a:cubicBezTo>
                  <a:pt x="48417" y="671431"/>
                  <a:pt x="36080" y="683328"/>
                  <a:pt x="20333" y="692396"/>
                </a:cubicBezTo>
                <a:lnTo>
                  <a:pt x="0" y="700860"/>
                </a:lnTo>
                <a:lnTo>
                  <a:pt x="0" y="681500"/>
                </a:lnTo>
                <a:lnTo>
                  <a:pt x="11334" y="676800"/>
                </a:lnTo>
                <a:cubicBezTo>
                  <a:pt x="24905" y="668965"/>
                  <a:pt x="35935" y="658374"/>
                  <a:pt x="47546" y="647348"/>
                </a:cubicBezTo>
                <a:cubicBezTo>
                  <a:pt x="71348" y="624716"/>
                  <a:pt x="96892" y="600343"/>
                  <a:pt x="147400" y="600343"/>
                </a:cubicBezTo>
                <a:close/>
                <a:moveTo>
                  <a:pt x="147400" y="500446"/>
                </a:moveTo>
                <a:cubicBezTo>
                  <a:pt x="198488" y="500446"/>
                  <a:pt x="224032" y="525400"/>
                  <a:pt x="247834" y="548032"/>
                </a:cubicBezTo>
                <a:cubicBezTo>
                  <a:pt x="271056" y="570084"/>
                  <a:pt x="291956" y="590395"/>
                  <a:pt x="334917" y="590395"/>
                </a:cubicBezTo>
                <a:cubicBezTo>
                  <a:pt x="378513" y="590395"/>
                  <a:pt x="399440" y="570084"/>
                  <a:pt x="422692" y="548032"/>
                </a:cubicBezTo>
                <a:cubicBezTo>
                  <a:pt x="446525" y="525400"/>
                  <a:pt x="472101" y="500446"/>
                  <a:pt x="522674" y="500446"/>
                </a:cubicBezTo>
                <a:cubicBezTo>
                  <a:pt x="573762" y="500446"/>
                  <a:pt x="599306" y="525400"/>
                  <a:pt x="623109" y="548032"/>
                </a:cubicBezTo>
                <a:cubicBezTo>
                  <a:pt x="646331" y="570084"/>
                  <a:pt x="667230" y="590395"/>
                  <a:pt x="710190" y="590395"/>
                </a:cubicBezTo>
                <a:cubicBezTo>
                  <a:pt x="753731" y="590395"/>
                  <a:pt x="774632" y="570084"/>
                  <a:pt x="797854" y="548032"/>
                </a:cubicBezTo>
                <a:cubicBezTo>
                  <a:pt x="821656" y="525400"/>
                  <a:pt x="847200" y="500446"/>
                  <a:pt x="897707" y="500446"/>
                </a:cubicBezTo>
                <a:cubicBezTo>
                  <a:pt x="948795" y="500446"/>
                  <a:pt x="974339" y="525400"/>
                  <a:pt x="998141" y="548032"/>
                </a:cubicBezTo>
                <a:cubicBezTo>
                  <a:pt x="1021364" y="570084"/>
                  <a:pt x="1042264" y="590395"/>
                  <a:pt x="1085224" y="590395"/>
                </a:cubicBezTo>
                <a:cubicBezTo>
                  <a:pt x="1128821" y="590395"/>
                  <a:pt x="1149748" y="570084"/>
                  <a:pt x="1173000" y="548032"/>
                </a:cubicBezTo>
                <a:cubicBezTo>
                  <a:pt x="1196833" y="525400"/>
                  <a:pt x="1222409" y="500446"/>
                  <a:pt x="1272981" y="500446"/>
                </a:cubicBezTo>
                <a:cubicBezTo>
                  <a:pt x="1324070" y="500446"/>
                  <a:pt x="1349614" y="525400"/>
                  <a:pt x="1373416" y="548032"/>
                </a:cubicBezTo>
                <a:cubicBezTo>
                  <a:pt x="1396639" y="570084"/>
                  <a:pt x="1417538" y="590395"/>
                  <a:pt x="1460498" y="590395"/>
                </a:cubicBezTo>
                <a:cubicBezTo>
                  <a:pt x="1503459" y="590395"/>
                  <a:pt x="1524939" y="570084"/>
                  <a:pt x="1548162" y="548032"/>
                </a:cubicBezTo>
                <a:cubicBezTo>
                  <a:pt x="1571964" y="525400"/>
                  <a:pt x="1597508" y="500446"/>
                  <a:pt x="1648015" y="500446"/>
                </a:cubicBezTo>
                <a:cubicBezTo>
                  <a:pt x="1698523" y="500446"/>
                  <a:pt x="1724647" y="525400"/>
                  <a:pt x="1748449" y="548032"/>
                </a:cubicBezTo>
                <a:cubicBezTo>
                  <a:pt x="1771672" y="570084"/>
                  <a:pt x="1792572" y="590395"/>
                  <a:pt x="1835532" y="590395"/>
                </a:cubicBezTo>
                <a:cubicBezTo>
                  <a:pt x="1878548" y="590395"/>
                  <a:pt x="1900055" y="570084"/>
                  <a:pt x="1923307" y="548032"/>
                </a:cubicBezTo>
                <a:cubicBezTo>
                  <a:pt x="1947141" y="525400"/>
                  <a:pt x="1972717" y="500446"/>
                  <a:pt x="2023289" y="500446"/>
                </a:cubicBezTo>
                <a:cubicBezTo>
                  <a:pt x="2073797" y="500446"/>
                  <a:pt x="2099922" y="525400"/>
                  <a:pt x="2123724" y="548032"/>
                </a:cubicBezTo>
                <a:cubicBezTo>
                  <a:pt x="2146947" y="570084"/>
                  <a:pt x="2167846" y="590395"/>
                  <a:pt x="2210806" y="590395"/>
                </a:cubicBezTo>
                <a:cubicBezTo>
                  <a:pt x="2253767" y="590395"/>
                  <a:pt x="2275247" y="570084"/>
                  <a:pt x="2298469" y="548032"/>
                </a:cubicBezTo>
                <a:cubicBezTo>
                  <a:pt x="2322272" y="525400"/>
                  <a:pt x="2347816" y="500446"/>
                  <a:pt x="2398323" y="500446"/>
                </a:cubicBezTo>
                <a:cubicBezTo>
                  <a:pt x="2448831" y="500446"/>
                  <a:pt x="2474955" y="525400"/>
                  <a:pt x="2498177" y="548032"/>
                </a:cubicBezTo>
                <a:cubicBezTo>
                  <a:pt x="2521979" y="570084"/>
                  <a:pt x="2542880" y="590395"/>
                  <a:pt x="2585840" y="590395"/>
                </a:cubicBezTo>
                <a:cubicBezTo>
                  <a:pt x="2628856" y="590395"/>
                  <a:pt x="2650363" y="570084"/>
                  <a:pt x="2673615" y="548032"/>
                </a:cubicBezTo>
                <a:cubicBezTo>
                  <a:pt x="2697449" y="525400"/>
                  <a:pt x="2723025" y="500446"/>
                  <a:pt x="2773597" y="500446"/>
                </a:cubicBezTo>
                <a:cubicBezTo>
                  <a:pt x="2824104" y="500446"/>
                  <a:pt x="2850230" y="525400"/>
                  <a:pt x="2873451" y="548032"/>
                </a:cubicBezTo>
                <a:cubicBezTo>
                  <a:pt x="2897254" y="570084"/>
                  <a:pt x="2918153" y="590395"/>
                  <a:pt x="2961114" y="590395"/>
                </a:cubicBezTo>
                <a:lnTo>
                  <a:pt x="2961114" y="607805"/>
                </a:lnTo>
                <a:cubicBezTo>
                  <a:pt x="2910606" y="607805"/>
                  <a:pt x="2885063" y="583432"/>
                  <a:pt x="2861260" y="560799"/>
                </a:cubicBezTo>
                <a:cubicBezTo>
                  <a:pt x="2838038" y="538747"/>
                  <a:pt x="2816557" y="518436"/>
                  <a:pt x="2773597" y="518436"/>
                </a:cubicBezTo>
                <a:cubicBezTo>
                  <a:pt x="2730581" y="518436"/>
                  <a:pt x="2709655" y="538747"/>
                  <a:pt x="2685822" y="560799"/>
                </a:cubicBezTo>
                <a:cubicBezTo>
                  <a:pt x="2662570" y="583432"/>
                  <a:pt x="2636412" y="607805"/>
                  <a:pt x="2585840" y="607805"/>
                </a:cubicBezTo>
                <a:cubicBezTo>
                  <a:pt x="2535333" y="607805"/>
                  <a:pt x="2509789" y="583432"/>
                  <a:pt x="2485985" y="560799"/>
                </a:cubicBezTo>
                <a:cubicBezTo>
                  <a:pt x="2462763" y="538747"/>
                  <a:pt x="2441284" y="518436"/>
                  <a:pt x="2398323" y="518436"/>
                </a:cubicBezTo>
                <a:cubicBezTo>
                  <a:pt x="2355363" y="518436"/>
                  <a:pt x="2334462" y="538747"/>
                  <a:pt x="2310660" y="560799"/>
                </a:cubicBezTo>
                <a:cubicBezTo>
                  <a:pt x="2287438" y="583432"/>
                  <a:pt x="2261314" y="607805"/>
                  <a:pt x="2210806" y="607805"/>
                </a:cubicBezTo>
                <a:cubicBezTo>
                  <a:pt x="2160299" y="607805"/>
                  <a:pt x="2134755" y="583432"/>
                  <a:pt x="2110953" y="560799"/>
                </a:cubicBezTo>
                <a:cubicBezTo>
                  <a:pt x="2087730" y="538747"/>
                  <a:pt x="2066250" y="518436"/>
                  <a:pt x="2023289" y="518436"/>
                </a:cubicBezTo>
                <a:cubicBezTo>
                  <a:pt x="1980273" y="518436"/>
                  <a:pt x="1959347" y="538747"/>
                  <a:pt x="1936095" y="560799"/>
                </a:cubicBezTo>
                <a:cubicBezTo>
                  <a:pt x="1912263" y="583432"/>
                  <a:pt x="1886104" y="607805"/>
                  <a:pt x="1835532" y="607805"/>
                </a:cubicBezTo>
                <a:cubicBezTo>
                  <a:pt x="1785025" y="607805"/>
                  <a:pt x="1759481" y="583432"/>
                  <a:pt x="1735678" y="560799"/>
                </a:cubicBezTo>
                <a:cubicBezTo>
                  <a:pt x="1712455" y="538747"/>
                  <a:pt x="1690976" y="518436"/>
                  <a:pt x="1648015" y="518436"/>
                </a:cubicBezTo>
                <a:cubicBezTo>
                  <a:pt x="1605055" y="518436"/>
                  <a:pt x="1584156" y="538747"/>
                  <a:pt x="1560933" y="560799"/>
                </a:cubicBezTo>
                <a:cubicBezTo>
                  <a:pt x="1537130" y="583432"/>
                  <a:pt x="1511006" y="607805"/>
                  <a:pt x="1460498" y="607805"/>
                </a:cubicBezTo>
                <a:cubicBezTo>
                  <a:pt x="1409991" y="607805"/>
                  <a:pt x="1384447" y="583432"/>
                  <a:pt x="1360645" y="560799"/>
                </a:cubicBezTo>
                <a:cubicBezTo>
                  <a:pt x="1337422" y="538747"/>
                  <a:pt x="1316522" y="518436"/>
                  <a:pt x="1272981" y="518436"/>
                </a:cubicBezTo>
                <a:cubicBezTo>
                  <a:pt x="1229966" y="518436"/>
                  <a:pt x="1209039" y="538747"/>
                  <a:pt x="1185788" y="560799"/>
                </a:cubicBezTo>
                <a:cubicBezTo>
                  <a:pt x="1161955" y="583432"/>
                  <a:pt x="1136378" y="607805"/>
                  <a:pt x="1085224" y="607805"/>
                </a:cubicBezTo>
                <a:cubicBezTo>
                  <a:pt x="1034717" y="607805"/>
                  <a:pt x="1009173" y="583432"/>
                  <a:pt x="985370" y="560799"/>
                </a:cubicBezTo>
                <a:cubicBezTo>
                  <a:pt x="962147" y="538747"/>
                  <a:pt x="941248" y="518436"/>
                  <a:pt x="897707" y="518436"/>
                </a:cubicBezTo>
                <a:cubicBezTo>
                  <a:pt x="854747" y="518436"/>
                  <a:pt x="833848" y="538747"/>
                  <a:pt x="810626" y="560799"/>
                </a:cubicBezTo>
                <a:cubicBezTo>
                  <a:pt x="786822" y="583432"/>
                  <a:pt x="761278" y="607805"/>
                  <a:pt x="710190" y="607805"/>
                </a:cubicBezTo>
                <a:cubicBezTo>
                  <a:pt x="659683" y="607805"/>
                  <a:pt x="634139" y="583432"/>
                  <a:pt x="610337" y="560799"/>
                </a:cubicBezTo>
                <a:cubicBezTo>
                  <a:pt x="587115" y="538747"/>
                  <a:pt x="566214" y="518436"/>
                  <a:pt x="522674" y="518436"/>
                </a:cubicBezTo>
                <a:cubicBezTo>
                  <a:pt x="479658" y="518436"/>
                  <a:pt x="458732" y="538747"/>
                  <a:pt x="435480" y="560799"/>
                </a:cubicBezTo>
                <a:cubicBezTo>
                  <a:pt x="411648" y="583432"/>
                  <a:pt x="386070" y="607805"/>
                  <a:pt x="334917" y="607805"/>
                </a:cubicBezTo>
                <a:cubicBezTo>
                  <a:pt x="284409" y="607805"/>
                  <a:pt x="258865" y="583432"/>
                  <a:pt x="235062" y="560799"/>
                </a:cubicBezTo>
                <a:cubicBezTo>
                  <a:pt x="211841" y="538747"/>
                  <a:pt x="190941" y="518436"/>
                  <a:pt x="147400" y="518436"/>
                </a:cubicBezTo>
                <a:cubicBezTo>
                  <a:pt x="104439" y="518436"/>
                  <a:pt x="83540" y="538747"/>
                  <a:pt x="60318" y="560799"/>
                </a:cubicBezTo>
                <a:cubicBezTo>
                  <a:pt x="48417" y="572116"/>
                  <a:pt x="36080" y="583867"/>
                  <a:pt x="20333" y="592789"/>
                </a:cubicBezTo>
                <a:lnTo>
                  <a:pt x="0" y="601101"/>
                </a:lnTo>
                <a:lnTo>
                  <a:pt x="0" y="582184"/>
                </a:lnTo>
                <a:lnTo>
                  <a:pt x="11334" y="577483"/>
                </a:lnTo>
                <a:cubicBezTo>
                  <a:pt x="24905" y="569649"/>
                  <a:pt x="35935" y="559058"/>
                  <a:pt x="47546" y="548032"/>
                </a:cubicBezTo>
                <a:cubicBezTo>
                  <a:pt x="71348" y="525400"/>
                  <a:pt x="96892" y="500446"/>
                  <a:pt x="147400" y="500446"/>
                </a:cubicBezTo>
                <a:close/>
                <a:moveTo>
                  <a:pt x="147400" y="399827"/>
                </a:moveTo>
                <a:cubicBezTo>
                  <a:pt x="198488" y="399827"/>
                  <a:pt x="224032" y="424837"/>
                  <a:pt x="247834" y="447520"/>
                </a:cubicBezTo>
                <a:cubicBezTo>
                  <a:pt x="271056" y="469622"/>
                  <a:pt x="291956" y="489978"/>
                  <a:pt x="334917" y="489978"/>
                </a:cubicBezTo>
                <a:cubicBezTo>
                  <a:pt x="378513" y="489978"/>
                  <a:pt x="399440" y="469622"/>
                  <a:pt x="422692" y="447520"/>
                </a:cubicBezTo>
                <a:cubicBezTo>
                  <a:pt x="446525" y="424837"/>
                  <a:pt x="472101" y="399827"/>
                  <a:pt x="522674" y="399827"/>
                </a:cubicBezTo>
                <a:cubicBezTo>
                  <a:pt x="573762" y="399827"/>
                  <a:pt x="599306" y="424837"/>
                  <a:pt x="623109" y="447520"/>
                </a:cubicBezTo>
                <a:cubicBezTo>
                  <a:pt x="646331" y="469622"/>
                  <a:pt x="667230" y="489978"/>
                  <a:pt x="710190" y="489978"/>
                </a:cubicBezTo>
                <a:cubicBezTo>
                  <a:pt x="753731" y="489978"/>
                  <a:pt x="774632" y="469622"/>
                  <a:pt x="797854" y="447520"/>
                </a:cubicBezTo>
                <a:cubicBezTo>
                  <a:pt x="821656" y="424837"/>
                  <a:pt x="847200" y="399827"/>
                  <a:pt x="897707" y="399827"/>
                </a:cubicBezTo>
                <a:cubicBezTo>
                  <a:pt x="948795" y="399827"/>
                  <a:pt x="974339" y="424837"/>
                  <a:pt x="998141" y="447520"/>
                </a:cubicBezTo>
                <a:cubicBezTo>
                  <a:pt x="1021364" y="469622"/>
                  <a:pt x="1042264" y="489978"/>
                  <a:pt x="1085224" y="489978"/>
                </a:cubicBezTo>
                <a:cubicBezTo>
                  <a:pt x="1128821" y="489978"/>
                  <a:pt x="1149748" y="469622"/>
                  <a:pt x="1173000" y="447520"/>
                </a:cubicBezTo>
                <a:cubicBezTo>
                  <a:pt x="1196833" y="424837"/>
                  <a:pt x="1222409" y="399827"/>
                  <a:pt x="1272981" y="399827"/>
                </a:cubicBezTo>
                <a:cubicBezTo>
                  <a:pt x="1324070" y="399827"/>
                  <a:pt x="1349614" y="424837"/>
                  <a:pt x="1373416" y="447520"/>
                </a:cubicBezTo>
                <a:cubicBezTo>
                  <a:pt x="1396639" y="469622"/>
                  <a:pt x="1417538" y="489978"/>
                  <a:pt x="1460498" y="489978"/>
                </a:cubicBezTo>
                <a:cubicBezTo>
                  <a:pt x="1503459" y="489978"/>
                  <a:pt x="1524939" y="469622"/>
                  <a:pt x="1548162" y="447520"/>
                </a:cubicBezTo>
                <a:cubicBezTo>
                  <a:pt x="1571964" y="424837"/>
                  <a:pt x="1597508" y="399827"/>
                  <a:pt x="1648015" y="399827"/>
                </a:cubicBezTo>
                <a:cubicBezTo>
                  <a:pt x="1698523" y="399827"/>
                  <a:pt x="1724647" y="424837"/>
                  <a:pt x="1748449" y="447520"/>
                </a:cubicBezTo>
                <a:cubicBezTo>
                  <a:pt x="1771672" y="469622"/>
                  <a:pt x="1792572" y="489978"/>
                  <a:pt x="1835532" y="489978"/>
                </a:cubicBezTo>
                <a:cubicBezTo>
                  <a:pt x="1878548" y="489978"/>
                  <a:pt x="1900055" y="469622"/>
                  <a:pt x="1923307" y="447520"/>
                </a:cubicBezTo>
                <a:cubicBezTo>
                  <a:pt x="1947141" y="424837"/>
                  <a:pt x="1972717" y="399827"/>
                  <a:pt x="2023289" y="399827"/>
                </a:cubicBezTo>
                <a:cubicBezTo>
                  <a:pt x="2073797" y="399827"/>
                  <a:pt x="2099922" y="424837"/>
                  <a:pt x="2123724" y="447520"/>
                </a:cubicBezTo>
                <a:cubicBezTo>
                  <a:pt x="2146947" y="469622"/>
                  <a:pt x="2167846" y="489978"/>
                  <a:pt x="2210806" y="489978"/>
                </a:cubicBezTo>
                <a:cubicBezTo>
                  <a:pt x="2253767" y="489978"/>
                  <a:pt x="2275247" y="469622"/>
                  <a:pt x="2298469" y="447520"/>
                </a:cubicBezTo>
                <a:cubicBezTo>
                  <a:pt x="2322272" y="424837"/>
                  <a:pt x="2347816" y="399827"/>
                  <a:pt x="2398323" y="399827"/>
                </a:cubicBezTo>
                <a:cubicBezTo>
                  <a:pt x="2448831" y="399827"/>
                  <a:pt x="2474955" y="424837"/>
                  <a:pt x="2498177" y="447520"/>
                </a:cubicBezTo>
                <a:cubicBezTo>
                  <a:pt x="2521979" y="469622"/>
                  <a:pt x="2542880" y="489978"/>
                  <a:pt x="2585840" y="489978"/>
                </a:cubicBezTo>
                <a:cubicBezTo>
                  <a:pt x="2628856" y="489978"/>
                  <a:pt x="2650363" y="469622"/>
                  <a:pt x="2673615" y="447520"/>
                </a:cubicBezTo>
                <a:cubicBezTo>
                  <a:pt x="2697449" y="424837"/>
                  <a:pt x="2723025" y="399827"/>
                  <a:pt x="2773597" y="399827"/>
                </a:cubicBezTo>
                <a:cubicBezTo>
                  <a:pt x="2824104" y="399827"/>
                  <a:pt x="2850230" y="424837"/>
                  <a:pt x="2873451" y="447520"/>
                </a:cubicBezTo>
                <a:cubicBezTo>
                  <a:pt x="2897254" y="469622"/>
                  <a:pt x="2918153" y="489978"/>
                  <a:pt x="2961114" y="489978"/>
                </a:cubicBezTo>
                <a:lnTo>
                  <a:pt x="2961114" y="507427"/>
                </a:lnTo>
                <a:cubicBezTo>
                  <a:pt x="2910606" y="507427"/>
                  <a:pt x="2885063" y="482999"/>
                  <a:pt x="2861260" y="460316"/>
                </a:cubicBezTo>
                <a:cubicBezTo>
                  <a:pt x="2838038" y="438214"/>
                  <a:pt x="2816557" y="417857"/>
                  <a:pt x="2773597" y="417857"/>
                </a:cubicBezTo>
                <a:cubicBezTo>
                  <a:pt x="2730581" y="417857"/>
                  <a:pt x="2709655" y="437633"/>
                  <a:pt x="2685822" y="460316"/>
                </a:cubicBezTo>
                <a:cubicBezTo>
                  <a:pt x="2662570" y="482999"/>
                  <a:pt x="2636412" y="507427"/>
                  <a:pt x="2585840" y="507427"/>
                </a:cubicBezTo>
                <a:cubicBezTo>
                  <a:pt x="2535333" y="507427"/>
                  <a:pt x="2509789" y="482999"/>
                  <a:pt x="2485985" y="460316"/>
                </a:cubicBezTo>
                <a:cubicBezTo>
                  <a:pt x="2462763" y="438214"/>
                  <a:pt x="2441284" y="417857"/>
                  <a:pt x="2398323" y="417857"/>
                </a:cubicBezTo>
                <a:cubicBezTo>
                  <a:pt x="2355363" y="417857"/>
                  <a:pt x="2334462" y="437633"/>
                  <a:pt x="2310660" y="460316"/>
                </a:cubicBezTo>
                <a:cubicBezTo>
                  <a:pt x="2287438" y="482999"/>
                  <a:pt x="2261314" y="507427"/>
                  <a:pt x="2210806" y="507427"/>
                </a:cubicBezTo>
                <a:cubicBezTo>
                  <a:pt x="2160299" y="507427"/>
                  <a:pt x="2134755" y="482999"/>
                  <a:pt x="2110953" y="460316"/>
                </a:cubicBezTo>
                <a:cubicBezTo>
                  <a:pt x="2087730" y="438214"/>
                  <a:pt x="2066250" y="417857"/>
                  <a:pt x="2023289" y="417857"/>
                </a:cubicBezTo>
                <a:cubicBezTo>
                  <a:pt x="1980273" y="417857"/>
                  <a:pt x="1959347" y="437633"/>
                  <a:pt x="1936095" y="460316"/>
                </a:cubicBezTo>
                <a:cubicBezTo>
                  <a:pt x="1912263" y="482999"/>
                  <a:pt x="1886104" y="507427"/>
                  <a:pt x="1835532" y="507427"/>
                </a:cubicBezTo>
                <a:cubicBezTo>
                  <a:pt x="1785025" y="507427"/>
                  <a:pt x="1759481" y="482999"/>
                  <a:pt x="1735678" y="460316"/>
                </a:cubicBezTo>
                <a:cubicBezTo>
                  <a:pt x="1712455" y="438214"/>
                  <a:pt x="1690976" y="417857"/>
                  <a:pt x="1648015" y="417857"/>
                </a:cubicBezTo>
                <a:cubicBezTo>
                  <a:pt x="1605055" y="417857"/>
                  <a:pt x="1584156" y="437633"/>
                  <a:pt x="1560933" y="460316"/>
                </a:cubicBezTo>
                <a:cubicBezTo>
                  <a:pt x="1537130" y="482999"/>
                  <a:pt x="1511006" y="507427"/>
                  <a:pt x="1460498" y="507427"/>
                </a:cubicBezTo>
                <a:cubicBezTo>
                  <a:pt x="1409991" y="507427"/>
                  <a:pt x="1384447" y="482999"/>
                  <a:pt x="1360645" y="460316"/>
                </a:cubicBezTo>
                <a:cubicBezTo>
                  <a:pt x="1337422" y="438214"/>
                  <a:pt x="1316522" y="417857"/>
                  <a:pt x="1272981" y="417857"/>
                </a:cubicBezTo>
                <a:cubicBezTo>
                  <a:pt x="1229966" y="417857"/>
                  <a:pt x="1209039" y="437633"/>
                  <a:pt x="1185788" y="460316"/>
                </a:cubicBezTo>
                <a:cubicBezTo>
                  <a:pt x="1161955" y="482999"/>
                  <a:pt x="1136378" y="507427"/>
                  <a:pt x="1085224" y="507427"/>
                </a:cubicBezTo>
                <a:cubicBezTo>
                  <a:pt x="1034717" y="507427"/>
                  <a:pt x="1009173" y="482999"/>
                  <a:pt x="985370" y="460316"/>
                </a:cubicBezTo>
                <a:cubicBezTo>
                  <a:pt x="962147" y="438214"/>
                  <a:pt x="941248" y="417857"/>
                  <a:pt x="897707" y="417857"/>
                </a:cubicBezTo>
                <a:cubicBezTo>
                  <a:pt x="854747" y="417857"/>
                  <a:pt x="833848" y="437633"/>
                  <a:pt x="810626" y="460316"/>
                </a:cubicBezTo>
                <a:cubicBezTo>
                  <a:pt x="786822" y="482999"/>
                  <a:pt x="761278" y="507427"/>
                  <a:pt x="710190" y="507427"/>
                </a:cubicBezTo>
                <a:cubicBezTo>
                  <a:pt x="659683" y="507427"/>
                  <a:pt x="634139" y="482999"/>
                  <a:pt x="610337" y="460316"/>
                </a:cubicBezTo>
                <a:cubicBezTo>
                  <a:pt x="587115" y="438214"/>
                  <a:pt x="566214" y="417857"/>
                  <a:pt x="522674" y="417857"/>
                </a:cubicBezTo>
                <a:cubicBezTo>
                  <a:pt x="479658" y="417857"/>
                  <a:pt x="458732" y="437633"/>
                  <a:pt x="435480" y="460316"/>
                </a:cubicBezTo>
                <a:cubicBezTo>
                  <a:pt x="411648" y="482999"/>
                  <a:pt x="386070" y="507427"/>
                  <a:pt x="334917" y="507427"/>
                </a:cubicBezTo>
                <a:cubicBezTo>
                  <a:pt x="284409" y="507427"/>
                  <a:pt x="258865" y="482999"/>
                  <a:pt x="235062" y="460316"/>
                </a:cubicBezTo>
                <a:cubicBezTo>
                  <a:pt x="211841" y="438214"/>
                  <a:pt x="190941" y="417857"/>
                  <a:pt x="147400" y="417857"/>
                </a:cubicBezTo>
                <a:cubicBezTo>
                  <a:pt x="104439" y="417857"/>
                  <a:pt x="83540" y="437633"/>
                  <a:pt x="60318" y="460316"/>
                </a:cubicBezTo>
                <a:cubicBezTo>
                  <a:pt x="48417" y="471657"/>
                  <a:pt x="36080" y="483435"/>
                  <a:pt x="20333" y="492377"/>
                </a:cubicBezTo>
                <a:lnTo>
                  <a:pt x="0" y="500708"/>
                </a:lnTo>
                <a:lnTo>
                  <a:pt x="0" y="481748"/>
                </a:lnTo>
                <a:lnTo>
                  <a:pt x="11334" y="477037"/>
                </a:lnTo>
                <a:cubicBezTo>
                  <a:pt x="24905" y="469186"/>
                  <a:pt x="35935" y="458571"/>
                  <a:pt x="47546" y="447520"/>
                </a:cubicBezTo>
                <a:cubicBezTo>
                  <a:pt x="71348" y="424837"/>
                  <a:pt x="96892" y="399827"/>
                  <a:pt x="147400" y="399827"/>
                </a:cubicBezTo>
                <a:close/>
                <a:moveTo>
                  <a:pt x="147400" y="299931"/>
                </a:moveTo>
                <a:cubicBezTo>
                  <a:pt x="198488" y="299931"/>
                  <a:pt x="224032" y="324917"/>
                  <a:pt x="247834" y="347579"/>
                </a:cubicBezTo>
                <a:cubicBezTo>
                  <a:pt x="271056" y="369660"/>
                  <a:pt x="291956" y="389998"/>
                  <a:pt x="334917" y="389998"/>
                </a:cubicBezTo>
                <a:cubicBezTo>
                  <a:pt x="378513" y="389998"/>
                  <a:pt x="399440" y="369660"/>
                  <a:pt x="422692" y="347579"/>
                </a:cubicBezTo>
                <a:cubicBezTo>
                  <a:pt x="446525" y="324917"/>
                  <a:pt x="472101" y="299931"/>
                  <a:pt x="522674" y="299931"/>
                </a:cubicBezTo>
                <a:cubicBezTo>
                  <a:pt x="573762" y="299931"/>
                  <a:pt x="599306" y="324917"/>
                  <a:pt x="623109" y="347579"/>
                </a:cubicBezTo>
                <a:cubicBezTo>
                  <a:pt x="646331" y="369660"/>
                  <a:pt x="667230" y="389998"/>
                  <a:pt x="710190" y="389998"/>
                </a:cubicBezTo>
                <a:cubicBezTo>
                  <a:pt x="753731" y="389998"/>
                  <a:pt x="774632" y="369660"/>
                  <a:pt x="797854" y="347579"/>
                </a:cubicBezTo>
                <a:cubicBezTo>
                  <a:pt x="821656" y="324917"/>
                  <a:pt x="847200" y="299931"/>
                  <a:pt x="897707" y="299931"/>
                </a:cubicBezTo>
                <a:cubicBezTo>
                  <a:pt x="948795" y="299931"/>
                  <a:pt x="974339" y="324917"/>
                  <a:pt x="998141" y="347579"/>
                </a:cubicBezTo>
                <a:cubicBezTo>
                  <a:pt x="1021364" y="369660"/>
                  <a:pt x="1042264" y="389998"/>
                  <a:pt x="1085224" y="389998"/>
                </a:cubicBezTo>
                <a:cubicBezTo>
                  <a:pt x="1128821" y="389998"/>
                  <a:pt x="1149748" y="369660"/>
                  <a:pt x="1173000" y="347579"/>
                </a:cubicBezTo>
                <a:cubicBezTo>
                  <a:pt x="1196833" y="324917"/>
                  <a:pt x="1222409" y="299931"/>
                  <a:pt x="1272981" y="299931"/>
                </a:cubicBezTo>
                <a:cubicBezTo>
                  <a:pt x="1324070" y="299931"/>
                  <a:pt x="1349614" y="324917"/>
                  <a:pt x="1373416" y="347579"/>
                </a:cubicBezTo>
                <a:cubicBezTo>
                  <a:pt x="1396639" y="369660"/>
                  <a:pt x="1417538" y="389998"/>
                  <a:pt x="1460498" y="389998"/>
                </a:cubicBezTo>
                <a:cubicBezTo>
                  <a:pt x="1503459" y="389998"/>
                  <a:pt x="1524939" y="369660"/>
                  <a:pt x="1548162" y="347579"/>
                </a:cubicBezTo>
                <a:cubicBezTo>
                  <a:pt x="1571964" y="324917"/>
                  <a:pt x="1597508" y="299931"/>
                  <a:pt x="1648015" y="299931"/>
                </a:cubicBezTo>
                <a:cubicBezTo>
                  <a:pt x="1698523" y="299931"/>
                  <a:pt x="1724647" y="324917"/>
                  <a:pt x="1748449" y="347579"/>
                </a:cubicBezTo>
                <a:cubicBezTo>
                  <a:pt x="1771672" y="369660"/>
                  <a:pt x="1792572" y="389998"/>
                  <a:pt x="1835532" y="389998"/>
                </a:cubicBezTo>
                <a:cubicBezTo>
                  <a:pt x="1878548" y="389998"/>
                  <a:pt x="1900055" y="369660"/>
                  <a:pt x="1923307" y="347579"/>
                </a:cubicBezTo>
                <a:cubicBezTo>
                  <a:pt x="1947141" y="324917"/>
                  <a:pt x="1972717" y="299931"/>
                  <a:pt x="2023289" y="299931"/>
                </a:cubicBezTo>
                <a:cubicBezTo>
                  <a:pt x="2073797" y="299931"/>
                  <a:pt x="2099922" y="324917"/>
                  <a:pt x="2123724" y="347579"/>
                </a:cubicBezTo>
                <a:cubicBezTo>
                  <a:pt x="2146947" y="369660"/>
                  <a:pt x="2167846" y="389998"/>
                  <a:pt x="2210806" y="389998"/>
                </a:cubicBezTo>
                <a:cubicBezTo>
                  <a:pt x="2253767" y="389998"/>
                  <a:pt x="2275247" y="369660"/>
                  <a:pt x="2298469" y="347579"/>
                </a:cubicBezTo>
                <a:cubicBezTo>
                  <a:pt x="2322272" y="324917"/>
                  <a:pt x="2347816" y="299931"/>
                  <a:pt x="2398323" y="299931"/>
                </a:cubicBezTo>
                <a:cubicBezTo>
                  <a:pt x="2448831" y="299931"/>
                  <a:pt x="2474955" y="324917"/>
                  <a:pt x="2498177" y="347579"/>
                </a:cubicBezTo>
                <a:cubicBezTo>
                  <a:pt x="2521979" y="369660"/>
                  <a:pt x="2542880" y="389998"/>
                  <a:pt x="2585840" y="389998"/>
                </a:cubicBezTo>
                <a:cubicBezTo>
                  <a:pt x="2628856" y="389998"/>
                  <a:pt x="2650363" y="369660"/>
                  <a:pt x="2673615" y="347579"/>
                </a:cubicBezTo>
                <a:cubicBezTo>
                  <a:pt x="2697449" y="324917"/>
                  <a:pt x="2723025" y="299931"/>
                  <a:pt x="2773597" y="299931"/>
                </a:cubicBezTo>
                <a:cubicBezTo>
                  <a:pt x="2824104" y="299931"/>
                  <a:pt x="2850230" y="324917"/>
                  <a:pt x="2873451" y="347579"/>
                </a:cubicBezTo>
                <a:cubicBezTo>
                  <a:pt x="2897254" y="369660"/>
                  <a:pt x="2918153" y="389998"/>
                  <a:pt x="2961114" y="389998"/>
                </a:cubicBezTo>
                <a:lnTo>
                  <a:pt x="2961114" y="408011"/>
                </a:lnTo>
                <a:cubicBezTo>
                  <a:pt x="2910606" y="408011"/>
                  <a:pt x="2885063" y="383025"/>
                  <a:pt x="2861260" y="360363"/>
                </a:cubicBezTo>
                <a:cubicBezTo>
                  <a:pt x="2838038" y="338282"/>
                  <a:pt x="2816557" y="317944"/>
                  <a:pt x="2773597" y="317944"/>
                </a:cubicBezTo>
                <a:cubicBezTo>
                  <a:pt x="2730581" y="317944"/>
                  <a:pt x="2709655" y="338282"/>
                  <a:pt x="2685822" y="360363"/>
                </a:cubicBezTo>
                <a:cubicBezTo>
                  <a:pt x="2662570" y="383025"/>
                  <a:pt x="2636412" y="408011"/>
                  <a:pt x="2585840" y="408011"/>
                </a:cubicBezTo>
                <a:cubicBezTo>
                  <a:pt x="2535333" y="408011"/>
                  <a:pt x="2509789" y="383025"/>
                  <a:pt x="2485985" y="360363"/>
                </a:cubicBezTo>
                <a:cubicBezTo>
                  <a:pt x="2462763" y="338282"/>
                  <a:pt x="2441284" y="317944"/>
                  <a:pt x="2398323" y="317944"/>
                </a:cubicBezTo>
                <a:cubicBezTo>
                  <a:pt x="2355363" y="317944"/>
                  <a:pt x="2334462" y="338282"/>
                  <a:pt x="2310660" y="360363"/>
                </a:cubicBezTo>
                <a:cubicBezTo>
                  <a:pt x="2287438" y="383025"/>
                  <a:pt x="2261314" y="408011"/>
                  <a:pt x="2210806" y="408011"/>
                </a:cubicBezTo>
                <a:cubicBezTo>
                  <a:pt x="2160299" y="408011"/>
                  <a:pt x="2134755" y="383025"/>
                  <a:pt x="2110953" y="360363"/>
                </a:cubicBezTo>
                <a:cubicBezTo>
                  <a:pt x="2087730" y="338282"/>
                  <a:pt x="2066250" y="317944"/>
                  <a:pt x="2023289" y="317944"/>
                </a:cubicBezTo>
                <a:cubicBezTo>
                  <a:pt x="1980273" y="317944"/>
                  <a:pt x="1959347" y="338282"/>
                  <a:pt x="1936095" y="360363"/>
                </a:cubicBezTo>
                <a:cubicBezTo>
                  <a:pt x="1912263" y="383025"/>
                  <a:pt x="1886104" y="408011"/>
                  <a:pt x="1835532" y="408011"/>
                </a:cubicBezTo>
                <a:cubicBezTo>
                  <a:pt x="1785025" y="408011"/>
                  <a:pt x="1759481" y="383025"/>
                  <a:pt x="1735678" y="360363"/>
                </a:cubicBezTo>
                <a:cubicBezTo>
                  <a:pt x="1712455" y="338282"/>
                  <a:pt x="1690976" y="317944"/>
                  <a:pt x="1648015" y="317944"/>
                </a:cubicBezTo>
                <a:cubicBezTo>
                  <a:pt x="1605055" y="317944"/>
                  <a:pt x="1584156" y="338282"/>
                  <a:pt x="1560933" y="360363"/>
                </a:cubicBezTo>
                <a:cubicBezTo>
                  <a:pt x="1537130" y="383025"/>
                  <a:pt x="1511006" y="408011"/>
                  <a:pt x="1460498" y="408011"/>
                </a:cubicBezTo>
                <a:cubicBezTo>
                  <a:pt x="1409991" y="408011"/>
                  <a:pt x="1384447" y="383025"/>
                  <a:pt x="1360645" y="360363"/>
                </a:cubicBezTo>
                <a:cubicBezTo>
                  <a:pt x="1337422" y="338282"/>
                  <a:pt x="1316522" y="317944"/>
                  <a:pt x="1272981" y="317944"/>
                </a:cubicBezTo>
                <a:cubicBezTo>
                  <a:pt x="1229966" y="317944"/>
                  <a:pt x="1209039" y="338282"/>
                  <a:pt x="1185788" y="360363"/>
                </a:cubicBezTo>
                <a:cubicBezTo>
                  <a:pt x="1161955" y="383025"/>
                  <a:pt x="1136378" y="408011"/>
                  <a:pt x="1085224" y="408011"/>
                </a:cubicBezTo>
                <a:cubicBezTo>
                  <a:pt x="1034717" y="408011"/>
                  <a:pt x="1009173" y="383025"/>
                  <a:pt x="985370" y="360363"/>
                </a:cubicBezTo>
                <a:cubicBezTo>
                  <a:pt x="962147" y="338282"/>
                  <a:pt x="941248" y="317944"/>
                  <a:pt x="897707" y="317944"/>
                </a:cubicBezTo>
                <a:cubicBezTo>
                  <a:pt x="854747" y="317944"/>
                  <a:pt x="833848" y="338282"/>
                  <a:pt x="810626" y="360363"/>
                </a:cubicBezTo>
                <a:cubicBezTo>
                  <a:pt x="786822" y="383025"/>
                  <a:pt x="761278" y="408011"/>
                  <a:pt x="710190" y="408011"/>
                </a:cubicBezTo>
                <a:cubicBezTo>
                  <a:pt x="659683" y="408011"/>
                  <a:pt x="634139" y="383025"/>
                  <a:pt x="610337" y="360363"/>
                </a:cubicBezTo>
                <a:cubicBezTo>
                  <a:pt x="587115" y="338282"/>
                  <a:pt x="566214" y="317944"/>
                  <a:pt x="522674" y="317944"/>
                </a:cubicBezTo>
                <a:cubicBezTo>
                  <a:pt x="479658" y="317944"/>
                  <a:pt x="458732" y="338282"/>
                  <a:pt x="435480" y="360363"/>
                </a:cubicBezTo>
                <a:cubicBezTo>
                  <a:pt x="411648" y="383025"/>
                  <a:pt x="386070" y="408011"/>
                  <a:pt x="334917" y="408011"/>
                </a:cubicBezTo>
                <a:cubicBezTo>
                  <a:pt x="284409" y="408011"/>
                  <a:pt x="258865" y="383025"/>
                  <a:pt x="235062" y="360363"/>
                </a:cubicBezTo>
                <a:cubicBezTo>
                  <a:pt x="211841" y="338282"/>
                  <a:pt x="190941" y="317944"/>
                  <a:pt x="147400" y="317944"/>
                </a:cubicBezTo>
                <a:cubicBezTo>
                  <a:pt x="104439" y="317944"/>
                  <a:pt x="83540" y="338282"/>
                  <a:pt x="60318" y="360363"/>
                </a:cubicBezTo>
                <a:cubicBezTo>
                  <a:pt x="48417" y="371694"/>
                  <a:pt x="36080" y="383606"/>
                  <a:pt x="20333" y="392685"/>
                </a:cubicBezTo>
                <a:lnTo>
                  <a:pt x="0" y="401161"/>
                </a:lnTo>
                <a:lnTo>
                  <a:pt x="0" y="381776"/>
                </a:lnTo>
                <a:lnTo>
                  <a:pt x="11334" y="377069"/>
                </a:lnTo>
                <a:cubicBezTo>
                  <a:pt x="24905" y="369224"/>
                  <a:pt x="35935" y="358620"/>
                  <a:pt x="47546" y="347579"/>
                </a:cubicBezTo>
                <a:cubicBezTo>
                  <a:pt x="71348" y="324917"/>
                  <a:pt x="96892" y="299931"/>
                  <a:pt x="147400" y="299931"/>
                </a:cubicBezTo>
                <a:close/>
                <a:moveTo>
                  <a:pt x="147400" y="200515"/>
                </a:moveTo>
                <a:cubicBezTo>
                  <a:pt x="198488" y="200515"/>
                  <a:pt x="224032" y="225469"/>
                  <a:pt x="247834" y="247521"/>
                </a:cubicBezTo>
                <a:cubicBezTo>
                  <a:pt x="271056" y="270154"/>
                  <a:pt x="291956" y="289884"/>
                  <a:pt x="334917" y="289884"/>
                </a:cubicBezTo>
                <a:cubicBezTo>
                  <a:pt x="378513" y="289884"/>
                  <a:pt x="399440" y="270154"/>
                  <a:pt x="422692" y="247521"/>
                </a:cubicBezTo>
                <a:cubicBezTo>
                  <a:pt x="446525" y="225469"/>
                  <a:pt x="472101" y="200515"/>
                  <a:pt x="522674" y="200515"/>
                </a:cubicBezTo>
                <a:cubicBezTo>
                  <a:pt x="573762" y="200515"/>
                  <a:pt x="599306" y="225469"/>
                  <a:pt x="623109" y="247521"/>
                </a:cubicBezTo>
                <a:cubicBezTo>
                  <a:pt x="646331" y="270154"/>
                  <a:pt x="667230" y="289884"/>
                  <a:pt x="710190" y="289884"/>
                </a:cubicBezTo>
                <a:cubicBezTo>
                  <a:pt x="753731" y="289884"/>
                  <a:pt x="774632" y="270154"/>
                  <a:pt x="797854" y="247521"/>
                </a:cubicBezTo>
                <a:cubicBezTo>
                  <a:pt x="821656" y="225469"/>
                  <a:pt x="847200" y="200515"/>
                  <a:pt x="897707" y="200515"/>
                </a:cubicBezTo>
                <a:cubicBezTo>
                  <a:pt x="948795" y="200515"/>
                  <a:pt x="974339" y="225469"/>
                  <a:pt x="998141" y="247521"/>
                </a:cubicBezTo>
                <a:cubicBezTo>
                  <a:pt x="1021364" y="270154"/>
                  <a:pt x="1042264" y="289884"/>
                  <a:pt x="1085224" y="289884"/>
                </a:cubicBezTo>
                <a:cubicBezTo>
                  <a:pt x="1128821" y="289884"/>
                  <a:pt x="1149748" y="270154"/>
                  <a:pt x="1173000" y="247521"/>
                </a:cubicBezTo>
                <a:cubicBezTo>
                  <a:pt x="1196833" y="225469"/>
                  <a:pt x="1222409" y="200515"/>
                  <a:pt x="1272981" y="200515"/>
                </a:cubicBezTo>
                <a:cubicBezTo>
                  <a:pt x="1324070" y="200515"/>
                  <a:pt x="1349614" y="225469"/>
                  <a:pt x="1373416" y="247521"/>
                </a:cubicBezTo>
                <a:cubicBezTo>
                  <a:pt x="1396639" y="270154"/>
                  <a:pt x="1417538" y="289884"/>
                  <a:pt x="1460498" y="289884"/>
                </a:cubicBezTo>
                <a:cubicBezTo>
                  <a:pt x="1503459" y="289884"/>
                  <a:pt x="1524939" y="270154"/>
                  <a:pt x="1548162" y="247521"/>
                </a:cubicBezTo>
                <a:cubicBezTo>
                  <a:pt x="1571964" y="225469"/>
                  <a:pt x="1597508" y="200515"/>
                  <a:pt x="1648015" y="200515"/>
                </a:cubicBezTo>
                <a:cubicBezTo>
                  <a:pt x="1698523" y="200515"/>
                  <a:pt x="1724647" y="225469"/>
                  <a:pt x="1748449" y="247521"/>
                </a:cubicBezTo>
                <a:cubicBezTo>
                  <a:pt x="1771672" y="270154"/>
                  <a:pt x="1792572" y="289884"/>
                  <a:pt x="1835532" y="289884"/>
                </a:cubicBezTo>
                <a:cubicBezTo>
                  <a:pt x="1878548" y="289884"/>
                  <a:pt x="1900055" y="270154"/>
                  <a:pt x="1923307" y="247521"/>
                </a:cubicBezTo>
                <a:cubicBezTo>
                  <a:pt x="1947141" y="225469"/>
                  <a:pt x="1972717" y="200515"/>
                  <a:pt x="2023289" y="200515"/>
                </a:cubicBezTo>
                <a:cubicBezTo>
                  <a:pt x="2073797" y="200515"/>
                  <a:pt x="2099922" y="225469"/>
                  <a:pt x="2123724" y="247521"/>
                </a:cubicBezTo>
                <a:cubicBezTo>
                  <a:pt x="2146947" y="270154"/>
                  <a:pt x="2167846" y="289884"/>
                  <a:pt x="2210806" y="289884"/>
                </a:cubicBezTo>
                <a:cubicBezTo>
                  <a:pt x="2253767" y="289884"/>
                  <a:pt x="2275247" y="270154"/>
                  <a:pt x="2298469" y="247521"/>
                </a:cubicBezTo>
                <a:cubicBezTo>
                  <a:pt x="2322272" y="225469"/>
                  <a:pt x="2347816" y="200515"/>
                  <a:pt x="2398323" y="200515"/>
                </a:cubicBezTo>
                <a:cubicBezTo>
                  <a:pt x="2448831" y="200515"/>
                  <a:pt x="2474955" y="225469"/>
                  <a:pt x="2498177" y="247521"/>
                </a:cubicBezTo>
                <a:cubicBezTo>
                  <a:pt x="2521979" y="270154"/>
                  <a:pt x="2542880" y="289884"/>
                  <a:pt x="2585840" y="289884"/>
                </a:cubicBezTo>
                <a:cubicBezTo>
                  <a:pt x="2628856" y="289884"/>
                  <a:pt x="2650363" y="270154"/>
                  <a:pt x="2673615" y="247521"/>
                </a:cubicBezTo>
                <a:cubicBezTo>
                  <a:pt x="2697449" y="225469"/>
                  <a:pt x="2723025" y="200515"/>
                  <a:pt x="2773597" y="200515"/>
                </a:cubicBezTo>
                <a:cubicBezTo>
                  <a:pt x="2824104" y="200515"/>
                  <a:pt x="2850230" y="225469"/>
                  <a:pt x="2873451" y="247521"/>
                </a:cubicBezTo>
                <a:cubicBezTo>
                  <a:pt x="2897254" y="270154"/>
                  <a:pt x="2918153" y="289884"/>
                  <a:pt x="2961114" y="289884"/>
                </a:cubicBezTo>
                <a:lnTo>
                  <a:pt x="2961114" y="307874"/>
                </a:lnTo>
                <a:cubicBezTo>
                  <a:pt x="2910606" y="307874"/>
                  <a:pt x="2885063" y="283501"/>
                  <a:pt x="2861260" y="260869"/>
                </a:cubicBezTo>
                <a:cubicBezTo>
                  <a:pt x="2838038" y="238236"/>
                  <a:pt x="2816557" y="218505"/>
                  <a:pt x="2773597" y="218505"/>
                </a:cubicBezTo>
                <a:cubicBezTo>
                  <a:pt x="2730581" y="218505"/>
                  <a:pt x="2709655" y="238236"/>
                  <a:pt x="2685822" y="260869"/>
                </a:cubicBezTo>
                <a:cubicBezTo>
                  <a:pt x="2662570" y="283501"/>
                  <a:pt x="2636412" y="307874"/>
                  <a:pt x="2585840" y="307874"/>
                </a:cubicBezTo>
                <a:cubicBezTo>
                  <a:pt x="2535333" y="307874"/>
                  <a:pt x="2509789" y="283501"/>
                  <a:pt x="2485985" y="260869"/>
                </a:cubicBezTo>
                <a:cubicBezTo>
                  <a:pt x="2462763" y="238236"/>
                  <a:pt x="2441284" y="218505"/>
                  <a:pt x="2398323" y="218505"/>
                </a:cubicBezTo>
                <a:cubicBezTo>
                  <a:pt x="2355363" y="218505"/>
                  <a:pt x="2334462" y="238236"/>
                  <a:pt x="2310660" y="260869"/>
                </a:cubicBezTo>
                <a:cubicBezTo>
                  <a:pt x="2287438" y="283501"/>
                  <a:pt x="2261314" y="307874"/>
                  <a:pt x="2210806" y="307874"/>
                </a:cubicBezTo>
                <a:cubicBezTo>
                  <a:pt x="2160299" y="307874"/>
                  <a:pt x="2134755" y="283501"/>
                  <a:pt x="2110953" y="260869"/>
                </a:cubicBezTo>
                <a:cubicBezTo>
                  <a:pt x="2087730" y="238236"/>
                  <a:pt x="2066250" y="218505"/>
                  <a:pt x="2023289" y="218505"/>
                </a:cubicBezTo>
                <a:cubicBezTo>
                  <a:pt x="1980273" y="218505"/>
                  <a:pt x="1959347" y="238236"/>
                  <a:pt x="1936095" y="260869"/>
                </a:cubicBezTo>
                <a:cubicBezTo>
                  <a:pt x="1912263" y="283501"/>
                  <a:pt x="1886104" y="307874"/>
                  <a:pt x="1835532" y="307874"/>
                </a:cubicBezTo>
                <a:cubicBezTo>
                  <a:pt x="1785025" y="307874"/>
                  <a:pt x="1759481" y="283501"/>
                  <a:pt x="1735678" y="260869"/>
                </a:cubicBezTo>
                <a:cubicBezTo>
                  <a:pt x="1712455" y="238236"/>
                  <a:pt x="1690976" y="218505"/>
                  <a:pt x="1648015" y="218505"/>
                </a:cubicBezTo>
                <a:cubicBezTo>
                  <a:pt x="1605055" y="218505"/>
                  <a:pt x="1584156" y="238236"/>
                  <a:pt x="1560933" y="260869"/>
                </a:cubicBezTo>
                <a:cubicBezTo>
                  <a:pt x="1537130" y="283501"/>
                  <a:pt x="1511006" y="307874"/>
                  <a:pt x="1460498" y="307874"/>
                </a:cubicBezTo>
                <a:cubicBezTo>
                  <a:pt x="1409991" y="307874"/>
                  <a:pt x="1384447" y="283501"/>
                  <a:pt x="1360645" y="260869"/>
                </a:cubicBezTo>
                <a:cubicBezTo>
                  <a:pt x="1337422" y="238236"/>
                  <a:pt x="1316522" y="218505"/>
                  <a:pt x="1272981" y="218505"/>
                </a:cubicBezTo>
                <a:cubicBezTo>
                  <a:pt x="1229966" y="218505"/>
                  <a:pt x="1209039" y="238236"/>
                  <a:pt x="1185788" y="260869"/>
                </a:cubicBezTo>
                <a:cubicBezTo>
                  <a:pt x="1161955" y="283501"/>
                  <a:pt x="1136378" y="307874"/>
                  <a:pt x="1085224" y="307874"/>
                </a:cubicBezTo>
                <a:cubicBezTo>
                  <a:pt x="1034717" y="307874"/>
                  <a:pt x="1009173" y="283501"/>
                  <a:pt x="985370" y="260869"/>
                </a:cubicBezTo>
                <a:cubicBezTo>
                  <a:pt x="962147" y="238236"/>
                  <a:pt x="941248" y="218505"/>
                  <a:pt x="897707" y="218505"/>
                </a:cubicBezTo>
                <a:cubicBezTo>
                  <a:pt x="854747" y="218505"/>
                  <a:pt x="833848" y="238236"/>
                  <a:pt x="810626" y="260869"/>
                </a:cubicBezTo>
                <a:cubicBezTo>
                  <a:pt x="786822" y="283501"/>
                  <a:pt x="761278" y="307874"/>
                  <a:pt x="710190" y="307874"/>
                </a:cubicBezTo>
                <a:cubicBezTo>
                  <a:pt x="659683" y="307874"/>
                  <a:pt x="634139" y="283501"/>
                  <a:pt x="610337" y="260869"/>
                </a:cubicBezTo>
                <a:cubicBezTo>
                  <a:pt x="587115" y="238236"/>
                  <a:pt x="566214" y="218505"/>
                  <a:pt x="522674" y="218505"/>
                </a:cubicBezTo>
                <a:cubicBezTo>
                  <a:pt x="479658" y="218505"/>
                  <a:pt x="458732" y="238236"/>
                  <a:pt x="435480" y="260869"/>
                </a:cubicBezTo>
                <a:cubicBezTo>
                  <a:pt x="411648" y="283501"/>
                  <a:pt x="386070" y="307874"/>
                  <a:pt x="334917" y="307874"/>
                </a:cubicBezTo>
                <a:cubicBezTo>
                  <a:pt x="284409" y="307874"/>
                  <a:pt x="258865" y="283501"/>
                  <a:pt x="235062" y="260869"/>
                </a:cubicBezTo>
                <a:cubicBezTo>
                  <a:pt x="211841" y="238236"/>
                  <a:pt x="190941" y="218505"/>
                  <a:pt x="147400" y="218505"/>
                </a:cubicBezTo>
                <a:cubicBezTo>
                  <a:pt x="104439" y="218505"/>
                  <a:pt x="83540" y="238236"/>
                  <a:pt x="60318" y="260869"/>
                </a:cubicBezTo>
                <a:cubicBezTo>
                  <a:pt x="48417" y="272185"/>
                  <a:pt x="36080" y="283936"/>
                  <a:pt x="20333" y="292859"/>
                </a:cubicBezTo>
                <a:lnTo>
                  <a:pt x="0" y="301170"/>
                </a:lnTo>
                <a:lnTo>
                  <a:pt x="0" y="279986"/>
                </a:lnTo>
                <a:lnTo>
                  <a:pt x="11334" y="277190"/>
                </a:lnTo>
                <a:cubicBezTo>
                  <a:pt x="24905" y="269428"/>
                  <a:pt x="35935" y="258837"/>
                  <a:pt x="47546" y="247521"/>
                </a:cubicBezTo>
                <a:cubicBezTo>
                  <a:pt x="71348" y="225469"/>
                  <a:pt x="96892" y="200515"/>
                  <a:pt x="147400" y="200515"/>
                </a:cubicBezTo>
                <a:close/>
                <a:moveTo>
                  <a:pt x="147400" y="99897"/>
                </a:moveTo>
                <a:cubicBezTo>
                  <a:pt x="198488" y="99897"/>
                  <a:pt x="224032" y="124325"/>
                  <a:pt x="247834" y="147008"/>
                </a:cubicBezTo>
                <a:cubicBezTo>
                  <a:pt x="271056" y="169691"/>
                  <a:pt x="291956" y="189466"/>
                  <a:pt x="334917" y="189466"/>
                </a:cubicBezTo>
                <a:cubicBezTo>
                  <a:pt x="378513" y="189466"/>
                  <a:pt x="399440" y="169691"/>
                  <a:pt x="422692" y="147008"/>
                </a:cubicBezTo>
                <a:cubicBezTo>
                  <a:pt x="446525" y="124906"/>
                  <a:pt x="472101" y="99897"/>
                  <a:pt x="522674" y="99897"/>
                </a:cubicBezTo>
                <a:cubicBezTo>
                  <a:pt x="573762" y="99897"/>
                  <a:pt x="599306" y="124325"/>
                  <a:pt x="623109" y="147008"/>
                </a:cubicBezTo>
                <a:cubicBezTo>
                  <a:pt x="646331" y="169691"/>
                  <a:pt x="667230" y="189466"/>
                  <a:pt x="710190" y="189466"/>
                </a:cubicBezTo>
                <a:cubicBezTo>
                  <a:pt x="753731" y="189466"/>
                  <a:pt x="774632" y="169691"/>
                  <a:pt x="797854" y="147008"/>
                </a:cubicBezTo>
                <a:cubicBezTo>
                  <a:pt x="821656" y="124906"/>
                  <a:pt x="847200" y="99897"/>
                  <a:pt x="897707" y="99897"/>
                </a:cubicBezTo>
                <a:cubicBezTo>
                  <a:pt x="948795" y="99897"/>
                  <a:pt x="974339" y="124325"/>
                  <a:pt x="998141" y="147008"/>
                </a:cubicBezTo>
                <a:cubicBezTo>
                  <a:pt x="1021364" y="169691"/>
                  <a:pt x="1042264" y="189466"/>
                  <a:pt x="1085224" y="189466"/>
                </a:cubicBezTo>
                <a:cubicBezTo>
                  <a:pt x="1128821" y="189466"/>
                  <a:pt x="1149748" y="169691"/>
                  <a:pt x="1173000" y="147008"/>
                </a:cubicBezTo>
                <a:cubicBezTo>
                  <a:pt x="1196833" y="124906"/>
                  <a:pt x="1222409" y="99897"/>
                  <a:pt x="1272981" y="99897"/>
                </a:cubicBezTo>
                <a:cubicBezTo>
                  <a:pt x="1324070" y="99897"/>
                  <a:pt x="1349614" y="124325"/>
                  <a:pt x="1373416" y="147008"/>
                </a:cubicBezTo>
                <a:cubicBezTo>
                  <a:pt x="1396639" y="169691"/>
                  <a:pt x="1417538" y="189466"/>
                  <a:pt x="1460498" y="189466"/>
                </a:cubicBezTo>
                <a:cubicBezTo>
                  <a:pt x="1503459" y="189466"/>
                  <a:pt x="1524939" y="169691"/>
                  <a:pt x="1548162" y="147008"/>
                </a:cubicBezTo>
                <a:cubicBezTo>
                  <a:pt x="1571964" y="124906"/>
                  <a:pt x="1597508" y="99897"/>
                  <a:pt x="1648015" y="99897"/>
                </a:cubicBezTo>
                <a:cubicBezTo>
                  <a:pt x="1698523" y="99897"/>
                  <a:pt x="1724647" y="124325"/>
                  <a:pt x="1748449" y="147008"/>
                </a:cubicBezTo>
                <a:cubicBezTo>
                  <a:pt x="1771672" y="169691"/>
                  <a:pt x="1792572" y="189466"/>
                  <a:pt x="1835532" y="189466"/>
                </a:cubicBezTo>
                <a:cubicBezTo>
                  <a:pt x="1878548" y="189466"/>
                  <a:pt x="1900055" y="169691"/>
                  <a:pt x="1923307" y="147008"/>
                </a:cubicBezTo>
                <a:cubicBezTo>
                  <a:pt x="1947141" y="124906"/>
                  <a:pt x="1972717" y="99897"/>
                  <a:pt x="2023289" y="99897"/>
                </a:cubicBezTo>
                <a:cubicBezTo>
                  <a:pt x="2073797" y="99897"/>
                  <a:pt x="2099922" y="124325"/>
                  <a:pt x="2123724" y="147008"/>
                </a:cubicBezTo>
                <a:cubicBezTo>
                  <a:pt x="2146947" y="169691"/>
                  <a:pt x="2167846" y="189466"/>
                  <a:pt x="2210806" y="189466"/>
                </a:cubicBezTo>
                <a:cubicBezTo>
                  <a:pt x="2253767" y="189466"/>
                  <a:pt x="2275247" y="169691"/>
                  <a:pt x="2298469" y="147008"/>
                </a:cubicBezTo>
                <a:cubicBezTo>
                  <a:pt x="2322272" y="124906"/>
                  <a:pt x="2347816" y="99897"/>
                  <a:pt x="2398323" y="99897"/>
                </a:cubicBezTo>
                <a:cubicBezTo>
                  <a:pt x="2448831" y="99897"/>
                  <a:pt x="2474955" y="124325"/>
                  <a:pt x="2498177" y="147008"/>
                </a:cubicBezTo>
                <a:cubicBezTo>
                  <a:pt x="2521979" y="169691"/>
                  <a:pt x="2542880" y="189466"/>
                  <a:pt x="2585840" y="189466"/>
                </a:cubicBezTo>
                <a:cubicBezTo>
                  <a:pt x="2628856" y="189466"/>
                  <a:pt x="2650363" y="169691"/>
                  <a:pt x="2673615" y="147008"/>
                </a:cubicBezTo>
                <a:cubicBezTo>
                  <a:pt x="2697449" y="124906"/>
                  <a:pt x="2723025" y="99897"/>
                  <a:pt x="2773597" y="99897"/>
                </a:cubicBezTo>
                <a:cubicBezTo>
                  <a:pt x="2824104" y="99897"/>
                  <a:pt x="2850230" y="124325"/>
                  <a:pt x="2873451" y="147008"/>
                </a:cubicBezTo>
                <a:cubicBezTo>
                  <a:pt x="2897254" y="169691"/>
                  <a:pt x="2918153" y="189466"/>
                  <a:pt x="2961114" y="189466"/>
                </a:cubicBezTo>
                <a:lnTo>
                  <a:pt x="2961114" y="207496"/>
                </a:lnTo>
                <a:cubicBezTo>
                  <a:pt x="2910606" y="207496"/>
                  <a:pt x="2885063" y="183068"/>
                  <a:pt x="2861260" y="160385"/>
                </a:cubicBezTo>
                <a:cubicBezTo>
                  <a:pt x="2838038" y="137702"/>
                  <a:pt x="2816557" y="117927"/>
                  <a:pt x="2773597" y="117927"/>
                </a:cubicBezTo>
                <a:cubicBezTo>
                  <a:pt x="2730581" y="117927"/>
                  <a:pt x="2709655" y="137702"/>
                  <a:pt x="2685822" y="160385"/>
                </a:cubicBezTo>
                <a:cubicBezTo>
                  <a:pt x="2662570" y="183068"/>
                  <a:pt x="2636412" y="207496"/>
                  <a:pt x="2585840" y="207496"/>
                </a:cubicBezTo>
                <a:cubicBezTo>
                  <a:pt x="2535333" y="207496"/>
                  <a:pt x="2509789" y="183068"/>
                  <a:pt x="2485985" y="160385"/>
                </a:cubicBezTo>
                <a:cubicBezTo>
                  <a:pt x="2462763" y="137702"/>
                  <a:pt x="2441284" y="117927"/>
                  <a:pt x="2398323" y="117927"/>
                </a:cubicBezTo>
                <a:cubicBezTo>
                  <a:pt x="2355363" y="117927"/>
                  <a:pt x="2334462" y="137702"/>
                  <a:pt x="2310660" y="160385"/>
                </a:cubicBezTo>
                <a:cubicBezTo>
                  <a:pt x="2287438" y="183068"/>
                  <a:pt x="2261314" y="207496"/>
                  <a:pt x="2210806" y="207496"/>
                </a:cubicBezTo>
                <a:cubicBezTo>
                  <a:pt x="2160299" y="207496"/>
                  <a:pt x="2134755" y="183068"/>
                  <a:pt x="2110953" y="160385"/>
                </a:cubicBezTo>
                <a:cubicBezTo>
                  <a:pt x="2087730" y="137702"/>
                  <a:pt x="2066250" y="117927"/>
                  <a:pt x="2023289" y="117927"/>
                </a:cubicBezTo>
                <a:cubicBezTo>
                  <a:pt x="1980273" y="117927"/>
                  <a:pt x="1959347" y="137702"/>
                  <a:pt x="1936095" y="160385"/>
                </a:cubicBezTo>
                <a:cubicBezTo>
                  <a:pt x="1912263" y="183068"/>
                  <a:pt x="1886104" y="207496"/>
                  <a:pt x="1835532" y="207496"/>
                </a:cubicBezTo>
                <a:cubicBezTo>
                  <a:pt x="1785025" y="207496"/>
                  <a:pt x="1759481" y="183068"/>
                  <a:pt x="1735678" y="160385"/>
                </a:cubicBezTo>
                <a:cubicBezTo>
                  <a:pt x="1712455" y="137702"/>
                  <a:pt x="1690976" y="117927"/>
                  <a:pt x="1648015" y="117927"/>
                </a:cubicBezTo>
                <a:cubicBezTo>
                  <a:pt x="1605055" y="117927"/>
                  <a:pt x="1584156" y="137702"/>
                  <a:pt x="1560933" y="160385"/>
                </a:cubicBezTo>
                <a:cubicBezTo>
                  <a:pt x="1537130" y="183068"/>
                  <a:pt x="1511006" y="207496"/>
                  <a:pt x="1460498" y="207496"/>
                </a:cubicBezTo>
                <a:cubicBezTo>
                  <a:pt x="1409991" y="207496"/>
                  <a:pt x="1384447" y="183068"/>
                  <a:pt x="1360645" y="160385"/>
                </a:cubicBezTo>
                <a:cubicBezTo>
                  <a:pt x="1337422" y="137702"/>
                  <a:pt x="1316522" y="117927"/>
                  <a:pt x="1272981" y="117927"/>
                </a:cubicBezTo>
                <a:cubicBezTo>
                  <a:pt x="1229966" y="117927"/>
                  <a:pt x="1209039" y="137702"/>
                  <a:pt x="1185788" y="160385"/>
                </a:cubicBezTo>
                <a:cubicBezTo>
                  <a:pt x="1161955" y="183068"/>
                  <a:pt x="1136378" y="207496"/>
                  <a:pt x="1085224" y="207496"/>
                </a:cubicBezTo>
                <a:cubicBezTo>
                  <a:pt x="1034717" y="207496"/>
                  <a:pt x="1009173" y="183068"/>
                  <a:pt x="985370" y="160385"/>
                </a:cubicBezTo>
                <a:cubicBezTo>
                  <a:pt x="962147" y="137702"/>
                  <a:pt x="941248" y="117927"/>
                  <a:pt x="897707" y="117927"/>
                </a:cubicBezTo>
                <a:cubicBezTo>
                  <a:pt x="854747" y="117927"/>
                  <a:pt x="833848" y="137702"/>
                  <a:pt x="810626" y="160385"/>
                </a:cubicBezTo>
                <a:cubicBezTo>
                  <a:pt x="786822" y="183068"/>
                  <a:pt x="761278" y="207496"/>
                  <a:pt x="710190" y="207496"/>
                </a:cubicBezTo>
                <a:cubicBezTo>
                  <a:pt x="659683" y="207496"/>
                  <a:pt x="634139" y="183068"/>
                  <a:pt x="610337" y="160385"/>
                </a:cubicBezTo>
                <a:cubicBezTo>
                  <a:pt x="587115" y="137702"/>
                  <a:pt x="566214" y="117927"/>
                  <a:pt x="522674" y="117927"/>
                </a:cubicBezTo>
                <a:cubicBezTo>
                  <a:pt x="479658" y="117927"/>
                  <a:pt x="458732" y="137702"/>
                  <a:pt x="435480" y="160385"/>
                </a:cubicBezTo>
                <a:cubicBezTo>
                  <a:pt x="411648" y="183068"/>
                  <a:pt x="386070" y="207496"/>
                  <a:pt x="334917" y="207496"/>
                </a:cubicBezTo>
                <a:cubicBezTo>
                  <a:pt x="284409" y="207496"/>
                  <a:pt x="258865" y="183068"/>
                  <a:pt x="235062" y="160385"/>
                </a:cubicBezTo>
                <a:cubicBezTo>
                  <a:pt x="211841" y="137702"/>
                  <a:pt x="190941" y="117927"/>
                  <a:pt x="147400" y="117927"/>
                </a:cubicBezTo>
                <a:cubicBezTo>
                  <a:pt x="104439" y="117927"/>
                  <a:pt x="83540" y="137702"/>
                  <a:pt x="60318" y="160385"/>
                </a:cubicBezTo>
                <a:cubicBezTo>
                  <a:pt x="48417" y="171727"/>
                  <a:pt x="36080" y="183505"/>
                  <a:pt x="20333" y="192447"/>
                </a:cubicBezTo>
                <a:lnTo>
                  <a:pt x="0" y="200777"/>
                </a:lnTo>
                <a:lnTo>
                  <a:pt x="0" y="179546"/>
                </a:lnTo>
                <a:lnTo>
                  <a:pt x="11334" y="176743"/>
                </a:lnTo>
                <a:cubicBezTo>
                  <a:pt x="24905" y="168964"/>
                  <a:pt x="35935" y="158350"/>
                  <a:pt x="47546" y="147008"/>
                </a:cubicBezTo>
                <a:cubicBezTo>
                  <a:pt x="71348" y="124906"/>
                  <a:pt x="96892" y="99897"/>
                  <a:pt x="147400" y="99897"/>
                </a:cubicBezTo>
                <a:close/>
                <a:moveTo>
                  <a:pt x="147400" y="0"/>
                </a:moveTo>
                <a:cubicBezTo>
                  <a:pt x="198488" y="0"/>
                  <a:pt x="224032" y="24987"/>
                  <a:pt x="247834" y="47649"/>
                </a:cubicBezTo>
                <a:cubicBezTo>
                  <a:pt x="271056" y="69730"/>
                  <a:pt x="291956" y="90068"/>
                  <a:pt x="334917" y="90068"/>
                </a:cubicBezTo>
                <a:cubicBezTo>
                  <a:pt x="378513" y="90068"/>
                  <a:pt x="399440" y="69730"/>
                  <a:pt x="422692" y="47649"/>
                </a:cubicBezTo>
                <a:cubicBezTo>
                  <a:pt x="446525" y="24987"/>
                  <a:pt x="472101" y="0"/>
                  <a:pt x="522674" y="0"/>
                </a:cubicBezTo>
                <a:cubicBezTo>
                  <a:pt x="573762" y="0"/>
                  <a:pt x="599306" y="24987"/>
                  <a:pt x="623109" y="47649"/>
                </a:cubicBezTo>
                <a:cubicBezTo>
                  <a:pt x="646331" y="69730"/>
                  <a:pt x="667230" y="90068"/>
                  <a:pt x="710190" y="90068"/>
                </a:cubicBezTo>
                <a:cubicBezTo>
                  <a:pt x="753731" y="90068"/>
                  <a:pt x="774632" y="69730"/>
                  <a:pt x="797854" y="47649"/>
                </a:cubicBezTo>
                <a:cubicBezTo>
                  <a:pt x="821656" y="24987"/>
                  <a:pt x="847200" y="0"/>
                  <a:pt x="897707" y="0"/>
                </a:cubicBezTo>
                <a:cubicBezTo>
                  <a:pt x="948795" y="0"/>
                  <a:pt x="974339" y="24987"/>
                  <a:pt x="998141" y="47649"/>
                </a:cubicBezTo>
                <a:cubicBezTo>
                  <a:pt x="1021364" y="69730"/>
                  <a:pt x="1042264" y="90068"/>
                  <a:pt x="1085224" y="90068"/>
                </a:cubicBezTo>
                <a:cubicBezTo>
                  <a:pt x="1128821" y="90068"/>
                  <a:pt x="1149748" y="69730"/>
                  <a:pt x="1173000" y="47649"/>
                </a:cubicBezTo>
                <a:cubicBezTo>
                  <a:pt x="1196833" y="24987"/>
                  <a:pt x="1222409" y="0"/>
                  <a:pt x="1272981" y="0"/>
                </a:cubicBezTo>
                <a:cubicBezTo>
                  <a:pt x="1324070" y="0"/>
                  <a:pt x="1349614" y="24987"/>
                  <a:pt x="1373416" y="47649"/>
                </a:cubicBezTo>
                <a:cubicBezTo>
                  <a:pt x="1396639" y="69730"/>
                  <a:pt x="1417538" y="90068"/>
                  <a:pt x="1460498" y="90068"/>
                </a:cubicBezTo>
                <a:cubicBezTo>
                  <a:pt x="1503459" y="90068"/>
                  <a:pt x="1524939" y="69730"/>
                  <a:pt x="1548162" y="47649"/>
                </a:cubicBezTo>
                <a:cubicBezTo>
                  <a:pt x="1571964" y="24987"/>
                  <a:pt x="1597508" y="0"/>
                  <a:pt x="1648015" y="0"/>
                </a:cubicBezTo>
                <a:cubicBezTo>
                  <a:pt x="1698523" y="0"/>
                  <a:pt x="1724647" y="24987"/>
                  <a:pt x="1748449" y="47649"/>
                </a:cubicBezTo>
                <a:cubicBezTo>
                  <a:pt x="1771672" y="69730"/>
                  <a:pt x="1792572" y="90068"/>
                  <a:pt x="1835532" y="90068"/>
                </a:cubicBezTo>
                <a:cubicBezTo>
                  <a:pt x="1878548" y="90068"/>
                  <a:pt x="1900055" y="69730"/>
                  <a:pt x="1923307" y="47649"/>
                </a:cubicBezTo>
                <a:cubicBezTo>
                  <a:pt x="1947141" y="24987"/>
                  <a:pt x="1972717" y="0"/>
                  <a:pt x="2023289" y="0"/>
                </a:cubicBezTo>
                <a:cubicBezTo>
                  <a:pt x="2073797" y="0"/>
                  <a:pt x="2099922" y="24987"/>
                  <a:pt x="2123724" y="47649"/>
                </a:cubicBezTo>
                <a:cubicBezTo>
                  <a:pt x="2146947" y="69730"/>
                  <a:pt x="2167846" y="90068"/>
                  <a:pt x="2210806" y="90068"/>
                </a:cubicBezTo>
                <a:cubicBezTo>
                  <a:pt x="2253767" y="90068"/>
                  <a:pt x="2275247" y="69730"/>
                  <a:pt x="2298469" y="47649"/>
                </a:cubicBezTo>
                <a:cubicBezTo>
                  <a:pt x="2322272" y="24987"/>
                  <a:pt x="2347816" y="0"/>
                  <a:pt x="2398323" y="0"/>
                </a:cubicBezTo>
                <a:cubicBezTo>
                  <a:pt x="2448831" y="0"/>
                  <a:pt x="2474955" y="24987"/>
                  <a:pt x="2498177" y="47649"/>
                </a:cubicBezTo>
                <a:cubicBezTo>
                  <a:pt x="2521979" y="69730"/>
                  <a:pt x="2542880" y="90068"/>
                  <a:pt x="2585840" y="90068"/>
                </a:cubicBezTo>
                <a:cubicBezTo>
                  <a:pt x="2628856" y="90068"/>
                  <a:pt x="2650363" y="69730"/>
                  <a:pt x="2673615" y="47649"/>
                </a:cubicBezTo>
                <a:cubicBezTo>
                  <a:pt x="2697449" y="24987"/>
                  <a:pt x="2723025" y="0"/>
                  <a:pt x="2773597" y="0"/>
                </a:cubicBezTo>
                <a:cubicBezTo>
                  <a:pt x="2824104" y="0"/>
                  <a:pt x="2850230" y="24987"/>
                  <a:pt x="2873451" y="47649"/>
                </a:cubicBezTo>
                <a:cubicBezTo>
                  <a:pt x="2897254" y="69730"/>
                  <a:pt x="2918153" y="90068"/>
                  <a:pt x="2961114" y="90068"/>
                </a:cubicBezTo>
                <a:lnTo>
                  <a:pt x="2961114" y="108081"/>
                </a:lnTo>
                <a:cubicBezTo>
                  <a:pt x="2910606" y="108081"/>
                  <a:pt x="2885063" y="83095"/>
                  <a:pt x="2861260" y="60433"/>
                </a:cubicBezTo>
                <a:cubicBezTo>
                  <a:pt x="2838038" y="38351"/>
                  <a:pt x="2816557" y="18014"/>
                  <a:pt x="2773597" y="18014"/>
                </a:cubicBezTo>
                <a:cubicBezTo>
                  <a:pt x="2730581" y="18014"/>
                  <a:pt x="2709655" y="38351"/>
                  <a:pt x="2685822" y="60433"/>
                </a:cubicBezTo>
                <a:cubicBezTo>
                  <a:pt x="2662570" y="83095"/>
                  <a:pt x="2636412" y="108081"/>
                  <a:pt x="2585840" y="108081"/>
                </a:cubicBezTo>
                <a:cubicBezTo>
                  <a:pt x="2535333" y="108081"/>
                  <a:pt x="2509789" y="83095"/>
                  <a:pt x="2485985" y="60433"/>
                </a:cubicBezTo>
                <a:cubicBezTo>
                  <a:pt x="2462763" y="38351"/>
                  <a:pt x="2441284" y="18014"/>
                  <a:pt x="2398323" y="18014"/>
                </a:cubicBezTo>
                <a:cubicBezTo>
                  <a:pt x="2355363" y="18014"/>
                  <a:pt x="2334462" y="38351"/>
                  <a:pt x="2310660" y="60433"/>
                </a:cubicBezTo>
                <a:cubicBezTo>
                  <a:pt x="2287438" y="83095"/>
                  <a:pt x="2261314" y="108081"/>
                  <a:pt x="2210806" y="108081"/>
                </a:cubicBezTo>
                <a:cubicBezTo>
                  <a:pt x="2160299" y="108081"/>
                  <a:pt x="2134755" y="83095"/>
                  <a:pt x="2110953" y="60433"/>
                </a:cubicBezTo>
                <a:cubicBezTo>
                  <a:pt x="2087730" y="38351"/>
                  <a:pt x="2066250" y="18014"/>
                  <a:pt x="2023289" y="18014"/>
                </a:cubicBezTo>
                <a:cubicBezTo>
                  <a:pt x="1980273" y="18014"/>
                  <a:pt x="1959347" y="38351"/>
                  <a:pt x="1936095" y="60433"/>
                </a:cubicBezTo>
                <a:cubicBezTo>
                  <a:pt x="1912263" y="83095"/>
                  <a:pt x="1886104" y="108081"/>
                  <a:pt x="1835532" y="108081"/>
                </a:cubicBezTo>
                <a:cubicBezTo>
                  <a:pt x="1785025" y="108081"/>
                  <a:pt x="1759481" y="83095"/>
                  <a:pt x="1735678" y="60433"/>
                </a:cubicBezTo>
                <a:cubicBezTo>
                  <a:pt x="1712455" y="38351"/>
                  <a:pt x="1690976" y="18014"/>
                  <a:pt x="1648015" y="18014"/>
                </a:cubicBezTo>
                <a:cubicBezTo>
                  <a:pt x="1605055" y="18014"/>
                  <a:pt x="1584156" y="38351"/>
                  <a:pt x="1560933" y="60433"/>
                </a:cubicBezTo>
                <a:cubicBezTo>
                  <a:pt x="1537130" y="83095"/>
                  <a:pt x="1511006" y="108081"/>
                  <a:pt x="1460498" y="108081"/>
                </a:cubicBezTo>
                <a:cubicBezTo>
                  <a:pt x="1409991" y="108081"/>
                  <a:pt x="1384447" y="83095"/>
                  <a:pt x="1360645" y="60433"/>
                </a:cubicBezTo>
                <a:cubicBezTo>
                  <a:pt x="1337422" y="38351"/>
                  <a:pt x="1316522" y="18014"/>
                  <a:pt x="1272981" y="18014"/>
                </a:cubicBezTo>
                <a:cubicBezTo>
                  <a:pt x="1229966" y="18014"/>
                  <a:pt x="1209039" y="38351"/>
                  <a:pt x="1185788" y="60433"/>
                </a:cubicBezTo>
                <a:cubicBezTo>
                  <a:pt x="1161955" y="83095"/>
                  <a:pt x="1136378" y="108081"/>
                  <a:pt x="1085224" y="108081"/>
                </a:cubicBezTo>
                <a:cubicBezTo>
                  <a:pt x="1034717" y="108081"/>
                  <a:pt x="1009173" y="83095"/>
                  <a:pt x="985370" y="60433"/>
                </a:cubicBezTo>
                <a:cubicBezTo>
                  <a:pt x="962147" y="38351"/>
                  <a:pt x="941248" y="18014"/>
                  <a:pt x="897707" y="18014"/>
                </a:cubicBezTo>
                <a:cubicBezTo>
                  <a:pt x="854747" y="18014"/>
                  <a:pt x="833848" y="38351"/>
                  <a:pt x="810626" y="60433"/>
                </a:cubicBezTo>
                <a:cubicBezTo>
                  <a:pt x="786822" y="83095"/>
                  <a:pt x="761278" y="108081"/>
                  <a:pt x="710190" y="108081"/>
                </a:cubicBezTo>
                <a:cubicBezTo>
                  <a:pt x="659683" y="108081"/>
                  <a:pt x="634139" y="83095"/>
                  <a:pt x="610337" y="60433"/>
                </a:cubicBezTo>
                <a:cubicBezTo>
                  <a:pt x="587115" y="38351"/>
                  <a:pt x="566214" y="18014"/>
                  <a:pt x="522674" y="18014"/>
                </a:cubicBezTo>
                <a:cubicBezTo>
                  <a:pt x="479658" y="18014"/>
                  <a:pt x="458732" y="38351"/>
                  <a:pt x="435480" y="60433"/>
                </a:cubicBezTo>
                <a:cubicBezTo>
                  <a:pt x="411648" y="83095"/>
                  <a:pt x="386070" y="108081"/>
                  <a:pt x="334917" y="108081"/>
                </a:cubicBezTo>
                <a:cubicBezTo>
                  <a:pt x="284409" y="108081"/>
                  <a:pt x="258865" y="83095"/>
                  <a:pt x="235062" y="60433"/>
                </a:cubicBezTo>
                <a:cubicBezTo>
                  <a:pt x="211841" y="38351"/>
                  <a:pt x="190941" y="18014"/>
                  <a:pt x="147400" y="18014"/>
                </a:cubicBezTo>
                <a:cubicBezTo>
                  <a:pt x="104439" y="18014"/>
                  <a:pt x="83540" y="38351"/>
                  <a:pt x="60318" y="60433"/>
                </a:cubicBezTo>
                <a:cubicBezTo>
                  <a:pt x="48417" y="71764"/>
                  <a:pt x="36080" y="83676"/>
                  <a:pt x="20333" y="92755"/>
                </a:cubicBezTo>
                <a:lnTo>
                  <a:pt x="0" y="101231"/>
                </a:lnTo>
                <a:lnTo>
                  <a:pt x="0" y="81846"/>
                </a:lnTo>
                <a:lnTo>
                  <a:pt x="11334" y="77139"/>
                </a:lnTo>
                <a:cubicBezTo>
                  <a:pt x="24905" y="69294"/>
                  <a:pt x="35935" y="58689"/>
                  <a:pt x="47546" y="47649"/>
                </a:cubicBezTo>
                <a:cubicBezTo>
                  <a:pt x="71348" y="24987"/>
                  <a:pt x="96892" y="0"/>
                  <a:pt x="147400" y="0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93D7B4-707F-46FE-83CC-145D0D59C1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61949" y="360000"/>
            <a:ext cx="2595563" cy="577080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Agenda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3319200" y="360000"/>
            <a:ext cx="8512438" cy="57708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 b="1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agenda point                                                                                                Enter &amp; TAB for next text level                                                                                                SHIFT+TAB to go back in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6</a:t>
            </a:r>
          </a:p>
          <a:p>
            <a:pPr lvl="6"/>
            <a:r>
              <a:rPr lang="en-GB" noProof="0" dirty="0"/>
              <a:t>7</a:t>
            </a:r>
          </a:p>
          <a:p>
            <a:pPr lvl="7"/>
            <a:r>
              <a:rPr lang="en-GB" noProof="0" dirty="0"/>
              <a:t>8</a:t>
            </a:r>
          </a:p>
          <a:p>
            <a:pPr lvl="8"/>
            <a:r>
              <a:rPr lang="en-GB" noProof="0" dirty="0"/>
              <a:t>9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2728AD-ED22-4FDB-A385-9EB441B43A0B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67AD15-D587-4239-B765-0A9DD86A826F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AB26F-D757-410A-8A22-658BB59ED8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71B4E-EDE7-4B3E-B367-CBDC6A95E06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488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3DEEEB-C26D-441A-AEC3-144D0306828F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FBDBD32-27D6-4F18-BD54-7AE4FA52505E}"/>
              </a:ext>
            </a:extLst>
          </p:cNvPr>
          <p:cNvSpPr>
            <a:spLocks/>
          </p:cNvSpPr>
          <p:nvPr userDrawn="1"/>
        </p:nvSpPr>
        <p:spPr bwMode="auto">
          <a:xfrm>
            <a:off x="-3601" y="5819354"/>
            <a:ext cx="2961114" cy="1038646"/>
          </a:xfrm>
          <a:custGeom>
            <a:avLst/>
            <a:gdLst>
              <a:gd name="connsiteX0" fmla="*/ 2773597 w 2961114"/>
              <a:gd name="connsiteY0" fmla="*/ 1000651 h 1038646"/>
              <a:gd name="connsiteX1" fmla="*/ 2833756 w 2961114"/>
              <a:gd name="connsiteY1" fmla="*/ 1015701 h 1038646"/>
              <a:gd name="connsiteX2" fmla="*/ 2862165 w 2961114"/>
              <a:gd name="connsiteY2" fmla="*/ 1038646 h 1038646"/>
              <a:gd name="connsiteX3" fmla="*/ 2833703 w 2961114"/>
              <a:gd name="connsiteY3" fmla="*/ 1038646 h 1038646"/>
              <a:gd name="connsiteX4" fmla="*/ 2824830 w 2961114"/>
              <a:gd name="connsiteY4" fmla="*/ 1031404 h 1038646"/>
              <a:gd name="connsiteX5" fmla="*/ 2773597 w 2961114"/>
              <a:gd name="connsiteY5" fmla="*/ 1018681 h 1038646"/>
              <a:gd name="connsiteX6" fmla="*/ 2722516 w 2961114"/>
              <a:gd name="connsiteY6" fmla="*/ 1031404 h 1038646"/>
              <a:gd name="connsiteX7" fmla="*/ 2713579 w 2961114"/>
              <a:gd name="connsiteY7" fmla="*/ 1038646 h 1038646"/>
              <a:gd name="connsiteX8" fmla="*/ 2685056 w 2961114"/>
              <a:gd name="connsiteY8" fmla="*/ 1038646 h 1038646"/>
              <a:gd name="connsiteX9" fmla="*/ 2713579 w 2961114"/>
              <a:gd name="connsiteY9" fmla="*/ 1015919 h 1038646"/>
              <a:gd name="connsiteX10" fmla="*/ 2773597 w 2961114"/>
              <a:gd name="connsiteY10" fmla="*/ 1000651 h 1038646"/>
              <a:gd name="connsiteX11" fmla="*/ 2398323 w 2961114"/>
              <a:gd name="connsiteY11" fmla="*/ 1000651 h 1038646"/>
              <a:gd name="connsiteX12" fmla="*/ 2458482 w 2961114"/>
              <a:gd name="connsiteY12" fmla="*/ 1015701 h 1038646"/>
              <a:gd name="connsiteX13" fmla="*/ 2486891 w 2961114"/>
              <a:gd name="connsiteY13" fmla="*/ 1038646 h 1038646"/>
              <a:gd name="connsiteX14" fmla="*/ 2458428 w 2961114"/>
              <a:gd name="connsiteY14" fmla="*/ 1038646 h 1038646"/>
              <a:gd name="connsiteX15" fmla="*/ 2449556 w 2961114"/>
              <a:gd name="connsiteY15" fmla="*/ 1031404 h 1038646"/>
              <a:gd name="connsiteX16" fmla="*/ 2398323 w 2961114"/>
              <a:gd name="connsiteY16" fmla="*/ 1018681 h 1038646"/>
              <a:gd name="connsiteX17" fmla="*/ 2347307 w 2961114"/>
              <a:gd name="connsiteY17" fmla="*/ 1031404 h 1038646"/>
              <a:gd name="connsiteX18" fmla="*/ 2338382 w 2961114"/>
              <a:gd name="connsiteY18" fmla="*/ 1038646 h 1038646"/>
              <a:gd name="connsiteX19" fmla="*/ 2309895 w 2961114"/>
              <a:gd name="connsiteY19" fmla="*/ 1038646 h 1038646"/>
              <a:gd name="connsiteX20" fmla="*/ 2338382 w 2961114"/>
              <a:gd name="connsiteY20" fmla="*/ 1015919 h 1038646"/>
              <a:gd name="connsiteX21" fmla="*/ 2398323 w 2961114"/>
              <a:gd name="connsiteY21" fmla="*/ 1000651 h 1038646"/>
              <a:gd name="connsiteX22" fmla="*/ 2023289 w 2961114"/>
              <a:gd name="connsiteY22" fmla="*/ 1000651 h 1038646"/>
              <a:gd name="connsiteX23" fmla="*/ 2083521 w 2961114"/>
              <a:gd name="connsiteY23" fmla="*/ 1015701 h 1038646"/>
              <a:gd name="connsiteX24" fmla="*/ 2112293 w 2961114"/>
              <a:gd name="connsiteY24" fmla="*/ 1038646 h 1038646"/>
              <a:gd name="connsiteX25" fmla="*/ 2083395 w 2961114"/>
              <a:gd name="connsiteY25" fmla="*/ 1038646 h 1038646"/>
              <a:gd name="connsiteX26" fmla="*/ 2074523 w 2961114"/>
              <a:gd name="connsiteY26" fmla="*/ 1031404 h 1038646"/>
              <a:gd name="connsiteX27" fmla="*/ 2023289 w 2961114"/>
              <a:gd name="connsiteY27" fmla="*/ 1018681 h 1038646"/>
              <a:gd name="connsiteX28" fmla="*/ 1972281 w 2961114"/>
              <a:gd name="connsiteY28" fmla="*/ 1031404 h 1038646"/>
              <a:gd name="connsiteX29" fmla="*/ 1963468 w 2961114"/>
              <a:gd name="connsiteY29" fmla="*/ 1038646 h 1038646"/>
              <a:gd name="connsiteX30" fmla="*/ 1934748 w 2961114"/>
              <a:gd name="connsiteY30" fmla="*/ 1038646 h 1038646"/>
              <a:gd name="connsiteX31" fmla="*/ 1963271 w 2961114"/>
              <a:gd name="connsiteY31" fmla="*/ 1015919 h 1038646"/>
              <a:gd name="connsiteX32" fmla="*/ 2023289 w 2961114"/>
              <a:gd name="connsiteY32" fmla="*/ 1000651 h 1038646"/>
              <a:gd name="connsiteX33" fmla="*/ 1648015 w 2961114"/>
              <a:gd name="connsiteY33" fmla="*/ 1000651 h 1038646"/>
              <a:gd name="connsiteX34" fmla="*/ 1708247 w 2961114"/>
              <a:gd name="connsiteY34" fmla="*/ 1015701 h 1038646"/>
              <a:gd name="connsiteX35" fmla="*/ 1737018 w 2961114"/>
              <a:gd name="connsiteY35" fmla="*/ 1038646 h 1038646"/>
              <a:gd name="connsiteX36" fmla="*/ 1708120 w 2961114"/>
              <a:gd name="connsiteY36" fmla="*/ 1038646 h 1038646"/>
              <a:gd name="connsiteX37" fmla="*/ 1699248 w 2961114"/>
              <a:gd name="connsiteY37" fmla="*/ 1031404 h 1038646"/>
              <a:gd name="connsiteX38" fmla="*/ 1648015 w 2961114"/>
              <a:gd name="connsiteY38" fmla="*/ 1018681 h 1038646"/>
              <a:gd name="connsiteX39" fmla="*/ 1597073 w 2961114"/>
              <a:gd name="connsiteY39" fmla="*/ 1031404 h 1038646"/>
              <a:gd name="connsiteX40" fmla="*/ 1588271 w 2961114"/>
              <a:gd name="connsiteY40" fmla="*/ 1038646 h 1038646"/>
              <a:gd name="connsiteX41" fmla="*/ 1559588 w 2961114"/>
              <a:gd name="connsiteY41" fmla="*/ 1038646 h 1038646"/>
              <a:gd name="connsiteX42" fmla="*/ 1588074 w 2961114"/>
              <a:gd name="connsiteY42" fmla="*/ 1015919 h 1038646"/>
              <a:gd name="connsiteX43" fmla="*/ 1648015 w 2961114"/>
              <a:gd name="connsiteY43" fmla="*/ 1000651 h 1038646"/>
              <a:gd name="connsiteX44" fmla="*/ 1272981 w 2961114"/>
              <a:gd name="connsiteY44" fmla="*/ 1000651 h 1038646"/>
              <a:gd name="connsiteX45" fmla="*/ 1333431 w 2961114"/>
              <a:gd name="connsiteY45" fmla="*/ 1015701 h 1038646"/>
              <a:gd name="connsiteX46" fmla="*/ 1362047 w 2961114"/>
              <a:gd name="connsiteY46" fmla="*/ 1038646 h 1038646"/>
              <a:gd name="connsiteX47" fmla="*/ 1333252 w 2961114"/>
              <a:gd name="connsiteY47" fmla="*/ 1038646 h 1038646"/>
              <a:gd name="connsiteX48" fmla="*/ 1324432 w 2961114"/>
              <a:gd name="connsiteY48" fmla="*/ 1031404 h 1038646"/>
              <a:gd name="connsiteX49" fmla="*/ 1272981 w 2961114"/>
              <a:gd name="connsiteY49" fmla="*/ 1018681 h 1038646"/>
              <a:gd name="connsiteX50" fmla="*/ 1221973 w 2961114"/>
              <a:gd name="connsiteY50" fmla="*/ 1031404 h 1038646"/>
              <a:gd name="connsiteX51" fmla="*/ 1213161 w 2961114"/>
              <a:gd name="connsiteY51" fmla="*/ 1038646 h 1038646"/>
              <a:gd name="connsiteX52" fmla="*/ 1184441 w 2961114"/>
              <a:gd name="connsiteY52" fmla="*/ 1038646 h 1038646"/>
              <a:gd name="connsiteX53" fmla="*/ 1212963 w 2961114"/>
              <a:gd name="connsiteY53" fmla="*/ 1015919 h 1038646"/>
              <a:gd name="connsiteX54" fmla="*/ 1272981 w 2961114"/>
              <a:gd name="connsiteY54" fmla="*/ 1000651 h 1038646"/>
              <a:gd name="connsiteX55" fmla="*/ 897707 w 2961114"/>
              <a:gd name="connsiteY55" fmla="*/ 1000651 h 1038646"/>
              <a:gd name="connsiteX56" fmla="*/ 958156 w 2961114"/>
              <a:gd name="connsiteY56" fmla="*/ 1015701 h 1038646"/>
              <a:gd name="connsiteX57" fmla="*/ 986772 w 2961114"/>
              <a:gd name="connsiteY57" fmla="*/ 1038646 h 1038646"/>
              <a:gd name="connsiteX58" fmla="*/ 957977 w 2961114"/>
              <a:gd name="connsiteY58" fmla="*/ 1038646 h 1038646"/>
              <a:gd name="connsiteX59" fmla="*/ 949158 w 2961114"/>
              <a:gd name="connsiteY59" fmla="*/ 1031404 h 1038646"/>
              <a:gd name="connsiteX60" fmla="*/ 897707 w 2961114"/>
              <a:gd name="connsiteY60" fmla="*/ 1018681 h 1038646"/>
              <a:gd name="connsiteX61" fmla="*/ 846765 w 2961114"/>
              <a:gd name="connsiteY61" fmla="*/ 1031404 h 1038646"/>
              <a:gd name="connsiteX62" fmla="*/ 837964 w 2961114"/>
              <a:gd name="connsiteY62" fmla="*/ 1038646 h 1038646"/>
              <a:gd name="connsiteX63" fmla="*/ 809280 w 2961114"/>
              <a:gd name="connsiteY63" fmla="*/ 1038646 h 1038646"/>
              <a:gd name="connsiteX64" fmla="*/ 837766 w 2961114"/>
              <a:gd name="connsiteY64" fmla="*/ 1015919 h 1038646"/>
              <a:gd name="connsiteX65" fmla="*/ 897707 w 2961114"/>
              <a:gd name="connsiteY65" fmla="*/ 1000651 h 1038646"/>
              <a:gd name="connsiteX66" fmla="*/ 522674 w 2961114"/>
              <a:gd name="connsiteY66" fmla="*/ 1000651 h 1038646"/>
              <a:gd name="connsiteX67" fmla="*/ 583124 w 2961114"/>
              <a:gd name="connsiteY67" fmla="*/ 1015701 h 1038646"/>
              <a:gd name="connsiteX68" fmla="*/ 611740 w 2961114"/>
              <a:gd name="connsiteY68" fmla="*/ 1038646 h 1038646"/>
              <a:gd name="connsiteX69" fmla="*/ 582944 w 2961114"/>
              <a:gd name="connsiteY69" fmla="*/ 1038646 h 1038646"/>
              <a:gd name="connsiteX70" fmla="*/ 574125 w 2961114"/>
              <a:gd name="connsiteY70" fmla="*/ 1031404 h 1038646"/>
              <a:gd name="connsiteX71" fmla="*/ 522674 w 2961114"/>
              <a:gd name="connsiteY71" fmla="*/ 1018681 h 1038646"/>
              <a:gd name="connsiteX72" fmla="*/ 471666 w 2961114"/>
              <a:gd name="connsiteY72" fmla="*/ 1031404 h 1038646"/>
              <a:gd name="connsiteX73" fmla="*/ 462853 w 2961114"/>
              <a:gd name="connsiteY73" fmla="*/ 1038646 h 1038646"/>
              <a:gd name="connsiteX74" fmla="*/ 434133 w 2961114"/>
              <a:gd name="connsiteY74" fmla="*/ 1038646 h 1038646"/>
              <a:gd name="connsiteX75" fmla="*/ 462656 w 2961114"/>
              <a:gd name="connsiteY75" fmla="*/ 1015919 h 1038646"/>
              <a:gd name="connsiteX76" fmla="*/ 522674 w 2961114"/>
              <a:gd name="connsiteY76" fmla="*/ 1000651 h 1038646"/>
              <a:gd name="connsiteX77" fmla="*/ 147400 w 2961114"/>
              <a:gd name="connsiteY77" fmla="*/ 1000651 h 1038646"/>
              <a:gd name="connsiteX78" fmla="*/ 207849 w 2961114"/>
              <a:gd name="connsiteY78" fmla="*/ 1015701 h 1038646"/>
              <a:gd name="connsiteX79" fmla="*/ 236465 w 2961114"/>
              <a:gd name="connsiteY79" fmla="*/ 1038646 h 1038646"/>
              <a:gd name="connsiteX80" fmla="*/ 207670 w 2961114"/>
              <a:gd name="connsiteY80" fmla="*/ 1038646 h 1038646"/>
              <a:gd name="connsiteX81" fmla="*/ 198851 w 2961114"/>
              <a:gd name="connsiteY81" fmla="*/ 1031404 h 1038646"/>
              <a:gd name="connsiteX82" fmla="*/ 147400 w 2961114"/>
              <a:gd name="connsiteY82" fmla="*/ 1018681 h 1038646"/>
              <a:gd name="connsiteX83" fmla="*/ 96457 w 2961114"/>
              <a:gd name="connsiteY83" fmla="*/ 1031404 h 1038646"/>
              <a:gd name="connsiteX84" fmla="*/ 87656 w 2961114"/>
              <a:gd name="connsiteY84" fmla="*/ 1038646 h 1038646"/>
              <a:gd name="connsiteX85" fmla="*/ 58972 w 2961114"/>
              <a:gd name="connsiteY85" fmla="*/ 1038646 h 1038646"/>
              <a:gd name="connsiteX86" fmla="*/ 87458 w 2961114"/>
              <a:gd name="connsiteY86" fmla="*/ 1015919 h 1038646"/>
              <a:gd name="connsiteX87" fmla="*/ 147400 w 2961114"/>
              <a:gd name="connsiteY87" fmla="*/ 1000651 h 1038646"/>
              <a:gd name="connsiteX88" fmla="*/ 147400 w 2961114"/>
              <a:gd name="connsiteY88" fmla="*/ 900273 h 1038646"/>
              <a:gd name="connsiteX89" fmla="*/ 247834 w 2961114"/>
              <a:gd name="connsiteY89" fmla="*/ 947279 h 1038646"/>
              <a:gd name="connsiteX90" fmla="*/ 334917 w 2961114"/>
              <a:gd name="connsiteY90" fmla="*/ 989642 h 1038646"/>
              <a:gd name="connsiteX91" fmla="*/ 422692 w 2961114"/>
              <a:gd name="connsiteY91" fmla="*/ 947279 h 1038646"/>
              <a:gd name="connsiteX92" fmla="*/ 522674 w 2961114"/>
              <a:gd name="connsiteY92" fmla="*/ 900273 h 1038646"/>
              <a:gd name="connsiteX93" fmla="*/ 623109 w 2961114"/>
              <a:gd name="connsiteY93" fmla="*/ 947279 h 1038646"/>
              <a:gd name="connsiteX94" fmla="*/ 710190 w 2961114"/>
              <a:gd name="connsiteY94" fmla="*/ 989642 h 1038646"/>
              <a:gd name="connsiteX95" fmla="*/ 797854 w 2961114"/>
              <a:gd name="connsiteY95" fmla="*/ 947279 h 1038646"/>
              <a:gd name="connsiteX96" fmla="*/ 897707 w 2961114"/>
              <a:gd name="connsiteY96" fmla="*/ 900273 h 1038646"/>
              <a:gd name="connsiteX97" fmla="*/ 998141 w 2961114"/>
              <a:gd name="connsiteY97" fmla="*/ 947279 h 1038646"/>
              <a:gd name="connsiteX98" fmla="*/ 1085224 w 2961114"/>
              <a:gd name="connsiteY98" fmla="*/ 989642 h 1038646"/>
              <a:gd name="connsiteX99" fmla="*/ 1173000 w 2961114"/>
              <a:gd name="connsiteY99" fmla="*/ 947279 h 1038646"/>
              <a:gd name="connsiteX100" fmla="*/ 1272981 w 2961114"/>
              <a:gd name="connsiteY100" fmla="*/ 900273 h 1038646"/>
              <a:gd name="connsiteX101" fmla="*/ 1373416 w 2961114"/>
              <a:gd name="connsiteY101" fmla="*/ 947279 h 1038646"/>
              <a:gd name="connsiteX102" fmla="*/ 1460498 w 2961114"/>
              <a:gd name="connsiteY102" fmla="*/ 989642 h 1038646"/>
              <a:gd name="connsiteX103" fmla="*/ 1548162 w 2961114"/>
              <a:gd name="connsiteY103" fmla="*/ 947279 h 1038646"/>
              <a:gd name="connsiteX104" fmla="*/ 1648015 w 2961114"/>
              <a:gd name="connsiteY104" fmla="*/ 900273 h 1038646"/>
              <a:gd name="connsiteX105" fmla="*/ 1748449 w 2961114"/>
              <a:gd name="connsiteY105" fmla="*/ 947279 h 1038646"/>
              <a:gd name="connsiteX106" fmla="*/ 1835532 w 2961114"/>
              <a:gd name="connsiteY106" fmla="*/ 989642 h 1038646"/>
              <a:gd name="connsiteX107" fmla="*/ 1923307 w 2961114"/>
              <a:gd name="connsiteY107" fmla="*/ 947279 h 1038646"/>
              <a:gd name="connsiteX108" fmla="*/ 2023289 w 2961114"/>
              <a:gd name="connsiteY108" fmla="*/ 900273 h 1038646"/>
              <a:gd name="connsiteX109" fmla="*/ 2123724 w 2961114"/>
              <a:gd name="connsiteY109" fmla="*/ 947279 h 1038646"/>
              <a:gd name="connsiteX110" fmla="*/ 2210806 w 2961114"/>
              <a:gd name="connsiteY110" fmla="*/ 989642 h 1038646"/>
              <a:gd name="connsiteX111" fmla="*/ 2298469 w 2961114"/>
              <a:gd name="connsiteY111" fmla="*/ 947279 h 1038646"/>
              <a:gd name="connsiteX112" fmla="*/ 2398323 w 2961114"/>
              <a:gd name="connsiteY112" fmla="*/ 900273 h 1038646"/>
              <a:gd name="connsiteX113" fmla="*/ 2498177 w 2961114"/>
              <a:gd name="connsiteY113" fmla="*/ 947279 h 1038646"/>
              <a:gd name="connsiteX114" fmla="*/ 2585840 w 2961114"/>
              <a:gd name="connsiteY114" fmla="*/ 989642 h 1038646"/>
              <a:gd name="connsiteX115" fmla="*/ 2673615 w 2961114"/>
              <a:gd name="connsiteY115" fmla="*/ 947279 h 1038646"/>
              <a:gd name="connsiteX116" fmla="*/ 2773597 w 2961114"/>
              <a:gd name="connsiteY116" fmla="*/ 900273 h 1038646"/>
              <a:gd name="connsiteX117" fmla="*/ 2873451 w 2961114"/>
              <a:gd name="connsiteY117" fmla="*/ 947279 h 1038646"/>
              <a:gd name="connsiteX118" fmla="*/ 2961114 w 2961114"/>
              <a:gd name="connsiteY118" fmla="*/ 989642 h 1038646"/>
              <a:gd name="connsiteX119" fmla="*/ 2961114 w 2961114"/>
              <a:gd name="connsiteY119" fmla="*/ 1007632 h 1038646"/>
              <a:gd name="connsiteX120" fmla="*/ 2861260 w 2961114"/>
              <a:gd name="connsiteY120" fmla="*/ 960626 h 1038646"/>
              <a:gd name="connsiteX121" fmla="*/ 2773597 w 2961114"/>
              <a:gd name="connsiteY121" fmla="*/ 918263 h 1038646"/>
              <a:gd name="connsiteX122" fmla="*/ 2685822 w 2961114"/>
              <a:gd name="connsiteY122" fmla="*/ 960626 h 1038646"/>
              <a:gd name="connsiteX123" fmla="*/ 2585840 w 2961114"/>
              <a:gd name="connsiteY123" fmla="*/ 1007632 h 1038646"/>
              <a:gd name="connsiteX124" fmla="*/ 2485985 w 2961114"/>
              <a:gd name="connsiteY124" fmla="*/ 960626 h 1038646"/>
              <a:gd name="connsiteX125" fmla="*/ 2398323 w 2961114"/>
              <a:gd name="connsiteY125" fmla="*/ 918263 h 1038646"/>
              <a:gd name="connsiteX126" fmla="*/ 2310660 w 2961114"/>
              <a:gd name="connsiteY126" fmla="*/ 960626 h 1038646"/>
              <a:gd name="connsiteX127" fmla="*/ 2210806 w 2961114"/>
              <a:gd name="connsiteY127" fmla="*/ 1007632 h 1038646"/>
              <a:gd name="connsiteX128" fmla="*/ 2110953 w 2961114"/>
              <a:gd name="connsiteY128" fmla="*/ 960626 h 1038646"/>
              <a:gd name="connsiteX129" fmla="*/ 2023289 w 2961114"/>
              <a:gd name="connsiteY129" fmla="*/ 918263 h 1038646"/>
              <a:gd name="connsiteX130" fmla="*/ 1936095 w 2961114"/>
              <a:gd name="connsiteY130" fmla="*/ 960626 h 1038646"/>
              <a:gd name="connsiteX131" fmla="*/ 1835532 w 2961114"/>
              <a:gd name="connsiteY131" fmla="*/ 1007632 h 1038646"/>
              <a:gd name="connsiteX132" fmla="*/ 1735678 w 2961114"/>
              <a:gd name="connsiteY132" fmla="*/ 960626 h 1038646"/>
              <a:gd name="connsiteX133" fmla="*/ 1648015 w 2961114"/>
              <a:gd name="connsiteY133" fmla="*/ 918263 h 1038646"/>
              <a:gd name="connsiteX134" fmla="*/ 1560933 w 2961114"/>
              <a:gd name="connsiteY134" fmla="*/ 960626 h 1038646"/>
              <a:gd name="connsiteX135" fmla="*/ 1460498 w 2961114"/>
              <a:gd name="connsiteY135" fmla="*/ 1007632 h 1038646"/>
              <a:gd name="connsiteX136" fmla="*/ 1360645 w 2961114"/>
              <a:gd name="connsiteY136" fmla="*/ 960626 h 1038646"/>
              <a:gd name="connsiteX137" fmla="*/ 1272981 w 2961114"/>
              <a:gd name="connsiteY137" fmla="*/ 918263 h 1038646"/>
              <a:gd name="connsiteX138" fmla="*/ 1185788 w 2961114"/>
              <a:gd name="connsiteY138" fmla="*/ 960626 h 1038646"/>
              <a:gd name="connsiteX139" fmla="*/ 1085224 w 2961114"/>
              <a:gd name="connsiteY139" fmla="*/ 1007632 h 1038646"/>
              <a:gd name="connsiteX140" fmla="*/ 985370 w 2961114"/>
              <a:gd name="connsiteY140" fmla="*/ 960626 h 1038646"/>
              <a:gd name="connsiteX141" fmla="*/ 897707 w 2961114"/>
              <a:gd name="connsiteY141" fmla="*/ 918263 h 1038646"/>
              <a:gd name="connsiteX142" fmla="*/ 810626 w 2961114"/>
              <a:gd name="connsiteY142" fmla="*/ 960626 h 1038646"/>
              <a:gd name="connsiteX143" fmla="*/ 710190 w 2961114"/>
              <a:gd name="connsiteY143" fmla="*/ 1007632 h 1038646"/>
              <a:gd name="connsiteX144" fmla="*/ 610337 w 2961114"/>
              <a:gd name="connsiteY144" fmla="*/ 960626 h 1038646"/>
              <a:gd name="connsiteX145" fmla="*/ 522674 w 2961114"/>
              <a:gd name="connsiteY145" fmla="*/ 918263 h 1038646"/>
              <a:gd name="connsiteX146" fmla="*/ 435480 w 2961114"/>
              <a:gd name="connsiteY146" fmla="*/ 960626 h 1038646"/>
              <a:gd name="connsiteX147" fmla="*/ 334917 w 2961114"/>
              <a:gd name="connsiteY147" fmla="*/ 1007632 h 1038646"/>
              <a:gd name="connsiteX148" fmla="*/ 235062 w 2961114"/>
              <a:gd name="connsiteY148" fmla="*/ 960626 h 1038646"/>
              <a:gd name="connsiteX149" fmla="*/ 147400 w 2961114"/>
              <a:gd name="connsiteY149" fmla="*/ 918263 h 1038646"/>
              <a:gd name="connsiteX150" fmla="*/ 60318 w 2961114"/>
              <a:gd name="connsiteY150" fmla="*/ 960626 h 1038646"/>
              <a:gd name="connsiteX151" fmla="*/ 20333 w 2961114"/>
              <a:gd name="connsiteY151" fmla="*/ 992616 h 1038646"/>
              <a:gd name="connsiteX152" fmla="*/ 0 w 2961114"/>
              <a:gd name="connsiteY152" fmla="*/ 1000928 h 1038646"/>
              <a:gd name="connsiteX153" fmla="*/ 0 w 2961114"/>
              <a:gd name="connsiteY153" fmla="*/ 979744 h 1038646"/>
              <a:gd name="connsiteX154" fmla="*/ 11334 w 2961114"/>
              <a:gd name="connsiteY154" fmla="*/ 976948 h 1038646"/>
              <a:gd name="connsiteX155" fmla="*/ 47546 w 2961114"/>
              <a:gd name="connsiteY155" fmla="*/ 947279 h 1038646"/>
              <a:gd name="connsiteX156" fmla="*/ 147400 w 2961114"/>
              <a:gd name="connsiteY156" fmla="*/ 900273 h 1038646"/>
              <a:gd name="connsiteX157" fmla="*/ 147400 w 2961114"/>
              <a:gd name="connsiteY157" fmla="*/ 800136 h 1038646"/>
              <a:gd name="connsiteX158" fmla="*/ 247834 w 2961114"/>
              <a:gd name="connsiteY158" fmla="*/ 847784 h 1038646"/>
              <a:gd name="connsiteX159" fmla="*/ 334917 w 2961114"/>
              <a:gd name="connsiteY159" fmla="*/ 890203 h 1038646"/>
              <a:gd name="connsiteX160" fmla="*/ 422692 w 2961114"/>
              <a:gd name="connsiteY160" fmla="*/ 847784 h 1038646"/>
              <a:gd name="connsiteX161" fmla="*/ 522674 w 2961114"/>
              <a:gd name="connsiteY161" fmla="*/ 800136 h 1038646"/>
              <a:gd name="connsiteX162" fmla="*/ 623109 w 2961114"/>
              <a:gd name="connsiteY162" fmla="*/ 847784 h 1038646"/>
              <a:gd name="connsiteX163" fmla="*/ 710190 w 2961114"/>
              <a:gd name="connsiteY163" fmla="*/ 890203 h 1038646"/>
              <a:gd name="connsiteX164" fmla="*/ 797854 w 2961114"/>
              <a:gd name="connsiteY164" fmla="*/ 847784 h 1038646"/>
              <a:gd name="connsiteX165" fmla="*/ 897707 w 2961114"/>
              <a:gd name="connsiteY165" fmla="*/ 800136 h 1038646"/>
              <a:gd name="connsiteX166" fmla="*/ 998141 w 2961114"/>
              <a:gd name="connsiteY166" fmla="*/ 847784 h 1038646"/>
              <a:gd name="connsiteX167" fmla="*/ 1085224 w 2961114"/>
              <a:gd name="connsiteY167" fmla="*/ 890203 h 1038646"/>
              <a:gd name="connsiteX168" fmla="*/ 1173000 w 2961114"/>
              <a:gd name="connsiteY168" fmla="*/ 847784 h 1038646"/>
              <a:gd name="connsiteX169" fmla="*/ 1272981 w 2961114"/>
              <a:gd name="connsiteY169" fmla="*/ 800136 h 1038646"/>
              <a:gd name="connsiteX170" fmla="*/ 1373416 w 2961114"/>
              <a:gd name="connsiteY170" fmla="*/ 847784 h 1038646"/>
              <a:gd name="connsiteX171" fmla="*/ 1460498 w 2961114"/>
              <a:gd name="connsiteY171" fmla="*/ 890203 h 1038646"/>
              <a:gd name="connsiteX172" fmla="*/ 1548162 w 2961114"/>
              <a:gd name="connsiteY172" fmla="*/ 847784 h 1038646"/>
              <a:gd name="connsiteX173" fmla="*/ 1648015 w 2961114"/>
              <a:gd name="connsiteY173" fmla="*/ 800136 h 1038646"/>
              <a:gd name="connsiteX174" fmla="*/ 1748449 w 2961114"/>
              <a:gd name="connsiteY174" fmla="*/ 847784 h 1038646"/>
              <a:gd name="connsiteX175" fmla="*/ 1835532 w 2961114"/>
              <a:gd name="connsiteY175" fmla="*/ 890203 h 1038646"/>
              <a:gd name="connsiteX176" fmla="*/ 1923307 w 2961114"/>
              <a:gd name="connsiteY176" fmla="*/ 847784 h 1038646"/>
              <a:gd name="connsiteX177" fmla="*/ 2023289 w 2961114"/>
              <a:gd name="connsiteY177" fmla="*/ 800136 h 1038646"/>
              <a:gd name="connsiteX178" fmla="*/ 2123724 w 2961114"/>
              <a:gd name="connsiteY178" fmla="*/ 847784 h 1038646"/>
              <a:gd name="connsiteX179" fmla="*/ 2210806 w 2961114"/>
              <a:gd name="connsiteY179" fmla="*/ 890203 h 1038646"/>
              <a:gd name="connsiteX180" fmla="*/ 2298469 w 2961114"/>
              <a:gd name="connsiteY180" fmla="*/ 847784 h 1038646"/>
              <a:gd name="connsiteX181" fmla="*/ 2398323 w 2961114"/>
              <a:gd name="connsiteY181" fmla="*/ 800136 h 1038646"/>
              <a:gd name="connsiteX182" fmla="*/ 2498177 w 2961114"/>
              <a:gd name="connsiteY182" fmla="*/ 847784 h 1038646"/>
              <a:gd name="connsiteX183" fmla="*/ 2585840 w 2961114"/>
              <a:gd name="connsiteY183" fmla="*/ 890203 h 1038646"/>
              <a:gd name="connsiteX184" fmla="*/ 2673615 w 2961114"/>
              <a:gd name="connsiteY184" fmla="*/ 847784 h 1038646"/>
              <a:gd name="connsiteX185" fmla="*/ 2773597 w 2961114"/>
              <a:gd name="connsiteY185" fmla="*/ 800136 h 1038646"/>
              <a:gd name="connsiteX186" fmla="*/ 2873451 w 2961114"/>
              <a:gd name="connsiteY186" fmla="*/ 847784 h 1038646"/>
              <a:gd name="connsiteX187" fmla="*/ 2961114 w 2961114"/>
              <a:gd name="connsiteY187" fmla="*/ 890203 h 1038646"/>
              <a:gd name="connsiteX188" fmla="*/ 2961114 w 2961114"/>
              <a:gd name="connsiteY188" fmla="*/ 908217 h 1038646"/>
              <a:gd name="connsiteX189" fmla="*/ 2861260 w 2961114"/>
              <a:gd name="connsiteY189" fmla="*/ 860568 h 1038646"/>
              <a:gd name="connsiteX190" fmla="*/ 2773597 w 2961114"/>
              <a:gd name="connsiteY190" fmla="*/ 818149 h 1038646"/>
              <a:gd name="connsiteX191" fmla="*/ 2685822 w 2961114"/>
              <a:gd name="connsiteY191" fmla="*/ 860568 h 1038646"/>
              <a:gd name="connsiteX192" fmla="*/ 2585840 w 2961114"/>
              <a:gd name="connsiteY192" fmla="*/ 908217 h 1038646"/>
              <a:gd name="connsiteX193" fmla="*/ 2485985 w 2961114"/>
              <a:gd name="connsiteY193" fmla="*/ 860568 h 1038646"/>
              <a:gd name="connsiteX194" fmla="*/ 2398323 w 2961114"/>
              <a:gd name="connsiteY194" fmla="*/ 818149 h 1038646"/>
              <a:gd name="connsiteX195" fmla="*/ 2310660 w 2961114"/>
              <a:gd name="connsiteY195" fmla="*/ 860568 h 1038646"/>
              <a:gd name="connsiteX196" fmla="*/ 2210806 w 2961114"/>
              <a:gd name="connsiteY196" fmla="*/ 908217 h 1038646"/>
              <a:gd name="connsiteX197" fmla="*/ 2110953 w 2961114"/>
              <a:gd name="connsiteY197" fmla="*/ 860568 h 1038646"/>
              <a:gd name="connsiteX198" fmla="*/ 2023289 w 2961114"/>
              <a:gd name="connsiteY198" fmla="*/ 818149 h 1038646"/>
              <a:gd name="connsiteX199" fmla="*/ 1936095 w 2961114"/>
              <a:gd name="connsiteY199" fmla="*/ 860568 h 1038646"/>
              <a:gd name="connsiteX200" fmla="*/ 1835532 w 2961114"/>
              <a:gd name="connsiteY200" fmla="*/ 908217 h 1038646"/>
              <a:gd name="connsiteX201" fmla="*/ 1735678 w 2961114"/>
              <a:gd name="connsiteY201" fmla="*/ 860568 h 1038646"/>
              <a:gd name="connsiteX202" fmla="*/ 1648015 w 2961114"/>
              <a:gd name="connsiteY202" fmla="*/ 818149 h 1038646"/>
              <a:gd name="connsiteX203" fmla="*/ 1560933 w 2961114"/>
              <a:gd name="connsiteY203" fmla="*/ 860568 h 1038646"/>
              <a:gd name="connsiteX204" fmla="*/ 1460498 w 2961114"/>
              <a:gd name="connsiteY204" fmla="*/ 908217 h 1038646"/>
              <a:gd name="connsiteX205" fmla="*/ 1360645 w 2961114"/>
              <a:gd name="connsiteY205" fmla="*/ 860568 h 1038646"/>
              <a:gd name="connsiteX206" fmla="*/ 1272981 w 2961114"/>
              <a:gd name="connsiteY206" fmla="*/ 818149 h 1038646"/>
              <a:gd name="connsiteX207" fmla="*/ 1185788 w 2961114"/>
              <a:gd name="connsiteY207" fmla="*/ 860568 h 1038646"/>
              <a:gd name="connsiteX208" fmla="*/ 1085224 w 2961114"/>
              <a:gd name="connsiteY208" fmla="*/ 908217 h 1038646"/>
              <a:gd name="connsiteX209" fmla="*/ 985370 w 2961114"/>
              <a:gd name="connsiteY209" fmla="*/ 860568 h 1038646"/>
              <a:gd name="connsiteX210" fmla="*/ 897707 w 2961114"/>
              <a:gd name="connsiteY210" fmla="*/ 818149 h 1038646"/>
              <a:gd name="connsiteX211" fmla="*/ 810626 w 2961114"/>
              <a:gd name="connsiteY211" fmla="*/ 860568 h 1038646"/>
              <a:gd name="connsiteX212" fmla="*/ 710190 w 2961114"/>
              <a:gd name="connsiteY212" fmla="*/ 908217 h 1038646"/>
              <a:gd name="connsiteX213" fmla="*/ 610337 w 2961114"/>
              <a:gd name="connsiteY213" fmla="*/ 860568 h 1038646"/>
              <a:gd name="connsiteX214" fmla="*/ 522674 w 2961114"/>
              <a:gd name="connsiteY214" fmla="*/ 818149 h 1038646"/>
              <a:gd name="connsiteX215" fmla="*/ 435480 w 2961114"/>
              <a:gd name="connsiteY215" fmla="*/ 860568 h 1038646"/>
              <a:gd name="connsiteX216" fmla="*/ 334917 w 2961114"/>
              <a:gd name="connsiteY216" fmla="*/ 908217 h 1038646"/>
              <a:gd name="connsiteX217" fmla="*/ 235062 w 2961114"/>
              <a:gd name="connsiteY217" fmla="*/ 860568 h 1038646"/>
              <a:gd name="connsiteX218" fmla="*/ 147400 w 2961114"/>
              <a:gd name="connsiteY218" fmla="*/ 818149 h 1038646"/>
              <a:gd name="connsiteX219" fmla="*/ 60318 w 2961114"/>
              <a:gd name="connsiteY219" fmla="*/ 860568 h 1038646"/>
              <a:gd name="connsiteX220" fmla="*/ 20333 w 2961114"/>
              <a:gd name="connsiteY220" fmla="*/ 892891 h 1038646"/>
              <a:gd name="connsiteX221" fmla="*/ 0 w 2961114"/>
              <a:gd name="connsiteY221" fmla="*/ 901366 h 1038646"/>
              <a:gd name="connsiteX222" fmla="*/ 0 w 2961114"/>
              <a:gd name="connsiteY222" fmla="*/ 881981 h 1038646"/>
              <a:gd name="connsiteX223" fmla="*/ 11334 w 2961114"/>
              <a:gd name="connsiteY223" fmla="*/ 877274 h 1038646"/>
              <a:gd name="connsiteX224" fmla="*/ 47546 w 2961114"/>
              <a:gd name="connsiteY224" fmla="*/ 847784 h 1038646"/>
              <a:gd name="connsiteX225" fmla="*/ 147400 w 2961114"/>
              <a:gd name="connsiteY225" fmla="*/ 800136 h 1038646"/>
              <a:gd name="connsiteX226" fmla="*/ 147400 w 2961114"/>
              <a:gd name="connsiteY226" fmla="*/ 700961 h 1038646"/>
              <a:gd name="connsiteX227" fmla="*/ 247834 w 2961114"/>
              <a:gd name="connsiteY227" fmla="*/ 747967 h 1038646"/>
              <a:gd name="connsiteX228" fmla="*/ 334917 w 2961114"/>
              <a:gd name="connsiteY228" fmla="*/ 790330 h 1038646"/>
              <a:gd name="connsiteX229" fmla="*/ 422692 w 2961114"/>
              <a:gd name="connsiteY229" fmla="*/ 747967 h 1038646"/>
              <a:gd name="connsiteX230" fmla="*/ 522674 w 2961114"/>
              <a:gd name="connsiteY230" fmla="*/ 700961 h 1038646"/>
              <a:gd name="connsiteX231" fmla="*/ 623109 w 2961114"/>
              <a:gd name="connsiteY231" fmla="*/ 747967 h 1038646"/>
              <a:gd name="connsiteX232" fmla="*/ 710190 w 2961114"/>
              <a:gd name="connsiteY232" fmla="*/ 790330 h 1038646"/>
              <a:gd name="connsiteX233" fmla="*/ 797854 w 2961114"/>
              <a:gd name="connsiteY233" fmla="*/ 747967 h 1038646"/>
              <a:gd name="connsiteX234" fmla="*/ 897707 w 2961114"/>
              <a:gd name="connsiteY234" fmla="*/ 700961 h 1038646"/>
              <a:gd name="connsiteX235" fmla="*/ 998141 w 2961114"/>
              <a:gd name="connsiteY235" fmla="*/ 747967 h 1038646"/>
              <a:gd name="connsiteX236" fmla="*/ 1085224 w 2961114"/>
              <a:gd name="connsiteY236" fmla="*/ 790330 h 1038646"/>
              <a:gd name="connsiteX237" fmla="*/ 1173000 w 2961114"/>
              <a:gd name="connsiteY237" fmla="*/ 747967 h 1038646"/>
              <a:gd name="connsiteX238" fmla="*/ 1272981 w 2961114"/>
              <a:gd name="connsiteY238" fmla="*/ 700961 h 1038646"/>
              <a:gd name="connsiteX239" fmla="*/ 1373416 w 2961114"/>
              <a:gd name="connsiteY239" fmla="*/ 747967 h 1038646"/>
              <a:gd name="connsiteX240" fmla="*/ 1460498 w 2961114"/>
              <a:gd name="connsiteY240" fmla="*/ 790330 h 1038646"/>
              <a:gd name="connsiteX241" fmla="*/ 1548162 w 2961114"/>
              <a:gd name="connsiteY241" fmla="*/ 747967 h 1038646"/>
              <a:gd name="connsiteX242" fmla="*/ 1648015 w 2961114"/>
              <a:gd name="connsiteY242" fmla="*/ 700961 h 1038646"/>
              <a:gd name="connsiteX243" fmla="*/ 1748449 w 2961114"/>
              <a:gd name="connsiteY243" fmla="*/ 747967 h 1038646"/>
              <a:gd name="connsiteX244" fmla="*/ 1835532 w 2961114"/>
              <a:gd name="connsiteY244" fmla="*/ 790330 h 1038646"/>
              <a:gd name="connsiteX245" fmla="*/ 1923307 w 2961114"/>
              <a:gd name="connsiteY245" fmla="*/ 747967 h 1038646"/>
              <a:gd name="connsiteX246" fmla="*/ 2023289 w 2961114"/>
              <a:gd name="connsiteY246" fmla="*/ 700961 h 1038646"/>
              <a:gd name="connsiteX247" fmla="*/ 2123724 w 2961114"/>
              <a:gd name="connsiteY247" fmla="*/ 747967 h 1038646"/>
              <a:gd name="connsiteX248" fmla="*/ 2210806 w 2961114"/>
              <a:gd name="connsiteY248" fmla="*/ 790330 h 1038646"/>
              <a:gd name="connsiteX249" fmla="*/ 2298469 w 2961114"/>
              <a:gd name="connsiteY249" fmla="*/ 747967 h 1038646"/>
              <a:gd name="connsiteX250" fmla="*/ 2398323 w 2961114"/>
              <a:gd name="connsiteY250" fmla="*/ 700961 h 1038646"/>
              <a:gd name="connsiteX251" fmla="*/ 2498177 w 2961114"/>
              <a:gd name="connsiteY251" fmla="*/ 747967 h 1038646"/>
              <a:gd name="connsiteX252" fmla="*/ 2585840 w 2961114"/>
              <a:gd name="connsiteY252" fmla="*/ 790330 h 1038646"/>
              <a:gd name="connsiteX253" fmla="*/ 2673615 w 2961114"/>
              <a:gd name="connsiteY253" fmla="*/ 747967 h 1038646"/>
              <a:gd name="connsiteX254" fmla="*/ 2773597 w 2961114"/>
              <a:gd name="connsiteY254" fmla="*/ 700961 h 1038646"/>
              <a:gd name="connsiteX255" fmla="*/ 2873451 w 2961114"/>
              <a:gd name="connsiteY255" fmla="*/ 747967 h 1038646"/>
              <a:gd name="connsiteX256" fmla="*/ 2961114 w 2961114"/>
              <a:gd name="connsiteY256" fmla="*/ 790330 h 1038646"/>
              <a:gd name="connsiteX257" fmla="*/ 2961114 w 2961114"/>
              <a:gd name="connsiteY257" fmla="*/ 808320 h 1038646"/>
              <a:gd name="connsiteX258" fmla="*/ 2861260 w 2961114"/>
              <a:gd name="connsiteY258" fmla="*/ 761314 h 1038646"/>
              <a:gd name="connsiteX259" fmla="*/ 2773597 w 2961114"/>
              <a:gd name="connsiteY259" fmla="*/ 718951 h 1038646"/>
              <a:gd name="connsiteX260" fmla="*/ 2685822 w 2961114"/>
              <a:gd name="connsiteY260" fmla="*/ 761314 h 1038646"/>
              <a:gd name="connsiteX261" fmla="*/ 2585840 w 2961114"/>
              <a:gd name="connsiteY261" fmla="*/ 808320 h 1038646"/>
              <a:gd name="connsiteX262" fmla="*/ 2485985 w 2961114"/>
              <a:gd name="connsiteY262" fmla="*/ 761314 h 1038646"/>
              <a:gd name="connsiteX263" fmla="*/ 2398323 w 2961114"/>
              <a:gd name="connsiteY263" fmla="*/ 718951 h 1038646"/>
              <a:gd name="connsiteX264" fmla="*/ 2310660 w 2961114"/>
              <a:gd name="connsiteY264" fmla="*/ 761314 h 1038646"/>
              <a:gd name="connsiteX265" fmla="*/ 2210806 w 2961114"/>
              <a:gd name="connsiteY265" fmla="*/ 808320 h 1038646"/>
              <a:gd name="connsiteX266" fmla="*/ 2110953 w 2961114"/>
              <a:gd name="connsiteY266" fmla="*/ 761314 h 1038646"/>
              <a:gd name="connsiteX267" fmla="*/ 2023289 w 2961114"/>
              <a:gd name="connsiteY267" fmla="*/ 718951 h 1038646"/>
              <a:gd name="connsiteX268" fmla="*/ 1936095 w 2961114"/>
              <a:gd name="connsiteY268" fmla="*/ 761314 h 1038646"/>
              <a:gd name="connsiteX269" fmla="*/ 1835532 w 2961114"/>
              <a:gd name="connsiteY269" fmla="*/ 808320 h 1038646"/>
              <a:gd name="connsiteX270" fmla="*/ 1735678 w 2961114"/>
              <a:gd name="connsiteY270" fmla="*/ 761314 h 1038646"/>
              <a:gd name="connsiteX271" fmla="*/ 1648015 w 2961114"/>
              <a:gd name="connsiteY271" fmla="*/ 718951 h 1038646"/>
              <a:gd name="connsiteX272" fmla="*/ 1560933 w 2961114"/>
              <a:gd name="connsiteY272" fmla="*/ 761314 h 1038646"/>
              <a:gd name="connsiteX273" fmla="*/ 1460498 w 2961114"/>
              <a:gd name="connsiteY273" fmla="*/ 808320 h 1038646"/>
              <a:gd name="connsiteX274" fmla="*/ 1360645 w 2961114"/>
              <a:gd name="connsiteY274" fmla="*/ 761314 h 1038646"/>
              <a:gd name="connsiteX275" fmla="*/ 1272981 w 2961114"/>
              <a:gd name="connsiteY275" fmla="*/ 718951 h 1038646"/>
              <a:gd name="connsiteX276" fmla="*/ 1185788 w 2961114"/>
              <a:gd name="connsiteY276" fmla="*/ 761314 h 1038646"/>
              <a:gd name="connsiteX277" fmla="*/ 1085224 w 2961114"/>
              <a:gd name="connsiteY277" fmla="*/ 808320 h 1038646"/>
              <a:gd name="connsiteX278" fmla="*/ 985370 w 2961114"/>
              <a:gd name="connsiteY278" fmla="*/ 761314 h 1038646"/>
              <a:gd name="connsiteX279" fmla="*/ 897707 w 2961114"/>
              <a:gd name="connsiteY279" fmla="*/ 718951 h 1038646"/>
              <a:gd name="connsiteX280" fmla="*/ 810626 w 2961114"/>
              <a:gd name="connsiteY280" fmla="*/ 761314 h 1038646"/>
              <a:gd name="connsiteX281" fmla="*/ 710190 w 2961114"/>
              <a:gd name="connsiteY281" fmla="*/ 808320 h 1038646"/>
              <a:gd name="connsiteX282" fmla="*/ 610337 w 2961114"/>
              <a:gd name="connsiteY282" fmla="*/ 761314 h 1038646"/>
              <a:gd name="connsiteX283" fmla="*/ 522674 w 2961114"/>
              <a:gd name="connsiteY283" fmla="*/ 718951 h 1038646"/>
              <a:gd name="connsiteX284" fmla="*/ 435480 w 2961114"/>
              <a:gd name="connsiteY284" fmla="*/ 761314 h 1038646"/>
              <a:gd name="connsiteX285" fmla="*/ 334917 w 2961114"/>
              <a:gd name="connsiteY285" fmla="*/ 808320 h 1038646"/>
              <a:gd name="connsiteX286" fmla="*/ 235062 w 2961114"/>
              <a:gd name="connsiteY286" fmla="*/ 761314 h 1038646"/>
              <a:gd name="connsiteX287" fmla="*/ 147400 w 2961114"/>
              <a:gd name="connsiteY287" fmla="*/ 718951 h 1038646"/>
              <a:gd name="connsiteX288" fmla="*/ 60318 w 2961114"/>
              <a:gd name="connsiteY288" fmla="*/ 761314 h 1038646"/>
              <a:gd name="connsiteX289" fmla="*/ 20333 w 2961114"/>
              <a:gd name="connsiteY289" fmla="*/ 793087 h 1038646"/>
              <a:gd name="connsiteX290" fmla="*/ 0 w 2961114"/>
              <a:gd name="connsiteY290" fmla="*/ 801503 h 1038646"/>
              <a:gd name="connsiteX291" fmla="*/ 0 w 2961114"/>
              <a:gd name="connsiteY291" fmla="*/ 780432 h 1038646"/>
              <a:gd name="connsiteX292" fmla="*/ 11334 w 2961114"/>
              <a:gd name="connsiteY292" fmla="*/ 777636 h 1038646"/>
              <a:gd name="connsiteX293" fmla="*/ 47546 w 2961114"/>
              <a:gd name="connsiteY293" fmla="*/ 747967 h 1038646"/>
              <a:gd name="connsiteX294" fmla="*/ 147400 w 2961114"/>
              <a:gd name="connsiteY294" fmla="*/ 700961 h 1038646"/>
              <a:gd name="connsiteX295" fmla="*/ 147400 w 2961114"/>
              <a:gd name="connsiteY295" fmla="*/ 600343 h 1038646"/>
              <a:gd name="connsiteX296" fmla="*/ 247834 w 2961114"/>
              <a:gd name="connsiteY296" fmla="*/ 647348 h 1038646"/>
              <a:gd name="connsiteX297" fmla="*/ 334917 w 2961114"/>
              <a:gd name="connsiteY297" fmla="*/ 689712 h 1038646"/>
              <a:gd name="connsiteX298" fmla="*/ 422692 w 2961114"/>
              <a:gd name="connsiteY298" fmla="*/ 647348 h 1038646"/>
              <a:gd name="connsiteX299" fmla="*/ 522674 w 2961114"/>
              <a:gd name="connsiteY299" fmla="*/ 600343 h 1038646"/>
              <a:gd name="connsiteX300" fmla="*/ 623109 w 2961114"/>
              <a:gd name="connsiteY300" fmla="*/ 647348 h 1038646"/>
              <a:gd name="connsiteX301" fmla="*/ 710190 w 2961114"/>
              <a:gd name="connsiteY301" fmla="*/ 689712 h 1038646"/>
              <a:gd name="connsiteX302" fmla="*/ 797854 w 2961114"/>
              <a:gd name="connsiteY302" fmla="*/ 647348 h 1038646"/>
              <a:gd name="connsiteX303" fmla="*/ 897707 w 2961114"/>
              <a:gd name="connsiteY303" fmla="*/ 600343 h 1038646"/>
              <a:gd name="connsiteX304" fmla="*/ 998141 w 2961114"/>
              <a:gd name="connsiteY304" fmla="*/ 647348 h 1038646"/>
              <a:gd name="connsiteX305" fmla="*/ 1085224 w 2961114"/>
              <a:gd name="connsiteY305" fmla="*/ 689712 h 1038646"/>
              <a:gd name="connsiteX306" fmla="*/ 1173000 w 2961114"/>
              <a:gd name="connsiteY306" fmla="*/ 647348 h 1038646"/>
              <a:gd name="connsiteX307" fmla="*/ 1272981 w 2961114"/>
              <a:gd name="connsiteY307" fmla="*/ 600343 h 1038646"/>
              <a:gd name="connsiteX308" fmla="*/ 1373416 w 2961114"/>
              <a:gd name="connsiteY308" fmla="*/ 647348 h 1038646"/>
              <a:gd name="connsiteX309" fmla="*/ 1460498 w 2961114"/>
              <a:gd name="connsiteY309" fmla="*/ 689712 h 1038646"/>
              <a:gd name="connsiteX310" fmla="*/ 1548162 w 2961114"/>
              <a:gd name="connsiteY310" fmla="*/ 647348 h 1038646"/>
              <a:gd name="connsiteX311" fmla="*/ 1648015 w 2961114"/>
              <a:gd name="connsiteY311" fmla="*/ 600343 h 1038646"/>
              <a:gd name="connsiteX312" fmla="*/ 1748449 w 2961114"/>
              <a:gd name="connsiteY312" fmla="*/ 647348 h 1038646"/>
              <a:gd name="connsiteX313" fmla="*/ 1835532 w 2961114"/>
              <a:gd name="connsiteY313" fmla="*/ 689712 h 1038646"/>
              <a:gd name="connsiteX314" fmla="*/ 1923307 w 2961114"/>
              <a:gd name="connsiteY314" fmla="*/ 647348 h 1038646"/>
              <a:gd name="connsiteX315" fmla="*/ 2023289 w 2961114"/>
              <a:gd name="connsiteY315" fmla="*/ 600343 h 1038646"/>
              <a:gd name="connsiteX316" fmla="*/ 2123724 w 2961114"/>
              <a:gd name="connsiteY316" fmla="*/ 647348 h 1038646"/>
              <a:gd name="connsiteX317" fmla="*/ 2210806 w 2961114"/>
              <a:gd name="connsiteY317" fmla="*/ 689712 h 1038646"/>
              <a:gd name="connsiteX318" fmla="*/ 2298469 w 2961114"/>
              <a:gd name="connsiteY318" fmla="*/ 647348 h 1038646"/>
              <a:gd name="connsiteX319" fmla="*/ 2398323 w 2961114"/>
              <a:gd name="connsiteY319" fmla="*/ 600343 h 1038646"/>
              <a:gd name="connsiteX320" fmla="*/ 2498177 w 2961114"/>
              <a:gd name="connsiteY320" fmla="*/ 647348 h 1038646"/>
              <a:gd name="connsiteX321" fmla="*/ 2585840 w 2961114"/>
              <a:gd name="connsiteY321" fmla="*/ 689712 h 1038646"/>
              <a:gd name="connsiteX322" fmla="*/ 2673615 w 2961114"/>
              <a:gd name="connsiteY322" fmla="*/ 647348 h 1038646"/>
              <a:gd name="connsiteX323" fmla="*/ 2773597 w 2961114"/>
              <a:gd name="connsiteY323" fmla="*/ 600343 h 1038646"/>
              <a:gd name="connsiteX324" fmla="*/ 2873451 w 2961114"/>
              <a:gd name="connsiteY324" fmla="*/ 647348 h 1038646"/>
              <a:gd name="connsiteX325" fmla="*/ 2961114 w 2961114"/>
              <a:gd name="connsiteY325" fmla="*/ 689712 h 1038646"/>
              <a:gd name="connsiteX326" fmla="*/ 2961114 w 2961114"/>
              <a:gd name="connsiteY326" fmla="*/ 707701 h 1038646"/>
              <a:gd name="connsiteX327" fmla="*/ 2861260 w 2961114"/>
              <a:gd name="connsiteY327" fmla="*/ 660115 h 1038646"/>
              <a:gd name="connsiteX328" fmla="*/ 2773597 w 2961114"/>
              <a:gd name="connsiteY328" fmla="*/ 617752 h 1038646"/>
              <a:gd name="connsiteX329" fmla="*/ 2685822 w 2961114"/>
              <a:gd name="connsiteY329" fmla="*/ 660115 h 1038646"/>
              <a:gd name="connsiteX330" fmla="*/ 2585840 w 2961114"/>
              <a:gd name="connsiteY330" fmla="*/ 707701 h 1038646"/>
              <a:gd name="connsiteX331" fmla="*/ 2485985 w 2961114"/>
              <a:gd name="connsiteY331" fmla="*/ 660115 h 1038646"/>
              <a:gd name="connsiteX332" fmla="*/ 2398323 w 2961114"/>
              <a:gd name="connsiteY332" fmla="*/ 617752 h 1038646"/>
              <a:gd name="connsiteX333" fmla="*/ 2310660 w 2961114"/>
              <a:gd name="connsiteY333" fmla="*/ 660115 h 1038646"/>
              <a:gd name="connsiteX334" fmla="*/ 2210806 w 2961114"/>
              <a:gd name="connsiteY334" fmla="*/ 707701 h 1038646"/>
              <a:gd name="connsiteX335" fmla="*/ 2110953 w 2961114"/>
              <a:gd name="connsiteY335" fmla="*/ 660115 h 1038646"/>
              <a:gd name="connsiteX336" fmla="*/ 2023289 w 2961114"/>
              <a:gd name="connsiteY336" fmla="*/ 617752 h 1038646"/>
              <a:gd name="connsiteX337" fmla="*/ 1936095 w 2961114"/>
              <a:gd name="connsiteY337" fmla="*/ 660115 h 1038646"/>
              <a:gd name="connsiteX338" fmla="*/ 1835532 w 2961114"/>
              <a:gd name="connsiteY338" fmla="*/ 707701 h 1038646"/>
              <a:gd name="connsiteX339" fmla="*/ 1735678 w 2961114"/>
              <a:gd name="connsiteY339" fmla="*/ 660115 h 1038646"/>
              <a:gd name="connsiteX340" fmla="*/ 1648015 w 2961114"/>
              <a:gd name="connsiteY340" fmla="*/ 617752 h 1038646"/>
              <a:gd name="connsiteX341" fmla="*/ 1560933 w 2961114"/>
              <a:gd name="connsiteY341" fmla="*/ 660115 h 1038646"/>
              <a:gd name="connsiteX342" fmla="*/ 1460498 w 2961114"/>
              <a:gd name="connsiteY342" fmla="*/ 707701 h 1038646"/>
              <a:gd name="connsiteX343" fmla="*/ 1360645 w 2961114"/>
              <a:gd name="connsiteY343" fmla="*/ 660115 h 1038646"/>
              <a:gd name="connsiteX344" fmla="*/ 1272981 w 2961114"/>
              <a:gd name="connsiteY344" fmla="*/ 617752 h 1038646"/>
              <a:gd name="connsiteX345" fmla="*/ 1185788 w 2961114"/>
              <a:gd name="connsiteY345" fmla="*/ 660115 h 1038646"/>
              <a:gd name="connsiteX346" fmla="*/ 1085224 w 2961114"/>
              <a:gd name="connsiteY346" fmla="*/ 707701 h 1038646"/>
              <a:gd name="connsiteX347" fmla="*/ 985370 w 2961114"/>
              <a:gd name="connsiteY347" fmla="*/ 660115 h 1038646"/>
              <a:gd name="connsiteX348" fmla="*/ 897707 w 2961114"/>
              <a:gd name="connsiteY348" fmla="*/ 617752 h 1038646"/>
              <a:gd name="connsiteX349" fmla="*/ 810626 w 2961114"/>
              <a:gd name="connsiteY349" fmla="*/ 660115 h 1038646"/>
              <a:gd name="connsiteX350" fmla="*/ 710190 w 2961114"/>
              <a:gd name="connsiteY350" fmla="*/ 707701 h 1038646"/>
              <a:gd name="connsiteX351" fmla="*/ 610337 w 2961114"/>
              <a:gd name="connsiteY351" fmla="*/ 660115 h 1038646"/>
              <a:gd name="connsiteX352" fmla="*/ 522674 w 2961114"/>
              <a:gd name="connsiteY352" fmla="*/ 617752 h 1038646"/>
              <a:gd name="connsiteX353" fmla="*/ 435480 w 2961114"/>
              <a:gd name="connsiteY353" fmla="*/ 660115 h 1038646"/>
              <a:gd name="connsiteX354" fmla="*/ 334917 w 2961114"/>
              <a:gd name="connsiteY354" fmla="*/ 707701 h 1038646"/>
              <a:gd name="connsiteX355" fmla="*/ 235062 w 2961114"/>
              <a:gd name="connsiteY355" fmla="*/ 660115 h 1038646"/>
              <a:gd name="connsiteX356" fmla="*/ 147400 w 2961114"/>
              <a:gd name="connsiteY356" fmla="*/ 617752 h 1038646"/>
              <a:gd name="connsiteX357" fmla="*/ 60318 w 2961114"/>
              <a:gd name="connsiteY357" fmla="*/ 660115 h 1038646"/>
              <a:gd name="connsiteX358" fmla="*/ 20333 w 2961114"/>
              <a:gd name="connsiteY358" fmla="*/ 692396 h 1038646"/>
              <a:gd name="connsiteX359" fmla="*/ 0 w 2961114"/>
              <a:gd name="connsiteY359" fmla="*/ 700860 h 1038646"/>
              <a:gd name="connsiteX360" fmla="*/ 0 w 2961114"/>
              <a:gd name="connsiteY360" fmla="*/ 681500 h 1038646"/>
              <a:gd name="connsiteX361" fmla="*/ 11334 w 2961114"/>
              <a:gd name="connsiteY361" fmla="*/ 676800 h 1038646"/>
              <a:gd name="connsiteX362" fmla="*/ 47546 w 2961114"/>
              <a:gd name="connsiteY362" fmla="*/ 647348 h 1038646"/>
              <a:gd name="connsiteX363" fmla="*/ 147400 w 2961114"/>
              <a:gd name="connsiteY363" fmla="*/ 600343 h 1038646"/>
              <a:gd name="connsiteX364" fmla="*/ 147400 w 2961114"/>
              <a:gd name="connsiteY364" fmla="*/ 500446 h 1038646"/>
              <a:gd name="connsiteX365" fmla="*/ 247834 w 2961114"/>
              <a:gd name="connsiteY365" fmla="*/ 548032 h 1038646"/>
              <a:gd name="connsiteX366" fmla="*/ 334917 w 2961114"/>
              <a:gd name="connsiteY366" fmla="*/ 590395 h 1038646"/>
              <a:gd name="connsiteX367" fmla="*/ 422692 w 2961114"/>
              <a:gd name="connsiteY367" fmla="*/ 548032 h 1038646"/>
              <a:gd name="connsiteX368" fmla="*/ 522674 w 2961114"/>
              <a:gd name="connsiteY368" fmla="*/ 500446 h 1038646"/>
              <a:gd name="connsiteX369" fmla="*/ 623109 w 2961114"/>
              <a:gd name="connsiteY369" fmla="*/ 548032 h 1038646"/>
              <a:gd name="connsiteX370" fmla="*/ 710190 w 2961114"/>
              <a:gd name="connsiteY370" fmla="*/ 590395 h 1038646"/>
              <a:gd name="connsiteX371" fmla="*/ 797854 w 2961114"/>
              <a:gd name="connsiteY371" fmla="*/ 548032 h 1038646"/>
              <a:gd name="connsiteX372" fmla="*/ 897707 w 2961114"/>
              <a:gd name="connsiteY372" fmla="*/ 500446 h 1038646"/>
              <a:gd name="connsiteX373" fmla="*/ 998141 w 2961114"/>
              <a:gd name="connsiteY373" fmla="*/ 548032 h 1038646"/>
              <a:gd name="connsiteX374" fmla="*/ 1085224 w 2961114"/>
              <a:gd name="connsiteY374" fmla="*/ 590395 h 1038646"/>
              <a:gd name="connsiteX375" fmla="*/ 1173000 w 2961114"/>
              <a:gd name="connsiteY375" fmla="*/ 548032 h 1038646"/>
              <a:gd name="connsiteX376" fmla="*/ 1272981 w 2961114"/>
              <a:gd name="connsiteY376" fmla="*/ 500446 h 1038646"/>
              <a:gd name="connsiteX377" fmla="*/ 1373416 w 2961114"/>
              <a:gd name="connsiteY377" fmla="*/ 548032 h 1038646"/>
              <a:gd name="connsiteX378" fmla="*/ 1460498 w 2961114"/>
              <a:gd name="connsiteY378" fmla="*/ 590395 h 1038646"/>
              <a:gd name="connsiteX379" fmla="*/ 1548162 w 2961114"/>
              <a:gd name="connsiteY379" fmla="*/ 548032 h 1038646"/>
              <a:gd name="connsiteX380" fmla="*/ 1648015 w 2961114"/>
              <a:gd name="connsiteY380" fmla="*/ 500446 h 1038646"/>
              <a:gd name="connsiteX381" fmla="*/ 1748449 w 2961114"/>
              <a:gd name="connsiteY381" fmla="*/ 548032 h 1038646"/>
              <a:gd name="connsiteX382" fmla="*/ 1835532 w 2961114"/>
              <a:gd name="connsiteY382" fmla="*/ 590395 h 1038646"/>
              <a:gd name="connsiteX383" fmla="*/ 1923307 w 2961114"/>
              <a:gd name="connsiteY383" fmla="*/ 548032 h 1038646"/>
              <a:gd name="connsiteX384" fmla="*/ 2023289 w 2961114"/>
              <a:gd name="connsiteY384" fmla="*/ 500446 h 1038646"/>
              <a:gd name="connsiteX385" fmla="*/ 2123724 w 2961114"/>
              <a:gd name="connsiteY385" fmla="*/ 548032 h 1038646"/>
              <a:gd name="connsiteX386" fmla="*/ 2210806 w 2961114"/>
              <a:gd name="connsiteY386" fmla="*/ 590395 h 1038646"/>
              <a:gd name="connsiteX387" fmla="*/ 2298469 w 2961114"/>
              <a:gd name="connsiteY387" fmla="*/ 548032 h 1038646"/>
              <a:gd name="connsiteX388" fmla="*/ 2398323 w 2961114"/>
              <a:gd name="connsiteY388" fmla="*/ 500446 h 1038646"/>
              <a:gd name="connsiteX389" fmla="*/ 2498177 w 2961114"/>
              <a:gd name="connsiteY389" fmla="*/ 548032 h 1038646"/>
              <a:gd name="connsiteX390" fmla="*/ 2585840 w 2961114"/>
              <a:gd name="connsiteY390" fmla="*/ 590395 h 1038646"/>
              <a:gd name="connsiteX391" fmla="*/ 2673615 w 2961114"/>
              <a:gd name="connsiteY391" fmla="*/ 548032 h 1038646"/>
              <a:gd name="connsiteX392" fmla="*/ 2773597 w 2961114"/>
              <a:gd name="connsiteY392" fmla="*/ 500446 h 1038646"/>
              <a:gd name="connsiteX393" fmla="*/ 2873451 w 2961114"/>
              <a:gd name="connsiteY393" fmla="*/ 548032 h 1038646"/>
              <a:gd name="connsiteX394" fmla="*/ 2961114 w 2961114"/>
              <a:gd name="connsiteY394" fmla="*/ 590395 h 1038646"/>
              <a:gd name="connsiteX395" fmla="*/ 2961114 w 2961114"/>
              <a:gd name="connsiteY395" fmla="*/ 607805 h 1038646"/>
              <a:gd name="connsiteX396" fmla="*/ 2861260 w 2961114"/>
              <a:gd name="connsiteY396" fmla="*/ 560799 h 1038646"/>
              <a:gd name="connsiteX397" fmla="*/ 2773597 w 2961114"/>
              <a:gd name="connsiteY397" fmla="*/ 518436 h 1038646"/>
              <a:gd name="connsiteX398" fmla="*/ 2685822 w 2961114"/>
              <a:gd name="connsiteY398" fmla="*/ 560799 h 1038646"/>
              <a:gd name="connsiteX399" fmla="*/ 2585840 w 2961114"/>
              <a:gd name="connsiteY399" fmla="*/ 607805 h 1038646"/>
              <a:gd name="connsiteX400" fmla="*/ 2485985 w 2961114"/>
              <a:gd name="connsiteY400" fmla="*/ 560799 h 1038646"/>
              <a:gd name="connsiteX401" fmla="*/ 2398323 w 2961114"/>
              <a:gd name="connsiteY401" fmla="*/ 518436 h 1038646"/>
              <a:gd name="connsiteX402" fmla="*/ 2310660 w 2961114"/>
              <a:gd name="connsiteY402" fmla="*/ 560799 h 1038646"/>
              <a:gd name="connsiteX403" fmla="*/ 2210806 w 2961114"/>
              <a:gd name="connsiteY403" fmla="*/ 607805 h 1038646"/>
              <a:gd name="connsiteX404" fmla="*/ 2110953 w 2961114"/>
              <a:gd name="connsiteY404" fmla="*/ 560799 h 1038646"/>
              <a:gd name="connsiteX405" fmla="*/ 2023289 w 2961114"/>
              <a:gd name="connsiteY405" fmla="*/ 518436 h 1038646"/>
              <a:gd name="connsiteX406" fmla="*/ 1936095 w 2961114"/>
              <a:gd name="connsiteY406" fmla="*/ 560799 h 1038646"/>
              <a:gd name="connsiteX407" fmla="*/ 1835532 w 2961114"/>
              <a:gd name="connsiteY407" fmla="*/ 607805 h 1038646"/>
              <a:gd name="connsiteX408" fmla="*/ 1735678 w 2961114"/>
              <a:gd name="connsiteY408" fmla="*/ 560799 h 1038646"/>
              <a:gd name="connsiteX409" fmla="*/ 1648015 w 2961114"/>
              <a:gd name="connsiteY409" fmla="*/ 518436 h 1038646"/>
              <a:gd name="connsiteX410" fmla="*/ 1560933 w 2961114"/>
              <a:gd name="connsiteY410" fmla="*/ 560799 h 1038646"/>
              <a:gd name="connsiteX411" fmla="*/ 1460498 w 2961114"/>
              <a:gd name="connsiteY411" fmla="*/ 607805 h 1038646"/>
              <a:gd name="connsiteX412" fmla="*/ 1360645 w 2961114"/>
              <a:gd name="connsiteY412" fmla="*/ 560799 h 1038646"/>
              <a:gd name="connsiteX413" fmla="*/ 1272981 w 2961114"/>
              <a:gd name="connsiteY413" fmla="*/ 518436 h 1038646"/>
              <a:gd name="connsiteX414" fmla="*/ 1185788 w 2961114"/>
              <a:gd name="connsiteY414" fmla="*/ 560799 h 1038646"/>
              <a:gd name="connsiteX415" fmla="*/ 1085224 w 2961114"/>
              <a:gd name="connsiteY415" fmla="*/ 607805 h 1038646"/>
              <a:gd name="connsiteX416" fmla="*/ 985370 w 2961114"/>
              <a:gd name="connsiteY416" fmla="*/ 560799 h 1038646"/>
              <a:gd name="connsiteX417" fmla="*/ 897707 w 2961114"/>
              <a:gd name="connsiteY417" fmla="*/ 518436 h 1038646"/>
              <a:gd name="connsiteX418" fmla="*/ 810626 w 2961114"/>
              <a:gd name="connsiteY418" fmla="*/ 560799 h 1038646"/>
              <a:gd name="connsiteX419" fmla="*/ 710190 w 2961114"/>
              <a:gd name="connsiteY419" fmla="*/ 607805 h 1038646"/>
              <a:gd name="connsiteX420" fmla="*/ 610337 w 2961114"/>
              <a:gd name="connsiteY420" fmla="*/ 560799 h 1038646"/>
              <a:gd name="connsiteX421" fmla="*/ 522674 w 2961114"/>
              <a:gd name="connsiteY421" fmla="*/ 518436 h 1038646"/>
              <a:gd name="connsiteX422" fmla="*/ 435480 w 2961114"/>
              <a:gd name="connsiteY422" fmla="*/ 560799 h 1038646"/>
              <a:gd name="connsiteX423" fmla="*/ 334917 w 2961114"/>
              <a:gd name="connsiteY423" fmla="*/ 607805 h 1038646"/>
              <a:gd name="connsiteX424" fmla="*/ 235062 w 2961114"/>
              <a:gd name="connsiteY424" fmla="*/ 560799 h 1038646"/>
              <a:gd name="connsiteX425" fmla="*/ 147400 w 2961114"/>
              <a:gd name="connsiteY425" fmla="*/ 518436 h 1038646"/>
              <a:gd name="connsiteX426" fmla="*/ 60318 w 2961114"/>
              <a:gd name="connsiteY426" fmla="*/ 560799 h 1038646"/>
              <a:gd name="connsiteX427" fmla="*/ 20333 w 2961114"/>
              <a:gd name="connsiteY427" fmla="*/ 592789 h 1038646"/>
              <a:gd name="connsiteX428" fmla="*/ 0 w 2961114"/>
              <a:gd name="connsiteY428" fmla="*/ 601101 h 1038646"/>
              <a:gd name="connsiteX429" fmla="*/ 0 w 2961114"/>
              <a:gd name="connsiteY429" fmla="*/ 582184 h 1038646"/>
              <a:gd name="connsiteX430" fmla="*/ 11334 w 2961114"/>
              <a:gd name="connsiteY430" fmla="*/ 577483 h 1038646"/>
              <a:gd name="connsiteX431" fmla="*/ 47546 w 2961114"/>
              <a:gd name="connsiteY431" fmla="*/ 548032 h 1038646"/>
              <a:gd name="connsiteX432" fmla="*/ 147400 w 2961114"/>
              <a:gd name="connsiteY432" fmla="*/ 500446 h 1038646"/>
              <a:gd name="connsiteX433" fmla="*/ 147400 w 2961114"/>
              <a:gd name="connsiteY433" fmla="*/ 399827 h 1038646"/>
              <a:gd name="connsiteX434" fmla="*/ 247834 w 2961114"/>
              <a:gd name="connsiteY434" fmla="*/ 447520 h 1038646"/>
              <a:gd name="connsiteX435" fmla="*/ 334917 w 2961114"/>
              <a:gd name="connsiteY435" fmla="*/ 489978 h 1038646"/>
              <a:gd name="connsiteX436" fmla="*/ 422692 w 2961114"/>
              <a:gd name="connsiteY436" fmla="*/ 447520 h 1038646"/>
              <a:gd name="connsiteX437" fmla="*/ 522674 w 2961114"/>
              <a:gd name="connsiteY437" fmla="*/ 399827 h 1038646"/>
              <a:gd name="connsiteX438" fmla="*/ 623109 w 2961114"/>
              <a:gd name="connsiteY438" fmla="*/ 447520 h 1038646"/>
              <a:gd name="connsiteX439" fmla="*/ 710190 w 2961114"/>
              <a:gd name="connsiteY439" fmla="*/ 489978 h 1038646"/>
              <a:gd name="connsiteX440" fmla="*/ 797854 w 2961114"/>
              <a:gd name="connsiteY440" fmla="*/ 447520 h 1038646"/>
              <a:gd name="connsiteX441" fmla="*/ 897707 w 2961114"/>
              <a:gd name="connsiteY441" fmla="*/ 399827 h 1038646"/>
              <a:gd name="connsiteX442" fmla="*/ 998141 w 2961114"/>
              <a:gd name="connsiteY442" fmla="*/ 447520 h 1038646"/>
              <a:gd name="connsiteX443" fmla="*/ 1085224 w 2961114"/>
              <a:gd name="connsiteY443" fmla="*/ 489978 h 1038646"/>
              <a:gd name="connsiteX444" fmla="*/ 1173000 w 2961114"/>
              <a:gd name="connsiteY444" fmla="*/ 447520 h 1038646"/>
              <a:gd name="connsiteX445" fmla="*/ 1272981 w 2961114"/>
              <a:gd name="connsiteY445" fmla="*/ 399827 h 1038646"/>
              <a:gd name="connsiteX446" fmla="*/ 1373416 w 2961114"/>
              <a:gd name="connsiteY446" fmla="*/ 447520 h 1038646"/>
              <a:gd name="connsiteX447" fmla="*/ 1460498 w 2961114"/>
              <a:gd name="connsiteY447" fmla="*/ 489978 h 1038646"/>
              <a:gd name="connsiteX448" fmla="*/ 1548162 w 2961114"/>
              <a:gd name="connsiteY448" fmla="*/ 447520 h 1038646"/>
              <a:gd name="connsiteX449" fmla="*/ 1648015 w 2961114"/>
              <a:gd name="connsiteY449" fmla="*/ 399827 h 1038646"/>
              <a:gd name="connsiteX450" fmla="*/ 1748449 w 2961114"/>
              <a:gd name="connsiteY450" fmla="*/ 447520 h 1038646"/>
              <a:gd name="connsiteX451" fmla="*/ 1835532 w 2961114"/>
              <a:gd name="connsiteY451" fmla="*/ 489978 h 1038646"/>
              <a:gd name="connsiteX452" fmla="*/ 1923307 w 2961114"/>
              <a:gd name="connsiteY452" fmla="*/ 447520 h 1038646"/>
              <a:gd name="connsiteX453" fmla="*/ 2023289 w 2961114"/>
              <a:gd name="connsiteY453" fmla="*/ 399827 h 1038646"/>
              <a:gd name="connsiteX454" fmla="*/ 2123724 w 2961114"/>
              <a:gd name="connsiteY454" fmla="*/ 447520 h 1038646"/>
              <a:gd name="connsiteX455" fmla="*/ 2210806 w 2961114"/>
              <a:gd name="connsiteY455" fmla="*/ 489978 h 1038646"/>
              <a:gd name="connsiteX456" fmla="*/ 2298469 w 2961114"/>
              <a:gd name="connsiteY456" fmla="*/ 447520 h 1038646"/>
              <a:gd name="connsiteX457" fmla="*/ 2398323 w 2961114"/>
              <a:gd name="connsiteY457" fmla="*/ 399827 h 1038646"/>
              <a:gd name="connsiteX458" fmla="*/ 2498177 w 2961114"/>
              <a:gd name="connsiteY458" fmla="*/ 447520 h 1038646"/>
              <a:gd name="connsiteX459" fmla="*/ 2585840 w 2961114"/>
              <a:gd name="connsiteY459" fmla="*/ 489978 h 1038646"/>
              <a:gd name="connsiteX460" fmla="*/ 2673615 w 2961114"/>
              <a:gd name="connsiteY460" fmla="*/ 447520 h 1038646"/>
              <a:gd name="connsiteX461" fmla="*/ 2773597 w 2961114"/>
              <a:gd name="connsiteY461" fmla="*/ 399827 h 1038646"/>
              <a:gd name="connsiteX462" fmla="*/ 2873451 w 2961114"/>
              <a:gd name="connsiteY462" fmla="*/ 447520 h 1038646"/>
              <a:gd name="connsiteX463" fmla="*/ 2961114 w 2961114"/>
              <a:gd name="connsiteY463" fmla="*/ 489978 h 1038646"/>
              <a:gd name="connsiteX464" fmla="*/ 2961114 w 2961114"/>
              <a:gd name="connsiteY464" fmla="*/ 507427 h 1038646"/>
              <a:gd name="connsiteX465" fmla="*/ 2861260 w 2961114"/>
              <a:gd name="connsiteY465" fmla="*/ 460316 h 1038646"/>
              <a:gd name="connsiteX466" fmla="*/ 2773597 w 2961114"/>
              <a:gd name="connsiteY466" fmla="*/ 417857 h 1038646"/>
              <a:gd name="connsiteX467" fmla="*/ 2685822 w 2961114"/>
              <a:gd name="connsiteY467" fmla="*/ 460316 h 1038646"/>
              <a:gd name="connsiteX468" fmla="*/ 2585840 w 2961114"/>
              <a:gd name="connsiteY468" fmla="*/ 507427 h 1038646"/>
              <a:gd name="connsiteX469" fmla="*/ 2485985 w 2961114"/>
              <a:gd name="connsiteY469" fmla="*/ 460316 h 1038646"/>
              <a:gd name="connsiteX470" fmla="*/ 2398323 w 2961114"/>
              <a:gd name="connsiteY470" fmla="*/ 417857 h 1038646"/>
              <a:gd name="connsiteX471" fmla="*/ 2310660 w 2961114"/>
              <a:gd name="connsiteY471" fmla="*/ 460316 h 1038646"/>
              <a:gd name="connsiteX472" fmla="*/ 2210806 w 2961114"/>
              <a:gd name="connsiteY472" fmla="*/ 507427 h 1038646"/>
              <a:gd name="connsiteX473" fmla="*/ 2110953 w 2961114"/>
              <a:gd name="connsiteY473" fmla="*/ 460316 h 1038646"/>
              <a:gd name="connsiteX474" fmla="*/ 2023289 w 2961114"/>
              <a:gd name="connsiteY474" fmla="*/ 417857 h 1038646"/>
              <a:gd name="connsiteX475" fmla="*/ 1936095 w 2961114"/>
              <a:gd name="connsiteY475" fmla="*/ 460316 h 1038646"/>
              <a:gd name="connsiteX476" fmla="*/ 1835532 w 2961114"/>
              <a:gd name="connsiteY476" fmla="*/ 507427 h 1038646"/>
              <a:gd name="connsiteX477" fmla="*/ 1735678 w 2961114"/>
              <a:gd name="connsiteY477" fmla="*/ 460316 h 1038646"/>
              <a:gd name="connsiteX478" fmla="*/ 1648015 w 2961114"/>
              <a:gd name="connsiteY478" fmla="*/ 417857 h 1038646"/>
              <a:gd name="connsiteX479" fmla="*/ 1560933 w 2961114"/>
              <a:gd name="connsiteY479" fmla="*/ 460316 h 1038646"/>
              <a:gd name="connsiteX480" fmla="*/ 1460498 w 2961114"/>
              <a:gd name="connsiteY480" fmla="*/ 507427 h 1038646"/>
              <a:gd name="connsiteX481" fmla="*/ 1360645 w 2961114"/>
              <a:gd name="connsiteY481" fmla="*/ 460316 h 1038646"/>
              <a:gd name="connsiteX482" fmla="*/ 1272981 w 2961114"/>
              <a:gd name="connsiteY482" fmla="*/ 417857 h 1038646"/>
              <a:gd name="connsiteX483" fmla="*/ 1185788 w 2961114"/>
              <a:gd name="connsiteY483" fmla="*/ 460316 h 1038646"/>
              <a:gd name="connsiteX484" fmla="*/ 1085224 w 2961114"/>
              <a:gd name="connsiteY484" fmla="*/ 507427 h 1038646"/>
              <a:gd name="connsiteX485" fmla="*/ 985370 w 2961114"/>
              <a:gd name="connsiteY485" fmla="*/ 460316 h 1038646"/>
              <a:gd name="connsiteX486" fmla="*/ 897707 w 2961114"/>
              <a:gd name="connsiteY486" fmla="*/ 417857 h 1038646"/>
              <a:gd name="connsiteX487" fmla="*/ 810626 w 2961114"/>
              <a:gd name="connsiteY487" fmla="*/ 460316 h 1038646"/>
              <a:gd name="connsiteX488" fmla="*/ 710190 w 2961114"/>
              <a:gd name="connsiteY488" fmla="*/ 507427 h 1038646"/>
              <a:gd name="connsiteX489" fmla="*/ 610337 w 2961114"/>
              <a:gd name="connsiteY489" fmla="*/ 460316 h 1038646"/>
              <a:gd name="connsiteX490" fmla="*/ 522674 w 2961114"/>
              <a:gd name="connsiteY490" fmla="*/ 417857 h 1038646"/>
              <a:gd name="connsiteX491" fmla="*/ 435480 w 2961114"/>
              <a:gd name="connsiteY491" fmla="*/ 460316 h 1038646"/>
              <a:gd name="connsiteX492" fmla="*/ 334917 w 2961114"/>
              <a:gd name="connsiteY492" fmla="*/ 507427 h 1038646"/>
              <a:gd name="connsiteX493" fmla="*/ 235062 w 2961114"/>
              <a:gd name="connsiteY493" fmla="*/ 460316 h 1038646"/>
              <a:gd name="connsiteX494" fmla="*/ 147400 w 2961114"/>
              <a:gd name="connsiteY494" fmla="*/ 417857 h 1038646"/>
              <a:gd name="connsiteX495" fmla="*/ 60318 w 2961114"/>
              <a:gd name="connsiteY495" fmla="*/ 460316 h 1038646"/>
              <a:gd name="connsiteX496" fmla="*/ 20333 w 2961114"/>
              <a:gd name="connsiteY496" fmla="*/ 492377 h 1038646"/>
              <a:gd name="connsiteX497" fmla="*/ 0 w 2961114"/>
              <a:gd name="connsiteY497" fmla="*/ 500708 h 1038646"/>
              <a:gd name="connsiteX498" fmla="*/ 0 w 2961114"/>
              <a:gd name="connsiteY498" fmla="*/ 481748 h 1038646"/>
              <a:gd name="connsiteX499" fmla="*/ 11334 w 2961114"/>
              <a:gd name="connsiteY499" fmla="*/ 477037 h 1038646"/>
              <a:gd name="connsiteX500" fmla="*/ 47546 w 2961114"/>
              <a:gd name="connsiteY500" fmla="*/ 447520 h 1038646"/>
              <a:gd name="connsiteX501" fmla="*/ 147400 w 2961114"/>
              <a:gd name="connsiteY501" fmla="*/ 399827 h 1038646"/>
              <a:gd name="connsiteX502" fmla="*/ 147400 w 2961114"/>
              <a:gd name="connsiteY502" fmla="*/ 299931 h 1038646"/>
              <a:gd name="connsiteX503" fmla="*/ 247834 w 2961114"/>
              <a:gd name="connsiteY503" fmla="*/ 347579 h 1038646"/>
              <a:gd name="connsiteX504" fmla="*/ 334917 w 2961114"/>
              <a:gd name="connsiteY504" fmla="*/ 389998 h 1038646"/>
              <a:gd name="connsiteX505" fmla="*/ 422692 w 2961114"/>
              <a:gd name="connsiteY505" fmla="*/ 347579 h 1038646"/>
              <a:gd name="connsiteX506" fmla="*/ 522674 w 2961114"/>
              <a:gd name="connsiteY506" fmla="*/ 299931 h 1038646"/>
              <a:gd name="connsiteX507" fmla="*/ 623109 w 2961114"/>
              <a:gd name="connsiteY507" fmla="*/ 347579 h 1038646"/>
              <a:gd name="connsiteX508" fmla="*/ 710190 w 2961114"/>
              <a:gd name="connsiteY508" fmla="*/ 389998 h 1038646"/>
              <a:gd name="connsiteX509" fmla="*/ 797854 w 2961114"/>
              <a:gd name="connsiteY509" fmla="*/ 347579 h 1038646"/>
              <a:gd name="connsiteX510" fmla="*/ 897707 w 2961114"/>
              <a:gd name="connsiteY510" fmla="*/ 299931 h 1038646"/>
              <a:gd name="connsiteX511" fmla="*/ 998141 w 2961114"/>
              <a:gd name="connsiteY511" fmla="*/ 347579 h 1038646"/>
              <a:gd name="connsiteX512" fmla="*/ 1085224 w 2961114"/>
              <a:gd name="connsiteY512" fmla="*/ 389998 h 1038646"/>
              <a:gd name="connsiteX513" fmla="*/ 1173000 w 2961114"/>
              <a:gd name="connsiteY513" fmla="*/ 347579 h 1038646"/>
              <a:gd name="connsiteX514" fmla="*/ 1272981 w 2961114"/>
              <a:gd name="connsiteY514" fmla="*/ 299931 h 1038646"/>
              <a:gd name="connsiteX515" fmla="*/ 1373416 w 2961114"/>
              <a:gd name="connsiteY515" fmla="*/ 347579 h 1038646"/>
              <a:gd name="connsiteX516" fmla="*/ 1460498 w 2961114"/>
              <a:gd name="connsiteY516" fmla="*/ 389998 h 1038646"/>
              <a:gd name="connsiteX517" fmla="*/ 1548162 w 2961114"/>
              <a:gd name="connsiteY517" fmla="*/ 347579 h 1038646"/>
              <a:gd name="connsiteX518" fmla="*/ 1648015 w 2961114"/>
              <a:gd name="connsiteY518" fmla="*/ 299931 h 1038646"/>
              <a:gd name="connsiteX519" fmla="*/ 1748449 w 2961114"/>
              <a:gd name="connsiteY519" fmla="*/ 347579 h 1038646"/>
              <a:gd name="connsiteX520" fmla="*/ 1835532 w 2961114"/>
              <a:gd name="connsiteY520" fmla="*/ 389998 h 1038646"/>
              <a:gd name="connsiteX521" fmla="*/ 1923307 w 2961114"/>
              <a:gd name="connsiteY521" fmla="*/ 347579 h 1038646"/>
              <a:gd name="connsiteX522" fmla="*/ 2023289 w 2961114"/>
              <a:gd name="connsiteY522" fmla="*/ 299931 h 1038646"/>
              <a:gd name="connsiteX523" fmla="*/ 2123724 w 2961114"/>
              <a:gd name="connsiteY523" fmla="*/ 347579 h 1038646"/>
              <a:gd name="connsiteX524" fmla="*/ 2210806 w 2961114"/>
              <a:gd name="connsiteY524" fmla="*/ 389998 h 1038646"/>
              <a:gd name="connsiteX525" fmla="*/ 2298469 w 2961114"/>
              <a:gd name="connsiteY525" fmla="*/ 347579 h 1038646"/>
              <a:gd name="connsiteX526" fmla="*/ 2398323 w 2961114"/>
              <a:gd name="connsiteY526" fmla="*/ 299931 h 1038646"/>
              <a:gd name="connsiteX527" fmla="*/ 2498177 w 2961114"/>
              <a:gd name="connsiteY527" fmla="*/ 347579 h 1038646"/>
              <a:gd name="connsiteX528" fmla="*/ 2585840 w 2961114"/>
              <a:gd name="connsiteY528" fmla="*/ 389998 h 1038646"/>
              <a:gd name="connsiteX529" fmla="*/ 2673615 w 2961114"/>
              <a:gd name="connsiteY529" fmla="*/ 347579 h 1038646"/>
              <a:gd name="connsiteX530" fmla="*/ 2773597 w 2961114"/>
              <a:gd name="connsiteY530" fmla="*/ 299931 h 1038646"/>
              <a:gd name="connsiteX531" fmla="*/ 2873451 w 2961114"/>
              <a:gd name="connsiteY531" fmla="*/ 347579 h 1038646"/>
              <a:gd name="connsiteX532" fmla="*/ 2961114 w 2961114"/>
              <a:gd name="connsiteY532" fmla="*/ 389998 h 1038646"/>
              <a:gd name="connsiteX533" fmla="*/ 2961114 w 2961114"/>
              <a:gd name="connsiteY533" fmla="*/ 408011 h 1038646"/>
              <a:gd name="connsiteX534" fmla="*/ 2861260 w 2961114"/>
              <a:gd name="connsiteY534" fmla="*/ 360363 h 1038646"/>
              <a:gd name="connsiteX535" fmla="*/ 2773597 w 2961114"/>
              <a:gd name="connsiteY535" fmla="*/ 317944 h 1038646"/>
              <a:gd name="connsiteX536" fmla="*/ 2685822 w 2961114"/>
              <a:gd name="connsiteY536" fmla="*/ 360363 h 1038646"/>
              <a:gd name="connsiteX537" fmla="*/ 2585840 w 2961114"/>
              <a:gd name="connsiteY537" fmla="*/ 408011 h 1038646"/>
              <a:gd name="connsiteX538" fmla="*/ 2485985 w 2961114"/>
              <a:gd name="connsiteY538" fmla="*/ 360363 h 1038646"/>
              <a:gd name="connsiteX539" fmla="*/ 2398323 w 2961114"/>
              <a:gd name="connsiteY539" fmla="*/ 317944 h 1038646"/>
              <a:gd name="connsiteX540" fmla="*/ 2310660 w 2961114"/>
              <a:gd name="connsiteY540" fmla="*/ 360363 h 1038646"/>
              <a:gd name="connsiteX541" fmla="*/ 2210806 w 2961114"/>
              <a:gd name="connsiteY541" fmla="*/ 408011 h 1038646"/>
              <a:gd name="connsiteX542" fmla="*/ 2110953 w 2961114"/>
              <a:gd name="connsiteY542" fmla="*/ 360363 h 1038646"/>
              <a:gd name="connsiteX543" fmla="*/ 2023289 w 2961114"/>
              <a:gd name="connsiteY543" fmla="*/ 317944 h 1038646"/>
              <a:gd name="connsiteX544" fmla="*/ 1936095 w 2961114"/>
              <a:gd name="connsiteY544" fmla="*/ 360363 h 1038646"/>
              <a:gd name="connsiteX545" fmla="*/ 1835532 w 2961114"/>
              <a:gd name="connsiteY545" fmla="*/ 408011 h 1038646"/>
              <a:gd name="connsiteX546" fmla="*/ 1735678 w 2961114"/>
              <a:gd name="connsiteY546" fmla="*/ 360363 h 1038646"/>
              <a:gd name="connsiteX547" fmla="*/ 1648015 w 2961114"/>
              <a:gd name="connsiteY547" fmla="*/ 317944 h 1038646"/>
              <a:gd name="connsiteX548" fmla="*/ 1560933 w 2961114"/>
              <a:gd name="connsiteY548" fmla="*/ 360363 h 1038646"/>
              <a:gd name="connsiteX549" fmla="*/ 1460498 w 2961114"/>
              <a:gd name="connsiteY549" fmla="*/ 408011 h 1038646"/>
              <a:gd name="connsiteX550" fmla="*/ 1360645 w 2961114"/>
              <a:gd name="connsiteY550" fmla="*/ 360363 h 1038646"/>
              <a:gd name="connsiteX551" fmla="*/ 1272981 w 2961114"/>
              <a:gd name="connsiteY551" fmla="*/ 317944 h 1038646"/>
              <a:gd name="connsiteX552" fmla="*/ 1185788 w 2961114"/>
              <a:gd name="connsiteY552" fmla="*/ 360363 h 1038646"/>
              <a:gd name="connsiteX553" fmla="*/ 1085224 w 2961114"/>
              <a:gd name="connsiteY553" fmla="*/ 408011 h 1038646"/>
              <a:gd name="connsiteX554" fmla="*/ 985370 w 2961114"/>
              <a:gd name="connsiteY554" fmla="*/ 360363 h 1038646"/>
              <a:gd name="connsiteX555" fmla="*/ 897707 w 2961114"/>
              <a:gd name="connsiteY555" fmla="*/ 317944 h 1038646"/>
              <a:gd name="connsiteX556" fmla="*/ 810626 w 2961114"/>
              <a:gd name="connsiteY556" fmla="*/ 360363 h 1038646"/>
              <a:gd name="connsiteX557" fmla="*/ 710190 w 2961114"/>
              <a:gd name="connsiteY557" fmla="*/ 408011 h 1038646"/>
              <a:gd name="connsiteX558" fmla="*/ 610337 w 2961114"/>
              <a:gd name="connsiteY558" fmla="*/ 360363 h 1038646"/>
              <a:gd name="connsiteX559" fmla="*/ 522674 w 2961114"/>
              <a:gd name="connsiteY559" fmla="*/ 317944 h 1038646"/>
              <a:gd name="connsiteX560" fmla="*/ 435480 w 2961114"/>
              <a:gd name="connsiteY560" fmla="*/ 360363 h 1038646"/>
              <a:gd name="connsiteX561" fmla="*/ 334917 w 2961114"/>
              <a:gd name="connsiteY561" fmla="*/ 408011 h 1038646"/>
              <a:gd name="connsiteX562" fmla="*/ 235062 w 2961114"/>
              <a:gd name="connsiteY562" fmla="*/ 360363 h 1038646"/>
              <a:gd name="connsiteX563" fmla="*/ 147400 w 2961114"/>
              <a:gd name="connsiteY563" fmla="*/ 317944 h 1038646"/>
              <a:gd name="connsiteX564" fmla="*/ 60318 w 2961114"/>
              <a:gd name="connsiteY564" fmla="*/ 360363 h 1038646"/>
              <a:gd name="connsiteX565" fmla="*/ 20333 w 2961114"/>
              <a:gd name="connsiteY565" fmla="*/ 392685 h 1038646"/>
              <a:gd name="connsiteX566" fmla="*/ 0 w 2961114"/>
              <a:gd name="connsiteY566" fmla="*/ 401161 h 1038646"/>
              <a:gd name="connsiteX567" fmla="*/ 0 w 2961114"/>
              <a:gd name="connsiteY567" fmla="*/ 381776 h 1038646"/>
              <a:gd name="connsiteX568" fmla="*/ 11334 w 2961114"/>
              <a:gd name="connsiteY568" fmla="*/ 377069 h 1038646"/>
              <a:gd name="connsiteX569" fmla="*/ 47546 w 2961114"/>
              <a:gd name="connsiteY569" fmla="*/ 347579 h 1038646"/>
              <a:gd name="connsiteX570" fmla="*/ 147400 w 2961114"/>
              <a:gd name="connsiteY570" fmla="*/ 299931 h 1038646"/>
              <a:gd name="connsiteX571" fmla="*/ 147400 w 2961114"/>
              <a:gd name="connsiteY571" fmla="*/ 200515 h 1038646"/>
              <a:gd name="connsiteX572" fmla="*/ 247834 w 2961114"/>
              <a:gd name="connsiteY572" fmla="*/ 247521 h 1038646"/>
              <a:gd name="connsiteX573" fmla="*/ 334917 w 2961114"/>
              <a:gd name="connsiteY573" fmla="*/ 289884 h 1038646"/>
              <a:gd name="connsiteX574" fmla="*/ 422692 w 2961114"/>
              <a:gd name="connsiteY574" fmla="*/ 247521 h 1038646"/>
              <a:gd name="connsiteX575" fmla="*/ 522674 w 2961114"/>
              <a:gd name="connsiteY575" fmla="*/ 200515 h 1038646"/>
              <a:gd name="connsiteX576" fmla="*/ 623109 w 2961114"/>
              <a:gd name="connsiteY576" fmla="*/ 247521 h 1038646"/>
              <a:gd name="connsiteX577" fmla="*/ 710190 w 2961114"/>
              <a:gd name="connsiteY577" fmla="*/ 289884 h 1038646"/>
              <a:gd name="connsiteX578" fmla="*/ 797854 w 2961114"/>
              <a:gd name="connsiteY578" fmla="*/ 247521 h 1038646"/>
              <a:gd name="connsiteX579" fmla="*/ 897707 w 2961114"/>
              <a:gd name="connsiteY579" fmla="*/ 200515 h 1038646"/>
              <a:gd name="connsiteX580" fmla="*/ 998141 w 2961114"/>
              <a:gd name="connsiteY580" fmla="*/ 247521 h 1038646"/>
              <a:gd name="connsiteX581" fmla="*/ 1085224 w 2961114"/>
              <a:gd name="connsiteY581" fmla="*/ 289884 h 1038646"/>
              <a:gd name="connsiteX582" fmla="*/ 1173000 w 2961114"/>
              <a:gd name="connsiteY582" fmla="*/ 247521 h 1038646"/>
              <a:gd name="connsiteX583" fmla="*/ 1272981 w 2961114"/>
              <a:gd name="connsiteY583" fmla="*/ 200515 h 1038646"/>
              <a:gd name="connsiteX584" fmla="*/ 1373416 w 2961114"/>
              <a:gd name="connsiteY584" fmla="*/ 247521 h 1038646"/>
              <a:gd name="connsiteX585" fmla="*/ 1460498 w 2961114"/>
              <a:gd name="connsiteY585" fmla="*/ 289884 h 1038646"/>
              <a:gd name="connsiteX586" fmla="*/ 1548162 w 2961114"/>
              <a:gd name="connsiteY586" fmla="*/ 247521 h 1038646"/>
              <a:gd name="connsiteX587" fmla="*/ 1648015 w 2961114"/>
              <a:gd name="connsiteY587" fmla="*/ 200515 h 1038646"/>
              <a:gd name="connsiteX588" fmla="*/ 1748449 w 2961114"/>
              <a:gd name="connsiteY588" fmla="*/ 247521 h 1038646"/>
              <a:gd name="connsiteX589" fmla="*/ 1835532 w 2961114"/>
              <a:gd name="connsiteY589" fmla="*/ 289884 h 1038646"/>
              <a:gd name="connsiteX590" fmla="*/ 1923307 w 2961114"/>
              <a:gd name="connsiteY590" fmla="*/ 247521 h 1038646"/>
              <a:gd name="connsiteX591" fmla="*/ 2023289 w 2961114"/>
              <a:gd name="connsiteY591" fmla="*/ 200515 h 1038646"/>
              <a:gd name="connsiteX592" fmla="*/ 2123724 w 2961114"/>
              <a:gd name="connsiteY592" fmla="*/ 247521 h 1038646"/>
              <a:gd name="connsiteX593" fmla="*/ 2210806 w 2961114"/>
              <a:gd name="connsiteY593" fmla="*/ 289884 h 1038646"/>
              <a:gd name="connsiteX594" fmla="*/ 2298469 w 2961114"/>
              <a:gd name="connsiteY594" fmla="*/ 247521 h 1038646"/>
              <a:gd name="connsiteX595" fmla="*/ 2398323 w 2961114"/>
              <a:gd name="connsiteY595" fmla="*/ 200515 h 1038646"/>
              <a:gd name="connsiteX596" fmla="*/ 2498177 w 2961114"/>
              <a:gd name="connsiteY596" fmla="*/ 247521 h 1038646"/>
              <a:gd name="connsiteX597" fmla="*/ 2585840 w 2961114"/>
              <a:gd name="connsiteY597" fmla="*/ 289884 h 1038646"/>
              <a:gd name="connsiteX598" fmla="*/ 2673615 w 2961114"/>
              <a:gd name="connsiteY598" fmla="*/ 247521 h 1038646"/>
              <a:gd name="connsiteX599" fmla="*/ 2773597 w 2961114"/>
              <a:gd name="connsiteY599" fmla="*/ 200515 h 1038646"/>
              <a:gd name="connsiteX600" fmla="*/ 2873451 w 2961114"/>
              <a:gd name="connsiteY600" fmla="*/ 247521 h 1038646"/>
              <a:gd name="connsiteX601" fmla="*/ 2961114 w 2961114"/>
              <a:gd name="connsiteY601" fmla="*/ 289884 h 1038646"/>
              <a:gd name="connsiteX602" fmla="*/ 2961114 w 2961114"/>
              <a:gd name="connsiteY602" fmla="*/ 307874 h 1038646"/>
              <a:gd name="connsiteX603" fmla="*/ 2861260 w 2961114"/>
              <a:gd name="connsiteY603" fmla="*/ 260869 h 1038646"/>
              <a:gd name="connsiteX604" fmla="*/ 2773597 w 2961114"/>
              <a:gd name="connsiteY604" fmla="*/ 218505 h 1038646"/>
              <a:gd name="connsiteX605" fmla="*/ 2685822 w 2961114"/>
              <a:gd name="connsiteY605" fmla="*/ 260869 h 1038646"/>
              <a:gd name="connsiteX606" fmla="*/ 2585840 w 2961114"/>
              <a:gd name="connsiteY606" fmla="*/ 307874 h 1038646"/>
              <a:gd name="connsiteX607" fmla="*/ 2485985 w 2961114"/>
              <a:gd name="connsiteY607" fmla="*/ 260869 h 1038646"/>
              <a:gd name="connsiteX608" fmla="*/ 2398323 w 2961114"/>
              <a:gd name="connsiteY608" fmla="*/ 218505 h 1038646"/>
              <a:gd name="connsiteX609" fmla="*/ 2310660 w 2961114"/>
              <a:gd name="connsiteY609" fmla="*/ 260869 h 1038646"/>
              <a:gd name="connsiteX610" fmla="*/ 2210806 w 2961114"/>
              <a:gd name="connsiteY610" fmla="*/ 307874 h 1038646"/>
              <a:gd name="connsiteX611" fmla="*/ 2110953 w 2961114"/>
              <a:gd name="connsiteY611" fmla="*/ 260869 h 1038646"/>
              <a:gd name="connsiteX612" fmla="*/ 2023289 w 2961114"/>
              <a:gd name="connsiteY612" fmla="*/ 218505 h 1038646"/>
              <a:gd name="connsiteX613" fmla="*/ 1936095 w 2961114"/>
              <a:gd name="connsiteY613" fmla="*/ 260869 h 1038646"/>
              <a:gd name="connsiteX614" fmla="*/ 1835532 w 2961114"/>
              <a:gd name="connsiteY614" fmla="*/ 307874 h 1038646"/>
              <a:gd name="connsiteX615" fmla="*/ 1735678 w 2961114"/>
              <a:gd name="connsiteY615" fmla="*/ 260869 h 1038646"/>
              <a:gd name="connsiteX616" fmla="*/ 1648015 w 2961114"/>
              <a:gd name="connsiteY616" fmla="*/ 218505 h 1038646"/>
              <a:gd name="connsiteX617" fmla="*/ 1560933 w 2961114"/>
              <a:gd name="connsiteY617" fmla="*/ 260869 h 1038646"/>
              <a:gd name="connsiteX618" fmla="*/ 1460498 w 2961114"/>
              <a:gd name="connsiteY618" fmla="*/ 307874 h 1038646"/>
              <a:gd name="connsiteX619" fmla="*/ 1360645 w 2961114"/>
              <a:gd name="connsiteY619" fmla="*/ 260869 h 1038646"/>
              <a:gd name="connsiteX620" fmla="*/ 1272981 w 2961114"/>
              <a:gd name="connsiteY620" fmla="*/ 218505 h 1038646"/>
              <a:gd name="connsiteX621" fmla="*/ 1185788 w 2961114"/>
              <a:gd name="connsiteY621" fmla="*/ 260869 h 1038646"/>
              <a:gd name="connsiteX622" fmla="*/ 1085224 w 2961114"/>
              <a:gd name="connsiteY622" fmla="*/ 307874 h 1038646"/>
              <a:gd name="connsiteX623" fmla="*/ 985370 w 2961114"/>
              <a:gd name="connsiteY623" fmla="*/ 260869 h 1038646"/>
              <a:gd name="connsiteX624" fmla="*/ 897707 w 2961114"/>
              <a:gd name="connsiteY624" fmla="*/ 218505 h 1038646"/>
              <a:gd name="connsiteX625" fmla="*/ 810626 w 2961114"/>
              <a:gd name="connsiteY625" fmla="*/ 260869 h 1038646"/>
              <a:gd name="connsiteX626" fmla="*/ 710190 w 2961114"/>
              <a:gd name="connsiteY626" fmla="*/ 307874 h 1038646"/>
              <a:gd name="connsiteX627" fmla="*/ 610337 w 2961114"/>
              <a:gd name="connsiteY627" fmla="*/ 260869 h 1038646"/>
              <a:gd name="connsiteX628" fmla="*/ 522674 w 2961114"/>
              <a:gd name="connsiteY628" fmla="*/ 218505 h 1038646"/>
              <a:gd name="connsiteX629" fmla="*/ 435480 w 2961114"/>
              <a:gd name="connsiteY629" fmla="*/ 260869 h 1038646"/>
              <a:gd name="connsiteX630" fmla="*/ 334917 w 2961114"/>
              <a:gd name="connsiteY630" fmla="*/ 307874 h 1038646"/>
              <a:gd name="connsiteX631" fmla="*/ 235062 w 2961114"/>
              <a:gd name="connsiteY631" fmla="*/ 260869 h 1038646"/>
              <a:gd name="connsiteX632" fmla="*/ 147400 w 2961114"/>
              <a:gd name="connsiteY632" fmla="*/ 218505 h 1038646"/>
              <a:gd name="connsiteX633" fmla="*/ 60318 w 2961114"/>
              <a:gd name="connsiteY633" fmla="*/ 260869 h 1038646"/>
              <a:gd name="connsiteX634" fmla="*/ 20333 w 2961114"/>
              <a:gd name="connsiteY634" fmla="*/ 292859 h 1038646"/>
              <a:gd name="connsiteX635" fmla="*/ 0 w 2961114"/>
              <a:gd name="connsiteY635" fmla="*/ 301170 h 1038646"/>
              <a:gd name="connsiteX636" fmla="*/ 0 w 2961114"/>
              <a:gd name="connsiteY636" fmla="*/ 279986 h 1038646"/>
              <a:gd name="connsiteX637" fmla="*/ 11334 w 2961114"/>
              <a:gd name="connsiteY637" fmla="*/ 277190 h 1038646"/>
              <a:gd name="connsiteX638" fmla="*/ 47546 w 2961114"/>
              <a:gd name="connsiteY638" fmla="*/ 247521 h 1038646"/>
              <a:gd name="connsiteX639" fmla="*/ 147400 w 2961114"/>
              <a:gd name="connsiteY639" fmla="*/ 200515 h 1038646"/>
              <a:gd name="connsiteX640" fmla="*/ 147400 w 2961114"/>
              <a:gd name="connsiteY640" fmla="*/ 99897 h 1038646"/>
              <a:gd name="connsiteX641" fmla="*/ 247834 w 2961114"/>
              <a:gd name="connsiteY641" fmla="*/ 147008 h 1038646"/>
              <a:gd name="connsiteX642" fmla="*/ 334917 w 2961114"/>
              <a:gd name="connsiteY642" fmla="*/ 189466 h 1038646"/>
              <a:gd name="connsiteX643" fmla="*/ 422692 w 2961114"/>
              <a:gd name="connsiteY643" fmla="*/ 147008 h 1038646"/>
              <a:gd name="connsiteX644" fmla="*/ 522674 w 2961114"/>
              <a:gd name="connsiteY644" fmla="*/ 99897 h 1038646"/>
              <a:gd name="connsiteX645" fmla="*/ 623109 w 2961114"/>
              <a:gd name="connsiteY645" fmla="*/ 147008 h 1038646"/>
              <a:gd name="connsiteX646" fmla="*/ 710190 w 2961114"/>
              <a:gd name="connsiteY646" fmla="*/ 189466 h 1038646"/>
              <a:gd name="connsiteX647" fmla="*/ 797854 w 2961114"/>
              <a:gd name="connsiteY647" fmla="*/ 147008 h 1038646"/>
              <a:gd name="connsiteX648" fmla="*/ 897707 w 2961114"/>
              <a:gd name="connsiteY648" fmla="*/ 99897 h 1038646"/>
              <a:gd name="connsiteX649" fmla="*/ 998141 w 2961114"/>
              <a:gd name="connsiteY649" fmla="*/ 147008 h 1038646"/>
              <a:gd name="connsiteX650" fmla="*/ 1085224 w 2961114"/>
              <a:gd name="connsiteY650" fmla="*/ 189466 h 1038646"/>
              <a:gd name="connsiteX651" fmla="*/ 1173000 w 2961114"/>
              <a:gd name="connsiteY651" fmla="*/ 147008 h 1038646"/>
              <a:gd name="connsiteX652" fmla="*/ 1272981 w 2961114"/>
              <a:gd name="connsiteY652" fmla="*/ 99897 h 1038646"/>
              <a:gd name="connsiteX653" fmla="*/ 1373416 w 2961114"/>
              <a:gd name="connsiteY653" fmla="*/ 147008 h 1038646"/>
              <a:gd name="connsiteX654" fmla="*/ 1460498 w 2961114"/>
              <a:gd name="connsiteY654" fmla="*/ 189466 h 1038646"/>
              <a:gd name="connsiteX655" fmla="*/ 1548162 w 2961114"/>
              <a:gd name="connsiteY655" fmla="*/ 147008 h 1038646"/>
              <a:gd name="connsiteX656" fmla="*/ 1648015 w 2961114"/>
              <a:gd name="connsiteY656" fmla="*/ 99897 h 1038646"/>
              <a:gd name="connsiteX657" fmla="*/ 1748449 w 2961114"/>
              <a:gd name="connsiteY657" fmla="*/ 147008 h 1038646"/>
              <a:gd name="connsiteX658" fmla="*/ 1835532 w 2961114"/>
              <a:gd name="connsiteY658" fmla="*/ 189466 h 1038646"/>
              <a:gd name="connsiteX659" fmla="*/ 1923307 w 2961114"/>
              <a:gd name="connsiteY659" fmla="*/ 147008 h 1038646"/>
              <a:gd name="connsiteX660" fmla="*/ 2023289 w 2961114"/>
              <a:gd name="connsiteY660" fmla="*/ 99897 h 1038646"/>
              <a:gd name="connsiteX661" fmla="*/ 2123724 w 2961114"/>
              <a:gd name="connsiteY661" fmla="*/ 147008 h 1038646"/>
              <a:gd name="connsiteX662" fmla="*/ 2210806 w 2961114"/>
              <a:gd name="connsiteY662" fmla="*/ 189466 h 1038646"/>
              <a:gd name="connsiteX663" fmla="*/ 2298469 w 2961114"/>
              <a:gd name="connsiteY663" fmla="*/ 147008 h 1038646"/>
              <a:gd name="connsiteX664" fmla="*/ 2398323 w 2961114"/>
              <a:gd name="connsiteY664" fmla="*/ 99897 h 1038646"/>
              <a:gd name="connsiteX665" fmla="*/ 2498177 w 2961114"/>
              <a:gd name="connsiteY665" fmla="*/ 147008 h 1038646"/>
              <a:gd name="connsiteX666" fmla="*/ 2585840 w 2961114"/>
              <a:gd name="connsiteY666" fmla="*/ 189466 h 1038646"/>
              <a:gd name="connsiteX667" fmla="*/ 2673615 w 2961114"/>
              <a:gd name="connsiteY667" fmla="*/ 147008 h 1038646"/>
              <a:gd name="connsiteX668" fmla="*/ 2773597 w 2961114"/>
              <a:gd name="connsiteY668" fmla="*/ 99897 h 1038646"/>
              <a:gd name="connsiteX669" fmla="*/ 2873451 w 2961114"/>
              <a:gd name="connsiteY669" fmla="*/ 147008 h 1038646"/>
              <a:gd name="connsiteX670" fmla="*/ 2961114 w 2961114"/>
              <a:gd name="connsiteY670" fmla="*/ 189466 h 1038646"/>
              <a:gd name="connsiteX671" fmla="*/ 2961114 w 2961114"/>
              <a:gd name="connsiteY671" fmla="*/ 207496 h 1038646"/>
              <a:gd name="connsiteX672" fmla="*/ 2861260 w 2961114"/>
              <a:gd name="connsiteY672" fmla="*/ 160385 h 1038646"/>
              <a:gd name="connsiteX673" fmla="*/ 2773597 w 2961114"/>
              <a:gd name="connsiteY673" fmla="*/ 117927 h 1038646"/>
              <a:gd name="connsiteX674" fmla="*/ 2685822 w 2961114"/>
              <a:gd name="connsiteY674" fmla="*/ 160385 h 1038646"/>
              <a:gd name="connsiteX675" fmla="*/ 2585840 w 2961114"/>
              <a:gd name="connsiteY675" fmla="*/ 207496 h 1038646"/>
              <a:gd name="connsiteX676" fmla="*/ 2485985 w 2961114"/>
              <a:gd name="connsiteY676" fmla="*/ 160385 h 1038646"/>
              <a:gd name="connsiteX677" fmla="*/ 2398323 w 2961114"/>
              <a:gd name="connsiteY677" fmla="*/ 117927 h 1038646"/>
              <a:gd name="connsiteX678" fmla="*/ 2310660 w 2961114"/>
              <a:gd name="connsiteY678" fmla="*/ 160385 h 1038646"/>
              <a:gd name="connsiteX679" fmla="*/ 2210806 w 2961114"/>
              <a:gd name="connsiteY679" fmla="*/ 207496 h 1038646"/>
              <a:gd name="connsiteX680" fmla="*/ 2110953 w 2961114"/>
              <a:gd name="connsiteY680" fmla="*/ 160385 h 1038646"/>
              <a:gd name="connsiteX681" fmla="*/ 2023289 w 2961114"/>
              <a:gd name="connsiteY681" fmla="*/ 117927 h 1038646"/>
              <a:gd name="connsiteX682" fmla="*/ 1936095 w 2961114"/>
              <a:gd name="connsiteY682" fmla="*/ 160385 h 1038646"/>
              <a:gd name="connsiteX683" fmla="*/ 1835532 w 2961114"/>
              <a:gd name="connsiteY683" fmla="*/ 207496 h 1038646"/>
              <a:gd name="connsiteX684" fmla="*/ 1735678 w 2961114"/>
              <a:gd name="connsiteY684" fmla="*/ 160385 h 1038646"/>
              <a:gd name="connsiteX685" fmla="*/ 1648015 w 2961114"/>
              <a:gd name="connsiteY685" fmla="*/ 117927 h 1038646"/>
              <a:gd name="connsiteX686" fmla="*/ 1560933 w 2961114"/>
              <a:gd name="connsiteY686" fmla="*/ 160385 h 1038646"/>
              <a:gd name="connsiteX687" fmla="*/ 1460498 w 2961114"/>
              <a:gd name="connsiteY687" fmla="*/ 207496 h 1038646"/>
              <a:gd name="connsiteX688" fmla="*/ 1360645 w 2961114"/>
              <a:gd name="connsiteY688" fmla="*/ 160385 h 1038646"/>
              <a:gd name="connsiteX689" fmla="*/ 1272981 w 2961114"/>
              <a:gd name="connsiteY689" fmla="*/ 117927 h 1038646"/>
              <a:gd name="connsiteX690" fmla="*/ 1185788 w 2961114"/>
              <a:gd name="connsiteY690" fmla="*/ 160385 h 1038646"/>
              <a:gd name="connsiteX691" fmla="*/ 1085224 w 2961114"/>
              <a:gd name="connsiteY691" fmla="*/ 207496 h 1038646"/>
              <a:gd name="connsiteX692" fmla="*/ 985370 w 2961114"/>
              <a:gd name="connsiteY692" fmla="*/ 160385 h 1038646"/>
              <a:gd name="connsiteX693" fmla="*/ 897707 w 2961114"/>
              <a:gd name="connsiteY693" fmla="*/ 117927 h 1038646"/>
              <a:gd name="connsiteX694" fmla="*/ 810626 w 2961114"/>
              <a:gd name="connsiteY694" fmla="*/ 160385 h 1038646"/>
              <a:gd name="connsiteX695" fmla="*/ 710190 w 2961114"/>
              <a:gd name="connsiteY695" fmla="*/ 207496 h 1038646"/>
              <a:gd name="connsiteX696" fmla="*/ 610337 w 2961114"/>
              <a:gd name="connsiteY696" fmla="*/ 160385 h 1038646"/>
              <a:gd name="connsiteX697" fmla="*/ 522674 w 2961114"/>
              <a:gd name="connsiteY697" fmla="*/ 117927 h 1038646"/>
              <a:gd name="connsiteX698" fmla="*/ 435480 w 2961114"/>
              <a:gd name="connsiteY698" fmla="*/ 160385 h 1038646"/>
              <a:gd name="connsiteX699" fmla="*/ 334917 w 2961114"/>
              <a:gd name="connsiteY699" fmla="*/ 207496 h 1038646"/>
              <a:gd name="connsiteX700" fmla="*/ 235062 w 2961114"/>
              <a:gd name="connsiteY700" fmla="*/ 160385 h 1038646"/>
              <a:gd name="connsiteX701" fmla="*/ 147400 w 2961114"/>
              <a:gd name="connsiteY701" fmla="*/ 117927 h 1038646"/>
              <a:gd name="connsiteX702" fmla="*/ 60318 w 2961114"/>
              <a:gd name="connsiteY702" fmla="*/ 160385 h 1038646"/>
              <a:gd name="connsiteX703" fmla="*/ 20333 w 2961114"/>
              <a:gd name="connsiteY703" fmla="*/ 192447 h 1038646"/>
              <a:gd name="connsiteX704" fmla="*/ 0 w 2961114"/>
              <a:gd name="connsiteY704" fmla="*/ 200777 h 1038646"/>
              <a:gd name="connsiteX705" fmla="*/ 0 w 2961114"/>
              <a:gd name="connsiteY705" fmla="*/ 179546 h 1038646"/>
              <a:gd name="connsiteX706" fmla="*/ 11334 w 2961114"/>
              <a:gd name="connsiteY706" fmla="*/ 176743 h 1038646"/>
              <a:gd name="connsiteX707" fmla="*/ 47546 w 2961114"/>
              <a:gd name="connsiteY707" fmla="*/ 147008 h 1038646"/>
              <a:gd name="connsiteX708" fmla="*/ 147400 w 2961114"/>
              <a:gd name="connsiteY708" fmla="*/ 99897 h 1038646"/>
              <a:gd name="connsiteX709" fmla="*/ 147400 w 2961114"/>
              <a:gd name="connsiteY709" fmla="*/ 0 h 1038646"/>
              <a:gd name="connsiteX710" fmla="*/ 247834 w 2961114"/>
              <a:gd name="connsiteY710" fmla="*/ 47649 h 1038646"/>
              <a:gd name="connsiteX711" fmla="*/ 334917 w 2961114"/>
              <a:gd name="connsiteY711" fmla="*/ 90068 h 1038646"/>
              <a:gd name="connsiteX712" fmla="*/ 422692 w 2961114"/>
              <a:gd name="connsiteY712" fmla="*/ 47649 h 1038646"/>
              <a:gd name="connsiteX713" fmla="*/ 522674 w 2961114"/>
              <a:gd name="connsiteY713" fmla="*/ 0 h 1038646"/>
              <a:gd name="connsiteX714" fmla="*/ 623109 w 2961114"/>
              <a:gd name="connsiteY714" fmla="*/ 47649 h 1038646"/>
              <a:gd name="connsiteX715" fmla="*/ 710190 w 2961114"/>
              <a:gd name="connsiteY715" fmla="*/ 90068 h 1038646"/>
              <a:gd name="connsiteX716" fmla="*/ 797854 w 2961114"/>
              <a:gd name="connsiteY716" fmla="*/ 47649 h 1038646"/>
              <a:gd name="connsiteX717" fmla="*/ 897707 w 2961114"/>
              <a:gd name="connsiteY717" fmla="*/ 0 h 1038646"/>
              <a:gd name="connsiteX718" fmla="*/ 998141 w 2961114"/>
              <a:gd name="connsiteY718" fmla="*/ 47649 h 1038646"/>
              <a:gd name="connsiteX719" fmla="*/ 1085224 w 2961114"/>
              <a:gd name="connsiteY719" fmla="*/ 90068 h 1038646"/>
              <a:gd name="connsiteX720" fmla="*/ 1173000 w 2961114"/>
              <a:gd name="connsiteY720" fmla="*/ 47649 h 1038646"/>
              <a:gd name="connsiteX721" fmla="*/ 1272981 w 2961114"/>
              <a:gd name="connsiteY721" fmla="*/ 0 h 1038646"/>
              <a:gd name="connsiteX722" fmla="*/ 1373416 w 2961114"/>
              <a:gd name="connsiteY722" fmla="*/ 47649 h 1038646"/>
              <a:gd name="connsiteX723" fmla="*/ 1460498 w 2961114"/>
              <a:gd name="connsiteY723" fmla="*/ 90068 h 1038646"/>
              <a:gd name="connsiteX724" fmla="*/ 1548162 w 2961114"/>
              <a:gd name="connsiteY724" fmla="*/ 47649 h 1038646"/>
              <a:gd name="connsiteX725" fmla="*/ 1648015 w 2961114"/>
              <a:gd name="connsiteY725" fmla="*/ 0 h 1038646"/>
              <a:gd name="connsiteX726" fmla="*/ 1748449 w 2961114"/>
              <a:gd name="connsiteY726" fmla="*/ 47649 h 1038646"/>
              <a:gd name="connsiteX727" fmla="*/ 1835532 w 2961114"/>
              <a:gd name="connsiteY727" fmla="*/ 90068 h 1038646"/>
              <a:gd name="connsiteX728" fmla="*/ 1923307 w 2961114"/>
              <a:gd name="connsiteY728" fmla="*/ 47649 h 1038646"/>
              <a:gd name="connsiteX729" fmla="*/ 2023289 w 2961114"/>
              <a:gd name="connsiteY729" fmla="*/ 0 h 1038646"/>
              <a:gd name="connsiteX730" fmla="*/ 2123724 w 2961114"/>
              <a:gd name="connsiteY730" fmla="*/ 47649 h 1038646"/>
              <a:gd name="connsiteX731" fmla="*/ 2210806 w 2961114"/>
              <a:gd name="connsiteY731" fmla="*/ 90068 h 1038646"/>
              <a:gd name="connsiteX732" fmla="*/ 2298469 w 2961114"/>
              <a:gd name="connsiteY732" fmla="*/ 47649 h 1038646"/>
              <a:gd name="connsiteX733" fmla="*/ 2398323 w 2961114"/>
              <a:gd name="connsiteY733" fmla="*/ 0 h 1038646"/>
              <a:gd name="connsiteX734" fmla="*/ 2498177 w 2961114"/>
              <a:gd name="connsiteY734" fmla="*/ 47649 h 1038646"/>
              <a:gd name="connsiteX735" fmla="*/ 2585840 w 2961114"/>
              <a:gd name="connsiteY735" fmla="*/ 90068 h 1038646"/>
              <a:gd name="connsiteX736" fmla="*/ 2673615 w 2961114"/>
              <a:gd name="connsiteY736" fmla="*/ 47649 h 1038646"/>
              <a:gd name="connsiteX737" fmla="*/ 2773597 w 2961114"/>
              <a:gd name="connsiteY737" fmla="*/ 0 h 1038646"/>
              <a:gd name="connsiteX738" fmla="*/ 2873451 w 2961114"/>
              <a:gd name="connsiteY738" fmla="*/ 47649 h 1038646"/>
              <a:gd name="connsiteX739" fmla="*/ 2961114 w 2961114"/>
              <a:gd name="connsiteY739" fmla="*/ 90068 h 1038646"/>
              <a:gd name="connsiteX740" fmla="*/ 2961114 w 2961114"/>
              <a:gd name="connsiteY740" fmla="*/ 108081 h 1038646"/>
              <a:gd name="connsiteX741" fmla="*/ 2861260 w 2961114"/>
              <a:gd name="connsiteY741" fmla="*/ 60433 h 1038646"/>
              <a:gd name="connsiteX742" fmla="*/ 2773597 w 2961114"/>
              <a:gd name="connsiteY742" fmla="*/ 18014 h 1038646"/>
              <a:gd name="connsiteX743" fmla="*/ 2685822 w 2961114"/>
              <a:gd name="connsiteY743" fmla="*/ 60433 h 1038646"/>
              <a:gd name="connsiteX744" fmla="*/ 2585840 w 2961114"/>
              <a:gd name="connsiteY744" fmla="*/ 108081 h 1038646"/>
              <a:gd name="connsiteX745" fmla="*/ 2485985 w 2961114"/>
              <a:gd name="connsiteY745" fmla="*/ 60433 h 1038646"/>
              <a:gd name="connsiteX746" fmla="*/ 2398323 w 2961114"/>
              <a:gd name="connsiteY746" fmla="*/ 18014 h 1038646"/>
              <a:gd name="connsiteX747" fmla="*/ 2310660 w 2961114"/>
              <a:gd name="connsiteY747" fmla="*/ 60433 h 1038646"/>
              <a:gd name="connsiteX748" fmla="*/ 2210806 w 2961114"/>
              <a:gd name="connsiteY748" fmla="*/ 108081 h 1038646"/>
              <a:gd name="connsiteX749" fmla="*/ 2110953 w 2961114"/>
              <a:gd name="connsiteY749" fmla="*/ 60433 h 1038646"/>
              <a:gd name="connsiteX750" fmla="*/ 2023289 w 2961114"/>
              <a:gd name="connsiteY750" fmla="*/ 18014 h 1038646"/>
              <a:gd name="connsiteX751" fmla="*/ 1936095 w 2961114"/>
              <a:gd name="connsiteY751" fmla="*/ 60433 h 1038646"/>
              <a:gd name="connsiteX752" fmla="*/ 1835532 w 2961114"/>
              <a:gd name="connsiteY752" fmla="*/ 108081 h 1038646"/>
              <a:gd name="connsiteX753" fmla="*/ 1735678 w 2961114"/>
              <a:gd name="connsiteY753" fmla="*/ 60433 h 1038646"/>
              <a:gd name="connsiteX754" fmla="*/ 1648015 w 2961114"/>
              <a:gd name="connsiteY754" fmla="*/ 18014 h 1038646"/>
              <a:gd name="connsiteX755" fmla="*/ 1560933 w 2961114"/>
              <a:gd name="connsiteY755" fmla="*/ 60433 h 1038646"/>
              <a:gd name="connsiteX756" fmla="*/ 1460498 w 2961114"/>
              <a:gd name="connsiteY756" fmla="*/ 108081 h 1038646"/>
              <a:gd name="connsiteX757" fmla="*/ 1360645 w 2961114"/>
              <a:gd name="connsiteY757" fmla="*/ 60433 h 1038646"/>
              <a:gd name="connsiteX758" fmla="*/ 1272981 w 2961114"/>
              <a:gd name="connsiteY758" fmla="*/ 18014 h 1038646"/>
              <a:gd name="connsiteX759" fmla="*/ 1185788 w 2961114"/>
              <a:gd name="connsiteY759" fmla="*/ 60433 h 1038646"/>
              <a:gd name="connsiteX760" fmla="*/ 1085224 w 2961114"/>
              <a:gd name="connsiteY760" fmla="*/ 108081 h 1038646"/>
              <a:gd name="connsiteX761" fmla="*/ 985370 w 2961114"/>
              <a:gd name="connsiteY761" fmla="*/ 60433 h 1038646"/>
              <a:gd name="connsiteX762" fmla="*/ 897707 w 2961114"/>
              <a:gd name="connsiteY762" fmla="*/ 18014 h 1038646"/>
              <a:gd name="connsiteX763" fmla="*/ 810626 w 2961114"/>
              <a:gd name="connsiteY763" fmla="*/ 60433 h 1038646"/>
              <a:gd name="connsiteX764" fmla="*/ 710190 w 2961114"/>
              <a:gd name="connsiteY764" fmla="*/ 108081 h 1038646"/>
              <a:gd name="connsiteX765" fmla="*/ 610337 w 2961114"/>
              <a:gd name="connsiteY765" fmla="*/ 60433 h 1038646"/>
              <a:gd name="connsiteX766" fmla="*/ 522674 w 2961114"/>
              <a:gd name="connsiteY766" fmla="*/ 18014 h 1038646"/>
              <a:gd name="connsiteX767" fmla="*/ 435480 w 2961114"/>
              <a:gd name="connsiteY767" fmla="*/ 60433 h 1038646"/>
              <a:gd name="connsiteX768" fmla="*/ 334917 w 2961114"/>
              <a:gd name="connsiteY768" fmla="*/ 108081 h 1038646"/>
              <a:gd name="connsiteX769" fmla="*/ 235062 w 2961114"/>
              <a:gd name="connsiteY769" fmla="*/ 60433 h 1038646"/>
              <a:gd name="connsiteX770" fmla="*/ 147400 w 2961114"/>
              <a:gd name="connsiteY770" fmla="*/ 18014 h 1038646"/>
              <a:gd name="connsiteX771" fmla="*/ 60318 w 2961114"/>
              <a:gd name="connsiteY771" fmla="*/ 60433 h 1038646"/>
              <a:gd name="connsiteX772" fmla="*/ 20333 w 2961114"/>
              <a:gd name="connsiteY772" fmla="*/ 92755 h 1038646"/>
              <a:gd name="connsiteX773" fmla="*/ 0 w 2961114"/>
              <a:gd name="connsiteY773" fmla="*/ 101231 h 1038646"/>
              <a:gd name="connsiteX774" fmla="*/ 0 w 2961114"/>
              <a:gd name="connsiteY774" fmla="*/ 81846 h 1038646"/>
              <a:gd name="connsiteX775" fmla="*/ 11334 w 2961114"/>
              <a:gd name="connsiteY775" fmla="*/ 77139 h 1038646"/>
              <a:gd name="connsiteX776" fmla="*/ 47546 w 2961114"/>
              <a:gd name="connsiteY776" fmla="*/ 47649 h 1038646"/>
              <a:gd name="connsiteX777" fmla="*/ 147400 w 2961114"/>
              <a:gd name="connsiteY777" fmla="*/ 0 h 1038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</a:cxnLst>
            <a:rect l="l" t="t" r="r" b="b"/>
            <a:pathLst>
              <a:path w="2961114" h="1038646">
                <a:moveTo>
                  <a:pt x="2773597" y="1000651"/>
                </a:moveTo>
                <a:cubicBezTo>
                  <a:pt x="2798851" y="1000651"/>
                  <a:pt x="2818009" y="1006758"/>
                  <a:pt x="2833756" y="1015701"/>
                </a:cubicBezTo>
                <a:lnTo>
                  <a:pt x="2862165" y="1038646"/>
                </a:lnTo>
                <a:lnTo>
                  <a:pt x="2833703" y="1038646"/>
                </a:lnTo>
                <a:lnTo>
                  <a:pt x="2824830" y="1031404"/>
                </a:lnTo>
                <a:cubicBezTo>
                  <a:pt x="2811187" y="1023625"/>
                  <a:pt x="2795077" y="1018681"/>
                  <a:pt x="2773597" y="1018681"/>
                </a:cubicBezTo>
                <a:cubicBezTo>
                  <a:pt x="2752089" y="1018681"/>
                  <a:pt x="2736104" y="1023625"/>
                  <a:pt x="2722516" y="1031404"/>
                </a:cubicBezTo>
                <a:lnTo>
                  <a:pt x="2713579" y="1038646"/>
                </a:lnTo>
                <a:lnTo>
                  <a:pt x="2685056" y="1038646"/>
                </a:lnTo>
                <a:lnTo>
                  <a:pt x="2713579" y="1015919"/>
                </a:lnTo>
                <a:cubicBezTo>
                  <a:pt x="2729274" y="1006904"/>
                  <a:pt x="2748311" y="1000651"/>
                  <a:pt x="2773597" y="1000651"/>
                </a:cubicBezTo>
                <a:close/>
                <a:moveTo>
                  <a:pt x="2398323" y="1000651"/>
                </a:moveTo>
                <a:cubicBezTo>
                  <a:pt x="2423577" y="1000651"/>
                  <a:pt x="2442735" y="1006758"/>
                  <a:pt x="2458482" y="1015701"/>
                </a:cubicBezTo>
                <a:lnTo>
                  <a:pt x="2486891" y="1038646"/>
                </a:lnTo>
                <a:lnTo>
                  <a:pt x="2458428" y="1038646"/>
                </a:lnTo>
                <a:lnTo>
                  <a:pt x="2449556" y="1031404"/>
                </a:lnTo>
                <a:cubicBezTo>
                  <a:pt x="2435914" y="1023625"/>
                  <a:pt x="2419804" y="1018681"/>
                  <a:pt x="2398323" y="1018681"/>
                </a:cubicBezTo>
                <a:cubicBezTo>
                  <a:pt x="2376843" y="1018681"/>
                  <a:pt x="2360878" y="1023625"/>
                  <a:pt x="2347307" y="1031404"/>
                </a:cubicBezTo>
                <a:lnTo>
                  <a:pt x="2338382" y="1038646"/>
                </a:lnTo>
                <a:lnTo>
                  <a:pt x="2309895" y="1038646"/>
                </a:lnTo>
                <a:lnTo>
                  <a:pt x="2338382" y="1015919"/>
                </a:lnTo>
                <a:cubicBezTo>
                  <a:pt x="2354057" y="1006904"/>
                  <a:pt x="2373070" y="1000651"/>
                  <a:pt x="2398323" y="1000651"/>
                </a:cubicBezTo>
                <a:close/>
                <a:moveTo>
                  <a:pt x="2023289" y="1000651"/>
                </a:moveTo>
                <a:cubicBezTo>
                  <a:pt x="2048543" y="1000651"/>
                  <a:pt x="2067701" y="1006758"/>
                  <a:pt x="2083521" y="1015701"/>
                </a:cubicBezTo>
                <a:lnTo>
                  <a:pt x="2112293" y="1038646"/>
                </a:lnTo>
                <a:lnTo>
                  <a:pt x="2083395" y="1038646"/>
                </a:lnTo>
                <a:lnTo>
                  <a:pt x="2074523" y="1031404"/>
                </a:lnTo>
                <a:cubicBezTo>
                  <a:pt x="2060880" y="1023625"/>
                  <a:pt x="2044770" y="1018681"/>
                  <a:pt x="2023289" y="1018681"/>
                </a:cubicBezTo>
                <a:cubicBezTo>
                  <a:pt x="2001781" y="1018681"/>
                  <a:pt x="1985796" y="1023625"/>
                  <a:pt x="1972281" y="1031404"/>
                </a:cubicBezTo>
                <a:lnTo>
                  <a:pt x="1963468" y="1038646"/>
                </a:lnTo>
                <a:lnTo>
                  <a:pt x="1934748" y="1038646"/>
                </a:lnTo>
                <a:lnTo>
                  <a:pt x="1963271" y="1015919"/>
                </a:lnTo>
                <a:cubicBezTo>
                  <a:pt x="1978966" y="1006904"/>
                  <a:pt x="1998003" y="1000651"/>
                  <a:pt x="2023289" y="1000651"/>
                </a:cubicBezTo>
                <a:close/>
                <a:moveTo>
                  <a:pt x="1648015" y="1000651"/>
                </a:moveTo>
                <a:cubicBezTo>
                  <a:pt x="1673269" y="1000651"/>
                  <a:pt x="1692427" y="1006758"/>
                  <a:pt x="1708247" y="1015701"/>
                </a:cubicBezTo>
                <a:lnTo>
                  <a:pt x="1737018" y="1038646"/>
                </a:lnTo>
                <a:lnTo>
                  <a:pt x="1708120" y="1038646"/>
                </a:lnTo>
                <a:lnTo>
                  <a:pt x="1699248" y="1031404"/>
                </a:lnTo>
                <a:cubicBezTo>
                  <a:pt x="1685606" y="1023625"/>
                  <a:pt x="1669496" y="1018681"/>
                  <a:pt x="1648015" y="1018681"/>
                </a:cubicBezTo>
                <a:cubicBezTo>
                  <a:pt x="1626535" y="1018681"/>
                  <a:pt x="1610570" y="1023625"/>
                  <a:pt x="1597073" y="1031404"/>
                </a:cubicBezTo>
                <a:lnTo>
                  <a:pt x="1588271" y="1038646"/>
                </a:lnTo>
                <a:lnTo>
                  <a:pt x="1559588" y="1038646"/>
                </a:lnTo>
                <a:lnTo>
                  <a:pt x="1588074" y="1015919"/>
                </a:lnTo>
                <a:cubicBezTo>
                  <a:pt x="1603749" y="1006904"/>
                  <a:pt x="1622762" y="1000651"/>
                  <a:pt x="1648015" y="1000651"/>
                </a:cubicBezTo>
                <a:close/>
                <a:moveTo>
                  <a:pt x="1272981" y="1000651"/>
                </a:moveTo>
                <a:cubicBezTo>
                  <a:pt x="1298526" y="1000651"/>
                  <a:pt x="1317684" y="1006758"/>
                  <a:pt x="1333431" y="1015701"/>
                </a:cubicBezTo>
                <a:lnTo>
                  <a:pt x="1362047" y="1038646"/>
                </a:lnTo>
                <a:lnTo>
                  <a:pt x="1333252" y="1038646"/>
                </a:lnTo>
                <a:lnTo>
                  <a:pt x="1324432" y="1031404"/>
                </a:lnTo>
                <a:cubicBezTo>
                  <a:pt x="1310862" y="1023625"/>
                  <a:pt x="1294752" y="1018681"/>
                  <a:pt x="1272981" y="1018681"/>
                </a:cubicBezTo>
                <a:cubicBezTo>
                  <a:pt x="1251474" y="1018681"/>
                  <a:pt x="1235488" y="1023625"/>
                  <a:pt x="1221973" y="1031404"/>
                </a:cubicBezTo>
                <a:lnTo>
                  <a:pt x="1213161" y="1038646"/>
                </a:lnTo>
                <a:lnTo>
                  <a:pt x="1184441" y="1038646"/>
                </a:lnTo>
                <a:lnTo>
                  <a:pt x="1212963" y="1015919"/>
                </a:lnTo>
                <a:cubicBezTo>
                  <a:pt x="1228658" y="1006904"/>
                  <a:pt x="1247695" y="1000651"/>
                  <a:pt x="1272981" y="1000651"/>
                </a:cubicBezTo>
                <a:close/>
                <a:moveTo>
                  <a:pt x="897707" y="1000651"/>
                </a:moveTo>
                <a:cubicBezTo>
                  <a:pt x="923251" y="1000651"/>
                  <a:pt x="942409" y="1006758"/>
                  <a:pt x="958156" y="1015701"/>
                </a:cubicBezTo>
                <a:lnTo>
                  <a:pt x="986772" y="1038646"/>
                </a:lnTo>
                <a:lnTo>
                  <a:pt x="957977" y="1038646"/>
                </a:lnTo>
                <a:lnTo>
                  <a:pt x="949158" y="1031404"/>
                </a:lnTo>
                <a:cubicBezTo>
                  <a:pt x="935588" y="1023625"/>
                  <a:pt x="919478" y="1018681"/>
                  <a:pt x="897707" y="1018681"/>
                </a:cubicBezTo>
                <a:cubicBezTo>
                  <a:pt x="876227" y="1018681"/>
                  <a:pt x="860262" y="1023625"/>
                  <a:pt x="846765" y="1031404"/>
                </a:cubicBezTo>
                <a:lnTo>
                  <a:pt x="837964" y="1038646"/>
                </a:lnTo>
                <a:lnTo>
                  <a:pt x="809280" y="1038646"/>
                </a:lnTo>
                <a:lnTo>
                  <a:pt x="837766" y="1015919"/>
                </a:lnTo>
                <a:cubicBezTo>
                  <a:pt x="853441" y="1006904"/>
                  <a:pt x="872454" y="1000651"/>
                  <a:pt x="897707" y="1000651"/>
                </a:cubicBezTo>
                <a:close/>
                <a:moveTo>
                  <a:pt x="522674" y="1000651"/>
                </a:moveTo>
                <a:cubicBezTo>
                  <a:pt x="548218" y="1000651"/>
                  <a:pt x="567376" y="1006758"/>
                  <a:pt x="583124" y="1015701"/>
                </a:cubicBezTo>
                <a:lnTo>
                  <a:pt x="611740" y="1038646"/>
                </a:lnTo>
                <a:lnTo>
                  <a:pt x="582944" y="1038646"/>
                </a:lnTo>
                <a:lnTo>
                  <a:pt x="574125" y="1031404"/>
                </a:lnTo>
                <a:cubicBezTo>
                  <a:pt x="560554" y="1023625"/>
                  <a:pt x="544444" y="1018681"/>
                  <a:pt x="522674" y="1018681"/>
                </a:cubicBezTo>
                <a:cubicBezTo>
                  <a:pt x="501166" y="1018681"/>
                  <a:pt x="485181" y="1023625"/>
                  <a:pt x="471666" y="1031404"/>
                </a:cubicBezTo>
                <a:lnTo>
                  <a:pt x="462853" y="1038646"/>
                </a:lnTo>
                <a:lnTo>
                  <a:pt x="434133" y="1038646"/>
                </a:lnTo>
                <a:lnTo>
                  <a:pt x="462656" y="1015919"/>
                </a:lnTo>
                <a:cubicBezTo>
                  <a:pt x="478350" y="1006904"/>
                  <a:pt x="497388" y="1000651"/>
                  <a:pt x="522674" y="1000651"/>
                </a:cubicBezTo>
                <a:close/>
                <a:moveTo>
                  <a:pt x="147400" y="1000651"/>
                </a:moveTo>
                <a:cubicBezTo>
                  <a:pt x="172944" y="1000651"/>
                  <a:pt x="192102" y="1006758"/>
                  <a:pt x="207849" y="1015701"/>
                </a:cubicBezTo>
                <a:lnTo>
                  <a:pt x="236465" y="1038646"/>
                </a:lnTo>
                <a:lnTo>
                  <a:pt x="207670" y="1038646"/>
                </a:lnTo>
                <a:lnTo>
                  <a:pt x="198851" y="1031404"/>
                </a:lnTo>
                <a:cubicBezTo>
                  <a:pt x="185281" y="1023625"/>
                  <a:pt x="169171" y="1018681"/>
                  <a:pt x="147400" y="1018681"/>
                </a:cubicBezTo>
                <a:cubicBezTo>
                  <a:pt x="125920" y="1018681"/>
                  <a:pt x="109955" y="1023625"/>
                  <a:pt x="96457" y="1031404"/>
                </a:cubicBezTo>
                <a:lnTo>
                  <a:pt x="87656" y="1038646"/>
                </a:lnTo>
                <a:lnTo>
                  <a:pt x="58972" y="1038646"/>
                </a:lnTo>
                <a:lnTo>
                  <a:pt x="87458" y="1015919"/>
                </a:lnTo>
                <a:cubicBezTo>
                  <a:pt x="103133" y="1006904"/>
                  <a:pt x="122146" y="1000651"/>
                  <a:pt x="147400" y="1000651"/>
                </a:cubicBezTo>
                <a:close/>
                <a:moveTo>
                  <a:pt x="147400" y="900273"/>
                </a:moveTo>
                <a:cubicBezTo>
                  <a:pt x="198488" y="900273"/>
                  <a:pt x="224032" y="924647"/>
                  <a:pt x="247834" y="947279"/>
                </a:cubicBezTo>
                <a:cubicBezTo>
                  <a:pt x="271056" y="969911"/>
                  <a:pt x="291956" y="989642"/>
                  <a:pt x="334917" y="989642"/>
                </a:cubicBezTo>
                <a:cubicBezTo>
                  <a:pt x="378513" y="989642"/>
                  <a:pt x="399440" y="969911"/>
                  <a:pt x="422692" y="947279"/>
                </a:cubicBezTo>
                <a:cubicBezTo>
                  <a:pt x="446525" y="924647"/>
                  <a:pt x="472101" y="900273"/>
                  <a:pt x="522674" y="900273"/>
                </a:cubicBezTo>
                <a:cubicBezTo>
                  <a:pt x="573762" y="900273"/>
                  <a:pt x="599306" y="924647"/>
                  <a:pt x="623109" y="947279"/>
                </a:cubicBezTo>
                <a:cubicBezTo>
                  <a:pt x="646331" y="969911"/>
                  <a:pt x="667230" y="989642"/>
                  <a:pt x="710190" y="989642"/>
                </a:cubicBezTo>
                <a:cubicBezTo>
                  <a:pt x="753731" y="989642"/>
                  <a:pt x="774632" y="969911"/>
                  <a:pt x="797854" y="947279"/>
                </a:cubicBezTo>
                <a:cubicBezTo>
                  <a:pt x="821656" y="924647"/>
                  <a:pt x="847200" y="900273"/>
                  <a:pt x="897707" y="900273"/>
                </a:cubicBezTo>
                <a:cubicBezTo>
                  <a:pt x="948795" y="900273"/>
                  <a:pt x="974339" y="924647"/>
                  <a:pt x="998141" y="947279"/>
                </a:cubicBezTo>
                <a:cubicBezTo>
                  <a:pt x="1021364" y="969911"/>
                  <a:pt x="1042264" y="989642"/>
                  <a:pt x="1085224" y="989642"/>
                </a:cubicBezTo>
                <a:cubicBezTo>
                  <a:pt x="1128821" y="989642"/>
                  <a:pt x="1149748" y="969911"/>
                  <a:pt x="1173000" y="947279"/>
                </a:cubicBezTo>
                <a:cubicBezTo>
                  <a:pt x="1196833" y="924647"/>
                  <a:pt x="1222409" y="900273"/>
                  <a:pt x="1272981" y="900273"/>
                </a:cubicBezTo>
                <a:cubicBezTo>
                  <a:pt x="1324070" y="900273"/>
                  <a:pt x="1349614" y="924647"/>
                  <a:pt x="1373416" y="947279"/>
                </a:cubicBezTo>
                <a:cubicBezTo>
                  <a:pt x="1396639" y="969911"/>
                  <a:pt x="1417538" y="989642"/>
                  <a:pt x="1460498" y="989642"/>
                </a:cubicBezTo>
                <a:cubicBezTo>
                  <a:pt x="1503459" y="989642"/>
                  <a:pt x="1524939" y="969911"/>
                  <a:pt x="1548162" y="947279"/>
                </a:cubicBezTo>
                <a:cubicBezTo>
                  <a:pt x="1571964" y="924647"/>
                  <a:pt x="1597508" y="900273"/>
                  <a:pt x="1648015" y="900273"/>
                </a:cubicBezTo>
                <a:cubicBezTo>
                  <a:pt x="1698523" y="900273"/>
                  <a:pt x="1724647" y="924647"/>
                  <a:pt x="1748449" y="947279"/>
                </a:cubicBezTo>
                <a:cubicBezTo>
                  <a:pt x="1771672" y="969911"/>
                  <a:pt x="1792572" y="989642"/>
                  <a:pt x="1835532" y="989642"/>
                </a:cubicBezTo>
                <a:cubicBezTo>
                  <a:pt x="1878548" y="989642"/>
                  <a:pt x="1900055" y="969911"/>
                  <a:pt x="1923307" y="947279"/>
                </a:cubicBezTo>
                <a:cubicBezTo>
                  <a:pt x="1947141" y="924647"/>
                  <a:pt x="1972717" y="900273"/>
                  <a:pt x="2023289" y="900273"/>
                </a:cubicBezTo>
                <a:cubicBezTo>
                  <a:pt x="2073797" y="900273"/>
                  <a:pt x="2099922" y="924647"/>
                  <a:pt x="2123724" y="947279"/>
                </a:cubicBezTo>
                <a:cubicBezTo>
                  <a:pt x="2146947" y="969911"/>
                  <a:pt x="2167846" y="989642"/>
                  <a:pt x="2210806" y="989642"/>
                </a:cubicBezTo>
                <a:cubicBezTo>
                  <a:pt x="2253767" y="989642"/>
                  <a:pt x="2275247" y="969911"/>
                  <a:pt x="2298469" y="947279"/>
                </a:cubicBezTo>
                <a:cubicBezTo>
                  <a:pt x="2322272" y="924647"/>
                  <a:pt x="2347816" y="900273"/>
                  <a:pt x="2398323" y="900273"/>
                </a:cubicBezTo>
                <a:cubicBezTo>
                  <a:pt x="2448831" y="900273"/>
                  <a:pt x="2474955" y="924647"/>
                  <a:pt x="2498177" y="947279"/>
                </a:cubicBezTo>
                <a:cubicBezTo>
                  <a:pt x="2521979" y="969911"/>
                  <a:pt x="2542880" y="989642"/>
                  <a:pt x="2585840" y="989642"/>
                </a:cubicBezTo>
                <a:cubicBezTo>
                  <a:pt x="2628856" y="989642"/>
                  <a:pt x="2650363" y="969911"/>
                  <a:pt x="2673615" y="947279"/>
                </a:cubicBezTo>
                <a:cubicBezTo>
                  <a:pt x="2697449" y="924647"/>
                  <a:pt x="2723025" y="900273"/>
                  <a:pt x="2773597" y="900273"/>
                </a:cubicBezTo>
                <a:cubicBezTo>
                  <a:pt x="2824104" y="900273"/>
                  <a:pt x="2850230" y="924647"/>
                  <a:pt x="2873451" y="947279"/>
                </a:cubicBezTo>
                <a:cubicBezTo>
                  <a:pt x="2897254" y="969911"/>
                  <a:pt x="2918153" y="989642"/>
                  <a:pt x="2961114" y="989642"/>
                </a:cubicBezTo>
                <a:lnTo>
                  <a:pt x="2961114" y="1007632"/>
                </a:lnTo>
                <a:cubicBezTo>
                  <a:pt x="2910606" y="1007632"/>
                  <a:pt x="2885063" y="982678"/>
                  <a:pt x="2861260" y="960626"/>
                </a:cubicBezTo>
                <a:cubicBezTo>
                  <a:pt x="2838038" y="937994"/>
                  <a:pt x="2816557" y="918263"/>
                  <a:pt x="2773597" y="918263"/>
                </a:cubicBezTo>
                <a:cubicBezTo>
                  <a:pt x="2730581" y="918263"/>
                  <a:pt x="2709655" y="937994"/>
                  <a:pt x="2685822" y="960626"/>
                </a:cubicBezTo>
                <a:cubicBezTo>
                  <a:pt x="2662570" y="983259"/>
                  <a:pt x="2636412" y="1007632"/>
                  <a:pt x="2585840" y="1007632"/>
                </a:cubicBezTo>
                <a:cubicBezTo>
                  <a:pt x="2535333" y="1007632"/>
                  <a:pt x="2509789" y="982678"/>
                  <a:pt x="2485985" y="960626"/>
                </a:cubicBezTo>
                <a:cubicBezTo>
                  <a:pt x="2462763" y="937994"/>
                  <a:pt x="2441284" y="918263"/>
                  <a:pt x="2398323" y="918263"/>
                </a:cubicBezTo>
                <a:cubicBezTo>
                  <a:pt x="2355363" y="918263"/>
                  <a:pt x="2334462" y="937994"/>
                  <a:pt x="2310660" y="960626"/>
                </a:cubicBezTo>
                <a:cubicBezTo>
                  <a:pt x="2287438" y="983259"/>
                  <a:pt x="2261314" y="1007632"/>
                  <a:pt x="2210806" y="1007632"/>
                </a:cubicBezTo>
                <a:cubicBezTo>
                  <a:pt x="2160299" y="1007632"/>
                  <a:pt x="2134755" y="982678"/>
                  <a:pt x="2110953" y="960626"/>
                </a:cubicBezTo>
                <a:cubicBezTo>
                  <a:pt x="2087730" y="937994"/>
                  <a:pt x="2066250" y="918263"/>
                  <a:pt x="2023289" y="918263"/>
                </a:cubicBezTo>
                <a:cubicBezTo>
                  <a:pt x="1980273" y="918263"/>
                  <a:pt x="1959347" y="937994"/>
                  <a:pt x="1936095" y="960626"/>
                </a:cubicBezTo>
                <a:cubicBezTo>
                  <a:pt x="1912263" y="983259"/>
                  <a:pt x="1886104" y="1007632"/>
                  <a:pt x="1835532" y="1007632"/>
                </a:cubicBezTo>
                <a:cubicBezTo>
                  <a:pt x="1785025" y="1007632"/>
                  <a:pt x="1759481" y="982678"/>
                  <a:pt x="1735678" y="960626"/>
                </a:cubicBezTo>
                <a:cubicBezTo>
                  <a:pt x="1712455" y="937994"/>
                  <a:pt x="1690976" y="918263"/>
                  <a:pt x="1648015" y="918263"/>
                </a:cubicBezTo>
                <a:cubicBezTo>
                  <a:pt x="1605055" y="918263"/>
                  <a:pt x="1584156" y="937994"/>
                  <a:pt x="1560933" y="960626"/>
                </a:cubicBezTo>
                <a:cubicBezTo>
                  <a:pt x="1537130" y="983259"/>
                  <a:pt x="1511006" y="1007632"/>
                  <a:pt x="1460498" y="1007632"/>
                </a:cubicBezTo>
                <a:cubicBezTo>
                  <a:pt x="1409991" y="1007632"/>
                  <a:pt x="1384447" y="982678"/>
                  <a:pt x="1360645" y="960626"/>
                </a:cubicBezTo>
                <a:cubicBezTo>
                  <a:pt x="1337422" y="937994"/>
                  <a:pt x="1316522" y="918263"/>
                  <a:pt x="1272981" y="918263"/>
                </a:cubicBezTo>
                <a:cubicBezTo>
                  <a:pt x="1229966" y="918263"/>
                  <a:pt x="1209039" y="937994"/>
                  <a:pt x="1185788" y="960626"/>
                </a:cubicBezTo>
                <a:cubicBezTo>
                  <a:pt x="1161955" y="983259"/>
                  <a:pt x="1136378" y="1007632"/>
                  <a:pt x="1085224" y="1007632"/>
                </a:cubicBezTo>
                <a:cubicBezTo>
                  <a:pt x="1034717" y="1007632"/>
                  <a:pt x="1009173" y="982678"/>
                  <a:pt x="985370" y="960626"/>
                </a:cubicBezTo>
                <a:cubicBezTo>
                  <a:pt x="962147" y="937994"/>
                  <a:pt x="941248" y="918263"/>
                  <a:pt x="897707" y="918263"/>
                </a:cubicBezTo>
                <a:cubicBezTo>
                  <a:pt x="854747" y="918263"/>
                  <a:pt x="833848" y="937994"/>
                  <a:pt x="810626" y="960626"/>
                </a:cubicBezTo>
                <a:cubicBezTo>
                  <a:pt x="786822" y="983259"/>
                  <a:pt x="761278" y="1007632"/>
                  <a:pt x="710190" y="1007632"/>
                </a:cubicBezTo>
                <a:cubicBezTo>
                  <a:pt x="659683" y="1007632"/>
                  <a:pt x="634139" y="982678"/>
                  <a:pt x="610337" y="960626"/>
                </a:cubicBezTo>
                <a:cubicBezTo>
                  <a:pt x="587115" y="937994"/>
                  <a:pt x="566214" y="918263"/>
                  <a:pt x="522674" y="918263"/>
                </a:cubicBezTo>
                <a:cubicBezTo>
                  <a:pt x="479658" y="918263"/>
                  <a:pt x="458732" y="937994"/>
                  <a:pt x="435480" y="960626"/>
                </a:cubicBezTo>
                <a:cubicBezTo>
                  <a:pt x="411648" y="983259"/>
                  <a:pt x="386070" y="1007632"/>
                  <a:pt x="334917" y="1007632"/>
                </a:cubicBezTo>
                <a:cubicBezTo>
                  <a:pt x="284409" y="1007632"/>
                  <a:pt x="258865" y="982678"/>
                  <a:pt x="235062" y="960626"/>
                </a:cubicBezTo>
                <a:cubicBezTo>
                  <a:pt x="211841" y="937994"/>
                  <a:pt x="190941" y="918263"/>
                  <a:pt x="147400" y="918263"/>
                </a:cubicBezTo>
                <a:cubicBezTo>
                  <a:pt x="104439" y="918263"/>
                  <a:pt x="83540" y="937994"/>
                  <a:pt x="60318" y="960626"/>
                </a:cubicBezTo>
                <a:cubicBezTo>
                  <a:pt x="48417" y="971942"/>
                  <a:pt x="36080" y="983694"/>
                  <a:pt x="20333" y="992616"/>
                </a:cubicBezTo>
                <a:lnTo>
                  <a:pt x="0" y="1000928"/>
                </a:lnTo>
                <a:lnTo>
                  <a:pt x="0" y="979744"/>
                </a:lnTo>
                <a:lnTo>
                  <a:pt x="11334" y="976948"/>
                </a:lnTo>
                <a:cubicBezTo>
                  <a:pt x="24905" y="969186"/>
                  <a:pt x="35935" y="958595"/>
                  <a:pt x="47546" y="947279"/>
                </a:cubicBezTo>
                <a:cubicBezTo>
                  <a:pt x="71348" y="924647"/>
                  <a:pt x="96892" y="900273"/>
                  <a:pt x="147400" y="900273"/>
                </a:cubicBezTo>
                <a:close/>
                <a:moveTo>
                  <a:pt x="147400" y="800136"/>
                </a:moveTo>
                <a:cubicBezTo>
                  <a:pt x="198488" y="800136"/>
                  <a:pt x="224032" y="825122"/>
                  <a:pt x="247834" y="847784"/>
                </a:cubicBezTo>
                <a:cubicBezTo>
                  <a:pt x="271056" y="869865"/>
                  <a:pt x="291956" y="890203"/>
                  <a:pt x="334917" y="890203"/>
                </a:cubicBezTo>
                <a:cubicBezTo>
                  <a:pt x="378513" y="890203"/>
                  <a:pt x="399440" y="869865"/>
                  <a:pt x="422692" y="847784"/>
                </a:cubicBezTo>
                <a:cubicBezTo>
                  <a:pt x="446525" y="825122"/>
                  <a:pt x="472101" y="800136"/>
                  <a:pt x="522674" y="800136"/>
                </a:cubicBezTo>
                <a:cubicBezTo>
                  <a:pt x="573762" y="800136"/>
                  <a:pt x="599306" y="825122"/>
                  <a:pt x="623109" y="847784"/>
                </a:cubicBezTo>
                <a:cubicBezTo>
                  <a:pt x="646331" y="869865"/>
                  <a:pt x="667230" y="890203"/>
                  <a:pt x="710190" y="890203"/>
                </a:cubicBezTo>
                <a:cubicBezTo>
                  <a:pt x="753731" y="890203"/>
                  <a:pt x="774632" y="869865"/>
                  <a:pt x="797854" y="847784"/>
                </a:cubicBezTo>
                <a:cubicBezTo>
                  <a:pt x="821656" y="825122"/>
                  <a:pt x="847200" y="800136"/>
                  <a:pt x="897707" y="800136"/>
                </a:cubicBezTo>
                <a:cubicBezTo>
                  <a:pt x="948795" y="800136"/>
                  <a:pt x="974339" y="825122"/>
                  <a:pt x="998141" y="847784"/>
                </a:cubicBezTo>
                <a:cubicBezTo>
                  <a:pt x="1021364" y="869865"/>
                  <a:pt x="1042264" y="890203"/>
                  <a:pt x="1085224" y="890203"/>
                </a:cubicBezTo>
                <a:cubicBezTo>
                  <a:pt x="1128821" y="890203"/>
                  <a:pt x="1149748" y="869865"/>
                  <a:pt x="1173000" y="847784"/>
                </a:cubicBezTo>
                <a:cubicBezTo>
                  <a:pt x="1196833" y="825122"/>
                  <a:pt x="1222409" y="800136"/>
                  <a:pt x="1272981" y="800136"/>
                </a:cubicBezTo>
                <a:cubicBezTo>
                  <a:pt x="1324070" y="800136"/>
                  <a:pt x="1349614" y="825122"/>
                  <a:pt x="1373416" y="847784"/>
                </a:cubicBezTo>
                <a:cubicBezTo>
                  <a:pt x="1396639" y="869865"/>
                  <a:pt x="1417538" y="890203"/>
                  <a:pt x="1460498" y="890203"/>
                </a:cubicBezTo>
                <a:cubicBezTo>
                  <a:pt x="1503459" y="890203"/>
                  <a:pt x="1524939" y="869865"/>
                  <a:pt x="1548162" y="847784"/>
                </a:cubicBezTo>
                <a:cubicBezTo>
                  <a:pt x="1571964" y="825122"/>
                  <a:pt x="1597508" y="800136"/>
                  <a:pt x="1648015" y="800136"/>
                </a:cubicBezTo>
                <a:cubicBezTo>
                  <a:pt x="1698523" y="800136"/>
                  <a:pt x="1724647" y="825122"/>
                  <a:pt x="1748449" y="847784"/>
                </a:cubicBezTo>
                <a:cubicBezTo>
                  <a:pt x="1771672" y="869865"/>
                  <a:pt x="1792572" y="890203"/>
                  <a:pt x="1835532" y="890203"/>
                </a:cubicBezTo>
                <a:cubicBezTo>
                  <a:pt x="1878548" y="890203"/>
                  <a:pt x="1900055" y="869865"/>
                  <a:pt x="1923307" y="847784"/>
                </a:cubicBezTo>
                <a:cubicBezTo>
                  <a:pt x="1947141" y="825122"/>
                  <a:pt x="1972717" y="800136"/>
                  <a:pt x="2023289" y="800136"/>
                </a:cubicBezTo>
                <a:cubicBezTo>
                  <a:pt x="2073797" y="800136"/>
                  <a:pt x="2099922" y="825122"/>
                  <a:pt x="2123724" y="847784"/>
                </a:cubicBezTo>
                <a:cubicBezTo>
                  <a:pt x="2146947" y="869865"/>
                  <a:pt x="2167846" y="890203"/>
                  <a:pt x="2210806" y="890203"/>
                </a:cubicBezTo>
                <a:cubicBezTo>
                  <a:pt x="2253767" y="890203"/>
                  <a:pt x="2275247" y="869865"/>
                  <a:pt x="2298469" y="847784"/>
                </a:cubicBezTo>
                <a:cubicBezTo>
                  <a:pt x="2322272" y="825122"/>
                  <a:pt x="2347816" y="800136"/>
                  <a:pt x="2398323" y="800136"/>
                </a:cubicBezTo>
                <a:cubicBezTo>
                  <a:pt x="2448831" y="800136"/>
                  <a:pt x="2474955" y="825122"/>
                  <a:pt x="2498177" y="847784"/>
                </a:cubicBezTo>
                <a:cubicBezTo>
                  <a:pt x="2521979" y="869865"/>
                  <a:pt x="2542880" y="890203"/>
                  <a:pt x="2585840" y="890203"/>
                </a:cubicBezTo>
                <a:cubicBezTo>
                  <a:pt x="2628856" y="890203"/>
                  <a:pt x="2650363" y="869865"/>
                  <a:pt x="2673615" y="847784"/>
                </a:cubicBezTo>
                <a:cubicBezTo>
                  <a:pt x="2697449" y="825122"/>
                  <a:pt x="2723025" y="800136"/>
                  <a:pt x="2773597" y="800136"/>
                </a:cubicBezTo>
                <a:cubicBezTo>
                  <a:pt x="2824104" y="800136"/>
                  <a:pt x="2850230" y="825122"/>
                  <a:pt x="2873451" y="847784"/>
                </a:cubicBezTo>
                <a:cubicBezTo>
                  <a:pt x="2897254" y="869865"/>
                  <a:pt x="2918153" y="890203"/>
                  <a:pt x="2961114" y="890203"/>
                </a:cubicBezTo>
                <a:lnTo>
                  <a:pt x="2961114" y="908217"/>
                </a:lnTo>
                <a:cubicBezTo>
                  <a:pt x="2910606" y="908217"/>
                  <a:pt x="2885063" y="883230"/>
                  <a:pt x="2861260" y="860568"/>
                </a:cubicBezTo>
                <a:cubicBezTo>
                  <a:pt x="2838038" y="838487"/>
                  <a:pt x="2816557" y="818149"/>
                  <a:pt x="2773597" y="818149"/>
                </a:cubicBezTo>
                <a:cubicBezTo>
                  <a:pt x="2730581" y="818149"/>
                  <a:pt x="2709655" y="838487"/>
                  <a:pt x="2685822" y="860568"/>
                </a:cubicBezTo>
                <a:cubicBezTo>
                  <a:pt x="2662570" y="883230"/>
                  <a:pt x="2636412" y="908217"/>
                  <a:pt x="2585840" y="908217"/>
                </a:cubicBezTo>
                <a:cubicBezTo>
                  <a:pt x="2535333" y="908217"/>
                  <a:pt x="2509789" y="883230"/>
                  <a:pt x="2485985" y="860568"/>
                </a:cubicBezTo>
                <a:cubicBezTo>
                  <a:pt x="2462763" y="838487"/>
                  <a:pt x="2441284" y="818149"/>
                  <a:pt x="2398323" y="818149"/>
                </a:cubicBezTo>
                <a:cubicBezTo>
                  <a:pt x="2355363" y="818149"/>
                  <a:pt x="2334462" y="838487"/>
                  <a:pt x="2310660" y="860568"/>
                </a:cubicBezTo>
                <a:cubicBezTo>
                  <a:pt x="2287438" y="883230"/>
                  <a:pt x="2261314" y="908217"/>
                  <a:pt x="2210806" y="908217"/>
                </a:cubicBezTo>
                <a:cubicBezTo>
                  <a:pt x="2160299" y="908217"/>
                  <a:pt x="2134755" y="883230"/>
                  <a:pt x="2110953" y="860568"/>
                </a:cubicBezTo>
                <a:cubicBezTo>
                  <a:pt x="2087730" y="838487"/>
                  <a:pt x="2066250" y="818149"/>
                  <a:pt x="2023289" y="818149"/>
                </a:cubicBezTo>
                <a:cubicBezTo>
                  <a:pt x="1980273" y="818149"/>
                  <a:pt x="1959347" y="838487"/>
                  <a:pt x="1936095" y="860568"/>
                </a:cubicBezTo>
                <a:cubicBezTo>
                  <a:pt x="1912263" y="883230"/>
                  <a:pt x="1886104" y="908217"/>
                  <a:pt x="1835532" y="908217"/>
                </a:cubicBezTo>
                <a:cubicBezTo>
                  <a:pt x="1785025" y="908217"/>
                  <a:pt x="1759481" y="883230"/>
                  <a:pt x="1735678" y="860568"/>
                </a:cubicBezTo>
                <a:cubicBezTo>
                  <a:pt x="1712455" y="838487"/>
                  <a:pt x="1690976" y="818149"/>
                  <a:pt x="1648015" y="818149"/>
                </a:cubicBezTo>
                <a:cubicBezTo>
                  <a:pt x="1605055" y="818149"/>
                  <a:pt x="1584156" y="838487"/>
                  <a:pt x="1560933" y="860568"/>
                </a:cubicBezTo>
                <a:cubicBezTo>
                  <a:pt x="1537130" y="883230"/>
                  <a:pt x="1511006" y="908217"/>
                  <a:pt x="1460498" y="908217"/>
                </a:cubicBezTo>
                <a:cubicBezTo>
                  <a:pt x="1409991" y="908217"/>
                  <a:pt x="1384447" y="883230"/>
                  <a:pt x="1360645" y="860568"/>
                </a:cubicBezTo>
                <a:cubicBezTo>
                  <a:pt x="1337422" y="838487"/>
                  <a:pt x="1316522" y="818149"/>
                  <a:pt x="1272981" y="818149"/>
                </a:cubicBezTo>
                <a:cubicBezTo>
                  <a:pt x="1229966" y="818149"/>
                  <a:pt x="1209039" y="838487"/>
                  <a:pt x="1185788" y="860568"/>
                </a:cubicBezTo>
                <a:cubicBezTo>
                  <a:pt x="1161955" y="883230"/>
                  <a:pt x="1136378" y="908217"/>
                  <a:pt x="1085224" y="908217"/>
                </a:cubicBezTo>
                <a:cubicBezTo>
                  <a:pt x="1034717" y="908217"/>
                  <a:pt x="1009173" y="883230"/>
                  <a:pt x="985370" y="860568"/>
                </a:cubicBezTo>
                <a:cubicBezTo>
                  <a:pt x="962147" y="838487"/>
                  <a:pt x="941248" y="818149"/>
                  <a:pt x="897707" y="818149"/>
                </a:cubicBezTo>
                <a:cubicBezTo>
                  <a:pt x="854747" y="818149"/>
                  <a:pt x="833848" y="838487"/>
                  <a:pt x="810626" y="860568"/>
                </a:cubicBezTo>
                <a:cubicBezTo>
                  <a:pt x="786822" y="883230"/>
                  <a:pt x="761278" y="908217"/>
                  <a:pt x="710190" y="908217"/>
                </a:cubicBezTo>
                <a:cubicBezTo>
                  <a:pt x="659683" y="908217"/>
                  <a:pt x="634139" y="883230"/>
                  <a:pt x="610337" y="860568"/>
                </a:cubicBezTo>
                <a:cubicBezTo>
                  <a:pt x="587115" y="838487"/>
                  <a:pt x="566214" y="818149"/>
                  <a:pt x="522674" y="818149"/>
                </a:cubicBezTo>
                <a:cubicBezTo>
                  <a:pt x="479658" y="818149"/>
                  <a:pt x="458732" y="838487"/>
                  <a:pt x="435480" y="860568"/>
                </a:cubicBezTo>
                <a:cubicBezTo>
                  <a:pt x="411648" y="883230"/>
                  <a:pt x="386070" y="908217"/>
                  <a:pt x="334917" y="908217"/>
                </a:cubicBezTo>
                <a:cubicBezTo>
                  <a:pt x="284409" y="908217"/>
                  <a:pt x="258865" y="883230"/>
                  <a:pt x="235062" y="860568"/>
                </a:cubicBezTo>
                <a:cubicBezTo>
                  <a:pt x="211841" y="838487"/>
                  <a:pt x="190941" y="818149"/>
                  <a:pt x="147400" y="818149"/>
                </a:cubicBezTo>
                <a:cubicBezTo>
                  <a:pt x="104439" y="818149"/>
                  <a:pt x="83540" y="838487"/>
                  <a:pt x="60318" y="860568"/>
                </a:cubicBezTo>
                <a:cubicBezTo>
                  <a:pt x="48417" y="871899"/>
                  <a:pt x="36080" y="883811"/>
                  <a:pt x="20333" y="892891"/>
                </a:cubicBezTo>
                <a:lnTo>
                  <a:pt x="0" y="901366"/>
                </a:lnTo>
                <a:lnTo>
                  <a:pt x="0" y="881981"/>
                </a:lnTo>
                <a:lnTo>
                  <a:pt x="11334" y="877274"/>
                </a:lnTo>
                <a:cubicBezTo>
                  <a:pt x="24905" y="869429"/>
                  <a:pt x="35935" y="858825"/>
                  <a:pt x="47546" y="847784"/>
                </a:cubicBezTo>
                <a:cubicBezTo>
                  <a:pt x="71348" y="825122"/>
                  <a:pt x="96892" y="800136"/>
                  <a:pt x="147400" y="800136"/>
                </a:cubicBezTo>
                <a:close/>
                <a:moveTo>
                  <a:pt x="147400" y="700961"/>
                </a:moveTo>
                <a:cubicBezTo>
                  <a:pt x="198488" y="700961"/>
                  <a:pt x="224032" y="725335"/>
                  <a:pt x="247834" y="747967"/>
                </a:cubicBezTo>
                <a:cubicBezTo>
                  <a:pt x="271056" y="770599"/>
                  <a:pt x="291956" y="790330"/>
                  <a:pt x="334917" y="790330"/>
                </a:cubicBezTo>
                <a:cubicBezTo>
                  <a:pt x="378513" y="790330"/>
                  <a:pt x="399440" y="770599"/>
                  <a:pt x="422692" y="747967"/>
                </a:cubicBezTo>
                <a:cubicBezTo>
                  <a:pt x="446525" y="725335"/>
                  <a:pt x="472101" y="700961"/>
                  <a:pt x="522674" y="700961"/>
                </a:cubicBezTo>
                <a:cubicBezTo>
                  <a:pt x="573762" y="700961"/>
                  <a:pt x="599306" y="725335"/>
                  <a:pt x="623109" y="747967"/>
                </a:cubicBezTo>
                <a:cubicBezTo>
                  <a:pt x="646331" y="770599"/>
                  <a:pt x="667230" y="790330"/>
                  <a:pt x="710190" y="790330"/>
                </a:cubicBezTo>
                <a:cubicBezTo>
                  <a:pt x="753731" y="790330"/>
                  <a:pt x="774632" y="770599"/>
                  <a:pt x="797854" y="747967"/>
                </a:cubicBezTo>
                <a:cubicBezTo>
                  <a:pt x="821656" y="725335"/>
                  <a:pt x="847200" y="700961"/>
                  <a:pt x="897707" y="700961"/>
                </a:cubicBezTo>
                <a:cubicBezTo>
                  <a:pt x="948795" y="700961"/>
                  <a:pt x="974339" y="725335"/>
                  <a:pt x="998141" y="747967"/>
                </a:cubicBezTo>
                <a:cubicBezTo>
                  <a:pt x="1021364" y="770599"/>
                  <a:pt x="1042264" y="790330"/>
                  <a:pt x="1085224" y="790330"/>
                </a:cubicBezTo>
                <a:cubicBezTo>
                  <a:pt x="1128821" y="790330"/>
                  <a:pt x="1149748" y="770599"/>
                  <a:pt x="1173000" y="747967"/>
                </a:cubicBezTo>
                <a:cubicBezTo>
                  <a:pt x="1196833" y="725335"/>
                  <a:pt x="1222409" y="700961"/>
                  <a:pt x="1272981" y="700961"/>
                </a:cubicBezTo>
                <a:cubicBezTo>
                  <a:pt x="1324070" y="700961"/>
                  <a:pt x="1349614" y="725335"/>
                  <a:pt x="1373416" y="747967"/>
                </a:cubicBezTo>
                <a:cubicBezTo>
                  <a:pt x="1396639" y="770599"/>
                  <a:pt x="1417538" y="790330"/>
                  <a:pt x="1460498" y="790330"/>
                </a:cubicBezTo>
                <a:cubicBezTo>
                  <a:pt x="1503459" y="790330"/>
                  <a:pt x="1524939" y="770599"/>
                  <a:pt x="1548162" y="747967"/>
                </a:cubicBezTo>
                <a:cubicBezTo>
                  <a:pt x="1571964" y="725335"/>
                  <a:pt x="1597508" y="700961"/>
                  <a:pt x="1648015" y="700961"/>
                </a:cubicBezTo>
                <a:cubicBezTo>
                  <a:pt x="1698523" y="700961"/>
                  <a:pt x="1724647" y="725335"/>
                  <a:pt x="1748449" y="747967"/>
                </a:cubicBezTo>
                <a:cubicBezTo>
                  <a:pt x="1771672" y="770599"/>
                  <a:pt x="1792572" y="790330"/>
                  <a:pt x="1835532" y="790330"/>
                </a:cubicBezTo>
                <a:cubicBezTo>
                  <a:pt x="1878548" y="790330"/>
                  <a:pt x="1900055" y="770599"/>
                  <a:pt x="1923307" y="747967"/>
                </a:cubicBezTo>
                <a:cubicBezTo>
                  <a:pt x="1947141" y="725335"/>
                  <a:pt x="1972717" y="700961"/>
                  <a:pt x="2023289" y="700961"/>
                </a:cubicBezTo>
                <a:cubicBezTo>
                  <a:pt x="2073797" y="700961"/>
                  <a:pt x="2099922" y="725335"/>
                  <a:pt x="2123724" y="747967"/>
                </a:cubicBezTo>
                <a:cubicBezTo>
                  <a:pt x="2146947" y="770599"/>
                  <a:pt x="2167846" y="790330"/>
                  <a:pt x="2210806" y="790330"/>
                </a:cubicBezTo>
                <a:cubicBezTo>
                  <a:pt x="2253767" y="790330"/>
                  <a:pt x="2275247" y="770599"/>
                  <a:pt x="2298469" y="747967"/>
                </a:cubicBezTo>
                <a:cubicBezTo>
                  <a:pt x="2322272" y="725335"/>
                  <a:pt x="2347816" y="700961"/>
                  <a:pt x="2398323" y="700961"/>
                </a:cubicBezTo>
                <a:cubicBezTo>
                  <a:pt x="2448831" y="700961"/>
                  <a:pt x="2474955" y="725335"/>
                  <a:pt x="2498177" y="747967"/>
                </a:cubicBezTo>
                <a:cubicBezTo>
                  <a:pt x="2521979" y="770599"/>
                  <a:pt x="2542880" y="790330"/>
                  <a:pt x="2585840" y="790330"/>
                </a:cubicBezTo>
                <a:cubicBezTo>
                  <a:pt x="2628856" y="790330"/>
                  <a:pt x="2650363" y="770599"/>
                  <a:pt x="2673615" y="747967"/>
                </a:cubicBezTo>
                <a:cubicBezTo>
                  <a:pt x="2697449" y="725335"/>
                  <a:pt x="2723025" y="700961"/>
                  <a:pt x="2773597" y="700961"/>
                </a:cubicBezTo>
                <a:cubicBezTo>
                  <a:pt x="2824104" y="700961"/>
                  <a:pt x="2850230" y="725335"/>
                  <a:pt x="2873451" y="747967"/>
                </a:cubicBezTo>
                <a:cubicBezTo>
                  <a:pt x="2897254" y="770599"/>
                  <a:pt x="2918153" y="790330"/>
                  <a:pt x="2961114" y="790330"/>
                </a:cubicBezTo>
                <a:lnTo>
                  <a:pt x="2961114" y="808320"/>
                </a:lnTo>
                <a:cubicBezTo>
                  <a:pt x="2910606" y="808320"/>
                  <a:pt x="2885063" y="783367"/>
                  <a:pt x="2861260" y="761314"/>
                </a:cubicBezTo>
                <a:cubicBezTo>
                  <a:pt x="2838038" y="738682"/>
                  <a:pt x="2816557" y="718951"/>
                  <a:pt x="2773597" y="718951"/>
                </a:cubicBezTo>
                <a:cubicBezTo>
                  <a:pt x="2730581" y="718951"/>
                  <a:pt x="2709655" y="738682"/>
                  <a:pt x="2685822" y="761314"/>
                </a:cubicBezTo>
                <a:cubicBezTo>
                  <a:pt x="2662570" y="783367"/>
                  <a:pt x="2636412" y="808320"/>
                  <a:pt x="2585840" y="808320"/>
                </a:cubicBezTo>
                <a:cubicBezTo>
                  <a:pt x="2535333" y="808320"/>
                  <a:pt x="2509789" y="783367"/>
                  <a:pt x="2485985" y="761314"/>
                </a:cubicBezTo>
                <a:cubicBezTo>
                  <a:pt x="2462763" y="738682"/>
                  <a:pt x="2441284" y="718951"/>
                  <a:pt x="2398323" y="718951"/>
                </a:cubicBezTo>
                <a:cubicBezTo>
                  <a:pt x="2355363" y="718951"/>
                  <a:pt x="2334462" y="738682"/>
                  <a:pt x="2310660" y="761314"/>
                </a:cubicBezTo>
                <a:cubicBezTo>
                  <a:pt x="2287438" y="783367"/>
                  <a:pt x="2261314" y="808320"/>
                  <a:pt x="2210806" y="808320"/>
                </a:cubicBezTo>
                <a:cubicBezTo>
                  <a:pt x="2160299" y="808320"/>
                  <a:pt x="2134755" y="783367"/>
                  <a:pt x="2110953" y="761314"/>
                </a:cubicBezTo>
                <a:cubicBezTo>
                  <a:pt x="2087730" y="738682"/>
                  <a:pt x="2066250" y="718951"/>
                  <a:pt x="2023289" y="718951"/>
                </a:cubicBezTo>
                <a:cubicBezTo>
                  <a:pt x="1980273" y="718951"/>
                  <a:pt x="1959347" y="738682"/>
                  <a:pt x="1936095" y="761314"/>
                </a:cubicBezTo>
                <a:cubicBezTo>
                  <a:pt x="1912263" y="783367"/>
                  <a:pt x="1886104" y="808320"/>
                  <a:pt x="1835532" y="808320"/>
                </a:cubicBezTo>
                <a:cubicBezTo>
                  <a:pt x="1785025" y="808320"/>
                  <a:pt x="1759481" y="783367"/>
                  <a:pt x="1735678" y="761314"/>
                </a:cubicBezTo>
                <a:cubicBezTo>
                  <a:pt x="1712455" y="738682"/>
                  <a:pt x="1690976" y="718951"/>
                  <a:pt x="1648015" y="718951"/>
                </a:cubicBezTo>
                <a:cubicBezTo>
                  <a:pt x="1605055" y="718951"/>
                  <a:pt x="1584156" y="738682"/>
                  <a:pt x="1560933" y="761314"/>
                </a:cubicBezTo>
                <a:cubicBezTo>
                  <a:pt x="1537130" y="783367"/>
                  <a:pt x="1511006" y="808320"/>
                  <a:pt x="1460498" y="808320"/>
                </a:cubicBezTo>
                <a:cubicBezTo>
                  <a:pt x="1409991" y="808320"/>
                  <a:pt x="1384447" y="783367"/>
                  <a:pt x="1360645" y="761314"/>
                </a:cubicBezTo>
                <a:cubicBezTo>
                  <a:pt x="1337422" y="738682"/>
                  <a:pt x="1316522" y="718951"/>
                  <a:pt x="1272981" y="718951"/>
                </a:cubicBezTo>
                <a:cubicBezTo>
                  <a:pt x="1229966" y="718951"/>
                  <a:pt x="1209039" y="738682"/>
                  <a:pt x="1185788" y="761314"/>
                </a:cubicBezTo>
                <a:cubicBezTo>
                  <a:pt x="1161955" y="783367"/>
                  <a:pt x="1136378" y="808320"/>
                  <a:pt x="1085224" y="808320"/>
                </a:cubicBezTo>
                <a:cubicBezTo>
                  <a:pt x="1034717" y="808320"/>
                  <a:pt x="1009173" y="783367"/>
                  <a:pt x="985370" y="761314"/>
                </a:cubicBezTo>
                <a:cubicBezTo>
                  <a:pt x="962147" y="738682"/>
                  <a:pt x="941248" y="718951"/>
                  <a:pt x="897707" y="718951"/>
                </a:cubicBezTo>
                <a:cubicBezTo>
                  <a:pt x="854747" y="718951"/>
                  <a:pt x="833848" y="738682"/>
                  <a:pt x="810626" y="761314"/>
                </a:cubicBezTo>
                <a:cubicBezTo>
                  <a:pt x="786822" y="783367"/>
                  <a:pt x="761278" y="808320"/>
                  <a:pt x="710190" y="808320"/>
                </a:cubicBezTo>
                <a:cubicBezTo>
                  <a:pt x="659683" y="808320"/>
                  <a:pt x="634139" y="783367"/>
                  <a:pt x="610337" y="761314"/>
                </a:cubicBezTo>
                <a:cubicBezTo>
                  <a:pt x="587115" y="738682"/>
                  <a:pt x="566214" y="718951"/>
                  <a:pt x="522674" y="718951"/>
                </a:cubicBezTo>
                <a:cubicBezTo>
                  <a:pt x="479658" y="718951"/>
                  <a:pt x="458732" y="738682"/>
                  <a:pt x="435480" y="761314"/>
                </a:cubicBezTo>
                <a:cubicBezTo>
                  <a:pt x="411648" y="783367"/>
                  <a:pt x="386070" y="808320"/>
                  <a:pt x="334917" y="808320"/>
                </a:cubicBezTo>
                <a:cubicBezTo>
                  <a:pt x="284409" y="808320"/>
                  <a:pt x="258865" y="783367"/>
                  <a:pt x="235062" y="761314"/>
                </a:cubicBezTo>
                <a:cubicBezTo>
                  <a:pt x="211841" y="738682"/>
                  <a:pt x="190941" y="718951"/>
                  <a:pt x="147400" y="718951"/>
                </a:cubicBezTo>
                <a:cubicBezTo>
                  <a:pt x="104439" y="718951"/>
                  <a:pt x="83540" y="738682"/>
                  <a:pt x="60318" y="761314"/>
                </a:cubicBezTo>
                <a:cubicBezTo>
                  <a:pt x="48417" y="772340"/>
                  <a:pt x="36080" y="784092"/>
                  <a:pt x="20333" y="793087"/>
                </a:cubicBezTo>
                <a:lnTo>
                  <a:pt x="0" y="801503"/>
                </a:lnTo>
                <a:lnTo>
                  <a:pt x="0" y="780432"/>
                </a:lnTo>
                <a:lnTo>
                  <a:pt x="11334" y="777636"/>
                </a:lnTo>
                <a:cubicBezTo>
                  <a:pt x="24905" y="769874"/>
                  <a:pt x="35935" y="759283"/>
                  <a:pt x="47546" y="747967"/>
                </a:cubicBezTo>
                <a:cubicBezTo>
                  <a:pt x="71348" y="725335"/>
                  <a:pt x="96892" y="700961"/>
                  <a:pt x="147400" y="700961"/>
                </a:cubicBezTo>
                <a:close/>
                <a:moveTo>
                  <a:pt x="147400" y="600343"/>
                </a:moveTo>
                <a:cubicBezTo>
                  <a:pt x="198488" y="600343"/>
                  <a:pt x="224032" y="624716"/>
                  <a:pt x="247834" y="647348"/>
                </a:cubicBezTo>
                <a:cubicBezTo>
                  <a:pt x="271056" y="669981"/>
                  <a:pt x="291956" y="689712"/>
                  <a:pt x="334917" y="689712"/>
                </a:cubicBezTo>
                <a:cubicBezTo>
                  <a:pt x="378513" y="689712"/>
                  <a:pt x="399440" y="669400"/>
                  <a:pt x="422692" y="647348"/>
                </a:cubicBezTo>
                <a:cubicBezTo>
                  <a:pt x="446525" y="624716"/>
                  <a:pt x="472101" y="600343"/>
                  <a:pt x="522674" y="600343"/>
                </a:cubicBezTo>
                <a:cubicBezTo>
                  <a:pt x="573762" y="600343"/>
                  <a:pt x="599306" y="624716"/>
                  <a:pt x="623109" y="647348"/>
                </a:cubicBezTo>
                <a:cubicBezTo>
                  <a:pt x="646331" y="669981"/>
                  <a:pt x="667230" y="689712"/>
                  <a:pt x="710190" y="689712"/>
                </a:cubicBezTo>
                <a:cubicBezTo>
                  <a:pt x="753731" y="689712"/>
                  <a:pt x="774632" y="669400"/>
                  <a:pt x="797854" y="647348"/>
                </a:cubicBezTo>
                <a:cubicBezTo>
                  <a:pt x="821656" y="624716"/>
                  <a:pt x="847200" y="600343"/>
                  <a:pt x="897707" y="600343"/>
                </a:cubicBezTo>
                <a:cubicBezTo>
                  <a:pt x="948795" y="600343"/>
                  <a:pt x="974339" y="624716"/>
                  <a:pt x="998141" y="647348"/>
                </a:cubicBezTo>
                <a:cubicBezTo>
                  <a:pt x="1021364" y="669981"/>
                  <a:pt x="1042264" y="689712"/>
                  <a:pt x="1085224" y="689712"/>
                </a:cubicBezTo>
                <a:cubicBezTo>
                  <a:pt x="1128821" y="689712"/>
                  <a:pt x="1149748" y="669400"/>
                  <a:pt x="1173000" y="647348"/>
                </a:cubicBezTo>
                <a:cubicBezTo>
                  <a:pt x="1196833" y="624716"/>
                  <a:pt x="1222409" y="600343"/>
                  <a:pt x="1272981" y="600343"/>
                </a:cubicBezTo>
                <a:cubicBezTo>
                  <a:pt x="1324070" y="600343"/>
                  <a:pt x="1349614" y="624716"/>
                  <a:pt x="1373416" y="647348"/>
                </a:cubicBezTo>
                <a:cubicBezTo>
                  <a:pt x="1396639" y="669981"/>
                  <a:pt x="1417538" y="689712"/>
                  <a:pt x="1460498" y="689712"/>
                </a:cubicBezTo>
                <a:cubicBezTo>
                  <a:pt x="1503459" y="689712"/>
                  <a:pt x="1524939" y="669400"/>
                  <a:pt x="1548162" y="647348"/>
                </a:cubicBezTo>
                <a:cubicBezTo>
                  <a:pt x="1571964" y="624716"/>
                  <a:pt x="1597508" y="600343"/>
                  <a:pt x="1648015" y="600343"/>
                </a:cubicBezTo>
                <a:cubicBezTo>
                  <a:pt x="1698523" y="600343"/>
                  <a:pt x="1724647" y="624716"/>
                  <a:pt x="1748449" y="647348"/>
                </a:cubicBezTo>
                <a:cubicBezTo>
                  <a:pt x="1771672" y="669981"/>
                  <a:pt x="1792572" y="689712"/>
                  <a:pt x="1835532" y="689712"/>
                </a:cubicBezTo>
                <a:cubicBezTo>
                  <a:pt x="1878548" y="689712"/>
                  <a:pt x="1900055" y="669400"/>
                  <a:pt x="1923307" y="647348"/>
                </a:cubicBezTo>
                <a:cubicBezTo>
                  <a:pt x="1947141" y="624716"/>
                  <a:pt x="1972717" y="600343"/>
                  <a:pt x="2023289" y="600343"/>
                </a:cubicBezTo>
                <a:cubicBezTo>
                  <a:pt x="2073797" y="600343"/>
                  <a:pt x="2099922" y="624716"/>
                  <a:pt x="2123724" y="647348"/>
                </a:cubicBezTo>
                <a:cubicBezTo>
                  <a:pt x="2146947" y="669981"/>
                  <a:pt x="2167846" y="689712"/>
                  <a:pt x="2210806" y="689712"/>
                </a:cubicBezTo>
                <a:cubicBezTo>
                  <a:pt x="2253767" y="689712"/>
                  <a:pt x="2275247" y="669400"/>
                  <a:pt x="2298469" y="647348"/>
                </a:cubicBezTo>
                <a:cubicBezTo>
                  <a:pt x="2322272" y="624716"/>
                  <a:pt x="2347816" y="600343"/>
                  <a:pt x="2398323" y="600343"/>
                </a:cubicBezTo>
                <a:cubicBezTo>
                  <a:pt x="2448831" y="600343"/>
                  <a:pt x="2474955" y="624716"/>
                  <a:pt x="2498177" y="647348"/>
                </a:cubicBezTo>
                <a:cubicBezTo>
                  <a:pt x="2521979" y="669981"/>
                  <a:pt x="2542880" y="689712"/>
                  <a:pt x="2585840" y="689712"/>
                </a:cubicBezTo>
                <a:cubicBezTo>
                  <a:pt x="2628856" y="689712"/>
                  <a:pt x="2650363" y="669400"/>
                  <a:pt x="2673615" y="647348"/>
                </a:cubicBezTo>
                <a:cubicBezTo>
                  <a:pt x="2697449" y="624716"/>
                  <a:pt x="2723025" y="600343"/>
                  <a:pt x="2773597" y="600343"/>
                </a:cubicBezTo>
                <a:cubicBezTo>
                  <a:pt x="2824104" y="600343"/>
                  <a:pt x="2850230" y="624716"/>
                  <a:pt x="2873451" y="647348"/>
                </a:cubicBezTo>
                <a:cubicBezTo>
                  <a:pt x="2897254" y="669981"/>
                  <a:pt x="2918153" y="689712"/>
                  <a:pt x="2961114" y="689712"/>
                </a:cubicBezTo>
                <a:lnTo>
                  <a:pt x="2961114" y="707701"/>
                </a:lnTo>
                <a:cubicBezTo>
                  <a:pt x="2910606" y="707701"/>
                  <a:pt x="2885063" y="682748"/>
                  <a:pt x="2861260" y="660115"/>
                </a:cubicBezTo>
                <a:cubicBezTo>
                  <a:pt x="2838038" y="638063"/>
                  <a:pt x="2816557" y="617752"/>
                  <a:pt x="2773597" y="617752"/>
                </a:cubicBezTo>
                <a:cubicBezTo>
                  <a:pt x="2730581" y="617752"/>
                  <a:pt x="2709655" y="638063"/>
                  <a:pt x="2685822" y="660115"/>
                </a:cubicBezTo>
                <a:cubicBezTo>
                  <a:pt x="2662570" y="682748"/>
                  <a:pt x="2636412" y="707701"/>
                  <a:pt x="2585840" y="707701"/>
                </a:cubicBezTo>
                <a:cubicBezTo>
                  <a:pt x="2535333" y="707701"/>
                  <a:pt x="2509789" y="682748"/>
                  <a:pt x="2485985" y="660115"/>
                </a:cubicBezTo>
                <a:cubicBezTo>
                  <a:pt x="2462763" y="638063"/>
                  <a:pt x="2441284" y="617752"/>
                  <a:pt x="2398323" y="617752"/>
                </a:cubicBezTo>
                <a:cubicBezTo>
                  <a:pt x="2355363" y="617752"/>
                  <a:pt x="2334462" y="638063"/>
                  <a:pt x="2310660" y="660115"/>
                </a:cubicBezTo>
                <a:cubicBezTo>
                  <a:pt x="2287438" y="682748"/>
                  <a:pt x="2261314" y="707701"/>
                  <a:pt x="2210806" y="707701"/>
                </a:cubicBezTo>
                <a:cubicBezTo>
                  <a:pt x="2160299" y="707701"/>
                  <a:pt x="2134755" y="682748"/>
                  <a:pt x="2110953" y="660115"/>
                </a:cubicBezTo>
                <a:cubicBezTo>
                  <a:pt x="2087730" y="638063"/>
                  <a:pt x="2066250" y="617752"/>
                  <a:pt x="2023289" y="617752"/>
                </a:cubicBezTo>
                <a:cubicBezTo>
                  <a:pt x="1980273" y="617752"/>
                  <a:pt x="1959347" y="638063"/>
                  <a:pt x="1936095" y="660115"/>
                </a:cubicBezTo>
                <a:cubicBezTo>
                  <a:pt x="1912263" y="682748"/>
                  <a:pt x="1886104" y="707701"/>
                  <a:pt x="1835532" y="707701"/>
                </a:cubicBezTo>
                <a:cubicBezTo>
                  <a:pt x="1785025" y="707701"/>
                  <a:pt x="1759481" y="682748"/>
                  <a:pt x="1735678" y="660115"/>
                </a:cubicBezTo>
                <a:cubicBezTo>
                  <a:pt x="1712455" y="638063"/>
                  <a:pt x="1690976" y="617752"/>
                  <a:pt x="1648015" y="617752"/>
                </a:cubicBezTo>
                <a:cubicBezTo>
                  <a:pt x="1605055" y="617752"/>
                  <a:pt x="1584156" y="638063"/>
                  <a:pt x="1560933" y="660115"/>
                </a:cubicBezTo>
                <a:cubicBezTo>
                  <a:pt x="1537130" y="682748"/>
                  <a:pt x="1511006" y="707701"/>
                  <a:pt x="1460498" y="707701"/>
                </a:cubicBezTo>
                <a:cubicBezTo>
                  <a:pt x="1409991" y="707701"/>
                  <a:pt x="1384447" y="682748"/>
                  <a:pt x="1360645" y="660115"/>
                </a:cubicBezTo>
                <a:cubicBezTo>
                  <a:pt x="1337422" y="638063"/>
                  <a:pt x="1316522" y="617752"/>
                  <a:pt x="1272981" y="617752"/>
                </a:cubicBezTo>
                <a:cubicBezTo>
                  <a:pt x="1229966" y="617752"/>
                  <a:pt x="1209039" y="638063"/>
                  <a:pt x="1185788" y="660115"/>
                </a:cubicBezTo>
                <a:cubicBezTo>
                  <a:pt x="1161955" y="682748"/>
                  <a:pt x="1136378" y="707701"/>
                  <a:pt x="1085224" y="707701"/>
                </a:cubicBezTo>
                <a:cubicBezTo>
                  <a:pt x="1034717" y="707701"/>
                  <a:pt x="1009173" y="682748"/>
                  <a:pt x="985370" y="660115"/>
                </a:cubicBezTo>
                <a:cubicBezTo>
                  <a:pt x="962147" y="638063"/>
                  <a:pt x="941248" y="617752"/>
                  <a:pt x="897707" y="617752"/>
                </a:cubicBezTo>
                <a:cubicBezTo>
                  <a:pt x="854747" y="617752"/>
                  <a:pt x="833848" y="638063"/>
                  <a:pt x="810626" y="660115"/>
                </a:cubicBezTo>
                <a:cubicBezTo>
                  <a:pt x="786822" y="682748"/>
                  <a:pt x="761278" y="707701"/>
                  <a:pt x="710190" y="707701"/>
                </a:cubicBezTo>
                <a:cubicBezTo>
                  <a:pt x="659683" y="707701"/>
                  <a:pt x="634139" y="682748"/>
                  <a:pt x="610337" y="660115"/>
                </a:cubicBezTo>
                <a:cubicBezTo>
                  <a:pt x="587115" y="638063"/>
                  <a:pt x="566214" y="617752"/>
                  <a:pt x="522674" y="617752"/>
                </a:cubicBezTo>
                <a:cubicBezTo>
                  <a:pt x="479658" y="617752"/>
                  <a:pt x="458732" y="638063"/>
                  <a:pt x="435480" y="660115"/>
                </a:cubicBezTo>
                <a:cubicBezTo>
                  <a:pt x="411648" y="682748"/>
                  <a:pt x="386070" y="707701"/>
                  <a:pt x="334917" y="707701"/>
                </a:cubicBezTo>
                <a:cubicBezTo>
                  <a:pt x="284409" y="707701"/>
                  <a:pt x="258865" y="682748"/>
                  <a:pt x="235062" y="660115"/>
                </a:cubicBezTo>
                <a:cubicBezTo>
                  <a:pt x="211841" y="638063"/>
                  <a:pt x="190941" y="617752"/>
                  <a:pt x="147400" y="617752"/>
                </a:cubicBezTo>
                <a:cubicBezTo>
                  <a:pt x="104439" y="617752"/>
                  <a:pt x="83540" y="638063"/>
                  <a:pt x="60318" y="660115"/>
                </a:cubicBezTo>
                <a:cubicBezTo>
                  <a:pt x="48417" y="671431"/>
                  <a:pt x="36080" y="683328"/>
                  <a:pt x="20333" y="692396"/>
                </a:cubicBezTo>
                <a:lnTo>
                  <a:pt x="0" y="700860"/>
                </a:lnTo>
                <a:lnTo>
                  <a:pt x="0" y="681500"/>
                </a:lnTo>
                <a:lnTo>
                  <a:pt x="11334" y="676800"/>
                </a:lnTo>
                <a:cubicBezTo>
                  <a:pt x="24905" y="668965"/>
                  <a:pt x="35935" y="658374"/>
                  <a:pt x="47546" y="647348"/>
                </a:cubicBezTo>
                <a:cubicBezTo>
                  <a:pt x="71348" y="624716"/>
                  <a:pt x="96892" y="600343"/>
                  <a:pt x="147400" y="600343"/>
                </a:cubicBezTo>
                <a:close/>
                <a:moveTo>
                  <a:pt x="147400" y="500446"/>
                </a:moveTo>
                <a:cubicBezTo>
                  <a:pt x="198488" y="500446"/>
                  <a:pt x="224032" y="525400"/>
                  <a:pt x="247834" y="548032"/>
                </a:cubicBezTo>
                <a:cubicBezTo>
                  <a:pt x="271056" y="570084"/>
                  <a:pt x="291956" y="590395"/>
                  <a:pt x="334917" y="590395"/>
                </a:cubicBezTo>
                <a:cubicBezTo>
                  <a:pt x="378513" y="590395"/>
                  <a:pt x="399440" y="570084"/>
                  <a:pt x="422692" y="548032"/>
                </a:cubicBezTo>
                <a:cubicBezTo>
                  <a:pt x="446525" y="525400"/>
                  <a:pt x="472101" y="500446"/>
                  <a:pt x="522674" y="500446"/>
                </a:cubicBezTo>
                <a:cubicBezTo>
                  <a:pt x="573762" y="500446"/>
                  <a:pt x="599306" y="525400"/>
                  <a:pt x="623109" y="548032"/>
                </a:cubicBezTo>
                <a:cubicBezTo>
                  <a:pt x="646331" y="570084"/>
                  <a:pt x="667230" y="590395"/>
                  <a:pt x="710190" y="590395"/>
                </a:cubicBezTo>
                <a:cubicBezTo>
                  <a:pt x="753731" y="590395"/>
                  <a:pt x="774632" y="570084"/>
                  <a:pt x="797854" y="548032"/>
                </a:cubicBezTo>
                <a:cubicBezTo>
                  <a:pt x="821656" y="525400"/>
                  <a:pt x="847200" y="500446"/>
                  <a:pt x="897707" y="500446"/>
                </a:cubicBezTo>
                <a:cubicBezTo>
                  <a:pt x="948795" y="500446"/>
                  <a:pt x="974339" y="525400"/>
                  <a:pt x="998141" y="548032"/>
                </a:cubicBezTo>
                <a:cubicBezTo>
                  <a:pt x="1021364" y="570084"/>
                  <a:pt x="1042264" y="590395"/>
                  <a:pt x="1085224" y="590395"/>
                </a:cubicBezTo>
                <a:cubicBezTo>
                  <a:pt x="1128821" y="590395"/>
                  <a:pt x="1149748" y="570084"/>
                  <a:pt x="1173000" y="548032"/>
                </a:cubicBezTo>
                <a:cubicBezTo>
                  <a:pt x="1196833" y="525400"/>
                  <a:pt x="1222409" y="500446"/>
                  <a:pt x="1272981" y="500446"/>
                </a:cubicBezTo>
                <a:cubicBezTo>
                  <a:pt x="1324070" y="500446"/>
                  <a:pt x="1349614" y="525400"/>
                  <a:pt x="1373416" y="548032"/>
                </a:cubicBezTo>
                <a:cubicBezTo>
                  <a:pt x="1396639" y="570084"/>
                  <a:pt x="1417538" y="590395"/>
                  <a:pt x="1460498" y="590395"/>
                </a:cubicBezTo>
                <a:cubicBezTo>
                  <a:pt x="1503459" y="590395"/>
                  <a:pt x="1524939" y="570084"/>
                  <a:pt x="1548162" y="548032"/>
                </a:cubicBezTo>
                <a:cubicBezTo>
                  <a:pt x="1571964" y="525400"/>
                  <a:pt x="1597508" y="500446"/>
                  <a:pt x="1648015" y="500446"/>
                </a:cubicBezTo>
                <a:cubicBezTo>
                  <a:pt x="1698523" y="500446"/>
                  <a:pt x="1724647" y="525400"/>
                  <a:pt x="1748449" y="548032"/>
                </a:cubicBezTo>
                <a:cubicBezTo>
                  <a:pt x="1771672" y="570084"/>
                  <a:pt x="1792572" y="590395"/>
                  <a:pt x="1835532" y="590395"/>
                </a:cubicBezTo>
                <a:cubicBezTo>
                  <a:pt x="1878548" y="590395"/>
                  <a:pt x="1900055" y="570084"/>
                  <a:pt x="1923307" y="548032"/>
                </a:cubicBezTo>
                <a:cubicBezTo>
                  <a:pt x="1947141" y="525400"/>
                  <a:pt x="1972717" y="500446"/>
                  <a:pt x="2023289" y="500446"/>
                </a:cubicBezTo>
                <a:cubicBezTo>
                  <a:pt x="2073797" y="500446"/>
                  <a:pt x="2099922" y="525400"/>
                  <a:pt x="2123724" y="548032"/>
                </a:cubicBezTo>
                <a:cubicBezTo>
                  <a:pt x="2146947" y="570084"/>
                  <a:pt x="2167846" y="590395"/>
                  <a:pt x="2210806" y="590395"/>
                </a:cubicBezTo>
                <a:cubicBezTo>
                  <a:pt x="2253767" y="590395"/>
                  <a:pt x="2275247" y="570084"/>
                  <a:pt x="2298469" y="548032"/>
                </a:cubicBezTo>
                <a:cubicBezTo>
                  <a:pt x="2322272" y="525400"/>
                  <a:pt x="2347816" y="500446"/>
                  <a:pt x="2398323" y="500446"/>
                </a:cubicBezTo>
                <a:cubicBezTo>
                  <a:pt x="2448831" y="500446"/>
                  <a:pt x="2474955" y="525400"/>
                  <a:pt x="2498177" y="548032"/>
                </a:cubicBezTo>
                <a:cubicBezTo>
                  <a:pt x="2521979" y="570084"/>
                  <a:pt x="2542880" y="590395"/>
                  <a:pt x="2585840" y="590395"/>
                </a:cubicBezTo>
                <a:cubicBezTo>
                  <a:pt x="2628856" y="590395"/>
                  <a:pt x="2650363" y="570084"/>
                  <a:pt x="2673615" y="548032"/>
                </a:cubicBezTo>
                <a:cubicBezTo>
                  <a:pt x="2697449" y="525400"/>
                  <a:pt x="2723025" y="500446"/>
                  <a:pt x="2773597" y="500446"/>
                </a:cubicBezTo>
                <a:cubicBezTo>
                  <a:pt x="2824104" y="500446"/>
                  <a:pt x="2850230" y="525400"/>
                  <a:pt x="2873451" y="548032"/>
                </a:cubicBezTo>
                <a:cubicBezTo>
                  <a:pt x="2897254" y="570084"/>
                  <a:pt x="2918153" y="590395"/>
                  <a:pt x="2961114" y="590395"/>
                </a:cubicBezTo>
                <a:lnTo>
                  <a:pt x="2961114" y="607805"/>
                </a:lnTo>
                <a:cubicBezTo>
                  <a:pt x="2910606" y="607805"/>
                  <a:pt x="2885063" y="583432"/>
                  <a:pt x="2861260" y="560799"/>
                </a:cubicBezTo>
                <a:cubicBezTo>
                  <a:pt x="2838038" y="538747"/>
                  <a:pt x="2816557" y="518436"/>
                  <a:pt x="2773597" y="518436"/>
                </a:cubicBezTo>
                <a:cubicBezTo>
                  <a:pt x="2730581" y="518436"/>
                  <a:pt x="2709655" y="538747"/>
                  <a:pt x="2685822" y="560799"/>
                </a:cubicBezTo>
                <a:cubicBezTo>
                  <a:pt x="2662570" y="583432"/>
                  <a:pt x="2636412" y="607805"/>
                  <a:pt x="2585840" y="607805"/>
                </a:cubicBezTo>
                <a:cubicBezTo>
                  <a:pt x="2535333" y="607805"/>
                  <a:pt x="2509789" y="583432"/>
                  <a:pt x="2485985" y="560799"/>
                </a:cubicBezTo>
                <a:cubicBezTo>
                  <a:pt x="2462763" y="538747"/>
                  <a:pt x="2441284" y="518436"/>
                  <a:pt x="2398323" y="518436"/>
                </a:cubicBezTo>
                <a:cubicBezTo>
                  <a:pt x="2355363" y="518436"/>
                  <a:pt x="2334462" y="538747"/>
                  <a:pt x="2310660" y="560799"/>
                </a:cubicBezTo>
                <a:cubicBezTo>
                  <a:pt x="2287438" y="583432"/>
                  <a:pt x="2261314" y="607805"/>
                  <a:pt x="2210806" y="607805"/>
                </a:cubicBezTo>
                <a:cubicBezTo>
                  <a:pt x="2160299" y="607805"/>
                  <a:pt x="2134755" y="583432"/>
                  <a:pt x="2110953" y="560799"/>
                </a:cubicBezTo>
                <a:cubicBezTo>
                  <a:pt x="2087730" y="538747"/>
                  <a:pt x="2066250" y="518436"/>
                  <a:pt x="2023289" y="518436"/>
                </a:cubicBezTo>
                <a:cubicBezTo>
                  <a:pt x="1980273" y="518436"/>
                  <a:pt x="1959347" y="538747"/>
                  <a:pt x="1936095" y="560799"/>
                </a:cubicBezTo>
                <a:cubicBezTo>
                  <a:pt x="1912263" y="583432"/>
                  <a:pt x="1886104" y="607805"/>
                  <a:pt x="1835532" y="607805"/>
                </a:cubicBezTo>
                <a:cubicBezTo>
                  <a:pt x="1785025" y="607805"/>
                  <a:pt x="1759481" y="583432"/>
                  <a:pt x="1735678" y="560799"/>
                </a:cubicBezTo>
                <a:cubicBezTo>
                  <a:pt x="1712455" y="538747"/>
                  <a:pt x="1690976" y="518436"/>
                  <a:pt x="1648015" y="518436"/>
                </a:cubicBezTo>
                <a:cubicBezTo>
                  <a:pt x="1605055" y="518436"/>
                  <a:pt x="1584156" y="538747"/>
                  <a:pt x="1560933" y="560799"/>
                </a:cubicBezTo>
                <a:cubicBezTo>
                  <a:pt x="1537130" y="583432"/>
                  <a:pt x="1511006" y="607805"/>
                  <a:pt x="1460498" y="607805"/>
                </a:cubicBezTo>
                <a:cubicBezTo>
                  <a:pt x="1409991" y="607805"/>
                  <a:pt x="1384447" y="583432"/>
                  <a:pt x="1360645" y="560799"/>
                </a:cubicBezTo>
                <a:cubicBezTo>
                  <a:pt x="1337422" y="538747"/>
                  <a:pt x="1316522" y="518436"/>
                  <a:pt x="1272981" y="518436"/>
                </a:cubicBezTo>
                <a:cubicBezTo>
                  <a:pt x="1229966" y="518436"/>
                  <a:pt x="1209039" y="538747"/>
                  <a:pt x="1185788" y="560799"/>
                </a:cubicBezTo>
                <a:cubicBezTo>
                  <a:pt x="1161955" y="583432"/>
                  <a:pt x="1136378" y="607805"/>
                  <a:pt x="1085224" y="607805"/>
                </a:cubicBezTo>
                <a:cubicBezTo>
                  <a:pt x="1034717" y="607805"/>
                  <a:pt x="1009173" y="583432"/>
                  <a:pt x="985370" y="560799"/>
                </a:cubicBezTo>
                <a:cubicBezTo>
                  <a:pt x="962147" y="538747"/>
                  <a:pt x="941248" y="518436"/>
                  <a:pt x="897707" y="518436"/>
                </a:cubicBezTo>
                <a:cubicBezTo>
                  <a:pt x="854747" y="518436"/>
                  <a:pt x="833848" y="538747"/>
                  <a:pt x="810626" y="560799"/>
                </a:cubicBezTo>
                <a:cubicBezTo>
                  <a:pt x="786822" y="583432"/>
                  <a:pt x="761278" y="607805"/>
                  <a:pt x="710190" y="607805"/>
                </a:cubicBezTo>
                <a:cubicBezTo>
                  <a:pt x="659683" y="607805"/>
                  <a:pt x="634139" y="583432"/>
                  <a:pt x="610337" y="560799"/>
                </a:cubicBezTo>
                <a:cubicBezTo>
                  <a:pt x="587115" y="538747"/>
                  <a:pt x="566214" y="518436"/>
                  <a:pt x="522674" y="518436"/>
                </a:cubicBezTo>
                <a:cubicBezTo>
                  <a:pt x="479658" y="518436"/>
                  <a:pt x="458732" y="538747"/>
                  <a:pt x="435480" y="560799"/>
                </a:cubicBezTo>
                <a:cubicBezTo>
                  <a:pt x="411648" y="583432"/>
                  <a:pt x="386070" y="607805"/>
                  <a:pt x="334917" y="607805"/>
                </a:cubicBezTo>
                <a:cubicBezTo>
                  <a:pt x="284409" y="607805"/>
                  <a:pt x="258865" y="583432"/>
                  <a:pt x="235062" y="560799"/>
                </a:cubicBezTo>
                <a:cubicBezTo>
                  <a:pt x="211841" y="538747"/>
                  <a:pt x="190941" y="518436"/>
                  <a:pt x="147400" y="518436"/>
                </a:cubicBezTo>
                <a:cubicBezTo>
                  <a:pt x="104439" y="518436"/>
                  <a:pt x="83540" y="538747"/>
                  <a:pt x="60318" y="560799"/>
                </a:cubicBezTo>
                <a:cubicBezTo>
                  <a:pt x="48417" y="572116"/>
                  <a:pt x="36080" y="583867"/>
                  <a:pt x="20333" y="592789"/>
                </a:cubicBezTo>
                <a:lnTo>
                  <a:pt x="0" y="601101"/>
                </a:lnTo>
                <a:lnTo>
                  <a:pt x="0" y="582184"/>
                </a:lnTo>
                <a:lnTo>
                  <a:pt x="11334" y="577483"/>
                </a:lnTo>
                <a:cubicBezTo>
                  <a:pt x="24905" y="569649"/>
                  <a:pt x="35935" y="559058"/>
                  <a:pt x="47546" y="548032"/>
                </a:cubicBezTo>
                <a:cubicBezTo>
                  <a:pt x="71348" y="525400"/>
                  <a:pt x="96892" y="500446"/>
                  <a:pt x="147400" y="500446"/>
                </a:cubicBezTo>
                <a:close/>
                <a:moveTo>
                  <a:pt x="147400" y="399827"/>
                </a:moveTo>
                <a:cubicBezTo>
                  <a:pt x="198488" y="399827"/>
                  <a:pt x="224032" y="424837"/>
                  <a:pt x="247834" y="447520"/>
                </a:cubicBezTo>
                <a:cubicBezTo>
                  <a:pt x="271056" y="469622"/>
                  <a:pt x="291956" y="489978"/>
                  <a:pt x="334917" y="489978"/>
                </a:cubicBezTo>
                <a:cubicBezTo>
                  <a:pt x="378513" y="489978"/>
                  <a:pt x="399440" y="469622"/>
                  <a:pt x="422692" y="447520"/>
                </a:cubicBezTo>
                <a:cubicBezTo>
                  <a:pt x="446525" y="424837"/>
                  <a:pt x="472101" y="399827"/>
                  <a:pt x="522674" y="399827"/>
                </a:cubicBezTo>
                <a:cubicBezTo>
                  <a:pt x="573762" y="399827"/>
                  <a:pt x="599306" y="424837"/>
                  <a:pt x="623109" y="447520"/>
                </a:cubicBezTo>
                <a:cubicBezTo>
                  <a:pt x="646331" y="469622"/>
                  <a:pt x="667230" y="489978"/>
                  <a:pt x="710190" y="489978"/>
                </a:cubicBezTo>
                <a:cubicBezTo>
                  <a:pt x="753731" y="489978"/>
                  <a:pt x="774632" y="469622"/>
                  <a:pt x="797854" y="447520"/>
                </a:cubicBezTo>
                <a:cubicBezTo>
                  <a:pt x="821656" y="424837"/>
                  <a:pt x="847200" y="399827"/>
                  <a:pt x="897707" y="399827"/>
                </a:cubicBezTo>
                <a:cubicBezTo>
                  <a:pt x="948795" y="399827"/>
                  <a:pt x="974339" y="424837"/>
                  <a:pt x="998141" y="447520"/>
                </a:cubicBezTo>
                <a:cubicBezTo>
                  <a:pt x="1021364" y="469622"/>
                  <a:pt x="1042264" y="489978"/>
                  <a:pt x="1085224" y="489978"/>
                </a:cubicBezTo>
                <a:cubicBezTo>
                  <a:pt x="1128821" y="489978"/>
                  <a:pt x="1149748" y="469622"/>
                  <a:pt x="1173000" y="447520"/>
                </a:cubicBezTo>
                <a:cubicBezTo>
                  <a:pt x="1196833" y="424837"/>
                  <a:pt x="1222409" y="399827"/>
                  <a:pt x="1272981" y="399827"/>
                </a:cubicBezTo>
                <a:cubicBezTo>
                  <a:pt x="1324070" y="399827"/>
                  <a:pt x="1349614" y="424837"/>
                  <a:pt x="1373416" y="447520"/>
                </a:cubicBezTo>
                <a:cubicBezTo>
                  <a:pt x="1396639" y="469622"/>
                  <a:pt x="1417538" y="489978"/>
                  <a:pt x="1460498" y="489978"/>
                </a:cubicBezTo>
                <a:cubicBezTo>
                  <a:pt x="1503459" y="489978"/>
                  <a:pt x="1524939" y="469622"/>
                  <a:pt x="1548162" y="447520"/>
                </a:cubicBezTo>
                <a:cubicBezTo>
                  <a:pt x="1571964" y="424837"/>
                  <a:pt x="1597508" y="399827"/>
                  <a:pt x="1648015" y="399827"/>
                </a:cubicBezTo>
                <a:cubicBezTo>
                  <a:pt x="1698523" y="399827"/>
                  <a:pt x="1724647" y="424837"/>
                  <a:pt x="1748449" y="447520"/>
                </a:cubicBezTo>
                <a:cubicBezTo>
                  <a:pt x="1771672" y="469622"/>
                  <a:pt x="1792572" y="489978"/>
                  <a:pt x="1835532" y="489978"/>
                </a:cubicBezTo>
                <a:cubicBezTo>
                  <a:pt x="1878548" y="489978"/>
                  <a:pt x="1900055" y="469622"/>
                  <a:pt x="1923307" y="447520"/>
                </a:cubicBezTo>
                <a:cubicBezTo>
                  <a:pt x="1947141" y="424837"/>
                  <a:pt x="1972717" y="399827"/>
                  <a:pt x="2023289" y="399827"/>
                </a:cubicBezTo>
                <a:cubicBezTo>
                  <a:pt x="2073797" y="399827"/>
                  <a:pt x="2099922" y="424837"/>
                  <a:pt x="2123724" y="447520"/>
                </a:cubicBezTo>
                <a:cubicBezTo>
                  <a:pt x="2146947" y="469622"/>
                  <a:pt x="2167846" y="489978"/>
                  <a:pt x="2210806" y="489978"/>
                </a:cubicBezTo>
                <a:cubicBezTo>
                  <a:pt x="2253767" y="489978"/>
                  <a:pt x="2275247" y="469622"/>
                  <a:pt x="2298469" y="447520"/>
                </a:cubicBezTo>
                <a:cubicBezTo>
                  <a:pt x="2322272" y="424837"/>
                  <a:pt x="2347816" y="399827"/>
                  <a:pt x="2398323" y="399827"/>
                </a:cubicBezTo>
                <a:cubicBezTo>
                  <a:pt x="2448831" y="399827"/>
                  <a:pt x="2474955" y="424837"/>
                  <a:pt x="2498177" y="447520"/>
                </a:cubicBezTo>
                <a:cubicBezTo>
                  <a:pt x="2521979" y="469622"/>
                  <a:pt x="2542880" y="489978"/>
                  <a:pt x="2585840" y="489978"/>
                </a:cubicBezTo>
                <a:cubicBezTo>
                  <a:pt x="2628856" y="489978"/>
                  <a:pt x="2650363" y="469622"/>
                  <a:pt x="2673615" y="447520"/>
                </a:cubicBezTo>
                <a:cubicBezTo>
                  <a:pt x="2697449" y="424837"/>
                  <a:pt x="2723025" y="399827"/>
                  <a:pt x="2773597" y="399827"/>
                </a:cubicBezTo>
                <a:cubicBezTo>
                  <a:pt x="2824104" y="399827"/>
                  <a:pt x="2850230" y="424837"/>
                  <a:pt x="2873451" y="447520"/>
                </a:cubicBezTo>
                <a:cubicBezTo>
                  <a:pt x="2897254" y="469622"/>
                  <a:pt x="2918153" y="489978"/>
                  <a:pt x="2961114" y="489978"/>
                </a:cubicBezTo>
                <a:lnTo>
                  <a:pt x="2961114" y="507427"/>
                </a:lnTo>
                <a:cubicBezTo>
                  <a:pt x="2910606" y="507427"/>
                  <a:pt x="2885063" y="482999"/>
                  <a:pt x="2861260" y="460316"/>
                </a:cubicBezTo>
                <a:cubicBezTo>
                  <a:pt x="2838038" y="438214"/>
                  <a:pt x="2816557" y="417857"/>
                  <a:pt x="2773597" y="417857"/>
                </a:cubicBezTo>
                <a:cubicBezTo>
                  <a:pt x="2730581" y="417857"/>
                  <a:pt x="2709655" y="437633"/>
                  <a:pt x="2685822" y="460316"/>
                </a:cubicBezTo>
                <a:cubicBezTo>
                  <a:pt x="2662570" y="482999"/>
                  <a:pt x="2636412" y="507427"/>
                  <a:pt x="2585840" y="507427"/>
                </a:cubicBezTo>
                <a:cubicBezTo>
                  <a:pt x="2535333" y="507427"/>
                  <a:pt x="2509789" y="482999"/>
                  <a:pt x="2485985" y="460316"/>
                </a:cubicBezTo>
                <a:cubicBezTo>
                  <a:pt x="2462763" y="438214"/>
                  <a:pt x="2441284" y="417857"/>
                  <a:pt x="2398323" y="417857"/>
                </a:cubicBezTo>
                <a:cubicBezTo>
                  <a:pt x="2355363" y="417857"/>
                  <a:pt x="2334462" y="437633"/>
                  <a:pt x="2310660" y="460316"/>
                </a:cubicBezTo>
                <a:cubicBezTo>
                  <a:pt x="2287438" y="482999"/>
                  <a:pt x="2261314" y="507427"/>
                  <a:pt x="2210806" y="507427"/>
                </a:cubicBezTo>
                <a:cubicBezTo>
                  <a:pt x="2160299" y="507427"/>
                  <a:pt x="2134755" y="482999"/>
                  <a:pt x="2110953" y="460316"/>
                </a:cubicBezTo>
                <a:cubicBezTo>
                  <a:pt x="2087730" y="438214"/>
                  <a:pt x="2066250" y="417857"/>
                  <a:pt x="2023289" y="417857"/>
                </a:cubicBezTo>
                <a:cubicBezTo>
                  <a:pt x="1980273" y="417857"/>
                  <a:pt x="1959347" y="437633"/>
                  <a:pt x="1936095" y="460316"/>
                </a:cubicBezTo>
                <a:cubicBezTo>
                  <a:pt x="1912263" y="482999"/>
                  <a:pt x="1886104" y="507427"/>
                  <a:pt x="1835532" y="507427"/>
                </a:cubicBezTo>
                <a:cubicBezTo>
                  <a:pt x="1785025" y="507427"/>
                  <a:pt x="1759481" y="482999"/>
                  <a:pt x="1735678" y="460316"/>
                </a:cubicBezTo>
                <a:cubicBezTo>
                  <a:pt x="1712455" y="438214"/>
                  <a:pt x="1690976" y="417857"/>
                  <a:pt x="1648015" y="417857"/>
                </a:cubicBezTo>
                <a:cubicBezTo>
                  <a:pt x="1605055" y="417857"/>
                  <a:pt x="1584156" y="437633"/>
                  <a:pt x="1560933" y="460316"/>
                </a:cubicBezTo>
                <a:cubicBezTo>
                  <a:pt x="1537130" y="482999"/>
                  <a:pt x="1511006" y="507427"/>
                  <a:pt x="1460498" y="507427"/>
                </a:cubicBezTo>
                <a:cubicBezTo>
                  <a:pt x="1409991" y="507427"/>
                  <a:pt x="1384447" y="482999"/>
                  <a:pt x="1360645" y="460316"/>
                </a:cubicBezTo>
                <a:cubicBezTo>
                  <a:pt x="1337422" y="438214"/>
                  <a:pt x="1316522" y="417857"/>
                  <a:pt x="1272981" y="417857"/>
                </a:cubicBezTo>
                <a:cubicBezTo>
                  <a:pt x="1229966" y="417857"/>
                  <a:pt x="1209039" y="437633"/>
                  <a:pt x="1185788" y="460316"/>
                </a:cubicBezTo>
                <a:cubicBezTo>
                  <a:pt x="1161955" y="482999"/>
                  <a:pt x="1136378" y="507427"/>
                  <a:pt x="1085224" y="507427"/>
                </a:cubicBezTo>
                <a:cubicBezTo>
                  <a:pt x="1034717" y="507427"/>
                  <a:pt x="1009173" y="482999"/>
                  <a:pt x="985370" y="460316"/>
                </a:cubicBezTo>
                <a:cubicBezTo>
                  <a:pt x="962147" y="438214"/>
                  <a:pt x="941248" y="417857"/>
                  <a:pt x="897707" y="417857"/>
                </a:cubicBezTo>
                <a:cubicBezTo>
                  <a:pt x="854747" y="417857"/>
                  <a:pt x="833848" y="437633"/>
                  <a:pt x="810626" y="460316"/>
                </a:cubicBezTo>
                <a:cubicBezTo>
                  <a:pt x="786822" y="482999"/>
                  <a:pt x="761278" y="507427"/>
                  <a:pt x="710190" y="507427"/>
                </a:cubicBezTo>
                <a:cubicBezTo>
                  <a:pt x="659683" y="507427"/>
                  <a:pt x="634139" y="482999"/>
                  <a:pt x="610337" y="460316"/>
                </a:cubicBezTo>
                <a:cubicBezTo>
                  <a:pt x="587115" y="438214"/>
                  <a:pt x="566214" y="417857"/>
                  <a:pt x="522674" y="417857"/>
                </a:cubicBezTo>
                <a:cubicBezTo>
                  <a:pt x="479658" y="417857"/>
                  <a:pt x="458732" y="437633"/>
                  <a:pt x="435480" y="460316"/>
                </a:cubicBezTo>
                <a:cubicBezTo>
                  <a:pt x="411648" y="482999"/>
                  <a:pt x="386070" y="507427"/>
                  <a:pt x="334917" y="507427"/>
                </a:cubicBezTo>
                <a:cubicBezTo>
                  <a:pt x="284409" y="507427"/>
                  <a:pt x="258865" y="482999"/>
                  <a:pt x="235062" y="460316"/>
                </a:cubicBezTo>
                <a:cubicBezTo>
                  <a:pt x="211841" y="438214"/>
                  <a:pt x="190941" y="417857"/>
                  <a:pt x="147400" y="417857"/>
                </a:cubicBezTo>
                <a:cubicBezTo>
                  <a:pt x="104439" y="417857"/>
                  <a:pt x="83540" y="437633"/>
                  <a:pt x="60318" y="460316"/>
                </a:cubicBezTo>
                <a:cubicBezTo>
                  <a:pt x="48417" y="471657"/>
                  <a:pt x="36080" y="483435"/>
                  <a:pt x="20333" y="492377"/>
                </a:cubicBezTo>
                <a:lnTo>
                  <a:pt x="0" y="500708"/>
                </a:lnTo>
                <a:lnTo>
                  <a:pt x="0" y="481748"/>
                </a:lnTo>
                <a:lnTo>
                  <a:pt x="11334" y="477037"/>
                </a:lnTo>
                <a:cubicBezTo>
                  <a:pt x="24905" y="469186"/>
                  <a:pt x="35935" y="458571"/>
                  <a:pt x="47546" y="447520"/>
                </a:cubicBezTo>
                <a:cubicBezTo>
                  <a:pt x="71348" y="424837"/>
                  <a:pt x="96892" y="399827"/>
                  <a:pt x="147400" y="399827"/>
                </a:cubicBezTo>
                <a:close/>
                <a:moveTo>
                  <a:pt x="147400" y="299931"/>
                </a:moveTo>
                <a:cubicBezTo>
                  <a:pt x="198488" y="299931"/>
                  <a:pt x="224032" y="324917"/>
                  <a:pt x="247834" y="347579"/>
                </a:cubicBezTo>
                <a:cubicBezTo>
                  <a:pt x="271056" y="369660"/>
                  <a:pt x="291956" y="389998"/>
                  <a:pt x="334917" y="389998"/>
                </a:cubicBezTo>
                <a:cubicBezTo>
                  <a:pt x="378513" y="389998"/>
                  <a:pt x="399440" y="369660"/>
                  <a:pt x="422692" y="347579"/>
                </a:cubicBezTo>
                <a:cubicBezTo>
                  <a:pt x="446525" y="324917"/>
                  <a:pt x="472101" y="299931"/>
                  <a:pt x="522674" y="299931"/>
                </a:cubicBezTo>
                <a:cubicBezTo>
                  <a:pt x="573762" y="299931"/>
                  <a:pt x="599306" y="324917"/>
                  <a:pt x="623109" y="347579"/>
                </a:cubicBezTo>
                <a:cubicBezTo>
                  <a:pt x="646331" y="369660"/>
                  <a:pt x="667230" y="389998"/>
                  <a:pt x="710190" y="389998"/>
                </a:cubicBezTo>
                <a:cubicBezTo>
                  <a:pt x="753731" y="389998"/>
                  <a:pt x="774632" y="369660"/>
                  <a:pt x="797854" y="347579"/>
                </a:cubicBezTo>
                <a:cubicBezTo>
                  <a:pt x="821656" y="324917"/>
                  <a:pt x="847200" y="299931"/>
                  <a:pt x="897707" y="299931"/>
                </a:cubicBezTo>
                <a:cubicBezTo>
                  <a:pt x="948795" y="299931"/>
                  <a:pt x="974339" y="324917"/>
                  <a:pt x="998141" y="347579"/>
                </a:cubicBezTo>
                <a:cubicBezTo>
                  <a:pt x="1021364" y="369660"/>
                  <a:pt x="1042264" y="389998"/>
                  <a:pt x="1085224" y="389998"/>
                </a:cubicBezTo>
                <a:cubicBezTo>
                  <a:pt x="1128821" y="389998"/>
                  <a:pt x="1149748" y="369660"/>
                  <a:pt x="1173000" y="347579"/>
                </a:cubicBezTo>
                <a:cubicBezTo>
                  <a:pt x="1196833" y="324917"/>
                  <a:pt x="1222409" y="299931"/>
                  <a:pt x="1272981" y="299931"/>
                </a:cubicBezTo>
                <a:cubicBezTo>
                  <a:pt x="1324070" y="299931"/>
                  <a:pt x="1349614" y="324917"/>
                  <a:pt x="1373416" y="347579"/>
                </a:cubicBezTo>
                <a:cubicBezTo>
                  <a:pt x="1396639" y="369660"/>
                  <a:pt x="1417538" y="389998"/>
                  <a:pt x="1460498" y="389998"/>
                </a:cubicBezTo>
                <a:cubicBezTo>
                  <a:pt x="1503459" y="389998"/>
                  <a:pt x="1524939" y="369660"/>
                  <a:pt x="1548162" y="347579"/>
                </a:cubicBezTo>
                <a:cubicBezTo>
                  <a:pt x="1571964" y="324917"/>
                  <a:pt x="1597508" y="299931"/>
                  <a:pt x="1648015" y="299931"/>
                </a:cubicBezTo>
                <a:cubicBezTo>
                  <a:pt x="1698523" y="299931"/>
                  <a:pt x="1724647" y="324917"/>
                  <a:pt x="1748449" y="347579"/>
                </a:cubicBezTo>
                <a:cubicBezTo>
                  <a:pt x="1771672" y="369660"/>
                  <a:pt x="1792572" y="389998"/>
                  <a:pt x="1835532" y="389998"/>
                </a:cubicBezTo>
                <a:cubicBezTo>
                  <a:pt x="1878548" y="389998"/>
                  <a:pt x="1900055" y="369660"/>
                  <a:pt x="1923307" y="347579"/>
                </a:cubicBezTo>
                <a:cubicBezTo>
                  <a:pt x="1947141" y="324917"/>
                  <a:pt x="1972717" y="299931"/>
                  <a:pt x="2023289" y="299931"/>
                </a:cubicBezTo>
                <a:cubicBezTo>
                  <a:pt x="2073797" y="299931"/>
                  <a:pt x="2099922" y="324917"/>
                  <a:pt x="2123724" y="347579"/>
                </a:cubicBezTo>
                <a:cubicBezTo>
                  <a:pt x="2146947" y="369660"/>
                  <a:pt x="2167846" y="389998"/>
                  <a:pt x="2210806" y="389998"/>
                </a:cubicBezTo>
                <a:cubicBezTo>
                  <a:pt x="2253767" y="389998"/>
                  <a:pt x="2275247" y="369660"/>
                  <a:pt x="2298469" y="347579"/>
                </a:cubicBezTo>
                <a:cubicBezTo>
                  <a:pt x="2322272" y="324917"/>
                  <a:pt x="2347816" y="299931"/>
                  <a:pt x="2398323" y="299931"/>
                </a:cubicBezTo>
                <a:cubicBezTo>
                  <a:pt x="2448831" y="299931"/>
                  <a:pt x="2474955" y="324917"/>
                  <a:pt x="2498177" y="347579"/>
                </a:cubicBezTo>
                <a:cubicBezTo>
                  <a:pt x="2521979" y="369660"/>
                  <a:pt x="2542880" y="389998"/>
                  <a:pt x="2585840" y="389998"/>
                </a:cubicBezTo>
                <a:cubicBezTo>
                  <a:pt x="2628856" y="389998"/>
                  <a:pt x="2650363" y="369660"/>
                  <a:pt x="2673615" y="347579"/>
                </a:cubicBezTo>
                <a:cubicBezTo>
                  <a:pt x="2697449" y="324917"/>
                  <a:pt x="2723025" y="299931"/>
                  <a:pt x="2773597" y="299931"/>
                </a:cubicBezTo>
                <a:cubicBezTo>
                  <a:pt x="2824104" y="299931"/>
                  <a:pt x="2850230" y="324917"/>
                  <a:pt x="2873451" y="347579"/>
                </a:cubicBezTo>
                <a:cubicBezTo>
                  <a:pt x="2897254" y="369660"/>
                  <a:pt x="2918153" y="389998"/>
                  <a:pt x="2961114" y="389998"/>
                </a:cubicBezTo>
                <a:lnTo>
                  <a:pt x="2961114" y="408011"/>
                </a:lnTo>
                <a:cubicBezTo>
                  <a:pt x="2910606" y="408011"/>
                  <a:pt x="2885063" y="383025"/>
                  <a:pt x="2861260" y="360363"/>
                </a:cubicBezTo>
                <a:cubicBezTo>
                  <a:pt x="2838038" y="338282"/>
                  <a:pt x="2816557" y="317944"/>
                  <a:pt x="2773597" y="317944"/>
                </a:cubicBezTo>
                <a:cubicBezTo>
                  <a:pt x="2730581" y="317944"/>
                  <a:pt x="2709655" y="338282"/>
                  <a:pt x="2685822" y="360363"/>
                </a:cubicBezTo>
                <a:cubicBezTo>
                  <a:pt x="2662570" y="383025"/>
                  <a:pt x="2636412" y="408011"/>
                  <a:pt x="2585840" y="408011"/>
                </a:cubicBezTo>
                <a:cubicBezTo>
                  <a:pt x="2535333" y="408011"/>
                  <a:pt x="2509789" y="383025"/>
                  <a:pt x="2485985" y="360363"/>
                </a:cubicBezTo>
                <a:cubicBezTo>
                  <a:pt x="2462763" y="338282"/>
                  <a:pt x="2441284" y="317944"/>
                  <a:pt x="2398323" y="317944"/>
                </a:cubicBezTo>
                <a:cubicBezTo>
                  <a:pt x="2355363" y="317944"/>
                  <a:pt x="2334462" y="338282"/>
                  <a:pt x="2310660" y="360363"/>
                </a:cubicBezTo>
                <a:cubicBezTo>
                  <a:pt x="2287438" y="383025"/>
                  <a:pt x="2261314" y="408011"/>
                  <a:pt x="2210806" y="408011"/>
                </a:cubicBezTo>
                <a:cubicBezTo>
                  <a:pt x="2160299" y="408011"/>
                  <a:pt x="2134755" y="383025"/>
                  <a:pt x="2110953" y="360363"/>
                </a:cubicBezTo>
                <a:cubicBezTo>
                  <a:pt x="2087730" y="338282"/>
                  <a:pt x="2066250" y="317944"/>
                  <a:pt x="2023289" y="317944"/>
                </a:cubicBezTo>
                <a:cubicBezTo>
                  <a:pt x="1980273" y="317944"/>
                  <a:pt x="1959347" y="338282"/>
                  <a:pt x="1936095" y="360363"/>
                </a:cubicBezTo>
                <a:cubicBezTo>
                  <a:pt x="1912263" y="383025"/>
                  <a:pt x="1886104" y="408011"/>
                  <a:pt x="1835532" y="408011"/>
                </a:cubicBezTo>
                <a:cubicBezTo>
                  <a:pt x="1785025" y="408011"/>
                  <a:pt x="1759481" y="383025"/>
                  <a:pt x="1735678" y="360363"/>
                </a:cubicBezTo>
                <a:cubicBezTo>
                  <a:pt x="1712455" y="338282"/>
                  <a:pt x="1690976" y="317944"/>
                  <a:pt x="1648015" y="317944"/>
                </a:cubicBezTo>
                <a:cubicBezTo>
                  <a:pt x="1605055" y="317944"/>
                  <a:pt x="1584156" y="338282"/>
                  <a:pt x="1560933" y="360363"/>
                </a:cubicBezTo>
                <a:cubicBezTo>
                  <a:pt x="1537130" y="383025"/>
                  <a:pt x="1511006" y="408011"/>
                  <a:pt x="1460498" y="408011"/>
                </a:cubicBezTo>
                <a:cubicBezTo>
                  <a:pt x="1409991" y="408011"/>
                  <a:pt x="1384447" y="383025"/>
                  <a:pt x="1360645" y="360363"/>
                </a:cubicBezTo>
                <a:cubicBezTo>
                  <a:pt x="1337422" y="338282"/>
                  <a:pt x="1316522" y="317944"/>
                  <a:pt x="1272981" y="317944"/>
                </a:cubicBezTo>
                <a:cubicBezTo>
                  <a:pt x="1229966" y="317944"/>
                  <a:pt x="1209039" y="338282"/>
                  <a:pt x="1185788" y="360363"/>
                </a:cubicBezTo>
                <a:cubicBezTo>
                  <a:pt x="1161955" y="383025"/>
                  <a:pt x="1136378" y="408011"/>
                  <a:pt x="1085224" y="408011"/>
                </a:cubicBezTo>
                <a:cubicBezTo>
                  <a:pt x="1034717" y="408011"/>
                  <a:pt x="1009173" y="383025"/>
                  <a:pt x="985370" y="360363"/>
                </a:cubicBezTo>
                <a:cubicBezTo>
                  <a:pt x="962147" y="338282"/>
                  <a:pt x="941248" y="317944"/>
                  <a:pt x="897707" y="317944"/>
                </a:cubicBezTo>
                <a:cubicBezTo>
                  <a:pt x="854747" y="317944"/>
                  <a:pt x="833848" y="338282"/>
                  <a:pt x="810626" y="360363"/>
                </a:cubicBezTo>
                <a:cubicBezTo>
                  <a:pt x="786822" y="383025"/>
                  <a:pt x="761278" y="408011"/>
                  <a:pt x="710190" y="408011"/>
                </a:cubicBezTo>
                <a:cubicBezTo>
                  <a:pt x="659683" y="408011"/>
                  <a:pt x="634139" y="383025"/>
                  <a:pt x="610337" y="360363"/>
                </a:cubicBezTo>
                <a:cubicBezTo>
                  <a:pt x="587115" y="338282"/>
                  <a:pt x="566214" y="317944"/>
                  <a:pt x="522674" y="317944"/>
                </a:cubicBezTo>
                <a:cubicBezTo>
                  <a:pt x="479658" y="317944"/>
                  <a:pt x="458732" y="338282"/>
                  <a:pt x="435480" y="360363"/>
                </a:cubicBezTo>
                <a:cubicBezTo>
                  <a:pt x="411648" y="383025"/>
                  <a:pt x="386070" y="408011"/>
                  <a:pt x="334917" y="408011"/>
                </a:cubicBezTo>
                <a:cubicBezTo>
                  <a:pt x="284409" y="408011"/>
                  <a:pt x="258865" y="383025"/>
                  <a:pt x="235062" y="360363"/>
                </a:cubicBezTo>
                <a:cubicBezTo>
                  <a:pt x="211841" y="338282"/>
                  <a:pt x="190941" y="317944"/>
                  <a:pt x="147400" y="317944"/>
                </a:cubicBezTo>
                <a:cubicBezTo>
                  <a:pt x="104439" y="317944"/>
                  <a:pt x="83540" y="338282"/>
                  <a:pt x="60318" y="360363"/>
                </a:cubicBezTo>
                <a:cubicBezTo>
                  <a:pt x="48417" y="371694"/>
                  <a:pt x="36080" y="383606"/>
                  <a:pt x="20333" y="392685"/>
                </a:cubicBezTo>
                <a:lnTo>
                  <a:pt x="0" y="401161"/>
                </a:lnTo>
                <a:lnTo>
                  <a:pt x="0" y="381776"/>
                </a:lnTo>
                <a:lnTo>
                  <a:pt x="11334" y="377069"/>
                </a:lnTo>
                <a:cubicBezTo>
                  <a:pt x="24905" y="369224"/>
                  <a:pt x="35935" y="358620"/>
                  <a:pt x="47546" y="347579"/>
                </a:cubicBezTo>
                <a:cubicBezTo>
                  <a:pt x="71348" y="324917"/>
                  <a:pt x="96892" y="299931"/>
                  <a:pt x="147400" y="299931"/>
                </a:cubicBezTo>
                <a:close/>
                <a:moveTo>
                  <a:pt x="147400" y="200515"/>
                </a:moveTo>
                <a:cubicBezTo>
                  <a:pt x="198488" y="200515"/>
                  <a:pt x="224032" y="225469"/>
                  <a:pt x="247834" y="247521"/>
                </a:cubicBezTo>
                <a:cubicBezTo>
                  <a:pt x="271056" y="270154"/>
                  <a:pt x="291956" y="289884"/>
                  <a:pt x="334917" y="289884"/>
                </a:cubicBezTo>
                <a:cubicBezTo>
                  <a:pt x="378513" y="289884"/>
                  <a:pt x="399440" y="270154"/>
                  <a:pt x="422692" y="247521"/>
                </a:cubicBezTo>
                <a:cubicBezTo>
                  <a:pt x="446525" y="225469"/>
                  <a:pt x="472101" y="200515"/>
                  <a:pt x="522674" y="200515"/>
                </a:cubicBezTo>
                <a:cubicBezTo>
                  <a:pt x="573762" y="200515"/>
                  <a:pt x="599306" y="225469"/>
                  <a:pt x="623109" y="247521"/>
                </a:cubicBezTo>
                <a:cubicBezTo>
                  <a:pt x="646331" y="270154"/>
                  <a:pt x="667230" y="289884"/>
                  <a:pt x="710190" y="289884"/>
                </a:cubicBezTo>
                <a:cubicBezTo>
                  <a:pt x="753731" y="289884"/>
                  <a:pt x="774632" y="270154"/>
                  <a:pt x="797854" y="247521"/>
                </a:cubicBezTo>
                <a:cubicBezTo>
                  <a:pt x="821656" y="225469"/>
                  <a:pt x="847200" y="200515"/>
                  <a:pt x="897707" y="200515"/>
                </a:cubicBezTo>
                <a:cubicBezTo>
                  <a:pt x="948795" y="200515"/>
                  <a:pt x="974339" y="225469"/>
                  <a:pt x="998141" y="247521"/>
                </a:cubicBezTo>
                <a:cubicBezTo>
                  <a:pt x="1021364" y="270154"/>
                  <a:pt x="1042264" y="289884"/>
                  <a:pt x="1085224" y="289884"/>
                </a:cubicBezTo>
                <a:cubicBezTo>
                  <a:pt x="1128821" y="289884"/>
                  <a:pt x="1149748" y="270154"/>
                  <a:pt x="1173000" y="247521"/>
                </a:cubicBezTo>
                <a:cubicBezTo>
                  <a:pt x="1196833" y="225469"/>
                  <a:pt x="1222409" y="200515"/>
                  <a:pt x="1272981" y="200515"/>
                </a:cubicBezTo>
                <a:cubicBezTo>
                  <a:pt x="1324070" y="200515"/>
                  <a:pt x="1349614" y="225469"/>
                  <a:pt x="1373416" y="247521"/>
                </a:cubicBezTo>
                <a:cubicBezTo>
                  <a:pt x="1396639" y="270154"/>
                  <a:pt x="1417538" y="289884"/>
                  <a:pt x="1460498" y="289884"/>
                </a:cubicBezTo>
                <a:cubicBezTo>
                  <a:pt x="1503459" y="289884"/>
                  <a:pt x="1524939" y="270154"/>
                  <a:pt x="1548162" y="247521"/>
                </a:cubicBezTo>
                <a:cubicBezTo>
                  <a:pt x="1571964" y="225469"/>
                  <a:pt x="1597508" y="200515"/>
                  <a:pt x="1648015" y="200515"/>
                </a:cubicBezTo>
                <a:cubicBezTo>
                  <a:pt x="1698523" y="200515"/>
                  <a:pt x="1724647" y="225469"/>
                  <a:pt x="1748449" y="247521"/>
                </a:cubicBezTo>
                <a:cubicBezTo>
                  <a:pt x="1771672" y="270154"/>
                  <a:pt x="1792572" y="289884"/>
                  <a:pt x="1835532" y="289884"/>
                </a:cubicBezTo>
                <a:cubicBezTo>
                  <a:pt x="1878548" y="289884"/>
                  <a:pt x="1900055" y="270154"/>
                  <a:pt x="1923307" y="247521"/>
                </a:cubicBezTo>
                <a:cubicBezTo>
                  <a:pt x="1947141" y="225469"/>
                  <a:pt x="1972717" y="200515"/>
                  <a:pt x="2023289" y="200515"/>
                </a:cubicBezTo>
                <a:cubicBezTo>
                  <a:pt x="2073797" y="200515"/>
                  <a:pt x="2099922" y="225469"/>
                  <a:pt x="2123724" y="247521"/>
                </a:cubicBezTo>
                <a:cubicBezTo>
                  <a:pt x="2146947" y="270154"/>
                  <a:pt x="2167846" y="289884"/>
                  <a:pt x="2210806" y="289884"/>
                </a:cubicBezTo>
                <a:cubicBezTo>
                  <a:pt x="2253767" y="289884"/>
                  <a:pt x="2275247" y="270154"/>
                  <a:pt x="2298469" y="247521"/>
                </a:cubicBezTo>
                <a:cubicBezTo>
                  <a:pt x="2322272" y="225469"/>
                  <a:pt x="2347816" y="200515"/>
                  <a:pt x="2398323" y="200515"/>
                </a:cubicBezTo>
                <a:cubicBezTo>
                  <a:pt x="2448831" y="200515"/>
                  <a:pt x="2474955" y="225469"/>
                  <a:pt x="2498177" y="247521"/>
                </a:cubicBezTo>
                <a:cubicBezTo>
                  <a:pt x="2521979" y="270154"/>
                  <a:pt x="2542880" y="289884"/>
                  <a:pt x="2585840" y="289884"/>
                </a:cubicBezTo>
                <a:cubicBezTo>
                  <a:pt x="2628856" y="289884"/>
                  <a:pt x="2650363" y="270154"/>
                  <a:pt x="2673615" y="247521"/>
                </a:cubicBezTo>
                <a:cubicBezTo>
                  <a:pt x="2697449" y="225469"/>
                  <a:pt x="2723025" y="200515"/>
                  <a:pt x="2773597" y="200515"/>
                </a:cubicBezTo>
                <a:cubicBezTo>
                  <a:pt x="2824104" y="200515"/>
                  <a:pt x="2850230" y="225469"/>
                  <a:pt x="2873451" y="247521"/>
                </a:cubicBezTo>
                <a:cubicBezTo>
                  <a:pt x="2897254" y="270154"/>
                  <a:pt x="2918153" y="289884"/>
                  <a:pt x="2961114" y="289884"/>
                </a:cubicBezTo>
                <a:lnTo>
                  <a:pt x="2961114" y="307874"/>
                </a:lnTo>
                <a:cubicBezTo>
                  <a:pt x="2910606" y="307874"/>
                  <a:pt x="2885063" y="283501"/>
                  <a:pt x="2861260" y="260869"/>
                </a:cubicBezTo>
                <a:cubicBezTo>
                  <a:pt x="2838038" y="238236"/>
                  <a:pt x="2816557" y="218505"/>
                  <a:pt x="2773597" y="218505"/>
                </a:cubicBezTo>
                <a:cubicBezTo>
                  <a:pt x="2730581" y="218505"/>
                  <a:pt x="2709655" y="238236"/>
                  <a:pt x="2685822" y="260869"/>
                </a:cubicBezTo>
                <a:cubicBezTo>
                  <a:pt x="2662570" y="283501"/>
                  <a:pt x="2636412" y="307874"/>
                  <a:pt x="2585840" y="307874"/>
                </a:cubicBezTo>
                <a:cubicBezTo>
                  <a:pt x="2535333" y="307874"/>
                  <a:pt x="2509789" y="283501"/>
                  <a:pt x="2485985" y="260869"/>
                </a:cubicBezTo>
                <a:cubicBezTo>
                  <a:pt x="2462763" y="238236"/>
                  <a:pt x="2441284" y="218505"/>
                  <a:pt x="2398323" y="218505"/>
                </a:cubicBezTo>
                <a:cubicBezTo>
                  <a:pt x="2355363" y="218505"/>
                  <a:pt x="2334462" y="238236"/>
                  <a:pt x="2310660" y="260869"/>
                </a:cubicBezTo>
                <a:cubicBezTo>
                  <a:pt x="2287438" y="283501"/>
                  <a:pt x="2261314" y="307874"/>
                  <a:pt x="2210806" y="307874"/>
                </a:cubicBezTo>
                <a:cubicBezTo>
                  <a:pt x="2160299" y="307874"/>
                  <a:pt x="2134755" y="283501"/>
                  <a:pt x="2110953" y="260869"/>
                </a:cubicBezTo>
                <a:cubicBezTo>
                  <a:pt x="2087730" y="238236"/>
                  <a:pt x="2066250" y="218505"/>
                  <a:pt x="2023289" y="218505"/>
                </a:cubicBezTo>
                <a:cubicBezTo>
                  <a:pt x="1980273" y="218505"/>
                  <a:pt x="1959347" y="238236"/>
                  <a:pt x="1936095" y="260869"/>
                </a:cubicBezTo>
                <a:cubicBezTo>
                  <a:pt x="1912263" y="283501"/>
                  <a:pt x="1886104" y="307874"/>
                  <a:pt x="1835532" y="307874"/>
                </a:cubicBezTo>
                <a:cubicBezTo>
                  <a:pt x="1785025" y="307874"/>
                  <a:pt x="1759481" y="283501"/>
                  <a:pt x="1735678" y="260869"/>
                </a:cubicBezTo>
                <a:cubicBezTo>
                  <a:pt x="1712455" y="238236"/>
                  <a:pt x="1690976" y="218505"/>
                  <a:pt x="1648015" y="218505"/>
                </a:cubicBezTo>
                <a:cubicBezTo>
                  <a:pt x="1605055" y="218505"/>
                  <a:pt x="1584156" y="238236"/>
                  <a:pt x="1560933" y="260869"/>
                </a:cubicBezTo>
                <a:cubicBezTo>
                  <a:pt x="1537130" y="283501"/>
                  <a:pt x="1511006" y="307874"/>
                  <a:pt x="1460498" y="307874"/>
                </a:cubicBezTo>
                <a:cubicBezTo>
                  <a:pt x="1409991" y="307874"/>
                  <a:pt x="1384447" y="283501"/>
                  <a:pt x="1360645" y="260869"/>
                </a:cubicBezTo>
                <a:cubicBezTo>
                  <a:pt x="1337422" y="238236"/>
                  <a:pt x="1316522" y="218505"/>
                  <a:pt x="1272981" y="218505"/>
                </a:cubicBezTo>
                <a:cubicBezTo>
                  <a:pt x="1229966" y="218505"/>
                  <a:pt x="1209039" y="238236"/>
                  <a:pt x="1185788" y="260869"/>
                </a:cubicBezTo>
                <a:cubicBezTo>
                  <a:pt x="1161955" y="283501"/>
                  <a:pt x="1136378" y="307874"/>
                  <a:pt x="1085224" y="307874"/>
                </a:cubicBezTo>
                <a:cubicBezTo>
                  <a:pt x="1034717" y="307874"/>
                  <a:pt x="1009173" y="283501"/>
                  <a:pt x="985370" y="260869"/>
                </a:cubicBezTo>
                <a:cubicBezTo>
                  <a:pt x="962147" y="238236"/>
                  <a:pt x="941248" y="218505"/>
                  <a:pt x="897707" y="218505"/>
                </a:cubicBezTo>
                <a:cubicBezTo>
                  <a:pt x="854747" y="218505"/>
                  <a:pt x="833848" y="238236"/>
                  <a:pt x="810626" y="260869"/>
                </a:cubicBezTo>
                <a:cubicBezTo>
                  <a:pt x="786822" y="283501"/>
                  <a:pt x="761278" y="307874"/>
                  <a:pt x="710190" y="307874"/>
                </a:cubicBezTo>
                <a:cubicBezTo>
                  <a:pt x="659683" y="307874"/>
                  <a:pt x="634139" y="283501"/>
                  <a:pt x="610337" y="260869"/>
                </a:cubicBezTo>
                <a:cubicBezTo>
                  <a:pt x="587115" y="238236"/>
                  <a:pt x="566214" y="218505"/>
                  <a:pt x="522674" y="218505"/>
                </a:cubicBezTo>
                <a:cubicBezTo>
                  <a:pt x="479658" y="218505"/>
                  <a:pt x="458732" y="238236"/>
                  <a:pt x="435480" y="260869"/>
                </a:cubicBezTo>
                <a:cubicBezTo>
                  <a:pt x="411648" y="283501"/>
                  <a:pt x="386070" y="307874"/>
                  <a:pt x="334917" y="307874"/>
                </a:cubicBezTo>
                <a:cubicBezTo>
                  <a:pt x="284409" y="307874"/>
                  <a:pt x="258865" y="283501"/>
                  <a:pt x="235062" y="260869"/>
                </a:cubicBezTo>
                <a:cubicBezTo>
                  <a:pt x="211841" y="238236"/>
                  <a:pt x="190941" y="218505"/>
                  <a:pt x="147400" y="218505"/>
                </a:cubicBezTo>
                <a:cubicBezTo>
                  <a:pt x="104439" y="218505"/>
                  <a:pt x="83540" y="238236"/>
                  <a:pt x="60318" y="260869"/>
                </a:cubicBezTo>
                <a:cubicBezTo>
                  <a:pt x="48417" y="272185"/>
                  <a:pt x="36080" y="283936"/>
                  <a:pt x="20333" y="292859"/>
                </a:cubicBezTo>
                <a:lnTo>
                  <a:pt x="0" y="301170"/>
                </a:lnTo>
                <a:lnTo>
                  <a:pt x="0" y="279986"/>
                </a:lnTo>
                <a:lnTo>
                  <a:pt x="11334" y="277190"/>
                </a:lnTo>
                <a:cubicBezTo>
                  <a:pt x="24905" y="269428"/>
                  <a:pt x="35935" y="258837"/>
                  <a:pt x="47546" y="247521"/>
                </a:cubicBezTo>
                <a:cubicBezTo>
                  <a:pt x="71348" y="225469"/>
                  <a:pt x="96892" y="200515"/>
                  <a:pt x="147400" y="200515"/>
                </a:cubicBezTo>
                <a:close/>
                <a:moveTo>
                  <a:pt x="147400" y="99897"/>
                </a:moveTo>
                <a:cubicBezTo>
                  <a:pt x="198488" y="99897"/>
                  <a:pt x="224032" y="124325"/>
                  <a:pt x="247834" y="147008"/>
                </a:cubicBezTo>
                <a:cubicBezTo>
                  <a:pt x="271056" y="169691"/>
                  <a:pt x="291956" y="189466"/>
                  <a:pt x="334917" y="189466"/>
                </a:cubicBezTo>
                <a:cubicBezTo>
                  <a:pt x="378513" y="189466"/>
                  <a:pt x="399440" y="169691"/>
                  <a:pt x="422692" y="147008"/>
                </a:cubicBezTo>
                <a:cubicBezTo>
                  <a:pt x="446525" y="124906"/>
                  <a:pt x="472101" y="99897"/>
                  <a:pt x="522674" y="99897"/>
                </a:cubicBezTo>
                <a:cubicBezTo>
                  <a:pt x="573762" y="99897"/>
                  <a:pt x="599306" y="124325"/>
                  <a:pt x="623109" y="147008"/>
                </a:cubicBezTo>
                <a:cubicBezTo>
                  <a:pt x="646331" y="169691"/>
                  <a:pt x="667230" y="189466"/>
                  <a:pt x="710190" y="189466"/>
                </a:cubicBezTo>
                <a:cubicBezTo>
                  <a:pt x="753731" y="189466"/>
                  <a:pt x="774632" y="169691"/>
                  <a:pt x="797854" y="147008"/>
                </a:cubicBezTo>
                <a:cubicBezTo>
                  <a:pt x="821656" y="124906"/>
                  <a:pt x="847200" y="99897"/>
                  <a:pt x="897707" y="99897"/>
                </a:cubicBezTo>
                <a:cubicBezTo>
                  <a:pt x="948795" y="99897"/>
                  <a:pt x="974339" y="124325"/>
                  <a:pt x="998141" y="147008"/>
                </a:cubicBezTo>
                <a:cubicBezTo>
                  <a:pt x="1021364" y="169691"/>
                  <a:pt x="1042264" y="189466"/>
                  <a:pt x="1085224" y="189466"/>
                </a:cubicBezTo>
                <a:cubicBezTo>
                  <a:pt x="1128821" y="189466"/>
                  <a:pt x="1149748" y="169691"/>
                  <a:pt x="1173000" y="147008"/>
                </a:cubicBezTo>
                <a:cubicBezTo>
                  <a:pt x="1196833" y="124906"/>
                  <a:pt x="1222409" y="99897"/>
                  <a:pt x="1272981" y="99897"/>
                </a:cubicBezTo>
                <a:cubicBezTo>
                  <a:pt x="1324070" y="99897"/>
                  <a:pt x="1349614" y="124325"/>
                  <a:pt x="1373416" y="147008"/>
                </a:cubicBezTo>
                <a:cubicBezTo>
                  <a:pt x="1396639" y="169691"/>
                  <a:pt x="1417538" y="189466"/>
                  <a:pt x="1460498" y="189466"/>
                </a:cubicBezTo>
                <a:cubicBezTo>
                  <a:pt x="1503459" y="189466"/>
                  <a:pt x="1524939" y="169691"/>
                  <a:pt x="1548162" y="147008"/>
                </a:cubicBezTo>
                <a:cubicBezTo>
                  <a:pt x="1571964" y="124906"/>
                  <a:pt x="1597508" y="99897"/>
                  <a:pt x="1648015" y="99897"/>
                </a:cubicBezTo>
                <a:cubicBezTo>
                  <a:pt x="1698523" y="99897"/>
                  <a:pt x="1724647" y="124325"/>
                  <a:pt x="1748449" y="147008"/>
                </a:cubicBezTo>
                <a:cubicBezTo>
                  <a:pt x="1771672" y="169691"/>
                  <a:pt x="1792572" y="189466"/>
                  <a:pt x="1835532" y="189466"/>
                </a:cubicBezTo>
                <a:cubicBezTo>
                  <a:pt x="1878548" y="189466"/>
                  <a:pt x="1900055" y="169691"/>
                  <a:pt x="1923307" y="147008"/>
                </a:cubicBezTo>
                <a:cubicBezTo>
                  <a:pt x="1947141" y="124906"/>
                  <a:pt x="1972717" y="99897"/>
                  <a:pt x="2023289" y="99897"/>
                </a:cubicBezTo>
                <a:cubicBezTo>
                  <a:pt x="2073797" y="99897"/>
                  <a:pt x="2099922" y="124325"/>
                  <a:pt x="2123724" y="147008"/>
                </a:cubicBezTo>
                <a:cubicBezTo>
                  <a:pt x="2146947" y="169691"/>
                  <a:pt x="2167846" y="189466"/>
                  <a:pt x="2210806" y="189466"/>
                </a:cubicBezTo>
                <a:cubicBezTo>
                  <a:pt x="2253767" y="189466"/>
                  <a:pt x="2275247" y="169691"/>
                  <a:pt x="2298469" y="147008"/>
                </a:cubicBezTo>
                <a:cubicBezTo>
                  <a:pt x="2322272" y="124906"/>
                  <a:pt x="2347816" y="99897"/>
                  <a:pt x="2398323" y="99897"/>
                </a:cubicBezTo>
                <a:cubicBezTo>
                  <a:pt x="2448831" y="99897"/>
                  <a:pt x="2474955" y="124325"/>
                  <a:pt x="2498177" y="147008"/>
                </a:cubicBezTo>
                <a:cubicBezTo>
                  <a:pt x="2521979" y="169691"/>
                  <a:pt x="2542880" y="189466"/>
                  <a:pt x="2585840" y="189466"/>
                </a:cubicBezTo>
                <a:cubicBezTo>
                  <a:pt x="2628856" y="189466"/>
                  <a:pt x="2650363" y="169691"/>
                  <a:pt x="2673615" y="147008"/>
                </a:cubicBezTo>
                <a:cubicBezTo>
                  <a:pt x="2697449" y="124906"/>
                  <a:pt x="2723025" y="99897"/>
                  <a:pt x="2773597" y="99897"/>
                </a:cubicBezTo>
                <a:cubicBezTo>
                  <a:pt x="2824104" y="99897"/>
                  <a:pt x="2850230" y="124325"/>
                  <a:pt x="2873451" y="147008"/>
                </a:cubicBezTo>
                <a:cubicBezTo>
                  <a:pt x="2897254" y="169691"/>
                  <a:pt x="2918153" y="189466"/>
                  <a:pt x="2961114" y="189466"/>
                </a:cubicBezTo>
                <a:lnTo>
                  <a:pt x="2961114" y="207496"/>
                </a:lnTo>
                <a:cubicBezTo>
                  <a:pt x="2910606" y="207496"/>
                  <a:pt x="2885063" y="183068"/>
                  <a:pt x="2861260" y="160385"/>
                </a:cubicBezTo>
                <a:cubicBezTo>
                  <a:pt x="2838038" y="137702"/>
                  <a:pt x="2816557" y="117927"/>
                  <a:pt x="2773597" y="117927"/>
                </a:cubicBezTo>
                <a:cubicBezTo>
                  <a:pt x="2730581" y="117927"/>
                  <a:pt x="2709655" y="137702"/>
                  <a:pt x="2685822" y="160385"/>
                </a:cubicBezTo>
                <a:cubicBezTo>
                  <a:pt x="2662570" y="183068"/>
                  <a:pt x="2636412" y="207496"/>
                  <a:pt x="2585840" y="207496"/>
                </a:cubicBezTo>
                <a:cubicBezTo>
                  <a:pt x="2535333" y="207496"/>
                  <a:pt x="2509789" y="183068"/>
                  <a:pt x="2485985" y="160385"/>
                </a:cubicBezTo>
                <a:cubicBezTo>
                  <a:pt x="2462763" y="137702"/>
                  <a:pt x="2441284" y="117927"/>
                  <a:pt x="2398323" y="117927"/>
                </a:cubicBezTo>
                <a:cubicBezTo>
                  <a:pt x="2355363" y="117927"/>
                  <a:pt x="2334462" y="137702"/>
                  <a:pt x="2310660" y="160385"/>
                </a:cubicBezTo>
                <a:cubicBezTo>
                  <a:pt x="2287438" y="183068"/>
                  <a:pt x="2261314" y="207496"/>
                  <a:pt x="2210806" y="207496"/>
                </a:cubicBezTo>
                <a:cubicBezTo>
                  <a:pt x="2160299" y="207496"/>
                  <a:pt x="2134755" y="183068"/>
                  <a:pt x="2110953" y="160385"/>
                </a:cubicBezTo>
                <a:cubicBezTo>
                  <a:pt x="2087730" y="137702"/>
                  <a:pt x="2066250" y="117927"/>
                  <a:pt x="2023289" y="117927"/>
                </a:cubicBezTo>
                <a:cubicBezTo>
                  <a:pt x="1980273" y="117927"/>
                  <a:pt x="1959347" y="137702"/>
                  <a:pt x="1936095" y="160385"/>
                </a:cubicBezTo>
                <a:cubicBezTo>
                  <a:pt x="1912263" y="183068"/>
                  <a:pt x="1886104" y="207496"/>
                  <a:pt x="1835532" y="207496"/>
                </a:cubicBezTo>
                <a:cubicBezTo>
                  <a:pt x="1785025" y="207496"/>
                  <a:pt x="1759481" y="183068"/>
                  <a:pt x="1735678" y="160385"/>
                </a:cubicBezTo>
                <a:cubicBezTo>
                  <a:pt x="1712455" y="137702"/>
                  <a:pt x="1690976" y="117927"/>
                  <a:pt x="1648015" y="117927"/>
                </a:cubicBezTo>
                <a:cubicBezTo>
                  <a:pt x="1605055" y="117927"/>
                  <a:pt x="1584156" y="137702"/>
                  <a:pt x="1560933" y="160385"/>
                </a:cubicBezTo>
                <a:cubicBezTo>
                  <a:pt x="1537130" y="183068"/>
                  <a:pt x="1511006" y="207496"/>
                  <a:pt x="1460498" y="207496"/>
                </a:cubicBezTo>
                <a:cubicBezTo>
                  <a:pt x="1409991" y="207496"/>
                  <a:pt x="1384447" y="183068"/>
                  <a:pt x="1360645" y="160385"/>
                </a:cubicBezTo>
                <a:cubicBezTo>
                  <a:pt x="1337422" y="137702"/>
                  <a:pt x="1316522" y="117927"/>
                  <a:pt x="1272981" y="117927"/>
                </a:cubicBezTo>
                <a:cubicBezTo>
                  <a:pt x="1229966" y="117927"/>
                  <a:pt x="1209039" y="137702"/>
                  <a:pt x="1185788" y="160385"/>
                </a:cubicBezTo>
                <a:cubicBezTo>
                  <a:pt x="1161955" y="183068"/>
                  <a:pt x="1136378" y="207496"/>
                  <a:pt x="1085224" y="207496"/>
                </a:cubicBezTo>
                <a:cubicBezTo>
                  <a:pt x="1034717" y="207496"/>
                  <a:pt x="1009173" y="183068"/>
                  <a:pt x="985370" y="160385"/>
                </a:cubicBezTo>
                <a:cubicBezTo>
                  <a:pt x="962147" y="137702"/>
                  <a:pt x="941248" y="117927"/>
                  <a:pt x="897707" y="117927"/>
                </a:cubicBezTo>
                <a:cubicBezTo>
                  <a:pt x="854747" y="117927"/>
                  <a:pt x="833848" y="137702"/>
                  <a:pt x="810626" y="160385"/>
                </a:cubicBezTo>
                <a:cubicBezTo>
                  <a:pt x="786822" y="183068"/>
                  <a:pt x="761278" y="207496"/>
                  <a:pt x="710190" y="207496"/>
                </a:cubicBezTo>
                <a:cubicBezTo>
                  <a:pt x="659683" y="207496"/>
                  <a:pt x="634139" y="183068"/>
                  <a:pt x="610337" y="160385"/>
                </a:cubicBezTo>
                <a:cubicBezTo>
                  <a:pt x="587115" y="137702"/>
                  <a:pt x="566214" y="117927"/>
                  <a:pt x="522674" y="117927"/>
                </a:cubicBezTo>
                <a:cubicBezTo>
                  <a:pt x="479658" y="117927"/>
                  <a:pt x="458732" y="137702"/>
                  <a:pt x="435480" y="160385"/>
                </a:cubicBezTo>
                <a:cubicBezTo>
                  <a:pt x="411648" y="183068"/>
                  <a:pt x="386070" y="207496"/>
                  <a:pt x="334917" y="207496"/>
                </a:cubicBezTo>
                <a:cubicBezTo>
                  <a:pt x="284409" y="207496"/>
                  <a:pt x="258865" y="183068"/>
                  <a:pt x="235062" y="160385"/>
                </a:cubicBezTo>
                <a:cubicBezTo>
                  <a:pt x="211841" y="137702"/>
                  <a:pt x="190941" y="117927"/>
                  <a:pt x="147400" y="117927"/>
                </a:cubicBezTo>
                <a:cubicBezTo>
                  <a:pt x="104439" y="117927"/>
                  <a:pt x="83540" y="137702"/>
                  <a:pt x="60318" y="160385"/>
                </a:cubicBezTo>
                <a:cubicBezTo>
                  <a:pt x="48417" y="171727"/>
                  <a:pt x="36080" y="183505"/>
                  <a:pt x="20333" y="192447"/>
                </a:cubicBezTo>
                <a:lnTo>
                  <a:pt x="0" y="200777"/>
                </a:lnTo>
                <a:lnTo>
                  <a:pt x="0" y="179546"/>
                </a:lnTo>
                <a:lnTo>
                  <a:pt x="11334" y="176743"/>
                </a:lnTo>
                <a:cubicBezTo>
                  <a:pt x="24905" y="168964"/>
                  <a:pt x="35935" y="158350"/>
                  <a:pt x="47546" y="147008"/>
                </a:cubicBezTo>
                <a:cubicBezTo>
                  <a:pt x="71348" y="124906"/>
                  <a:pt x="96892" y="99897"/>
                  <a:pt x="147400" y="99897"/>
                </a:cubicBezTo>
                <a:close/>
                <a:moveTo>
                  <a:pt x="147400" y="0"/>
                </a:moveTo>
                <a:cubicBezTo>
                  <a:pt x="198488" y="0"/>
                  <a:pt x="224032" y="24987"/>
                  <a:pt x="247834" y="47649"/>
                </a:cubicBezTo>
                <a:cubicBezTo>
                  <a:pt x="271056" y="69730"/>
                  <a:pt x="291956" y="90068"/>
                  <a:pt x="334917" y="90068"/>
                </a:cubicBezTo>
                <a:cubicBezTo>
                  <a:pt x="378513" y="90068"/>
                  <a:pt x="399440" y="69730"/>
                  <a:pt x="422692" y="47649"/>
                </a:cubicBezTo>
                <a:cubicBezTo>
                  <a:pt x="446525" y="24987"/>
                  <a:pt x="472101" y="0"/>
                  <a:pt x="522674" y="0"/>
                </a:cubicBezTo>
                <a:cubicBezTo>
                  <a:pt x="573762" y="0"/>
                  <a:pt x="599306" y="24987"/>
                  <a:pt x="623109" y="47649"/>
                </a:cubicBezTo>
                <a:cubicBezTo>
                  <a:pt x="646331" y="69730"/>
                  <a:pt x="667230" y="90068"/>
                  <a:pt x="710190" y="90068"/>
                </a:cubicBezTo>
                <a:cubicBezTo>
                  <a:pt x="753731" y="90068"/>
                  <a:pt x="774632" y="69730"/>
                  <a:pt x="797854" y="47649"/>
                </a:cubicBezTo>
                <a:cubicBezTo>
                  <a:pt x="821656" y="24987"/>
                  <a:pt x="847200" y="0"/>
                  <a:pt x="897707" y="0"/>
                </a:cubicBezTo>
                <a:cubicBezTo>
                  <a:pt x="948795" y="0"/>
                  <a:pt x="974339" y="24987"/>
                  <a:pt x="998141" y="47649"/>
                </a:cubicBezTo>
                <a:cubicBezTo>
                  <a:pt x="1021364" y="69730"/>
                  <a:pt x="1042264" y="90068"/>
                  <a:pt x="1085224" y="90068"/>
                </a:cubicBezTo>
                <a:cubicBezTo>
                  <a:pt x="1128821" y="90068"/>
                  <a:pt x="1149748" y="69730"/>
                  <a:pt x="1173000" y="47649"/>
                </a:cubicBezTo>
                <a:cubicBezTo>
                  <a:pt x="1196833" y="24987"/>
                  <a:pt x="1222409" y="0"/>
                  <a:pt x="1272981" y="0"/>
                </a:cubicBezTo>
                <a:cubicBezTo>
                  <a:pt x="1324070" y="0"/>
                  <a:pt x="1349614" y="24987"/>
                  <a:pt x="1373416" y="47649"/>
                </a:cubicBezTo>
                <a:cubicBezTo>
                  <a:pt x="1396639" y="69730"/>
                  <a:pt x="1417538" y="90068"/>
                  <a:pt x="1460498" y="90068"/>
                </a:cubicBezTo>
                <a:cubicBezTo>
                  <a:pt x="1503459" y="90068"/>
                  <a:pt x="1524939" y="69730"/>
                  <a:pt x="1548162" y="47649"/>
                </a:cubicBezTo>
                <a:cubicBezTo>
                  <a:pt x="1571964" y="24987"/>
                  <a:pt x="1597508" y="0"/>
                  <a:pt x="1648015" y="0"/>
                </a:cubicBezTo>
                <a:cubicBezTo>
                  <a:pt x="1698523" y="0"/>
                  <a:pt x="1724647" y="24987"/>
                  <a:pt x="1748449" y="47649"/>
                </a:cubicBezTo>
                <a:cubicBezTo>
                  <a:pt x="1771672" y="69730"/>
                  <a:pt x="1792572" y="90068"/>
                  <a:pt x="1835532" y="90068"/>
                </a:cubicBezTo>
                <a:cubicBezTo>
                  <a:pt x="1878548" y="90068"/>
                  <a:pt x="1900055" y="69730"/>
                  <a:pt x="1923307" y="47649"/>
                </a:cubicBezTo>
                <a:cubicBezTo>
                  <a:pt x="1947141" y="24987"/>
                  <a:pt x="1972717" y="0"/>
                  <a:pt x="2023289" y="0"/>
                </a:cubicBezTo>
                <a:cubicBezTo>
                  <a:pt x="2073797" y="0"/>
                  <a:pt x="2099922" y="24987"/>
                  <a:pt x="2123724" y="47649"/>
                </a:cubicBezTo>
                <a:cubicBezTo>
                  <a:pt x="2146947" y="69730"/>
                  <a:pt x="2167846" y="90068"/>
                  <a:pt x="2210806" y="90068"/>
                </a:cubicBezTo>
                <a:cubicBezTo>
                  <a:pt x="2253767" y="90068"/>
                  <a:pt x="2275247" y="69730"/>
                  <a:pt x="2298469" y="47649"/>
                </a:cubicBezTo>
                <a:cubicBezTo>
                  <a:pt x="2322272" y="24987"/>
                  <a:pt x="2347816" y="0"/>
                  <a:pt x="2398323" y="0"/>
                </a:cubicBezTo>
                <a:cubicBezTo>
                  <a:pt x="2448831" y="0"/>
                  <a:pt x="2474955" y="24987"/>
                  <a:pt x="2498177" y="47649"/>
                </a:cubicBezTo>
                <a:cubicBezTo>
                  <a:pt x="2521979" y="69730"/>
                  <a:pt x="2542880" y="90068"/>
                  <a:pt x="2585840" y="90068"/>
                </a:cubicBezTo>
                <a:cubicBezTo>
                  <a:pt x="2628856" y="90068"/>
                  <a:pt x="2650363" y="69730"/>
                  <a:pt x="2673615" y="47649"/>
                </a:cubicBezTo>
                <a:cubicBezTo>
                  <a:pt x="2697449" y="24987"/>
                  <a:pt x="2723025" y="0"/>
                  <a:pt x="2773597" y="0"/>
                </a:cubicBezTo>
                <a:cubicBezTo>
                  <a:pt x="2824104" y="0"/>
                  <a:pt x="2850230" y="24987"/>
                  <a:pt x="2873451" y="47649"/>
                </a:cubicBezTo>
                <a:cubicBezTo>
                  <a:pt x="2897254" y="69730"/>
                  <a:pt x="2918153" y="90068"/>
                  <a:pt x="2961114" y="90068"/>
                </a:cubicBezTo>
                <a:lnTo>
                  <a:pt x="2961114" y="108081"/>
                </a:lnTo>
                <a:cubicBezTo>
                  <a:pt x="2910606" y="108081"/>
                  <a:pt x="2885063" y="83095"/>
                  <a:pt x="2861260" y="60433"/>
                </a:cubicBezTo>
                <a:cubicBezTo>
                  <a:pt x="2838038" y="38351"/>
                  <a:pt x="2816557" y="18014"/>
                  <a:pt x="2773597" y="18014"/>
                </a:cubicBezTo>
                <a:cubicBezTo>
                  <a:pt x="2730581" y="18014"/>
                  <a:pt x="2709655" y="38351"/>
                  <a:pt x="2685822" y="60433"/>
                </a:cubicBezTo>
                <a:cubicBezTo>
                  <a:pt x="2662570" y="83095"/>
                  <a:pt x="2636412" y="108081"/>
                  <a:pt x="2585840" y="108081"/>
                </a:cubicBezTo>
                <a:cubicBezTo>
                  <a:pt x="2535333" y="108081"/>
                  <a:pt x="2509789" y="83095"/>
                  <a:pt x="2485985" y="60433"/>
                </a:cubicBezTo>
                <a:cubicBezTo>
                  <a:pt x="2462763" y="38351"/>
                  <a:pt x="2441284" y="18014"/>
                  <a:pt x="2398323" y="18014"/>
                </a:cubicBezTo>
                <a:cubicBezTo>
                  <a:pt x="2355363" y="18014"/>
                  <a:pt x="2334462" y="38351"/>
                  <a:pt x="2310660" y="60433"/>
                </a:cubicBezTo>
                <a:cubicBezTo>
                  <a:pt x="2287438" y="83095"/>
                  <a:pt x="2261314" y="108081"/>
                  <a:pt x="2210806" y="108081"/>
                </a:cubicBezTo>
                <a:cubicBezTo>
                  <a:pt x="2160299" y="108081"/>
                  <a:pt x="2134755" y="83095"/>
                  <a:pt x="2110953" y="60433"/>
                </a:cubicBezTo>
                <a:cubicBezTo>
                  <a:pt x="2087730" y="38351"/>
                  <a:pt x="2066250" y="18014"/>
                  <a:pt x="2023289" y="18014"/>
                </a:cubicBezTo>
                <a:cubicBezTo>
                  <a:pt x="1980273" y="18014"/>
                  <a:pt x="1959347" y="38351"/>
                  <a:pt x="1936095" y="60433"/>
                </a:cubicBezTo>
                <a:cubicBezTo>
                  <a:pt x="1912263" y="83095"/>
                  <a:pt x="1886104" y="108081"/>
                  <a:pt x="1835532" y="108081"/>
                </a:cubicBezTo>
                <a:cubicBezTo>
                  <a:pt x="1785025" y="108081"/>
                  <a:pt x="1759481" y="83095"/>
                  <a:pt x="1735678" y="60433"/>
                </a:cubicBezTo>
                <a:cubicBezTo>
                  <a:pt x="1712455" y="38351"/>
                  <a:pt x="1690976" y="18014"/>
                  <a:pt x="1648015" y="18014"/>
                </a:cubicBezTo>
                <a:cubicBezTo>
                  <a:pt x="1605055" y="18014"/>
                  <a:pt x="1584156" y="38351"/>
                  <a:pt x="1560933" y="60433"/>
                </a:cubicBezTo>
                <a:cubicBezTo>
                  <a:pt x="1537130" y="83095"/>
                  <a:pt x="1511006" y="108081"/>
                  <a:pt x="1460498" y="108081"/>
                </a:cubicBezTo>
                <a:cubicBezTo>
                  <a:pt x="1409991" y="108081"/>
                  <a:pt x="1384447" y="83095"/>
                  <a:pt x="1360645" y="60433"/>
                </a:cubicBezTo>
                <a:cubicBezTo>
                  <a:pt x="1337422" y="38351"/>
                  <a:pt x="1316522" y="18014"/>
                  <a:pt x="1272981" y="18014"/>
                </a:cubicBezTo>
                <a:cubicBezTo>
                  <a:pt x="1229966" y="18014"/>
                  <a:pt x="1209039" y="38351"/>
                  <a:pt x="1185788" y="60433"/>
                </a:cubicBezTo>
                <a:cubicBezTo>
                  <a:pt x="1161955" y="83095"/>
                  <a:pt x="1136378" y="108081"/>
                  <a:pt x="1085224" y="108081"/>
                </a:cubicBezTo>
                <a:cubicBezTo>
                  <a:pt x="1034717" y="108081"/>
                  <a:pt x="1009173" y="83095"/>
                  <a:pt x="985370" y="60433"/>
                </a:cubicBezTo>
                <a:cubicBezTo>
                  <a:pt x="962147" y="38351"/>
                  <a:pt x="941248" y="18014"/>
                  <a:pt x="897707" y="18014"/>
                </a:cubicBezTo>
                <a:cubicBezTo>
                  <a:pt x="854747" y="18014"/>
                  <a:pt x="833848" y="38351"/>
                  <a:pt x="810626" y="60433"/>
                </a:cubicBezTo>
                <a:cubicBezTo>
                  <a:pt x="786822" y="83095"/>
                  <a:pt x="761278" y="108081"/>
                  <a:pt x="710190" y="108081"/>
                </a:cubicBezTo>
                <a:cubicBezTo>
                  <a:pt x="659683" y="108081"/>
                  <a:pt x="634139" y="83095"/>
                  <a:pt x="610337" y="60433"/>
                </a:cubicBezTo>
                <a:cubicBezTo>
                  <a:pt x="587115" y="38351"/>
                  <a:pt x="566214" y="18014"/>
                  <a:pt x="522674" y="18014"/>
                </a:cubicBezTo>
                <a:cubicBezTo>
                  <a:pt x="479658" y="18014"/>
                  <a:pt x="458732" y="38351"/>
                  <a:pt x="435480" y="60433"/>
                </a:cubicBezTo>
                <a:cubicBezTo>
                  <a:pt x="411648" y="83095"/>
                  <a:pt x="386070" y="108081"/>
                  <a:pt x="334917" y="108081"/>
                </a:cubicBezTo>
                <a:cubicBezTo>
                  <a:pt x="284409" y="108081"/>
                  <a:pt x="258865" y="83095"/>
                  <a:pt x="235062" y="60433"/>
                </a:cubicBezTo>
                <a:cubicBezTo>
                  <a:pt x="211841" y="38351"/>
                  <a:pt x="190941" y="18014"/>
                  <a:pt x="147400" y="18014"/>
                </a:cubicBezTo>
                <a:cubicBezTo>
                  <a:pt x="104439" y="18014"/>
                  <a:pt x="83540" y="38351"/>
                  <a:pt x="60318" y="60433"/>
                </a:cubicBezTo>
                <a:cubicBezTo>
                  <a:pt x="48417" y="71764"/>
                  <a:pt x="36080" y="83676"/>
                  <a:pt x="20333" y="92755"/>
                </a:cubicBezTo>
                <a:lnTo>
                  <a:pt x="0" y="101231"/>
                </a:lnTo>
                <a:lnTo>
                  <a:pt x="0" y="81846"/>
                </a:lnTo>
                <a:lnTo>
                  <a:pt x="11334" y="77139"/>
                </a:lnTo>
                <a:cubicBezTo>
                  <a:pt x="24905" y="69294"/>
                  <a:pt x="35935" y="58689"/>
                  <a:pt x="47546" y="47649"/>
                </a:cubicBezTo>
                <a:cubicBezTo>
                  <a:pt x="71348" y="24987"/>
                  <a:pt x="96892" y="0"/>
                  <a:pt x="147400" y="0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93D7B4-707F-46FE-83CC-145D0D59C1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61950" y="360000"/>
            <a:ext cx="2594850" cy="577080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Agenda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85AA6-92EE-46D3-8826-CF357E1A45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319200" y="360000"/>
            <a:ext cx="1609200" cy="5770800"/>
          </a:xfrm>
        </p:spPr>
        <p:txBody>
          <a:bodyPr/>
          <a:lstStyle>
            <a:lvl1pPr marL="0" indent="0">
              <a:lnSpc>
                <a:spcPts val="2400"/>
              </a:lnSpc>
              <a:spcAft>
                <a:spcPts val="240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1pPr>
            <a:lvl2pPr marL="0" indent="0">
              <a:lnSpc>
                <a:spcPts val="2400"/>
              </a:lnSpc>
              <a:spcAft>
                <a:spcPts val="2400"/>
              </a:spcAft>
              <a:buFont typeface="Arial" panose="020B0604020202020204" pitchFamily="34" charset="0"/>
              <a:buChar char="​"/>
              <a:defRPr sz="2000" b="1">
                <a:solidFill>
                  <a:schemeClr val="tx1"/>
                </a:solidFill>
              </a:defRPr>
            </a:lvl2pPr>
            <a:lvl3pPr marL="0" indent="0">
              <a:lnSpc>
                <a:spcPts val="2400"/>
              </a:lnSpc>
              <a:spcAft>
                <a:spcPts val="240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3pPr>
            <a:lvl4pPr>
              <a:lnSpc>
                <a:spcPts val="2400"/>
              </a:lnSpc>
              <a:spcAft>
                <a:spcPts val="240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4pPr>
            <a:lvl5pPr>
              <a:lnSpc>
                <a:spcPts val="2400"/>
              </a:lnSpc>
              <a:spcAft>
                <a:spcPts val="240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5pPr>
            <a:lvl6pPr marL="0" indent="0">
              <a:lnSpc>
                <a:spcPts val="2400"/>
              </a:lnSpc>
              <a:spcAft>
                <a:spcPts val="2400"/>
              </a:spcAft>
              <a:buFont typeface="Arial" panose="020B0604020202020204" pitchFamily="34" charset="0"/>
              <a:buChar char="​"/>
              <a:defRPr sz="2000" b="1">
                <a:solidFill>
                  <a:schemeClr val="tx1"/>
                </a:solidFill>
              </a:defRPr>
            </a:lvl6pPr>
            <a:lvl7pPr>
              <a:lnSpc>
                <a:spcPts val="2400"/>
              </a:lnSpc>
              <a:spcAft>
                <a:spcPts val="2400"/>
              </a:spcAft>
              <a:defRPr sz="2000" b="0">
                <a:solidFill>
                  <a:schemeClr val="tx1"/>
                </a:solidFill>
              </a:defRPr>
            </a:lvl7pPr>
            <a:lvl8pPr>
              <a:lnSpc>
                <a:spcPts val="2400"/>
              </a:lnSpc>
              <a:spcAft>
                <a:spcPts val="2400"/>
              </a:spcAft>
              <a:defRPr sz="2000" b="1">
                <a:solidFill>
                  <a:schemeClr val="tx1"/>
                </a:solidFill>
              </a:defRPr>
            </a:lvl8pPr>
            <a:lvl9pPr>
              <a:lnSpc>
                <a:spcPts val="2400"/>
              </a:lnSpc>
              <a:spcAft>
                <a:spcPts val="2400"/>
              </a:spcAft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0900-1000</a:t>
            </a:r>
          </a:p>
          <a:p>
            <a:pPr lvl="1"/>
            <a:r>
              <a:rPr lang="en-GB" dirty="0"/>
              <a:t>02</a:t>
            </a:r>
          </a:p>
          <a:p>
            <a:pPr lvl="2"/>
            <a:r>
              <a:rPr lang="en-GB" dirty="0"/>
              <a:t>03</a:t>
            </a:r>
          </a:p>
          <a:p>
            <a:pPr lvl="3"/>
            <a:r>
              <a:rPr lang="en-GB" dirty="0"/>
              <a:t>04</a:t>
            </a:r>
          </a:p>
          <a:p>
            <a:pPr lvl="4"/>
            <a:r>
              <a:rPr lang="en-GB" dirty="0"/>
              <a:t>05</a:t>
            </a:r>
          </a:p>
          <a:p>
            <a:pPr lvl="5"/>
            <a:r>
              <a:rPr lang="en-GB" dirty="0"/>
              <a:t>06</a:t>
            </a:r>
          </a:p>
          <a:p>
            <a:pPr lvl="6"/>
            <a:r>
              <a:rPr lang="en-GB" dirty="0"/>
              <a:t>07</a:t>
            </a:r>
          </a:p>
          <a:p>
            <a:pPr lvl="7"/>
            <a:r>
              <a:rPr lang="en-GB" dirty="0"/>
              <a:t>08</a:t>
            </a:r>
          </a:p>
          <a:p>
            <a:pPr lvl="8"/>
            <a:r>
              <a:rPr lang="en-GB" dirty="0"/>
              <a:t>09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5289550" y="360000"/>
            <a:ext cx="6540050" cy="5770800"/>
          </a:xfrm>
        </p:spPr>
        <p:txBody>
          <a:bodyPr/>
          <a:lstStyle>
            <a:lvl1pPr marL="0" indent="0">
              <a:lnSpc>
                <a:spcPts val="2400"/>
              </a:lnSpc>
              <a:spcAft>
                <a:spcPts val="2400"/>
              </a:spcAft>
              <a:buFont typeface="Arial" panose="020B0604020202020204" pitchFamily="34" charset="0"/>
              <a:buChar char="​"/>
              <a:defRPr>
                <a:solidFill>
                  <a:schemeClr val="tx1"/>
                </a:solidFill>
              </a:defRPr>
            </a:lvl1pPr>
            <a:lvl2pPr marL="0" indent="0">
              <a:lnSpc>
                <a:spcPts val="24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​"/>
              <a:defRPr sz="2000" b="1">
                <a:solidFill>
                  <a:schemeClr val="tx1"/>
                </a:solidFill>
              </a:defRPr>
            </a:lvl2pPr>
            <a:lvl3pPr marL="0" indent="0">
              <a:lnSpc>
                <a:spcPts val="24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3pPr>
            <a:lvl4pPr marL="0" indent="0">
              <a:lnSpc>
                <a:spcPts val="24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4pPr>
            <a:lvl5pPr marL="0" indent="0">
              <a:lnSpc>
                <a:spcPts val="24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5pPr>
            <a:lvl6pPr marL="0" indent="0">
              <a:lnSpc>
                <a:spcPts val="24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6pPr>
            <a:lvl7pPr marL="0" indent="0">
              <a:lnSpc>
                <a:spcPts val="24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7pPr>
            <a:lvl8pPr marL="0" indent="0">
              <a:lnSpc>
                <a:spcPts val="24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8pPr>
            <a:lvl9pPr marL="0" indent="0">
              <a:lnSpc>
                <a:spcPts val="24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agenda point                                                                                               Enter &amp; TAB for next text level                                                                                                  SHIFT+TAB to go back in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6</a:t>
            </a:r>
          </a:p>
          <a:p>
            <a:pPr lvl="6"/>
            <a:r>
              <a:rPr lang="en-GB" noProof="0" dirty="0"/>
              <a:t>7</a:t>
            </a:r>
          </a:p>
          <a:p>
            <a:pPr lvl="7"/>
            <a:r>
              <a:rPr lang="en-GB" noProof="0" dirty="0"/>
              <a:t>8</a:t>
            </a:r>
          </a:p>
          <a:p>
            <a:pPr lvl="8"/>
            <a:r>
              <a:rPr lang="en-GB" noProof="0" dirty="0"/>
              <a:t>9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9C40A-8E6A-401A-84B5-54176785B546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71449D-F294-4C76-895E-63B1CC180572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EE375-DF34-4A4E-A05D-CF1C42A4352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21977-6B1A-4732-8E07-9205D6A6041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16776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EA74CC-E8A6-48E2-88B8-74E4C88F0E2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2CDDE27-C513-441F-8BF3-10AEF57FCC06}"/>
              </a:ext>
            </a:extLst>
          </p:cNvPr>
          <p:cNvSpPr>
            <a:spLocks/>
          </p:cNvSpPr>
          <p:nvPr/>
        </p:nvSpPr>
        <p:spPr bwMode="auto">
          <a:xfrm>
            <a:off x="-3601" y="5819354"/>
            <a:ext cx="2961114" cy="1038646"/>
          </a:xfrm>
          <a:custGeom>
            <a:avLst/>
            <a:gdLst>
              <a:gd name="connsiteX0" fmla="*/ 2773597 w 2961114"/>
              <a:gd name="connsiteY0" fmla="*/ 1000651 h 1038646"/>
              <a:gd name="connsiteX1" fmla="*/ 2833756 w 2961114"/>
              <a:gd name="connsiteY1" fmla="*/ 1015701 h 1038646"/>
              <a:gd name="connsiteX2" fmla="*/ 2862165 w 2961114"/>
              <a:gd name="connsiteY2" fmla="*/ 1038646 h 1038646"/>
              <a:gd name="connsiteX3" fmla="*/ 2833703 w 2961114"/>
              <a:gd name="connsiteY3" fmla="*/ 1038646 h 1038646"/>
              <a:gd name="connsiteX4" fmla="*/ 2824830 w 2961114"/>
              <a:gd name="connsiteY4" fmla="*/ 1031404 h 1038646"/>
              <a:gd name="connsiteX5" fmla="*/ 2773597 w 2961114"/>
              <a:gd name="connsiteY5" fmla="*/ 1018681 h 1038646"/>
              <a:gd name="connsiteX6" fmla="*/ 2722516 w 2961114"/>
              <a:gd name="connsiteY6" fmla="*/ 1031404 h 1038646"/>
              <a:gd name="connsiteX7" fmla="*/ 2713579 w 2961114"/>
              <a:gd name="connsiteY7" fmla="*/ 1038646 h 1038646"/>
              <a:gd name="connsiteX8" fmla="*/ 2685056 w 2961114"/>
              <a:gd name="connsiteY8" fmla="*/ 1038646 h 1038646"/>
              <a:gd name="connsiteX9" fmla="*/ 2713579 w 2961114"/>
              <a:gd name="connsiteY9" fmla="*/ 1015919 h 1038646"/>
              <a:gd name="connsiteX10" fmla="*/ 2773597 w 2961114"/>
              <a:gd name="connsiteY10" fmla="*/ 1000651 h 1038646"/>
              <a:gd name="connsiteX11" fmla="*/ 2398323 w 2961114"/>
              <a:gd name="connsiteY11" fmla="*/ 1000651 h 1038646"/>
              <a:gd name="connsiteX12" fmla="*/ 2458482 w 2961114"/>
              <a:gd name="connsiteY12" fmla="*/ 1015701 h 1038646"/>
              <a:gd name="connsiteX13" fmla="*/ 2486891 w 2961114"/>
              <a:gd name="connsiteY13" fmla="*/ 1038646 h 1038646"/>
              <a:gd name="connsiteX14" fmla="*/ 2458428 w 2961114"/>
              <a:gd name="connsiteY14" fmla="*/ 1038646 h 1038646"/>
              <a:gd name="connsiteX15" fmla="*/ 2449556 w 2961114"/>
              <a:gd name="connsiteY15" fmla="*/ 1031404 h 1038646"/>
              <a:gd name="connsiteX16" fmla="*/ 2398323 w 2961114"/>
              <a:gd name="connsiteY16" fmla="*/ 1018681 h 1038646"/>
              <a:gd name="connsiteX17" fmla="*/ 2347307 w 2961114"/>
              <a:gd name="connsiteY17" fmla="*/ 1031404 h 1038646"/>
              <a:gd name="connsiteX18" fmla="*/ 2338382 w 2961114"/>
              <a:gd name="connsiteY18" fmla="*/ 1038646 h 1038646"/>
              <a:gd name="connsiteX19" fmla="*/ 2309895 w 2961114"/>
              <a:gd name="connsiteY19" fmla="*/ 1038646 h 1038646"/>
              <a:gd name="connsiteX20" fmla="*/ 2338382 w 2961114"/>
              <a:gd name="connsiteY20" fmla="*/ 1015919 h 1038646"/>
              <a:gd name="connsiteX21" fmla="*/ 2398323 w 2961114"/>
              <a:gd name="connsiteY21" fmla="*/ 1000651 h 1038646"/>
              <a:gd name="connsiteX22" fmla="*/ 2023289 w 2961114"/>
              <a:gd name="connsiteY22" fmla="*/ 1000651 h 1038646"/>
              <a:gd name="connsiteX23" fmla="*/ 2083521 w 2961114"/>
              <a:gd name="connsiteY23" fmla="*/ 1015701 h 1038646"/>
              <a:gd name="connsiteX24" fmla="*/ 2112293 w 2961114"/>
              <a:gd name="connsiteY24" fmla="*/ 1038646 h 1038646"/>
              <a:gd name="connsiteX25" fmla="*/ 2083395 w 2961114"/>
              <a:gd name="connsiteY25" fmla="*/ 1038646 h 1038646"/>
              <a:gd name="connsiteX26" fmla="*/ 2074523 w 2961114"/>
              <a:gd name="connsiteY26" fmla="*/ 1031404 h 1038646"/>
              <a:gd name="connsiteX27" fmla="*/ 2023289 w 2961114"/>
              <a:gd name="connsiteY27" fmla="*/ 1018681 h 1038646"/>
              <a:gd name="connsiteX28" fmla="*/ 1972281 w 2961114"/>
              <a:gd name="connsiteY28" fmla="*/ 1031404 h 1038646"/>
              <a:gd name="connsiteX29" fmla="*/ 1963468 w 2961114"/>
              <a:gd name="connsiteY29" fmla="*/ 1038646 h 1038646"/>
              <a:gd name="connsiteX30" fmla="*/ 1934748 w 2961114"/>
              <a:gd name="connsiteY30" fmla="*/ 1038646 h 1038646"/>
              <a:gd name="connsiteX31" fmla="*/ 1963271 w 2961114"/>
              <a:gd name="connsiteY31" fmla="*/ 1015919 h 1038646"/>
              <a:gd name="connsiteX32" fmla="*/ 2023289 w 2961114"/>
              <a:gd name="connsiteY32" fmla="*/ 1000651 h 1038646"/>
              <a:gd name="connsiteX33" fmla="*/ 1648015 w 2961114"/>
              <a:gd name="connsiteY33" fmla="*/ 1000651 h 1038646"/>
              <a:gd name="connsiteX34" fmla="*/ 1708247 w 2961114"/>
              <a:gd name="connsiteY34" fmla="*/ 1015701 h 1038646"/>
              <a:gd name="connsiteX35" fmla="*/ 1737018 w 2961114"/>
              <a:gd name="connsiteY35" fmla="*/ 1038646 h 1038646"/>
              <a:gd name="connsiteX36" fmla="*/ 1708120 w 2961114"/>
              <a:gd name="connsiteY36" fmla="*/ 1038646 h 1038646"/>
              <a:gd name="connsiteX37" fmla="*/ 1699248 w 2961114"/>
              <a:gd name="connsiteY37" fmla="*/ 1031404 h 1038646"/>
              <a:gd name="connsiteX38" fmla="*/ 1648015 w 2961114"/>
              <a:gd name="connsiteY38" fmla="*/ 1018681 h 1038646"/>
              <a:gd name="connsiteX39" fmla="*/ 1597073 w 2961114"/>
              <a:gd name="connsiteY39" fmla="*/ 1031404 h 1038646"/>
              <a:gd name="connsiteX40" fmla="*/ 1588271 w 2961114"/>
              <a:gd name="connsiteY40" fmla="*/ 1038646 h 1038646"/>
              <a:gd name="connsiteX41" fmla="*/ 1559588 w 2961114"/>
              <a:gd name="connsiteY41" fmla="*/ 1038646 h 1038646"/>
              <a:gd name="connsiteX42" fmla="*/ 1588074 w 2961114"/>
              <a:gd name="connsiteY42" fmla="*/ 1015919 h 1038646"/>
              <a:gd name="connsiteX43" fmla="*/ 1648015 w 2961114"/>
              <a:gd name="connsiteY43" fmla="*/ 1000651 h 1038646"/>
              <a:gd name="connsiteX44" fmla="*/ 1272981 w 2961114"/>
              <a:gd name="connsiteY44" fmla="*/ 1000651 h 1038646"/>
              <a:gd name="connsiteX45" fmla="*/ 1333431 w 2961114"/>
              <a:gd name="connsiteY45" fmla="*/ 1015701 h 1038646"/>
              <a:gd name="connsiteX46" fmla="*/ 1362047 w 2961114"/>
              <a:gd name="connsiteY46" fmla="*/ 1038646 h 1038646"/>
              <a:gd name="connsiteX47" fmla="*/ 1333252 w 2961114"/>
              <a:gd name="connsiteY47" fmla="*/ 1038646 h 1038646"/>
              <a:gd name="connsiteX48" fmla="*/ 1324432 w 2961114"/>
              <a:gd name="connsiteY48" fmla="*/ 1031404 h 1038646"/>
              <a:gd name="connsiteX49" fmla="*/ 1272981 w 2961114"/>
              <a:gd name="connsiteY49" fmla="*/ 1018681 h 1038646"/>
              <a:gd name="connsiteX50" fmla="*/ 1221973 w 2961114"/>
              <a:gd name="connsiteY50" fmla="*/ 1031404 h 1038646"/>
              <a:gd name="connsiteX51" fmla="*/ 1213161 w 2961114"/>
              <a:gd name="connsiteY51" fmla="*/ 1038646 h 1038646"/>
              <a:gd name="connsiteX52" fmla="*/ 1184441 w 2961114"/>
              <a:gd name="connsiteY52" fmla="*/ 1038646 h 1038646"/>
              <a:gd name="connsiteX53" fmla="*/ 1212963 w 2961114"/>
              <a:gd name="connsiteY53" fmla="*/ 1015919 h 1038646"/>
              <a:gd name="connsiteX54" fmla="*/ 1272981 w 2961114"/>
              <a:gd name="connsiteY54" fmla="*/ 1000651 h 1038646"/>
              <a:gd name="connsiteX55" fmla="*/ 897707 w 2961114"/>
              <a:gd name="connsiteY55" fmla="*/ 1000651 h 1038646"/>
              <a:gd name="connsiteX56" fmla="*/ 958156 w 2961114"/>
              <a:gd name="connsiteY56" fmla="*/ 1015701 h 1038646"/>
              <a:gd name="connsiteX57" fmla="*/ 986772 w 2961114"/>
              <a:gd name="connsiteY57" fmla="*/ 1038646 h 1038646"/>
              <a:gd name="connsiteX58" fmla="*/ 957977 w 2961114"/>
              <a:gd name="connsiteY58" fmla="*/ 1038646 h 1038646"/>
              <a:gd name="connsiteX59" fmla="*/ 949158 w 2961114"/>
              <a:gd name="connsiteY59" fmla="*/ 1031404 h 1038646"/>
              <a:gd name="connsiteX60" fmla="*/ 897707 w 2961114"/>
              <a:gd name="connsiteY60" fmla="*/ 1018681 h 1038646"/>
              <a:gd name="connsiteX61" fmla="*/ 846765 w 2961114"/>
              <a:gd name="connsiteY61" fmla="*/ 1031404 h 1038646"/>
              <a:gd name="connsiteX62" fmla="*/ 837964 w 2961114"/>
              <a:gd name="connsiteY62" fmla="*/ 1038646 h 1038646"/>
              <a:gd name="connsiteX63" fmla="*/ 809280 w 2961114"/>
              <a:gd name="connsiteY63" fmla="*/ 1038646 h 1038646"/>
              <a:gd name="connsiteX64" fmla="*/ 837766 w 2961114"/>
              <a:gd name="connsiteY64" fmla="*/ 1015919 h 1038646"/>
              <a:gd name="connsiteX65" fmla="*/ 897707 w 2961114"/>
              <a:gd name="connsiteY65" fmla="*/ 1000651 h 1038646"/>
              <a:gd name="connsiteX66" fmla="*/ 522674 w 2961114"/>
              <a:gd name="connsiteY66" fmla="*/ 1000651 h 1038646"/>
              <a:gd name="connsiteX67" fmla="*/ 583124 w 2961114"/>
              <a:gd name="connsiteY67" fmla="*/ 1015701 h 1038646"/>
              <a:gd name="connsiteX68" fmla="*/ 611740 w 2961114"/>
              <a:gd name="connsiteY68" fmla="*/ 1038646 h 1038646"/>
              <a:gd name="connsiteX69" fmla="*/ 582944 w 2961114"/>
              <a:gd name="connsiteY69" fmla="*/ 1038646 h 1038646"/>
              <a:gd name="connsiteX70" fmla="*/ 574125 w 2961114"/>
              <a:gd name="connsiteY70" fmla="*/ 1031404 h 1038646"/>
              <a:gd name="connsiteX71" fmla="*/ 522674 w 2961114"/>
              <a:gd name="connsiteY71" fmla="*/ 1018681 h 1038646"/>
              <a:gd name="connsiteX72" fmla="*/ 471666 w 2961114"/>
              <a:gd name="connsiteY72" fmla="*/ 1031404 h 1038646"/>
              <a:gd name="connsiteX73" fmla="*/ 462853 w 2961114"/>
              <a:gd name="connsiteY73" fmla="*/ 1038646 h 1038646"/>
              <a:gd name="connsiteX74" fmla="*/ 434133 w 2961114"/>
              <a:gd name="connsiteY74" fmla="*/ 1038646 h 1038646"/>
              <a:gd name="connsiteX75" fmla="*/ 462656 w 2961114"/>
              <a:gd name="connsiteY75" fmla="*/ 1015919 h 1038646"/>
              <a:gd name="connsiteX76" fmla="*/ 522674 w 2961114"/>
              <a:gd name="connsiteY76" fmla="*/ 1000651 h 1038646"/>
              <a:gd name="connsiteX77" fmla="*/ 147400 w 2961114"/>
              <a:gd name="connsiteY77" fmla="*/ 1000651 h 1038646"/>
              <a:gd name="connsiteX78" fmla="*/ 207849 w 2961114"/>
              <a:gd name="connsiteY78" fmla="*/ 1015701 h 1038646"/>
              <a:gd name="connsiteX79" fmla="*/ 236465 w 2961114"/>
              <a:gd name="connsiteY79" fmla="*/ 1038646 h 1038646"/>
              <a:gd name="connsiteX80" fmla="*/ 207670 w 2961114"/>
              <a:gd name="connsiteY80" fmla="*/ 1038646 h 1038646"/>
              <a:gd name="connsiteX81" fmla="*/ 198851 w 2961114"/>
              <a:gd name="connsiteY81" fmla="*/ 1031404 h 1038646"/>
              <a:gd name="connsiteX82" fmla="*/ 147400 w 2961114"/>
              <a:gd name="connsiteY82" fmla="*/ 1018681 h 1038646"/>
              <a:gd name="connsiteX83" fmla="*/ 96457 w 2961114"/>
              <a:gd name="connsiteY83" fmla="*/ 1031404 h 1038646"/>
              <a:gd name="connsiteX84" fmla="*/ 87656 w 2961114"/>
              <a:gd name="connsiteY84" fmla="*/ 1038646 h 1038646"/>
              <a:gd name="connsiteX85" fmla="*/ 58972 w 2961114"/>
              <a:gd name="connsiteY85" fmla="*/ 1038646 h 1038646"/>
              <a:gd name="connsiteX86" fmla="*/ 87458 w 2961114"/>
              <a:gd name="connsiteY86" fmla="*/ 1015919 h 1038646"/>
              <a:gd name="connsiteX87" fmla="*/ 147400 w 2961114"/>
              <a:gd name="connsiteY87" fmla="*/ 1000651 h 1038646"/>
              <a:gd name="connsiteX88" fmla="*/ 147400 w 2961114"/>
              <a:gd name="connsiteY88" fmla="*/ 900273 h 1038646"/>
              <a:gd name="connsiteX89" fmla="*/ 247834 w 2961114"/>
              <a:gd name="connsiteY89" fmla="*/ 947279 h 1038646"/>
              <a:gd name="connsiteX90" fmla="*/ 334917 w 2961114"/>
              <a:gd name="connsiteY90" fmla="*/ 989642 h 1038646"/>
              <a:gd name="connsiteX91" fmla="*/ 422692 w 2961114"/>
              <a:gd name="connsiteY91" fmla="*/ 947279 h 1038646"/>
              <a:gd name="connsiteX92" fmla="*/ 522674 w 2961114"/>
              <a:gd name="connsiteY92" fmla="*/ 900273 h 1038646"/>
              <a:gd name="connsiteX93" fmla="*/ 623109 w 2961114"/>
              <a:gd name="connsiteY93" fmla="*/ 947279 h 1038646"/>
              <a:gd name="connsiteX94" fmla="*/ 710190 w 2961114"/>
              <a:gd name="connsiteY94" fmla="*/ 989642 h 1038646"/>
              <a:gd name="connsiteX95" fmla="*/ 797854 w 2961114"/>
              <a:gd name="connsiteY95" fmla="*/ 947279 h 1038646"/>
              <a:gd name="connsiteX96" fmla="*/ 897707 w 2961114"/>
              <a:gd name="connsiteY96" fmla="*/ 900273 h 1038646"/>
              <a:gd name="connsiteX97" fmla="*/ 998141 w 2961114"/>
              <a:gd name="connsiteY97" fmla="*/ 947279 h 1038646"/>
              <a:gd name="connsiteX98" fmla="*/ 1085224 w 2961114"/>
              <a:gd name="connsiteY98" fmla="*/ 989642 h 1038646"/>
              <a:gd name="connsiteX99" fmla="*/ 1173000 w 2961114"/>
              <a:gd name="connsiteY99" fmla="*/ 947279 h 1038646"/>
              <a:gd name="connsiteX100" fmla="*/ 1272981 w 2961114"/>
              <a:gd name="connsiteY100" fmla="*/ 900273 h 1038646"/>
              <a:gd name="connsiteX101" fmla="*/ 1373416 w 2961114"/>
              <a:gd name="connsiteY101" fmla="*/ 947279 h 1038646"/>
              <a:gd name="connsiteX102" fmla="*/ 1460498 w 2961114"/>
              <a:gd name="connsiteY102" fmla="*/ 989642 h 1038646"/>
              <a:gd name="connsiteX103" fmla="*/ 1548162 w 2961114"/>
              <a:gd name="connsiteY103" fmla="*/ 947279 h 1038646"/>
              <a:gd name="connsiteX104" fmla="*/ 1648015 w 2961114"/>
              <a:gd name="connsiteY104" fmla="*/ 900273 h 1038646"/>
              <a:gd name="connsiteX105" fmla="*/ 1748449 w 2961114"/>
              <a:gd name="connsiteY105" fmla="*/ 947279 h 1038646"/>
              <a:gd name="connsiteX106" fmla="*/ 1835532 w 2961114"/>
              <a:gd name="connsiteY106" fmla="*/ 989642 h 1038646"/>
              <a:gd name="connsiteX107" fmla="*/ 1923307 w 2961114"/>
              <a:gd name="connsiteY107" fmla="*/ 947279 h 1038646"/>
              <a:gd name="connsiteX108" fmla="*/ 2023289 w 2961114"/>
              <a:gd name="connsiteY108" fmla="*/ 900273 h 1038646"/>
              <a:gd name="connsiteX109" fmla="*/ 2123724 w 2961114"/>
              <a:gd name="connsiteY109" fmla="*/ 947279 h 1038646"/>
              <a:gd name="connsiteX110" fmla="*/ 2210806 w 2961114"/>
              <a:gd name="connsiteY110" fmla="*/ 989642 h 1038646"/>
              <a:gd name="connsiteX111" fmla="*/ 2298469 w 2961114"/>
              <a:gd name="connsiteY111" fmla="*/ 947279 h 1038646"/>
              <a:gd name="connsiteX112" fmla="*/ 2398323 w 2961114"/>
              <a:gd name="connsiteY112" fmla="*/ 900273 h 1038646"/>
              <a:gd name="connsiteX113" fmla="*/ 2498177 w 2961114"/>
              <a:gd name="connsiteY113" fmla="*/ 947279 h 1038646"/>
              <a:gd name="connsiteX114" fmla="*/ 2585840 w 2961114"/>
              <a:gd name="connsiteY114" fmla="*/ 989642 h 1038646"/>
              <a:gd name="connsiteX115" fmla="*/ 2673615 w 2961114"/>
              <a:gd name="connsiteY115" fmla="*/ 947279 h 1038646"/>
              <a:gd name="connsiteX116" fmla="*/ 2773597 w 2961114"/>
              <a:gd name="connsiteY116" fmla="*/ 900273 h 1038646"/>
              <a:gd name="connsiteX117" fmla="*/ 2873451 w 2961114"/>
              <a:gd name="connsiteY117" fmla="*/ 947279 h 1038646"/>
              <a:gd name="connsiteX118" fmla="*/ 2961114 w 2961114"/>
              <a:gd name="connsiteY118" fmla="*/ 989642 h 1038646"/>
              <a:gd name="connsiteX119" fmla="*/ 2961114 w 2961114"/>
              <a:gd name="connsiteY119" fmla="*/ 1007632 h 1038646"/>
              <a:gd name="connsiteX120" fmla="*/ 2861260 w 2961114"/>
              <a:gd name="connsiteY120" fmla="*/ 960626 h 1038646"/>
              <a:gd name="connsiteX121" fmla="*/ 2773597 w 2961114"/>
              <a:gd name="connsiteY121" fmla="*/ 918263 h 1038646"/>
              <a:gd name="connsiteX122" fmla="*/ 2685822 w 2961114"/>
              <a:gd name="connsiteY122" fmla="*/ 960626 h 1038646"/>
              <a:gd name="connsiteX123" fmla="*/ 2585840 w 2961114"/>
              <a:gd name="connsiteY123" fmla="*/ 1007632 h 1038646"/>
              <a:gd name="connsiteX124" fmla="*/ 2485985 w 2961114"/>
              <a:gd name="connsiteY124" fmla="*/ 960626 h 1038646"/>
              <a:gd name="connsiteX125" fmla="*/ 2398323 w 2961114"/>
              <a:gd name="connsiteY125" fmla="*/ 918263 h 1038646"/>
              <a:gd name="connsiteX126" fmla="*/ 2310660 w 2961114"/>
              <a:gd name="connsiteY126" fmla="*/ 960626 h 1038646"/>
              <a:gd name="connsiteX127" fmla="*/ 2210806 w 2961114"/>
              <a:gd name="connsiteY127" fmla="*/ 1007632 h 1038646"/>
              <a:gd name="connsiteX128" fmla="*/ 2110953 w 2961114"/>
              <a:gd name="connsiteY128" fmla="*/ 960626 h 1038646"/>
              <a:gd name="connsiteX129" fmla="*/ 2023289 w 2961114"/>
              <a:gd name="connsiteY129" fmla="*/ 918263 h 1038646"/>
              <a:gd name="connsiteX130" fmla="*/ 1936095 w 2961114"/>
              <a:gd name="connsiteY130" fmla="*/ 960626 h 1038646"/>
              <a:gd name="connsiteX131" fmla="*/ 1835532 w 2961114"/>
              <a:gd name="connsiteY131" fmla="*/ 1007632 h 1038646"/>
              <a:gd name="connsiteX132" fmla="*/ 1735678 w 2961114"/>
              <a:gd name="connsiteY132" fmla="*/ 960626 h 1038646"/>
              <a:gd name="connsiteX133" fmla="*/ 1648015 w 2961114"/>
              <a:gd name="connsiteY133" fmla="*/ 918263 h 1038646"/>
              <a:gd name="connsiteX134" fmla="*/ 1560933 w 2961114"/>
              <a:gd name="connsiteY134" fmla="*/ 960626 h 1038646"/>
              <a:gd name="connsiteX135" fmla="*/ 1460498 w 2961114"/>
              <a:gd name="connsiteY135" fmla="*/ 1007632 h 1038646"/>
              <a:gd name="connsiteX136" fmla="*/ 1360645 w 2961114"/>
              <a:gd name="connsiteY136" fmla="*/ 960626 h 1038646"/>
              <a:gd name="connsiteX137" fmla="*/ 1272981 w 2961114"/>
              <a:gd name="connsiteY137" fmla="*/ 918263 h 1038646"/>
              <a:gd name="connsiteX138" fmla="*/ 1185788 w 2961114"/>
              <a:gd name="connsiteY138" fmla="*/ 960626 h 1038646"/>
              <a:gd name="connsiteX139" fmla="*/ 1085224 w 2961114"/>
              <a:gd name="connsiteY139" fmla="*/ 1007632 h 1038646"/>
              <a:gd name="connsiteX140" fmla="*/ 985370 w 2961114"/>
              <a:gd name="connsiteY140" fmla="*/ 960626 h 1038646"/>
              <a:gd name="connsiteX141" fmla="*/ 897707 w 2961114"/>
              <a:gd name="connsiteY141" fmla="*/ 918263 h 1038646"/>
              <a:gd name="connsiteX142" fmla="*/ 810626 w 2961114"/>
              <a:gd name="connsiteY142" fmla="*/ 960626 h 1038646"/>
              <a:gd name="connsiteX143" fmla="*/ 710190 w 2961114"/>
              <a:gd name="connsiteY143" fmla="*/ 1007632 h 1038646"/>
              <a:gd name="connsiteX144" fmla="*/ 610337 w 2961114"/>
              <a:gd name="connsiteY144" fmla="*/ 960626 h 1038646"/>
              <a:gd name="connsiteX145" fmla="*/ 522674 w 2961114"/>
              <a:gd name="connsiteY145" fmla="*/ 918263 h 1038646"/>
              <a:gd name="connsiteX146" fmla="*/ 435480 w 2961114"/>
              <a:gd name="connsiteY146" fmla="*/ 960626 h 1038646"/>
              <a:gd name="connsiteX147" fmla="*/ 334917 w 2961114"/>
              <a:gd name="connsiteY147" fmla="*/ 1007632 h 1038646"/>
              <a:gd name="connsiteX148" fmla="*/ 235062 w 2961114"/>
              <a:gd name="connsiteY148" fmla="*/ 960626 h 1038646"/>
              <a:gd name="connsiteX149" fmla="*/ 147400 w 2961114"/>
              <a:gd name="connsiteY149" fmla="*/ 918263 h 1038646"/>
              <a:gd name="connsiteX150" fmla="*/ 60318 w 2961114"/>
              <a:gd name="connsiteY150" fmla="*/ 960626 h 1038646"/>
              <a:gd name="connsiteX151" fmla="*/ 20333 w 2961114"/>
              <a:gd name="connsiteY151" fmla="*/ 992616 h 1038646"/>
              <a:gd name="connsiteX152" fmla="*/ 0 w 2961114"/>
              <a:gd name="connsiteY152" fmla="*/ 1000928 h 1038646"/>
              <a:gd name="connsiteX153" fmla="*/ 0 w 2961114"/>
              <a:gd name="connsiteY153" fmla="*/ 979744 h 1038646"/>
              <a:gd name="connsiteX154" fmla="*/ 11334 w 2961114"/>
              <a:gd name="connsiteY154" fmla="*/ 976948 h 1038646"/>
              <a:gd name="connsiteX155" fmla="*/ 47546 w 2961114"/>
              <a:gd name="connsiteY155" fmla="*/ 947279 h 1038646"/>
              <a:gd name="connsiteX156" fmla="*/ 147400 w 2961114"/>
              <a:gd name="connsiteY156" fmla="*/ 900273 h 1038646"/>
              <a:gd name="connsiteX157" fmla="*/ 147400 w 2961114"/>
              <a:gd name="connsiteY157" fmla="*/ 800136 h 1038646"/>
              <a:gd name="connsiteX158" fmla="*/ 247834 w 2961114"/>
              <a:gd name="connsiteY158" fmla="*/ 847784 h 1038646"/>
              <a:gd name="connsiteX159" fmla="*/ 334917 w 2961114"/>
              <a:gd name="connsiteY159" fmla="*/ 890203 h 1038646"/>
              <a:gd name="connsiteX160" fmla="*/ 422692 w 2961114"/>
              <a:gd name="connsiteY160" fmla="*/ 847784 h 1038646"/>
              <a:gd name="connsiteX161" fmla="*/ 522674 w 2961114"/>
              <a:gd name="connsiteY161" fmla="*/ 800136 h 1038646"/>
              <a:gd name="connsiteX162" fmla="*/ 623109 w 2961114"/>
              <a:gd name="connsiteY162" fmla="*/ 847784 h 1038646"/>
              <a:gd name="connsiteX163" fmla="*/ 710190 w 2961114"/>
              <a:gd name="connsiteY163" fmla="*/ 890203 h 1038646"/>
              <a:gd name="connsiteX164" fmla="*/ 797854 w 2961114"/>
              <a:gd name="connsiteY164" fmla="*/ 847784 h 1038646"/>
              <a:gd name="connsiteX165" fmla="*/ 897707 w 2961114"/>
              <a:gd name="connsiteY165" fmla="*/ 800136 h 1038646"/>
              <a:gd name="connsiteX166" fmla="*/ 998141 w 2961114"/>
              <a:gd name="connsiteY166" fmla="*/ 847784 h 1038646"/>
              <a:gd name="connsiteX167" fmla="*/ 1085224 w 2961114"/>
              <a:gd name="connsiteY167" fmla="*/ 890203 h 1038646"/>
              <a:gd name="connsiteX168" fmla="*/ 1173000 w 2961114"/>
              <a:gd name="connsiteY168" fmla="*/ 847784 h 1038646"/>
              <a:gd name="connsiteX169" fmla="*/ 1272981 w 2961114"/>
              <a:gd name="connsiteY169" fmla="*/ 800136 h 1038646"/>
              <a:gd name="connsiteX170" fmla="*/ 1373416 w 2961114"/>
              <a:gd name="connsiteY170" fmla="*/ 847784 h 1038646"/>
              <a:gd name="connsiteX171" fmla="*/ 1460498 w 2961114"/>
              <a:gd name="connsiteY171" fmla="*/ 890203 h 1038646"/>
              <a:gd name="connsiteX172" fmla="*/ 1548162 w 2961114"/>
              <a:gd name="connsiteY172" fmla="*/ 847784 h 1038646"/>
              <a:gd name="connsiteX173" fmla="*/ 1648015 w 2961114"/>
              <a:gd name="connsiteY173" fmla="*/ 800136 h 1038646"/>
              <a:gd name="connsiteX174" fmla="*/ 1748449 w 2961114"/>
              <a:gd name="connsiteY174" fmla="*/ 847784 h 1038646"/>
              <a:gd name="connsiteX175" fmla="*/ 1835532 w 2961114"/>
              <a:gd name="connsiteY175" fmla="*/ 890203 h 1038646"/>
              <a:gd name="connsiteX176" fmla="*/ 1923307 w 2961114"/>
              <a:gd name="connsiteY176" fmla="*/ 847784 h 1038646"/>
              <a:gd name="connsiteX177" fmla="*/ 2023289 w 2961114"/>
              <a:gd name="connsiteY177" fmla="*/ 800136 h 1038646"/>
              <a:gd name="connsiteX178" fmla="*/ 2123724 w 2961114"/>
              <a:gd name="connsiteY178" fmla="*/ 847784 h 1038646"/>
              <a:gd name="connsiteX179" fmla="*/ 2210806 w 2961114"/>
              <a:gd name="connsiteY179" fmla="*/ 890203 h 1038646"/>
              <a:gd name="connsiteX180" fmla="*/ 2298469 w 2961114"/>
              <a:gd name="connsiteY180" fmla="*/ 847784 h 1038646"/>
              <a:gd name="connsiteX181" fmla="*/ 2398323 w 2961114"/>
              <a:gd name="connsiteY181" fmla="*/ 800136 h 1038646"/>
              <a:gd name="connsiteX182" fmla="*/ 2498177 w 2961114"/>
              <a:gd name="connsiteY182" fmla="*/ 847784 h 1038646"/>
              <a:gd name="connsiteX183" fmla="*/ 2585840 w 2961114"/>
              <a:gd name="connsiteY183" fmla="*/ 890203 h 1038646"/>
              <a:gd name="connsiteX184" fmla="*/ 2673615 w 2961114"/>
              <a:gd name="connsiteY184" fmla="*/ 847784 h 1038646"/>
              <a:gd name="connsiteX185" fmla="*/ 2773597 w 2961114"/>
              <a:gd name="connsiteY185" fmla="*/ 800136 h 1038646"/>
              <a:gd name="connsiteX186" fmla="*/ 2873451 w 2961114"/>
              <a:gd name="connsiteY186" fmla="*/ 847784 h 1038646"/>
              <a:gd name="connsiteX187" fmla="*/ 2961114 w 2961114"/>
              <a:gd name="connsiteY187" fmla="*/ 890203 h 1038646"/>
              <a:gd name="connsiteX188" fmla="*/ 2961114 w 2961114"/>
              <a:gd name="connsiteY188" fmla="*/ 908217 h 1038646"/>
              <a:gd name="connsiteX189" fmla="*/ 2861260 w 2961114"/>
              <a:gd name="connsiteY189" fmla="*/ 860568 h 1038646"/>
              <a:gd name="connsiteX190" fmla="*/ 2773597 w 2961114"/>
              <a:gd name="connsiteY190" fmla="*/ 818149 h 1038646"/>
              <a:gd name="connsiteX191" fmla="*/ 2685822 w 2961114"/>
              <a:gd name="connsiteY191" fmla="*/ 860568 h 1038646"/>
              <a:gd name="connsiteX192" fmla="*/ 2585840 w 2961114"/>
              <a:gd name="connsiteY192" fmla="*/ 908217 h 1038646"/>
              <a:gd name="connsiteX193" fmla="*/ 2485985 w 2961114"/>
              <a:gd name="connsiteY193" fmla="*/ 860568 h 1038646"/>
              <a:gd name="connsiteX194" fmla="*/ 2398323 w 2961114"/>
              <a:gd name="connsiteY194" fmla="*/ 818149 h 1038646"/>
              <a:gd name="connsiteX195" fmla="*/ 2310660 w 2961114"/>
              <a:gd name="connsiteY195" fmla="*/ 860568 h 1038646"/>
              <a:gd name="connsiteX196" fmla="*/ 2210806 w 2961114"/>
              <a:gd name="connsiteY196" fmla="*/ 908217 h 1038646"/>
              <a:gd name="connsiteX197" fmla="*/ 2110953 w 2961114"/>
              <a:gd name="connsiteY197" fmla="*/ 860568 h 1038646"/>
              <a:gd name="connsiteX198" fmla="*/ 2023289 w 2961114"/>
              <a:gd name="connsiteY198" fmla="*/ 818149 h 1038646"/>
              <a:gd name="connsiteX199" fmla="*/ 1936095 w 2961114"/>
              <a:gd name="connsiteY199" fmla="*/ 860568 h 1038646"/>
              <a:gd name="connsiteX200" fmla="*/ 1835532 w 2961114"/>
              <a:gd name="connsiteY200" fmla="*/ 908217 h 1038646"/>
              <a:gd name="connsiteX201" fmla="*/ 1735678 w 2961114"/>
              <a:gd name="connsiteY201" fmla="*/ 860568 h 1038646"/>
              <a:gd name="connsiteX202" fmla="*/ 1648015 w 2961114"/>
              <a:gd name="connsiteY202" fmla="*/ 818149 h 1038646"/>
              <a:gd name="connsiteX203" fmla="*/ 1560933 w 2961114"/>
              <a:gd name="connsiteY203" fmla="*/ 860568 h 1038646"/>
              <a:gd name="connsiteX204" fmla="*/ 1460498 w 2961114"/>
              <a:gd name="connsiteY204" fmla="*/ 908217 h 1038646"/>
              <a:gd name="connsiteX205" fmla="*/ 1360645 w 2961114"/>
              <a:gd name="connsiteY205" fmla="*/ 860568 h 1038646"/>
              <a:gd name="connsiteX206" fmla="*/ 1272981 w 2961114"/>
              <a:gd name="connsiteY206" fmla="*/ 818149 h 1038646"/>
              <a:gd name="connsiteX207" fmla="*/ 1185788 w 2961114"/>
              <a:gd name="connsiteY207" fmla="*/ 860568 h 1038646"/>
              <a:gd name="connsiteX208" fmla="*/ 1085224 w 2961114"/>
              <a:gd name="connsiteY208" fmla="*/ 908217 h 1038646"/>
              <a:gd name="connsiteX209" fmla="*/ 985370 w 2961114"/>
              <a:gd name="connsiteY209" fmla="*/ 860568 h 1038646"/>
              <a:gd name="connsiteX210" fmla="*/ 897707 w 2961114"/>
              <a:gd name="connsiteY210" fmla="*/ 818149 h 1038646"/>
              <a:gd name="connsiteX211" fmla="*/ 810626 w 2961114"/>
              <a:gd name="connsiteY211" fmla="*/ 860568 h 1038646"/>
              <a:gd name="connsiteX212" fmla="*/ 710190 w 2961114"/>
              <a:gd name="connsiteY212" fmla="*/ 908217 h 1038646"/>
              <a:gd name="connsiteX213" fmla="*/ 610337 w 2961114"/>
              <a:gd name="connsiteY213" fmla="*/ 860568 h 1038646"/>
              <a:gd name="connsiteX214" fmla="*/ 522674 w 2961114"/>
              <a:gd name="connsiteY214" fmla="*/ 818149 h 1038646"/>
              <a:gd name="connsiteX215" fmla="*/ 435480 w 2961114"/>
              <a:gd name="connsiteY215" fmla="*/ 860568 h 1038646"/>
              <a:gd name="connsiteX216" fmla="*/ 334917 w 2961114"/>
              <a:gd name="connsiteY216" fmla="*/ 908217 h 1038646"/>
              <a:gd name="connsiteX217" fmla="*/ 235062 w 2961114"/>
              <a:gd name="connsiteY217" fmla="*/ 860568 h 1038646"/>
              <a:gd name="connsiteX218" fmla="*/ 147400 w 2961114"/>
              <a:gd name="connsiteY218" fmla="*/ 818149 h 1038646"/>
              <a:gd name="connsiteX219" fmla="*/ 60318 w 2961114"/>
              <a:gd name="connsiteY219" fmla="*/ 860568 h 1038646"/>
              <a:gd name="connsiteX220" fmla="*/ 20333 w 2961114"/>
              <a:gd name="connsiteY220" fmla="*/ 892891 h 1038646"/>
              <a:gd name="connsiteX221" fmla="*/ 0 w 2961114"/>
              <a:gd name="connsiteY221" fmla="*/ 901366 h 1038646"/>
              <a:gd name="connsiteX222" fmla="*/ 0 w 2961114"/>
              <a:gd name="connsiteY222" fmla="*/ 881981 h 1038646"/>
              <a:gd name="connsiteX223" fmla="*/ 11334 w 2961114"/>
              <a:gd name="connsiteY223" fmla="*/ 877274 h 1038646"/>
              <a:gd name="connsiteX224" fmla="*/ 47546 w 2961114"/>
              <a:gd name="connsiteY224" fmla="*/ 847784 h 1038646"/>
              <a:gd name="connsiteX225" fmla="*/ 147400 w 2961114"/>
              <a:gd name="connsiteY225" fmla="*/ 800136 h 1038646"/>
              <a:gd name="connsiteX226" fmla="*/ 147400 w 2961114"/>
              <a:gd name="connsiteY226" fmla="*/ 700961 h 1038646"/>
              <a:gd name="connsiteX227" fmla="*/ 247834 w 2961114"/>
              <a:gd name="connsiteY227" fmla="*/ 747967 h 1038646"/>
              <a:gd name="connsiteX228" fmla="*/ 334917 w 2961114"/>
              <a:gd name="connsiteY228" fmla="*/ 790330 h 1038646"/>
              <a:gd name="connsiteX229" fmla="*/ 422692 w 2961114"/>
              <a:gd name="connsiteY229" fmla="*/ 747967 h 1038646"/>
              <a:gd name="connsiteX230" fmla="*/ 522674 w 2961114"/>
              <a:gd name="connsiteY230" fmla="*/ 700961 h 1038646"/>
              <a:gd name="connsiteX231" fmla="*/ 623109 w 2961114"/>
              <a:gd name="connsiteY231" fmla="*/ 747967 h 1038646"/>
              <a:gd name="connsiteX232" fmla="*/ 710190 w 2961114"/>
              <a:gd name="connsiteY232" fmla="*/ 790330 h 1038646"/>
              <a:gd name="connsiteX233" fmla="*/ 797854 w 2961114"/>
              <a:gd name="connsiteY233" fmla="*/ 747967 h 1038646"/>
              <a:gd name="connsiteX234" fmla="*/ 897707 w 2961114"/>
              <a:gd name="connsiteY234" fmla="*/ 700961 h 1038646"/>
              <a:gd name="connsiteX235" fmla="*/ 998141 w 2961114"/>
              <a:gd name="connsiteY235" fmla="*/ 747967 h 1038646"/>
              <a:gd name="connsiteX236" fmla="*/ 1085224 w 2961114"/>
              <a:gd name="connsiteY236" fmla="*/ 790330 h 1038646"/>
              <a:gd name="connsiteX237" fmla="*/ 1173000 w 2961114"/>
              <a:gd name="connsiteY237" fmla="*/ 747967 h 1038646"/>
              <a:gd name="connsiteX238" fmla="*/ 1272981 w 2961114"/>
              <a:gd name="connsiteY238" fmla="*/ 700961 h 1038646"/>
              <a:gd name="connsiteX239" fmla="*/ 1373416 w 2961114"/>
              <a:gd name="connsiteY239" fmla="*/ 747967 h 1038646"/>
              <a:gd name="connsiteX240" fmla="*/ 1460498 w 2961114"/>
              <a:gd name="connsiteY240" fmla="*/ 790330 h 1038646"/>
              <a:gd name="connsiteX241" fmla="*/ 1548162 w 2961114"/>
              <a:gd name="connsiteY241" fmla="*/ 747967 h 1038646"/>
              <a:gd name="connsiteX242" fmla="*/ 1648015 w 2961114"/>
              <a:gd name="connsiteY242" fmla="*/ 700961 h 1038646"/>
              <a:gd name="connsiteX243" fmla="*/ 1748449 w 2961114"/>
              <a:gd name="connsiteY243" fmla="*/ 747967 h 1038646"/>
              <a:gd name="connsiteX244" fmla="*/ 1835532 w 2961114"/>
              <a:gd name="connsiteY244" fmla="*/ 790330 h 1038646"/>
              <a:gd name="connsiteX245" fmla="*/ 1923307 w 2961114"/>
              <a:gd name="connsiteY245" fmla="*/ 747967 h 1038646"/>
              <a:gd name="connsiteX246" fmla="*/ 2023289 w 2961114"/>
              <a:gd name="connsiteY246" fmla="*/ 700961 h 1038646"/>
              <a:gd name="connsiteX247" fmla="*/ 2123724 w 2961114"/>
              <a:gd name="connsiteY247" fmla="*/ 747967 h 1038646"/>
              <a:gd name="connsiteX248" fmla="*/ 2210806 w 2961114"/>
              <a:gd name="connsiteY248" fmla="*/ 790330 h 1038646"/>
              <a:gd name="connsiteX249" fmla="*/ 2298469 w 2961114"/>
              <a:gd name="connsiteY249" fmla="*/ 747967 h 1038646"/>
              <a:gd name="connsiteX250" fmla="*/ 2398323 w 2961114"/>
              <a:gd name="connsiteY250" fmla="*/ 700961 h 1038646"/>
              <a:gd name="connsiteX251" fmla="*/ 2498177 w 2961114"/>
              <a:gd name="connsiteY251" fmla="*/ 747967 h 1038646"/>
              <a:gd name="connsiteX252" fmla="*/ 2585840 w 2961114"/>
              <a:gd name="connsiteY252" fmla="*/ 790330 h 1038646"/>
              <a:gd name="connsiteX253" fmla="*/ 2673615 w 2961114"/>
              <a:gd name="connsiteY253" fmla="*/ 747967 h 1038646"/>
              <a:gd name="connsiteX254" fmla="*/ 2773597 w 2961114"/>
              <a:gd name="connsiteY254" fmla="*/ 700961 h 1038646"/>
              <a:gd name="connsiteX255" fmla="*/ 2873451 w 2961114"/>
              <a:gd name="connsiteY255" fmla="*/ 747967 h 1038646"/>
              <a:gd name="connsiteX256" fmla="*/ 2961114 w 2961114"/>
              <a:gd name="connsiteY256" fmla="*/ 790330 h 1038646"/>
              <a:gd name="connsiteX257" fmla="*/ 2961114 w 2961114"/>
              <a:gd name="connsiteY257" fmla="*/ 808320 h 1038646"/>
              <a:gd name="connsiteX258" fmla="*/ 2861260 w 2961114"/>
              <a:gd name="connsiteY258" fmla="*/ 761314 h 1038646"/>
              <a:gd name="connsiteX259" fmla="*/ 2773597 w 2961114"/>
              <a:gd name="connsiteY259" fmla="*/ 718951 h 1038646"/>
              <a:gd name="connsiteX260" fmla="*/ 2685822 w 2961114"/>
              <a:gd name="connsiteY260" fmla="*/ 761314 h 1038646"/>
              <a:gd name="connsiteX261" fmla="*/ 2585840 w 2961114"/>
              <a:gd name="connsiteY261" fmla="*/ 808320 h 1038646"/>
              <a:gd name="connsiteX262" fmla="*/ 2485985 w 2961114"/>
              <a:gd name="connsiteY262" fmla="*/ 761314 h 1038646"/>
              <a:gd name="connsiteX263" fmla="*/ 2398323 w 2961114"/>
              <a:gd name="connsiteY263" fmla="*/ 718951 h 1038646"/>
              <a:gd name="connsiteX264" fmla="*/ 2310660 w 2961114"/>
              <a:gd name="connsiteY264" fmla="*/ 761314 h 1038646"/>
              <a:gd name="connsiteX265" fmla="*/ 2210806 w 2961114"/>
              <a:gd name="connsiteY265" fmla="*/ 808320 h 1038646"/>
              <a:gd name="connsiteX266" fmla="*/ 2110953 w 2961114"/>
              <a:gd name="connsiteY266" fmla="*/ 761314 h 1038646"/>
              <a:gd name="connsiteX267" fmla="*/ 2023289 w 2961114"/>
              <a:gd name="connsiteY267" fmla="*/ 718951 h 1038646"/>
              <a:gd name="connsiteX268" fmla="*/ 1936095 w 2961114"/>
              <a:gd name="connsiteY268" fmla="*/ 761314 h 1038646"/>
              <a:gd name="connsiteX269" fmla="*/ 1835532 w 2961114"/>
              <a:gd name="connsiteY269" fmla="*/ 808320 h 1038646"/>
              <a:gd name="connsiteX270" fmla="*/ 1735678 w 2961114"/>
              <a:gd name="connsiteY270" fmla="*/ 761314 h 1038646"/>
              <a:gd name="connsiteX271" fmla="*/ 1648015 w 2961114"/>
              <a:gd name="connsiteY271" fmla="*/ 718951 h 1038646"/>
              <a:gd name="connsiteX272" fmla="*/ 1560933 w 2961114"/>
              <a:gd name="connsiteY272" fmla="*/ 761314 h 1038646"/>
              <a:gd name="connsiteX273" fmla="*/ 1460498 w 2961114"/>
              <a:gd name="connsiteY273" fmla="*/ 808320 h 1038646"/>
              <a:gd name="connsiteX274" fmla="*/ 1360645 w 2961114"/>
              <a:gd name="connsiteY274" fmla="*/ 761314 h 1038646"/>
              <a:gd name="connsiteX275" fmla="*/ 1272981 w 2961114"/>
              <a:gd name="connsiteY275" fmla="*/ 718951 h 1038646"/>
              <a:gd name="connsiteX276" fmla="*/ 1185788 w 2961114"/>
              <a:gd name="connsiteY276" fmla="*/ 761314 h 1038646"/>
              <a:gd name="connsiteX277" fmla="*/ 1085224 w 2961114"/>
              <a:gd name="connsiteY277" fmla="*/ 808320 h 1038646"/>
              <a:gd name="connsiteX278" fmla="*/ 985370 w 2961114"/>
              <a:gd name="connsiteY278" fmla="*/ 761314 h 1038646"/>
              <a:gd name="connsiteX279" fmla="*/ 897707 w 2961114"/>
              <a:gd name="connsiteY279" fmla="*/ 718951 h 1038646"/>
              <a:gd name="connsiteX280" fmla="*/ 810626 w 2961114"/>
              <a:gd name="connsiteY280" fmla="*/ 761314 h 1038646"/>
              <a:gd name="connsiteX281" fmla="*/ 710190 w 2961114"/>
              <a:gd name="connsiteY281" fmla="*/ 808320 h 1038646"/>
              <a:gd name="connsiteX282" fmla="*/ 610337 w 2961114"/>
              <a:gd name="connsiteY282" fmla="*/ 761314 h 1038646"/>
              <a:gd name="connsiteX283" fmla="*/ 522674 w 2961114"/>
              <a:gd name="connsiteY283" fmla="*/ 718951 h 1038646"/>
              <a:gd name="connsiteX284" fmla="*/ 435480 w 2961114"/>
              <a:gd name="connsiteY284" fmla="*/ 761314 h 1038646"/>
              <a:gd name="connsiteX285" fmla="*/ 334917 w 2961114"/>
              <a:gd name="connsiteY285" fmla="*/ 808320 h 1038646"/>
              <a:gd name="connsiteX286" fmla="*/ 235062 w 2961114"/>
              <a:gd name="connsiteY286" fmla="*/ 761314 h 1038646"/>
              <a:gd name="connsiteX287" fmla="*/ 147400 w 2961114"/>
              <a:gd name="connsiteY287" fmla="*/ 718951 h 1038646"/>
              <a:gd name="connsiteX288" fmla="*/ 60318 w 2961114"/>
              <a:gd name="connsiteY288" fmla="*/ 761314 h 1038646"/>
              <a:gd name="connsiteX289" fmla="*/ 20333 w 2961114"/>
              <a:gd name="connsiteY289" fmla="*/ 793087 h 1038646"/>
              <a:gd name="connsiteX290" fmla="*/ 0 w 2961114"/>
              <a:gd name="connsiteY290" fmla="*/ 801503 h 1038646"/>
              <a:gd name="connsiteX291" fmla="*/ 0 w 2961114"/>
              <a:gd name="connsiteY291" fmla="*/ 780432 h 1038646"/>
              <a:gd name="connsiteX292" fmla="*/ 11334 w 2961114"/>
              <a:gd name="connsiteY292" fmla="*/ 777636 h 1038646"/>
              <a:gd name="connsiteX293" fmla="*/ 47546 w 2961114"/>
              <a:gd name="connsiteY293" fmla="*/ 747967 h 1038646"/>
              <a:gd name="connsiteX294" fmla="*/ 147400 w 2961114"/>
              <a:gd name="connsiteY294" fmla="*/ 700961 h 1038646"/>
              <a:gd name="connsiteX295" fmla="*/ 147400 w 2961114"/>
              <a:gd name="connsiteY295" fmla="*/ 600343 h 1038646"/>
              <a:gd name="connsiteX296" fmla="*/ 247834 w 2961114"/>
              <a:gd name="connsiteY296" fmla="*/ 647348 h 1038646"/>
              <a:gd name="connsiteX297" fmla="*/ 334917 w 2961114"/>
              <a:gd name="connsiteY297" fmla="*/ 689712 h 1038646"/>
              <a:gd name="connsiteX298" fmla="*/ 422692 w 2961114"/>
              <a:gd name="connsiteY298" fmla="*/ 647348 h 1038646"/>
              <a:gd name="connsiteX299" fmla="*/ 522674 w 2961114"/>
              <a:gd name="connsiteY299" fmla="*/ 600343 h 1038646"/>
              <a:gd name="connsiteX300" fmla="*/ 623109 w 2961114"/>
              <a:gd name="connsiteY300" fmla="*/ 647348 h 1038646"/>
              <a:gd name="connsiteX301" fmla="*/ 710190 w 2961114"/>
              <a:gd name="connsiteY301" fmla="*/ 689712 h 1038646"/>
              <a:gd name="connsiteX302" fmla="*/ 797854 w 2961114"/>
              <a:gd name="connsiteY302" fmla="*/ 647348 h 1038646"/>
              <a:gd name="connsiteX303" fmla="*/ 897707 w 2961114"/>
              <a:gd name="connsiteY303" fmla="*/ 600343 h 1038646"/>
              <a:gd name="connsiteX304" fmla="*/ 998141 w 2961114"/>
              <a:gd name="connsiteY304" fmla="*/ 647348 h 1038646"/>
              <a:gd name="connsiteX305" fmla="*/ 1085224 w 2961114"/>
              <a:gd name="connsiteY305" fmla="*/ 689712 h 1038646"/>
              <a:gd name="connsiteX306" fmla="*/ 1173000 w 2961114"/>
              <a:gd name="connsiteY306" fmla="*/ 647348 h 1038646"/>
              <a:gd name="connsiteX307" fmla="*/ 1272981 w 2961114"/>
              <a:gd name="connsiteY307" fmla="*/ 600343 h 1038646"/>
              <a:gd name="connsiteX308" fmla="*/ 1373416 w 2961114"/>
              <a:gd name="connsiteY308" fmla="*/ 647348 h 1038646"/>
              <a:gd name="connsiteX309" fmla="*/ 1460498 w 2961114"/>
              <a:gd name="connsiteY309" fmla="*/ 689712 h 1038646"/>
              <a:gd name="connsiteX310" fmla="*/ 1548162 w 2961114"/>
              <a:gd name="connsiteY310" fmla="*/ 647348 h 1038646"/>
              <a:gd name="connsiteX311" fmla="*/ 1648015 w 2961114"/>
              <a:gd name="connsiteY311" fmla="*/ 600343 h 1038646"/>
              <a:gd name="connsiteX312" fmla="*/ 1748449 w 2961114"/>
              <a:gd name="connsiteY312" fmla="*/ 647348 h 1038646"/>
              <a:gd name="connsiteX313" fmla="*/ 1835532 w 2961114"/>
              <a:gd name="connsiteY313" fmla="*/ 689712 h 1038646"/>
              <a:gd name="connsiteX314" fmla="*/ 1923307 w 2961114"/>
              <a:gd name="connsiteY314" fmla="*/ 647348 h 1038646"/>
              <a:gd name="connsiteX315" fmla="*/ 2023289 w 2961114"/>
              <a:gd name="connsiteY315" fmla="*/ 600343 h 1038646"/>
              <a:gd name="connsiteX316" fmla="*/ 2123724 w 2961114"/>
              <a:gd name="connsiteY316" fmla="*/ 647348 h 1038646"/>
              <a:gd name="connsiteX317" fmla="*/ 2210806 w 2961114"/>
              <a:gd name="connsiteY317" fmla="*/ 689712 h 1038646"/>
              <a:gd name="connsiteX318" fmla="*/ 2298469 w 2961114"/>
              <a:gd name="connsiteY318" fmla="*/ 647348 h 1038646"/>
              <a:gd name="connsiteX319" fmla="*/ 2398323 w 2961114"/>
              <a:gd name="connsiteY319" fmla="*/ 600343 h 1038646"/>
              <a:gd name="connsiteX320" fmla="*/ 2498177 w 2961114"/>
              <a:gd name="connsiteY320" fmla="*/ 647348 h 1038646"/>
              <a:gd name="connsiteX321" fmla="*/ 2585840 w 2961114"/>
              <a:gd name="connsiteY321" fmla="*/ 689712 h 1038646"/>
              <a:gd name="connsiteX322" fmla="*/ 2673615 w 2961114"/>
              <a:gd name="connsiteY322" fmla="*/ 647348 h 1038646"/>
              <a:gd name="connsiteX323" fmla="*/ 2773597 w 2961114"/>
              <a:gd name="connsiteY323" fmla="*/ 600343 h 1038646"/>
              <a:gd name="connsiteX324" fmla="*/ 2873451 w 2961114"/>
              <a:gd name="connsiteY324" fmla="*/ 647348 h 1038646"/>
              <a:gd name="connsiteX325" fmla="*/ 2961114 w 2961114"/>
              <a:gd name="connsiteY325" fmla="*/ 689712 h 1038646"/>
              <a:gd name="connsiteX326" fmla="*/ 2961114 w 2961114"/>
              <a:gd name="connsiteY326" fmla="*/ 707701 h 1038646"/>
              <a:gd name="connsiteX327" fmla="*/ 2861260 w 2961114"/>
              <a:gd name="connsiteY327" fmla="*/ 660115 h 1038646"/>
              <a:gd name="connsiteX328" fmla="*/ 2773597 w 2961114"/>
              <a:gd name="connsiteY328" fmla="*/ 617752 h 1038646"/>
              <a:gd name="connsiteX329" fmla="*/ 2685822 w 2961114"/>
              <a:gd name="connsiteY329" fmla="*/ 660115 h 1038646"/>
              <a:gd name="connsiteX330" fmla="*/ 2585840 w 2961114"/>
              <a:gd name="connsiteY330" fmla="*/ 707701 h 1038646"/>
              <a:gd name="connsiteX331" fmla="*/ 2485985 w 2961114"/>
              <a:gd name="connsiteY331" fmla="*/ 660115 h 1038646"/>
              <a:gd name="connsiteX332" fmla="*/ 2398323 w 2961114"/>
              <a:gd name="connsiteY332" fmla="*/ 617752 h 1038646"/>
              <a:gd name="connsiteX333" fmla="*/ 2310660 w 2961114"/>
              <a:gd name="connsiteY333" fmla="*/ 660115 h 1038646"/>
              <a:gd name="connsiteX334" fmla="*/ 2210806 w 2961114"/>
              <a:gd name="connsiteY334" fmla="*/ 707701 h 1038646"/>
              <a:gd name="connsiteX335" fmla="*/ 2110953 w 2961114"/>
              <a:gd name="connsiteY335" fmla="*/ 660115 h 1038646"/>
              <a:gd name="connsiteX336" fmla="*/ 2023289 w 2961114"/>
              <a:gd name="connsiteY336" fmla="*/ 617752 h 1038646"/>
              <a:gd name="connsiteX337" fmla="*/ 1936095 w 2961114"/>
              <a:gd name="connsiteY337" fmla="*/ 660115 h 1038646"/>
              <a:gd name="connsiteX338" fmla="*/ 1835532 w 2961114"/>
              <a:gd name="connsiteY338" fmla="*/ 707701 h 1038646"/>
              <a:gd name="connsiteX339" fmla="*/ 1735678 w 2961114"/>
              <a:gd name="connsiteY339" fmla="*/ 660115 h 1038646"/>
              <a:gd name="connsiteX340" fmla="*/ 1648015 w 2961114"/>
              <a:gd name="connsiteY340" fmla="*/ 617752 h 1038646"/>
              <a:gd name="connsiteX341" fmla="*/ 1560933 w 2961114"/>
              <a:gd name="connsiteY341" fmla="*/ 660115 h 1038646"/>
              <a:gd name="connsiteX342" fmla="*/ 1460498 w 2961114"/>
              <a:gd name="connsiteY342" fmla="*/ 707701 h 1038646"/>
              <a:gd name="connsiteX343" fmla="*/ 1360645 w 2961114"/>
              <a:gd name="connsiteY343" fmla="*/ 660115 h 1038646"/>
              <a:gd name="connsiteX344" fmla="*/ 1272981 w 2961114"/>
              <a:gd name="connsiteY344" fmla="*/ 617752 h 1038646"/>
              <a:gd name="connsiteX345" fmla="*/ 1185788 w 2961114"/>
              <a:gd name="connsiteY345" fmla="*/ 660115 h 1038646"/>
              <a:gd name="connsiteX346" fmla="*/ 1085224 w 2961114"/>
              <a:gd name="connsiteY346" fmla="*/ 707701 h 1038646"/>
              <a:gd name="connsiteX347" fmla="*/ 985370 w 2961114"/>
              <a:gd name="connsiteY347" fmla="*/ 660115 h 1038646"/>
              <a:gd name="connsiteX348" fmla="*/ 897707 w 2961114"/>
              <a:gd name="connsiteY348" fmla="*/ 617752 h 1038646"/>
              <a:gd name="connsiteX349" fmla="*/ 810626 w 2961114"/>
              <a:gd name="connsiteY349" fmla="*/ 660115 h 1038646"/>
              <a:gd name="connsiteX350" fmla="*/ 710190 w 2961114"/>
              <a:gd name="connsiteY350" fmla="*/ 707701 h 1038646"/>
              <a:gd name="connsiteX351" fmla="*/ 610337 w 2961114"/>
              <a:gd name="connsiteY351" fmla="*/ 660115 h 1038646"/>
              <a:gd name="connsiteX352" fmla="*/ 522674 w 2961114"/>
              <a:gd name="connsiteY352" fmla="*/ 617752 h 1038646"/>
              <a:gd name="connsiteX353" fmla="*/ 435480 w 2961114"/>
              <a:gd name="connsiteY353" fmla="*/ 660115 h 1038646"/>
              <a:gd name="connsiteX354" fmla="*/ 334917 w 2961114"/>
              <a:gd name="connsiteY354" fmla="*/ 707701 h 1038646"/>
              <a:gd name="connsiteX355" fmla="*/ 235062 w 2961114"/>
              <a:gd name="connsiteY355" fmla="*/ 660115 h 1038646"/>
              <a:gd name="connsiteX356" fmla="*/ 147400 w 2961114"/>
              <a:gd name="connsiteY356" fmla="*/ 617752 h 1038646"/>
              <a:gd name="connsiteX357" fmla="*/ 60318 w 2961114"/>
              <a:gd name="connsiteY357" fmla="*/ 660115 h 1038646"/>
              <a:gd name="connsiteX358" fmla="*/ 20333 w 2961114"/>
              <a:gd name="connsiteY358" fmla="*/ 692396 h 1038646"/>
              <a:gd name="connsiteX359" fmla="*/ 0 w 2961114"/>
              <a:gd name="connsiteY359" fmla="*/ 700860 h 1038646"/>
              <a:gd name="connsiteX360" fmla="*/ 0 w 2961114"/>
              <a:gd name="connsiteY360" fmla="*/ 681500 h 1038646"/>
              <a:gd name="connsiteX361" fmla="*/ 11334 w 2961114"/>
              <a:gd name="connsiteY361" fmla="*/ 676800 h 1038646"/>
              <a:gd name="connsiteX362" fmla="*/ 47546 w 2961114"/>
              <a:gd name="connsiteY362" fmla="*/ 647348 h 1038646"/>
              <a:gd name="connsiteX363" fmla="*/ 147400 w 2961114"/>
              <a:gd name="connsiteY363" fmla="*/ 600343 h 1038646"/>
              <a:gd name="connsiteX364" fmla="*/ 147400 w 2961114"/>
              <a:gd name="connsiteY364" fmla="*/ 500446 h 1038646"/>
              <a:gd name="connsiteX365" fmla="*/ 247834 w 2961114"/>
              <a:gd name="connsiteY365" fmla="*/ 548032 h 1038646"/>
              <a:gd name="connsiteX366" fmla="*/ 334917 w 2961114"/>
              <a:gd name="connsiteY366" fmla="*/ 590395 h 1038646"/>
              <a:gd name="connsiteX367" fmla="*/ 422692 w 2961114"/>
              <a:gd name="connsiteY367" fmla="*/ 548032 h 1038646"/>
              <a:gd name="connsiteX368" fmla="*/ 522674 w 2961114"/>
              <a:gd name="connsiteY368" fmla="*/ 500446 h 1038646"/>
              <a:gd name="connsiteX369" fmla="*/ 623109 w 2961114"/>
              <a:gd name="connsiteY369" fmla="*/ 548032 h 1038646"/>
              <a:gd name="connsiteX370" fmla="*/ 710190 w 2961114"/>
              <a:gd name="connsiteY370" fmla="*/ 590395 h 1038646"/>
              <a:gd name="connsiteX371" fmla="*/ 797854 w 2961114"/>
              <a:gd name="connsiteY371" fmla="*/ 548032 h 1038646"/>
              <a:gd name="connsiteX372" fmla="*/ 897707 w 2961114"/>
              <a:gd name="connsiteY372" fmla="*/ 500446 h 1038646"/>
              <a:gd name="connsiteX373" fmla="*/ 998141 w 2961114"/>
              <a:gd name="connsiteY373" fmla="*/ 548032 h 1038646"/>
              <a:gd name="connsiteX374" fmla="*/ 1085224 w 2961114"/>
              <a:gd name="connsiteY374" fmla="*/ 590395 h 1038646"/>
              <a:gd name="connsiteX375" fmla="*/ 1173000 w 2961114"/>
              <a:gd name="connsiteY375" fmla="*/ 548032 h 1038646"/>
              <a:gd name="connsiteX376" fmla="*/ 1272981 w 2961114"/>
              <a:gd name="connsiteY376" fmla="*/ 500446 h 1038646"/>
              <a:gd name="connsiteX377" fmla="*/ 1373416 w 2961114"/>
              <a:gd name="connsiteY377" fmla="*/ 548032 h 1038646"/>
              <a:gd name="connsiteX378" fmla="*/ 1460498 w 2961114"/>
              <a:gd name="connsiteY378" fmla="*/ 590395 h 1038646"/>
              <a:gd name="connsiteX379" fmla="*/ 1548162 w 2961114"/>
              <a:gd name="connsiteY379" fmla="*/ 548032 h 1038646"/>
              <a:gd name="connsiteX380" fmla="*/ 1648015 w 2961114"/>
              <a:gd name="connsiteY380" fmla="*/ 500446 h 1038646"/>
              <a:gd name="connsiteX381" fmla="*/ 1748449 w 2961114"/>
              <a:gd name="connsiteY381" fmla="*/ 548032 h 1038646"/>
              <a:gd name="connsiteX382" fmla="*/ 1835532 w 2961114"/>
              <a:gd name="connsiteY382" fmla="*/ 590395 h 1038646"/>
              <a:gd name="connsiteX383" fmla="*/ 1923307 w 2961114"/>
              <a:gd name="connsiteY383" fmla="*/ 548032 h 1038646"/>
              <a:gd name="connsiteX384" fmla="*/ 2023289 w 2961114"/>
              <a:gd name="connsiteY384" fmla="*/ 500446 h 1038646"/>
              <a:gd name="connsiteX385" fmla="*/ 2123724 w 2961114"/>
              <a:gd name="connsiteY385" fmla="*/ 548032 h 1038646"/>
              <a:gd name="connsiteX386" fmla="*/ 2210806 w 2961114"/>
              <a:gd name="connsiteY386" fmla="*/ 590395 h 1038646"/>
              <a:gd name="connsiteX387" fmla="*/ 2298469 w 2961114"/>
              <a:gd name="connsiteY387" fmla="*/ 548032 h 1038646"/>
              <a:gd name="connsiteX388" fmla="*/ 2398323 w 2961114"/>
              <a:gd name="connsiteY388" fmla="*/ 500446 h 1038646"/>
              <a:gd name="connsiteX389" fmla="*/ 2498177 w 2961114"/>
              <a:gd name="connsiteY389" fmla="*/ 548032 h 1038646"/>
              <a:gd name="connsiteX390" fmla="*/ 2585840 w 2961114"/>
              <a:gd name="connsiteY390" fmla="*/ 590395 h 1038646"/>
              <a:gd name="connsiteX391" fmla="*/ 2673615 w 2961114"/>
              <a:gd name="connsiteY391" fmla="*/ 548032 h 1038646"/>
              <a:gd name="connsiteX392" fmla="*/ 2773597 w 2961114"/>
              <a:gd name="connsiteY392" fmla="*/ 500446 h 1038646"/>
              <a:gd name="connsiteX393" fmla="*/ 2873451 w 2961114"/>
              <a:gd name="connsiteY393" fmla="*/ 548032 h 1038646"/>
              <a:gd name="connsiteX394" fmla="*/ 2961114 w 2961114"/>
              <a:gd name="connsiteY394" fmla="*/ 590395 h 1038646"/>
              <a:gd name="connsiteX395" fmla="*/ 2961114 w 2961114"/>
              <a:gd name="connsiteY395" fmla="*/ 607805 h 1038646"/>
              <a:gd name="connsiteX396" fmla="*/ 2861260 w 2961114"/>
              <a:gd name="connsiteY396" fmla="*/ 560799 h 1038646"/>
              <a:gd name="connsiteX397" fmla="*/ 2773597 w 2961114"/>
              <a:gd name="connsiteY397" fmla="*/ 518436 h 1038646"/>
              <a:gd name="connsiteX398" fmla="*/ 2685822 w 2961114"/>
              <a:gd name="connsiteY398" fmla="*/ 560799 h 1038646"/>
              <a:gd name="connsiteX399" fmla="*/ 2585840 w 2961114"/>
              <a:gd name="connsiteY399" fmla="*/ 607805 h 1038646"/>
              <a:gd name="connsiteX400" fmla="*/ 2485985 w 2961114"/>
              <a:gd name="connsiteY400" fmla="*/ 560799 h 1038646"/>
              <a:gd name="connsiteX401" fmla="*/ 2398323 w 2961114"/>
              <a:gd name="connsiteY401" fmla="*/ 518436 h 1038646"/>
              <a:gd name="connsiteX402" fmla="*/ 2310660 w 2961114"/>
              <a:gd name="connsiteY402" fmla="*/ 560799 h 1038646"/>
              <a:gd name="connsiteX403" fmla="*/ 2210806 w 2961114"/>
              <a:gd name="connsiteY403" fmla="*/ 607805 h 1038646"/>
              <a:gd name="connsiteX404" fmla="*/ 2110953 w 2961114"/>
              <a:gd name="connsiteY404" fmla="*/ 560799 h 1038646"/>
              <a:gd name="connsiteX405" fmla="*/ 2023289 w 2961114"/>
              <a:gd name="connsiteY405" fmla="*/ 518436 h 1038646"/>
              <a:gd name="connsiteX406" fmla="*/ 1936095 w 2961114"/>
              <a:gd name="connsiteY406" fmla="*/ 560799 h 1038646"/>
              <a:gd name="connsiteX407" fmla="*/ 1835532 w 2961114"/>
              <a:gd name="connsiteY407" fmla="*/ 607805 h 1038646"/>
              <a:gd name="connsiteX408" fmla="*/ 1735678 w 2961114"/>
              <a:gd name="connsiteY408" fmla="*/ 560799 h 1038646"/>
              <a:gd name="connsiteX409" fmla="*/ 1648015 w 2961114"/>
              <a:gd name="connsiteY409" fmla="*/ 518436 h 1038646"/>
              <a:gd name="connsiteX410" fmla="*/ 1560933 w 2961114"/>
              <a:gd name="connsiteY410" fmla="*/ 560799 h 1038646"/>
              <a:gd name="connsiteX411" fmla="*/ 1460498 w 2961114"/>
              <a:gd name="connsiteY411" fmla="*/ 607805 h 1038646"/>
              <a:gd name="connsiteX412" fmla="*/ 1360645 w 2961114"/>
              <a:gd name="connsiteY412" fmla="*/ 560799 h 1038646"/>
              <a:gd name="connsiteX413" fmla="*/ 1272981 w 2961114"/>
              <a:gd name="connsiteY413" fmla="*/ 518436 h 1038646"/>
              <a:gd name="connsiteX414" fmla="*/ 1185788 w 2961114"/>
              <a:gd name="connsiteY414" fmla="*/ 560799 h 1038646"/>
              <a:gd name="connsiteX415" fmla="*/ 1085224 w 2961114"/>
              <a:gd name="connsiteY415" fmla="*/ 607805 h 1038646"/>
              <a:gd name="connsiteX416" fmla="*/ 985370 w 2961114"/>
              <a:gd name="connsiteY416" fmla="*/ 560799 h 1038646"/>
              <a:gd name="connsiteX417" fmla="*/ 897707 w 2961114"/>
              <a:gd name="connsiteY417" fmla="*/ 518436 h 1038646"/>
              <a:gd name="connsiteX418" fmla="*/ 810626 w 2961114"/>
              <a:gd name="connsiteY418" fmla="*/ 560799 h 1038646"/>
              <a:gd name="connsiteX419" fmla="*/ 710190 w 2961114"/>
              <a:gd name="connsiteY419" fmla="*/ 607805 h 1038646"/>
              <a:gd name="connsiteX420" fmla="*/ 610337 w 2961114"/>
              <a:gd name="connsiteY420" fmla="*/ 560799 h 1038646"/>
              <a:gd name="connsiteX421" fmla="*/ 522674 w 2961114"/>
              <a:gd name="connsiteY421" fmla="*/ 518436 h 1038646"/>
              <a:gd name="connsiteX422" fmla="*/ 435480 w 2961114"/>
              <a:gd name="connsiteY422" fmla="*/ 560799 h 1038646"/>
              <a:gd name="connsiteX423" fmla="*/ 334917 w 2961114"/>
              <a:gd name="connsiteY423" fmla="*/ 607805 h 1038646"/>
              <a:gd name="connsiteX424" fmla="*/ 235062 w 2961114"/>
              <a:gd name="connsiteY424" fmla="*/ 560799 h 1038646"/>
              <a:gd name="connsiteX425" fmla="*/ 147400 w 2961114"/>
              <a:gd name="connsiteY425" fmla="*/ 518436 h 1038646"/>
              <a:gd name="connsiteX426" fmla="*/ 60318 w 2961114"/>
              <a:gd name="connsiteY426" fmla="*/ 560799 h 1038646"/>
              <a:gd name="connsiteX427" fmla="*/ 20333 w 2961114"/>
              <a:gd name="connsiteY427" fmla="*/ 592789 h 1038646"/>
              <a:gd name="connsiteX428" fmla="*/ 0 w 2961114"/>
              <a:gd name="connsiteY428" fmla="*/ 601101 h 1038646"/>
              <a:gd name="connsiteX429" fmla="*/ 0 w 2961114"/>
              <a:gd name="connsiteY429" fmla="*/ 582184 h 1038646"/>
              <a:gd name="connsiteX430" fmla="*/ 11334 w 2961114"/>
              <a:gd name="connsiteY430" fmla="*/ 577483 h 1038646"/>
              <a:gd name="connsiteX431" fmla="*/ 47546 w 2961114"/>
              <a:gd name="connsiteY431" fmla="*/ 548032 h 1038646"/>
              <a:gd name="connsiteX432" fmla="*/ 147400 w 2961114"/>
              <a:gd name="connsiteY432" fmla="*/ 500446 h 1038646"/>
              <a:gd name="connsiteX433" fmla="*/ 147400 w 2961114"/>
              <a:gd name="connsiteY433" fmla="*/ 399827 h 1038646"/>
              <a:gd name="connsiteX434" fmla="*/ 247834 w 2961114"/>
              <a:gd name="connsiteY434" fmla="*/ 447520 h 1038646"/>
              <a:gd name="connsiteX435" fmla="*/ 334917 w 2961114"/>
              <a:gd name="connsiteY435" fmla="*/ 489978 h 1038646"/>
              <a:gd name="connsiteX436" fmla="*/ 422692 w 2961114"/>
              <a:gd name="connsiteY436" fmla="*/ 447520 h 1038646"/>
              <a:gd name="connsiteX437" fmla="*/ 522674 w 2961114"/>
              <a:gd name="connsiteY437" fmla="*/ 399827 h 1038646"/>
              <a:gd name="connsiteX438" fmla="*/ 623109 w 2961114"/>
              <a:gd name="connsiteY438" fmla="*/ 447520 h 1038646"/>
              <a:gd name="connsiteX439" fmla="*/ 710190 w 2961114"/>
              <a:gd name="connsiteY439" fmla="*/ 489978 h 1038646"/>
              <a:gd name="connsiteX440" fmla="*/ 797854 w 2961114"/>
              <a:gd name="connsiteY440" fmla="*/ 447520 h 1038646"/>
              <a:gd name="connsiteX441" fmla="*/ 897707 w 2961114"/>
              <a:gd name="connsiteY441" fmla="*/ 399827 h 1038646"/>
              <a:gd name="connsiteX442" fmla="*/ 998141 w 2961114"/>
              <a:gd name="connsiteY442" fmla="*/ 447520 h 1038646"/>
              <a:gd name="connsiteX443" fmla="*/ 1085224 w 2961114"/>
              <a:gd name="connsiteY443" fmla="*/ 489978 h 1038646"/>
              <a:gd name="connsiteX444" fmla="*/ 1173000 w 2961114"/>
              <a:gd name="connsiteY444" fmla="*/ 447520 h 1038646"/>
              <a:gd name="connsiteX445" fmla="*/ 1272981 w 2961114"/>
              <a:gd name="connsiteY445" fmla="*/ 399827 h 1038646"/>
              <a:gd name="connsiteX446" fmla="*/ 1373416 w 2961114"/>
              <a:gd name="connsiteY446" fmla="*/ 447520 h 1038646"/>
              <a:gd name="connsiteX447" fmla="*/ 1460498 w 2961114"/>
              <a:gd name="connsiteY447" fmla="*/ 489978 h 1038646"/>
              <a:gd name="connsiteX448" fmla="*/ 1548162 w 2961114"/>
              <a:gd name="connsiteY448" fmla="*/ 447520 h 1038646"/>
              <a:gd name="connsiteX449" fmla="*/ 1648015 w 2961114"/>
              <a:gd name="connsiteY449" fmla="*/ 399827 h 1038646"/>
              <a:gd name="connsiteX450" fmla="*/ 1748449 w 2961114"/>
              <a:gd name="connsiteY450" fmla="*/ 447520 h 1038646"/>
              <a:gd name="connsiteX451" fmla="*/ 1835532 w 2961114"/>
              <a:gd name="connsiteY451" fmla="*/ 489978 h 1038646"/>
              <a:gd name="connsiteX452" fmla="*/ 1923307 w 2961114"/>
              <a:gd name="connsiteY452" fmla="*/ 447520 h 1038646"/>
              <a:gd name="connsiteX453" fmla="*/ 2023289 w 2961114"/>
              <a:gd name="connsiteY453" fmla="*/ 399827 h 1038646"/>
              <a:gd name="connsiteX454" fmla="*/ 2123724 w 2961114"/>
              <a:gd name="connsiteY454" fmla="*/ 447520 h 1038646"/>
              <a:gd name="connsiteX455" fmla="*/ 2210806 w 2961114"/>
              <a:gd name="connsiteY455" fmla="*/ 489978 h 1038646"/>
              <a:gd name="connsiteX456" fmla="*/ 2298469 w 2961114"/>
              <a:gd name="connsiteY456" fmla="*/ 447520 h 1038646"/>
              <a:gd name="connsiteX457" fmla="*/ 2398323 w 2961114"/>
              <a:gd name="connsiteY457" fmla="*/ 399827 h 1038646"/>
              <a:gd name="connsiteX458" fmla="*/ 2498177 w 2961114"/>
              <a:gd name="connsiteY458" fmla="*/ 447520 h 1038646"/>
              <a:gd name="connsiteX459" fmla="*/ 2585840 w 2961114"/>
              <a:gd name="connsiteY459" fmla="*/ 489978 h 1038646"/>
              <a:gd name="connsiteX460" fmla="*/ 2673615 w 2961114"/>
              <a:gd name="connsiteY460" fmla="*/ 447520 h 1038646"/>
              <a:gd name="connsiteX461" fmla="*/ 2773597 w 2961114"/>
              <a:gd name="connsiteY461" fmla="*/ 399827 h 1038646"/>
              <a:gd name="connsiteX462" fmla="*/ 2873451 w 2961114"/>
              <a:gd name="connsiteY462" fmla="*/ 447520 h 1038646"/>
              <a:gd name="connsiteX463" fmla="*/ 2961114 w 2961114"/>
              <a:gd name="connsiteY463" fmla="*/ 489978 h 1038646"/>
              <a:gd name="connsiteX464" fmla="*/ 2961114 w 2961114"/>
              <a:gd name="connsiteY464" fmla="*/ 507427 h 1038646"/>
              <a:gd name="connsiteX465" fmla="*/ 2861260 w 2961114"/>
              <a:gd name="connsiteY465" fmla="*/ 460316 h 1038646"/>
              <a:gd name="connsiteX466" fmla="*/ 2773597 w 2961114"/>
              <a:gd name="connsiteY466" fmla="*/ 417857 h 1038646"/>
              <a:gd name="connsiteX467" fmla="*/ 2685822 w 2961114"/>
              <a:gd name="connsiteY467" fmla="*/ 460316 h 1038646"/>
              <a:gd name="connsiteX468" fmla="*/ 2585840 w 2961114"/>
              <a:gd name="connsiteY468" fmla="*/ 507427 h 1038646"/>
              <a:gd name="connsiteX469" fmla="*/ 2485985 w 2961114"/>
              <a:gd name="connsiteY469" fmla="*/ 460316 h 1038646"/>
              <a:gd name="connsiteX470" fmla="*/ 2398323 w 2961114"/>
              <a:gd name="connsiteY470" fmla="*/ 417857 h 1038646"/>
              <a:gd name="connsiteX471" fmla="*/ 2310660 w 2961114"/>
              <a:gd name="connsiteY471" fmla="*/ 460316 h 1038646"/>
              <a:gd name="connsiteX472" fmla="*/ 2210806 w 2961114"/>
              <a:gd name="connsiteY472" fmla="*/ 507427 h 1038646"/>
              <a:gd name="connsiteX473" fmla="*/ 2110953 w 2961114"/>
              <a:gd name="connsiteY473" fmla="*/ 460316 h 1038646"/>
              <a:gd name="connsiteX474" fmla="*/ 2023289 w 2961114"/>
              <a:gd name="connsiteY474" fmla="*/ 417857 h 1038646"/>
              <a:gd name="connsiteX475" fmla="*/ 1936095 w 2961114"/>
              <a:gd name="connsiteY475" fmla="*/ 460316 h 1038646"/>
              <a:gd name="connsiteX476" fmla="*/ 1835532 w 2961114"/>
              <a:gd name="connsiteY476" fmla="*/ 507427 h 1038646"/>
              <a:gd name="connsiteX477" fmla="*/ 1735678 w 2961114"/>
              <a:gd name="connsiteY477" fmla="*/ 460316 h 1038646"/>
              <a:gd name="connsiteX478" fmla="*/ 1648015 w 2961114"/>
              <a:gd name="connsiteY478" fmla="*/ 417857 h 1038646"/>
              <a:gd name="connsiteX479" fmla="*/ 1560933 w 2961114"/>
              <a:gd name="connsiteY479" fmla="*/ 460316 h 1038646"/>
              <a:gd name="connsiteX480" fmla="*/ 1460498 w 2961114"/>
              <a:gd name="connsiteY480" fmla="*/ 507427 h 1038646"/>
              <a:gd name="connsiteX481" fmla="*/ 1360645 w 2961114"/>
              <a:gd name="connsiteY481" fmla="*/ 460316 h 1038646"/>
              <a:gd name="connsiteX482" fmla="*/ 1272981 w 2961114"/>
              <a:gd name="connsiteY482" fmla="*/ 417857 h 1038646"/>
              <a:gd name="connsiteX483" fmla="*/ 1185788 w 2961114"/>
              <a:gd name="connsiteY483" fmla="*/ 460316 h 1038646"/>
              <a:gd name="connsiteX484" fmla="*/ 1085224 w 2961114"/>
              <a:gd name="connsiteY484" fmla="*/ 507427 h 1038646"/>
              <a:gd name="connsiteX485" fmla="*/ 985370 w 2961114"/>
              <a:gd name="connsiteY485" fmla="*/ 460316 h 1038646"/>
              <a:gd name="connsiteX486" fmla="*/ 897707 w 2961114"/>
              <a:gd name="connsiteY486" fmla="*/ 417857 h 1038646"/>
              <a:gd name="connsiteX487" fmla="*/ 810626 w 2961114"/>
              <a:gd name="connsiteY487" fmla="*/ 460316 h 1038646"/>
              <a:gd name="connsiteX488" fmla="*/ 710190 w 2961114"/>
              <a:gd name="connsiteY488" fmla="*/ 507427 h 1038646"/>
              <a:gd name="connsiteX489" fmla="*/ 610337 w 2961114"/>
              <a:gd name="connsiteY489" fmla="*/ 460316 h 1038646"/>
              <a:gd name="connsiteX490" fmla="*/ 522674 w 2961114"/>
              <a:gd name="connsiteY490" fmla="*/ 417857 h 1038646"/>
              <a:gd name="connsiteX491" fmla="*/ 435480 w 2961114"/>
              <a:gd name="connsiteY491" fmla="*/ 460316 h 1038646"/>
              <a:gd name="connsiteX492" fmla="*/ 334917 w 2961114"/>
              <a:gd name="connsiteY492" fmla="*/ 507427 h 1038646"/>
              <a:gd name="connsiteX493" fmla="*/ 235062 w 2961114"/>
              <a:gd name="connsiteY493" fmla="*/ 460316 h 1038646"/>
              <a:gd name="connsiteX494" fmla="*/ 147400 w 2961114"/>
              <a:gd name="connsiteY494" fmla="*/ 417857 h 1038646"/>
              <a:gd name="connsiteX495" fmla="*/ 60318 w 2961114"/>
              <a:gd name="connsiteY495" fmla="*/ 460316 h 1038646"/>
              <a:gd name="connsiteX496" fmla="*/ 20333 w 2961114"/>
              <a:gd name="connsiteY496" fmla="*/ 492377 h 1038646"/>
              <a:gd name="connsiteX497" fmla="*/ 0 w 2961114"/>
              <a:gd name="connsiteY497" fmla="*/ 500708 h 1038646"/>
              <a:gd name="connsiteX498" fmla="*/ 0 w 2961114"/>
              <a:gd name="connsiteY498" fmla="*/ 481748 h 1038646"/>
              <a:gd name="connsiteX499" fmla="*/ 11334 w 2961114"/>
              <a:gd name="connsiteY499" fmla="*/ 477037 h 1038646"/>
              <a:gd name="connsiteX500" fmla="*/ 47546 w 2961114"/>
              <a:gd name="connsiteY500" fmla="*/ 447520 h 1038646"/>
              <a:gd name="connsiteX501" fmla="*/ 147400 w 2961114"/>
              <a:gd name="connsiteY501" fmla="*/ 399827 h 1038646"/>
              <a:gd name="connsiteX502" fmla="*/ 147400 w 2961114"/>
              <a:gd name="connsiteY502" fmla="*/ 299931 h 1038646"/>
              <a:gd name="connsiteX503" fmla="*/ 247834 w 2961114"/>
              <a:gd name="connsiteY503" fmla="*/ 347579 h 1038646"/>
              <a:gd name="connsiteX504" fmla="*/ 334917 w 2961114"/>
              <a:gd name="connsiteY504" fmla="*/ 389998 h 1038646"/>
              <a:gd name="connsiteX505" fmla="*/ 422692 w 2961114"/>
              <a:gd name="connsiteY505" fmla="*/ 347579 h 1038646"/>
              <a:gd name="connsiteX506" fmla="*/ 522674 w 2961114"/>
              <a:gd name="connsiteY506" fmla="*/ 299931 h 1038646"/>
              <a:gd name="connsiteX507" fmla="*/ 623109 w 2961114"/>
              <a:gd name="connsiteY507" fmla="*/ 347579 h 1038646"/>
              <a:gd name="connsiteX508" fmla="*/ 710190 w 2961114"/>
              <a:gd name="connsiteY508" fmla="*/ 389998 h 1038646"/>
              <a:gd name="connsiteX509" fmla="*/ 797854 w 2961114"/>
              <a:gd name="connsiteY509" fmla="*/ 347579 h 1038646"/>
              <a:gd name="connsiteX510" fmla="*/ 897707 w 2961114"/>
              <a:gd name="connsiteY510" fmla="*/ 299931 h 1038646"/>
              <a:gd name="connsiteX511" fmla="*/ 998141 w 2961114"/>
              <a:gd name="connsiteY511" fmla="*/ 347579 h 1038646"/>
              <a:gd name="connsiteX512" fmla="*/ 1085224 w 2961114"/>
              <a:gd name="connsiteY512" fmla="*/ 389998 h 1038646"/>
              <a:gd name="connsiteX513" fmla="*/ 1173000 w 2961114"/>
              <a:gd name="connsiteY513" fmla="*/ 347579 h 1038646"/>
              <a:gd name="connsiteX514" fmla="*/ 1272981 w 2961114"/>
              <a:gd name="connsiteY514" fmla="*/ 299931 h 1038646"/>
              <a:gd name="connsiteX515" fmla="*/ 1373416 w 2961114"/>
              <a:gd name="connsiteY515" fmla="*/ 347579 h 1038646"/>
              <a:gd name="connsiteX516" fmla="*/ 1460498 w 2961114"/>
              <a:gd name="connsiteY516" fmla="*/ 389998 h 1038646"/>
              <a:gd name="connsiteX517" fmla="*/ 1548162 w 2961114"/>
              <a:gd name="connsiteY517" fmla="*/ 347579 h 1038646"/>
              <a:gd name="connsiteX518" fmla="*/ 1648015 w 2961114"/>
              <a:gd name="connsiteY518" fmla="*/ 299931 h 1038646"/>
              <a:gd name="connsiteX519" fmla="*/ 1748449 w 2961114"/>
              <a:gd name="connsiteY519" fmla="*/ 347579 h 1038646"/>
              <a:gd name="connsiteX520" fmla="*/ 1835532 w 2961114"/>
              <a:gd name="connsiteY520" fmla="*/ 389998 h 1038646"/>
              <a:gd name="connsiteX521" fmla="*/ 1923307 w 2961114"/>
              <a:gd name="connsiteY521" fmla="*/ 347579 h 1038646"/>
              <a:gd name="connsiteX522" fmla="*/ 2023289 w 2961114"/>
              <a:gd name="connsiteY522" fmla="*/ 299931 h 1038646"/>
              <a:gd name="connsiteX523" fmla="*/ 2123724 w 2961114"/>
              <a:gd name="connsiteY523" fmla="*/ 347579 h 1038646"/>
              <a:gd name="connsiteX524" fmla="*/ 2210806 w 2961114"/>
              <a:gd name="connsiteY524" fmla="*/ 389998 h 1038646"/>
              <a:gd name="connsiteX525" fmla="*/ 2298469 w 2961114"/>
              <a:gd name="connsiteY525" fmla="*/ 347579 h 1038646"/>
              <a:gd name="connsiteX526" fmla="*/ 2398323 w 2961114"/>
              <a:gd name="connsiteY526" fmla="*/ 299931 h 1038646"/>
              <a:gd name="connsiteX527" fmla="*/ 2498177 w 2961114"/>
              <a:gd name="connsiteY527" fmla="*/ 347579 h 1038646"/>
              <a:gd name="connsiteX528" fmla="*/ 2585840 w 2961114"/>
              <a:gd name="connsiteY528" fmla="*/ 389998 h 1038646"/>
              <a:gd name="connsiteX529" fmla="*/ 2673615 w 2961114"/>
              <a:gd name="connsiteY529" fmla="*/ 347579 h 1038646"/>
              <a:gd name="connsiteX530" fmla="*/ 2773597 w 2961114"/>
              <a:gd name="connsiteY530" fmla="*/ 299931 h 1038646"/>
              <a:gd name="connsiteX531" fmla="*/ 2873451 w 2961114"/>
              <a:gd name="connsiteY531" fmla="*/ 347579 h 1038646"/>
              <a:gd name="connsiteX532" fmla="*/ 2961114 w 2961114"/>
              <a:gd name="connsiteY532" fmla="*/ 389998 h 1038646"/>
              <a:gd name="connsiteX533" fmla="*/ 2961114 w 2961114"/>
              <a:gd name="connsiteY533" fmla="*/ 408011 h 1038646"/>
              <a:gd name="connsiteX534" fmla="*/ 2861260 w 2961114"/>
              <a:gd name="connsiteY534" fmla="*/ 360363 h 1038646"/>
              <a:gd name="connsiteX535" fmla="*/ 2773597 w 2961114"/>
              <a:gd name="connsiteY535" fmla="*/ 317944 h 1038646"/>
              <a:gd name="connsiteX536" fmla="*/ 2685822 w 2961114"/>
              <a:gd name="connsiteY536" fmla="*/ 360363 h 1038646"/>
              <a:gd name="connsiteX537" fmla="*/ 2585840 w 2961114"/>
              <a:gd name="connsiteY537" fmla="*/ 408011 h 1038646"/>
              <a:gd name="connsiteX538" fmla="*/ 2485985 w 2961114"/>
              <a:gd name="connsiteY538" fmla="*/ 360363 h 1038646"/>
              <a:gd name="connsiteX539" fmla="*/ 2398323 w 2961114"/>
              <a:gd name="connsiteY539" fmla="*/ 317944 h 1038646"/>
              <a:gd name="connsiteX540" fmla="*/ 2310660 w 2961114"/>
              <a:gd name="connsiteY540" fmla="*/ 360363 h 1038646"/>
              <a:gd name="connsiteX541" fmla="*/ 2210806 w 2961114"/>
              <a:gd name="connsiteY541" fmla="*/ 408011 h 1038646"/>
              <a:gd name="connsiteX542" fmla="*/ 2110953 w 2961114"/>
              <a:gd name="connsiteY542" fmla="*/ 360363 h 1038646"/>
              <a:gd name="connsiteX543" fmla="*/ 2023289 w 2961114"/>
              <a:gd name="connsiteY543" fmla="*/ 317944 h 1038646"/>
              <a:gd name="connsiteX544" fmla="*/ 1936095 w 2961114"/>
              <a:gd name="connsiteY544" fmla="*/ 360363 h 1038646"/>
              <a:gd name="connsiteX545" fmla="*/ 1835532 w 2961114"/>
              <a:gd name="connsiteY545" fmla="*/ 408011 h 1038646"/>
              <a:gd name="connsiteX546" fmla="*/ 1735678 w 2961114"/>
              <a:gd name="connsiteY546" fmla="*/ 360363 h 1038646"/>
              <a:gd name="connsiteX547" fmla="*/ 1648015 w 2961114"/>
              <a:gd name="connsiteY547" fmla="*/ 317944 h 1038646"/>
              <a:gd name="connsiteX548" fmla="*/ 1560933 w 2961114"/>
              <a:gd name="connsiteY548" fmla="*/ 360363 h 1038646"/>
              <a:gd name="connsiteX549" fmla="*/ 1460498 w 2961114"/>
              <a:gd name="connsiteY549" fmla="*/ 408011 h 1038646"/>
              <a:gd name="connsiteX550" fmla="*/ 1360645 w 2961114"/>
              <a:gd name="connsiteY550" fmla="*/ 360363 h 1038646"/>
              <a:gd name="connsiteX551" fmla="*/ 1272981 w 2961114"/>
              <a:gd name="connsiteY551" fmla="*/ 317944 h 1038646"/>
              <a:gd name="connsiteX552" fmla="*/ 1185788 w 2961114"/>
              <a:gd name="connsiteY552" fmla="*/ 360363 h 1038646"/>
              <a:gd name="connsiteX553" fmla="*/ 1085224 w 2961114"/>
              <a:gd name="connsiteY553" fmla="*/ 408011 h 1038646"/>
              <a:gd name="connsiteX554" fmla="*/ 985370 w 2961114"/>
              <a:gd name="connsiteY554" fmla="*/ 360363 h 1038646"/>
              <a:gd name="connsiteX555" fmla="*/ 897707 w 2961114"/>
              <a:gd name="connsiteY555" fmla="*/ 317944 h 1038646"/>
              <a:gd name="connsiteX556" fmla="*/ 810626 w 2961114"/>
              <a:gd name="connsiteY556" fmla="*/ 360363 h 1038646"/>
              <a:gd name="connsiteX557" fmla="*/ 710190 w 2961114"/>
              <a:gd name="connsiteY557" fmla="*/ 408011 h 1038646"/>
              <a:gd name="connsiteX558" fmla="*/ 610337 w 2961114"/>
              <a:gd name="connsiteY558" fmla="*/ 360363 h 1038646"/>
              <a:gd name="connsiteX559" fmla="*/ 522674 w 2961114"/>
              <a:gd name="connsiteY559" fmla="*/ 317944 h 1038646"/>
              <a:gd name="connsiteX560" fmla="*/ 435480 w 2961114"/>
              <a:gd name="connsiteY560" fmla="*/ 360363 h 1038646"/>
              <a:gd name="connsiteX561" fmla="*/ 334917 w 2961114"/>
              <a:gd name="connsiteY561" fmla="*/ 408011 h 1038646"/>
              <a:gd name="connsiteX562" fmla="*/ 235062 w 2961114"/>
              <a:gd name="connsiteY562" fmla="*/ 360363 h 1038646"/>
              <a:gd name="connsiteX563" fmla="*/ 147400 w 2961114"/>
              <a:gd name="connsiteY563" fmla="*/ 317944 h 1038646"/>
              <a:gd name="connsiteX564" fmla="*/ 60318 w 2961114"/>
              <a:gd name="connsiteY564" fmla="*/ 360363 h 1038646"/>
              <a:gd name="connsiteX565" fmla="*/ 20333 w 2961114"/>
              <a:gd name="connsiteY565" fmla="*/ 392685 h 1038646"/>
              <a:gd name="connsiteX566" fmla="*/ 0 w 2961114"/>
              <a:gd name="connsiteY566" fmla="*/ 401161 h 1038646"/>
              <a:gd name="connsiteX567" fmla="*/ 0 w 2961114"/>
              <a:gd name="connsiteY567" fmla="*/ 381776 h 1038646"/>
              <a:gd name="connsiteX568" fmla="*/ 11334 w 2961114"/>
              <a:gd name="connsiteY568" fmla="*/ 377069 h 1038646"/>
              <a:gd name="connsiteX569" fmla="*/ 47546 w 2961114"/>
              <a:gd name="connsiteY569" fmla="*/ 347579 h 1038646"/>
              <a:gd name="connsiteX570" fmla="*/ 147400 w 2961114"/>
              <a:gd name="connsiteY570" fmla="*/ 299931 h 1038646"/>
              <a:gd name="connsiteX571" fmla="*/ 147400 w 2961114"/>
              <a:gd name="connsiteY571" fmla="*/ 200515 h 1038646"/>
              <a:gd name="connsiteX572" fmla="*/ 247834 w 2961114"/>
              <a:gd name="connsiteY572" fmla="*/ 247521 h 1038646"/>
              <a:gd name="connsiteX573" fmla="*/ 334917 w 2961114"/>
              <a:gd name="connsiteY573" fmla="*/ 289884 h 1038646"/>
              <a:gd name="connsiteX574" fmla="*/ 422692 w 2961114"/>
              <a:gd name="connsiteY574" fmla="*/ 247521 h 1038646"/>
              <a:gd name="connsiteX575" fmla="*/ 522674 w 2961114"/>
              <a:gd name="connsiteY575" fmla="*/ 200515 h 1038646"/>
              <a:gd name="connsiteX576" fmla="*/ 623109 w 2961114"/>
              <a:gd name="connsiteY576" fmla="*/ 247521 h 1038646"/>
              <a:gd name="connsiteX577" fmla="*/ 710190 w 2961114"/>
              <a:gd name="connsiteY577" fmla="*/ 289884 h 1038646"/>
              <a:gd name="connsiteX578" fmla="*/ 797854 w 2961114"/>
              <a:gd name="connsiteY578" fmla="*/ 247521 h 1038646"/>
              <a:gd name="connsiteX579" fmla="*/ 897707 w 2961114"/>
              <a:gd name="connsiteY579" fmla="*/ 200515 h 1038646"/>
              <a:gd name="connsiteX580" fmla="*/ 998141 w 2961114"/>
              <a:gd name="connsiteY580" fmla="*/ 247521 h 1038646"/>
              <a:gd name="connsiteX581" fmla="*/ 1085224 w 2961114"/>
              <a:gd name="connsiteY581" fmla="*/ 289884 h 1038646"/>
              <a:gd name="connsiteX582" fmla="*/ 1173000 w 2961114"/>
              <a:gd name="connsiteY582" fmla="*/ 247521 h 1038646"/>
              <a:gd name="connsiteX583" fmla="*/ 1272981 w 2961114"/>
              <a:gd name="connsiteY583" fmla="*/ 200515 h 1038646"/>
              <a:gd name="connsiteX584" fmla="*/ 1373416 w 2961114"/>
              <a:gd name="connsiteY584" fmla="*/ 247521 h 1038646"/>
              <a:gd name="connsiteX585" fmla="*/ 1460498 w 2961114"/>
              <a:gd name="connsiteY585" fmla="*/ 289884 h 1038646"/>
              <a:gd name="connsiteX586" fmla="*/ 1548162 w 2961114"/>
              <a:gd name="connsiteY586" fmla="*/ 247521 h 1038646"/>
              <a:gd name="connsiteX587" fmla="*/ 1648015 w 2961114"/>
              <a:gd name="connsiteY587" fmla="*/ 200515 h 1038646"/>
              <a:gd name="connsiteX588" fmla="*/ 1748449 w 2961114"/>
              <a:gd name="connsiteY588" fmla="*/ 247521 h 1038646"/>
              <a:gd name="connsiteX589" fmla="*/ 1835532 w 2961114"/>
              <a:gd name="connsiteY589" fmla="*/ 289884 h 1038646"/>
              <a:gd name="connsiteX590" fmla="*/ 1923307 w 2961114"/>
              <a:gd name="connsiteY590" fmla="*/ 247521 h 1038646"/>
              <a:gd name="connsiteX591" fmla="*/ 2023289 w 2961114"/>
              <a:gd name="connsiteY591" fmla="*/ 200515 h 1038646"/>
              <a:gd name="connsiteX592" fmla="*/ 2123724 w 2961114"/>
              <a:gd name="connsiteY592" fmla="*/ 247521 h 1038646"/>
              <a:gd name="connsiteX593" fmla="*/ 2210806 w 2961114"/>
              <a:gd name="connsiteY593" fmla="*/ 289884 h 1038646"/>
              <a:gd name="connsiteX594" fmla="*/ 2298469 w 2961114"/>
              <a:gd name="connsiteY594" fmla="*/ 247521 h 1038646"/>
              <a:gd name="connsiteX595" fmla="*/ 2398323 w 2961114"/>
              <a:gd name="connsiteY595" fmla="*/ 200515 h 1038646"/>
              <a:gd name="connsiteX596" fmla="*/ 2498177 w 2961114"/>
              <a:gd name="connsiteY596" fmla="*/ 247521 h 1038646"/>
              <a:gd name="connsiteX597" fmla="*/ 2585840 w 2961114"/>
              <a:gd name="connsiteY597" fmla="*/ 289884 h 1038646"/>
              <a:gd name="connsiteX598" fmla="*/ 2673615 w 2961114"/>
              <a:gd name="connsiteY598" fmla="*/ 247521 h 1038646"/>
              <a:gd name="connsiteX599" fmla="*/ 2773597 w 2961114"/>
              <a:gd name="connsiteY599" fmla="*/ 200515 h 1038646"/>
              <a:gd name="connsiteX600" fmla="*/ 2873451 w 2961114"/>
              <a:gd name="connsiteY600" fmla="*/ 247521 h 1038646"/>
              <a:gd name="connsiteX601" fmla="*/ 2961114 w 2961114"/>
              <a:gd name="connsiteY601" fmla="*/ 289884 h 1038646"/>
              <a:gd name="connsiteX602" fmla="*/ 2961114 w 2961114"/>
              <a:gd name="connsiteY602" fmla="*/ 307874 h 1038646"/>
              <a:gd name="connsiteX603" fmla="*/ 2861260 w 2961114"/>
              <a:gd name="connsiteY603" fmla="*/ 260869 h 1038646"/>
              <a:gd name="connsiteX604" fmla="*/ 2773597 w 2961114"/>
              <a:gd name="connsiteY604" fmla="*/ 218505 h 1038646"/>
              <a:gd name="connsiteX605" fmla="*/ 2685822 w 2961114"/>
              <a:gd name="connsiteY605" fmla="*/ 260869 h 1038646"/>
              <a:gd name="connsiteX606" fmla="*/ 2585840 w 2961114"/>
              <a:gd name="connsiteY606" fmla="*/ 307874 h 1038646"/>
              <a:gd name="connsiteX607" fmla="*/ 2485985 w 2961114"/>
              <a:gd name="connsiteY607" fmla="*/ 260869 h 1038646"/>
              <a:gd name="connsiteX608" fmla="*/ 2398323 w 2961114"/>
              <a:gd name="connsiteY608" fmla="*/ 218505 h 1038646"/>
              <a:gd name="connsiteX609" fmla="*/ 2310660 w 2961114"/>
              <a:gd name="connsiteY609" fmla="*/ 260869 h 1038646"/>
              <a:gd name="connsiteX610" fmla="*/ 2210806 w 2961114"/>
              <a:gd name="connsiteY610" fmla="*/ 307874 h 1038646"/>
              <a:gd name="connsiteX611" fmla="*/ 2110953 w 2961114"/>
              <a:gd name="connsiteY611" fmla="*/ 260869 h 1038646"/>
              <a:gd name="connsiteX612" fmla="*/ 2023289 w 2961114"/>
              <a:gd name="connsiteY612" fmla="*/ 218505 h 1038646"/>
              <a:gd name="connsiteX613" fmla="*/ 1936095 w 2961114"/>
              <a:gd name="connsiteY613" fmla="*/ 260869 h 1038646"/>
              <a:gd name="connsiteX614" fmla="*/ 1835532 w 2961114"/>
              <a:gd name="connsiteY614" fmla="*/ 307874 h 1038646"/>
              <a:gd name="connsiteX615" fmla="*/ 1735678 w 2961114"/>
              <a:gd name="connsiteY615" fmla="*/ 260869 h 1038646"/>
              <a:gd name="connsiteX616" fmla="*/ 1648015 w 2961114"/>
              <a:gd name="connsiteY616" fmla="*/ 218505 h 1038646"/>
              <a:gd name="connsiteX617" fmla="*/ 1560933 w 2961114"/>
              <a:gd name="connsiteY617" fmla="*/ 260869 h 1038646"/>
              <a:gd name="connsiteX618" fmla="*/ 1460498 w 2961114"/>
              <a:gd name="connsiteY618" fmla="*/ 307874 h 1038646"/>
              <a:gd name="connsiteX619" fmla="*/ 1360645 w 2961114"/>
              <a:gd name="connsiteY619" fmla="*/ 260869 h 1038646"/>
              <a:gd name="connsiteX620" fmla="*/ 1272981 w 2961114"/>
              <a:gd name="connsiteY620" fmla="*/ 218505 h 1038646"/>
              <a:gd name="connsiteX621" fmla="*/ 1185788 w 2961114"/>
              <a:gd name="connsiteY621" fmla="*/ 260869 h 1038646"/>
              <a:gd name="connsiteX622" fmla="*/ 1085224 w 2961114"/>
              <a:gd name="connsiteY622" fmla="*/ 307874 h 1038646"/>
              <a:gd name="connsiteX623" fmla="*/ 985370 w 2961114"/>
              <a:gd name="connsiteY623" fmla="*/ 260869 h 1038646"/>
              <a:gd name="connsiteX624" fmla="*/ 897707 w 2961114"/>
              <a:gd name="connsiteY624" fmla="*/ 218505 h 1038646"/>
              <a:gd name="connsiteX625" fmla="*/ 810626 w 2961114"/>
              <a:gd name="connsiteY625" fmla="*/ 260869 h 1038646"/>
              <a:gd name="connsiteX626" fmla="*/ 710190 w 2961114"/>
              <a:gd name="connsiteY626" fmla="*/ 307874 h 1038646"/>
              <a:gd name="connsiteX627" fmla="*/ 610337 w 2961114"/>
              <a:gd name="connsiteY627" fmla="*/ 260869 h 1038646"/>
              <a:gd name="connsiteX628" fmla="*/ 522674 w 2961114"/>
              <a:gd name="connsiteY628" fmla="*/ 218505 h 1038646"/>
              <a:gd name="connsiteX629" fmla="*/ 435480 w 2961114"/>
              <a:gd name="connsiteY629" fmla="*/ 260869 h 1038646"/>
              <a:gd name="connsiteX630" fmla="*/ 334917 w 2961114"/>
              <a:gd name="connsiteY630" fmla="*/ 307874 h 1038646"/>
              <a:gd name="connsiteX631" fmla="*/ 235062 w 2961114"/>
              <a:gd name="connsiteY631" fmla="*/ 260869 h 1038646"/>
              <a:gd name="connsiteX632" fmla="*/ 147400 w 2961114"/>
              <a:gd name="connsiteY632" fmla="*/ 218505 h 1038646"/>
              <a:gd name="connsiteX633" fmla="*/ 60318 w 2961114"/>
              <a:gd name="connsiteY633" fmla="*/ 260869 h 1038646"/>
              <a:gd name="connsiteX634" fmla="*/ 20333 w 2961114"/>
              <a:gd name="connsiteY634" fmla="*/ 292859 h 1038646"/>
              <a:gd name="connsiteX635" fmla="*/ 0 w 2961114"/>
              <a:gd name="connsiteY635" fmla="*/ 301170 h 1038646"/>
              <a:gd name="connsiteX636" fmla="*/ 0 w 2961114"/>
              <a:gd name="connsiteY636" fmla="*/ 279986 h 1038646"/>
              <a:gd name="connsiteX637" fmla="*/ 11334 w 2961114"/>
              <a:gd name="connsiteY637" fmla="*/ 277190 h 1038646"/>
              <a:gd name="connsiteX638" fmla="*/ 47546 w 2961114"/>
              <a:gd name="connsiteY638" fmla="*/ 247521 h 1038646"/>
              <a:gd name="connsiteX639" fmla="*/ 147400 w 2961114"/>
              <a:gd name="connsiteY639" fmla="*/ 200515 h 1038646"/>
              <a:gd name="connsiteX640" fmla="*/ 147400 w 2961114"/>
              <a:gd name="connsiteY640" fmla="*/ 99897 h 1038646"/>
              <a:gd name="connsiteX641" fmla="*/ 247834 w 2961114"/>
              <a:gd name="connsiteY641" fmla="*/ 147008 h 1038646"/>
              <a:gd name="connsiteX642" fmla="*/ 334917 w 2961114"/>
              <a:gd name="connsiteY642" fmla="*/ 189466 h 1038646"/>
              <a:gd name="connsiteX643" fmla="*/ 422692 w 2961114"/>
              <a:gd name="connsiteY643" fmla="*/ 147008 h 1038646"/>
              <a:gd name="connsiteX644" fmla="*/ 522674 w 2961114"/>
              <a:gd name="connsiteY644" fmla="*/ 99897 h 1038646"/>
              <a:gd name="connsiteX645" fmla="*/ 623109 w 2961114"/>
              <a:gd name="connsiteY645" fmla="*/ 147008 h 1038646"/>
              <a:gd name="connsiteX646" fmla="*/ 710190 w 2961114"/>
              <a:gd name="connsiteY646" fmla="*/ 189466 h 1038646"/>
              <a:gd name="connsiteX647" fmla="*/ 797854 w 2961114"/>
              <a:gd name="connsiteY647" fmla="*/ 147008 h 1038646"/>
              <a:gd name="connsiteX648" fmla="*/ 897707 w 2961114"/>
              <a:gd name="connsiteY648" fmla="*/ 99897 h 1038646"/>
              <a:gd name="connsiteX649" fmla="*/ 998141 w 2961114"/>
              <a:gd name="connsiteY649" fmla="*/ 147008 h 1038646"/>
              <a:gd name="connsiteX650" fmla="*/ 1085224 w 2961114"/>
              <a:gd name="connsiteY650" fmla="*/ 189466 h 1038646"/>
              <a:gd name="connsiteX651" fmla="*/ 1173000 w 2961114"/>
              <a:gd name="connsiteY651" fmla="*/ 147008 h 1038646"/>
              <a:gd name="connsiteX652" fmla="*/ 1272981 w 2961114"/>
              <a:gd name="connsiteY652" fmla="*/ 99897 h 1038646"/>
              <a:gd name="connsiteX653" fmla="*/ 1373416 w 2961114"/>
              <a:gd name="connsiteY653" fmla="*/ 147008 h 1038646"/>
              <a:gd name="connsiteX654" fmla="*/ 1460498 w 2961114"/>
              <a:gd name="connsiteY654" fmla="*/ 189466 h 1038646"/>
              <a:gd name="connsiteX655" fmla="*/ 1548162 w 2961114"/>
              <a:gd name="connsiteY655" fmla="*/ 147008 h 1038646"/>
              <a:gd name="connsiteX656" fmla="*/ 1648015 w 2961114"/>
              <a:gd name="connsiteY656" fmla="*/ 99897 h 1038646"/>
              <a:gd name="connsiteX657" fmla="*/ 1748449 w 2961114"/>
              <a:gd name="connsiteY657" fmla="*/ 147008 h 1038646"/>
              <a:gd name="connsiteX658" fmla="*/ 1835532 w 2961114"/>
              <a:gd name="connsiteY658" fmla="*/ 189466 h 1038646"/>
              <a:gd name="connsiteX659" fmla="*/ 1923307 w 2961114"/>
              <a:gd name="connsiteY659" fmla="*/ 147008 h 1038646"/>
              <a:gd name="connsiteX660" fmla="*/ 2023289 w 2961114"/>
              <a:gd name="connsiteY660" fmla="*/ 99897 h 1038646"/>
              <a:gd name="connsiteX661" fmla="*/ 2123724 w 2961114"/>
              <a:gd name="connsiteY661" fmla="*/ 147008 h 1038646"/>
              <a:gd name="connsiteX662" fmla="*/ 2210806 w 2961114"/>
              <a:gd name="connsiteY662" fmla="*/ 189466 h 1038646"/>
              <a:gd name="connsiteX663" fmla="*/ 2298469 w 2961114"/>
              <a:gd name="connsiteY663" fmla="*/ 147008 h 1038646"/>
              <a:gd name="connsiteX664" fmla="*/ 2398323 w 2961114"/>
              <a:gd name="connsiteY664" fmla="*/ 99897 h 1038646"/>
              <a:gd name="connsiteX665" fmla="*/ 2498177 w 2961114"/>
              <a:gd name="connsiteY665" fmla="*/ 147008 h 1038646"/>
              <a:gd name="connsiteX666" fmla="*/ 2585840 w 2961114"/>
              <a:gd name="connsiteY666" fmla="*/ 189466 h 1038646"/>
              <a:gd name="connsiteX667" fmla="*/ 2673615 w 2961114"/>
              <a:gd name="connsiteY667" fmla="*/ 147008 h 1038646"/>
              <a:gd name="connsiteX668" fmla="*/ 2773597 w 2961114"/>
              <a:gd name="connsiteY668" fmla="*/ 99897 h 1038646"/>
              <a:gd name="connsiteX669" fmla="*/ 2873451 w 2961114"/>
              <a:gd name="connsiteY669" fmla="*/ 147008 h 1038646"/>
              <a:gd name="connsiteX670" fmla="*/ 2961114 w 2961114"/>
              <a:gd name="connsiteY670" fmla="*/ 189466 h 1038646"/>
              <a:gd name="connsiteX671" fmla="*/ 2961114 w 2961114"/>
              <a:gd name="connsiteY671" fmla="*/ 207496 h 1038646"/>
              <a:gd name="connsiteX672" fmla="*/ 2861260 w 2961114"/>
              <a:gd name="connsiteY672" fmla="*/ 160385 h 1038646"/>
              <a:gd name="connsiteX673" fmla="*/ 2773597 w 2961114"/>
              <a:gd name="connsiteY673" fmla="*/ 117927 h 1038646"/>
              <a:gd name="connsiteX674" fmla="*/ 2685822 w 2961114"/>
              <a:gd name="connsiteY674" fmla="*/ 160385 h 1038646"/>
              <a:gd name="connsiteX675" fmla="*/ 2585840 w 2961114"/>
              <a:gd name="connsiteY675" fmla="*/ 207496 h 1038646"/>
              <a:gd name="connsiteX676" fmla="*/ 2485985 w 2961114"/>
              <a:gd name="connsiteY676" fmla="*/ 160385 h 1038646"/>
              <a:gd name="connsiteX677" fmla="*/ 2398323 w 2961114"/>
              <a:gd name="connsiteY677" fmla="*/ 117927 h 1038646"/>
              <a:gd name="connsiteX678" fmla="*/ 2310660 w 2961114"/>
              <a:gd name="connsiteY678" fmla="*/ 160385 h 1038646"/>
              <a:gd name="connsiteX679" fmla="*/ 2210806 w 2961114"/>
              <a:gd name="connsiteY679" fmla="*/ 207496 h 1038646"/>
              <a:gd name="connsiteX680" fmla="*/ 2110953 w 2961114"/>
              <a:gd name="connsiteY680" fmla="*/ 160385 h 1038646"/>
              <a:gd name="connsiteX681" fmla="*/ 2023289 w 2961114"/>
              <a:gd name="connsiteY681" fmla="*/ 117927 h 1038646"/>
              <a:gd name="connsiteX682" fmla="*/ 1936095 w 2961114"/>
              <a:gd name="connsiteY682" fmla="*/ 160385 h 1038646"/>
              <a:gd name="connsiteX683" fmla="*/ 1835532 w 2961114"/>
              <a:gd name="connsiteY683" fmla="*/ 207496 h 1038646"/>
              <a:gd name="connsiteX684" fmla="*/ 1735678 w 2961114"/>
              <a:gd name="connsiteY684" fmla="*/ 160385 h 1038646"/>
              <a:gd name="connsiteX685" fmla="*/ 1648015 w 2961114"/>
              <a:gd name="connsiteY685" fmla="*/ 117927 h 1038646"/>
              <a:gd name="connsiteX686" fmla="*/ 1560933 w 2961114"/>
              <a:gd name="connsiteY686" fmla="*/ 160385 h 1038646"/>
              <a:gd name="connsiteX687" fmla="*/ 1460498 w 2961114"/>
              <a:gd name="connsiteY687" fmla="*/ 207496 h 1038646"/>
              <a:gd name="connsiteX688" fmla="*/ 1360645 w 2961114"/>
              <a:gd name="connsiteY688" fmla="*/ 160385 h 1038646"/>
              <a:gd name="connsiteX689" fmla="*/ 1272981 w 2961114"/>
              <a:gd name="connsiteY689" fmla="*/ 117927 h 1038646"/>
              <a:gd name="connsiteX690" fmla="*/ 1185788 w 2961114"/>
              <a:gd name="connsiteY690" fmla="*/ 160385 h 1038646"/>
              <a:gd name="connsiteX691" fmla="*/ 1085224 w 2961114"/>
              <a:gd name="connsiteY691" fmla="*/ 207496 h 1038646"/>
              <a:gd name="connsiteX692" fmla="*/ 985370 w 2961114"/>
              <a:gd name="connsiteY692" fmla="*/ 160385 h 1038646"/>
              <a:gd name="connsiteX693" fmla="*/ 897707 w 2961114"/>
              <a:gd name="connsiteY693" fmla="*/ 117927 h 1038646"/>
              <a:gd name="connsiteX694" fmla="*/ 810626 w 2961114"/>
              <a:gd name="connsiteY694" fmla="*/ 160385 h 1038646"/>
              <a:gd name="connsiteX695" fmla="*/ 710190 w 2961114"/>
              <a:gd name="connsiteY695" fmla="*/ 207496 h 1038646"/>
              <a:gd name="connsiteX696" fmla="*/ 610337 w 2961114"/>
              <a:gd name="connsiteY696" fmla="*/ 160385 h 1038646"/>
              <a:gd name="connsiteX697" fmla="*/ 522674 w 2961114"/>
              <a:gd name="connsiteY697" fmla="*/ 117927 h 1038646"/>
              <a:gd name="connsiteX698" fmla="*/ 435480 w 2961114"/>
              <a:gd name="connsiteY698" fmla="*/ 160385 h 1038646"/>
              <a:gd name="connsiteX699" fmla="*/ 334917 w 2961114"/>
              <a:gd name="connsiteY699" fmla="*/ 207496 h 1038646"/>
              <a:gd name="connsiteX700" fmla="*/ 235062 w 2961114"/>
              <a:gd name="connsiteY700" fmla="*/ 160385 h 1038646"/>
              <a:gd name="connsiteX701" fmla="*/ 147400 w 2961114"/>
              <a:gd name="connsiteY701" fmla="*/ 117927 h 1038646"/>
              <a:gd name="connsiteX702" fmla="*/ 60318 w 2961114"/>
              <a:gd name="connsiteY702" fmla="*/ 160385 h 1038646"/>
              <a:gd name="connsiteX703" fmla="*/ 20333 w 2961114"/>
              <a:gd name="connsiteY703" fmla="*/ 192447 h 1038646"/>
              <a:gd name="connsiteX704" fmla="*/ 0 w 2961114"/>
              <a:gd name="connsiteY704" fmla="*/ 200777 h 1038646"/>
              <a:gd name="connsiteX705" fmla="*/ 0 w 2961114"/>
              <a:gd name="connsiteY705" fmla="*/ 179546 h 1038646"/>
              <a:gd name="connsiteX706" fmla="*/ 11334 w 2961114"/>
              <a:gd name="connsiteY706" fmla="*/ 176743 h 1038646"/>
              <a:gd name="connsiteX707" fmla="*/ 47546 w 2961114"/>
              <a:gd name="connsiteY707" fmla="*/ 147008 h 1038646"/>
              <a:gd name="connsiteX708" fmla="*/ 147400 w 2961114"/>
              <a:gd name="connsiteY708" fmla="*/ 99897 h 1038646"/>
              <a:gd name="connsiteX709" fmla="*/ 147400 w 2961114"/>
              <a:gd name="connsiteY709" fmla="*/ 0 h 1038646"/>
              <a:gd name="connsiteX710" fmla="*/ 247834 w 2961114"/>
              <a:gd name="connsiteY710" fmla="*/ 47649 h 1038646"/>
              <a:gd name="connsiteX711" fmla="*/ 334917 w 2961114"/>
              <a:gd name="connsiteY711" fmla="*/ 90068 h 1038646"/>
              <a:gd name="connsiteX712" fmla="*/ 422692 w 2961114"/>
              <a:gd name="connsiteY712" fmla="*/ 47649 h 1038646"/>
              <a:gd name="connsiteX713" fmla="*/ 522674 w 2961114"/>
              <a:gd name="connsiteY713" fmla="*/ 0 h 1038646"/>
              <a:gd name="connsiteX714" fmla="*/ 623109 w 2961114"/>
              <a:gd name="connsiteY714" fmla="*/ 47649 h 1038646"/>
              <a:gd name="connsiteX715" fmla="*/ 710190 w 2961114"/>
              <a:gd name="connsiteY715" fmla="*/ 90068 h 1038646"/>
              <a:gd name="connsiteX716" fmla="*/ 797854 w 2961114"/>
              <a:gd name="connsiteY716" fmla="*/ 47649 h 1038646"/>
              <a:gd name="connsiteX717" fmla="*/ 897707 w 2961114"/>
              <a:gd name="connsiteY717" fmla="*/ 0 h 1038646"/>
              <a:gd name="connsiteX718" fmla="*/ 998141 w 2961114"/>
              <a:gd name="connsiteY718" fmla="*/ 47649 h 1038646"/>
              <a:gd name="connsiteX719" fmla="*/ 1085224 w 2961114"/>
              <a:gd name="connsiteY719" fmla="*/ 90068 h 1038646"/>
              <a:gd name="connsiteX720" fmla="*/ 1173000 w 2961114"/>
              <a:gd name="connsiteY720" fmla="*/ 47649 h 1038646"/>
              <a:gd name="connsiteX721" fmla="*/ 1272981 w 2961114"/>
              <a:gd name="connsiteY721" fmla="*/ 0 h 1038646"/>
              <a:gd name="connsiteX722" fmla="*/ 1373416 w 2961114"/>
              <a:gd name="connsiteY722" fmla="*/ 47649 h 1038646"/>
              <a:gd name="connsiteX723" fmla="*/ 1460498 w 2961114"/>
              <a:gd name="connsiteY723" fmla="*/ 90068 h 1038646"/>
              <a:gd name="connsiteX724" fmla="*/ 1548162 w 2961114"/>
              <a:gd name="connsiteY724" fmla="*/ 47649 h 1038646"/>
              <a:gd name="connsiteX725" fmla="*/ 1648015 w 2961114"/>
              <a:gd name="connsiteY725" fmla="*/ 0 h 1038646"/>
              <a:gd name="connsiteX726" fmla="*/ 1748449 w 2961114"/>
              <a:gd name="connsiteY726" fmla="*/ 47649 h 1038646"/>
              <a:gd name="connsiteX727" fmla="*/ 1835532 w 2961114"/>
              <a:gd name="connsiteY727" fmla="*/ 90068 h 1038646"/>
              <a:gd name="connsiteX728" fmla="*/ 1923307 w 2961114"/>
              <a:gd name="connsiteY728" fmla="*/ 47649 h 1038646"/>
              <a:gd name="connsiteX729" fmla="*/ 2023289 w 2961114"/>
              <a:gd name="connsiteY729" fmla="*/ 0 h 1038646"/>
              <a:gd name="connsiteX730" fmla="*/ 2123724 w 2961114"/>
              <a:gd name="connsiteY730" fmla="*/ 47649 h 1038646"/>
              <a:gd name="connsiteX731" fmla="*/ 2210806 w 2961114"/>
              <a:gd name="connsiteY731" fmla="*/ 90068 h 1038646"/>
              <a:gd name="connsiteX732" fmla="*/ 2298469 w 2961114"/>
              <a:gd name="connsiteY732" fmla="*/ 47649 h 1038646"/>
              <a:gd name="connsiteX733" fmla="*/ 2398323 w 2961114"/>
              <a:gd name="connsiteY733" fmla="*/ 0 h 1038646"/>
              <a:gd name="connsiteX734" fmla="*/ 2498177 w 2961114"/>
              <a:gd name="connsiteY734" fmla="*/ 47649 h 1038646"/>
              <a:gd name="connsiteX735" fmla="*/ 2585840 w 2961114"/>
              <a:gd name="connsiteY735" fmla="*/ 90068 h 1038646"/>
              <a:gd name="connsiteX736" fmla="*/ 2673615 w 2961114"/>
              <a:gd name="connsiteY736" fmla="*/ 47649 h 1038646"/>
              <a:gd name="connsiteX737" fmla="*/ 2773597 w 2961114"/>
              <a:gd name="connsiteY737" fmla="*/ 0 h 1038646"/>
              <a:gd name="connsiteX738" fmla="*/ 2873451 w 2961114"/>
              <a:gd name="connsiteY738" fmla="*/ 47649 h 1038646"/>
              <a:gd name="connsiteX739" fmla="*/ 2961114 w 2961114"/>
              <a:gd name="connsiteY739" fmla="*/ 90068 h 1038646"/>
              <a:gd name="connsiteX740" fmla="*/ 2961114 w 2961114"/>
              <a:gd name="connsiteY740" fmla="*/ 108081 h 1038646"/>
              <a:gd name="connsiteX741" fmla="*/ 2861260 w 2961114"/>
              <a:gd name="connsiteY741" fmla="*/ 60433 h 1038646"/>
              <a:gd name="connsiteX742" fmla="*/ 2773597 w 2961114"/>
              <a:gd name="connsiteY742" fmla="*/ 18014 h 1038646"/>
              <a:gd name="connsiteX743" fmla="*/ 2685822 w 2961114"/>
              <a:gd name="connsiteY743" fmla="*/ 60433 h 1038646"/>
              <a:gd name="connsiteX744" fmla="*/ 2585840 w 2961114"/>
              <a:gd name="connsiteY744" fmla="*/ 108081 h 1038646"/>
              <a:gd name="connsiteX745" fmla="*/ 2485985 w 2961114"/>
              <a:gd name="connsiteY745" fmla="*/ 60433 h 1038646"/>
              <a:gd name="connsiteX746" fmla="*/ 2398323 w 2961114"/>
              <a:gd name="connsiteY746" fmla="*/ 18014 h 1038646"/>
              <a:gd name="connsiteX747" fmla="*/ 2310660 w 2961114"/>
              <a:gd name="connsiteY747" fmla="*/ 60433 h 1038646"/>
              <a:gd name="connsiteX748" fmla="*/ 2210806 w 2961114"/>
              <a:gd name="connsiteY748" fmla="*/ 108081 h 1038646"/>
              <a:gd name="connsiteX749" fmla="*/ 2110953 w 2961114"/>
              <a:gd name="connsiteY749" fmla="*/ 60433 h 1038646"/>
              <a:gd name="connsiteX750" fmla="*/ 2023289 w 2961114"/>
              <a:gd name="connsiteY750" fmla="*/ 18014 h 1038646"/>
              <a:gd name="connsiteX751" fmla="*/ 1936095 w 2961114"/>
              <a:gd name="connsiteY751" fmla="*/ 60433 h 1038646"/>
              <a:gd name="connsiteX752" fmla="*/ 1835532 w 2961114"/>
              <a:gd name="connsiteY752" fmla="*/ 108081 h 1038646"/>
              <a:gd name="connsiteX753" fmla="*/ 1735678 w 2961114"/>
              <a:gd name="connsiteY753" fmla="*/ 60433 h 1038646"/>
              <a:gd name="connsiteX754" fmla="*/ 1648015 w 2961114"/>
              <a:gd name="connsiteY754" fmla="*/ 18014 h 1038646"/>
              <a:gd name="connsiteX755" fmla="*/ 1560933 w 2961114"/>
              <a:gd name="connsiteY755" fmla="*/ 60433 h 1038646"/>
              <a:gd name="connsiteX756" fmla="*/ 1460498 w 2961114"/>
              <a:gd name="connsiteY756" fmla="*/ 108081 h 1038646"/>
              <a:gd name="connsiteX757" fmla="*/ 1360645 w 2961114"/>
              <a:gd name="connsiteY757" fmla="*/ 60433 h 1038646"/>
              <a:gd name="connsiteX758" fmla="*/ 1272981 w 2961114"/>
              <a:gd name="connsiteY758" fmla="*/ 18014 h 1038646"/>
              <a:gd name="connsiteX759" fmla="*/ 1185788 w 2961114"/>
              <a:gd name="connsiteY759" fmla="*/ 60433 h 1038646"/>
              <a:gd name="connsiteX760" fmla="*/ 1085224 w 2961114"/>
              <a:gd name="connsiteY760" fmla="*/ 108081 h 1038646"/>
              <a:gd name="connsiteX761" fmla="*/ 985370 w 2961114"/>
              <a:gd name="connsiteY761" fmla="*/ 60433 h 1038646"/>
              <a:gd name="connsiteX762" fmla="*/ 897707 w 2961114"/>
              <a:gd name="connsiteY762" fmla="*/ 18014 h 1038646"/>
              <a:gd name="connsiteX763" fmla="*/ 810626 w 2961114"/>
              <a:gd name="connsiteY763" fmla="*/ 60433 h 1038646"/>
              <a:gd name="connsiteX764" fmla="*/ 710190 w 2961114"/>
              <a:gd name="connsiteY764" fmla="*/ 108081 h 1038646"/>
              <a:gd name="connsiteX765" fmla="*/ 610337 w 2961114"/>
              <a:gd name="connsiteY765" fmla="*/ 60433 h 1038646"/>
              <a:gd name="connsiteX766" fmla="*/ 522674 w 2961114"/>
              <a:gd name="connsiteY766" fmla="*/ 18014 h 1038646"/>
              <a:gd name="connsiteX767" fmla="*/ 435480 w 2961114"/>
              <a:gd name="connsiteY767" fmla="*/ 60433 h 1038646"/>
              <a:gd name="connsiteX768" fmla="*/ 334917 w 2961114"/>
              <a:gd name="connsiteY768" fmla="*/ 108081 h 1038646"/>
              <a:gd name="connsiteX769" fmla="*/ 235062 w 2961114"/>
              <a:gd name="connsiteY769" fmla="*/ 60433 h 1038646"/>
              <a:gd name="connsiteX770" fmla="*/ 147400 w 2961114"/>
              <a:gd name="connsiteY770" fmla="*/ 18014 h 1038646"/>
              <a:gd name="connsiteX771" fmla="*/ 60318 w 2961114"/>
              <a:gd name="connsiteY771" fmla="*/ 60433 h 1038646"/>
              <a:gd name="connsiteX772" fmla="*/ 20333 w 2961114"/>
              <a:gd name="connsiteY772" fmla="*/ 92755 h 1038646"/>
              <a:gd name="connsiteX773" fmla="*/ 0 w 2961114"/>
              <a:gd name="connsiteY773" fmla="*/ 101231 h 1038646"/>
              <a:gd name="connsiteX774" fmla="*/ 0 w 2961114"/>
              <a:gd name="connsiteY774" fmla="*/ 81846 h 1038646"/>
              <a:gd name="connsiteX775" fmla="*/ 11334 w 2961114"/>
              <a:gd name="connsiteY775" fmla="*/ 77139 h 1038646"/>
              <a:gd name="connsiteX776" fmla="*/ 47546 w 2961114"/>
              <a:gd name="connsiteY776" fmla="*/ 47649 h 1038646"/>
              <a:gd name="connsiteX777" fmla="*/ 147400 w 2961114"/>
              <a:gd name="connsiteY777" fmla="*/ 0 h 1038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</a:cxnLst>
            <a:rect l="l" t="t" r="r" b="b"/>
            <a:pathLst>
              <a:path w="2961114" h="1038646">
                <a:moveTo>
                  <a:pt x="2773597" y="1000651"/>
                </a:moveTo>
                <a:cubicBezTo>
                  <a:pt x="2798851" y="1000651"/>
                  <a:pt x="2818009" y="1006758"/>
                  <a:pt x="2833756" y="1015701"/>
                </a:cubicBezTo>
                <a:lnTo>
                  <a:pt x="2862165" y="1038646"/>
                </a:lnTo>
                <a:lnTo>
                  <a:pt x="2833703" y="1038646"/>
                </a:lnTo>
                <a:lnTo>
                  <a:pt x="2824830" y="1031404"/>
                </a:lnTo>
                <a:cubicBezTo>
                  <a:pt x="2811187" y="1023625"/>
                  <a:pt x="2795077" y="1018681"/>
                  <a:pt x="2773597" y="1018681"/>
                </a:cubicBezTo>
                <a:cubicBezTo>
                  <a:pt x="2752089" y="1018681"/>
                  <a:pt x="2736104" y="1023625"/>
                  <a:pt x="2722516" y="1031404"/>
                </a:cubicBezTo>
                <a:lnTo>
                  <a:pt x="2713579" y="1038646"/>
                </a:lnTo>
                <a:lnTo>
                  <a:pt x="2685056" y="1038646"/>
                </a:lnTo>
                <a:lnTo>
                  <a:pt x="2713579" y="1015919"/>
                </a:lnTo>
                <a:cubicBezTo>
                  <a:pt x="2729274" y="1006904"/>
                  <a:pt x="2748311" y="1000651"/>
                  <a:pt x="2773597" y="1000651"/>
                </a:cubicBezTo>
                <a:close/>
                <a:moveTo>
                  <a:pt x="2398323" y="1000651"/>
                </a:moveTo>
                <a:cubicBezTo>
                  <a:pt x="2423577" y="1000651"/>
                  <a:pt x="2442735" y="1006758"/>
                  <a:pt x="2458482" y="1015701"/>
                </a:cubicBezTo>
                <a:lnTo>
                  <a:pt x="2486891" y="1038646"/>
                </a:lnTo>
                <a:lnTo>
                  <a:pt x="2458428" y="1038646"/>
                </a:lnTo>
                <a:lnTo>
                  <a:pt x="2449556" y="1031404"/>
                </a:lnTo>
                <a:cubicBezTo>
                  <a:pt x="2435914" y="1023625"/>
                  <a:pt x="2419804" y="1018681"/>
                  <a:pt x="2398323" y="1018681"/>
                </a:cubicBezTo>
                <a:cubicBezTo>
                  <a:pt x="2376843" y="1018681"/>
                  <a:pt x="2360878" y="1023625"/>
                  <a:pt x="2347307" y="1031404"/>
                </a:cubicBezTo>
                <a:lnTo>
                  <a:pt x="2338382" y="1038646"/>
                </a:lnTo>
                <a:lnTo>
                  <a:pt x="2309895" y="1038646"/>
                </a:lnTo>
                <a:lnTo>
                  <a:pt x="2338382" y="1015919"/>
                </a:lnTo>
                <a:cubicBezTo>
                  <a:pt x="2354057" y="1006904"/>
                  <a:pt x="2373070" y="1000651"/>
                  <a:pt x="2398323" y="1000651"/>
                </a:cubicBezTo>
                <a:close/>
                <a:moveTo>
                  <a:pt x="2023289" y="1000651"/>
                </a:moveTo>
                <a:cubicBezTo>
                  <a:pt x="2048543" y="1000651"/>
                  <a:pt x="2067701" y="1006758"/>
                  <a:pt x="2083521" y="1015701"/>
                </a:cubicBezTo>
                <a:lnTo>
                  <a:pt x="2112293" y="1038646"/>
                </a:lnTo>
                <a:lnTo>
                  <a:pt x="2083395" y="1038646"/>
                </a:lnTo>
                <a:lnTo>
                  <a:pt x="2074523" y="1031404"/>
                </a:lnTo>
                <a:cubicBezTo>
                  <a:pt x="2060880" y="1023625"/>
                  <a:pt x="2044770" y="1018681"/>
                  <a:pt x="2023289" y="1018681"/>
                </a:cubicBezTo>
                <a:cubicBezTo>
                  <a:pt x="2001781" y="1018681"/>
                  <a:pt x="1985796" y="1023625"/>
                  <a:pt x="1972281" y="1031404"/>
                </a:cubicBezTo>
                <a:lnTo>
                  <a:pt x="1963468" y="1038646"/>
                </a:lnTo>
                <a:lnTo>
                  <a:pt x="1934748" y="1038646"/>
                </a:lnTo>
                <a:lnTo>
                  <a:pt x="1963271" y="1015919"/>
                </a:lnTo>
                <a:cubicBezTo>
                  <a:pt x="1978966" y="1006904"/>
                  <a:pt x="1998003" y="1000651"/>
                  <a:pt x="2023289" y="1000651"/>
                </a:cubicBezTo>
                <a:close/>
                <a:moveTo>
                  <a:pt x="1648015" y="1000651"/>
                </a:moveTo>
                <a:cubicBezTo>
                  <a:pt x="1673269" y="1000651"/>
                  <a:pt x="1692427" y="1006758"/>
                  <a:pt x="1708247" y="1015701"/>
                </a:cubicBezTo>
                <a:lnTo>
                  <a:pt x="1737018" y="1038646"/>
                </a:lnTo>
                <a:lnTo>
                  <a:pt x="1708120" y="1038646"/>
                </a:lnTo>
                <a:lnTo>
                  <a:pt x="1699248" y="1031404"/>
                </a:lnTo>
                <a:cubicBezTo>
                  <a:pt x="1685606" y="1023625"/>
                  <a:pt x="1669496" y="1018681"/>
                  <a:pt x="1648015" y="1018681"/>
                </a:cubicBezTo>
                <a:cubicBezTo>
                  <a:pt x="1626535" y="1018681"/>
                  <a:pt x="1610570" y="1023625"/>
                  <a:pt x="1597073" y="1031404"/>
                </a:cubicBezTo>
                <a:lnTo>
                  <a:pt x="1588271" y="1038646"/>
                </a:lnTo>
                <a:lnTo>
                  <a:pt x="1559588" y="1038646"/>
                </a:lnTo>
                <a:lnTo>
                  <a:pt x="1588074" y="1015919"/>
                </a:lnTo>
                <a:cubicBezTo>
                  <a:pt x="1603749" y="1006904"/>
                  <a:pt x="1622762" y="1000651"/>
                  <a:pt x="1648015" y="1000651"/>
                </a:cubicBezTo>
                <a:close/>
                <a:moveTo>
                  <a:pt x="1272981" y="1000651"/>
                </a:moveTo>
                <a:cubicBezTo>
                  <a:pt x="1298526" y="1000651"/>
                  <a:pt x="1317684" y="1006758"/>
                  <a:pt x="1333431" y="1015701"/>
                </a:cubicBezTo>
                <a:lnTo>
                  <a:pt x="1362047" y="1038646"/>
                </a:lnTo>
                <a:lnTo>
                  <a:pt x="1333252" y="1038646"/>
                </a:lnTo>
                <a:lnTo>
                  <a:pt x="1324432" y="1031404"/>
                </a:lnTo>
                <a:cubicBezTo>
                  <a:pt x="1310862" y="1023625"/>
                  <a:pt x="1294752" y="1018681"/>
                  <a:pt x="1272981" y="1018681"/>
                </a:cubicBezTo>
                <a:cubicBezTo>
                  <a:pt x="1251474" y="1018681"/>
                  <a:pt x="1235488" y="1023625"/>
                  <a:pt x="1221973" y="1031404"/>
                </a:cubicBezTo>
                <a:lnTo>
                  <a:pt x="1213161" y="1038646"/>
                </a:lnTo>
                <a:lnTo>
                  <a:pt x="1184441" y="1038646"/>
                </a:lnTo>
                <a:lnTo>
                  <a:pt x="1212963" y="1015919"/>
                </a:lnTo>
                <a:cubicBezTo>
                  <a:pt x="1228658" y="1006904"/>
                  <a:pt x="1247695" y="1000651"/>
                  <a:pt x="1272981" y="1000651"/>
                </a:cubicBezTo>
                <a:close/>
                <a:moveTo>
                  <a:pt x="897707" y="1000651"/>
                </a:moveTo>
                <a:cubicBezTo>
                  <a:pt x="923251" y="1000651"/>
                  <a:pt x="942409" y="1006758"/>
                  <a:pt x="958156" y="1015701"/>
                </a:cubicBezTo>
                <a:lnTo>
                  <a:pt x="986772" y="1038646"/>
                </a:lnTo>
                <a:lnTo>
                  <a:pt x="957977" y="1038646"/>
                </a:lnTo>
                <a:lnTo>
                  <a:pt x="949158" y="1031404"/>
                </a:lnTo>
                <a:cubicBezTo>
                  <a:pt x="935588" y="1023625"/>
                  <a:pt x="919478" y="1018681"/>
                  <a:pt x="897707" y="1018681"/>
                </a:cubicBezTo>
                <a:cubicBezTo>
                  <a:pt x="876227" y="1018681"/>
                  <a:pt x="860262" y="1023625"/>
                  <a:pt x="846765" y="1031404"/>
                </a:cubicBezTo>
                <a:lnTo>
                  <a:pt x="837964" y="1038646"/>
                </a:lnTo>
                <a:lnTo>
                  <a:pt x="809280" y="1038646"/>
                </a:lnTo>
                <a:lnTo>
                  <a:pt x="837766" y="1015919"/>
                </a:lnTo>
                <a:cubicBezTo>
                  <a:pt x="853441" y="1006904"/>
                  <a:pt x="872454" y="1000651"/>
                  <a:pt x="897707" y="1000651"/>
                </a:cubicBezTo>
                <a:close/>
                <a:moveTo>
                  <a:pt x="522674" y="1000651"/>
                </a:moveTo>
                <a:cubicBezTo>
                  <a:pt x="548218" y="1000651"/>
                  <a:pt x="567376" y="1006758"/>
                  <a:pt x="583124" y="1015701"/>
                </a:cubicBezTo>
                <a:lnTo>
                  <a:pt x="611740" y="1038646"/>
                </a:lnTo>
                <a:lnTo>
                  <a:pt x="582944" y="1038646"/>
                </a:lnTo>
                <a:lnTo>
                  <a:pt x="574125" y="1031404"/>
                </a:lnTo>
                <a:cubicBezTo>
                  <a:pt x="560554" y="1023625"/>
                  <a:pt x="544444" y="1018681"/>
                  <a:pt x="522674" y="1018681"/>
                </a:cubicBezTo>
                <a:cubicBezTo>
                  <a:pt x="501166" y="1018681"/>
                  <a:pt x="485181" y="1023625"/>
                  <a:pt x="471666" y="1031404"/>
                </a:cubicBezTo>
                <a:lnTo>
                  <a:pt x="462853" y="1038646"/>
                </a:lnTo>
                <a:lnTo>
                  <a:pt x="434133" y="1038646"/>
                </a:lnTo>
                <a:lnTo>
                  <a:pt x="462656" y="1015919"/>
                </a:lnTo>
                <a:cubicBezTo>
                  <a:pt x="478350" y="1006904"/>
                  <a:pt x="497388" y="1000651"/>
                  <a:pt x="522674" y="1000651"/>
                </a:cubicBezTo>
                <a:close/>
                <a:moveTo>
                  <a:pt x="147400" y="1000651"/>
                </a:moveTo>
                <a:cubicBezTo>
                  <a:pt x="172944" y="1000651"/>
                  <a:pt x="192102" y="1006758"/>
                  <a:pt x="207849" y="1015701"/>
                </a:cubicBezTo>
                <a:lnTo>
                  <a:pt x="236465" y="1038646"/>
                </a:lnTo>
                <a:lnTo>
                  <a:pt x="207670" y="1038646"/>
                </a:lnTo>
                <a:lnTo>
                  <a:pt x="198851" y="1031404"/>
                </a:lnTo>
                <a:cubicBezTo>
                  <a:pt x="185281" y="1023625"/>
                  <a:pt x="169171" y="1018681"/>
                  <a:pt x="147400" y="1018681"/>
                </a:cubicBezTo>
                <a:cubicBezTo>
                  <a:pt x="125920" y="1018681"/>
                  <a:pt x="109955" y="1023625"/>
                  <a:pt x="96457" y="1031404"/>
                </a:cubicBezTo>
                <a:lnTo>
                  <a:pt x="87656" y="1038646"/>
                </a:lnTo>
                <a:lnTo>
                  <a:pt x="58972" y="1038646"/>
                </a:lnTo>
                <a:lnTo>
                  <a:pt x="87458" y="1015919"/>
                </a:lnTo>
                <a:cubicBezTo>
                  <a:pt x="103133" y="1006904"/>
                  <a:pt x="122146" y="1000651"/>
                  <a:pt x="147400" y="1000651"/>
                </a:cubicBezTo>
                <a:close/>
                <a:moveTo>
                  <a:pt x="147400" y="900273"/>
                </a:moveTo>
                <a:cubicBezTo>
                  <a:pt x="198488" y="900273"/>
                  <a:pt x="224032" y="924647"/>
                  <a:pt x="247834" y="947279"/>
                </a:cubicBezTo>
                <a:cubicBezTo>
                  <a:pt x="271056" y="969911"/>
                  <a:pt x="291956" y="989642"/>
                  <a:pt x="334917" y="989642"/>
                </a:cubicBezTo>
                <a:cubicBezTo>
                  <a:pt x="378513" y="989642"/>
                  <a:pt x="399440" y="969911"/>
                  <a:pt x="422692" y="947279"/>
                </a:cubicBezTo>
                <a:cubicBezTo>
                  <a:pt x="446525" y="924647"/>
                  <a:pt x="472101" y="900273"/>
                  <a:pt x="522674" y="900273"/>
                </a:cubicBezTo>
                <a:cubicBezTo>
                  <a:pt x="573762" y="900273"/>
                  <a:pt x="599306" y="924647"/>
                  <a:pt x="623109" y="947279"/>
                </a:cubicBezTo>
                <a:cubicBezTo>
                  <a:pt x="646331" y="969911"/>
                  <a:pt x="667230" y="989642"/>
                  <a:pt x="710190" y="989642"/>
                </a:cubicBezTo>
                <a:cubicBezTo>
                  <a:pt x="753731" y="989642"/>
                  <a:pt x="774632" y="969911"/>
                  <a:pt x="797854" y="947279"/>
                </a:cubicBezTo>
                <a:cubicBezTo>
                  <a:pt x="821656" y="924647"/>
                  <a:pt x="847200" y="900273"/>
                  <a:pt x="897707" y="900273"/>
                </a:cubicBezTo>
                <a:cubicBezTo>
                  <a:pt x="948795" y="900273"/>
                  <a:pt x="974339" y="924647"/>
                  <a:pt x="998141" y="947279"/>
                </a:cubicBezTo>
                <a:cubicBezTo>
                  <a:pt x="1021364" y="969911"/>
                  <a:pt x="1042264" y="989642"/>
                  <a:pt x="1085224" y="989642"/>
                </a:cubicBezTo>
                <a:cubicBezTo>
                  <a:pt x="1128821" y="989642"/>
                  <a:pt x="1149748" y="969911"/>
                  <a:pt x="1173000" y="947279"/>
                </a:cubicBezTo>
                <a:cubicBezTo>
                  <a:pt x="1196833" y="924647"/>
                  <a:pt x="1222409" y="900273"/>
                  <a:pt x="1272981" y="900273"/>
                </a:cubicBezTo>
                <a:cubicBezTo>
                  <a:pt x="1324070" y="900273"/>
                  <a:pt x="1349614" y="924647"/>
                  <a:pt x="1373416" y="947279"/>
                </a:cubicBezTo>
                <a:cubicBezTo>
                  <a:pt x="1396639" y="969911"/>
                  <a:pt x="1417538" y="989642"/>
                  <a:pt x="1460498" y="989642"/>
                </a:cubicBezTo>
                <a:cubicBezTo>
                  <a:pt x="1503459" y="989642"/>
                  <a:pt x="1524939" y="969911"/>
                  <a:pt x="1548162" y="947279"/>
                </a:cubicBezTo>
                <a:cubicBezTo>
                  <a:pt x="1571964" y="924647"/>
                  <a:pt x="1597508" y="900273"/>
                  <a:pt x="1648015" y="900273"/>
                </a:cubicBezTo>
                <a:cubicBezTo>
                  <a:pt x="1698523" y="900273"/>
                  <a:pt x="1724647" y="924647"/>
                  <a:pt x="1748449" y="947279"/>
                </a:cubicBezTo>
                <a:cubicBezTo>
                  <a:pt x="1771672" y="969911"/>
                  <a:pt x="1792572" y="989642"/>
                  <a:pt x="1835532" y="989642"/>
                </a:cubicBezTo>
                <a:cubicBezTo>
                  <a:pt x="1878548" y="989642"/>
                  <a:pt x="1900055" y="969911"/>
                  <a:pt x="1923307" y="947279"/>
                </a:cubicBezTo>
                <a:cubicBezTo>
                  <a:pt x="1947141" y="924647"/>
                  <a:pt x="1972717" y="900273"/>
                  <a:pt x="2023289" y="900273"/>
                </a:cubicBezTo>
                <a:cubicBezTo>
                  <a:pt x="2073797" y="900273"/>
                  <a:pt x="2099922" y="924647"/>
                  <a:pt x="2123724" y="947279"/>
                </a:cubicBezTo>
                <a:cubicBezTo>
                  <a:pt x="2146947" y="969911"/>
                  <a:pt x="2167846" y="989642"/>
                  <a:pt x="2210806" y="989642"/>
                </a:cubicBezTo>
                <a:cubicBezTo>
                  <a:pt x="2253767" y="989642"/>
                  <a:pt x="2275247" y="969911"/>
                  <a:pt x="2298469" y="947279"/>
                </a:cubicBezTo>
                <a:cubicBezTo>
                  <a:pt x="2322272" y="924647"/>
                  <a:pt x="2347816" y="900273"/>
                  <a:pt x="2398323" y="900273"/>
                </a:cubicBezTo>
                <a:cubicBezTo>
                  <a:pt x="2448831" y="900273"/>
                  <a:pt x="2474955" y="924647"/>
                  <a:pt x="2498177" y="947279"/>
                </a:cubicBezTo>
                <a:cubicBezTo>
                  <a:pt x="2521979" y="969911"/>
                  <a:pt x="2542880" y="989642"/>
                  <a:pt x="2585840" y="989642"/>
                </a:cubicBezTo>
                <a:cubicBezTo>
                  <a:pt x="2628856" y="989642"/>
                  <a:pt x="2650363" y="969911"/>
                  <a:pt x="2673615" y="947279"/>
                </a:cubicBezTo>
                <a:cubicBezTo>
                  <a:pt x="2697449" y="924647"/>
                  <a:pt x="2723025" y="900273"/>
                  <a:pt x="2773597" y="900273"/>
                </a:cubicBezTo>
                <a:cubicBezTo>
                  <a:pt x="2824104" y="900273"/>
                  <a:pt x="2850230" y="924647"/>
                  <a:pt x="2873451" y="947279"/>
                </a:cubicBezTo>
                <a:cubicBezTo>
                  <a:pt x="2897254" y="969911"/>
                  <a:pt x="2918153" y="989642"/>
                  <a:pt x="2961114" y="989642"/>
                </a:cubicBezTo>
                <a:lnTo>
                  <a:pt x="2961114" y="1007632"/>
                </a:lnTo>
                <a:cubicBezTo>
                  <a:pt x="2910606" y="1007632"/>
                  <a:pt x="2885063" y="982678"/>
                  <a:pt x="2861260" y="960626"/>
                </a:cubicBezTo>
                <a:cubicBezTo>
                  <a:pt x="2838038" y="937994"/>
                  <a:pt x="2816557" y="918263"/>
                  <a:pt x="2773597" y="918263"/>
                </a:cubicBezTo>
                <a:cubicBezTo>
                  <a:pt x="2730581" y="918263"/>
                  <a:pt x="2709655" y="937994"/>
                  <a:pt x="2685822" y="960626"/>
                </a:cubicBezTo>
                <a:cubicBezTo>
                  <a:pt x="2662570" y="983259"/>
                  <a:pt x="2636412" y="1007632"/>
                  <a:pt x="2585840" y="1007632"/>
                </a:cubicBezTo>
                <a:cubicBezTo>
                  <a:pt x="2535333" y="1007632"/>
                  <a:pt x="2509789" y="982678"/>
                  <a:pt x="2485985" y="960626"/>
                </a:cubicBezTo>
                <a:cubicBezTo>
                  <a:pt x="2462763" y="937994"/>
                  <a:pt x="2441284" y="918263"/>
                  <a:pt x="2398323" y="918263"/>
                </a:cubicBezTo>
                <a:cubicBezTo>
                  <a:pt x="2355363" y="918263"/>
                  <a:pt x="2334462" y="937994"/>
                  <a:pt x="2310660" y="960626"/>
                </a:cubicBezTo>
                <a:cubicBezTo>
                  <a:pt x="2287438" y="983259"/>
                  <a:pt x="2261314" y="1007632"/>
                  <a:pt x="2210806" y="1007632"/>
                </a:cubicBezTo>
                <a:cubicBezTo>
                  <a:pt x="2160299" y="1007632"/>
                  <a:pt x="2134755" y="982678"/>
                  <a:pt x="2110953" y="960626"/>
                </a:cubicBezTo>
                <a:cubicBezTo>
                  <a:pt x="2087730" y="937994"/>
                  <a:pt x="2066250" y="918263"/>
                  <a:pt x="2023289" y="918263"/>
                </a:cubicBezTo>
                <a:cubicBezTo>
                  <a:pt x="1980273" y="918263"/>
                  <a:pt x="1959347" y="937994"/>
                  <a:pt x="1936095" y="960626"/>
                </a:cubicBezTo>
                <a:cubicBezTo>
                  <a:pt x="1912263" y="983259"/>
                  <a:pt x="1886104" y="1007632"/>
                  <a:pt x="1835532" y="1007632"/>
                </a:cubicBezTo>
                <a:cubicBezTo>
                  <a:pt x="1785025" y="1007632"/>
                  <a:pt x="1759481" y="982678"/>
                  <a:pt x="1735678" y="960626"/>
                </a:cubicBezTo>
                <a:cubicBezTo>
                  <a:pt x="1712455" y="937994"/>
                  <a:pt x="1690976" y="918263"/>
                  <a:pt x="1648015" y="918263"/>
                </a:cubicBezTo>
                <a:cubicBezTo>
                  <a:pt x="1605055" y="918263"/>
                  <a:pt x="1584156" y="937994"/>
                  <a:pt x="1560933" y="960626"/>
                </a:cubicBezTo>
                <a:cubicBezTo>
                  <a:pt x="1537130" y="983259"/>
                  <a:pt x="1511006" y="1007632"/>
                  <a:pt x="1460498" y="1007632"/>
                </a:cubicBezTo>
                <a:cubicBezTo>
                  <a:pt x="1409991" y="1007632"/>
                  <a:pt x="1384447" y="982678"/>
                  <a:pt x="1360645" y="960626"/>
                </a:cubicBezTo>
                <a:cubicBezTo>
                  <a:pt x="1337422" y="937994"/>
                  <a:pt x="1316522" y="918263"/>
                  <a:pt x="1272981" y="918263"/>
                </a:cubicBezTo>
                <a:cubicBezTo>
                  <a:pt x="1229966" y="918263"/>
                  <a:pt x="1209039" y="937994"/>
                  <a:pt x="1185788" y="960626"/>
                </a:cubicBezTo>
                <a:cubicBezTo>
                  <a:pt x="1161955" y="983259"/>
                  <a:pt x="1136378" y="1007632"/>
                  <a:pt x="1085224" y="1007632"/>
                </a:cubicBezTo>
                <a:cubicBezTo>
                  <a:pt x="1034717" y="1007632"/>
                  <a:pt x="1009173" y="982678"/>
                  <a:pt x="985370" y="960626"/>
                </a:cubicBezTo>
                <a:cubicBezTo>
                  <a:pt x="962147" y="937994"/>
                  <a:pt x="941248" y="918263"/>
                  <a:pt x="897707" y="918263"/>
                </a:cubicBezTo>
                <a:cubicBezTo>
                  <a:pt x="854747" y="918263"/>
                  <a:pt x="833848" y="937994"/>
                  <a:pt x="810626" y="960626"/>
                </a:cubicBezTo>
                <a:cubicBezTo>
                  <a:pt x="786822" y="983259"/>
                  <a:pt x="761278" y="1007632"/>
                  <a:pt x="710190" y="1007632"/>
                </a:cubicBezTo>
                <a:cubicBezTo>
                  <a:pt x="659683" y="1007632"/>
                  <a:pt x="634139" y="982678"/>
                  <a:pt x="610337" y="960626"/>
                </a:cubicBezTo>
                <a:cubicBezTo>
                  <a:pt x="587115" y="937994"/>
                  <a:pt x="566214" y="918263"/>
                  <a:pt x="522674" y="918263"/>
                </a:cubicBezTo>
                <a:cubicBezTo>
                  <a:pt x="479658" y="918263"/>
                  <a:pt x="458732" y="937994"/>
                  <a:pt x="435480" y="960626"/>
                </a:cubicBezTo>
                <a:cubicBezTo>
                  <a:pt x="411648" y="983259"/>
                  <a:pt x="386070" y="1007632"/>
                  <a:pt x="334917" y="1007632"/>
                </a:cubicBezTo>
                <a:cubicBezTo>
                  <a:pt x="284409" y="1007632"/>
                  <a:pt x="258865" y="982678"/>
                  <a:pt x="235062" y="960626"/>
                </a:cubicBezTo>
                <a:cubicBezTo>
                  <a:pt x="211841" y="937994"/>
                  <a:pt x="190941" y="918263"/>
                  <a:pt x="147400" y="918263"/>
                </a:cubicBezTo>
                <a:cubicBezTo>
                  <a:pt x="104439" y="918263"/>
                  <a:pt x="83540" y="937994"/>
                  <a:pt x="60318" y="960626"/>
                </a:cubicBezTo>
                <a:cubicBezTo>
                  <a:pt x="48417" y="971942"/>
                  <a:pt x="36080" y="983694"/>
                  <a:pt x="20333" y="992616"/>
                </a:cubicBezTo>
                <a:lnTo>
                  <a:pt x="0" y="1000928"/>
                </a:lnTo>
                <a:lnTo>
                  <a:pt x="0" y="979744"/>
                </a:lnTo>
                <a:lnTo>
                  <a:pt x="11334" y="976948"/>
                </a:lnTo>
                <a:cubicBezTo>
                  <a:pt x="24905" y="969186"/>
                  <a:pt x="35935" y="958595"/>
                  <a:pt x="47546" y="947279"/>
                </a:cubicBezTo>
                <a:cubicBezTo>
                  <a:pt x="71348" y="924647"/>
                  <a:pt x="96892" y="900273"/>
                  <a:pt x="147400" y="900273"/>
                </a:cubicBezTo>
                <a:close/>
                <a:moveTo>
                  <a:pt x="147400" y="800136"/>
                </a:moveTo>
                <a:cubicBezTo>
                  <a:pt x="198488" y="800136"/>
                  <a:pt x="224032" y="825122"/>
                  <a:pt x="247834" y="847784"/>
                </a:cubicBezTo>
                <a:cubicBezTo>
                  <a:pt x="271056" y="869865"/>
                  <a:pt x="291956" y="890203"/>
                  <a:pt x="334917" y="890203"/>
                </a:cubicBezTo>
                <a:cubicBezTo>
                  <a:pt x="378513" y="890203"/>
                  <a:pt x="399440" y="869865"/>
                  <a:pt x="422692" y="847784"/>
                </a:cubicBezTo>
                <a:cubicBezTo>
                  <a:pt x="446525" y="825122"/>
                  <a:pt x="472101" y="800136"/>
                  <a:pt x="522674" y="800136"/>
                </a:cubicBezTo>
                <a:cubicBezTo>
                  <a:pt x="573762" y="800136"/>
                  <a:pt x="599306" y="825122"/>
                  <a:pt x="623109" y="847784"/>
                </a:cubicBezTo>
                <a:cubicBezTo>
                  <a:pt x="646331" y="869865"/>
                  <a:pt x="667230" y="890203"/>
                  <a:pt x="710190" y="890203"/>
                </a:cubicBezTo>
                <a:cubicBezTo>
                  <a:pt x="753731" y="890203"/>
                  <a:pt x="774632" y="869865"/>
                  <a:pt x="797854" y="847784"/>
                </a:cubicBezTo>
                <a:cubicBezTo>
                  <a:pt x="821656" y="825122"/>
                  <a:pt x="847200" y="800136"/>
                  <a:pt x="897707" y="800136"/>
                </a:cubicBezTo>
                <a:cubicBezTo>
                  <a:pt x="948795" y="800136"/>
                  <a:pt x="974339" y="825122"/>
                  <a:pt x="998141" y="847784"/>
                </a:cubicBezTo>
                <a:cubicBezTo>
                  <a:pt x="1021364" y="869865"/>
                  <a:pt x="1042264" y="890203"/>
                  <a:pt x="1085224" y="890203"/>
                </a:cubicBezTo>
                <a:cubicBezTo>
                  <a:pt x="1128821" y="890203"/>
                  <a:pt x="1149748" y="869865"/>
                  <a:pt x="1173000" y="847784"/>
                </a:cubicBezTo>
                <a:cubicBezTo>
                  <a:pt x="1196833" y="825122"/>
                  <a:pt x="1222409" y="800136"/>
                  <a:pt x="1272981" y="800136"/>
                </a:cubicBezTo>
                <a:cubicBezTo>
                  <a:pt x="1324070" y="800136"/>
                  <a:pt x="1349614" y="825122"/>
                  <a:pt x="1373416" y="847784"/>
                </a:cubicBezTo>
                <a:cubicBezTo>
                  <a:pt x="1396639" y="869865"/>
                  <a:pt x="1417538" y="890203"/>
                  <a:pt x="1460498" y="890203"/>
                </a:cubicBezTo>
                <a:cubicBezTo>
                  <a:pt x="1503459" y="890203"/>
                  <a:pt x="1524939" y="869865"/>
                  <a:pt x="1548162" y="847784"/>
                </a:cubicBezTo>
                <a:cubicBezTo>
                  <a:pt x="1571964" y="825122"/>
                  <a:pt x="1597508" y="800136"/>
                  <a:pt x="1648015" y="800136"/>
                </a:cubicBezTo>
                <a:cubicBezTo>
                  <a:pt x="1698523" y="800136"/>
                  <a:pt x="1724647" y="825122"/>
                  <a:pt x="1748449" y="847784"/>
                </a:cubicBezTo>
                <a:cubicBezTo>
                  <a:pt x="1771672" y="869865"/>
                  <a:pt x="1792572" y="890203"/>
                  <a:pt x="1835532" y="890203"/>
                </a:cubicBezTo>
                <a:cubicBezTo>
                  <a:pt x="1878548" y="890203"/>
                  <a:pt x="1900055" y="869865"/>
                  <a:pt x="1923307" y="847784"/>
                </a:cubicBezTo>
                <a:cubicBezTo>
                  <a:pt x="1947141" y="825122"/>
                  <a:pt x="1972717" y="800136"/>
                  <a:pt x="2023289" y="800136"/>
                </a:cubicBezTo>
                <a:cubicBezTo>
                  <a:pt x="2073797" y="800136"/>
                  <a:pt x="2099922" y="825122"/>
                  <a:pt x="2123724" y="847784"/>
                </a:cubicBezTo>
                <a:cubicBezTo>
                  <a:pt x="2146947" y="869865"/>
                  <a:pt x="2167846" y="890203"/>
                  <a:pt x="2210806" y="890203"/>
                </a:cubicBezTo>
                <a:cubicBezTo>
                  <a:pt x="2253767" y="890203"/>
                  <a:pt x="2275247" y="869865"/>
                  <a:pt x="2298469" y="847784"/>
                </a:cubicBezTo>
                <a:cubicBezTo>
                  <a:pt x="2322272" y="825122"/>
                  <a:pt x="2347816" y="800136"/>
                  <a:pt x="2398323" y="800136"/>
                </a:cubicBezTo>
                <a:cubicBezTo>
                  <a:pt x="2448831" y="800136"/>
                  <a:pt x="2474955" y="825122"/>
                  <a:pt x="2498177" y="847784"/>
                </a:cubicBezTo>
                <a:cubicBezTo>
                  <a:pt x="2521979" y="869865"/>
                  <a:pt x="2542880" y="890203"/>
                  <a:pt x="2585840" y="890203"/>
                </a:cubicBezTo>
                <a:cubicBezTo>
                  <a:pt x="2628856" y="890203"/>
                  <a:pt x="2650363" y="869865"/>
                  <a:pt x="2673615" y="847784"/>
                </a:cubicBezTo>
                <a:cubicBezTo>
                  <a:pt x="2697449" y="825122"/>
                  <a:pt x="2723025" y="800136"/>
                  <a:pt x="2773597" y="800136"/>
                </a:cubicBezTo>
                <a:cubicBezTo>
                  <a:pt x="2824104" y="800136"/>
                  <a:pt x="2850230" y="825122"/>
                  <a:pt x="2873451" y="847784"/>
                </a:cubicBezTo>
                <a:cubicBezTo>
                  <a:pt x="2897254" y="869865"/>
                  <a:pt x="2918153" y="890203"/>
                  <a:pt x="2961114" y="890203"/>
                </a:cubicBezTo>
                <a:lnTo>
                  <a:pt x="2961114" y="908217"/>
                </a:lnTo>
                <a:cubicBezTo>
                  <a:pt x="2910606" y="908217"/>
                  <a:pt x="2885063" y="883230"/>
                  <a:pt x="2861260" y="860568"/>
                </a:cubicBezTo>
                <a:cubicBezTo>
                  <a:pt x="2838038" y="838487"/>
                  <a:pt x="2816557" y="818149"/>
                  <a:pt x="2773597" y="818149"/>
                </a:cubicBezTo>
                <a:cubicBezTo>
                  <a:pt x="2730581" y="818149"/>
                  <a:pt x="2709655" y="838487"/>
                  <a:pt x="2685822" y="860568"/>
                </a:cubicBezTo>
                <a:cubicBezTo>
                  <a:pt x="2662570" y="883230"/>
                  <a:pt x="2636412" y="908217"/>
                  <a:pt x="2585840" y="908217"/>
                </a:cubicBezTo>
                <a:cubicBezTo>
                  <a:pt x="2535333" y="908217"/>
                  <a:pt x="2509789" y="883230"/>
                  <a:pt x="2485985" y="860568"/>
                </a:cubicBezTo>
                <a:cubicBezTo>
                  <a:pt x="2462763" y="838487"/>
                  <a:pt x="2441284" y="818149"/>
                  <a:pt x="2398323" y="818149"/>
                </a:cubicBezTo>
                <a:cubicBezTo>
                  <a:pt x="2355363" y="818149"/>
                  <a:pt x="2334462" y="838487"/>
                  <a:pt x="2310660" y="860568"/>
                </a:cubicBezTo>
                <a:cubicBezTo>
                  <a:pt x="2287438" y="883230"/>
                  <a:pt x="2261314" y="908217"/>
                  <a:pt x="2210806" y="908217"/>
                </a:cubicBezTo>
                <a:cubicBezTo>
                  <a:pt x="2160299" y="908217"/>
                  <a:pt x="2134755" y="883230"/>
                  <a:pt x="2110953" y="860568"/>
                </a:cubicBezTo>
                <a:cubicBezTo>
                  <a:pt x="2087730" y="838487"/>
                  <a:pt x="2066250" y="818149"/>
                  <a:pt x="2023289" y="818149"/>
                </a:cubicBezTo>
                <a:cubicBezTo>
                  <a:pt x="1980273" y="818149"/>
                  <a:pt x="1959347" y="838487"/>
                  <a:pt x="1936095" y="860568"/>
                </a:cubicBezTo>
                <a:cubicBezTo>
                  <a:pt x="1912263" y="883230"/>
                  <a:pt x="1886104" y="908217"/>
                  <a:pt x="1835532" y="908217"/>
                </a:cubicBezTo>
                <a:cubicBezTo>
                  <a:pt x="1785025" y="908217"/>
                  <a:pt x="1759481" y="883230"/>
                  <a:pt x="1735678" y="860568"/>
                </a:cubicBezTo>
                <a:cubicBezTo>
                  <a:pt x="1712455" y="838487"/>
                  <a:pt x="1690976" y="818149"/>
                  <a:pt x="1648015" y="818149"/>
                </a:cubicBezTo>
                <a:cubicBezTo>
                  <a:pt x="1605055" y="818149"/>
                  <a:pt x="1584156" y="838487"/>
                  <a:pt x="1560933" y="860568"/>
                </a:cubicBezTo>
                <a:cubicBezTo>
                  <a:pt x="1537130" y="883230"/>
                  <a:pt x="1511006" y="908217"/>
                  <a:pt x="1460498" y="908217"/>
                </a:cubicBezTo>
                <a:cubicBezTo>
                  <a:pt x="1409991" y="908217"/>
                  <a:pt x="1384447" y="883230"/>
                  <a:pt x="1360645" y="860568"/>
                </a:cubicBezTo>
                <a:cubicBezTo>
                  <a:pt x="1337422" y="838487"/>
                  <a:pt x="1316522" y="818149"/>
                  <a:pt x="1272981" y="818149"/>
                </a:cubicBezTo>
                <a:cubicBezTo>
                  <a:pt x="1229966" y="818149"/>
                  <a:pt x="1209039" y="838487"/>
                  <a:pt x="1185788" y="860568"/>
                </a:cubicBezTo>
                <a:cubicBezTo>
                  <a:pt x="1161955" y="883230"/>
                  <a:pt x="1136378" y="908217"/>
                  <a:pt x="1085224" y="908217"/>
                </a:cubicBezTo>
                <a:cubicBezTo>
                  <a:pt x="1034717" y="908217"/>
                  <a:pt x="1009173" y="883230"/>
                  <a:pt x="985370" y="860568"/>
                </a:cubicBezTo>
                <a:cubicBezTo>
                  <a:pt x="962147" y="838487"/>
                  <a:pt x="941248" y="818149"/>
                  <a:pt x="897707" y="818149"/>
                </a:cubicBezTo>
                <a:cubicBezTo>
                  <a:pt x="854747" y="818149"/>
                  <a:pt x="833848" y="838487"/>
                  <a:pt x="810626" y="860568"/>
                </a:cubicBezTo>
                <a:cubicBezTo>
                  <a:pt x="786822" y="883230"/>
                  <a:pt x="761278" y="908217"/>
                  <a:pt x="710190" y="908217"/>
                </a:cubicBezTo>
                <a:cubicBezTo>
                  <a:pt x="659683" y="908217"/>
                  <a:pt x="634139" y="883230"/>
                  <a:pt x="610337" y="860568"/>
                </a:cubicBezTo>
                <a:cubicBezTo>
                  <a:pt x="587115" y="838487"/>
                  <a:pt x="566214" y="818149"/>
                  <a:pt x="522674" y="818149"/>
                </a:cubicBezTo>
                <a:cubicBezTo>
                  <a:pt x="479658" y="818149"/>
                  <a:pt x="458732" y="838487"/>
                  <a:pt x="435480" y="860568"/>
                </a:cubicBezTo>
                <a:cubicBezTo>
                  <a:pt x="411648" y="883230"/>
                  <a:pt x="386070" y="908217"/>
                  <a:pt x="334917" y="908217"/>
                </a:cubicBezTo>
                <a:cubicBezTo>
                  <a:pt x="284409" y="908217"/>
                  <a:pt x="258865" y="883230"/>
                  <a:pt x="235062" y="860568"/>
                </a:cubicBezTo>
                <a:cubicBezTo>
                  <a:pt x="211841" y="838487"/>
                  <a:pt x="190941" y="818149"/>
                  <a:pt x="147400" y="818149"/>
                </a:cubicBezTo>
                <a:cubicBezTo>
                  <a:pt x="104439" y="818149"/>
                  <a:pt x="83540" y="838487"/>
                  <a:pt x="60318" y="860568"/>
                </a:cubicBezTo>
                <a:cubicBezTo>
                  <a:pt x="48417" y="871899"/>
                  <a:pt x="36080" y="883811"/>
                  <a:pt x="20333" y="892891"/>
                </a:cubicBezTo>
                <a:lnTo>
                  <a:pt x="0" y="901366"/>
                </a:lnTo>
                <a:lnTo>
                  <a:pt x="0" y="881981"/>
                </a:lnTo>
                <a:lnTo>
                  <a:pt x="11334" y="877274"/>
                </a:lnTo>
                <a:cubicBezTo>
                  <a:pt x="24905" y="869429"/>
                  <a:pt x="35935" y="858825"/>
                  <a:pt x="47546" y="847784"/>
                </a:cubicBezTo>
                <a:cubicBezTo>
                  <a:pt x="71348" y="825122"/>
                  <a:pt x="96892" y="800136"/>
                  <a:pt x="147400" y="800136"/>
                </a:cubicBezTo>
                <a:close/>
                <a:moveTo>
                  <a:pt x="147400" y="700961"/>
                </a:moveTo>
                <a:cubicBezTo>
                  <a:pt x="198488" y="700961"/>
                  <a:pt x="224032" y="725335"/>
                  <a:pt x="247834" y="747967"/>
                </a:cubicBezTo>
                <a:cubicBezTo>
                  <a:pt x="271056" y="770599"/>
                  <a:pt x="291956" y="790330"/>
                  <a:pt x="334917" y="790330"/>
                </a:cubicBezTo>
                <a:cubicBezTo>
                  <a:pt x="378513" y="790330"/>
                  <a:pt x="399440" y="770599"/>
                  <a:pt x="422692" y="747967"/>
                </a:cubicBezTo>
                <a:cubicBezTo>
                  <a:pt x="446525" y="725335"/>
                  <a:pt x="472101" y="700961"/>
                  <a:pt x="522674" y="700961"/>
                </a:cubicBezTo>
                <a:cubicBezTo>
                  <a:pt x="573762" y="700961"/>
                  <a:pt x="599306" y="725335"/>
                  <a:pt x="623109" y="747967"/>
                </a:cubicBezTo>
                <a:cubicBezTo>
                  <a:pt x="646331" y="770599"/>
                  <a:pt x="667230" y="790330"/>
                  <a:pt x="710190" y="790330"/>
                </a:cubicBezTo>
                <a:cubicBezTo>
                  <a:pt x="753731" y="790330"/>
                  <a:pt x="774632" y="770599"/>
                  <a:pt x="797854" y="747967"/>
                </a:cubicBezTo>
                <a:cubicBezTo>
                  <a:pt x="821656" y="725335"/>
                  <a:pt x="847200" y="700961"/>
                  <a:pt x="897707" y="700961"/>
                </a:cubicBezTo>
                <a:cubicBezTo>
                  <a:pt x="948795" y="700961"/>
                  <a:pt x="974339" y="725335"/>
                  <a:pt x="998141" y="747967"/>
                </a:cubicBezTo>
                <a:cubicBezTo>
                  <a:pt x="1021364" y="770599"/>
                  <a:pt x="1042264" y="790330"/>
                  <a:pt x="1085224" y="790330"/>
                </a:cubicBezTo>
                <a:cubicBezTo>
                  <a:pt x="1128821" y="790330"/>
                  <a:pt x="1149748" y="770599"/>
                  <a:pt x="1173000" y="747967"/>
                </a:cubicBezTo>
                <a:cubicBezTo>
                  <a:pt x="1196833" y="725335"/>
                  <a:pt x="1222409" y="700961"/>
                  <a:pt x="1272981" y="700961"/>
                </a:cubicBezTo>
                <a:cubicBezTo>
                  <a:pt x="1324070" y="700961"/>
                  <a:pt x="1349614" y="725335"/>
                  <a:pt x="1373416" y="747967"/>
                </a:cubicBezTo>
                <a:cubicBezTo>
                  <a:pt x="1396639" y="770599"/>
                  <a:pt x="1417538" y="790330"/>
                  <a:pt x="1460498" y="790330"/>
                </a:cubicBezTo>
                <a:cubicBezTo>
                  <a:pt x="1503459" y="790330"/>
                  <a:pt x="1524939" y="770599"/>
                  <a:pt x="1548162" y="747967"/>
                </a:cubicBezTo>
                <a:cubicBezTo>
                  <a:pt x="1571964" y="725335"/>
                  <a:pt x="1597508" y="700961"/>
                  <a:pt x="1648015" y="700961"/>
                </a:cubicBezTo>
                <a:cubicBezTo>
                  <a:pt x="1698523" y="700961"/>
                  <a:pt x="1724647" y="725335"/>
                  <a:pt x="1748449" y="747967"/>
                </a:cubicBezTo>
                <a:cubicBezTo>
                  <a:pt x="1771672" y="770599"/>
                  <a:pt x="1792572" y="790330"/>
                  <a:pt x="1835532" y="790330"/>
                </a:cubicBezTo>
                <a:cubicBezTo>
                  <a:pt x="1878548" y="790330"/>
                  <a:pt x="1900055" y="770599"/>
                  <a:pt x="1923307" y="747967"/>
                </a:cubicBezTo>
                <a:cubicBezTo>
                  <a:pt x="1947141" y="725335"/>
                  <a:pt x="1972717" y="700961"/>
                  <a:pt x="2023289" y="700961"/>
                </a:cubicBezTo>
                <a:cubicBezTo>
                  <a:pt x="2073797" y="700961"/>
                  <a:pt x="2099922" y="725335"/>
                  <a:pt x="2123724" y="747967"/>
                </a:cubicBezTo>
                <a:cubicBezTo>
                  <a:pt x="2146947" y="770599"/>
                  <a:pt x="2167846" y="790330"/>
                  <a:pt x="2210806" y="790330"/>
                </a:cubicBezTo>
                <a:cubicBezTo>
                  <a:pt x="2253767" y="790330"/>
                  <a:pt x="2275247" y="770599"/>
                  <a:pt x="2298469" y="747967"/>
                </a:cubicBezTo>
                <a:cubicBezTo>
                  <a:pt x="2322272" y="725335"/>
                  <a:pt x="2347816" y="700961"/>
                  <a:pt x="2398323" y="700961"/>
                </a:cubicBezTo>
                <a:cubicBezTo>
                  <a:pt x="2448831" y="700961"/>
                  <a:pt x="2474955" y="725335"/>
                  <a:pt x="2498177" y="747967"/>
                </a:cubicBezTo>
                <a:cubicBezTo>
                  <a:pt x="2521979" y="770599"/>
                  <a:pt x="2542880" y="790330"/>
                  <a:pt x="2585840" y="790330"/>
                </a:cubicBezTo>
                <a:cubicBezTo>
                  <a:pt x="2628856" y="790330"/>
                  <a:pt x="2650363" y="770599"/>
                  <a:pt x="2673615" y="747967"/>
                </a:cubicBezTo>
                <a:cubicBezTo>
                  <a:pt x="2697449" y="725335"/>
                  <a:pt x="2723025" y="700961"/>
                  <a:pt x="2773597" y="700961"/>
                </a:cubicBezTo>
                <a:cubicBezTo>
                  <a:pt x="2824104" y="700961"/>
                  <a:pt x="2850230" y="725335"/>
                  <a:pt x="2873451" y="747967"/>
                </a:cubicBezTo>
                <a:cubicBezTo>
                  <a:pt x="2897254" y="770599"/>
                  <a:pt x="2918153" y="790330"/>
                  <a:pt x="2961114" y="790330"/>
                </a:cubicBezTo>
                <a:lnTo>
                  <a:pt x="2961114" y="808320"/>
                </a:lnTo>
                <a:cubicBezTo>
                  <a:pt x="2910606" y="808320"/>
                  <a:pt x="2885063" y="783367"/>
                  <a:pt x="2861260" y="761314"/>
                </a:cubicBezTo>
                <a:cubicBezTo>
                  <a:pt x="2838038" y="738682"/>
                  <a:pt x="2816557" y="718951"/>
                  <a:pt x="2773597" y="718951"/>
                </a:cubicBezTo>
                <a:cubicBezTo>
                  <a:pt x="2730581" y="718951"/>
                  <a:pt x="2709655" y="738682"/>
                  <a:pt x="2685822" y="761314"/>
                </a:cubicBezTo>
                <a:cubicBezTo>
                  <a:pt x="2662570" y="783367"/>
                  <a:pt x="2636412" y="808320"/>
                  <a:pt x="2585840" y="808320"/>
                </a:cubicBezTo>
                <a:cubicBezTo>
                  <a:pt x="2535333" y="808320"/>
                  <a:pt x="2509789" y="783367"/>
                  <a:pt x="2485985" y="761314"/>
                </a:cubicBezTo>
                <a:cubicBezTo>
                  <a:pt x="2462763" y="738682"/>
                  <a:pt x="2441284" y="718951"/>
                  <a:pt x="2398323" y="718951"/>
                </a:cubicBezTo>
                <a:cubicBezTo>
                  <a:pt x="2355363" y="718951"/>
                  <a:pt x="2334462" y="738682"/>
                  <a:pt x="2310660" y="761314"/>
                </a:cubicBezTo>
                <a:cubicBezTo>
                  <a:pt x="2287438" y="783367"/>
                  <a:pt x="2261314" y="808320"/>
                  <a:pt x="2210806" y="808320"/>
                </a:cubicBezTo>
                <a:cubicBezTo>
                  <a:pt x="2160299" y="808320"/>
                  <a:pt x="2134755" y="783367"/>
                  <a:pt x="2110953" y="761314"/>
                </a:cubicBezTo>
                <a:cubicBezTo>
                  <a:pt x="2087730" y="738682"/>
                  <a:pt x="2066250" y="718951"/>
                  <a:pt x="2023289" y="718951"/>
                </a:cubicBezTo>
                <a:cubicBezTo>
                  <a:pt x="1980273" y="718951"/>
                  <a:pt x="1959347" y="738682"/>
                  <a:pt x="1936095" y="761314"/>
                </a:cubicBezTo>
                <a:cubicBezTo>
                  <a:pt x="1912263" y="783367"/>
                  <a:pt x="1886104" y="808320"/>
                  <a:pt x="1835532" y="808320"/>
                </a:cubicBezTo>
                <a:cubicBezTo>
                  <a:pt x="1785025" y="808320"/>
                  <a:pt x="1759481" y="783367"/>
                  <a:pt x="1735678" y="761314"/>
                </a:cubicBezTo>
                <a:cubicBezTo>
                  <a:pt x="1712455" y="738682"/>
                  <a:pt x="1690976" y="718951"/>
                  <a:pt x="1648015" y="718951"/>
                </a:cubicBezTo>
                <a:cubicBezTo>
                  <a:pt x="1605055" y="718951"/>
                  <a:pt x="1584156" y="738682"/>
                  <a:pt x="1560933" y="761314"/>
                </a:cubicBezTo>
                <a:cubicBezTo>
                  <a:pt x="1537130" y="783367"/>
                  <a:pt x="1511006" y="808320"/>
                  <a:pt x="1460498" y="808320"/>
                </a:cubicBezTo>
                <a:cubicBezTo>
                  <a:pt x="1409991" y="808320"/>
                  <a:pt x="1384447" y="783367"/>
                  <a:pt x="1360645" y="761314"/>
                </a:cubicBezTo>
                <a:cubicBezTo>
                  <a:pt x="1337422" y="738682"/>
                  <a:pt x="1316522" y="718951"/>
                  <a:pt x="1272981" y="718951"/>
                </a:cubicBezTo>
                <a:cubicBezTo>
                  <a:pt x="1229966" y="718951"/>
                  <a:pt x="1209039" y="738682"/>
                  <a:pt x="1185788" y="761314"/>
                </a:cubicBezTo>
                <a:cubicBezTo>
                  <a:pt x="1161955" y="783367"/>
                  <a:pt x="1136378" y="808320"/>
                  <a:pt x="1085224" y="808320"/>
                </a:cubicBezTo>
                <a:cubicBezTo>
                  <a:pt x="1034717" y="808320"/>
                  <a:pt x="1009173" y="783367"/>
                  <a:pt x="985370" y="761314"/>
                </a:cubicBezTo>
                <a:cubicBezTo>
                  <a:pt x="962147" y="738682"/>
                  <a:pt x="941248" y="718951"/>
                  <a:pt x="897707" y="718951"/>
                </a:cubicBezTo>
                <a:cubicBezTo>
                  <a:pt x="854747" y="718951"/>
                  <a:pt x="833848" y="738682"/>
                  <a:pt x="810626" y="761314"/>
                </a:cubicBezTo>
                <a:cubicBezTo>
                  <a:pt x="786822" y="783367"/>
                  <a:pt x="761278" y="808320"/>
                  <a:pt x="710190" y="808320"/>
                </a:cubicBezTo>
                <a:cubicBezTo>
                  <a:pt x="659683" y="808320"/>
                  <a:pt x="634139" y="783367"/>
                  <a:pt x="610337" y="761314"/>
                </a:cubicBezTo>
                <a:cubicBezTo>
                  <a:pt x="587115" y="738682"/>
                  <a:pt x="566214" y="718951"/>
                  <a:pt x="522674" y="718951"/>
                </a:cubicBezTo>
                <a:cubicBezTo>
                  <a:pt x="479658" y="718951"/>
                  <a:pt x="458732" y="738682"/>
                  <a:pt x="435480" y="761314"/>
                </a:cubicBezTo>
                <a:cubicBezTo>
                  <a:pt x="411648" y="783367"/>
                  <a:pt x="386070" y="808320"/>
                  <a:pt x="334917" y="808320"/>
                </a:cubicBezTo>
                <a:cubicBezTo>
                  <a:pt x="284409" y="808320"/>
                  <a:pt x="258865" y="783367"/>
                  <a:pt x="235062" y="761314"/>
                </a:cubicBezTo>
                <a:cubicBezTo>
                  <a:pt x="211841" y="738682"/>
                  <a:pt x="190941" y="718951"/>
                  <a:pt x="147400" y="718951"/>
                </a:cubicBezTo>
                <a:cubicBezTo>
                  <a:pt x="104439" y="718951"/>
                  <a:pt x="83540" y="738682"/>
                  <a:pt x="60318" y="761314"/>
                </a:cubicBezTo>
                <a:cubicBezTo>
                  <a:pt x="48417" y="772340"/>
                  <a:pt x="36080" y="784092"/>
                  <a:pt x="20333" y="793087"/>
                </a:cubicBezTo>
                <a:lnTo>
                  <a:pt x="0" y="801503"/>
                </a:lnTo>
                <a:lnTo>
                  <a:pt x="0" y="780432"/>
                </a:lnTo>
                <a:lnTo>
                  <a:pt x="11334" y="777636"/>
                </a:lnTo>
                <a:cubicBezTo>
                  <a:pt x="24905" y="769874"/>
                  <a:pt x="35935" y="759283"/>
                  <a:pt x="47546" y="747967"/>
                </a:cubicBezTo>
                <a:cubicBezTo>
                  <a:pt x="71348" y="725335"/>
                  <a:pt x="96892" y="700961"/>
                  <a:pt x="147400" y="700961"/>
                </a:cubicBezTo>
                <a:close/>
                <a:moveTo>
                  <a:pt x="147400" y="600343"/>
                </a:moveTo>
                <a:cubicBezTo>
                  <a:pt x="198488" y="600343"/>
                  <a:pt x="224032" y="624716"/>
                  <a:pt x="247834" y="647348"/>
                </a:cubicBezTo>
                <a:cubicBezTo>
                  <a:pt x="271056" y="669981"/>
                  <a:pt x="291956" y="689712"/>
                  <a:pt x="334917" y="689712"/>
                </a:cubicBezTo>
                <a:cubicBezTo>
                  <a:pt x="378513" y="689712"/>
                  <a:pt x="399440" y="669400"/>
                  <a:pt x="422692" y="647348"/>
                </a:cubicBezTo>
                <a:cubicBezTo>
                  <a:pt x="446525" y="624716"/>
                  <a:pt x="472101" y="600343"/>
                  <a:pt x="522674" y="600343"/>
                </a:cubicBezTo>
                <a:cubicBezTo>
                  <a:pt x="573762" y="600343"/>
                  <a:pt x="599306" y="624716"/>
                  <a:pt x="623109" y="647348"/>
                </a:cubicBezTo>
                <a:cubicBezTo>
                  <a:pt x="646331" y="669981"/>
                  <a:pt x="667230" y="689712"/>
                  <a:pt x="710190" y="689712"/>
                </a:cubicBezTo>
                <a:cubicBezTo>
                  <a:pt x="753731" y="689712"/>
                  <a:pt x="774632" y="669400"/>
                  <a:pt x="797854" y="647348"/>
                </a:cubicBezTo>
                <a:cubicBezTo>
                  <a:pt x="821656" y="624716"/>
                  <a:pt x="847200" y="600343"/>
                  <a:pt x="897707" y="600343"/>
                </a:cubicBezTo>
                <a:cubicBezTo>
                  <a:pt x="948795" y="600343"/>
                  <a:pt x="974339" y="624716"/>
                  <a:pt x="998141" y="647348"/>
                </a:cubicBezTo>
                <a:cubicBezTo>
                  <a:pt x="1021364" y="669981"/>
                  <a:pt x="1042264" y="689712"/>
                  <a:pt x="1085224" y="689712"/>
                </a:cubicBezTo>
                <a:cubicBezTo>
                  <a:pt x="1128821" y="689712"/>
                  <a:pt x="1149748" y="669400"/>
                  <a:pt x="1173000" y="647348"/>
                </a:cubicBezTo>
                <a:cubicBezTo>
                  <a:pt x="1196833" y="624716"/>
                  <a:pt x="1222409" y="600343"/>
                  <a:pt x="1272981" y="600343"/>
                </a:cubicBezTo>
                <a:cubicBezTo>
                  <a:pt x="1324070" y="600343"/>
                  <a:pt x="1349614" y="624716"/>
                  <a:pt x="1373416" y="647348"/>
                </a:cubicBezTo>
                <a:cubicBezTo>
                  <a:pt x="1396639" y="669981"/>
                  <a:pt x="1417538" y="689712"/>
                  <a:pt x="1460498" y="689712"/>
                </a:cubicBezTo>
                <a:cubicBezTo>
                  <a:pt x="1503459" y="689712"/>
                  <a:pt x="1524939" y="669400"/>
                  <a:pt x="1548162" y="647348"/>
                </a:cubicBezTo>
                <a:cubicBezTo>
                  <a:pt x="1571964" y="624716"/>
                  <a:pt x="1597508" y="600343"/>
                  <a:pt x="1648015" y="600343"/>
                </a:cubicBezTo>
                <a:cubicBezTo>
                  <a:pt x="1698523" y="600343"/>
                  <a:pt x="1724647" y="624716"/>
                  <a:pt x="1748449" y="647348"/>
                </a:cubicBezTo>
                <a:cubicBezTo>
                  <a:pt x="1771672" y="669981"/>
                  <a:pt x="1792572" y="689712"/>
                  <a:pt x="1835532" y="689712"/>
                </a:cubicBezTo>
                <a:cubicBezTo>
                  <a:pt x="1878548" y="689712"/>
                  <a:pt x="1900055" y="669400"/>
                  <a:pt x="1923307" y="647348"/>
                </a:cubicBezTo>
                <a:cubicBezTo>
                  <a:pt x="1947141" y="624716"/>
                  <a:pt x="1972717" y="600343"/>
                  <a:pt x="2023289" y="600343"/>
                </a:cubicBezTo>
                <a:cubicBezTo>
                  <a:pt x="2073797" y="600343"/>
                  <a:pt x="2099922" y="624716"/>
                  <a:pt x="2123724" y="647348"/>
                </a:cubicBezTo>
                <a:cubicBezTo>
                  <a:pt x="2146947" y="669981"/>
                  <a:pt x="2167846" y="689712"/>
                  <a:pt x="2210806" y="689712"/>
                </a:cubicBezTo>
                <a:cubicBezTo>
                  <a:pt x="2253767" y="689712"/>
                  <a:pt x="2275247" y="669400"/>
                  <a:pt x="2298469" y="647348"/>
                </a:cubicBezTo>
                <a:cubicBezTo>
                  <a:pt x="2322272" y="624716"/>
                  <a:pt x="2347816" y="600343"/>
                  <a:pt x="2398323" y="600343"/>
                </a:cubicBezTo>
                <a:cubicBezTo>
                  <a:pt x="2448831" y="600343"/>
                  <a:pt x="2474955" y="624716"/>
                  <a:pt x="2498177" y="647348"/>
                </a:cubicBezTo>
                <a:cubicBezTo>
                  <a:pt x="2521979" y="669981"/>
                  <a:pt x="2542880" y="689712"/>
                  <a:pt x="2585840" y="689712"/>
                </a:cubicBezTo>
                <a:cubicBezTo>
                  <a:pt x="2628856" y="689712"/>
                  <a:pt x="2650363" y="669400"/>
                  <a:pt x="2673615" y="647348"/>
                </a:cubicBezTo>
                <a:cubicBezTo>
                  <a:pt x="2697449" y="624716"/>
                  <a:pt x="2723025" y="600343"/>
                  <a:pt x="2773597" y="600343"/>
                </a:cubicBezTo>
                <a:cubicBezTo>
                  <a:pt x="2824104" y="600343"/>
                  <a:pt x="2850230" y="624716"/>
                  <a:pt x="2873451" y="647348"/>
                </a:cubicBezTo>
                <a:cubicBezTo>
                  <a:pt x="2897254" y="669981"/>
                  <a:pt x="2918153" y="689712"/>
                  <a:pt x="2961114" y="689712"/>
                </a:cubicBezTo>
                <a:lnTo>
                  <a:pt x="2961114" y="707701"/>
                </a:lnTo>
                <a:cubicBezTo>
                  <a:pt x="2910606" y="707701"/>
                  <a:pt x="2885063" y="682748"/>
                  <a:pt x="2861260" y="660115"/>
                </a:cubicBezTo>
                <a:cubicBezTo>
                  <a:pt x="2838038" y="638063"/>
                  <a:pt x="2816557" y="617752"/>
                  <a:pt x="2773597" y="617752"/>
                </a:cubicBezTo>
                <a:cubicBezTo>
                  <a:pt x="2730581" y="617752"/>
                  <a:pt x="2709655" y="638063"/>
                  <a:pt x="2685822" y="660115"/>
                </a:cubicBezTo>
                <a:cubicBezTo>
                  <a:pt x="2662570" y="682748"/>
                  <a:pt x="2636412" y="707701"/>
                  <a:pt x="2585840" y="707701"/>
                </a:cubicBezTo>
                <a:cubicBezTo>
                  <a:pt x="2535333" y="707701"/>
                  <a:pt x="2509789" y="682748"/>
                  <a:pt x="2485985" y="660115"/>
                </a:cubicBezTo>
                <a:cubicBezTo>
                  <a:pt x="2462763" y="638063"/>
                  <a:pt x="2441284" y="617752"/>
                  <a:pt x="2398323" y="617752"/>
                </a:cubicBezTo>
                <a:cubicBezTo>
                  <a:pt x="2355363" y="617752"/>
                  <a:pt x="2334462" y="638063"/>
                  <a:pt x="2310660" y="660115"/>
                </a:cubicBezTo>
                <a:cubicBezTo>
                  <a:pt x="2287438" y="682748"/>
                  <a:pt x="2261314" y="707701"/>
                  <a:pt x="2210806" y="707701"/>
                </a:cubicBezTo>
                <a:cubicBezTo>
                  <a:pt x="2160299" y="707701"/>
                  <a:pt x="2134755" y="682748"/>
                  <a:pt x="2110953" y="660115"/>
                </a:cubicBezTo>
                <a:cubicBezTo>
                  <a:pt x="2087730" y="638063"/>
                  <a:pt x="2066250" y="617752"/>
                  <a:pt x="2023289" y="617752"/>
                </a:cubicBezTo>
                <a:cubicBezTo>
                  <a:pt x="1980273" y="617752"/>
                  <a:pt x="1959347" y="638063"/>
                  <a:pt x="1936095" y="660115"/>
                </a:cubicBezTo>
                <a:cubicBezTo>
                  <a:pt x="1912263" y="682748"/>
                  <a:pt x="1886104" y="707701"/>
                  <a:pt x="1835532" y="707701"/>
                </a:cubicBezTo>
                <a:cubicBezTo>
                  <a:pt x="1785025" y="707701"/>
                  <a:pt x="1759481" y="682748"/>
                  <a:pt x="1735678" y="660115"/>
                </a:cubicBezTo>
                <a:cubicBezTo>
                  <a:pt x="1712455" y="638063"/>
                  <a:pt x="1690976" y="617752"/>
                  <a:pt x="1648015" y="617752"/>
                </a:cubicBezTo>
                <a:cubicBezTo>
                  <a:pt x="1605055" y="617752"/>
                  <a:pt x="1584156" y="638063"/>
                  <a:pt x="1560933" y="660115"/>
                </a:cubicBezTo>
                <a:cubicBezTo>
                  <a:pt x="1537130" y="682748"/>
                  <a:pt x="1511006" y="707701"/>
                  <a:pt x="1460498" y="707701"/>
                </a:cubicBezTo>
                <a:cubicBezTo>
                  <a:pt x="1409991" y="707701"/>
                  <a:pt x="1384447" y="682748"/>
                  <a:pt x="1360645" y="660115"/>
                </a:cubicBezTo>
                <a:cubicBezTo>
                  <a:pt x="1337422" y="638063"/>
                  <a:pt x="1316522" y="617752"/>
                  <a:pt x="1272981" y="617752"/>
                </a:cubicBezTo>
                <a:cubicBezTo>
                  <a:pt x="1229966" y="617752"/>
                  <a:pt x="1209039" y="638063"/>
                  <a:pt x="1185788" y="660115"/>
                </a:cubicBezTo>
                <a:cubicBezTo>
                  <a:pt x="1161955" y="682748"/>
                  <a:pt x="1136378" y="707701"/>
                  <a:pt x="1085224" y="707701"/>
                </a:cubicBezTo>
                <a:cubicBezTo>
                  <a:pt x="1034717" y="707701"/>
                  <a:pt x="1009173" y="682748"/>
                  <a:pt x="985370" y="660115"/>
                </a:cubicBezTo>
                <a:cubicBezTo>
                  <a:pt x="962147" y="638063"/>
                  <a:pt x="941248" y="617752"/>
                  <a:pt x="897707" y="617752"/>
                </a:cubicBezTo>
                <a:cubicBezTo>
                  <a:pt x="854747" y="617752"/>
                  <a:pt x="833848" y="638063"/>
                  <a:pt x="810626" y="660115"/>
                </a:cubicBezTo>
                <a:cubicBezTo>
                  <a:pt x="786822" y="682748"/>
                  <a:pt x="761278" y="707701"/>
                  <a:pt x="710190" y="707701"/>
                </a:cubicBezTo>
                <a:cubicBezTo>
                  <a:pt x="659683" y="707701"/>
                  <a:pt x="634139" y="682748"/>
                  <a:pt x="610337" y="660115"/>
                </a:cubicBezTo>
                <a:cubicBezTo>
                  <a:pt x="587115" y="638063"/>
                  <a:pt x="566214" y="617752"/>
                  <a:pt x="522674" y="617752"/>
                </a:cubicBezTo>
                <a:cubicBezTo>
                  <a:pt x="479658" y="617752"/>
                  <a:pt x="458732" y="638063"/>
                  <a:pt x="435480" y="660115"/>
                </a:cubicBezTo>
                <a:cubicBezTo>
                  <a:pt x="411648" y="682748"/>
                  <a:pt x="386070" y="707701"/>
                  <a:pt x="334917" y="707701"/>
                </a:cubicBezTo>
                <a:cubicBezTo>
                  <a:pt x="284409" y="707701"/>
                  <a:pt x="258865" y="682748"/>
                  <a:pt x="235062" y="660115"/>
                </a:cubicBezTo>
                <a:cubicBezTo>
                  <a:pt x="211841" y="638063"/>
                  <a:pt x="190941" y="617752"/>
                  <a:pt x="147400" y="617752"/>
                </a:cubicBezTo>
                <a:cubicBezTo>
                  <a:pt x="104439" y="617752"/>
                  <a:pt x="83540" y="638063"/>
                  <a:pt x="60318" y="660115"/>
                </a:cubicBezTo>
                <a:cubicBezTo>
                  <a:pt x="48417" y="671431"/>
                  <a:pt x="36080" y="683328"/>
                  <a:pt x="20333" y="692396"/>
                </a:cubicBezTo>
                <a:lnTo>
                  <a:pt x="0" y="700860"/>
                </a:lnTo>
                <a:lnTo>
                  <a:pt x="0" y="681500"/>
                </a:lnTo>
                <a:lnTo>
                  <a:pt x="11334" y="676800"/>
                </a:lnTo>
                <a:cubicBezTo>
                  <a:pt x="24905" y="668965"/>
                  <a:pt x="35935" y="658374"/>
                  <a:pt x="47546" y="647348"/>
                </a:cubicBezTo>
                <a:cubicBezTo>
                  <a:pt x="71348" y="624716"/>
                  <a:pt x="96892" y="600343"/>
                  <a:pt x="147400" y="600343"/>
                </a:cubicBezTo>
                <a:close/>
                <a:moveTo>
                  <a:pt x="147400" y="500446"/>
                </a:moveTo>
                <a:cubicBezTo>
                  <a:pt x="198488" y="500446"/>
                  <a:pt x="224032" y="525400"/>
                  <a:pt x="247834" y="548032"/>
                </a:cubicBezTo>
                <a:cubicBezTo>
                  <a:pt x="271056" y="570084"/>
                  <a:pt x="291956" y="590395"/>
                  <a:pt x="334917" y="590395"/>
                </a:cubicBezTo>
                <a:cubicBezTo>
                  <a:pt x="378513" y="590395"/>
                  <a:pt x="399440" y="570084"/>
                  <a:pt x="422692" y="548032"/>
                </a:cubicBezTo>
                <a:cubicBezTo>
                  <a:pt x="446525" y="525400"/>
                  <a:pt x="472101" y="500446"/>
                  <a:pt x="522674" y="500446"/>
                </a:cubicBezTo>
                <a:cubicBezTo>
                  <a:pt x="573762" y="500446"/>
                  <a:pt x="599306" y="525400"/>
                  <a:pt x="623109" y="548032"/>
                </a:cubicBezTo>
                <a:cubicBezTo>
                  <a:pt x="646331" y="570084"/>
                  <a:pt x="667230" y="590395"/>
                  <a:pt x="710190" y="590395"/>
                </a:cubicBezTo>
                <a:cubicBezTo>
                  <a:pt x="753731" y="590395"/>
                  <a:pt x="774632" y="570084"/>
                  <a:pt x="797854" y="548032"/>
                </a:cubicBezTo>
                <a:cubicBezTo>
                  <a:pt x="821656" y="525400"/>
                  <a:pt x="847200" y="500446"/>
                  <a:pt x="897707" y="500446"/>
                </a:cubicBezTo>
                <a:cubicBezTo>
                  <a:pt x="948795" y="500446"/>
                  <a:pt x="974339" y="525400"/>
                  <a:pt x="998141" y="548032"/>
                </a:cubicBezTo>
                <a:cubicBezTo>
                  <a:pt x="1021364" y="570084"/>
                  <a:pt x="1042264" y="590395"/>
                  <a:pt x="1085224" y="590395"/>
                </a:cubicBezTo>
                <a:cubicBezTo>
                  <a:pt x="1128821" y="590395"/>
                  <a:pt x="1149748" y="570084"/>
                  <a:pt x="1173000" y="548032"/>
                </a:cubicBezTo>
                <a:cubicBezTo>
                  <a:pt x="1196833" y="525400"/>
                  <a:pt x="1222409" y="500446"/>
                  <a:pt x="1272981" y="500446"/>
                </a:cubicBezTo>
                <a:cubicBezTo>
                  <a:pt x="1324070" y="500446"/>
                  <a:pt x="1349614" y="525400"/>
                  <a:pt x="1373416" y="548032"/>
                </a:cubicBezTo>
                <a:cubicBezTo>
                  <a:pt x="1396639" y="570084"/>
                  <a:pt x="1417538" y="590395"/>
                  <a:pt x="1460498" y="590395"/>
                </a:cubicBezTo>
                <a:cubicBezTo>
                  <a:pt x="1503459" y="590395"/>
                  <a:pt x="1524939" y="570084"/>
                  <a:pt x="1548162" y="548032"/>
                </a:cubicBezTo>
                <a:cubicBezTo>
                  <a:pt x="1571964" y="525400"/>
                  <a:pt x="1597508" y="500446"/>
                  <a:pt x="1648015" y="500446"/>
                </a:cubicBezTo>
                <a:cubicBezTo>
                  <a:pt x="1698523" y="500446"/>
                  <a:pt x="1724647" y="525400"/>
                  <a:pt x="1748449" y="548032"/>
                </a:cubicBezTo>
                <a:cubicBezTo>
                  <a:pt x="1771672" y="570084"/>
                  <a:pt x="1792572" y="590395"/>
                  <a:pt x="1835532" y="590395"/>
                </a:cubicBezTo>
                <a:cubicBezTo>
                  <a:pt x="1878548" y="590395"/>
                  <a:pt x="1900055" y="570084"/>
                  <a:pt x="1923307" y="548032"/>
                </a:cubicBezTo>
                <a:cubicBezTo>
                  <a:pt x="1947141" y="525400"/>
                  <a:pt x="1972717" y="500446"/>
                  <a:pt x="2023289" y="500446"/>
                </a:cubicBezTo>
                <a:cubicBezTo>
                  <a:pt x="2073797" y="500446"/>
                  <a:pt x="2099922" y="525400"/>
                  <a:pt x="2123724" y="548032"/>
                </a:cubicBezTo>
                <a:cubicBezTo>
                  <a:pt x="2146947" y="570084"/>
                  <a:pt x="2167846" y="590395"/>
                  <a:pt x="2210806" y="590395"/>
                </a:cubicBezTo>
                <a:cubicBezTo>
                  <a:pt x="2253767" y="590395"/>
                  <a:pt x="2275247" y="570084"/>
                  <a:pt x="2298469" y="548032"/>
                </a:cubicBezTo>
                <a:cubicBezTo>
                  <a:pt x="2322272" y="525400"/>
                  <a:pt x="2347816" y="500446"/>
                  <a:pt x="2398323" y="500446"/>
                </a:cubicBezTo>
                <a:cubicBezTo>
                  <a:pt x="2448831" y="500446"/>
                  <a:pt x="2474955" y="525400"/>
                  <a:pt x="2498177" y="548032"/>
                </a:cubicBezTo>
                <a:cubicBezTo>
                  <a:pt x="2521979" y="570084"/>
                  <a:pt x="2542880" y="590395"/>
                  <a:pt x="2585840" y="590395"/>
                </a:cubicBezTo>
                <a:cubicBezTo>
                  <a:pt x="2628856" y="590395"/>
                  <a:pt x="2650363" y="570084"/>
                  <a:pt x="2673615" y="548032"/>
                </a:cubicBezTo>
                <a:cubicBezTo>
                  <a:pt x="2697449" y="525400"/>
                  <a:pt x="2723025" y="500446"/>
                  <a:pt x="2773597" y="500446"/>
                </a:cubicBezTo>
                <a:cubicBezTo>
                  <a:pt x="2824104" y="500446"/>
                  <a:pt x="2850230" y="525400"/>
                  <a:pt x="2873451" y="548032"/>
                </a:cubicBezTo>
                <a:cubicBezTo>
                  <a:pt x="2897254" y="570084"/>
                  <a:pt x="2918153" y="590395"/>
                  <a:pt x="2961114" y="590395"/>
                </a:cubicBezTo>
                <a:lnTo>
                  <a:pt x="2961114" y="607805"/>
                </a:lnTo>
                <a:cubicBezTo>
                  <a:pt x="2910606" y="607805"/>
                  <a:pt x="2885063" y="583432"/>
                  <a:pt x="2861260" y="560799"/>
                </a:cubicBezTo>
                <a:cubicBezTo>
                  <a:pt x="2838038" y="538747"/>
                  <a:pt x="2816557" y="518436"/>
                  <a:pt x="2773597" y="518436"/>
                </a:cubicBezTo>
                <a:cubicBezTo>
                  <a:pt x="2730581" y="518436"/>
                  <a:pt x="2709655" y="538747"/>
                  <a:pt x="2685822" y="560799"/>
                </a:cubicBezTo>
                <a:cubicBezTo>
                  <a:pt x="2662570" y="583432"/>
                  <a:pt x="2636412" y="607805"/>
                  <a:pt x="2585840" y="607805"/>
                </a:cubicBezTo>
                <a:cubicBezTo>
                  <a:pt x="2535333" y="607805"/>
                  <a:pt x="2509789" y="583432"/>
                  <a:pt x="2485985" y="560799"/>
                </a:cubicBezTo>
                <a:cubicBezTo>
                  <a:pt x="2462763" y="538747"/>
                  <a:pt x="2441284" y="518436"/>
                  <a:pt x="2398323" y="518436"/>
                </a:cubicBezTo>
                <a:cubicBezTo>
                  <a:pt x="2355363" y="518436"/>
                  <a:pt x="2334462" y="538747"/>
                  <a:pt x="2310660" y="560799"/>
                </a:cubicBezTo>
                <a:cubicBezTo>
                  <a:pt x="2287438" y="583432"/>
                  <a:pt x="2261314" y="607805"/>
                  <a:pt x="2210806" y="607805"/>
                </a:cubicBezTo>
                <a:cubicBezTo>
                  <a:pt x="2160299" y="607805"/>
                  <a:pt x="2134755" y="583432"/>
                  <a:pt x="2110953" y="560799"/>
                </a:cubicBezTo>
                <a:cubicBezTo>
                  <a:pt x="2087730" y="538747"/>
                  <a:pt x="2066250" y="518436"/>
                  <a:pt x="2023289" y="518436"/>
                </a:cubicBezTo>
                <a:cubicBezTo>
                  <a:pt x="1980273" y="518436"/>
                  <a:pt x="1959347" y="538747"/>
                  <a:pt x="1936095" y="560799"/>
                </a:cubicBezTo>
                <a:cubicBezTo>
                  <a:pt x="1912263" y="583432"/>
                  <a:pt x="1886104" y="607805"/>
                  <a:pt x="1835532" y="607805"/>
                </a:cubicBezTo>
                <a:cubicBezTo>
                  <a:pt x="1785025" y="607805"/>
                  <a:pt x="1759481" y="583432"/>
                  <a:pt x="1735678" y="560799"/>
                </a:cubicBezTo>
                <a:cubicBezTo>
                  <a:pt x="1712455" y="538747"/>
                  <a:pt x="1690976" y="518436"/>
                  <a:pt x="1648015" y="518436"/>
                </a:cubicBezTo>
                <a:cubicBezTo>
                  <a:pt x="1605055" y="518436"/>
                  <a:pt x="1584156" y="538747"/>
                  <a:pt x="1560933" y="560799"/>
                </a:cubicBezTo>
                <a:cubicBezTo>
                  <a:pt x="1537130" y="583432"/>
                  <a:pt x="1511006" y="607805"/>
                  <a:pt x="1460498" y="607805"/>
                </a:cubicBezTo>
                <a:cubicBezTo>
                  <a:pt x="1409991" y="607805"/>
                  <a:pt x="1384447" y="583432"/>
                  <a:pt x="1360645" y="560799"/>
                </a:cubicBezTo>
                <a:cubicBezTo>
                  <a:pt x="1337422" y="538747"/>
                  <a:pt x="1316522" y="518436"/>
                  <a:pt x="1272981" y="518436"/>
                </a:cubicBezTo>
                <a:cubicBezTo>
                  <a:pt x="1229966" y="518436"/>
                  <a:pt x="1209039" y="538747"/>
                  <a:pt x="1185788" y="560799"/>
                </a:cubicBezTo>
                <a:cubicBezTo>
                  <a:pt x="1161955" y="583432"/>
                  <a:pt x="1136378" y="607805"/>
                  <a:pt x="1085224" y="607805"/>
                </a:cubicBezTo>
                <a:cubicBezTo>
                  <a:pt x="1034717" y="607805"/>
                  <a:pt x="1009173" y="583432"/>
                  <a:pt x="985370" y="560799"/>
                </a:cubicBezTo>
                <a:cubicBezTo>
                  <a:pt x="962147" y="538747"/>
                  <a:pt x="941248" y="518436"/>
                  <a:pt x="897707" y="518436"/>
                </a:cubicBezTo>
                <a:cubicBezTo>
                  <a:pt x="854747" y="518436"/>
                  <a:pt x="833848" y="538747"/>
                  <a:pt x="810626" y="560799"/>
                </a:cubicBezTo>
                <a:cubicBezTo>
                  <a:pt x="786822" y="583432"/>
                  <a:pt x="761278" y="607805"/>
                  <a:pt x="710190" y="607805"/>
                </a:cubicBezTo>
                <a:cubicBezTo>
                  <a:pt x="659683" y="607805"/>
                  <a:pt x="634139" y="583432"/>
                  <a:pt x="610337" y="560799"/>
                </a:cubicBezTo>
                <a:cubicBezTo>
                  <a:pt x="587115" y="538747"/>
                  <a:pt x="566214" y="518436"/>
                  <a:pt x="522674" y="518436"/>
                </a:cubicBezTo>
                <a:cubicBezTo>
                  <a:pt x="479658" y="518436"/>
                  <a:pt x="458732" y="538747"/>
                  <a:pt x="435480" y="560799"/>
                </a:cubicBezTo>
                <a:cubicBezTo>
                  <a:pt x="411648" y="583432"/>
                  <a:pt x="386070" y="607805"/>
                  <a:pt x="334917" y="607805"/>
                </a:cubicBezTo>
                <a:cubicBezTo>
                  <a:pt x="284409" y="607805"/>
                  <a:pt x="258865" y="583432"/>
                  <a:pt x="235062" y="560799"/>
                </a:cubicBezTo>
                <a:cubicBezTo>
                  <a:pt x="211841" y="538747"/>
                  <a:pt x="190941" y="518436"/>
                  <a:pt x="147400" y="518436"/>
                </a:cubicBezTo>
                <a:cubicBezTo>
                  <a:pt x="104439" y="518436"/>
                  <a:pt x="83540" y="538747"/>
                  <a:pt x="60318" y="560799"/>
                </a:cubicBezTo>
                <a:cubicBezTo>
                  <a:pt x="48417" y="572116"/>
                  <a:pt x="36080" y="583867"/>
                  <a:pt x="20333" y="592789"/>
                </a:cubicBezTo>
                <a:lnTo>
                  <a:pt x="0" y="601101"/>
                </a:lnTo>
                <a:lnTo>
                  <a:pt x="0" y="582184"/>
                </a:lnTo>
                <a:lnTo>
                  <a:pt x="11334" y="577483"/>
                </a:lnTo>
                <a:cubicBezTo>
                  <a:pt x="24905" y="569649"/>
                  <a:pt x="35935" y="559058"/>
                  <a:pt x="47546" y="548032"/>
                </a:cubicBezTo>
                <a:cubicBezTo>
                  <a:pt x="71348" y="525400"/>
                  <a:pt x="96892" y="500446"/>
                  <a:pt x="147400" y="500446"/>
                </a:cubicBezTo>
                <a:close/>
                <a:moveTo>
                  <a:pt x="147400" y="399827"/>
                </a:moveTo>
                <a:cubicBezTo>
                  <a:pt x="198488" y="399827"/>
                  <a:pt x="224032" y="424837"/>
                  <a:pt x="247834" y="447520"/>
                </a:cubicBezTo>
                <a:cubicBezTo>
                  <a:pt x="271056" y="469622"/>
                  <a:pt x="291956" y="489978"/>
                  <a:pt x="334917" y="489978"/>
                </a:cubicBezTo>
                <a:cubicBezTo>
                  <a:pt x="378513" y="489978"/>
                  <a:pt x="399440" y="469622"/>
                  <a:pt x="422692" y="447520"/>
                </a:cubicBezTo>
                <a:cubicBezTo>
                  <a:pt x="446525" y="424837"/>
                  <a:pt x="472101" y="399827"/>
                  <a:pt x="522674" y="399827"/>
                </a:cubicBezTo>
                <a:cubicBezTo>
                  <a:pt x="573762" y="399827"/>
                  <a:pt x="599306" y="424837"/>
                  <a:pt x="623109" y="447520"/>
                </a:cubicBezTo>
                <a:cubicBezTo>
                  <a:pt x="646331" y="469622"/>
                  <a:pt x="667230" y="489978"/>
                  <a:pt x="710190" y="489978"/>
                </a:cubicBezTo>
                <a:cubicBezTo>
                  <a:pt x="753731" y="489978"/>
                  <a:pt x="774632" y="469622"/>
                  <a:pt x="797854" y="447520"/>
                </a:cubicBezTo>
                <a:cubicBezTo>
                  <a:pt x="821656" y="424837"/>
                  <a:pt x="847200" y="399827"/>
                  <a:pt x="897707" y="399827"/>
                </a:cubicBezTo>
                <a:cubicBezTo>
                  <a:pt x="948795" y="399827"/>
                  <a:pt x="974339" y="424837"/>
                  <a:pt x="998141" y="447520"/>
                </a:cubicBezTo>
                <a:cubicBezTo>
                  <a:pt x="1021364" y="469622"/>
                  <a:pt x="1042264" y="489978"/>
                  <a:pt x="1085224" y="489978"/>
                </a:cubicBezTo>
                <a:cubicBezTo>
                  <a:pt x="1128821" y="489978"/>
                  <a:pt x="1149748" y="469622"/>
                  <a:pt x="1173000" y="447520"/>
                </a:cubicBezTo>
                <a:cubicBezTo>
                  <a:pt x="1196833" y="424837"/>
                  <a:pt x="1222409" y="399827"/>
                  <a:pt x="1272981" y="399827"/>
                </a:cubicBezTo>
                <a:cubicBezTo>
                  <a:pt x="1324070" y="399827"/>
                  <a:pt x="1349614" y="424837"/>
                  <a:pt x="1373416" y="447520"/>
                </a:cubicBezTo>
                <a:cubicBezTo>
                  <a:pt x="1396639" y="469622"/>
                  <a:pt x="1417538" y="489978"/>
                  <a:pt x="1460498" y="489978"/>
                </a:cubicBezTo>
                <a:cubicBezTo>
                  <a:pt x="1503459" y="489978"/>
                  <a:pt x="1524939" y="469622"/>
                  <a:pt x="1548162" y="447520"/>
                </a:cubicBezTo>
                <a:cubicBezTo>
                  <a:pt x="1571964" y="424837"/>
                  <a:pt x="1597508" y="399827"/>
                  <a:pt x="1648015" y="399827"/>
                </a:cubicBezTo>
                <a:cubicBezTo>
                  <a:pt x="1698523" y="399827"/>
                  <a:pt x="1724647" y="424837"/>
                  <a:pt x="1748449" y="447520"/>
                </a:cubicBezTo>
                <a:cubicBezTo>
                  <a:pt x="1771672" y="469622"/>
                  <a:pt x="1792572" y="489978"/>
                  <a:pt x="1835532" y="489978"/>
                </a:cubicBezTo>
                <a:cubicBezTo>
                  <a:pt x="1878548" y="489978"/>
                  <a:pt x="1900055" y="469622"/>
                  <a:pt x="1923307" y="447520"/>
                </a:cubicBezTo>
                <a:cubicBezTo>
                  <a:pt x="1947141" y="424837"/>
                  <a:pt x="1972717" y="399827"/>
                  <a:pt x="2023289" y="399827"/>
                </a:cubicBezTo>
                <a:cubicBezTo>
                  <a:pt x="2073797" y="399827"/>
                  <a:pt x="2099922" y="424837"/>
                  <a:pt x="2123724" y="447520"/>
                </a:cubicBezTo>
                <a:cubicBezTo>
                  <a:pt x="2146947" y="469622"/>
                  <a:pt x="2167846" y="489978"/>
                  <a:pt x="2210806" y="489978"/>
                </a:cubicBezTo>
                <a:cubicBezTo>
                  <a:pt x="2253767" y="489978"/>
                  <a:pt x="2275247" y="469622"/>
                  <a:pt x="2298469" y="447520"/>
                </a:cubicBezTo>
                <a:cubicBezTo>
                  <a:pt x="2322272" y="424837"/>
                  <a:pt x="2347816" y="399827"/>
                  <a:pt x="2398323" y="399827"/>
                </a:cubicBezTo>
                <a:cubicBezTo>
                  <a:pt x="2448831" y="399827"/>
                  <a:pt x="2474955" y="424837"/>
                  <a:pt x="2498177" y="447520"/>
                </a:cubicBezTo>
                <a:cubicBezTo>
                  <a:pt x="2521979" y="469622"/>
                  <a:pt x="2542880" y="489978"/>
                  <a:pt x="2585840" y="489978"/>
                </a:cubicBezTo>
                <a:cubicBezTo>
                  <a:pt x="2628856" y="489978"/>
                  <a:pt x="2650363" y="469622"/>
                  <a:pt x="2673615" y="447520"/>
                </a:cubicBezTo>
                <a:cubicBezTo>
                  <a:pt x="2697449" y="424837"/>
                  <a:pt x="2723025" y="399827"/>
                  <a:pt x="2773597" y="399827"/>
                </a:cubicBezTo>
                <a:cubicBezTo>
                  <a:pt x="2824104" y="399827"/>
                  <a:pt x="2850230" y="424837"/>
                  <a:pt x="2873451" y="447520"/>
                </a:cubicBezTo>
                <a:cubicBezTo>
                  <a:pt x="2897254" y="469622"/>
                  <a:pt x="2918153" y="489978"/>
                  <a:pt x="2961114" y="489978"/>
                </a:cubicBezTo>
                <a:lnTo>
                  <a:pt x="2961114" y="507427"/>
                </a:lnTo>
                <a:cubicBezTo>
                  <a:pt x="2910606" y="507427"/>
                  <a:pt x="2885063" y="482999"/>
                  <a:pt x="2861260" y="460316"/>
                </a:cubicBezTo>
                <a:cubicBezTo>
                  <a:pt x="2838038" y="438214"/>
                  <a:pt x="2816557" y="417857"/>
                  <a:pt x="2773597" y="417857"/>
                </a:cubicBezTo>
                <a:cubicBezTo>
                  <a:pt x="2730581" y="417857"/>
                  <a:pt x="2709655" y="437633"/>
                  <a:pt x="2685822" y="460316"/>
                </a:cubicBezTo>
                <a:cubicBezTo>
                  <a:pt x="2662570" y="482999"/>
                  <a:pt x="2636412" y="507427"/>
                  <a:pt x="2585840" y="507427"/>
                </a:cubicBezTo>
                <a:cubicBezTo>
                  <a:pt x="2535333" y="507427"/>
                  <a:pt x="2509789" y="482999"/>
                  <a:pt x="2485985" y="460316"/>
                </a:cubicBezTo>
                <a:cubicBezTo>
                  <a:pt x="2462763" y="438214"/>
                  <a:pt x="2441284" y="417857"/>
                  <a:pt x="2398323" y="417857"/>
                </a:cubicBezTo>
                <a:cubicBezTo>
                  <a:pt x="2355363" y="417857"/>
                  <a:pt x="2334462" y="437633"/>
                  <a:pt x="2310660" y="460316"/>
                </a:cubicBezTo>
                <a:cubicBezTo>
                  <a:pt x="2287438" y="482999"/>
                  <a:pt x="2261314" y="507427"/>
                  <a:pt x="2210806" y="507427"/>
                </a:cubicBezTo>
                <a:cubicBezTo>
                  <a:pt x="2160299" y="507427"/>
                  <a:pt x="2134755" y="482999"/>
                  <a:pt x="2110953" y="460316"/>
                </a:cubicBezTo>
                <a:cubicBezTo>
                  <a:pt x="2087730" y="438214"/>
                  <a:pt x="2066250" y="417857"/>
                  <a:pt x="2023289" y="417857"/>
                </a:cubicBezTo>
                <a:cubicBezTo>
                  <a:pt x="1980273" y="417857"/>
                  <a:pt x="1959347" y="437633"/>
                  <a:pt x="1936095" y="460316"/>
                </a:cubicBezTo>
                <a:cubicBezTo>
                  <a:pt x="1912263" y="482999"/>
                  <a:pt x="1886104" y="507427"/>
                  <a:pt x="1835532" y="507427"/>
                </a:cubicBezTo>
                <a:cubicBezTo>
                  <a:pt x="1785025" y="507427"/>
                  <a:pt x="1759481" y="482999"/>
                  <a:pt x="1735678" y="460316"/>
                </a:cubicBezTo>
                <a:cubicBezTo>
                  <a:pt x="1712455" y="438214"/>
                  <a:pt x="1690976" y="417857"/>
                  <a:pt x="1648015" y="417857"/>
                </a:cubicBezTo>
                <a:cubicBezTo>
                  <a:pt x="1605055" y="417857"/>
                  <a:pt x="1584156" y="437633"/>
                  <a:pt x="1560933" y="460316"/>
                </a:cubicBezTo>
                <a:cubicBezTo>
                  <a:pt x="1537130" y="482999"/>
                  <a:pt x="1511006" y="507427"/>
                  <a:pt x="1460498" y="507427"/>
                </a:cubicBezTo>
                <a:cubicBezTo>
                  <a:pt x="1409991" y="507427"/>
                  <a:pt x="1384447" y="482999"/>
                  <a:pt x="1360645" y="460316"/>
                </a:cubicBezTo>
                <a:cubicBezTo>
                  <a:pt x="1337422" y="438214"/>
                  <a:pt x="1316522" y="417857"/>
                  <a:pt x="1272981" y="417857"/>
                </a:cubicBezTo>
                <a:cubicBezTo>
                  <a:pt x="1229966" y="417857"/>
                  <a:pt x="1209039" y="437633"/>
                  <a:pt x="1185788" y="460316"/>
                </a:cubicBezTo>
                <a:cubicBezTo>
                  <a:pt x="1161955" y="482999"/>
                  <a:pt x="1136378" y="507427"/>
                  <a:pt x="1085224" y="507427"/>
                </a:cubicBezTo>
                <a:cubicBezTo>
                  <a:pt x="1034717" y="507427"/>
                  <a:pt x="1009173" y="482999"/>
                  <a:pt x="985370" y="460316"/>
                </a:cubicBezTo>
                <a:cubicBezTo>
                  <a:pt x="962147" y="438214"/>
                  <a:pt x="941248" y="417857"/>
                  <a:pt x="897707" y="417857"/>
                </a:cubicBezTo>
                <a:cubicBezTo>
                  <a:pt x="854747" y="417857"/>
                  <a:pt x="833848" y="437633"/>
                  <a:pt x="810626" y="460316"/>
                </a:cubicBezTo>
                <a:cubicBezTo>
                  <a:pt x="786822" y="482999"/>
                  <a:pt x="761278" y="507427"/>
                  <a:pt x="710190" y="507427"/>
                </a:cubicBezTo>
                <a:cubicBezTo>
                  <a:pt x="659683" y="507427"/>
                  <a:pt x="634139" y="482999"/>
                  <a:pt x="610337" y="460316"/>
                </a:cubicBezTo>
                <a:cubicBezTo>
                  <a:pt x="587115" y="438214"/>
                  <a:pt x="566214" y="417857"/>
                  <a:pt x="522674" y="417857"/>
                </a:cubicBezTo>
                <a:cubicBezTo>
                  <a:pt x="479658" y="417857"/>
                  <a:pt x="458732" y="437633"/>
                  <a:pt x="435480" y="460316"/>
                </a:cubicBezTo>
                <a:cubicBezTo>
                  <a:pt x="411648" y="482999"/>
                  <a:pt x="386070" y="507427"/>
                  <a:pt x="334917" y="507427"/>
                </a:cubicBezTo>
                <a:cubicBezTo>
                  <a:pt x="284409" y="507427"/>
                  <a:pt x="258865" y="482999"/>
                  <a:pt x="235062" y="460316"/>
                </a:cubicBezTo>
                <a:cubicBezTo>
                  <a:pt x="211841" y="438214"/>
                  <a:pt x="190941" y="417857"/>
                  <a:pt x="147400" y="417857"/>
                </a:cubicBezTo>
                <a:cubicBezTo>
                  <a:pt x="104439" y="417857"/>
                  <a:pt x="83540" y="437633"/>
                  <a:pt x="60318" y="460316"/>
                </a:cubicBezTo>
                <a:cubicBezTo>
                  <a:pt x="48417" y="471657"/>
                  <a:pt x="36080" y="483435"/>
                  <a:pt x="20333" y="492377"/>
                </a:cubicBezTo>
                <a:lnTo>
                  <a:pt x="0" y="500708"/>
                </a:lnTo>
                <a:lnTo>
                  <a:pt x="0" y="481748"/>
                </a:lnTo>
                <a:lnTo>
                  <a:pt x="11334" y="477037"/>
                </a:lnTo>
                <a:cubicBezTo>
                  <a:pt x="24905" y="469186"/>
                  <a:pt x="35935" y="458571"/>
                  <a:pt x="47546" y="447520"/>
                </a:cubicBezTo>
                <a:cubicBezTo>
                  <a:pt x="71348" y="424837"/>
                  <a:pt x="96892" y="399827"/>
                  <a:pt x="147400" y="399827"/>
                </a:cubicBezTo>
                <a:close/>
                <a:moveTo>
                  <a:pt x="147400" y="299931"/>
                </a:moveTo>
                <a:cubicBezTo>
                  <a:pt x="198488" y="299931"/>
                  <a:pt x="224032" y="324917"/>
                  <a:pt x="247834" y="347579"/>
                </a:cubicBezTo>
                <a:cubicBezTo>
                  <a:pt x="271056" y="369660"/>
                  <a:pt x="291956" y="389998"/>
                  <a:pt x="334917" y="389998"/>
                </a:cubicBezTo>
                <a:cubicBezTo>
                  <a:pt x="378513" y="389998"/>
                  <a:pt x="399440" y="369660"/>
                  <a:pt x="422692" y="347579"/>
                </a:cubicBezTo>
                <a:cubicBezTo>
                  <a:pt x="446525" y="324917"/>
                  <a:pt x="472101" y="299931"/>
                  <a:pt x="522674" y="299931"/>
                </a:cubicBezTo>
                <a:cubicBezTo>
                  <a:pt x="573762" y="299931"/>
                  <a:pt x="599306" y="324917"/>
                  <a:pt x="623109" y="347579"/>
                </a:cubicBezTo>
                <a:cubicBezTo>
                  <a:pt x="646331" y="369660"/>
                  <a:pt x="667230" y="389998"/>
                  <a:pt x="710190" y="389998"/>
                </a:cubicBezTo>
                <a:cubicBezTo>
                  <a:pt x="753731" y="389998"/>
                  <a:pt x="774632" y="369660"/>
                  <a:pt x="797854" y="347579"/>
                </a:cubicBezTo>
                <a:cubicBezTo>
                  <a:pt x="821656" y="324917"/>
                  <a:pt x="847200" y="299931"/>
                  <a:pt x="897707" y="299931"/>
                </a:cubicBezTo>
                <a:cubicBezTo>
                  <a:pt x="948795" y="299931"/>
                  <a:pt x="974339" y="324917"/>
                  <a:pt x="998141" y="347579"/>
                </a:cubicBezTo>
                <a:cubicBezTo>
                  <a:pt x="1021364" y="369660"/>
                  <a:pt x="1042264" y="389998"/>
                  <a:pt x="1085224" y="389998"/>
                </a:cubicBezTo>
                <a:cubicBezTo>
                  <a:pt x="1128821" y="389998"/>
                  <a:pt x="1149748" y="369660"/>
                  <a:pt x="1173000" y="347579"/>
                </a:cubicBezTo>
                <a:cubicBezTo>
                  <a:pt x="1196833" y="324917"/>
                  <a:pt x="1222409" y="299931"/>
                  <a:pt x="1272981" y="299931"/>
                </a:cubicBezTo>
                <a:cubicBezTo>
                  <a:pt x="1324070" y="299931"/>
                  <a:pt x="1349614" y="324917"/>
                  <a:pt x="1373416" y="347579"/>
                </a:cubicBezTo>
                <a:cubicBezTo>
                  <a:pt x="1396639" y="369660"/>
                  <a:pt x="1417538" y="389998"/>
                  <a:pt x="1460498" y="389998"/>
                </a:cubicBezTo>
                <a:cubicBezTo>
                  <a:pt x="1503459" y="389998"/>
                  <a:pt x="1524939" y="369660"/>
                  <a:pt x="1548162" y="347579"/>
                </a:cubicBezTo>
                <a:cubicBezTo>
                  <a:pt x="1571964" y="324917"/>
                  <a:pt x="1597508" y="299931"/>
                  <a:pt x="1648015" y="299931"/>
                </a:cubicBezTo>
                <a:cubicBezTo>
                  <a:pt x="1698523" y="299931"/>
                  <a:pt x="1724647" y="324917"/>
                  <a:pt x="1748449" y="347579"/>
                </a:cubicBezTo>
                <a:cubicBezTo>
                  <a:pt x="1771672" y="369660"/>
                  <a:pt x="1792572" y="389998"/>
                  <a:pt x="1835532" y="389998"/>
                </a:cubicBezTo>
                <a:cubicBezTo>
                  <a:pt x="1878548" y="389998"/>
                  <a:pt x="1900055" y="369660"/>
                  <a:pt x="1923307" y="347579"/>
                </a:cubicBezTo>
                <a:cubicBezTo>
                  <a:pt x="1947141" y="324917"/>
                  <a:pt x="1972717" y="299931"/>
                  <a:pt x="2023289" y="299931"/>
                </a:cubicBezTo>
                <a:cubicBezTo>
                  <a:pt x="2073797" y="299931"/>
                  <a:pt x="2099922" y="324917"/>
                  <a:pt x="2123724" y="347579"/>
                </a:cubicBezTo>
                <a:cubicBezTo>
                  <a:pt x="2146947" y="369660"/>
                  <a:pt x="2167846" y="389998"/>
                  <a:pt x="2210806" y="389998"/>
                </a:cubicBezTo>
                <a:cubicBezTo>
                  <a:pt x="2253767" y="389998"/>
                  <a:pt x="2275247" y="369660"/>
                  <a:pt x="2298469" y="347579"/>
                </a:cubicBezTo>
                <a:cubicBezTo>
                  <a:pt x="2322272" y="324917"/>
                  <a:pt x="2347816" y="299931"/>
                  <a:pt x="2398323" y="299931"/>
                </a:cubicBezTo>
                <a:cubicBezTo>
                  <a:pt x="2448831" y="299931"/>
                  <a:pt x="2474955" y="324917"/>
                  <a:pt x="2498177" y="347579"/>
                </a:cubicBezTo>
                <a:cubicBezTo>
                  <a:pt x="2521979" y="369660"/>
                  <a:pt x="2542880" y="389998"/>
                  <a:pt x="2585840" y="389998"/>
                </a:cubicBezTo>
                <a:cubicBezTo>
                  <a:pt x="2628856" y="389998"/>
                  <a:pt x="2650363" y="369660"/>
                  <a:pt x="2673615" y="347579"/>
                </a:cubicBezTo>
                <a:cubicBezTo>
                  <a:pt x="2697449" y="324917"/>
                  <a:pt x="2723025" y="299931"/>
                  <a:pt x="2773597" y="299931"/>
                </a:cubicBezTo>
                <a:cubicBezTo>
                  <a:pt x="2824104" y="299931"/>
                  <a:pt x="2850230" y="324917"/>
                  <a:pt x="2873451" y="347579"/>
                </a:cubicBezTo>
                <a:cubicBezTo>
                  <a:pt x="2897254" y="369660"/>
                  <a:pt x="2918153" y="389998"/>
                  <a:pt x="2961114" y="389998"/>
                </a:cubicBezTo>
                <a:lnTo>
                  <a:pt x="2961114" y="408011"/>
                </a:lnTo>
                <a:cubicBezTo>
                  <a:pt x="2910606" y="408011"/>
                  <a:pt x="2885063" y="383025"/>
                  <a:pt x="2861260" y="360363"/>
                </a:cubicBezTo>
                <a:cubicBezTo>
                  <a:pt x="2838038" y="338282"/>
                  <a:pt x="2816557" y="317944"/>
                  <a:pt x="2773597" y="317944"/>
                </a:cubicBezTo>
                <a:cubicBezTo>
                  <a:pt x="2730581" y="317944"/>
                  <a:pt x="2709655" y="338282"/>
                  <a:pt x="2685822" y="360363"/>
                </a:cubicBezTo>
                <a:cubicBezTo>
                  <a:pt x="2662570" y="383025"/>
                  <a:pt x="2636412" y="408011"/>
                  <a:pt x="2585840" y="408011"/>
                </a:cubicBezTo>
                <a:cubicBezTo>
                  <a:pt x="2535333" y="408011"/>
                  <a:pt x="2509789" y="383025"/>
                  <a:pt x="2485985" y="360363"/>
                </a:cubicBezTo>
                <a:cubicBezTo>
                  <a:pt x="2462763" y="338282"/>
                  <a:pt x="2441284" y="317944"/>
                  <a:pt x="2398323" y="317944"/>
                </a:cubicBezTo>
                <a:cubicBezTo>
                  <a:pt x="2355363" y="317944"/>
                  <a:pt x="2334462" y="338282"/>
                  <a:pt x="2310660" y="360363"/>
                </a:cubicBezTo>
                <a:cubicBezTo>
                  <a:pt x="2287438" y="383025"/>
                  <a:pt x="2261314" y="408011"/>
                  <a:pt x="2210806" y="408011"/>
                </a:cubicBezTo>
                <a:cubicBezTo>
                  <a:pt x="2160299" y="408011"/>
                  <a:pt x="2134755" y="383025"/>
                  <a:pt x="2110953" y="360363"/>
                </a:cubicBezTo>
                <a:cubicBezTo>
                  <a:pt x="2087730" y="338282"/>
                  <a:pt x="2066250" y="317944"/>
                  <a:pt x="2023289" y="317944"/>
                </a:cubicBezTo>
                <a:cubicBezTo>
                  <a:pt x="1980273" y="317944"/>
                  <a:pt x="1959347" y="338282"/>
                  <a:pt x="1936095" y="360363"/>
                </a:cubicBezTo>
                <a:cubicBezTo>
                  <a:pt x="1912263" y="383025"/>
                  <a:pt x="1886104" y="408011"/>
                  <a:pt x="1835532" y="408011"/>
                </a:cubicBezTo>
                <a:cubicBezTo>
                  <a:pt x="1785025" y="408011"/>
                  <a:pt x="1759481" y="383025"/>
                  <a:pt x="1735678" y="360363"/>
                </a:cubicBezTo>
                <a:cubicBezTo>
                  <a:pt x="1712455" y="338282"/>
                  <a:pt x="1690976" y="317944"/>
                  <a:pt x="1648015" y="317944"/>
                </a:cubicBezTo>
                <a:cubicBezTo>
                  <a:pt x="1605055" y="317944"/>
                  <a:pt x="1584156" y="338282"/>
                  <a:pt x="1560933" y="360363"/>
                </a:cubicBezTo>
                <a:cubicBezTo>
                  <a:pt x="1537130" y="383025"/>
                  <a:pt x="1511006" y="408011"/>
                  <a:pt x="1460498" y="408011"/>
                </a:cubicBezTo>
                <a:cubicBezTo>
                  <a:pt x="1409991" y="408011"/>
                  <a:pt x="1384447" y="383025"/>
                  <a:pt x="1360645" y="360363"/>
                </a:cubicBezTo>
                <a:cubicBezTo>
                  <a:pt x="1337422" y="338282"/>
                  <a:pt x="1316522" y="317944"/>
                  <a:pt x="1272981" y="317944"/>
                </a:cubicBezTo>
                <a:cubicBezTo>
                  <a:pt x="1229966" y="317944"/>
                  <a:pt x="1209039" y="338282"/>
                  <a:pt x="1185788" y="360363"/>
                </a:cubicBezTo>
                <a:cubicBezTo>
                  <a:pt x="1161955" y="383025"/>
                  <a:pt x="1136378" y="408011"/>
                  <a:pt x="1085224" y="408011"/>
                </a:cubicBezTo>
                <a:cubicBezTo>
                  <a:pt x="1034717" y="408011"/>
                  <a:pt x="1009173" y="383025"/>
                  <a:pt x="985370" y="360363"/>
                </a:cubicBezTo>
                <a:cubicBezTo>
                  <a:pt x="962147" y="338282"/>
                  <a:pt x="941248" y="317944"/>
                  <a:pt x="897707" y="317944"/>
                </a:cubicBezTo>
                <a:cubicBezTo>
                  <a:pt x="854747" y="317944"/>
                  <a:pt x="833848" y="338282"/>
                  <a:pt x="810626" y="360363"/>
                </a:cubicBezTo>
                <a:cubicBezTo>
                  <a:pt x="786822" y="383025"/>
                  <a:pt x="761278" y="408011"/>
                  <a:pt x="710190" y="408011"/>
                </a:cubicBezTo>
                <a:cubicBezTo>
                  <a:pt x="659683" y="408011"/>
                  <a:pt x="634139" y="383025"/>
                  <a:pt x="610337" y="360363"/>
                </a:cubicBezTo>
                <a:cubicBezTo>
                  <a:pt x="587115" y="338282"/>
                  <a:pt x="566214" y="317944"/>
                  <a:pt x="522674" y="317944"/>
                </a:cubicBezTo>
                <a:cubicBezTo>
                  <a:pt x="479658" y="317944"/>
                  <a:pt x="458732" y="338282"/>
                  <a:pt x="435480" y="360363"/>
                </a:cubicBezTo>
                <a:cubicBezTo>
                  <a:pt x="411648" y="383025"/>
                  <a:pt x="386070" y="408011"/>
                  <a:pt x="334917" y="408011"/>
                </a:cubicBezTo>
                <a:cubicBezTo>
                  <a:pt x="284409" y="408011"/>
                  <a:pt x="258865" y="383025"/>
                  <a:pt x="235062" y="360363"/>
                </a:cubicBezTo>
                <a:cubicBezTo>
                  <a:pt x="211841" y="338282"/>
                  <a:pt x="190941" y="317944"/>
                  <a:pt x="147400" y="317944"/>
                </a:cubicBezTo>
                <a:cubicBezTo>
                  <a:pt x="104439" y="317944"/>
                  <a:pt x="83540" y="338282"/>
                  <a:pt x="60318" y="360363"/>
                </a:cubicBezTo>
                <a:cubicBezTo>
                  <a:pt x="48417" y="371694"/>
                  <a:pt x="36080" y="383606"/>
                  <a:pt x="20333" y="392685"/>
                </a:cubicBezTo>
                <a:lnTo>
                  <a:pt x="0" y="401161"/>
                </a:lnTo>
                <a:lnTo>
                  <a:pt x="0" y="381776"/>
                </a:lnTo>
                <a:lnTo>
                  <a:pt x="11334" y="377069"/>
                </a:lnTo>
                <a:cubicBezTo>
                  <a:pt x="24905" y="369224"/>
                  <a:pt x="35935" y="358620"/>
                  <a:pt x="47546" y="347579"/>
                </a:cubicBezTo>
                <a:cubicBezTo>
                  <a:pt x="71348" y="324917"/>
                  <a:pt x="96892" y="299931"/>
                  <a:pt x="147400" y="299931"/>
                </a:cubicBezTo>
                <a:close/>
                <a:moveTo>
                  <a:pt x="147400" y="200515"/>
                </a:moveTo>
                <a:cubicBezTo>
                  <a:pt x="198488" y="200515"/>
                  <a:pt x="224032" y="225469"/>
                  <a:pt x="247834" y="247521"/>
                </a:cubicBezTo>
                <a:cubicBezTo>
                  <a:pt x="271056" y="270154"/>
                  <a:pt x="291956" y="289884"/>
                  <a:pt x="334917" y="289884"/>
                </a:cubicBezTo>
                <a:cubicBezTo>
                  <a:pt x="378513" y="289884"/>
                  <a:pt x="399440" y="270154"/>
                  <a:pt x="422692" y="247521"/>
                </a:cubicBezTo>
                <a:cubicBezTo>
                  <a:pt x="446525" y="225469"/>
                  <a:pt x="472101" y="200515"/>
                  <a:pt x="522674" y="200515"/>
                </a:cubicBezTo>
                <a:cubicBezTo>
                  <a:pt x="573762" y="200515"/>
                  <a:pt x="599306" y="225469"/>
                  <a:pt x="623109" y="247521"/>
                </a:cubicBezTo>
                <a:cubicBezTo>
                  <a:pt x="646331" y="270154"/>
                  <a:pt x="667230" y="289884"/>
                  <a:pt x="710190" y="289884"/>
                </a:cubicBezTo>
                <a:cubicBezTo>
                  <a:pt x="753731" y="289884"/>
                  <a:pt x="774632" y="270154"/>
                  <a:pt x="797854" y="247521"/>
                </a:cubicBezTo>
                <a:cubicBezTo>
                  <a:pt x="821656" y="225469"/>
                  <a:pt x="847200" y="200515"/>
                  <a:pt x="897707" y="200515"/>
                </a:cubicBezTo>
                <a:cubicBezTo>
                  <a:pt x="948795" y="200515"/>
                  <a:pt x="974339" y="225469"/>
                  <a:pt x="998141" y="247521"/>
                </a:cubicBezTo>
                <a:cubicBezTo>
                  <a:pt x="1021364" y="270154"/>
                  <a:pt x="1042264" y="289884"/>
                  <a:pt x="1085224" y="289884"/>
                </a:cubicBezTo>
                <a:cubicBezTo>
                  <a:pt x="1128821" y="289884"/>
                  <a:pt x="1149748" y="270154"/>
                  <a:pt x="1173000" y="247521"/>
                </a:cubicBezTo>
                <a:cubicBezTo>
                  <a:pt x="1196833" y="225469"/>
                  <a:pt x="1222409" y="200515"/>
                  <a:pt x="1272981" y="200515"/>
                </a:cubicBezTo>
                <a:cubicBezTo>
                  <a:pt x="1324070" y="200515"/>
                  <a:pt x="1349614" y="225469"/>
                  <a:pt x="1373416" y="247521"/>
                </a:cubicBezTo>
                <a:cubicBezTo>
                  <a:pt x="1396639" y="270154"/>
                  <a:pt x="1417538" y="289884"/>
                  <a:pt x="1460498" y="289884"/>
                </a:cubicBezTo>
                <a:cubicBezTo>
                  <a:pt x="1503459" y="289884"/>
                  <a:pt x="1524939" y="270154"/>
                  <a:pt x="1548162" y="247521"/>
                </a:cubicBezTo>
                <a:cubicBezTo>
                  <a:pt x="1571964" y="225469"/>
                  <a:pt x="1597508" y="200515"/>
                  <a:pt x="1648015" y="200515"/>
                </a:cubicBezTo>
                <a:cubicBezTo>
                  <a:pt x="1698523" y="200515"/>
                  <a:pt x="1724647" y="225469"/>
                  <a:pt x="1748449" y="247521"/>
                </a:cubicBezTo>
                <a:cubicBezTo>
                  <a:pt x="1771672" y="270154"/>
                  <a:pt x="1792572" y="289884"/>
                  <a:pt x="1835532" y="289884"/>
                </a:cubicBezTo>
                <a:cubicBezTo>
                  <a:pt x="1878548" y="289884"/>
                  <a:pt x="1900055" y="270154"/>
                  <a:pt x="1923307" y="247521"/>
                </a:cubicBezTo>
                <a:cubicBezTo>
                  <a:pt x="1947141" y="225469"/>
                  <a:pt x="1972717" y="200515"/>
                  <a:pt x="2023289" y="200515"/>
                </a:cubicBezTo>
                <a:cubicBezTo>
                  <a:pt x="2073797" y="200515"/>
                  <a:pt x="2099922" y="225469"/>
                  <a:pt x="2123724" y="247521"/>
                </a:cubicBezTo>
                <a:cubicBezTo>
                  <a:pt x="2146947" y="270154"/>
                  <a:pt x="2167846" y="289884"/>
                  <a:pt x="2210806" y="289884"/>
                </a:cubicBezTo>
                <a:cubicBezTo>
                  <a:pt x="2253767" y="289884"/>
                  <a:pt x="2275247" y="270154"/>
                  <a:pt x="2298469" y="247521"/>
                </a:cubicBezTo>
                <a:cubicBezTo>
                  <a:pt x="2322272" y="225469"/>
                  <a:pt x="2347816" y="200515"/>
                  <a:pt x="2398323" y="200515"/>
                </a:cubicBezTo>
                <a:cubicBezTo>
                  <a:pt x="2448831" y="200515"/>
                  <a:pt x="2474955" y="225469"/>
                  <a:pt x="2498177" y="247521"/>
                </a:cubicBezTo>
                <a:cubicBezTo>
                  <a:pt x="2521979" y="270154"/>
                  <a:pt x="2542880" y="289884"/>
                  <a:pt x="2585840" y="289884"/>
                </a:cubicBezTo>
                <a:cubicBezTo>
                  <a:pt x="2628856" y="289884"/>
                  <a:pt x="2650363" y="270154"/>
                  <a:pt x="2673615" y="247521"/>
                </a:cubicBezTo>
                <a:cubicBezTo>
                  <a:pt x="2697449" y="225469"/>
                  <a:pt x="2723025" y="200515"/>
                  <a:pt x="2773597" y="200515"/>
                </a:cubicBezTo>
                <a:cubicBezTo>
                  <a:pt x="2824104" y="200515"/>
                  <a:pt x="2850230" y="225469"/>
                  <a:pt x="2873451" y="247521"/>
                </a:cubicBezTo>
                <a:cubicBezTo>
                  <a:pt x="2897254" y="270154"/>
                  <a:pt x="2918153" y="289884"/>
                  <a:pt x="2961114" y="289884"/>
                </a:cubicBezTo>
                <a:lnTo>
                  <a:pt x="2961114" y="307874"/>
                </a:lnTo>
                <a:cubicBezTo>
                  <a:pt x="2910606" y="307874"/>
                  <a:pt x="2885063" y="283501"/>
                  <a:pt x="2861260" y="260869"/>
                </a:cubicBezTo>
                <a:cubicBezTo>
                  <a:pt x="2838038" y="238236"/>
                  <a:pt x="2816557" y="218505"/>
                  <a:pt x="2773597" y="218505"/>
                </a:cubicBezTo>
                <a:cubicBezTo>
                  <a:pt x="2730581" y="218505"/>
                  <a:pt x="2709655" y="238236"/>
                  <a:pt x="2685822" y="260869"/>
                </a:cubicBezTo>
                <a:cubicBezTo>
                  <a:pt x="2662570" y="283501"/>
                  <a:pt x="2636412" y="307874"/>
                  <a:pt x="2585840" y="307874"/>
                </a:cubicBezTo>
                <a:cubicBezTo>
                  <a:pt x="2535333" y="307874"/>
                  <a:pt x="2509789" y="283501"/>
                  <a:pt x="2485985" y="260869"/>
                </a:cubicBezTo>
                <a:cubicBezTo>
                  <a:pt x="2462763" y="238236"/>
                  <a:pt x="2441284" y="218505"/>
                  <a:pt x="2398323" y="218505"/>
                </a:cubicBezTo>
                <a:cubicBezTo>
                  <a:pt x="2355363" y="218505"/>
                  <a:pt x="2334462" y="238236"/>
                  <a:pt x="2310660" y="260869"/>
                </a:cubicBezTo>
                <a:cubicBezTo>
                  <a:pt x="2287438" y="283501"/>
                  <a:pt x="2261314" y="307874"/>
                  <a:pt x="2210806" y="307874"/>
                </a:cubicBezTo>
                <a:cubicBezTo>
                  <a:pt x="2160299" y="307874"/>
                  <a:pt x="2134755" y="283501"/>
                  <a:pt x="2110953" y="260869"/>
                </a:cubicBezTo>
                <a:cubicBezTo>
                  <a:pt x="2087730" y="238236"/>
                  <a:pt x="2066250" y="218505"/>
                  <a:pt x="2023289" y="218505"/>
                </a:cubicBezTo>
                <a:cubicBezTo>
                  <a:pt x="1980273" y="218505"/>
                  <a:pt x="1959347" y="238236"/>
                  <a:pt x="1936095" y="260869"/>
                </a:cubicBezTo>
                <a:cubicBezTo>
                  <a:pt x="1912263" y="283501"/>
                  <a:pt x="1886104" y="307874"/>
                  <a:pt x="1835532" y="307874"/>
                </a:cubicBezTo>
                <a:cubicBezTo>
                  <a:pt x="1785025" y="307874"/>
                  <a:pt x="1759481" y="283501"/>
                  <a:pt x="1735678" y="260869"/>
                </a:cubicBezTo>
                <a:cubicBezTo>
                  <a:pt x="1712455" y="238236"/>
                  <a:pt x="1690976" y="218505"/>
                  <a:pt x="1648015" y="218505"/>
                </a:cubicBezTo>
                <a:cubicBezTo>
                  <a:pt x="1605055" y="218505"/>
                  <a:pt x="1584156" y="238236"/>
                  <a:pt x="1560933" y="260869"/>
                </a:cubicBezTo>
                <a:cubicBezTo>
                  <a:pt x="1537130" y="283501"/>
                  <a:pt x="1511006" y="307874"/>
                  <a:pt x="1460498" y="307874"/>
                </a:cubicBezTo>
                <a:cubicBezTo>
                  <a:pt x="1409991" y="307874"/>
                  <a:pt x="1384447" y="283501"/>
                  <a:pt x="1360645" y="260869"/>
                </a:cubicBezTo>
                <a:cubicBezTo>
                  <a:pt x="1337422" y="238236"/>
                  <a:pt x="1316522" y="218505"/>
                  <a:pt x="1272981" y="218505"/>
                </a:cubicBezTo>
                <a:cubicBezTo>
                  <a:pt x="1229966" y="218505"/>
                  <a:pt x="1209039" y="238236"/>
                  <a:pt x="1185788" y="260869"/>
                </a:cubicBezTo>
                <a:cubicBezTo>
                  <a:pt x="1161955" y="283501"/>
                  <a:pt x="1136378" y="307874"/>
                  <a:pt x="1085224" y="307874"/>
                </a:cubicBezTo>
                <a:cubicBezTo>
                  <a:pt x="1034717" y="307874"/>
                  <a:pt x="1009173" y="283501"/>
                  <a:pt x="985370" y="260869"/>
                </a:cubicBezTo>
                <a:cubicBezTo>
                  <a:pt x="962147" y="238236"/>
                  <a:pt x="941248" y="218505"/>
                  <a:pt x="897707" y="218505"/>
                </a:cubicBezTo>
                <a:cubicBezTo>
                  <a:pt x="854747" y="218505"/>
                  <a:pt x="833848" y="238236"/>
                  <a:pt x="810626" y="260869"/>
                </a:cubicBezTo>
                <a:cubicBezTo>
                  <a:pt x="786822" y="283501"/>
                  <a:pt x="761278" y="307874"/>
                  <a:pt x="710190" y="307874"/>
                </a:cubicBezTo>
                <a:cubicBezTo>
                  <a:pt x="659683" y="307874"/>
                  <a:pt x="634139" y="283501"/>
                  <a:pt x="610337" y="260869"/>
                </a:cubicBezTo>
                <a:cubicBezTo>
                  <a:pt x="587115" y="238236"/>
                  <a:pt x="566214" y="218505"/>
                  <a:pt x="522674" y="218505"/>
                </a:cubicBezTo>
                <a:cubicBezTo>
                  <a:pt x="479658" y="218505"/>
                  <a:pt x="458732" y="238236"/>
                  <a:pt x="435480" y="260869"/>
                </a:cubicBezTo>
                <a:cubicBezTo>
                  <a:pt x="411648" y="283501"/>
                  <a:pt x="386070" y="307874"/>
                  <a:pt x="334917" y="307874"/>
                </a:cubicBezTo>
                <a:cubicBezTo>
                  <a:pt x="284409" y="307874"/>
                  <a:pt x="258865" y="283501"/>
                  <a:pt x="235062" y="260869"/>
                </a:cubicBezTo>
                <a:cubicBezTo>
                  <a:pt x="211841" y="238236"/>
                  <a:pt x="190941" y="218505"/>
                  <a:pt x="147400" y="218505"/>
                </a:cubicBezTo>
                <a:cubicBezTo>
                  <a:pt x="104439" y="218505"/>
                  <a:pt x="83540" y="238236"/>
                  <a:pt x="60318" y="260869"/>
                </a:cubicBezTo>
                <a:cubicBezTo>
                  <a:pt x="48417" y="272185"/>
                  <a:pt x="36080" y="283936"/>
                  <a:pt x="20333" y="292859"/>
                </a:cubicBezTo>
                <a:lnTo>
                  <a:pt x="0" y="301170"/>
                </a:lnTo>
                <a:lnTo>
                  <a:pt x="0" y="279986"/>
                </a:lnTo>
                <a:lnTo>
                  <a:pt x="11334" y="277190"/>
                </a:lnTo>
                <a:cubicBezTo>
                  <a:pt x="24905" y="269428"/>
                  <a:pt x="35935" y="258837"/>
                  <a:pt x="47546" y="247521"/>
                </a:cubicBezTo>
                <a:cubicBezTo>
                  <a:pt x="71348" y="225469"/>
                  <a:pt x="96892" y="200515"/>
                  <a:pt x="147400" y="200515"/>
                </a:cubicBezTo>
                <a:close/>
                <a:moveTo>
                  <a:pt x="147400" y="99897"/>
                </a:moveTo>
                <a:cubicBezTo>
                  <a:pt x="198488" y="99897"/>
                  <a:pt x="224032" y="124325"/>
                  <a:pt x="247834" y="147008"/>
                </a:cubicBezTo>
                <a:cubicBezTo>
                  <a:pt x="271056" y="169691"/>
                  <a:pt x="291956" y="189466"/>
                  <a:pt x="334917" y="189466"/>
                </a:cubicBezTo>
                <a:cubicBezTo>
                  <a:pt x="378513" y="189466"/>
                  <a:pt x="399440" y="169691"/>
                  <a:pt x="422692" y="147008"/>
                </a:cubicBezTo>
                <a:cubicBezTo>
                  <a:pt x="446525" y="124906"/>
                  <a:pt x="472101" y="99897"/>
                  <a:pt x="522674" y="99897"/>
                </a:cubicBezTo>
                <a:cubicBezTo>
                  <a:pt x="573762" y="99897"/>
                  <a:pt x="599306" y="124325"/>
                  <a:pt x="623109" y="147008"/>
                </a:cubicBezTo>
                <a:cubicBezTo>
                  <a:pt x="646331" y="169691"/>
                  <a:pt x="667230" y="189466"/>
                  <a:pt x="710190" y="189466"/>
                </a:cubicBezTo>
                <a:cubicBezTo>
                  <a:pt x="753731" y="189466"/>
                  <a:pt x="774632" y="169691"/>
                  <a:pt x="797854" y="147008"/>
                </a:cubicBezTo>
                <a:cubicBezTo>
                  <a:pt x="821656" y="124906"/>
                  <a:pt x="847200" y="99897"/>
                  <a:pt x="897707" y="99897"/>
                </a:cubicBezTo>
                <a:cubicBezTo>
                  <a:pt x="948795" y="99897"/>
                  <a:pt x="974339" y="124325"/>
                  <a:pt x="998141" y="147008"/>
                </a:cubicBezTo>
                <a:cubicBezTo>
                  <a:pt x="1021364" y="169691"/>
                  <a:pt x="1042264" y="189466"/>
                  <a:pt x="1085224" y="189466"/>
                </a:cubicBezTo>
                <a:cubicBezTo>
                  <a:pt x="1128821" y="189466"/>
                  <a:pt x="1149748" y="169691"/>
                  <a:pt x="1173000" y="147008"/>
                </a:cubicBezTo>
                <a:cubicBezTo>
                  <a:pt x="1196833" y="124906"/>
                  <a:pt x="1222409" y="99897"/>
                  <a:pt x="1272981" y="99897"/>
                </a:cubicBezTo>
                <a:cubicBezTo>
                  <a:pt x="1324070" y="99897"/>
                  <a:pt x="1349614" y="124325"/>
                  <a:pt x="1373416" y="147008"/>
                </a:cubicBezTo>
                <a:cubicBezTo>
                  <a:pt x="1396639" y="169691"/>
                  <a:pt x="1417538" y="189466"/>
                  <a:pt x="1460498" y="189466"/>
                </a:cubicBezTo>
                <a:cubicBezTo>
                  <a:pt x="1503459" y="189466"/>
                  <a:pt x="1524939" y="169691"/>
                  <a:pt x="1548162" y="147008"/>
                </a:cubicBezTo>
                <a:cubicBezTo>
                  <a:pt x="1571964" y="124906"/>
                  <a:pt x="1597508" y="99897"/>
                  <a:pt x="1648015" y="99897"/>
                </a:cubicBezTo>
                <a:cubicBezTo>
                  <a:pt x="1698523" y="99897"/>
                  <a:pt x="1724647" y="124325"/>
                  <a:pt x="1748449" y="147008"/>
                </a:cubicBezTo>
                <a:cubicBezTo>
                  <a:pt x="1771672" y="169691"/>
                  <a:pt x="1792572" y="189466"/>
                  <a:pt x="1835532" y="189466"/>
                </a:cubicBezTo>
                <a:cubicBezTo>
                  <a:pt x="1878548" y="189466"/>
                  <a:pt x="1900055" y="169691"/>
                  <a:pt x="1923307" y="147008"/>
                </a:cubicBezTo>
                <a:cubicBezTo>
                  <a:pt x="1947141" y="124906"/>
                  <a:pt x="1972717" y="99897"/>
                  <a:pt x="2023289" y="99897"/>
                </a:cubicBezTo>
                <a:cubicBezTo>
                  <a:pt x="2073797" y="99897"/>
                  <a:pt x="2099922" y="124325"/>
                  <a:pt x="2123724" y="147008"/>
                </a:cubicBezTo>
                <a:cubicBezTo>
                  <a:pt x="2146947" y="169691"/>
                  <a:pt x="2167846" y="189466"/>
                  <a:pt x="2210806" y="189466"/>
                </a:cubicBezTo>
                <a:cubicBezTo>
                  <a:pt x="2253767" y="189466"/>
                  <a:pt x="2275247" y="169691"/>
                  <a:pt x="2298469" y="147008"/>
                </a:cubicBezTo>
                <a:cubicBezTo>
                  <a:pt x="2322272" y="124906"/>
                  <a:pt x="2347816" y="99897"/>
                  <a:pt x="2398323" y="99897"/>
                </a:cubicBezTo>
                <a:cubicBezTo>
                  <a:pt x="2448831" y="99897"/>
                  <a:pt x="2474955" y="124325"/>
                  <a:pt x="2498177" y="147008"/>
                </a:cubicBezTo>
                <a:cubicBezTo>
                  <a:pt x="2521979" y="169691"/>
                  <a:pt x="2542880" y="189466"/>
                  <a:pt x="2585840" y="189466"/>
                </a:cubicBezTo>
                <a:cubicBezTo>
                  <a:pt x="2628856" y="189466"/>
                  <a:pt x="2650363" y="169691"/>
                  <a:pt x="2673615" y="147008"/>
                </a:cubicBezTo>
                <a:cubicBezTo>
                  <a:pt x="2697449" y="124906"/>
                  <a:pt x="2723025" y="99897"/>
                  <a:pt x="2773597" y="99897"/>
                </a:cubicBezTo>
                <a:cubicBezTo>
                  <a:pt x="2824104" y="99897"/>
                  <a:pt x="2850230" y="124325"/>
                  <a:pt x="2873451" y="147008"/>
                </a:cubicBezTo>
                <a:cubicBezTo>
                  <a:pt x="2897254" y="169691"/>
                  <a:pt x="2918153" y="189466"/>
                  <a:pt x="2961114" y="189466"/>
                </a:cubicBezTo>
                <a:lnTo>
                  <a:pt x="2961114" y="207496"/>
                </a:lnTo>
                <a:cubicBezTo>
                  <a:pt x="2910606" y="207496"/>
                  <a:pt x="2885063" y="183068"/>
                  <a:pt x="2861260" y="160385"/>
                </a:cubicBezTo>
                <a:cubicBezTo>
                  <a:pt x="2838038" y="137702"/>
                  <a:pt x="2816557" y="117927"/>
                  <a:pt x="2773597" y="117927"/>
                </a:cubicBezTo>
                <a:cubicBezTo>
                  <a:pt x="2730581" y="117927"/>
                  <a:pt x="2709655" y="137702"/>
                  <a:pt x="2685822" y="160385"/>
                </a:cubicBezTo>
                <a:cubicBezTo>
                  <a:pt x="2662570" y="183068"/>
                  <a:pt x="2636412" y="207496"/>
                  <a:pt x="2585840" y="207496"/>
                </a:cubicBezTo>
                <a:cubicBezTo>
                  <a:pt x="2535333" y="207496"/>
                  <a:pt x="2509789" y="183068"/>
                  <a:pt x="2485985" y="160385"/>
                </a:cubicBezTo>
                <a:cubicBezTo>
                  <a:pt x="2462763" y="137702"/>
                  <a:pt x="2441284" y="117927"/>
                  <a:pt x="2398323" y="117927"/>
                </a:cubicBezTo>
                <a:cubicBezTo>
                  <a:pt x="2355363" y="117927"/>
                  <a:pt x="2334462" y="137702"/>
                  <a:pt x="2310660" y="160385"/>
                </a:cubicBezTo>
                <a:cubicBezTo>
                  <a:pt x="2287438" y="183068"/>
                  <a:pt x="2261314" y="207496"/>
                  <a:pt x="2210806" y="207496"/>
                </a:cubicBezTo>
                <a:cubicBezTo>
                  <a:pt x="2160299" y="207496"/>
                  <a:pt x="2134755" y="183068"/>
                  <a:pt x="2110953" y="160385"/>
                </a:cubicBezTo>
                <a:cubicBezTo>
                  <a:pt x="2087730" y="137702"/>
                  <a:pt x="2066250" y="117927"/>
                  <a:pt x="2023289" y="117927"/>
                </a:cubicBezTo>
                <a:cubicBezTo>
                  <a:pt x="1980273" y="117927"/>
                  <a:pt x="1959347" y="137702"/>
                  <a:pt x="1936095" y="160385"/>
                </a:cubicBezTo>
                <a:cubicBezTo>
                  <a:pt x="1912263" y="183068"/>
                  <a:pt x="1886104" y="207496"/>
                  <a:pt x="1835532" y="207496"/>
                </a:cubicBezTo>
                <a:cubicBezTo>
                  <a:pt x="1785025" y="207496"/>
                  <a:pt x="1759481" y="183068"/>
                  <a:pt x="1735678" y="160385"/>
                </a:cubicBezTo>
                <a:cubicBezTo>
                  <a:pt x="1712455" y="137702"/>
                  <a:pt x="1690976" y="117927"/>
                  <a:pt x="1648015" y="117927"/>
                </a:cubicBezTo>
                <a:cubicBezTo>
                  <a:pt x="1605055" y="117927"/>
                  <a:pt x="1584156" y="137702"/>
                  <a:pt x="1560933" y="160385"/>
                </a:cubicBezTo>
                <a:cubicBezTo>
                  <a:pt x="1537130" y="183068"/>
                  <a:pt x="1511006" y="207496"/>
                  <a:pt x="1460498" y="207496"/>
                </a:cubicBezTo>
                <a:cubicBezTo>
                  <a:pt x="1409991" y="207496"/>
                  <a:pt x="1384447" y="183068"/>
                  <a:pt x="1360645" y="160385"/>
                </a:cubicBezTo>
                <a:cubicBezTo>
                  <a:pt x="1337422" y="137702"/>
                  <a:pt x="1316522" y="117927"/>
                  <a:pt x="1272981" y="117927"/>
                </a:cubicBezTo>
                <a:cubicBezTo>
                  <a:pt x="1229966" y="117927"/>
                  <a:pt x="1209039" y="137702"/>
                  <a:pt x="1185788" y="160385"/>
                </a:cubicBezTo>
                <a:cubicBezTo>
                  <a:pt x="1161955" y="183068"/>
                  <a:pt x="1136378" y="207496"/>
                  <a:pt x="1085224" y="207496"/>
                </a:cubicBezTo>
                <a:cubicBezTo>
                  <a:pt x="1034717" y="207496"/>
                  <a:pt x="1009173" y="183068"/>
                  <a:pt x="985370" y="160385"/>
                </a:cubicBezTo>
                <a:cubicBezTo>
                  <a:pt x="962147" y="137702"/>
                  <a:pt x="941248" y="117927"/>
                  <a:pt x="897707" y="117927"/>
                </a:cubicBezTo>
                <a:cubicBezTo>
                  <a:pt x="854747" y="117927"/>
                  <a:pt x="833848" y="137702"/>
                  <a:pt x="810626" y="160385"/>
                </a:cubicBezTo>
                <a:cubicBezTo>
                  <a:pt x="786822" y="183068"/>
                  <a:pt x="761278" y="207496"/>
                  <a:pt x="710190" y="207496"/>
                </a:cubicBezTo>
                <a:cubicBezTo>
                  <a:pt x="659683" y="207496"/>
                  <a:pt x="634139" y="183068"/>
                  <a:pt x="610337" y="160385"/>
                </a:cubicBezTo>
                <a:cubicBezTo>
                  <a:pt x="587115" y="137702"/>
                  <a:pt x="566214" y="117927"/>
                  <a:pt x="522674" y="117927"/>
                </a:cubicBezTo>
                <a:cubicBezTo>
                  <a:pt x="479658" y="117927"/>
                  <a:pt x="458732" y="137702"/>
                  <a:pt x="435480" y="160385"/>
                </a:cubicBezTo>
                <a:cubicBezTo>
                  <a:pt x="411648" y="183068"/>
                  <a:pt x="386070" y="207496"/>
                  <a:pt x="334917" y="207496"/>
                </a:cubicBezTo>
                <a:cubicBezTo>
                  <a:pt x="284409" y="207496"/>
                  <a:pt x="258865" y="183068"/>
                  <a:pt x="235062" y="160385"/>
                </a:cubicBezTo>
                <a:cubicBezTo>
                  <a:pt x="211841" y="137702"/>
                  <a:pt x="190941" y="117927"/>
                  <a:pt x="147400" y="117927"/>
                </a:cubicBezTo>
                <a:cubicBezTo>
                  <a:pt x="104439" y="117927"/>
                  <a:pt x="83540" y="137702"/>
                  <a:pt x="60318" y="160385"/>
                </a:cubicBezTo>
                <a:cubicBezTo>
                  <a:pt x="48417" y="171727"/>
                  <a:pt x="36080" y="183505"/>
                  <a:pt x="20333" y="192447"/>
                </a:cubicBezTo>
                <a:lnTo>
                  <a:pt x="0" y="200777"/>
                </a:lnTo>
                <a:lnTo>
                  <a:pt x="0" y="179546"/>
                </a:lnTo>
                <a:lnTo>
                  <a:pt x="11334" y="176743"/>
                </a:lnTo>
                <a:cubicBezTo>
                  <a:pt x="24905" y="168964"/>
                  <a:pt x="35935" y="158350"/>
                  <a:pt x="47546" y="147008"/>
                </a:cubicBezTo>
                <a:cubicBezTo>
                  <a:pt x="71348" y="124906"/>
                  <a:pt x="96892" y="99897"/>
                  <a:pt x="147400" y="99897"/>
                </a:cubicBezTo>
                <a:close/>
                <a:moveTo>
                  <a:pt x="147400" y="0"/>
                </a:moveTo>
                <a:cubicBezTo>
                  <a:pt x="198488" y="0"/>
                  <a:pt x="224032" y="24987"/>
                  <a:pt x="247834" y="47649"/>
                </a:cubicBezTo>
                <a:cubicBezTo>
                  <a:pt x="271056" y="69730"/>
                  <a:pt x="291956" y="90068"/>
                  <a:pt x="334917" y="90068"/>
                </a:cubicBezTo>
                <a:cubicBezTo>
                  <a:pt x="378513" y="90068"/>
                  <a:pt x="399440" y="69730"/>
                  <a:pt x="422692" y="47649"/>
                </a:cubicBezTo>
                <a:cubicBezTo>
                  <a:pt x="446525" y="24987"/>
                  <a:pt x="472101" y="0"/>
                  <a:pt x="522674" y="0"/>
                </a:cubicBezTo>
                <a:cubicBezTo>
                  <a:pt x="573762" y="0"/>
                  <a:pt x="599306" y="24987"/>
                  <a:pt x="623109" y="47649"/>
                </a:cubicBezTo>
                <a:cubicBezTo>
                  <a:pt x="646331" y="69730"/>
                  <a:pt x="667230" y="90068"/>
                  <a:pt x="710190" y="90068"/>
                </a:cubicBezTo>
                <a:cubicBezTo>
                  <a:pt x="753731" y="90068"/>
                  <a:pt x="774632" y="69730"/>
                  <a:pt x="797854" y="47649"/>
                </a:cubicBezTo>
                <a:cubicBezTo>
                  <a:pt x="821656" y="24987"/>
                  <a:pt x="847200" y="0"/>
                  <a:pt x="897707" y="0"/>
                </a:cubicBezTo>
                <a:cubicBezTo>
                  <a:pt x="948795" y="0"/>
                  <a:pt x="974339" y="24987"/>
                  <a:pt x="998141" y="47649"/>
                </a:cubicBezTo>
                <a:cubicBezTo>
                  <a:pt x="1021364" y="69730"/>
                  <a:pt x="1042264" y="90068"/>
                  <a:pt x="1085224" y="90068"/>
                </a:cubicBezTo>
                <a:cubicBezTo>
                  <a:pt x="1128821" y="90068"/>
                  <a:pt x="1149748" y="69730"/>
                  <a:pt x="1173000" y="47649"/>
                </a:cubicBezTo>
                <a:cubicBezTo>
                  <a:pt x="1196833" y="24987"/>
                  <a:pt x="1222409" y="0"/>
                  <a:pt x="1272981" y="0"/>
                </a:cubicBezTo>
                <a:cubicBezTo>
                  <a:pt x="1324070" y="0"/>
                  <a:pt x="1349614" y="24987"/>
                  <a:pt x="1373416" y="47649"/>
                </a:cubicBezTo>
                <a:cubicBezTo>
                  <a:pt x="1396639" y="69730"/>
                  <a:pt x="1417538" y="90068"/>
                  <a:pt x="1460498" y="90068"/>
                </a:cubicBezTo>
                <a:cubicBezTo>
                  <a:pt x="1503459" y="90068"/>
                  <a:pt x="1524939" y="69730"/>
                  <a:pt x="1548162" y="47649"/>
                </a:cubicBezTo>
                <a:cubicBezTo>
                  <a:pt x="1571964" y="24987"/>
                  <a:pt x="1597508" y="0"/>
                  <a:pt x="1648015" y="0"/>
                </a:cubicBezTo>
                <a:cubicBezTo>
                  <a:pt x="1698523" y="0"/>
                  <a:pt x="1724647" y="24987"/>
                  <a:pt x="1748449" y="47649"/>
                </a:cubicBezTo>
                <a:cubicBezTo>
                  <a:pt x="1771672" y="69730"/>
                  <a:pt x="1792572" y="90068"/>
                  <a:pt x="1835532" y="90068"/>
                </a:cubicBezTo>
                <a:cubicBezTo>
                  <a:pt x="1878548" y="90068"/>
                  <a:pt x="1900055" y="69730"/>
                  <a:pt x="1923307" y="47649"/>
                </a:cubicBezTo>
                <a:cubicBezTo>
                  <a:pt x="1947141" y="24987"/>
                  <a:pt x="1972717" y="0"/>
                  <a:pt x="2023289" y="0"/>
                </a:cubicBezTo>
                <a:cubicBezTo>
                  <a:pt x="2073797" y="0"/>
                  <a:pt x="2099922" y="24987"/>
                  <a:pt x="2123724" y="47649"/>
                </a:cubicBezTo>
                <a:cubicBezTo>
                  <a:pt x="2146947" y="69730"/>
                  <a:pt x="2167846" y="90068"/>
                  <a:pt x="2210806" y="90068"/>
                </a:cubicBezTo>
                <a:cubicBezTo>
                  <a:pt x="2253767" y="90068"/>
                  <a:pt x="2275247" y="69730"/>
                  <a:pt x="2298469" y="47649"/>
                </a:cubicBezTo>
                <a:cubicBezTo>
                  <a:pt x="2322272" y="24987"/>
                  <a:pt x="2347816" y="0"/>
                  <a:pt x="2398323" y="0"/>
                </a:cubicBezTo>
                <a:cubicBezTo>
                  <a:pt x="2448831" y="0"/>
                  <a:pt x="2474955" y="24987"/>
                  <a:pt x="2498177" y="47649"/>
                </a:cubicBezTo>
                <a:cubicBezTo>
                  <a:pt x="2521979" y="69730"/>
                  <a:pt x="2542880" y="90068"/>
                  <a:pt x="2585840" y="90068"/>
                </a:cubicBezTo>
                <a:cubicBezTo>
                  <a:pt x="2628856" y="90068"/>
                  <a:pt x="2650363" y="69730"/>
                  <a:pt x="2673615" y="47649"/>
                </a:cubicBezTo>
                <a:cubicBezTo>
                  <a:pt x="2697449" y="24987"/>
                  <a:pt x="2723025" y="0"/>
                  <a:pt x="2773597" y="0"/>
                </a:cubicBezTo>
                <a:cubicBezTo>
                  <a:pt x="2824104" y="0"/>
                  <a:pt x="2850230" y="24987"/>
                  <a:pt x="2873451" y="47649"/>
                </a:cubicBezTo>
                <a:cubicBezTo>
                  <a:pt x="2897254" y="69730"/>
                  <a:pt x="2918153" y="90068"/>
                  <a:pt x="2961114" y="90068"/>
                </a:cubicBezTo>
                <a:lnTo>
                  <a:pt x="2961114" y="108081"/>
                </a:lnTo>
                <a:cubicBezTo>
                  <a:pt x="2910606" y="108081"/>
                  <a:pt x="2885063" y="83095"/>
                  <a:pt x="2861260" y="60433"/>
                </a:cubicBezTo>
                <a:cubicBezTo>
                  <a:pt x="2838038" y="38351"/>
                  <a:pt x="2816557" y="18014"/>
                  <a:pt x="2773597" y="18014"/>
                </a:cubicBezTo>
                <a:cubicBezTo>
                  <a:pt x="2730581" y="18014"/>
                  <a:pt x="2709655" y="38351"/>
                  <a:pt x="2685822" y="60433"/>
                </a:cubicBezTo>
                <a:cubicBezTo>
                  <a:pt x="2662570" y="83095"/>
                  <a:pt x="2636412" y="108081"/>
                  <a:pt x="2585840" y="108081"/>
                </a:cubicBezTo>
                <a:cubicBezTo>
                  <a:pt x="2535333" y="108081"/>
                  <a:pt x="2509789" y="83095"/>
                  <a:pt x="2485985" y="60433"/>
                </a:cubicBezTo>
                <a:cubicBezTo>
                  <a:pt x="2462763" y="38351"/>
                  <a:pt x="2441284" y="18014"/>
                  <a:pt x="2398323" y="18014"/>
                </a:cubicBezTo>
                <a:cubicBezTo>
                  <a:pt x="2355363" y="18014"/>
                  <a:pt x="2334462" y="38351"/>
                  <a:pt x="2310660" y="60433"/>
                </a:cubicBezTo>
                <a:cubicBezTo>
                  <a:pt x="2287438" y="83095"/>
                  <a:pt x="2261314" y="108081"/>
                  <a:pt x="2210806" y="108081"/>
                </a:cubicBezTo>
                <a:cubicBezTo>
                  <a:pt x="2160299" y="108081"/>
                  <a:pt x="2134755" y="83095"/>
                  <a:pt x="2110953" y="60433"/>
                </a:cubicBezTo>
                <a:cubicBezTo>
                  <a:pt x="2087730" y="38351"/>
                  <a:pt x="2066250" y="18014"/>
                  <a:pt x="2023289" y="18014"/>
                </a:cubicBezTo>
                <a:cubicBezTo>
                  <a:pt x="1980273" y="18014"/>
                  <a:pt x="1959347" y="38351"/>
                  <a:pt x="1936095" y="60433"/>
                </a:cubicBezTo>
                <a:cubicBezTo>
                  <a:pt x="1912263" y="83095"/>
                  <a:pt x="1886104" y="108081"/>
                  <a:pt x="1835532" y="108081"/>
                </a:cubicBezTo>
                <a:cubicBezTo>
                  <a:pt x="1785025" y="108081"/>
                  <a:pt x="1759481" y="83095"/>
                  <a:pt x="1735678" y="60433"/>
                </a:cubicBezTo>
                <a:cubicBezTo>
                  <a:pt x="1712455" y="38351"/>
                  <a:pt x="1690976" y="18014"/>
                  <a:pt x="1648015" y="18014"/>
                </a:cubicBezTo>
                <a:cubicBezTo>
                  <a:pt x="1605055" y="18014"/>
                  <a:pt x="1584156" y="38351"/>
                  <a:pt x="1560933" y="60433"/>
                </a:cubicBezTo>
                <a:cubicBezTo>
                  <a:pt x="1537130" y="83095"/>
                  <a:pt x="1511006" y="108081"/>
                  <a:pt x="1460498" y="108081"/>
                </a:cubicBezTo>
                <a:cubicBezTo>
                  <a:pt x="1409991" y="108081"/>
                  <a:pt x="1384447" y="83095"/>
                  <a:pt x="1360645" y="60433"/>
                </a:cubicBezTo>
                <a:cubicBezTo>
                  <a:pt x="1337422" y="38351"/>
                  <a:pt x="1316522" y="18014"/>
                  <a:pt x="1272981" y="18014"/>
                </a:cubicBezTo>
                <a:cubicBezTo>
                  <a:pt x="1229966" y="18014"/>
                  <a:pt x="1209039" y="38351"/>
                  <a:pt x="1185788" y="60433"/>
                </a:cubicBezTo>
                <a:cubicBezTo>
                  <a:pt x="1161955" y="83095"/>
                  <a:pt x="1136378" y="108081"/>
                  <a:pt x="1085224" y="108081"/>
                </a:cubicBezTo>
                <a:cubicBezTo>
                  <a:pt x="1034717" y="108081"/>
                  <a:pt x="1009173" y="83095"/>
                  <a:pt x="985370" y="60433"/>
                </a:cubicBezTo>
                <a:cubicBezTo>
                  <a:pt x="962147" y="38351"/>
                  <a:pt x="941248" y="18014"/>
                  <a:pt x="897707" y="18014"/>
                </a:cubicBezTo>
                <a:cubicBezTo>
                  <a:pt x="854747" y="18014"/>
                  <a:pt x="833848" y="38351"/>
                  <a:pt x="810626" y="60433"/>
                </a:cubicBezTo>
                <a:cubicBezTo>
                  <a:pt x="786822" y="83095"/>
                  <a:pt x="761278" y="108081"/>
                  <a:pt x="710190" y="108081"/>
                </a:cubicBezTo>
                <a:cubicBezTo>
                  <a:pt x="659683" y="108081"/>
                  <a:pt x="634139" y="83095"/>
                  <a:pt x="610337" y="60433"/>
                </a:cubicBezTo>
                <a:cubicBezTo>
                  <a:pt x="587115" y="38351"/>
                  <a:pt x="566214" y="18014"/>
                  <a:pt x="522674" y="18014"/>
                </a:cubicBezTo>
                <a:cubicBezTo>
                  <a:pt x="479658" y="18014"/>
                  <a:pt x="458732" y="38351"/>
                  <a:pt x="435480" y="60433"/>
                </a:cubicBezTo>
                <a:cubicBezTo>
                  <a:pt x="411648" y="83095"/>
                  <a:pt x="386070" y="108081"/>
                  <a:pt x="334917" y="108081"/>
                </a:cubicBezTo>
                <a:cubicBezTo>
                  <a:pt x="284409" y="108081"/>
                  <a:pt x="258865" y="83095"/>
                  <a:pt x="235062" y="60433"/>
                </a:cubicBezTo>
                <a:cubicBezTo>
                  <a:pt x="211841" y="38351"/>
                  <a:pt x="190941" y="18014"/>
                  <a:pt x="147400" y="18014"/>
                </a:cubicBezTo>
                <a:cubicBezTo>
                  <a:pt x="104439" y="18014"/>
                  <a:pt x="83540" y="38351"/>
                  <a:pt x="60318" y="60433"/>
                </a:cubicBezTo>
                <a:cubicBezTo>
                  <a:pt x="48417" y="71764"/>
                  <a:pt x="36080" y="83676"/>
                  <a:pt x="20333" y="92755"/>
                </a:cubicBezTo>
                <a:lnTo>
                  <a:pt x="0" y="101231"/>
                </a:lnTo>
                <a:lnTo>
                  <a:pt x="0" y="81846"/>
                </a:lnTo>
                <a:lnTo>
                  <a:pt x="11334" y="77139"/>
                </a:lnTo>
                <a:cubicBezTo>
                  <a:pt x="24905" y="69294"/>
                  <a:pt x="35935" y="58689"/>
                  <a:pt x="47546" y="47649"/>
                </a:cubicBezTo>
                <a:cubicBezTo>
                  <a:pt x="71348" y="24987"/>
                  <a:pt x="96892" y="0"/>
                  <a:pt x="1474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93D7B4-707F-46FE-83CC-145D0D59C1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361949" y="360000"/>
            <a:ext cx="2595563" cy="57708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Agenda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3319200" y="360000"/>
            <a:ext cx="8512438" cy="57708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 b="1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noProof="0" dirty="0"/>
              <a:t>Click to add agenda point                                                                                                Enter &amp; TAB for next text level                                                                                                SHIFT+TAB to go back in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6 level</a:t>
            </a:r>
          </a:p>
          <a:p>
            <a:pPr lvl="6"/>
            <a:r>
              <a:rPr lang="en-GB" noProof="0" dirty="0"/>
              <a:t>7 level</a:t>
            </a:r>
          </a:p>
          <a:p>
            <a:pPr lvl="7"/>
            <a:r>
              <a:rPr lang="en-GB" noProof="0" dirty="0"/>
              <a:t>8 level</a:t>
            </a:r>
          </a:p>
          <a:p>
            <a:pPr lvl="8"/>
            <a:r>
              <a:rPr lang="en-GB" noProof="0" dirty="0"/>
              <a:t>9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D4D820-3B58-44EC-86D0-E92945F806D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19C21DD-2C33-4756-9399-C6CDF279313B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CBCFC1F-5966-408D-83E4-7DC98C6CCA3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E6FE174-2308-4DD2-9399-5E28E87D20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936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 dirty="0"/>
              <a:t>Click to add text                                                                                                                                                                                               Enter &amp; TAB for next text level                                                                                                                                                                          SHIFT+TAB to go back in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6</a:t>
            </a:r>
          </a:p>
          <a:p>
            <a:pPr lvl="6"/>
            <a:r>
              <a:rPr lang="en-GB" noProof="0" dirty="0"/>
              <a:t>7</a:t>
            </a:r>
          </a:p>
          <a:p>
            <a:pPr lvl="7"/>
            <a:r>
              <a:rPr lang="en-GB" noProof="0" dirty="0"/>
              <a:t>8</a:t>
            </a:r>
          </a:p>
          <a:p>
            <a:pPr lvl="8"/>
            <a:r>
              <a:rPr lang="en-GB" noProof="0" dirty="0"/>
              <a:t>9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AA903-C13B-4AFA-99B6-BE9168B50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9E1282E-A4A4-42D9-8723-C4F697DAFEA2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B696-6AA7-4E5D-B60B-41572D080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63444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B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C03C1887-92DE-42E8-86C6-5A0364B61727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3C0E220B-2277-40B3-9808-95684355A325}"/>
              </a:ext>
            </a:extLst>
          </p:cNvPr>
          <p:cNvSpPr>
            <a:spLocks noChangeAspect="1" noChangeArrowheads="1" noTextEdit="1"/>
          </p:cNvSpPr>
          <p:nvPr/>
        </p:nvSpPr>
        <p:spPr bwMode="black">
          <a:xfrm>
            <a:off x="360000" y="6354000"/>
            <a:ext cx="127111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3869CF41-512B-42E8-93DA-75234F1D3080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582791" y="6389275"/>
            <a:ext cx="9906" cy="110174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2" name="Freeform 6">
            <a:extLst>
              <a:ext uri="{FF2B5EF4-FFF2-40B4-BE49-F238E27FC236}">
                <a16:creationId xmlns:a16="http://schemas.microsoft.com/office/drawing/2014/main" id="{80E8A3E5-5005-44A2-A007-B453B60A128C}"/>
              </a:ext>
            </a:extLst>
          </p:cNvPr>
          <p:cNvSpPr>
            <a:spLocks/>
          </p:cNvSpPr>
          <p:nvPr/>
        </p:nvSpPr>
        <p:spPr bwMode="black">
          <a:xfrm>
            <a:off x="1033852" y="6390242"/>
            <a:ext cx="44698" cy="109208"/>
          </a:xfrm>
          <a:custGeom>
            <a:avLst/>
            <a:gdLst>
              <a:gd name="T0" fmla="*/ 376 w 378"/>
              <a:gd name="T1" fmla="*/ 13 h 923"/>
              <a:gd name="T2" fmla="*/ 376 w 378"/>
              <a:gd name="T3" fmla="*/ 94 h 923"/>
              <a:gd name="T4" fmla="*/ 193 w 378"/>
              <a:gd name="T5" fmla="*/ 258 h 923"/>
              <a:gd name="T6" fmla="*/ 193 w 378"/>
              <a:gd name="T7" fmla="*/ 284 h 923"/>
              <a:gd name="T8" fmla="*/ 378 w 378"/>
              <a:gd name="T9" fmla="*/ 284 h 923"/>
              <a:gd name="T10" fmla="*/ 378 w 378"/>
              <a:gd name="T11" fmla="*/ 365 h 923"/>
              <a:gd name="T12" fmla="*/ 193 w 378"/>
              <a:gd name="T13" fmla="*/ 365 h 923"/>
              <a:gd name="T14" fmla="*/ 193 w 378"/>
              <a:gd name="T15" fmla="*/ 923 h 923"/>
              <a:gd name="T16" fmla="*/ 109 w 378"/>
              <a:gd name="T17" fmla="*/ 923 h 923"/>
              <a:gd name="T18" fmla="*/ 109 w 378"/>
              <a:gd name="T19" fmla="*/ 366 h 923"/>
              <a:gd name="T20" fmla="*/ 0 w 378"/>
              <a:gd name="T21" fmla="*/ 366 h 923"/>
              <a:gd name="T22" fmla="*/ 0 w 378"/>
              <a:gd name="T23" fmla="*/ 285 h 923"/>
              <a:gd name="T24" fmla="*/ 109 w 378"/>
              <a:gd name="T25" fmla="*/ 285 h 923"/>
              <a:gd name="T26" fmla="*/ 109 w 378"/>
              <a:gd name="T27" fmla="*/ 259 h 923"/>
              <a:gd name="T28" fmla="*/ 376 w 378"/>
              <a:gd name="T29" fmla="*/ 1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8" h="923">
                <a:moveTo>
                  <a:pt x="376" y="13"/>
                </a:moveTo>
                <a:cubicBezTo>
                  <a:pt x="376" y="94"/>
                  <a:pt x="376" y="94"/>
                  <a:pt x="376" y="94"/>
                </a:cubicBezTo>
                <a:cubicBezTo>
                  <a:pt x="251" y="85"/>
                  <a:pt x="191" y="135"/>
                  <a:pt x="193" y="258"/>
                </a:cubicBezTo>
                <a:cubicBezTo>
                  <a:pt x="193" y="284"/>
                  <a:pt x="193" y="284"/>
                  <a:pt x="193" y="284"/>
                </a:cubicBezTo>
                <a:cubicBezTo>
                  <a:pt x="378" y="284"/>
                  <a:pt x="378" y="284"/>
                  <a:pt x="378" y="284"/>
                </a:cubicBezTo>
                <a:cubicBezTo>
                  <a:pt x="378" y="365"/>
                  <a:pt x="378" y="365"/>
                  <a:pt x="378" y="365"/>
                </a:cubicBezTo>
                <a:cubicBezTo>
                  <a:pt x="193" y="365"/>
                  <a:pt x="193" y="365"/>
                  <a:pt x="193" y="365"/>
                </a:cubicBezTo>
                <a:cubicBezTo>
                  <a:pt x="193" y="923"/>
                  <a:pt x="193" y="923"/>
                  <a:pt x="193" y="923"/>
                </a:cubicBezTo>
                <a:cubicBezTo>
                  <a:pt x="109" y="923"/>
                  <a:pt x="109" y="923"/>
                  <a:pt x="109" y="923"/>
                </a:cubicBezTo>
                <a:cubicBezTo>
                  <a:pt x="109" y="366"/>
                  <a:pt x="109" y="366"/>
                  <a:pt x="109" y="366"/>
                </a:cubicBezTo>
                <a:cubicBezTo>
                  <a:pt x="0" y="366"/>
                  <a:pt x="0" y="366"/>
                  <a:pt x="0" y="366"/>
                </a:cubicBezTo>
                <a:cubicBezTo>
                  <a:pt x="0" y="285"/>
                  <a:pt x="0" y="285"/>
                  <a:pt x="0" y="285"/>
                </a:cubicBezTo>
                <a:cubicBezTo>
                  <a:pt x="109" y="285"/>
                  <a:pt x="109" y="285"/>
                  <a:pt x="109" y="285"/>
                </a:cubicBezTo>
                <a:cubicBezTo>
                  <a:pt x="109" y="259"/>
                  <a:pt x="109" y="259"/>
                  <a:pt x="109" y="259"/>
                </a:cubicBezTo>
                <a:cubicBezTo>
                  <a:pt x="107" y="93"/>
                  <a:pt x="203" y="0"/>
                  <a:pt x="376" y="1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9C48EDE1-498D-4CF1-B463-3C8BA34DA2A2}"/>
              </a:ext>
            </a:extLst>
          </p:cNvPr>
          <p:cNvSpPr>
            <a:spLocks noEditPoints="1"/>
          </p:cNvSpPr>
          <p:nvPr/>
        </p:nvSpPr>
        <p:spPr bwMode="black">
          <a:xfrm>
            <a:off x="592188" y="6393866"/>
            <a:ext cx="80940" cy="107758"/>
          </a:xfrm>
          <a:custGeom>
            <a:avLst/>
            <a:gdLst>
              <a:gd name="T0" fmla="*/ 165 w 685"/>
              <a:gd name="T1" fmla="*/ 574 h 911"/>
              <a:gd name="T2" fmla="*/ 342 w 685"/>
              <a:gd name="T3" fmla="*/ 754 h 911"/>
              <a:gd name="T4" fmla="*/ 520 w 685"/>
              <a:gd name="T5" fmla="*/ 574 h 911"/>
              <a:gd name="T6" fmla="*/ 342 w 685"/>
              <a:gd name="T7" fmla="*/ 395 h 911"/>
              <a:gd name="T8" fmla="*/ 165 w 685"/>
              <a:gd name="T9" fmla="*/ 574 h 911"/>
              <a:gd name="T10" fmla="*/ 165 w 685"/>
              <a:gd name="T11" fmla="*/ 330 h 911"/>
              <a:gd name="T12" fmla="*/ 372 w 685"/>
              <a:gd name="T13" fmla="*/ 238 h 911"/>
              <a:gd name="T14" fmla="*/ 685 w 685"/>
              <a:gd name="T15" fmla="*/ 574 h 911"/>
              <a:gd name="T16" fmla="*/ 372 w 685"/>
              <a:gd name="T17" fmla="*/ 911 h 911"/>
              <a:gd name="T18" fmla="*/ 165 w 685"/>
              <a:gd name="T19" fmla="*/ 819 h 911"/>
              <a:gd name="T20" fmla="*/ 165 w 685"/>
              <a:gd name="T21" fmla="*/ 893 h 911"/>
              <a:gd name="T22" fmla="*/ 0 w 685"/>
              <a:gd name="T23" fmla="*/ 893 h 911"/>
              <a:gd name="T24" fmla="*/ 0 w 685"/>
              <a:gd name="T25" fmla="*/ 0 h 911"/>
              <a:gd name="T26" fmla="*/ 165 w 685"/>
              <a:gd name="T27" fmla="*/ 0 h 911"/>
              <a:gd name="T28" fmla="*/ 165 w 685"/>
              <a:gd name="T29" fmla="*/ 33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165" y="574"/>
                </a:moveTo>
                <a:cubicBezTo>
                  <a:pt x="165" y="681"/>
                  <a:pt x="241" y="754"/>
                  <a:pt x="342" y="754"/>
                </a:cubicBezTo>
                <a:cubicBezTo>
                  <a:pt x="444" y="754"/>
                  <a:pt x="520" y="681"/>
                  <a:pt x="520" y="574"/>
                </a:cubicBezTo>
                <a:cubicBezTo>
                  <a:pt x="520" y="467"/>
                  <a:pt x="444" y="395"/>
                  <a:pt x="342" y="395"/>
                </a:cubicBezTo>
                <a:cubicBezTo>
                  <a:pt x="241" y="395"/>
                  <a:pt x="165" y="467"/>
                  <a:pt x="165" y="574"/>
                </a:cubicBezTo>
                <a:close/>
                <a:moveTo>
                  <a:pt x="165" y="330"/>
                </a:moveTo>
                <a:cubicBezTo>
                  <a:pt x="212" y="272"/>
                  <a:pt x="279" y="238"/>
                  <a:pt x="372" y="238"/>
                </a:cubicBezTo>
                <a:cubicBezTo>
                  <a:pt x="544" y="238"/>
                  <a:pt x="685" y="385"/>
                  <a:pt x="685" y="574"/>
                </a:cubicBezTo>
                <a:cubicBezTo>
                  <a:pt x="685" y="764"/>
                  <a:pt x="544" y="911"/>
                  <a:pt x="372" y="911"/>
                </a:cubicBezTo>
                <a:cubicBezTo>
                  <a:pt x="280" y="911"/>
                  <a:pt x="212" y="877"/>
                  <a:pt x="165" y="819"/>
                </a:cubicBezTo>
                <a:cubicBezTo>
                  <a:pt x="165" y="893"/>
                  <a:pt x="165" y="893"/>
                  <a:pt x="165" y="893"/>
                </a:cubicBezTo>
                <a:cubicBezTo>
                  <a:pt x="0" y="893"/>
                  <a:pt x="0" y="893"/>
                  <a:pt x="0" y="893"/>
                </a:cubicBezTo>
                <a:cubicBezTo>
                  <a:pt x="0" y="0"/>
                  <a:pt x="0" y="0"/>
                  <a:pt x="0" y="0"/>
                </a:cubicBezTo>
                <a:cubicBezTo>
                  <a:pt x="165" y="0"/>
                  <a:pt x="165" y="0"/>
                  <a:pt x="165" y="0"/>
                </a:cubicBezTo>
                <a:lnTo>
                  <a:pt x="165" y="33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4" name="Freeform 8">
            <a:extLst>
              <a:ext uri="{FF2B5EF4-FFF2-40B4-BE49-F238E27FC236}">
                <a16:creationId xmlns:a16="http://schemas.microsoft.com/office/drawing/2014/main" id="{B40A6D2C-C61B-4F8A-A611-D30ABA297CD6}"/>
              </a:ext>
            </a:extLst>
          </p:cNvPr>
          <p:cNvSpPr>
            <a:spLocks/>
          </p:cNvSpPr>
          <p:nvPr/>
        </p:nvSpPr>
        <p:spPr bwMode="black">
          <a:xfrm>
            <a:off x="684966" y="6422376"/>
            <a:ext cx="42282" cy="77074"/>
          </a:xfrm>
          <a:custGeom>
            <a:avLst/>
            <a:gdLst>
              <a:gd name="T0" fmla="*/ 164 w 358"/>
              <a:gd name="T1" fmla="*/ 13 h 652"/>
              <a:gd name="T2" fmla="*/ 164 w 358"/>
              <a:gd name="T3" fmla="*/ 123 h 652"/>
              <a:gd name="T4" fmla="*/ 358 w 358"/>
              <a:gd name="T5" fmla="*/ 0 h 652"/>
              <a:gd name="T6" fmla="*/ 358 w 358"/>
              <a:gd name="T7" fmla="*/ 184 h 652"/>
              <a:gd name="T8" fmla="*/ 164 w 358"/>
              <a:gd name="T9" fmla="*/ 346 h 652"/>
              <a:gd name="T10" fmla="*/ 164 w 358"/>
              <a:gd name="T11" fmla="*/ 652 h 652"/>
              <a:gd name="T12" fmla="*/ 0 w 358"/>
              <a:gd name="T13" fmla="*/ 652 h 652"/>
              <a:gd name="T14" fmla="*/ 0 w 358"/>
              <a:gd name="T15" fmla="*/ 13 h 652"/>
              <a:gd name="T16" fmla="*/ 164 w 358"/>
              <a:gd name="T17" fmla="*/ 13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8" h="652">
                <a:moveTo>
                  <a:pt x="164" y="13"/>
                </a:moveTo>
                <a:cubicBezTo>
                  <a:pt x="164" y="123"/>
                  <a:pt x="164" y="123"/>
                  <a:pt x="164" y="123"/>
                </a:cubicBezTo>
                <a:cubicBezTo>
                  <a:pt x="196" y="35"/>
                  <a:pt x="277" y="0"/>
                  <a:pt x="358" y="0"/>
                </a:cubicBezTo>
                <a:cubicBezTo>
                  <a:pt x="358" y="184"/>
                  <a:pt x="358" y="184"/>
                  <a:pt x="358" y="184"/>
                </a:cubicBezTo>
                <a:cubicBezTo>
                  <a:pt x="272" y="173"/>
                  <a:pt x="164" y="212"/>
                  <a:pt x="164" y="346"/>
                </a:cubicBezTo>
                <a:cubicBezTo>
                  <a:pt x="164" y="652"/>
                  <a:pt x="164" y="652"/>
                  <a:pt x="164" y="652"/>
                </a:cubicBezTo>
                <a:cubicBezTo>
                  <a:pt x="0" y="652"/>
                  <a:pt x="0" y="652"/>
                  <a:pt x="0" y="652"/>
                </a:cubicBezTo>
                <a:cubicBezTo>
                  <a:pt x="0" y="13"/>
                  <a:pt x="0" y="13"/>
                  <a:pt x="0" y="13"/>
                </a:cubicBezTo>
                <a:lnTo>
                  <a:pt x="164" y="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5" name="Freeform 9">
            <a:extLst>
              <a:ext uri="{FF2B5EF4-FFF2-40B4-BE49-F238E27FC236}">
                <a16:creationId xmlns:a16="http://schemas.microsoft.com/office/drawing/2014/main" id="{E0599699-9C54-4EB0-8C61-2405C52F18D4}"/>
              </a:ext>
            </a:extLst>
          </p:cNvPr>
          <p:cNvSpPr>
            <a:spLocks noEditPoints="1"/>
          </p:cNvSpPr>
          <p:nvPr/>
        </p:nvSpPr>
        <p:spPr bwMode="black">
          <a:xfrm>
            <a:off x="734255" y="6421893"/>
            <a:ext cx="77799" cy="79490"/>
          </a:xfrm>
          <a:custGeom>
            <a:avLst/>
            <a:gdLst>
              <a:gd name="T0" fmla="*/ 172 w 660"/>
              <a:gd name="T1" fmla="*/ 277 h 673"/>
              <a:gd name="T2" fmla="*/ 338 w 660"/>
              <a:gd name="T3" fmla="*/ 147 h 673"/>
              <a:gd name="T4" fmla="*/ 497 w 660"/>
              <a:gd name="T5" fmla="*/ 277 h 673"/>
              <a:gd name="T6" fmla="*/ 172 w 660"/>
              <a:gd name="T7" fmla="*/ 277 h 673"/>
              <a:gd name="T8" fmla="*/ 173 w 660"/>
              <a:gd name="T9" fmla="*/ 405 h 673"/>
              <a:gd name="T10" fmla="*/ 654 w 660"/>
              <a:gd name="T11" fmla="*/ 405 h 673"/>
              <a:gd name="T12" fmla="*/ 660 w 660"/>
              <a:gd name="T13" fmla="*/ 337 h 673"/>
              <a:gd name="T14" fmla="*/ 337 w 660"/>
              <a:gd name="T15" fmla="*/ 0 h 673"/>
              <a:gd name="T16" fmla="*/ 0 w 660"/>
              <a:gd name="T17" fmla="*/ 337 h 673"/>
              <a:gd name="T18" fmla="*/ 350 w 660"/>
              <a:gd name="T19" fmla="*/ 673 h 673"/>
              <a:gd name="T20" fmla="*/ 628 w 660"/>
              <a:gd name="T21" fmla="*/ 537 h 673"/>
              <a:gd name="T22" fmla="*/ 495 w 660"/>
              <a:gd name="T23" fmla="*/ 461 h 673"/>
              <a:gd name="T24" fmla="*/ 353 w 660"/>
              <a:gd name="T25" fmla="*/ 524 h 673"/>
              <a:gd name="T26" fmla="*/ 173 w 660"/>
              <a:gd name="T27" fmla="*/ 405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60" h="673">
                <a:moveTo>
                  <a:pt x="172" y="277"/>
                </a:moveTo>
                <a:cubicBezTo>
                  <a:pt x="191" y="196"/>
                  <a:pt x="251" y="147"/>
                  <a:pt x="338" y="147"/>
                </a:cubicBezTo>
                <a:cubicBezTo>
                  <a:pt x="408" y="147"/>
                  <a:pt x="476" y="185"/>
                  <a:pt x="497" y="277"/>
                </a:cubicBezTo>
                <a:lnTo>
                  <a:pt x="172" y="277"/>
                </a:lnTo>
                <a:close/>
                <a:moveTo>
                  <a:pt x="173" y="405"/>
                </a:moveTo>
                <a:cubicBezTo>
                  <a:pt x="654" y="405"/>
                  <a:pt x="654" y="405"/>
                  <a:pt x="654" y="405"/>
                </a:cubicBezTo>
                <a:cubicBezTo>
                  <a:pt x="657" y="382"/>
                  <a:pt x="660" y="361"/>
                  <a:pt x="660" y="337"/>
                </a:cubicBezTo>
                <a:cubicBezTo>
                  <a:pt x="660" y="149"/>
                  <a:pt x="526" y="0"/>
                  <a:pt x="337" y="0"/>
                </a:cubicBezTo>
                <a:cubicBezTo>
                  <a:pt x="136" y="0"/>
                  <a:pt x="0" y="147"/>
                  <a:pt x="0" y="337"/>
                </a:cubicBezTo>
                <a:cubicBezTo>
                  <a:pt x="0" y="528"/>
                  <a:pt x="136" y="673"/>
                  <a:pt x="350" y="673"/>
                </a:cubicBezTo>
                <a:cubicBezTo>
                  <a:pt x="473" y="673"/>
                  <a:pt x="568" y="623"/>
                  <a:pt x="628" y="537"/>
                </a:cubicBezTo>
                <a:cubicBezTo>
                  <a:pt x="495" y="461"/>
                  <a:pt x="495" y="461"/>
                  <a:pt x="495" y="461"/>
                </a:cubicBezTo>
                <a:cubicBezTo>
                  <a:pt x="466" y="499"/>
                  <a:pt x="416" y="524"/>
                  <a:pt x="353" y="524"/>
                </a:cubicBezTo>
                <a:cubicBezTo>
                  <a:pt x="267" y="526"/>
                  <a:pt x="197" y="489"/>
                  <a:pt x="173" y="40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6" name="Freeform 10">
            <a:extLst>
              <a:ext uri="{FF2B5EF4-FFF2-40B4-BE49-F238E27FC236}">
                <a16:creationId xmlns:a16="http://schemas.microsoft.com/office/drawing/2014/main" id="{C75A4A43-45E6-4BFB-84D5-A2F4AF3E269B}"/>
              </a:ext>
            </a:extLst>
          </p:cNvPr>
          <p:cNvSpPr>
            <a:spLocks noEditPoints="1"/>
          </p:cNvSpPr>
          <p:nvPr/>
        </p:nvSpPr>
        <p:spPr bwMode="black">
          <a:xfrm>
            <a:off x="821235" y="6421893"/>
            <a:ext cx="80698" cy="79732"/>
          </a:xfrm>
          <a:custGeom>
            <a:avLst/>
            <a:gdLst>
              <a:gd name="T0" fmla="*/ 166 w 684"/>
              <a:gd name="T1" fmla="*/ 338 h 675"/>
              <a:gd name="T2" fmla="*/ 343 w 684"/>
              <a:gd name="T3" fmla="*/ 518 h 675"/>
              <a:gd name="T4" fmla="*/ 521 w 684"/>
              <a:gd name="T5" fmla="*/ 338 h 675"/>
              <a:gd name="T6" fmla="*/ 343 w 684"/>
              <a:gd name="T7" fmla="*/ 159 h 675"/>
              <a:gd name="T8" fmla="*/ 166 w 684"/>
              <a:gd name="T9" fmla="*/ 338 h 675"/>
              <a:gd name="T10" fmla="*/ 519 w 684"/>
              <a:gd name="T11" fmla="*/ 94 h 675"/>
              <a:gd name="T12" fmla="*/ 519 w 684"/>
              <a:gd name="T13" fmla="*/ 19 h 675"/>
              <a:gd name="T14" fmla="*/ 684 w 684"/>
              <a:gd name="T15" fmla="*/ 19 h 675"/>
              <a:gd name="T16" fmla="*/ 684 w 684"/>
              <a:gd name="T17" fmla="*/ 657 h 675"/>
              <a:gd name="T18" fmla="*/ 519 w 684"/>
              <a:gd name="T19" fmla="*/ 657 h 675"/>
              <a:gd name="T20" fmla="*/ 519 w 684"/>
              <a:gd name="T21" fmla="*/ 583 h 675"/>
              <a:gd name="T22" fmla="*/ 310 w 684"/>
              <a:gd name="T23" fmla="*/ 675 h 675"/>
              <a:gd name="T24" fmla="*/ 0 w 684"/>
              <a:gd name="T25" fmla="*/ 338 h 675"/>
              <a:gd name="T26" fmla="*/ 310 w 684"/>
              <a:gd name="T27" fmla="*/ 2 h 675"/>
              <a:gd name="T28" fmla="*/ 519 w 684"/>
              <a:gd name="T29" fmla="*/ 94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4" h="675">
                <a:moveTo>
                  <a:pt x="166" y="338"/>
                </a:moveTo>
                <a:cubicBezTo>
                  <a:pt x="166" y="445"/>
                  <a:pt x="241" y="518"/>
                  <a:pt x="343" y="518"/>
                </a:cubicBezTo>
                <a:cubicBezTo>
                  <a:pt x="445" y="518"/>
                  <a:pt x="521" y="445"/>
                  <a:pt x="521" y="338"/>
                </a:cubicBezTo>
                <a:cubicBezTo>
                  <a:pt x="521" y="231"/>
                  <a:pt x="446" y="159"/>
                  <a:pt x="343" y="159"/>
                </a:cubicBezTo>
                <a:cubicBezTo>
                  <a:pt x="241" y="159"/>
                  <a:pt x="166" y="231"/>
                  <a:pt x="166" y="338"/>
                </a:cubicBezTo>
                <a:close/>
                <a:moveTo>
                  <a:pt x="519" y="94"/>
                </a:moveTo>
                <a:cubicBezTo>
                  <a:pt x="519" y="19"/>
                  <a:pt x="519" y="19"/>
                  <a:pt x="519" y="19"/>
                </a:cubicBezTo>
                <a:cubicBezTo>
                  <a:pt x="684" y="19"/>
                  <a:pt x="684" y="19"/>
                  <a:pt x="684" y="19"/>
                </a:cubicBezTo>
                <a:cubicBezTo>
                  <a:pt x="684" y="657"/>
                  <a:pt x="684" y="657"/>
                  <a:pt x="684" y="657"/>
                </a:cubicBezTo>
                <a:cubicBezTo>
                  <a:pt x="519" y="657"/>
                  <a:pt x="519" y="657"/>
                  <a:pt x="519" y="657"/>
                </a:cubicBezTo>
                <a:cubicBezTo>
                  <a:pt x="519" y="583"/>
                  <a:pt x="519" y="583"/>
                  <a:pt x="519" y="583"/>
                </a:cubicBezTo>
                <a:cubicBezTo>
                  <a:pt x="472" y="641"/>
                  <a:pt x="404" y="675"/>
                  <a:pt x="310" y="675"/>
                </a:cubicBezTo>
                <a:cubicBezTo>
                  <a:pt x="140" y="675"/>
                  <a:pt x="0" y="529"/>
                  <a:pt x="0" y="338"/>
                </a:cubicBezTo>
                <a:cubicBezTo>
                  <a:pt x="0" y="149"/>
                  <a:pt x="140" y="2"/>
                  <a:pt x="310" y="2"/>
                </a:cubicBezTo>
                <a:cubicBezTo>
                  <a:pt x="404" y="0"/>
                  <a:pt x="472" y="36"/>
                  <a:pt x="519" y="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7" name="Freeform 11">
            <a:extLst>
              <a:ext uri="{FF2B5EF4-FFF2-40B4-BE49-F238E27FC236}">
                <a16:creationId xmlns:a16="http://schemas.microsoft.com/office/drawing/2014/main" id="{553BF213-B275-4CBE-9D5C-CDD1EC4D2593}"/>
              </a:ext>
            </a:extLst>
          </p:cNvPr>
          <p:cNvSpPr>
            <a:spLocks noEditPoints="1"/>
          </p:cNvSpPr>
          <p:nvPr/>
        </p:nvSpPr>
        <p:spPr bwMode="black">
          <a:xfrm>
            <a:off x="912563" y="6393866"/>
            <a:ext cx="80698" cy="107758"/>
          </a:xfrm>
          <a:custGeom>
            <a:avLst/>
            <a:gdLst>
              <a:gd name="T0" fmla="*/ 344 w 685"/>
              <a:gd name="T1" fmla="*/ 754 h 911"/>
              <a:gd name="T2" fmla="*/ 165 w 685"/>
              <a:gd name="T3" fmla="*/ 574 h 911"/>
              <a:gd name="T4" fmla="*/ 344 w 685"/>
              <a:gd name="T5" fmla="*/ 395 h 911"/>
              <a:gd name="T6" fmla="*/ 520 w 685"/>
              <a:gd name="T7" fmla="*/ 574 h 911"/>
              <a:gd name="T8" fmla="*/ 344 w 685"/>
              <a:gd name="T9" fmla="*/ 754 h 911"/>
              <a:gd name="T10" fmla="*/ 520 w 685"/>
              <a:gd name="T11" fmla="*/ 0 h 911"/>
              <a:gd name="T12" fmla="*/ 520 w 685"/>
              <a:gd name="T13" fmla="*/ 330 h 911"/>
              <a:gd name="T14" fmla="*/ 313 w 685"/>
              <a:gd name="T15" fmla="*/ 238 h 911"/>
              <a:gd name="T16" fmla="*/ 0 w 685"/>
              <a:gd name="T17" fmla="*/ 574 h 911"/>
              <a:gd name="T18" fmla="*/ 313 w 685"/>
              <a:gd name="T19" fmla="*/ 911 h 911"/>
              <a:gd name="T20" fmla="*/ 520 w 685"/>
              <a:gd name="T21" fmla="*/ 819 h 911"/>
              <a:gd name="T22" fmla="*/ 520 w 685"/>
              <a:gd name="T23" fmla="*/ 893 h 911"/>
              <a:gd name="T24" fmla="*/ 685 w 685"/>
              <a:gd name="T25" fmla="*/ 893 h 911"/>
              <a:gd name="T26" fmla="*/ 685 w 685"/>
              <a:gd name="T27" fmla="*/ 0 h 911"/>
              <a:gd name="T28" fmla="*/ 520 w 685"/>
              <a:gd name="T29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344" y="754"/>
                </a:moveTo>
                <a:cubicBezTo>
                  <a:pt x="242" y="754"/>
                  <a:pt x="165" y="681"/>
                  <a:pt x="165" y="574"/>
                </a:cubicBezTo>
                <a:cubicBezTo>
                  <a:pt x="165" y="467"/>
                  <a:pt x="240" y="395"/>
                  <a:pt x="344" y="395"/>
                </a:cubicBezTo>
                <a:cubicBezTo>
                  <a:pt x="444" y="395"/>
                  <a:pt x="520" y="467"/>
                  <a:pt x="520" y="574"/>
                </a:cubicBezTo>
                <a:cubicBezTo>
                  <a:pt x="520" y="681"/>
                  <a:pt x="444" y="754"/>
                  <a:pt x="344" y="754"/>
                </a:cubicBezTo>
                <a:close/>
                <a:moveTo>
                  <a:pt x="520" y="0"/>
                </a:moveTo>
                <a:cubicBezTo>
                  <a:pt x="520" y="330"/>
                  <a:pt x="520" y="330"/>
                  <a:pt x="520" y="330"/>
                </a:cubicBezTo>
                <a:cubicBezTo>
                  <a:pt x="473" y="272"/>
                  <a:pt x="407" y="238"/>
                  <a:pt x="313" y="238"/>
                </a:cubicBezTo>
                <a:cubicBezTo>
                  <a:pt x="141" y="238"/>
                  <a:pt x="0" y="385"/>
                  <a:pt x="0" y="574"/>
                </a:cubicBezTo>
                <a:cubicBezTo>
                  <a:pt x="0" y="765"/>
                  <a:pt x="141" y="911"/>
                  <a:pt x="313" y="911"/>
                </a:cubicBezTo>
                <a:cubicBezTo>
                  <a:pt x="405" y="911"/>
                  <a:pt x="473" y="877"/>
                  <a:pt x="520" y="819"/>
                </a:cubicBezTo>
                <a:cubicBezTo>
                  <a:pt x="520" y="893"/>
                  <a:pt x="520" y="893"/>
                  <a:pt x="520" y="893"/>
                </a:cubicBezTo>
                <a:cubicBezTo>
                  <a:pt x="685" y="893"/>
                  <a:pt x="685" y="893"/>
                  <a:pt x="685" y="893"/>
                </a:cubicBezTo>
                <a:cubicBezTo>
                  <a:pt x="685" y="0"/>
                  <a:pt x="685" y="0"/>
                  <a:pt x="685" y="0"/>
                </a:cubicBezTo>
                <a:lnTo>
                  <a:pt x="5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8" name="Freeform 12">
            <a:extLst>
              <a:ext uri="{FF2B5EF4-FFF2-40B4-BE49-F238E27FC236}">
                <a16:creationId xmlns:a16="http://schemas.microsoft.com/office/drawing/2014/main" id="{D96C63C8-9B8B-448F-8165-0FB9E1CD2646}"/>
              </a:ext>
            </a:extLst>
          </p:cNvPr>
          <p:cNvSpPr>
            <a:spLocks/>
          </p:cNvSpPr>
          <p:nvPr/>
        </p:nvSpPr>
        <p:spPr bwMode="black">
          <a:xfrm>
            <a:off x="1088456" y="6393383"/>
            <a:ext cx="14497" cy="14497"/>
          </a:xfrm>
          <a:custGeom>
            <a:avLst/>
            <a:gdLst>
              <a:gd name="T0" fmla="*/ 61 w 123"/>
              <a:gd name="T1" fmla="*/ 123 h 123"/>
              <a:gd name="T2" fmla="*/ 123 w 123"/>
              <a:gd name="T3" fmla="*/ 62 h 123"/>
              <a:gd name="T4" fmla="*/ 61 w 123"/>
              <a:gd name="T5" fmla="*/ 0 h 123"/>
              <a:gd name="T6" fmla="*/ 0 w 123"/>
              <a:gd name="T7" fmla="*/ 62 h 123"/>
              <a:gd name="T8" fmla="*/ 61 w 123"/>
              <a:gd name="T9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61" y="123"/>
                </a:moveTo>
                <a:cubicBezTo>
                  <a:pt x="95" y="123"/>
                  <a:pt x="123" y="94"/>
                  <a:pt x="123" y="62"/>
                </a:cubicBezTo>
                <a:cubicBezTo>
                  <a:pt x="123" y="28"/>
                  <a:pt x="95" y="0"/>
                  <a:pt x="61" y="0"/>
                </a:cubicBezTo>
                <a:cubicBezTo>
                  <a:pt x="27" y="0"/>
                  <a:pt x="0" y="29"/>
                  <a:pt x="0" y="62"/>
                </a:cubicBezTo>
                <a:cubicBezTo>
                  <a:pt x="0" y="94"/>
                  <a:pt x="26" y="123"/>
                  <a:pt x="61" y="12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9" name="Rectangle 13">
            <a:extLst>
              <a:ext uri="{FF2B5EF4-FFF2-40B4-BE49-F238E27FC236}">
                <a16:creationId xmlns:a16="http://schemas.microsoft.com/office/drawing/2014/main" id="{C4D27860-60A2-4C31-956A-DF5B1FA8D94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090630" y="6423826"/>
            <a:ext cx="9906" cy="75624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0" name="Freeform 14">
            <a:extLst>
              <a:ext uri="{FF2B5EF4-FFF2-40B4-BE49-F238E27FC236}">
                <a16:creationId xmlns:a16="http://schemas.microsoft.com/office/drawing/2014/main" id="{1E20A581-096C-41FB-AE27-F2FFD79A7F98}"/>
              </a:ext>
            </a:extLst>
          </p:cNvPr>
          <p:cNvSpPr>
            <a:spLocks/>
          </p:cNvSpPr>
          <p:nvPr/>
        </p:nvSpPr>
        <p:spPr bwMode="black">
          <a:xfrm>
            <a:off x="1120348" y="6422134"/>
            <a:ext cx="64752" cy="77315"/>
          </a:xfrm>
          <a:custGeom>
            <a:avLst/>
            <a:gdLst>
              <a:gd name="T0" fmla="*/ 86 w 549"/>
              <a:gd name="T1" fmla="*/ 115 h 654"/>
              <a:gd name="T2" fmla="*/ 300 w 549"/>
              <a:gd name="T3" fmla="*/ 0 h 654"/>
              <a:gd name="T4" fmla="*/ 549 w 549"/>
              <a:gd name="T5" fmla="*/ 262 h 654"/>
              <a:gd name="T6" fmla="*/ 549 w 549"/>
              <a:gd name="T7" fmla="*/ 654 h 654"/>
              <a:gd name="T8" fmla="*/ 465 w 549"/>
              <a:gd name="T9" fmla="*/ 654 h 654"/>
              <a:gd name="T10" fmla="*/ 465 w 549"/>
              <a:gd name="T11" fmla="*/ 262 h 654"/>
              <a:gd name="T12" fmla="*/ 291 w 549"/>
              <a:gd name="T13" fmla="*/ 83 h 654"/>
              <a:gd name="T14" fmla="*/ 84 w 549"/>
              <a:gd name="T15" fmla="*/ 321 h 654"/>
              <a:gd name="T16" fmla="*/ 84 w 549"/>
              <a:gd name="T17" fmla="*/ 654 h 654"/>
              <a:gd name="T18" fmla="*/ 0 w 549"/>
              <a:gd name="T19" fmla="*/ 654 h 654"/>
              <a:gd name="T20" fmla="*/ 0 w 549"/>
              <a:gd name="T21" fmla="*/ 15 h 654"/>
              <a:gd name="T22" fmla="*/ 84 w 549"/>
              <a:gd name="T23" fmla="*/ 15 h 654"/>
              <a:gd name="T24" fmla="*/ 84 w 549"/>
              <a:gd name="T25" fmla="*/ 115 h 654"/>
              <a:gd name="T26" fmla="*/ 86 w 549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9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49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1" y="83"/>
                </a:cubicBezTo>
                <a:cubicBezTo>
                  <a:pt x="180" y="83"/>
                  <a:pt x="84" y="149"/>
                  <a:pt x="84" y="321"/>
                </a:cubicBezTo>
                <a:cubicBezTo>
                  <a:pt x="84" y="654"/>
                  <a:pt x="84" y="654"/>
                  <a:pt x="84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4" y="15"/>
                  <a:pt x="84" y="15"/>
                  <a:pt x="84" y="15"/>
                </a:cubicBezTo>
                <a:cubicBezTo>
                  <a:pt x="84" y="115"/>
                  <a:pt x="84" y="115"/>
                  <a:pt x="84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1" name="Freeform 15">
            <a:extLst>
              <a:ext uri="{FF2B5EF4-FFF2-40B4-BE49-F238E27FC236}">
                <a16:creationId xmlns:a16="http://schemas.microsoft.com/office/drawing/2014/main" id="{D5E6F83C-B35C-44A5-8219-744159E7F5BA}"/>
              </a:ext>
            </a:extLst>
          </p:cNvPr>
          <p:cNvSpPr>
            <a:spLocks noEditPoints="1"/>
          </p:cNvSpPr>
          <p:nvPr/>
        </p:nvSpPr>
        <p:spPr bwMode="black">
          <a:xfrm>
            <a:off x="1197180" y="6422134"/>
            <a:ext cx="79490" cy="79248"/>
          </a:xfrm>
          <a:custGeom>
            <a:avLst/>
            <a:gdLst>
              <a:gd name="T0" fmla="*/ 337 w 672"/>
              <a:gd name="T1" fmla="*/ 587 h 670"/>
              <a:gd name="T2" fmla="*/ 86 w 672"/>
              <a:gd name="T3" fmla="*/ 335 h 670"/>
              <a:gd name="T4" fmla="*/ 337 w 672"/>
              <a:gd name="T5" fmla="*/ 82 h 670"/>
              <a:gd name="T6" fmla="*/ 588 w 672"/>
              <a:gd name="T7" fmla="*/ 335 h 670"/>
              <a:gd name="T8" fmla="*/ 337 w 672"/>
              <a:gd name="T9" fmla="*/ 587 h 670"/>
              <a:gd name="T10" fmla="*/ 588 w 672"/>
              <a:gd name="T11" fmla="*/ 16 h 670"/>
              <a:gd name="T12" fmla="*/ 588 w 672"/>
              <a:gd name="T13" fmla="*/ 140 h 670"/>
              <a:gd name="T14" fmla="*/ 331 w 672"/>
              <a:gd name="T15" fmla="*/ 0 h 670"/>
              <a:gd name="T16" fmla="*/ 0 w 672"/>
              <a:gd name="T17" fmla="*/ 335 h 670"/>
              <a:gd name="T18" fmla="*/ 331 w 672"/>
              <a:gd name="T19" fmla="*/ 670 h 670"/>
              <a:gd name="T20" fmla="*/ 588 w 672"/>
              <a:gd name="T21" fmla="*/ 529 h 670"/>
              <a:gd name="T22" fmla="*/ 588 w 672"/>
              <a:gd name="T23" fmla="*/ 654 h 670"/>
              <a:gd name="T24" fmla="*/ 672 w 672"/>
              <a:gd name="T25" fmla="*/ 654 h 670"/>
              <a:gd name="T26" fmla="*/ 672 w 672"/>
              <a:gd name="T27" fmla="*/ 16 h 670"/>
              <a:gd name="T28" fmla="*/ 588 w 672"/>
              <a:gd name="T29" fmla="*/ 16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337" y="587"/>
                </a:moveTo>
                <a:cubicBezTo>
                  <a:pt x="196" y="587"/>
                  <a:pt x="86" y="477"/>
                  <a:pt x="86" y="335"/>
                </a:cubicBezTo>
                <a:cubicBezTo>
                  <a:pt x="86" y="192"/>
                  <a:pt x="196" y="82"/>
                  <a:pt x="337" y="82"/>
                </a:cubicBezTo>
                <a:cubicBezTo>
                  <a:pt x="480" y="82"/>
                  <a:pt x="588" y="192"/>
                  <a:pt x="588" y="335"/>
                </a:cubicBezTo>
                <a:cubicBezTo>
                  <a:pt x="588" y="477"/>
                  <a:pt x="478" y="587"/>
                  <a:pt x="337" y="587"/>
                </a:cubicBezTo>
                <a:close/>
                <a:moveTo>
                  <a:pt x="588" y="16"/>
                </a:moveTo>
                <a:cubicBezTo>
                  <a:pt x="588" y="140"/>
                  <a:pt x="588" y="140"/>
                  <a:pt x="588" y="140"/>
                </a:cubicBezTo>
                <a:cubicBezTo>
                  <a:pt x="535" y="55"/>
                  <a:pt x="444" y="0"/>
                  <a:pt x="331" y="0"/>
                </a:cubicBezTo>
                <a:cubicBezTo>
                  <a:pt x="151" y="0"/>
                  <a:pt x="0" y="145"/>
                  <a:pt x="0" y="335"/>
                </a:cubicBezTo>
                <a:cubicBezTo>
                  <a:pt x="0" y="524"/>
                  <a:pt x="149" y="670"/>
                  <a:pt x="331" y="670"/>
                </a:cubicBezTo>
                <a:cubicBezTo>
                  <a:pt x="444" y="670"/>
                  <a:pt x="535" y="615"/>
                  <a:pt x="588" y="529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672" y="16"/>
                  <a:pt x="672" y="16"/>
                  <a:pt x="672" y="16"/>
                </a:cubicBezTo>
                <a:lnTo>
                  <a:pt x="588" y="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2" name="Freeform 16">
            <a:extLst>
              <a:ext uri="{FF2B5EF4-FFF2-40B4-BE49-F238E27FC236}">
                <a16:creationId xmlns:a16="http://schemas.microsoft.com/office/drawing/2014/main" id="{0DA82334-9202-4697-A90C-091CBF45BB39}"/>
              </a:ext>
            </a:extLst>
          </p:cNvPr>
          <p:cNvSpPr>
            <a:spLocks/>
          </p:cNvSpPr>
          <p:nvPr/>
        </p:nvSpPr>
        <p:spPr bwMode="black">
          <a:xfrm>
            <a:off x="1294550" y="6422134"/>
            <a:ext cx="64993" cy="77315"/>
          </a:xfrm>
          <a:custGeom>
            <a:avLst/>
            <a:gdLst>
              <a:gd name="T0" fmla="*/ 86 w 551"/>
              <a:gd name="T1" fmla="*/ 115 h 654"/>
              <a:gd name="T2" fmla="*/ 300 w 551"/>
              <a:gd name="T3" fmla="*/ 0 h 654"/>
              <a:gd name="T4" fmla="*/ 549 w 551"/>
              <a:gd name="T5" fmla="*/ 262 h 654"/>
              <a:gd name="T6" fmla="*/ 549 w 551"/>
              <a:gd name="T7" fmla="*/ 654 h 654"/>
              <a:gd name="T8" fmla="*/ 465 w 551"/>
              <a:gd name="T9" fmla="*/ 654 h 654"/>
              <a:gd name="T10" fmla="*/ 465 w 551"/>
              <a:gd name="T11" fmla="*/ 262 h 654"/>
              <a:gd name="T12" fmla="*/ 292 w 551"/>
              <a:gd name="T13" fmla="*/ 83 h 654"/>
              <a:gd name="T14" fmla="*/ 85 w 551"/>
              <a:gd name="T15" fmla="*/ 321 h 654"/>
              <a:gd name="T16" fmla="*/ 85 w 551"/>
              <a:gd name="T17" fmla="*/ 654 h 654"/>
              <a:gd name="T18" fmla="*/ 0 w 551"/>
              <a:gd name="T19" fmla="*/ 654 h 654"/>
              <a:gd name="T20" fmla="*/ 0 w 551"/>
              <a:gd name="T21" fmla="*/ 15 h 654"/>
              <a:gd name="T22" fmla="*/ 85 w 551"/>
              <a:gd name="T23" fmla="*/ 15 h 654"/>
              <a:gd name="T24" fmla="*/ 85 w 551"/>
              <a:gd name="T25" fmla="*/ 115 h 654"/>
              <a:gd name="T26" fmla="*/ 86 w 551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51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51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2" y="83"/>
                </a:cubicBezTo>
                <a:cubicBezTo>
                  <a:pt x="180" y="83"/>
                  <a:pt x="85" y="149"/>
                  <a:pt x="85" y="321"/>
                </a:cubicBezTo>
                <a:cubicBezTo>
                  <a:pt x="85" y="654"/>
                  <a:pt x="85" y="654"/>
                  <a:pt x="85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5" y="15"/>
                  <a:pt x="85" y="15"/>
                  <a:pt x="85" y="15"/>
                </a:cubicBezTo>
                <a:cubicBezTo>
                  <a:pt x="85" y="115"/>
                  <a:pt x="85" y="115"/>
                  <a:pt x="85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3" name="Freeform 17">
            <a:extLst>
              <a:ext uri="{FF2B5EF4-FFF2-40B4-BE49-F238E27FC236}">
                <a16:creationId xmlns:a16="http://schemas.microsoft.com/office/drawing/2014/main" id="{17B73A72-F0B7-4896-A03E-1616CD7DE56B}"/>
              </a:ext>
            </a:extLst>
          </p:cNvPr>
          <p:cNvSpPr>
            <a:spLocks/>
          </p:cNvSpPr>
          <p:nvPr/>
        </p:nvSpPr>
        <p:spPr bwMode="black">
          <a:xfrm>
            <a:off x="1372831" y="6422134"/>
            <a:ext cx="73208" cy="79248"/>
          </a:xfrm>
          <a:custGeom>
            <a:avLst/>
            <a:gdLst>
              <a:gd name="T0" fmla="*/ 335 w 621"/>
              <a:gd name="T1" fmla="*/ 670 h 670"/>
              <a:gd name="T2" fmla="*/ 621 w 621"/>
              <a:gd name="T3" fmla="*/ 503 h 670"/>
              <a:gd name="T4" fmla="*/ 552 w 621"/>
              <a:gd name="T5" fmla="*/ 463 h 670"/>
              <a:gd name="T6" fmla="*/ 336 w 621"/>
              <a:gd name="T7" fmla="*/ 587 h 670"/>
              <a:gd name="T8" fmla="*/ 85 w 621"/>
              <a:gd name="T9" fmla="*/ 335 h 670"/>
              <a:gd name="T10" fmla="*/ 336 w 621"/>
              <a:gd name="T11" fmla="*/ 82 h 670"/>
              <a:gd name="T12" fmla="*/ 547 w 621"/>
              <a:gd name="T13" fmla="*/ 207 h 670"/>
              <a:gd name="T14" fmla="*/ 616 w 621"/>
              <a:gd name="T15" fmla="*/ 166 h 670"/>
              <a:gd name="T16" fmla="*/ 336 w 621"/>
              <a:gd name="T17" fmla="*/ 0 h 670"/>
              <a:gd name="T18" fmla="*/ 1 w 621"/>
              <a:gd name="T19" fmla="*/ 335 h 670"/>
              <a:gd name="T20" fmla="*/ 335 w 621"/>
              <a:gd name="T21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21" h="670">
                <a:moveTo>
                  <a:pt x="335" y="670"/>
                </a:moveTo>
                <a:cubicBezTo>
                  <a:pt x="459" y="670"/>
                  <a:pt x="568" y="605"/>
                  <a:pt x="621" y="503"/>
                </a:cubicBezTo>
                <a:cubicBezTo>
                  <a:pt x="552" y="463"/>
                  <a:pt x="552" y="463"/>
                  <a:pt x="552" y="463"/>
                </a:cubicBezTo>
                <a:cubicBezTo>
                  <a:pt x="511" y="537"/>
                  <a:pt x="433" y="587"/>
                  <a:pt x="336" y="587"/>
                </a:cubicBezTo>
                <a:cubicBezTo>
                  <a:pt x="195" y="587"/>
                  <a:pt x="85" y="477"/>
                  <a:pt x="85" y="335"/>
                </a:cubicBezTo>
                <a:cubicBezTo>
                  <a:pt x="85" y="192"/>
                  <a:pt x="195" y="82"/>
                  <a:pt x="336" y="82"/>
                </a:cubicBezTo>
                <a:cubicBezTo>
                  <a:pt x="432" y="82"/>
                  <a:pt x="513" y="132"/>
                  <a:pt x="547" y="207"/>
                </a:cubicBezTo>
                <a:cubicBezTo>
                  <a:pt x="616" y="166"/>
                  <a:pt x="616" y="166"/>
                  <a:pt x="616" y="166"/>
                </a:cubicBezTo>
                <a:cubicBezTo>
                  <a:pt x="569" y="66"/>
                  <a:pt x="463" y="0"/>
                  <a:pt x="336" y="0"/>
                </a:cubicBezTo>
                <a:cubicBezTo>
                  <a:pt x="144" y="0"/>
                  <a:pt x="1" y="145"/>
                  <a:pt x="1" y="335"/>
                </a:cubicBezTo>
                <a:cubicBezTo>
                  <a:pt x="0" y="524"/>
                  <a:pt x="142" y="670"/>
                  <a:pt x="335" y="6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4" name="Freeform 18">
            <a:extLst>
              <a:ext uri="{FF2B5EF4-FFF2-40B4-BE49-F238E27FC236}">
                <a16:creationId xmlns:a16="http://schemas.microsoft.com/office/drawing/2014/main" id="{0528EB38-1729-4924-8240-A6C5A4E36E28}"/>
              </a:ext>
            </a:extLst>
          </p:cNvPr>
          <p:cNvSpPr>
            <a:spLocks noEditPoints="1"/>
          </p:cNvSpPr>
          <p:nvPr/>
        </p:nvSpPr>
        <p:spPr bwMode="black">
          <a:xfrm>
            <a:off x="1483247" y="6422134"/>
            <a:ext cx="79248" cy="79248"/>
          </a:xfrm>
          <a:custGeom>
            <a:avLst/>
            <a:gdLst>
              <a:gd name="T0" fmla="*/ 85 w 672"/>
              <a:gd name="T1" fmla="*/ 334 h 670"/>
              <a:gd name="T2" fmla="*/ 335 w 672"/>
              <a:gd name="T3" fmla="*/ 586 h 670"/>
              <a:gd name="T4" fmla="*/ 586 w 672"/>
              <a:gd name="T5" fmla="*/ 334 h 670"/>
              <a:gd name="T6" fmla="*/ 335 w 672"/>
              <a:gd name="T7" fmla="*/ 81 h 670"/>
              <a:gd name="T8" fmla="*/ 85 w 672"/>
              <a:gd name="T9" fmla="*/ 334 h 670"/>
              <a:gd name="T10" fmla="*/ 588 w 672"/>
              <a:gd name="T11" fmla="*/ 141 h 670"/>
              <a:gd name="T12" fmla="*/ 588 w 672"/>
              <a:gd name="T13" fmla="*/ 16 h 670"/>
              <a:gd name="T14" fmla="*/ 672 w 672"/>
              <a:gd name="T15" fmla="*/ 16 h 670"/>
              <a:gd name="T16" fmla="*/ 672 w 672"/>
              <a:gd name="T17" fmla="*/ 654 h 670"/>
              <a:gd name="T18" fmla="*/ 588 w 672"/>
              <a:gd name="T19" fmla="*/ 654 h 670"/>
              <a:gd name="T20" fmla="*/ 588 w 672"/>
              <a:gd name="T21" fmla="*/ 530 h 670"/>
              <a:gd name="T22" fmla="*/ 331 w 672"/>
              <a:gd name="T23" fmla="*/ 670 h 670"/>
              <a:gd name="T24" fmla="*/ 0 w 672"/>
              <a:gd name="T25" fmla="*/ 335 h 670"/>
              <a:gd name="T26" fmla="*/ 331 w 672"/>
              <a:gd name="T27" fmla="*/ 0 h 670"/>
              <a:gd name="T28" fmla="*/ 588 w 672"/>
              <a:gd name="T29" fmla="*/ 141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85" y="334"/>
                </a:moveTo>
                <a:cubicBezTo>
                  <a:pt x="85" y="476"/>
                  <a:pt x="195" y="586"/>
                  <a:pt x="335" y="586"/>
                </a:cubicBezTo>
                <a:cubicBezTo>
                  <a:pt x="478" y="586"/>
                  <a:pt x="586" y="476"/>
                  <a:pt x="586" y="334"/>
                </a:cubicBezTo>
                <a:cubicBezTo>
                  <a:pt x="586" y="191"/>
                  <a:pt x="476" y="81"/>
                  <a:pt x="335" y="81"/>
                </a:cubicBezTo>
                <a:cubicBezTo>
                  <a:pt x="195" y="81"/>
                  <a:pt x="85" y="193"/>
                  <a:pt x="85" y="334"/>
                </a:cubicBezTo>
                <a:close/>
                <a:moveTo>
                  <a:pt x="588" y="141"/>
                </a:moveTo>
                <a:cubicBezTo>
                  <a:pt x="588" y="16"/>
                  <a:pt x="588" y="16"/>
                  <a:pt x="588" y="16"/>
                </a:cubicBezTo>
                <a:cubicBezTo>
                  <a:pt x="672" y="16"/>
                  <a:pt x="672" y="16"/>
                  <a:pt x="672" y="16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588" y="530"/>
                  <a:pt x="588" y="530"/>
                  <a:pt x="588" y="530"/>
                </a:cubicBezTo>
                <a:cubicBezTo>
                  <a:pt x="535" y="615"/>
                  <a:pt x="444" y="670"/>
                  <a:pt x="331" y="670"/>
                </a:cubicBezTo>
                <a:cubicBezTo>
                  <a:pt x="151" y="670"/>
                  <a:pt x="0" y="525"/>
                  <a:pt x="0" y="335"/>
                </a:cubicBezTo>
                <a:cubicBezTo>
                  <a:pt x="0" y="146"/>
                  <a:pt x="151" y="0"/>
                  <a:pt x="331" y="0"/>
                </a:cubicBezTo>
                <a:cubicBezTo>
                  <a:pt x="444" y="0"/>
                  <a:pt x="535" y="55"/>
                  <a:pt x="588" y="1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5" name="Freeform 19">
            <a:extLst>
              <a:ext uri="{FF2B5EF4-FFF2-40B4-BE49-F238E27FC236}">
                <a16:creationId xmlns:a16="http://schemas.microsoft.com/office/drawing/2014/main" id="{E3122206-3EAC-492F-8C7A-1F1D73133C6A}"/>
              </a:ext>
            </a:extLst>
          </p:cNvPr>
          <p:cNvSpPr>
            <a:spLocks/>
          </p:cNvSpPr>
          <p:nvPr/>
        </p:nvSpPr>
        <p:spPr bwMode="black">
          <a:xfrm>
            <a:off x="1458361" y="6393383"/>
            <a:ext cx="14497" cy="14497"/>
          </a:xfrm>
          <a:custGeom>
            <a:avLst/>
            <a:gdLst>
              <a:gd name="T0" fmla="*/ 123 w 123"/>
              <a:gd name="T1" fmla="*/ 62 h 123"/>
              <a:gd name="T2" fmla="*/ 61 w 123"/>
              <a:gd name="T3" fmla="*/ 123 h 123"/>
              <a:gd name="T4" fmla="*/ 0 w 123"/>
              <a:gd name="T5" fmla="*/ 62 h 123"/>
              <a:gd name="T6" fmla="*/ 61 w 123"/>
              <a:gd name="T7" fmla="*/ 0 h 123"/>
              <a:gd name="T8" fmla="*/ 123 w 123"/>
              <a:gd name="T9" fmla="*/ 62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123" y="62"/>
                </a:moveTo>
                <a:cubicBezTo>
                  <a:pt x="123" y="94"/>
                  <a:pt x="95" y="123"/>
                  <a:pt x="61" y="123"/>
                </a:cubicBezTo>
                <a:cubicBezTo>
                  <a:pt x="27" y="123"/>
                  <a:pt x="0" y="96"/>
                  <a:pt x="0" y="62"/>
                </a:cubicBezTo>
                <a:cubicBezTo>
                  <a:pt x="0" y="29"/>
                  <a:pt x="27" y="0"/>
                  <a:pt x="61" y="0"/>
                </a:cubicBezTo>
                <a:cubicBezTo>
                  <a:pt x="95" y="0"/>
                  <a:pt x="123" y="28"/>
                  <a:pt x="123" y="6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6" name="Rectangle 20">
            <a:extLst>
              <a:ext uri="{FF2B5EF4-FFF2-40B4-BE49-F238E27FC236}">
                <a16:creationId xmlns:a16="http://schemas.microsoft.com/office/drawing/2014/main" id="{06D94BE3-A243-4ACF-8C2E-E3F18A3B991A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461019" y="6423826"/>
            <a:ext cx="9181" cy="75624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7" name="Freeform 21">
            <a:extLst>
              <a:ext uri="{FF2B5EF4-FFF2-40B4-BE49-F238E27FC236}">
                <a16:creationId xmlns:a16="http://schemas.microsoft.com/office/drawing/2014/main" id="{C304418D-E41C-4081-9B64-0BC4997202B0}"/>
              </a:ext>
            </a:extLst>
          </p:cNvPr>
          <p:cNvSpPr>
            <a:spLocks noEditPoints="1"/>
          </p:cNvSpPr>
          <p:nvPr/>
        </p:nvSpPr>
        <p:spPr bwMode="gray">
          <a:xfrm>
            <a:off x="360000" y="6354000"/>
            <a:ext cx="179758" cy="180000"/>
          </a:xfrm>
          <a:custGeom>
            <a:avLst/>
            <a:gdLst>
              <a:gd name="T0" fmla="*/ 1075 w 1523"/>
              <a:gd name="T1" fmla="*/ 1101 h 1522"/>
              <a:gd name="T2" fmla="*/ 753 w 1523"/>
              <a:gd name="T3" fmla="*/ 505 h 1522"/>
              <a:gd name="T4" fmla="*/ 1213 w 1523"/>
              <a:gd name="T5" fmla="*/ 643 h 1522"/>
              <a:gd name="T6" fmla="*/ 1075 w 1523"/>
              <a:gd name="T7" fmla="*/ 1101 h 1522"/>
              <a:gd name="T8" fmla="*/ 908 w 1523"/>
              <a:gd name="T9" fmla="*/ 1315 h 1522"/>
              <a:gd name="T10" fmla="*/ 898 w 1523"/>
              <a:gd name="T11" fmla="*/ 1320 h 1522"/>
              <a:gd name="T12" fmla="*/ 711 w 1523"/>
              <a:gd name="T13" fmla="*/ 1264 h 1522"/>
              <a:gd name="T14" fmla="*/ 297 w 1523"/>
              <a:gd name="T15" fmla="*/ 496 h 1522"/>
              <a:gd name="T16" fmla="*/ 353 w 1523"/>
              <a:gd name="T17" fmla="*/ 308 h 1522"/>
              <a:gd name="T18" fmla="*/ 363 w 1523"/>
              <a:gd name="T19" fmla="*/ 303 h 1522"/>
              <a:gd name="T20" fmla="*/ 550 w 1523"/>
              <a:gd name="T21" fmla="*/ 359 h 1522"/>
              <a:gd name="T22" fmla="*/ 964 w 1523"/>
              <a:gd name="T23" fmla="*/ 1128 h 1522"/>
              <a:gd name="T24" fmla="*/ 908 w 1523"/>
              <a:gd name="T25" fmla="*/ 1315 h 1522"/>
              <a:gd name="T26" fmla="*/ 761 w 1523"/>
              <a:gd name="T27" fmla="*/ 0 h 1522"/>
              <a:gd name="T28" fmla="*/ 0 w 1523"/>
              <a:gd name="T29" fmla="*/ 761 h 1522"/>
              <a:gd name="T30" fmla="*/ 761 w 1523"/>
              <a:gd name="T31" fmla="*/ 1522 h 1522"/>
              <a:gd name="T32" fmla="*/ 1522 w 1523"/>
              <a:gd name="T33" fmla="*/ 761 h 1522"/>
              <a:gd name="T34" fmla="*/ 761 w 1523"/>
              <a:gd name="T35" fmla="*/ 0 h 1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23" h="1522">
                <a:moveTo>
                  <a:pt x="1075" y="1101"/>
                </a:moveTo>
                <a:cubicBezTo>
                  <a:pt x="753" y="505"/>
                  <a:pt x="753" y="505"/>
                  <a:pt x="753" y="505"/>
                </a:cubicBezTo>
                <a:cubicBezTo>
                  <a:pt x="918" y="416"/>
                  <a:pt x="1124" y="478"/>
                  <a:pt x="1213" y="643"/>
                </a:cubicBezTo>
                <a:cubicBezTo>
                  <a:pt x="1301" y="807"/>
                  <a:pt x="1240" y="1012"/>
                  <a:pt x="1075" y="1101"/>
                </a:cubicBezTo>
                <a:close/>
                <a:moveTo>
                  <a:pt x="908" y="1315"/>
                </a:moveTo>
                <a:cubicBezTo>
                  <a:pt x="898" y="1320"/>
                  <a:pt x="898" y="1320"/>
                  <a:pt x="898" y="1320"/>
                </a:cubicBezTo>
                <a:cubicBezTo>
                  <a:pt x="831" y="1357"/>
                  <a:pt x="747" y="1331"/>
                  <a:pt x="711" y="1264"/>
                </a:cubicBezTo>
                <a:cubicBezTo>
                  <a:pt x="297" y="496"/>
                  <a:pt x="297" y="496"/>
                  <a:pt x="297" y="496"/>
                </a:cubicBezTo>
                <a:cubicBezTo>
                  <a:pt x="260" y="429"/>
                  <a:pt x="286" y="345"/>
                  <a:pt x="353" y="308"/>
                </a:cubicBezTo>
                <a:cubicBezTo>
                  <a:pt x="363" y="303"/>
                  <a:pt x="363" y="303"/>
                  <a:pt x="363" y="303"/>
                </a:cubicBezTo>
                <a:cubicBezTo>
                  <a:pt x="430" y="267"/>
                  <a:pt x="514" y="291"/>
                  <a:pt x="550" y="359"/>
                </a:cubicBezTo>
                <a:cubicBezTo>
                  <a:pt x="964" y="1128"/>
                  <a:pt x="964" y="1128"/>
                  <a:pt x="964" y="1128"/>
                </a:cubicBezTo>
                <a:cubicBezTo>
                  <a:pt x="999" y="1195"/>
                  <a:pt x="974" y="1278"/>
                  <a:pt x="908" y="1315"/>
                </a:cubicBezTo>
                <a:close/>
                <a:moveTo>
                  <a:pt x="761" y="0"/>
                </a:moveTo>
                <a:cubicBezTo>
                  <a:pt x="341" y="0"/>
                  <a:pt x="0" y="340"/>
                  <a:pt x="0" y="761"/>
                </a:cubicBezTo>
                <a:cubicBezTo>
                  <a:pt x="0" y="1181"/>
                  <a:pt x="341" y="1522"/>
                  <a:pt x="761" y="1522"/>
                </a:cubicBezTo>
                <a:cubicBezTo>
                  <a:pt x="1181" y="1522"/>
                  <a:pt x="1522" y="1181"/>
                  <a:pt x="1522" y="761"/>
                </a:cubicBezTo>
                <a:cubicBezTo>
                  <a:pt x="1523" y="340"/>
                  <a:pt x="1182" y="0"/>
                  <a:pt x="761" y="0"/>
                </a:cubicBezTo>
                <a:close/>
              </a:path>
            </a:pathLst>
          </a:custGeom>
          <a:solidFill>
            <a:srgbClr val="59BE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8" name="Freeform 22">
            <a:extLst>
              <a:ext uri="{FF2B5EF4-FFF2-40B4-BE49-F238E27FC236}">
                <a16:creationId xmlns:a16="http://schemas.microsoft.com/office/drawing/2014/main" id="{64D8F344-2489-4D9B-BA4C-1B9652016AED}"/>
              </a:ext>
            </a:extLst>
          </p:cNvPr>
          <p:cNvSpPr>
            <a:spLocks/>
          </p:cNvSpPr>
          <p:nvPr/>
        </p:nvSpPr>
        <p:spPr bwMode="black">
          <a:xfrm>
            <a:off x="1607435" y="6484470"/>
            <a:ext cx="9423" cy="13530"/>
          </a:xfrm>
          <a:custGeom>
            <a:avLst/>
            <a:gdLst>
              <a:gd name="T0" fmla="*/ 39 w 39"/>
              <a:gd name="T1" fmla="*/ 0 h 56"/>
              <a:gd name="T2" fmla="*/ 0 w 39"/>
              <a:gd name="T3" fmla="*/ 0 h 56"/>
              <a:gd name="T4" fmla="*/ 0 w 39"/>
              <a:gd name="T5" fmla="*/ 7 h 56"/>
              <a:gd name="T6" fmla="*/ 16 w 39"/>
              <a:gd name="T7" fmla="*/ 7 h 56"/>
              <a:gd name="T8" fmla="*/ 16 w 39"/>
              <a:gd name="T9" fmla="*/ 56 h 56"/>
              <a:gd name="T10" fmla="*/ 23 w 39"/>
              <a:gd name="T11" fmla="*/ 56 h 56"/>
              <a:gd name="T12" fmla="*/ 23 w 39"/>
              <a:gd name="T13" fmla="*/ 7 h 56"/>
              <a:gd name="T14" fmla="*/ 39 w 39"/>
              <a:gd name="T15" fmla="*/ 7 h 56"/>
              <a:gd name="T16" fmla="*/ 39 w 39"/>
              <a:gd name="T1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" h="56">
                <a:moveTo>
                  <a:pt x="39" y="0"/>
                </a:moveTo>
                <a:lnTo>
                  <a:pt x="0" y="0"/>
                </a:lnTo>
                <a:lnTo>
                  <a:pt x="0" y="7"/>
                </a:lnTo>
                <a:lnTo>
                  <a:pt x="16" y="7"/>
                </a:lnTo>
                <a:lnTo>
                  <a:pt x="16" y="56"/>
                </a:lnTo>
                <a:lnTo>
                  <a:pt x="23" y="56"/>
                </a:lnTo>
                <a:lnTo>
                  <a:pt x="23" y="7"/>
                </a:lnTo>
                <a:lnTo>
                  <a:pt x="39" y="7"/>
                </a:lnTo>
                <a:lnTo>
                  <a:pt x="3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9" name="Freeform 23">
            <a:extLst>
              <a:ext uri="{FF2B5EF4-FFF2-40B4-BE49-F238E27FC236}">
                <a16:creationId xmlns:a16="http://schemas.microsoft.com/office/drawing/2014/main" id="{80E8A5B5-1E7F-48B8-B057-FB650CC60E32}"/>
              </a:ext>
            </a:extLst>
          </p:cNvPr>
          <p:cNvSpPr>
            <a:spLocks/>
          </p:cNvSpPr>
          <p:nvPr/>
        </p:nvSpPr>
        <p:spPr bwMode="black">
          <a:xfrm>
            <a:off x="1618791" y="6484470"/>
            <a:ext cx="12322" cy="13530"/>
          </a:xfrm>
          <a:custGeom>
            <a:avLst/>
            <a:gdLst>
              <a:gd name="T0" fmla="*/ 51 w 51"/>
              <a:gd name="T1" fmla="*/ 0 h 56"/>
              <a:gd name="T2" fmla="*/ 43 w 51"/>
              <a:gd name="T3" fmla="*/ 0 h 56"/>
              <a:gd name="T4" fmla="*/ 26 w 51"/>
              <a:gd name="T5" fmla="*/ 30 h 56"/>
              <a:gd name="T6" fmla="*/ 8 w 51"/>
              <a:gd name="T7" fmla="*/ 0 h 56"/>
              <a:gd name="T8" fmla="*/ 0 w 51"/>
              <a:gd name="T9" fmla="*/ 0 h 56"/>
              <a:gd name="T10" fmla="*/ 0 w 51"/>
              <a:gd name="T11" fmla="*/ 56 h 56"/>
              <a:gd name="T12" fmla="*/ 7 w 51"/>
              <a:gd name="T13" fmla="*/ 56 h 56"/>
              <a:gd name="T14" fmla="*/ 7 w 51"/>
              <a:gd name="T15" fmla="*/ 12 h 56"/>
              <a:gd name="T16" fmla="*/ 25 w 51"/>
              <a:gd name="T17" fmla="*/ 43 h 56"/>
              <a:gd name="T18" fmla="*/ 26 w 51"/>
              <a:gd name="T19" fmla="*/ 43 h 56"/>
              <a:gd name="T20" fmla="*/ 44 w 51"/>
              <a:gd name="T21" fmla="*/ 12 h 56"/>
              <a:gd name="T22" fmla="*/ 44 w 51"/>
              <a:gd name="T23" fmla="*/ 56 h 56"/>
              <a:gd name="T24" fmla="*/ 51 w 51"/>
              <a:gd name="T25" fmla="*/ 56 h 56"/>
              <a:gd name="T26" fmla="*/ 51 w 51"/>
              <a:gd name="T2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1" h="56">
                <a:moveTo>
                  <a:pt x="51" y="0"/>
                </a:moveTo>
                <a:lnTo>
                  <a:pt x="43" y="0"/>
                </a:lnTo>
                <a:lnTo>
                  <a:pt x="26" y="30"/>
                </a:lnTo>
                <a:lnTo>
                  <a:pt x="8" y="0"/>
                </a:lnTo>
                <a:lnTo>
                  <a:pt x="0" y="0"/>
                </a:lnTo>
                <a:lnTo>
                  <a:pt x="0" y="56"/>
                </a:lnTo>
                <a:lnTo>
                  <a:pt x="7" y="56"/>
                </a:lnTo>
                <a:lnTo>
                  <a:pt x="7" y="12"/>
                </a:lnTo>
                <a:lnTo>
                  <a:pt x="25" y="43"/>
                </a:lnTo>
                <a:lnTo>
                  <a:pt x="26" y="43"/>
                </a:lnTo>
                <a:lnTo>
                  <a:pt x="44" y="12"/>
                </a:lnTo>
                <a:lnTo>
                  <a:pt x="44" y="56"/>
                </a:lnTo>
                <a:lnTo>
                  <a:pt x="51" y="56"/>
                </a:lnTo>
                <a:lnTo>
                  <a:pt x="5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                                                                                                                                                                                   Enter &amp; TAB for next text level                                                                                                                                                                          SHIFT+TAB to go back in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6</a:t>
            </a:r>
          </a:p>
          <a:p>
            <a:pPr lvl="6"/>
            <a:r>
              <a:rPr lang="en-GB" noProof="0" dirty="0"/>
              <a:t>7</a:t>
            </a:r>
          </a:p>
          <a:p>
            <a:pPr lvl="7"/>
            <a:r>
              <a:rPr lang="en-GB" noProof="0" dirty="0"/>
              <a:t>8</a:t>
            </a:r>
          </a:p>
          <a:p>
            <a:pPr lvl="8"/>
            <a:r>
              <a:rPr lang="en-GB" noProof="0" dirty="0"/>
              <a:t>9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AA903-C13B-4AFA-99B6-BE9168B5090A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E332019-644A-48D3-BE28-28B1EA4FD674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B696-6AA7-4E5D-B60B-41572D08001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8773535"/>
      </p:ext>
    </p:extLst>
  </p:cSld>
  <p:clrMapOvr>
    <a:overrideClrMapping bg1="dk1" tx1="lt1" bg2="lt2" tx2="accent1" accent1="lt2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50" y="360000"/>
            <a:ext cx="11471250" cy="968467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 noProof="0" dirty="0"/>
              <a:t>Click to add text                                                                                                                                                                                               Enter &amp; TAB for next text level                                                                                                                                                                          SHIFT+TAB to go back in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6</a:t>
            </a:r>
          </a:p>
          <a:p>
            <a:pPr lvl="6"/>
            <a:r>
              <a:rPr lang="en-GB" noProof="0" dirty="0"/>
              <a:t>7</a:t>
            </a:r>
          </a:p>
          <a:p>
            <a:pPr lvl="7"/>
            <a:r>
              <a:rPr lang="en-GB" noProof="0" dirty="0"/>
              <a:t>8</a:t>
            </a:r>
          </a:p>
          <a:p>
            <a:pPr lvl="8"/>
            <a:r>
              <a:rPr lang="en-GB" noProof="0" dirty="0"/>
              <a:t>9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AA903-C13B-4AFA-99B6-BE9168B50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82529B-AC4F-4644-A9B9-54DF6FCD59BB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B696-6AA7-4E5D-B60B-41572D080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D64025D-44A7-4244-A3CE-3885F2308A17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 bwMode="white">
          <a:xfrm>
            <a:off x="361950" y="1328467"/>
            <a:ext cx="11473200" cy="360000"/>
          </a:xfrm>
        </p:spPr>
        <p:txBody>
          <a:bodyPr anchor="t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1800">
                <a:solidFill>
                  <a:schemeClr val="accent1"/>
                </a:solidFill>
                <a:latin typeface="+mn-lt"/>
              </a:defRPr>
            </a:lvl1pPr>
            <a:lvl2pPr marL="0" indent="0" algn="l">
              <a:buFont typeface="Arial" panose="020B0604020202020204" pitchFamily="34" charset="0"/>
              <a:buChar char="​"/>
              <a:defRPr sz="2000"/>
            </a:lvl2pPr>
            <a:lvl3pPr marL="0" indent="0" algn="l">
              <a:buFont typeface="Arial" panose="020B0604020202020204" pitchFamily="34" charset="0"/>
              <a:buChar char="​"/>
              <a:defRPr sz="2000"/>
            </a:lvl3pPr>
            <a:lvl4pPr marL="0" indent="0" algn="l">
              <a:buFont typeface="Arial" panose="020B0604020202020204" pitchFamily="34" charset="0"/>
              <a:buChar char="​"/>
              <a:defRPr sz="2000"/>
            </a:lvl4pPr>
            <a:lvl5pPr marL="0" indent="0" algn="l">
              <a:buFont typeface="Arial" panose="020B0604020202020204" pitchFamily="34" charset="0"/>
              <a:buChar char="​"/>
              <a:defRPr sz="2000"/>
            </a:lvl5pPr>
            <a:lvl6pPr marL="0" indent="0" algn="l">
              <a:buFont typeface="Arial" panose="020B0604020202020204" pitchFamily="34" charset="0"/>
              <a:buChar char="​"/>
              <a:defRPr sz="2000"/>
            </a:lvl6pPr>
            <a:lvl7pPr marL="0" indent="0" algn="l">
              <a:buFont typeface="Arial" panose="020B0604020202020204" pitchFamily="34" charset="0"/>
              <a:buChar char="​"/>
              <a:defRPr sz="2000"/>
            </a:lvl7pPr>
            <a:lvl8pPr marL="0" indent="0" algn="l">
              <a:buFont typeface="Arial" panose="020B0604020202020204" pitchFamily="34" charset="0"/>
              <a:buChar char="​"/>
              <a:defRPr sz="2000"/>
            </a:lvl8pPr>
            <a:lvl9pPr marL="0" indent="0" algn="l">
              <a:buFont typeface="Arial" panose="020B0604020202020204" pitchFamily="34" charset="0"/>
              <a:buChar char="​"/>
              <a:defRPr sz="2000"/>
            </a:lvl9pPr>
          </a:lstStyle>
          <a:p>
            <a:r>
              <a:rPr lang="en-GB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3437955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000" y="1800000"/>
            <a:ext cx="5554800" cy="39780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 dirty="0"/>
              <a:t>Click to add text                                                                                                                            Enter &amp; TAB for next text level                                                                                                              SHIFT+TAB to go back in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6</a:t>
            </a:r>
          </a:p>
          <a:p>
            <a:pPr lvl="6"/>
            <a:r>
              <a:rPr lang="en-GB" noProof="0" dirty="0"/>
              <a:t>7</a:t>
            </a:r>
          </a:p>
          <a:p>
            <a:pPr lvl="7"/>
            <a:r>
              <a:rPr lang="en-GB" noProof="0" dirty="0"/>
              <a:t>8</a:t>
            </a:r>
          </a:p>
          <a:p>
            <a:pPr lvl="8"/>
            <a:r>
              <a:rPr lang="en-GB" noProof="0" dirty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4800" y="1800000"/>
            <a:ext cx="5554800" cy="39780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 dirty="0"/>
              <a:t>Click to add text                                                                                                             Enter &amp; TAB for next text level                                                                                                SHIFT+TAB to go back in levels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noProof="0" dirty="0"/>
              <a:t>6</a:t>
            </a:r>
          </a:p>
          <a:p>
            <a:pPr lvl="6"/>
            <a:r>
              <a:rPr lang="en-GB" noProof="0" dirty="0"/>
              <a:t>7</a:t>
            </a:r>
          </a:p>
          <a:p>
            <a:pPr lvl="7"/>
            <a:r>
              <a:rPr lang="en-GB" noProof="0" dirty="0"/>
              <a:t>8</a:t>
            </a:r>
          </a:p>
          <a:p>
            <a:pPr lvl="8"/>
            <a:r>
              <a:rPr lang="en-GB" noProof="0" dirty="0"/>
              <a:t>9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57FA7-00B8-44B3-BD40-9620D458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8808D90-8A0A-48FE-9897-F9A95E6B6697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FF88D-9B85-4FA5-AD9E-F00BDE27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92538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000" y="1800000"/>
            <a:ext cx="8510400" cy="39780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 dirty="0"/>
              <a:t>Click to add text                                                                                                                            Enter &amp; TAB for next text level                                                                                                              SHIFT+TAB to go back in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6</a:t>
            </a:r>
          </a:p>
          <a:p>
            <a:pPr lvl="6"/>
            <a:r>
              <a:rPr lang="en-GB" noProof="0" dirty="0"/>
              <a:t>7</a:t>
            </a:r>
          </a:p>
          <a:p>
            <a:pPr lvl="7"/>
            <a:r>
              <a:rPr lang="en-GB" noProof="0" dirty="0"/>
              <a:t>8</a:t>
            </a:r>
          </a:p>
          <a:p>
            <a:pPr lvl="8"/>
            <a:r>
              <a:rPr lang="en-GB" noProof="0" dirty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34000" y="1800000"/>
            <a:ext cx="2595600" cy="39780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 dirty="0"/>
              <a:t>Click to add text                                                                                      Enter &amp; TAB for next text level                                                                               SHIFT+TAB to go back in levels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noProof="0" dirty="0"/>
              <a:t>6</a:t>
            </a:r>
          </a:p>
          <a:p>
            <a:pPr lvl="6"/>
            <a:r>
              <a:rPr lang="en-GB" noProof="0" dirty="0"/>
              <a:t>7</a:t>
            </a:r>
          </a:p>
          <a:p>
            <a:pPr lvl="7"/>
            <a:r>
              <a:rPr lang="en-GB" noProof="0" dirty="0"/>
              <a:t>8</a:t>
            </a:r>
          </a:p>
          <a:p>
            <a:pPr lvl="8"/>
            <a:r>
              <a:rPr lang="en-GB" noProof="0" dirty="0"/>
              <a:t>9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57FA7-00B8-44B3-BD40-9620D458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87376B-8E0B-4B40-9AB5-89E5637BD901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FF88D-9B85-4FA5-AD9E-F00BDE27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2026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000" y="1800000"/>
            <a:ext cx="5554800" cy="39780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 dirty="0"/>
              <a:t>Click to add text                                                                                                                            Enter &amp; TAB for next text level                                                                                                              SHIFT+TAB to go back in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6</a:t>
            </a:r>
          </a:p>
          <a:p>
            <a:pPr lvl="6"/>
            <a:r>
              <a:rPr lang="en-GB" noProof="0" dirty="0"/>
              <a:t>7</a:t>
            </a:r>
          </a:p>
          <a:p>
            <a:pPr lvl="7"/>
            <a:r>
              <a:rPr lang="en-GB" noProof="0" dirty="0"/>
              <a:t>8</a:t>
            </a:r>
          </a:p>
          <a:p>
            <a:pPr lvl="8"/>
            <a:r>
              <a:rPr lang="en-GB" noProof="0" dirty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8400" y="1800000"/>
            <a:ext cx="2595600" cy="39780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 dirty="0"/>
              <a:t>Click to add text                                                                                         Enter &amp; TAB for next text level                                                                           SHIFT+TAB to go back in levels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noProof="0" dirty="0"/>
              <a:t>6</a:t>
            </a:r>
          </a:p>
          <a:p>
            <a:pPr lvl="6"/>
            <a:r>
              <a:rPr lang="en-GB" noProof="0" dirty="0"/>
              <a:t>7</a:t>
            </a:r>
          </a:p>
          <a:p>
            <a:pPr lvl="7"/>
            <a:r>
              <a:rPr lang="en-GB" noProof="0" dirty="0"/>
              <a:t>8</a:t>
            </a:r>
          </a:p>
          <a:p>
            <a:pPr lvl="8"/>
            <a:r>
              <a:rPr lang="en-GB" noProof="0" dirty="0"/>
              <a:t>9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AA8B0AF-207D-4ECF-87C8-F27949675B9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234000" y="1800000"/>
            <a:ext cx="2595600" cy="397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270000" marR="0" lvl="0" indent="-270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noProof="0" dirty="0"/>
              <a:t>Click to add text                        Enter &amp; TAB for next text level                                SHIFT+TAB to go back in levels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57FA7-00B8-44B3-BD40-9620D458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F1B1670-D17F-4FF2-8B59-E7011B0AE539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FF88D-9B85-4FA5-AD9E-F00BDE27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19571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50" y="360000"/>
            <a:ext cx="2595600" cy="1080000"/>
          </a:xfrm>
        </p:spPr>
        <p:txBody>
          <a:bodyPr/>
          <a:lstStyle>
            <a:lvl1pPr>
              <a:defRPr sz="2000"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000" y="1800001"/>
            <a:ext cx="2595600" cy="3977998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 dirty="0"/>
              <a:t>Click to add text                                                                                                                            Enter &amp; TAB for next text level                                                                                                              SHIFT+TAB to go back in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6</a:t>
            </a:r>
          </a:p>
          <a:p>
            <a:pPr lvl="6"/>
            <a:r>
              <a:rPr lang="en-GB" noProof="0" dirty="0"/>
              <a:t>7</a:t>
            </a:r>
          </a:p>
          <a:p>
            <a:pPr lvl="7"/>
            <a:r>
              <a:rPr lang="en-GB" noProof="0" dirty="0"/>
              <a:t>8</a:t>
            </a:r>
          </a:p>
          <a:p>
            <a:pPr lvl="8"/>
            <a:r>
              <a:rPr lang="en-GB" noProof="0" dirty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317875" y="360000"/>
            <a:ext cx="5556125" cy="5417999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 dirty="0"/>
              <a:t>Click to add text                                                                                         Enter &amp; TAB for next text level                                                                           SHIFT+TAB to go back in levels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noProof="0" dirty="0"/>
              <a:t>6</a:t>
            </a:r>
          </a:p>
          <a:p>
            <a:pPr lvl="6"/>
            <a:r>
              <a:rPr lang="en-GB" noProof="0" dirty="0"/>
              <a:t>7</a:t>
            </a:r>
          </a:p>
          <a:p>
            <a:pPr lvl="7"/>
            <a:r>
              <a:rPr lang="en-GB" noProof="0" dirty="0"/>
              <a:t>8</a:t>
            </a:r>
          </a:p>
          <a:p>
            <a:pPr lvl="8"/>
            <a:r>
              <a:rPr lang="en-GB" noProof="0" dirty="0"/>
              <a:t>9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AA8B0AF-207D-4ECF-87C8-F27949675B9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234000" y="358775"/>
            <a:ext cx="2595600" cy="54192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270000" marR="0" lvl="0" indent="-270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noProof="0" dirty="0"/>
              <a:t>Click to add text                        Enter &amp; TAB for next text level                                SHIFT+TAB to go back in levels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57FA7-00B8-44B3-BD40-9620D458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344A64AF-43A9-45A5-9D42-8AFF4EA7FD88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FF88D-9B85-4FA5-AD9E-F00BDE27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91800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589D723-FD8E-498D-8771-B57668D4DBC1}"/>
              </a:ext>
            </a:extLst>
          </p:cNvPr>
          <p:cNvSpPr/>
          <p:nvPr userDrawn="1"/>
        </p:nvSpPr>
        <p:spPr bwMode="white">
          <a:xfrm>
            <a:off x="0" y="0"/>
            <a:ext cx="2957550" cy="68580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61950" y="360000"/>
            <a:ext cx="2219250" cy="10800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129D251-399C-4A1F-96F5-84E31A273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360000" y="1800000"/>
            <a:ext cx="2221200" cy="43380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270000" marR="0" lvl="0" indent="-270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noProof="0" dirty="0"/>
              <a:t>Click to add text                        Enter &amp; TAB for next text level                                SHIFT+TAB to go back in levels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317875" y="360000"/>
            <a:ext cx="5556125" cy="54180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 dirty="0"/>
              <a:t>Click to add text                                                                                         Enter &amp; TAB for next text level                                                                           SHIFT+TAB to go back in levels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noProof="0" dirty="0"/>
              <a:t>6</a:t>
            </a:r>
          </a:p>
          <a:p>
            <a:pPr lvl="6"/>
            <a:r>
              <a:rPr lang="en-GB" noProof="0" dirty="0"/>
              <a:t>7</a:t>
            </a:r>
          </a:p>
          <a:p>
            <a:pPr lvl="7"/>
            <a:r>
              <a:rPr lang="en-GB" noProof="0" dirty="0"/>
              <a:t>8</a:t>
            </a:r>
          </a:p>
          <a:p>
            <a:pPr lvl="8"/>
            <a:r>
              <a:rPr lang="en-GB" noProof="0" dirty="0"/>
              <a:t>9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AA8B0AF-207D-4ECF-87C8-F27949675B9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234000" y="358776"/>
            <a:ext cx="2595600" cy="541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270000" marR="0" lvl="0" indent="-270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noProof="0" dirty="0"/>
              <a:t>Click to add text                        Enter &amp; TAB for next text level                                SHIFT+TAB to go back in levels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57FA7-00B8-44B3-BD40-9620D458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68E5C15-8DDB-4B9A-8F84-91C6BD635BE4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FF88D-9B85-4FA5-AD9E-F00BDE27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E233EEEA-6CF5-408B-88F9-29B9D4E7F830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576388" y="6386513"/>
            <a:ext cx="9525" cy="1095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606EF8B9-7D46-4F50-899D-67D6B90E4918}"/>
              </a:ext>
            </a:extLst>
          </p:cNvPr>
          <p:cNvSpPr>
            <a:spLocks/>
          </p:cNvSpPr>
          <p:nvPr/>
        </p:nvSpPr>
        <p:spPr bwMode="black">
          <a:xfrm>
            <a:off x="1030288" y="6388100"/>
            <a:ext cx="44450" cy="107950"/>
          </a:xfrm>
          <a:custGeom>
            <a:avLst/>
            <a:gdLst>
              <a:gd name="T0" fmla="*/ 376 w 378"/>
              <a:gd name="T1" fmla="*/ 13 h 923"/>
              <a:gd name="T2" fmla="*/ 376 w 378"/>
              <a:gd name="T3" fmla="*/ 94 h 923"/>
              <a:gd name="T4" fmla="*/ 193 w 378"/>
              <a:gd name="T5" fmla="*/ 258 h 923"/>
              <a:gd name="T6" fmla="*/ 193 w 378"/>
              <a:gd name="T7" fmla="*/ 284 h 923"/>
              <a:gd name="T8" fmla="*/ 378 w 378"/>
              <a:gd name="T9" fmla="*/ 284 h 923"/>
              <a:gd name="T10" fmla="*/ 378 w 378"/>
              <a:gd name="T11" fmla="*/ 365 h 923"/>
              <a:gd name="T12" fmla="*/ 193 w 378"/>
              <a:gd name="T13" fmla="*/ 365 h 923"/>
              <a:gd name="T14" fmla="*/ 193 w 378"/>
              <a:gd name="T15" fmla="*/ 923 h 923"/>
              <a:gd name="T16" fmla="*/ 109 w 378"/>
              <a:gd name="T17" fmla="*/ 923 h 923"/>
              <a:gd name="T18" fmla="*/ 109 w 378"/>
              <a:gd name="T19" fmla="*/ 366 h 923"/>
              <a:gd name="T20" fmla="*/ 0 w 378"/>
              <a:gd name="T21" fmla="*/ 366 h 923"/>
              <a:gd name="T22" fmla="*/ 0 w 378"/>
              <a:gd name="T23" fmla="*/ 285 h 923"/>
              <a:gd name="T24" fmla="*/ 109 w 378"/>
              <a:gd name="T25" fmla="*/ 285 h 923"/>
              <a:gd name="T26" fmla="*/ 109 w 378"/>
              <a:gd name="T27" fmla="*/ 259 h 923"/>
              <a:gd name="T28" fmla="*/ 376 w 378"/>
              <a:gd name="T29" fmla="*/ 1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8" h="923">
                <a:moveTo>
                  <a:pt x="376" y="13"/>
                </a:moveTo>
                <a:cubicBezTo>
                  <a:pt x="376" y="94"/>
                  <a:pt x="376" y="94"/>
                  <a:pt x="376" y="94"/>
                </a:cubicBezTo>
                <a:cubicBezTo>
                  <a:pt x="251" y="85"/>
                  <a:pt x="191" y="135"/>
                  <a:pt x="193" y="258"/>
                </a:cubicBezTo>
                <a:cubicBezTo>
                  <a:pt x="193" y="284"/>
                  <a:pt x="193" y="284"/>
                  <a:pt x="193" y="284"/>
                </a:cubicBezTo>
                <a:cubicBezTo>
                  <a:pt x="378" y="284"/>
                  <a:pt x="378" y="284"/>
                  <a:pt x="378" y="284"/>
                </a:cubicBezTo>
                <a:cubicBezTo>
                  <a:pt x="378" y="365"/>
                  <a:pt x="378" y="365"/>
                  <a:pt x="378" y="365"/>
                </a:cubicBezTo>
                <a:cubicBezTo>
                  <a:pt x="193" y="365"/>
                  <a:pt x="193" y="365"/>
                  <a:pt x="193" y="365"/>
                </a:cubicBezTo>
                <a:cubicBezTo>
                  <a:pt x="193" y="923"/>
                  <a:pt x="193" y="923"/>
                  <a:pt x="193" y="923"/>
                </a:cubicBezTo>
                <a:cubicBezTo>
                  <a:pt x="109" y="923"/>
                  <a:pt x="109" y="923"/>
                  <a:pt x="109" y="923"/>
                </a:cubicBezTo>
                <a:cubicBezTo>
                  <a:pt x="109" y="366"/>
                  <a:pt x="109" y="366"/>
                  <a:pt x="109" y="366"/>
                </a:cubicBezTo>
                <a:cubicBezTo>
                  <a:pt x="0" y="366"/>
                  <a:pt x="0" y="366"/>
                  <a:pt x="0" y="366"/>
                </a:cubicBezTo>
                <a:cubicBezTo>
                  <a:pt x="0" y="285"/>
                  <a:pt x="0" y="285"/>
                  <a:pt x="0" y="285"/>
                </a:cubicBezTo>
                <a:cubicBezTo>
                  <a:pt x="109" y="285"/>
                  <a:pt x="109" y="285"/>
                  <a:pt x="109" y="285"/>
                </a:cubicBezTo>
                <a:cubicBezTo>
                  <a:pt x="109" y="259"/>
                  <a:pt x="109" y="259"/>
                  <a:pt x="109" y="259"/>
                </a:cubicBezTo>
                <a:cubicBezTo>
                  <a:pt x="107" y="93"/>
                  <a:pt x="203" y="0"/>
                  <a:pt x="376" y="1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8F52D389-15A9-46E2-BD47-4398E9C2128E}"/>
              </a:ext>
            </a:extLst>
          </p:cNvPr>
          <p:cNvSpPr>
            <a:spLocks noEditPoints="1"/>
          </p:cNvSpPr>
          <p:nvPr/>
        </p:nvSpPr>
        <p:spPr bwMode="black">
          <a:xfrm>
            <a:off x="592138" y="6391275"/>
            <a:ext cx="80963" cy="107950"/>
          </a:xfrm>
          <a:custGeom>
            <a:avLst/>
            <a:gdLst>
              <a:gd name="T0" fmla="*/ 165 w 685"/>
              <a:gd name="T1" fmla="*/ 574 h 911"/>
              <a:gd name="T2" fmla="*/ 342 w 685"/>
              <a:gd name="T3" fmla="*/ 754 h 911"/>
              <a:gd name="T4" fmla="*/ 520 w 685"/>
              <a:gd name="T5" fmla="*/ 574 h 911"/>
              <a:gd name="T6" fmla="*/ 342 w 685"/>
              <a:gd name="T7" fmla="*/ 395 h 911"/>
              <a:gd name="T8" fmla="*/ 165 w 685"/>
              <a:gd name="T9" fmla="*/ 574 h 911"/>
              <a:gd name="T10" fmla="*/ 165 w 685"/>
              <a:gd name="T11" fmla="*/ 330 h 911"/>
              <a:gd name="T12" fmla="*/ 372 w 685"/>
              <a:gd name="T13" fmla="*/ 238 h 911"/>
              <a:gd name="T14" fmla="*/ 685 w 685"/>
              <a:gd name="T15" fmla="*/ 574 h 911"/>
              <a:gd name="T16" fmla="*/ 372 w 685"/>
              <a:gd name="T17" fmla="*/ 911 h 911"/>
              <a:gd name="T18" fmla="*/ 165 w 685"/>
              <a:gd name="T19" fmla="*/ 819 h 911"/>
              <a:gd name="T20" fmla="*/ 165 w 685"/>
              <a:gd name="T21" fmla="*/ 893 h 911"/>
              <a:gd name="T22" fmla="*/ 0 w 685"/>
              <a:gd name="T23" fmla="*/ 893 h 911"/>
              <a:gd name="T24" fmla="*/ 0 w 685"/>
              <a:gd name="T25" fmla="*/ 0 h 911"/>
              <a:gd name="T26" fmla="*/ 165 w 685"/>
              <a:gd name="T27" fmla="*/ 0 h 911"/>
              <a:gd name="T28" fmla="*/ 165 w 685"/>
              <a:gd name="T29" fmla="*/ 33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165" y="574"/>
                </a:moveTo>
                <a:cubicBezTo>
                  <a:pt x="165" y="681"/>
                  <a:pt x="241" y="754"/>
                  <a:pt x="342" y="754"/>
                </a:cubicBezTo>
                <a:cubicBezTo>
                  <a:pt x="444" y="754"/>
                  <a:pt x="520" y="681"/>
                  <a:pt x="520" y="574"/>
                </a:cubicBezTo>
                <a:cubicBezTo>
                  <a:pt x="520" y="467"/>
                  <a:pt x="444" y="395"/>
                  <a:pt x="342" y="395"/>
                </a:cubicBezTo>
                <a:cubicBezTo>
                  <a:pt x="241" y="395"/>
                  <a:pt x="165" y="467"/>
                  <a:pt x="165" y="574"/>
                </a:cubicBezTo>
                <a:close/>
                <a:moveTo>
                  <a:pt x="165" y="330"/>
                </a:moveTo>
                <a:cubicBezTo>
                  <a:pt x="212" y="272"/>
                  <a:pt x="279" y="238"/>
                  <a:pt x="372" y="238"/>
                </a:cubicBezTo>
                <a:cubicBezTo>
                  <a:pt x="544" y="238"/>
                  <a:pt x="685" y="385"/>
                  <a:pt x="685" y="574"/>
                </a:cubicBezTo>
                <a:cubicBezTo>
                  <a:pt x="685" y="764"/>
                  <a:pt x="544" y="911"/>
                  <a:pt x="372" y="911"/>
                </a:cubicBezTo>
                <a:cubicBezTo>
                  <a:pt x="280" y="911"/>
                  <a:pt x="212" y="877"/>
                  <a:pt x="165" y="819"/>
                </a:cubicBezTo>
                <a:cubicBezTo>
                  <a:pt x="165" y="893"/>
                  <a:pt x="165" y="893"/>
                  <a:pt x="165" y="893"/>
                </a:cubicBezTo>
                <a:cubicBezTo>
                  <a:pt x="0" y="893"/>
                  <a:pt x="0" y="893"/>
                  <a:pt x="0" y="893"/>
                </a:cubicBezTo>
                <a:cubicBezTo>
                  <a:pt x="0" y="0"/>
                  <a:pt x="0" y="0"/>
                  <a:pt x="0" y="0"/>
                </a:cubicBezTo>
                <a:cubicBezTo>
                  <a:pt x="165" y="0"/>
                  <a:pt x="165" y="0"/>
                  <a:pt x="165" y="0"/>
                </a:cubicBezTo>
                <a:lnTo>
                  <a:pt x="165" y="3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7" name="Freeform 8">
            <a:extLst>
              <a:ext uri="{FF2B5EF4-FFF2-40B4-BE49-F238E27FC236}">
                <a16:creationId xmlns:a16="http://schemas.microsoft.com/office/drawing/2014/main" id="{BBABFCCB-86C4-430F-AEE0-86564199932E}"/>
              </a:ext>
            </a:extLst>
          </p:cNvPr>
          <p:cNvSpPr>
            <a:spLocks/>
          </p:cNvSpPr>
          <p:nvPr/>
        </p:nvSpPr>
        <p:spPr bwMode="black">
          <a:xfrm>
            <a:off x="684213" y="6419850"/>
            <a:ext cx="42863" cy="76200"/>
          </a:xfrm>
          <a:custGeom>
            <a:avLst/>
            <a:gdLst>
              <a:gd name="T0" fmla="*/ 164 w 358"/>
              <a:gd name="T1" fmla="*/ 13 h 652"/>
              <a:gd name="T2" fmla="*/ 164 w 358"/>
              <a:gd name="T3" fmla="*/ 123 h 652"/>
              <a:gd name="T4" fmla="*/ 358 w 358"/>
              <a:gd name="T5" fmla="*/ 0 h 652"/>
              <a:gd name="T6" fmla="*/ 358 w 358"/>
              <a:gd name="T7" fmla="*/ 184 h 652"/>
              <a:gd name="T8" fmla="*/ 164 w 358"/>
              <a:gd name="T9" fmla="*/ 346 h 652"/>
              <a:gd name="T10" fmla="*/ 164 w 358"/>
              <a:gd name="T11" fmla="*/ 652 h 652"/>
              <a:gd name="T12" fmla="*/ 0 w 358"/>
              <a:gd name="T13" fmla="*/ 652 h 652"/>
              <a:gd name="T14" fmla="*/ 0 w 358"/>
              <a:gd name="T15" fmla="*/ 13 h 652"/>
              <a:gd name="T16" fmla="*/ 164 w 358"/>
              <a:gd name="T17" fmla="*/ 13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8" h="652">
                <a:moveTo>
                  <a:pt x="164" y="13"/>
                </a:moveTo>
                <a:cubicBezTo>
                  <a:pt x="164" y="123"/>
                  <a:pt x="164" y="123"/>
                  <a:pt x="164" y="123"/>
                </a:cubicBezTo>
                <a:cubicBezTo>
                  <a:pt x="196" y="35"/>
                  <a:pt x="277" y="0"/>
                  <a:pt x="358" y="0"/>
                </a:cubicBezTo>
                <a:cubicBezTo>
                  <a:pt x="358" y="184"/>
                  <a:pt x="358" y="184"/>
                  <a:pt x="358" y="184"/>
                </a:cubicBezTo>
                <a:cubicBezTo>
                  <a:pt x="272" y="173"/>
                  <a:pt x="164" y="212"/>
                  <a:pt x="164" y="346"/>
                </a:cubicBezTo>
                <a:cubicBezTo>
                  <a:pt x="164" y="652"/>
                  <a:pt x="164" y="652"/>
                  <a:pt x="164" y="652"/>
                </a:cubicBezTo>
                <a:cubicBezTo>
                  <a:pt x="0" y="652"/>
                  <a:pt x="0" y="652"/>
                  <a:pt x="0" y="652"/>
                </a:cubicBezTo>
                <a:cubicBezTo>
                  <a:pt x="0" y="13"/>
                  <a:pt x="0" y="13"/>
                  <a:pt x="0" y="13"/>
                </a:cubicBezTo>
                <a:lnTo>
                  <a:pt x="164" y="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8" name="Freeform 9">
            <a:extLst>
              <a:ext uri="{FF2B5EF4-FFF2-40B4-BE49-F238E27FC236}">
                <a16:creationId xmlns:a16="http://schemas.microsoft.com/office/drawing/2014/main" id="{248D96EF-DF8C-4488-8395-0D8A6EE2ACD0}"/>
              </a:ext>
            </a:extLst>
          </p:cNvPr>
          <p:cNvSpPr>
            <a:spLocks noEditPoints="1"/>
          </p:cNvSpPr>
          <p:nvPr/>
        </p:nvSpPr>
        <p:spPr bwMode="black">
          <a:xfrm>
            <a:off x="733425" y="6419850"/>
            <a:ext cx="77788" cy="79375"/>
          </a:xfrm>
          <a:custGeom>
            <a:avLst/>
            <a:gdLst>
              <a:gd name="T0" fmla="*/ 172 w 660"/>
              <a:gd name="T1" fmla="*/ 277 h 673"/>
              <a:gd name="T2" fmla="*/ 338 w 660"/>
              <a:gd name="T3" fmla="*/ 147 h 673"/>
              <a:gd name="T4" fmla="*/ 497 w 660"/>
              <a:gd name="T5" fmla="*/ 277 h 673"/>
              <a:gd name="T6" fmla="*/ 172 w 660"/>
              <a:gd name="T7" fmla="*/ 277 h 673"/>
              <a:gd name="T8" fmla="*/ 173 w 660"/>
              <a:gd name="T9" fmla="*/ 405 h 673"/>
              <a:gd name="T10" fmla="*/ 654 w 660"/>
              <a:gd name="T11" fmla="*/ 405 h 673"/>
              <a:gd name="T12" fmla="*/ 660 w 660"/>
              <a:gd name="T13" fmla="*/ 337 h 673"/>
              <a:gd name="T14" fmla="*/ 337 w 660"/>
              <a:gd name="T15" fmla="*/ 0 h 673"/>
              <a:gd name="T16" fmla="*/ 0 w 660"/>
              <a:gd name="T17" fmla="*/ 337 h 673"/>
              <a:gd name="T18" fmla="*/ 350 w 660"/>
              <a:gd name="T19" fmla="*/ 673 h 673"/>
              <a:gd name="T20" fmla="*/ 628 w 660"/>
              <a:gd name="T21" fmla="*/ 537 h 673"/>
              <a:gd name="T22" fmla="*/ 495 w 660"/>
              <a:gd name="T23" fmla="*/ 461 h 673"/>
              <a:gd name="T24" fmla="*/ 353 w 660"/>
              <a:gd name="T25" fmla="*/ 524 h 673"/>
              <a:gd name="T26" fmla="*/ 173 w 660"/>
              <a:gd name="T27" fmla="*/ 405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60" h="673">
                <a:moveTo>
                  <a:pt x="172" y="277"/>
                </a:moveTo>
                <a:cubicBezTo>
                  <a:pt x="191" y="196"/>
                  <a:pt x="251" y="147"/>
                  <a:pt x="338" y="147"/>
                </a:cubicBezTo>
                <a:cubicBezTo>
                  <a:pt x="408" y="147"/>
                  <a:pt x="476" y="185"/>
                  <a:pt x="497" y="277"/>
                </a:cubicBezTo>
                <a:lnTo>
                  <a:pt x="172" y="277"/>
                </a:lnTo>
                <a:close/>
                <a:moveTo>
                  <a:pt x="173" y="405"/>
                </a:moveTo>
                <a:cubicBezTo>
                  <a:pt x="654" y="405"/>
                  <a:pt x="654" y="405"/>
                  <a:pt x="654" y="405"/>
                </a:cubicBezTo>
                <a:cubicBezTo>
                  <a:pt x="657" y="382"/>
                  <a:pt x="660" y="361"/>
                  <a:pt x="660" y="337"/>
                </a:cubicBezTo>
                <a:cubicBezTo>
                  <a:pt x="660" y="149"/>
                  <a:pt x="526" y="0"/>
                  <a:pt x="337" y="0"/>
                </a:cubicBezTo>
                <a:cubicBezTo>
                  <a:pt x="136" y="0"/>
                  <a:pt x="0" y="147"/>
                  <a:pt x="0" y="337"/>
                </a:cubicBezTo>
                <a:cubicBezTo>
                  <a:pt x="0" y="528"/>
                  <a:pt x="136" y="673"/>
                  <a:pt x="350" y="673"/>
                </a:cubicBezTo>
                <a:cubicBezTo>
                  <a:pt x="473" y="673"/>
                  <a:pt x="568" y="623"/>
                  <a:pt x="628" y="537"/>
                </a:cubicBezTo>
                <a:cubicBezTo>
                  <a:pt x="495" y="461"/>
                  <a:pt x="495" y="461"/>
                  <a:pt x="495" y="461"/>
                </a:cubicBezTo>
                <a:cubicBezTo>
                  <a:pt x="466" y="499"/>
                  <a:pt x="416" y="524"/>
                  <a:pt x="353" y="524"/>
                </a:cubicBezTo>
                <a:cubicBezTo>
                  <a:pt x="267" y="526"/>
                  <a:pt x="197" y="489"/>
                  <a:pt x="173" y="40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9" name="Freeform 10">
            <a:extLst>
              <a:ext uri="{FF2B5EF4-FFF2-40B4-BE49-F238E27FC236}">
                <a16:creationId xmlns:a16="http://schemas.microsoft.com/office/drawing/2014/main" id="{0305B4F9-2570-4B40-8BA3-4EBDA77E6810}"/>
              </a:ext>
            </a:extLst>
          </p:cNvPr>
          <p:cNvSpPr>
            <a:spLocks noEditPoints="1"/>
          </p:cNvSpPr>
          <p:nvPr/>
        </p:nvSpPr>
        <p:spPr bwMode="black">
          <a:xfrm>
            <a:off x="819150" y="6419850"/>
            <a:ext cx="80963" cy="79375"/>
          </a:xfrm>
          <a:custGeom>
            <a:avLst/>
            <a:gdLst>
              <a:gd name="T0" fmla="*/ 166 w 684"/>
              <a:gd name="T1" fmla="*/ 338 h 675"/>
              <a:gd name="T2" fmla="*/ 343 w 684"/>
              <a:gd name="T3" fmla="*/ 518 h 675"/>
              <a:gd name="T4" fmla="*/ 521 w 684"/>
              <a:gd name="T5" fmla="*/ 338 h 675"/>
              <a:gd name="T6" fmla="*/ 343 w 684"/>
              <a:gd name="T7" fmla="*/ 159 h 675"/>
              <a:gd name="T8" fmla="*/ 166 w 684"/>
              <a:gd name="T9" fmla="*/ 338 h 675"/>
              <a:gd name="T10" fmla="*/ 519 w 684"/>
              <a:gd name="T11" fmla="*/ 94 h 675"/>
              <a:gd name="T12" fmla="*/ 519 w 684"/>
              <a:gd name="T13" fmla="*/ 19 h 675"/>
              <a:gd name="T14" fmla="*/ 684 w 684"/>
              <a:gd name="T15" fmla="*/ 19 h 675"/>
              <a:gd name="T16" fmla="*/ 684 w 684"/>
              <a:gd name="T17" fmla="*/ 657 h 675"/>
              <a:gd name="T18" fmla="*/ 519 w 684"/>
              <a:gd name="T19" fmla="*/ 657 h 675"/>
              <a:gd name="T20" fmla="*/ 519 w 684"/>
              <a:gd name="T21" fmla="*/ 583 h 675"/>
              <a:gd name="T22" fmla="*/ 310 w 684"/>
              <a:gd name="T23" fmla="*/ 675 h 675"/>
              <a:gd name="T24" fmla="*/ 0 w 684"/>
              <a:gd name="T25" fmla="*/ 338 h 675"/>
              <a:gd name="T26" fmla="*/ 310 w 684"/>
              <a:gd name="T27" fmla="*/ 2 h 675"/>
              <a:gd name="T28" fmla="*/ 519 w 684"/>
              <a:gd name="T29" fmla="*/ 94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4" h="675">
                <a:moveTo>
                  <a:pt x="166" y="338"/>
                </a:moveTo>
                <a:cubicBezTo>
                  <a:pt x="166" y="445"/>
                  <a:pt x="241" y="518"/>
                  <a:pt x="343" y="518"/>
                </a:cubicBezTo>
                <a:cubicBezTo>
                  <a:pt x="445" y="518"/>
                  <a:pt x="521" y="445"/>
                  <a:pt x="521" y="338"/>
                </a:cubicBezTo>
                <a:cubicBezTo>
                  <a:pt x="521" y="231"/>
                  <a:pt x="446" y="159"/>
                  <a:pt x="343" y="159"/>
                </a:cubicBezTo>
                <a:cubicBezTo>
                  <a:pt x="241" y="159"/>
                  <a:pt x="166" y="231"/>
                  <a:pt x="166" y="338"/>
                </a:cubicBezTo>
                <a:close/>
                <a:moveTo>
                  <a:pt x="519" y="94"/>
                </a:moveTo>
                <a:cubicBezTo>
                  <a:pt x="519" y="19"/>
                  <a:pt x="519" y="19"/>
                  <a:pt x="519" y="19"/>
                </a:cubicBezTo>
                <a:cubicBezTo>
                  <a:pt x="684" y="19"/>
                  <a:pt x="684" y="19"/>
                  <a:pt x="684" y="19"/>
                </a:cubicBezTo>
                <a:cubicBezTo>
                  <a:pt x="684" y="657"/>
                  <a:pt x="684" y="657"/>
                  <a:pt x="684" y="657"/>
                </a:cubicBezTo>
                <a:cubicBezTo>
                  <a:pt x="519" y="657"/>
                  <a:pt x="519" y="657"/>
                  <a:pt x="519" y="657"/>
                </a:cubicBezTo>
                <a:cubicBezTo>
                  <a:pt x="519" y="583"/>
                  <a:pt x="519" y="583"/>
                  <a:pt x="519" y="583"/>
                </a:cubicBezTo>
                <a:cubicBezTo>
                  <a:pt x="472" y="641"/>
                  <a:pt x="404" y="675"/>
                  <a:pt x="310" y="675"/>
                </a:cubicBezTo>
                <a:cubicBezTo>
                  <a:pt x="140" y="675"/>
                  <a:pt x="0" y="529"/>
                  <a:pt x="0" y="338"/>
                </a:cubicBezTo>
                <a:cubicBezTo>
                  <a:pt x="0" y="149"/>
                  <a:pt x="140" y="2"/>
                  <a:pt x="310" y="2"/>
                </a:cubicBezTo>
                <a:cubicBezTo>
                  <a:pt x="404" y="0"/>
                  <a:pt x="472" y="36"/>
                  <a:pt x="519" y="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5A0196E3-877A-4531-B466-6480A223A7E1}"/>
              </a:ext>
            </a:extLst>
          </p:cNvPr>
          <p:cNvSpPr>
            <a:spLocks noEditPoints="1"/>
          </p:cNvSpPr>
          <p:nvPr/>
        </p:nvSpPr>
        <p:spPr bwMode="black">
          <a:xfrm>
            <a:off x="911225" y="6391275"/>
            <a:ext cx="79375" cy="107950"/>
          </a:xfrm>
          <a:custGeom>
            <a:avLst/>
            <a:gdLst>
              <a:gd name="T0" fmla="*/ 344 w 685"/>
              <a:gd name="T1" fmla="*/ 754 h 911"/>
              <a:gd name="T2" fmla="*/ 165 w 685"/>
              <a:gd name="T3" fmla="*/ 574 h 911"/>
              <a:gd name="T4" fmla="*/ 344 w 685"/>
              <a:gd name="T5" fmla="*/ 395 h 911"/>
              <a:gd name="T6" fmla="*/ 520 w 685"/>
              <a:gd name="T7" fmla="*/ 574 h 911"/>
              <a:gd name="T8" fmla="*/ 344 w 685"/>
              <a:gd name="T9" fmla="*/ 754 h 911"/>
              <a:gd name="T10" fmla="*/ 520 w 685"/>
              <a:gd name="T11" fmla="*/ 0 h 911"/>
              <a:gd name="T12" fmla="*/ 520 w 685"/>
              <a:gd name="T13" fmla="*/ 330 h 911"/>
              <a:gd name="T14" fmla="*/ 313 w 685"/>
              <a:gd name="T15" fmla="*/ 238 h 911"/>
              <a:gd name="T16" fmla="*/ 0 w 685"/>
              <a:gd name="T17" fmla="*/ 574 h 911"/>
              <a:gd name="T18" fmla="*/ 313 w 685"/>
              <a:gd name="T19" fmla="*/ 911 h 911"/>
              <a:gd name="T20" fmla="*/ 520 w 685"/>
              <a:gd name="T21" fmla="*/ 819 h 911"/>
              <a:gd name="T22" fmla="*/ 520 w 685"/>
              <a:gd name="T23" fmla="*/ 893 h 911"/>
              <a:gd name="T24" fmla="*/ 685 w 685"/>
              <a:gd name="T25" fmla="*/ 893 h 911"/>
              <a:gd name="T26" fmla="*/ 685 w 685"/>
              <a:gd name="T27" fmla="*/ 0 h 911"/>
              <a:gd name="T28" fmla="*/ 520 w 685"/>
              <a:gd name="T29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344" y="754"/>
                </a:moveTo>
                <a:cubicBezTo>
                  <a:pt x="242" y="754"/>
                  <a:pt x="165" y="681"/>
                  <a:pt x="165" y="574"/>
                </a:cubicBezTo>
                <a:cubicBezTo>
                  <a:pt x="165" y="467"/>
                  <a:pt x="240" y="395"/>
                  <a:pt x="344" y="395"/>
                </a:cubicBezTo>
                <a:cubicBezTo>
                  <a:pt x="444" y="395"/>
                  <a:pt x="520" y="467"/>
                  <a:pt x="520" y="574"/>
                </a:cubicBezTo>
                <a:cubicBezTo>
                  <a:pt x="520" y="681"/>
                  <a:pt x="444" y="754"/>
                  <a:pt x="344" y="754"/>
                </a:cubicBezTo>
                <a:close/>
                <a:moveTo>
                  <a:pt x="520" y="0"/>
                </a:moveTo>
                <a:cubicBezTo>
                  <a:pt x="520" y="330"/>
                  <a:pt x="520" y="330"/>
                  <a:pt x="520" y="330"/>
                </a:cubicBezTo>
                <a:cubicBezTo>
                  <a:pt x="473" y="272"/>
                  <a:pt x="407" y="238"/>
                  <a:pt x="313" y="238"/>
                </a:cubicBezTo>
                <a:cubicBezTo>
                  <a:pt x="141" y="238"/>
                  <a:pt x="0" y="385"/>
                  <a:pt x="0" y="574"/>
                </a:cubicBezTo>
                <a:cubicBezTo>
                  <a:pt x="0" y="765"/>
                  <a:pt x="141" y="911"/>
                  <a:pt x="313" y="911"/>
                </a:cubicBezTo>
                <a:cubicBezTo>
                  <a:pt x="405" y="911"/>
                  <a:pt x="473" y="877"/>
                  <a:pt x="520" y="819"/>
                </a:cubicBezTo>
                <a:cubicBezTo>
                  <a:pt x="520" y="893"/>
                  <a:pt x="520" y="893"/>
                  <a:pt x="520" y="893"/>
                </a:cubicBezTo>
                <a:cubicBezTo>
                  <a:pt x="685" y="893"/>
                  <a:pt x="685" y="893"/>
                  <a:pt x="685" y="893"/>
                </a:cubicBezTo>
                <a:cubicBezTo>
                  <a:pt x="685" y="0"/>
                  <a:pt x="685" y="0"/>
                  <a:pt x="685" y="0"/>
                </a:cubicBezTo>
                <a:lnTo>
                  <a:pt x="52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1" name="Freeform 12">
            <a:extLst>
              <a:ext uri="{FF2B5EF4-FFF2-40B4-BE49-F238E27FC236}">
                <a16:creationId xmlns:a16="http://schemas.microsoft.com/office/drawing/2014/main" id="{0409DC2D-0A0A-4C48-9ACF-182AD1781657}"/>
              </a:ext>
            </a:extLst>
          </p:cNvPr>
          <p:cNvSpPr>
            <a:spLocks/>
          </p:cNvSpPr>
          <p:nvPr/>
        </p:nvSpPr>
        <p:spPr bwMode="black">
          <a:xfrm>
            <a:off x="1085850" y="6391275"/>
            <a:ext cx="14288" cy="14287"/>
          </a:xfrm>
          <a:custGeom>
            <a:avLst/>
            <a:gdLst>
              <a:gd name="T0" fmla="*/ 61 w 123"/>
              <a:gd name="T1" fmla="*/ 123 h 123"/>
              <a:gd name="T2" fmla="*/ 123 w 123"/>
              <a:gd name="T3" fmla="*/ 62 h 123"/>
              <a:gd name="T4" fmla="*/ 61 w 123"/>
              <a:gd name="T5" fmla="*/ 0 h 123"/>
              <a:gd name="T6" fmla="*/ 0 w 123"/>
              <a:gd name="T7" fmla="*/ 62 h 123"/>
              <a:gd name="T8" fmla="*/ 61 w 123"/>
              <a:gd name="T9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61" y="123"/>
                </a:moveTo>
                <a:cubicBezTo>
                  <a:pt x="95" y="123"/>
                  <a:pt x="123" y="94"/>
                  <a:pt x="123" y="62"/>
                </a:cubicBezTo>
                <a:cubicBezTo>
                  <a:pt x="123" y="28"/>
                  <a:pt x="95" y="0"/>
                  <a:pt x="61" y="0"/>
                </a:cubicBezTo>
                <a:cubicBezTo>
                  <a:pt x="27" y="0"/>
                  <a:pt x="0" y="29"/>
                  <a:pt x="0" y="62"/>
                </a:cubicBezTo>
                <a:cubicBezTo>
                  <a:pt x="0" y="94"/>
                  <a:pt x="26" y="123"/>
                  <a:pt x="61" y="1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051A1DD5-BB24-419C-8259-A36F0603320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087438" y="6421438"/>
            <a:ext cx="9525" cy="746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3" name="Freeform 14">
            <a:extLst>
              <a:ext uri="{FF2B5EF4-FFF2-40B4-BE49-F238E27FC236}">
                <a16:creationId xmlns:a16="http://schemas.microsoft.com/office/drawing/2014/main" id="{31AC773F-E738-476D-98AF-E13802B69CC9}"/>
              </a:ext>
            </a:extLst>
          </p:cNvPr>
          <p:cNvSpPr>
            <a:spLocks/>
          </p:cNvSpPr>
          <p:nvPr/>
        </p:nvSpPr>
        <p:spPr bwMode="black">
          <a:xfrm>
            <a:off x="1116013" y="6419850"/>
            <a:ext cx="65088" cy="76200"/>
          </a:xfrm>
          <a:custGeom>
            <a:avLst/>
            <a:gdLst>
              <a:gd name="T0" fmla="*/ 86 w 549"/>
              <a:gd name="T1" fmla="*/ 115 h 654"/>
              <a:gd name="T2" fmla="*/ 300 w 549"/>
              <a:gd name="T3" fmla="*/ 0 h 654"/>
              <a:gd name="T4" fmla="*/ 549 w 549"/>
              <a:gd name="T5" fmla="*/ 262 h 654"/>
              <a:gd name="T6" fmla="*/ 549 w 549"/>
              <a:gd name="T7" fmla="*/ 654 h 654"/>
              <a:gd name="T8" fmla="*/ 465 w 549"/>
              <a:gd name="T9" fmla="*/ 654 h 654"/>
              <a:gd name="T10" fmla="*/ 465 w 549"/>
              <a:gd name="T11" fmla="*/ 262 h 654"/>
              <a:gd name="T12" fmla="*/ 291 w 549"/>
              <a:gd name="T13" fmla="*/ 83 h 654"/>
              <a:gd name="T14" fmla="*/ 84 w 549"/>
              <a:gd name="T15" fmla="*/ 321 h 654"/>
              <a:gd name="T16" fmla="*/ 84 w 549"/>
              <a:gd name="T17" fmla="*/ 654 h 654"/>
              <a:gd name="T18" fmla="*/ 0 w 549"/>
              <a:gd name="T19" fmla="*/ 654 h 654"/>
              <a:gd name="T20" fmla="*/ 0 w 549"/>
              <a:gd name="T21" fmla="*/ 15 h 654"/>
              <a:gd name="T22" fmla="*/ 84 w 549"/>
              <a:gd name="T23" fmla="*/ 15 h 654"/>
              <a:gd name="T24" fmla="*/ 84 w 549"/>
              <a:gd name="T25" fmla="*/ 115 h 654"/>
              <a:gd name="T26" fmla="*/ 86 w 549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9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49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1" y="83"/>
                </a:cubicBezTo>
                <a:cubicBezTo>
                  <a:pt x="180" y="83"/>
                  <a:pt x="84" y="149"/>
                  <a:pt x="84" y="321"/>
                </a:cubicBezTo>
                <a:cubicBezTo>
                  <a:pt x="84" y="654"/>
                  <a:pt x="84" y="654"/>
                  <a:pt x="84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4" y="15"/>
                  <a:pt x="84" y="15"/>
                  <a:pt x="84" y="15"/>
                </a:cubicBezTo>
                <a:cubicBezTo>
                  <a:pt x="84" y="115"/>
                  <a:pt x="84" y="115"/>
                  <a:pt x="84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4" name="Freeform 15">
            <a:extLst>
              <a:ext uri="{FF2B5EF4-FFF2-40B4-BE49-F238E27FC236}">
                <a16:creationId xmlns:a16="http://schemas.microsoft.com/office/drawing/2014/main" id="{3693102A-748D-407E-82FC-70006868CCC2}"/>
              </a:ext>
            </a:extLst>
          </p:cNvPr>
          <p:cNvSpPr>
            <a:spLocks noEditPoints="1"/>
          </p:cNvSpPr>
          <p:nvPr/>
        </p:nvSpPr>
        <p:spPr bwMode="black">
          <a:xfrm>
            <a:off x="1193800" y="6419850"/>
            <a:ext cx="77788" cy="79375"/>
          </a:xfrm>
          <a:custGeom>
            <a:avLst/>
            <a:gdLst>
              <a:gd name="T0" fmla="*/ 337 w 672"/>
              <a:gd name="T1" fmla="*/ 587 h 670"/>
              <a:gd name="T2" fmla="*/ 86 w 672"/>
              <a:gd name="T3" fmla="*/ 335 h 670"/>
              <a:gd name="T4" fmla="*/ 337 w 672"/>
              <a:gd name="T5" fmla="*/ 82 h 670"/>
              <a:gd name="T6" fmla="*/ 588 w 672"/>
              <a:gd name="T7" fmla="*/ 335 h 670"/>
              <a:gd name="T8" fmla="*/ 337 w 672"/>
              <a:gd name="T9" fmla="*/ 587 h 670"/>
              <a:gd name="T10" fmla="*/ 588 w 672"/>
              <a:gd name="T11" fmla="*/ 16 h 670"/>
              <a:gd name="T12" fmla="*/ 588 w 672"/>
              <a:gd name="T13" fmla="*/ 140 h 670"/>
              <a:gd name="T14" fmla="*/ 331 w 672"/>
              <a:gd name="T15" fmla="*/ 0 h 670"/>
              <a:gd name="T16" fmla="*/ 0 w 672"/>
              <a:gd name="T17" fmla="*/ 335 h 670"/>
              <a:gd name="T18" fmla="*/ 331 w 672"/>
              <a:gd name="T19" fmla="*/ 670 h 670"/>
              <a:gd name="T20" fmla="*/ 588 w 672"/>
              <a:gd name="T21" fmla="*/ 529 h 670"/>
              <a:gd name="T22" fmla="*/ 588 w 672"/>
              <a:gd name="T23" fmla="*/ 654 h 670"/>
              <a:gd name="T24" fmla="*/ 672 w 672"/>
              <a:gd name="T25" fmla="*/ 654 h 670"/>
              <a:gd name="T26" fmla="*/ 672 w 672"/>
              <a:gd name="T27" fmla="*/ 16 h 670"/>
              <a:gd name="T28" fmla="*/ 588 w 672"/>
              <a:gd name="T29" fmla="*/ 16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337" y="587"/>
                </a:moveTo>
                <a:cubicBezTo>
                  <a:pt x="196" y="587"/>
                  <a:pt x="86" y="477"/>
                  <a:pt x="86" y="335"/>
                </a:cubicBezTo>
                <a:cubicBezTo>
                  <a:pt x="86" y="192"/>
                  <a:pt x="196" y="82"/>
                  <a:pt x="337" y="82"/>
                </a:cubicBezTo>
                <a:cubicBezTo>
                  <a:pt x="480" y="82"/>
                  <a:pt x="588" y="192"/>
                  <a:pt x="588" y="335"/>
                </a:cubicBezTo>
                <a:cubicBezTo>
                  <a:pt x="588" y="477"/>
                  <a:pt x="478" y="587"/>
                  <a:pt x="337" y="587"/>
                </a:cubicBezTo>
                <a:close/>
                <a:moveTo>
                  <a:pt x="588" y="16"/>
                </a:moveTo>
                <a:cubicBezTo>
                  <a:pt x="588" y="140"/>
                  <a:pt x="588" y="140"/>
                  <a:pt x="588" y="140"/>
                </a:cubicBezTo>
                <a:cubicBezTo>
                  <a:pt x="535" y="55"/>
                  <a:pt x="444" y="0"/>
                  <a:pt x="331" y="0"/>
                </a:cubicBezTo>
                <a:cubicBezTo>
                  <a:pt x="151" y="0"/>
                  <a:pt x="0" y="145"/>
                  <a:pt x="0" y="335"/>
                </a:cubicBezTo>
                <a:cubicBezTo>
                  <a:pt x="0" y="524"/>
                  <a:pt x="149" y="670"/>
                  <a:pt x="331" y="670"/>
                </a:cubicBezTo>
                <a:cubicBezTo>
                  <a:pt x="444" y="670"/>
                  <a:pt x="535" y="615"/>
                  <a:pt x="588" y="529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672" y="16"/>
                  <a:pt x="672" y="16"/>
                  <a:pt x="672" y="16"/>
                </a:cubicBezTo>
                <a:lnTo>
                  <a:pt x="588" y="1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80777E54-A050-4F34-B258-E12B198D3DE1}"/>
              </a:ext>
            </a:extLst>
          </p:cNvPr>
          <p:cNvSpPr>
            <a:spLocks/>
          </p:cNvSpPr>
          <p:nvPr/>
        </p:nvSpPr>
        <p:spPr bwMode="black">
          <a:xfrm>
            <a:off x="1289050" y="6419850"/>
            <a:ext cx="65088" cy="76200"/>
          </a:xfrm>
          <a:custGeom>
            <a:avLst/>
            <a:gdLst>
              <a:gd name="T0" fmla="*/ 86 w 551"/>
              <a:gd name="T1" fmla="*/ 115 h 654"/>
              <a:gd name="T2" fmla="*/ 300 w 551"/>
              <a:gd name="T3" fmla="*/ 0 h 654"/>
              <a:gd name="T4" fmla="*/ 549 w 551"/>
              <a:gd name="T5" fmla="*/ 262 h 654"/>
              <a:gd name="T6" fmla="*/ 549 w 551"/>
              <a:gd name="T7" fmla="*/ 654 h 654"/>
              <a:gd name="T8" fmla="*/ 465 w 551"/>
              <a:gd name="T9" fmla="*/ 654 h 654"/>
              <a:gd name="T10" fmla="*/ 465 w 551"/>
              <a:gd name="T11" fmla="*/ 262 h 654"/>
              <a:gd name="T12" fmla="*/ 292 w 551"/>
              <a:gd name="T13" fmla="*/ 83 h 654"/>
              <a:gd name="T14" fmla="*/ 85 w 551"/>
              <a:gd name="T15" fmla="*/ 321 h 654"/>
              <a:gd name="T16" fmla="*/ 85 w 551"/>
              <a:gd name="T17" fmla="*/ 654 h 654"/>
              <a:gd name="T18" fmla="*/ 0 w 551"/>
              <a:gd name="T19" fmla="*/ 654 h 654"/>
              <a:gd name="T20" fmla="*/ 0 w 551"/>
              <a:gd name="T21" fmla="*/ 15 h 654"/>
              <a:gd name="T22" fmla="*/ 85 w 551"/>
              <a:gd name="T23" fmla="*/ 15 h 654"/>
              <a:gd name="T24" fmla="*/ 85 w 551"/>
              <a:gd name="T25" fmla="*/ 115 h 654"/>
              <a:gd name="T26" fmla="*/ 86 w 551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51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51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2" y="83"/>
                </a:cubicBezTo>
                <a:cubicBezTo>
                  <a:pt x="180" y="83"/>
                  <a:pt x="85" y="149"/>
                  <a:pt x="85" y="321"/>
                </a:cubicBezTo>
                <a:cubicBezTo>
                  <a:pt x="85" y="654"/>
                  <a:pt x="85" y="654"/>
                  <a:pt x="85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5" y="15"/>
                  <a:pt x="85" y="15"/>
                  <a:pt x="85" y="15"/>
                </a:cubicBezTo>
                <a:cubicBezTo>
                  <a:pt x="85" y="115"/>
                  <a:pt x="85" y="115"/>
                  <a:pt x="85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1412EAEA-4A45-4700-8733-AD637740158B}"/>
              </a:ext>
            </a:extLst>
          </p:cNvPr>
          <p:cNvSpPr>
            <a:spLocks/>
          </p:cNvSpPr>
          <p:nvPr/>
        </p:nvSpPr>
        <p:spPr bwMode="black">
          <a:xfrm>
            <a:off x="1366838" y="6419850"/>
            <a:ext cx="73025" cy="79375"/>
          </a:xfrm>
          <a:custGeom>
            <a:avLst/>
            <a:gdLst>
              <a:gd name="T0" fmla="*/ 335 w 621"/>
              <a:gd name="T1" fmla="*/ 670 h 670"/>
              <a:gd name="T2" fmla="*/ 621 w 621"/>
              <a:gd name="T3" fmla="*/ 503 h 670"/>
              <a:gd name="T4" fmla="*/ 552 w 621"/>
              <a:gd name="T5" fmla="*/ 463 h 670"/>
              <a:gd name="T6" fmla="*/ 336 w 621"/>
              <a:gd name="T7" fmla="*/ 587 h 670"/>
              <a:gd name="T8" fmla="*/ 85 w 621"/>
              <a:gd name="T9" fmla="*/ 335 h 670"/>
              <a:gd name="T10" fmla="*/ 336 w 621"/>
              <a:gd name="T11" fmla="*/ 82 h 670"/>
              <a:gd name="T12" fmla="*/ 547 w 621"/>
              <a:gd name="T13" fmla="*/ 207 h 670"/>
              <a:gd name="T14" fmla="*/ 616 w 621"/>
              <a:gd name="T15" fmla="*/ 166 h 670"/>
              <a:gd name="T16" fmla="*/ 336 w 621"/>
              <a:gd name="T17" fmla="*/ 0 h 670"/>
              <a:gd name="T18" fmla="*/ 1 w 621"/>
              <a:gd name="T19" fmla="*/ 335 h 670"/>
              <a:gd name="T20" fmla="*/ 335 w 621"/>
              <a:gd name="T21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21" h="670">
                <a:moveTo>
                  <a:pt x="335" y="670"/>
                </a:moveTo>
                <a:cubicBezTo>
                  <a:pt x="459" y="670"/>
                  <a:pt x="568" y="605"/>
                  <a:pt x="621" y="503"/>
                </a:cubicBezTo>
                <a:cubicBezTo>
                  <a:pt x="552" y="463"/>
                  <a:pt x="552" y="463"/>
                  <a:pt x="552" y="463"/>
                </a:cubicBezTo>
                <a:cubicBezTo>
                  <a:pt x="511" y="537"/>
                  <a:pt x="433" y="587"/>
                  <a:pt x="336" y="587"/>
                </a:cubicBezTo>
                <a:cubicBezTo>
                  <a:pt x="195" y="587"/>
                  <a:pt x="85" y="477"/>
                  <a:pt x="85" y="335"/>
                </a:cubicBezTo>
                <a:cubicBezTo>
                  <a:pt x="85" y="192"/>
                  <a:pt x="195" y="82"/>
                  <a:pt x="336" y="82"/>
                </a:cubicBezTo>
                <a:cubicBezTo>
                  <a:pt x="432" y="82"/>
                  <a:pt x="513" y="132"/>
                  <a:pt x="547" y="207"/>
                </a:cubicBezTo>
                <a:cubicBezTo>
                  <a:pt x="616" y="166"/>
                  <a:pt x="616" y="166"/>
                  <a:pt x="616" y="166"/>
                </a:cubicBezTo>
                <a:cubicBezTo>
                  <a:pt x="569" y="66"/>
                  <a:pt x="463" y="0"/>
                  <a:pt x="336" y="0"/>
                </a:cubicBezTo>
                <a:cubicBezTo>
                  <a:pt x="144" y="0"/>
                  <a:pt x="1" y="145"/>
                  <a:pt x="1" y="335"/>
                </a:cubicBezTo>
                <a:cubicBezTo>
                  <a:pt x="0" y="524"/>
                  <a:pt x="142" y="670"/>
                  <a:pt x="335" y="67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2FB52405-3055-444B-A897-10C8D61E620B}"/>
              </a:ext>
            </a:extLst>
          </p:cNvPr>
          <p:cNvSpPr>
            <a:spLocks noEditPoints="1"/>
          </p:cNvSpPr>
          <p:nvPr/>
        </p:nvSpPr>
        <p:spPr bwMode="black">
          <a:xfrm>
            <a:off x="1476375" y="6419850"/>
            <a:ext cx="79375" cy="79375"/>
          </a:xfrm>
          <a:custGeom>
            <a:avLst/>
            <a:gdLst>
              <a:gd name="T0" fmla="*/ 85 w 672"/>
              <a:gd name="T1" fmla="*/ 334 h 670"/>
              <a:gd name="T2" fmla="*/ 335 w 672"/>
              <a:gd name="T3" fmla="*/ 586 h 670"/>
              <a:gd name="T4" fmla="*/ 586 w 672"/>
              <a:gd name="T5" fmla="*/ 334 h 670"/>
              <a:gd name="T6" fmla="*/ 335 w 672"/>
              <a:gd name="T7" fmla="*/ 81 h 670"/>
              <a:gd name="T8" fmla="*/ 85 w 672"/>
              <a:gd name="T9" fmla="*/ 334 h 670"/>
              <a:gd name="T10" fmla="*/ 588 w 672"/>
              <a:gd name="T11" fmla="*/ 141 h 670"/>
              <a:gd name="T12" fmla="*/ 588 w 672"/>
              <a:gd name="T13" fmla="*/ 16 h 670"/>
              <a:gd name="T14" fmla="*/ 672 w 672"/>
              <a:gd name="T15" fmla="*/ 16 h 670"/>
              <a:gd name="T16" fmla="*/ 672 w 672"/>
              <a:gd name="T17" fmla="*/ 654 h 670"/>
              <a:gd name="T18" fmla="*/ 588 w 672"/>
              <a:gd name="T19" fmla="*/ 654 h 670"/>
              <a:gd name="T20" fmla="*/ 588 w 672"/>
              <a:gd name="T21" fmla="*/ 530 h 670"/>
              <a:gd name="T22" fmla="*/ 331 w 672"/>
              <a:gd name="T23" fmla="*/ 670 h 670"/>
              <a:gd name="T24" fmla="*/ 0 w 672"/>
              <a:gd name="T25" fmla="*/ 335 h 670"/>
              <a:gd name="T26" fmla="*/ 331 w 672"/>
              <a:gd name="T27" fmla="*/ 0 h 670"/>
              <a:gd name="T28" fmla="*/ 588 w 672"/>
              <a:gd name="T29" fmla="*/ 141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85" y="334"/>
                </a:moveTo>
                <a:cubicBezTo>
                  <a:pt x="85" y="476"/>
                  <a:pt x="195" y="586"/>
                  <a:pt x="335" y="586"/>
                </a:cubicBezTo>
                <a:cubicBezTo>
                  <a:pt x="478" y="586"/>
                  <a:pt x="586" y="476"/>
                  <a:pt x="586" y="334"/>
                </a:cubicBezTo>
                <a:cubicBezTo>
                  <a:pt x="586" y="191"/>
                  <a:pt x="476" y="81"/>
                  <a:pt x="335" y="81"/>
                </a:cubicBezTo>
                <a:cubicBezTo>
                  <a:pt x="195" y="81"/>
                  <a:pt x="85" y="193"/>
                  <a:pt x="85" y="334"/>
                </a:cubicBezTo>
                <a:close/>
                <a:moveTo>
                  <a:pt x="588" y="141"/>
                </a:moveTo>
                <a:cubicBezTo>
                  <a:pt x="588" y="16"/>
                  <a:pt x="588" y="16"/>
                  <a:pt x="588" y="16"/>
                </a:cubicBezTo>
                <a:cubicBezTo>
                  <a:pt x="672" y="16"/>
                  <a:pt x="672" y="16"/>
                  <a:pt x="672" y="16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588" y="530"/>
                  <a:pt x="588" y="530"/>
                  <a:pt x="588" y="530"/>
                </a:cubicBezTo>
                <a:cubicBezTo>
                  <a:pt x="535" y="615"/>
                  <a:pt x="444" y="670"/>
                  <a:pt x="331" y="670"/>
                </a:cubicBezTo>
                <a:cubicBezTo>
                  <a:pt x="151" y="670"/>
                  <a:pt x="0" y="525"/>
                  <a:pt x="0" y="335"/>
                </a:cubicBezTo>
                <a:cubicBezTo>
                  <a:pt x="0" y="146"/>
                  <a:pt x="151" y="0"/>
                  <a:pt x="331" y="0"/>
                </a:cubicBezTo>
                <a:cubicBezTo>
                  <a:pt x="444" y="0"/>
                  <a:pt x="535" y="55"/>
                  <a:pt x="588" y="1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B3BE5EE8-9421-4D30-8AE9-FB18C8C7A0A6}"/>
              </a:ext>
            </a:extLst>
          </p:cNvPr>
          <p:cNvSpPr>
            <a:spLocks/>
          </p:cNvSpPr>
          <p:nvPr/>
        </p:nvSpPr>
        <p:spPr bwMode="black">
          <a:xfrm>
            <a:off x="1452563" y="6391275"/>
            <a:ext cx="14288" cy="14287"/>
          </a:xfrm>
          <a:custGeom>
            <a:avLst/>
            <a:gdLst>
              <a:gd name="T0" fmla="*/ 123 w 123"/>
              <a:gd name="T1" fmla="*/ 62 h 123"/>
              <a:gd name="T2" fmla="*/ 61 w 123"/>
              <a:gd name="T3" fmla="*/ 123 h 123"/>
              <a:gd name="T4" fmla="*/ 0 w 123"/>
              <a:gd name="T5" fmla="*/ 62 h 123"/>
              <a:gd name="T6" fmla="*/ 61 w 123"/>
              <a:gd name="T7" fmla="*/ 0 h 123"/>
              <a:gd name="T8" fmla="*/ 123 w 123"/>
              <a:gd name="T9" fmla="*/ 62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123" y="62"/>
                </a:moveTo>
                <a:cubicBezTo>
                  <a:pt x="123" y="94"/>
                  <a:pt x="95" y="123"/>
                  <a:pt x="61" y="123"/>
                </a:cubicBezTo>
                <a:cubicBezTo>
                  <a:pt x="27" y="123"/>
                  <a:pt x="0" y="96"/>
                  <a:pt x="0" y="62"/>
                </a:cubicBezTo>
                <a:cubicBezTo>
                  <a:pt x="0" y="29"/>
                  <a:pt x="27" y="0"/>
                  <a:pt x="61" y="0"/>
                </a:cubicBezTo>
                <a:cubicBezTo>
                  <a:pt x="95" y="0"/>
                  <a:pt x="123" y="28"/>
                  <a:pt x="123" y="6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9" name="Rectangle 20">
            <a:extLst>
              <a:ext uri="{FF2B5EF4-FFF2-40B4-BE49-F238E27FC236}">
                <a16:creationId xmlns:a16="http://schemas.microsoft.com/office/drawing/2014/main" id="{69F12BC1-17C7-4B6B-9EA7-AD300CD506B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455738" y="6421438"/>
            <a:ext cx="7938" cy="746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30" name="Freeform 21">
            <a:extLst>
              <a:ext uri="{FF2B5EF4-FFF2-40B4-BE49-F238E27FC236}">
                <a16:creationId xmlns:a16="http://schemas.microsoft.com/office/drawing/2014/main" id="{9CFB6EA6-1B50-4D0D-9041-E27801E9C53D}"/>
              </a:ext>
            </a:extLst>
          </p:cNvPr>
          <p:cNvSpPr>
            <a:spLocks noEditPoints="1"/>
          </p:cNvSpPr>
          <p:nvPr/>
        </p:nvSpPr>
        <p:spPr bwMode="auto">
          <a:xfrm>
            <a:off x="361950" y="6351588"/>
            <a:ext cx="177800" cy="179387"/>
          </a:xfrm>
          <a:custGeom>
            <a:avLst/>
            <a:gdLst>
              <a:gd name="T0" fmla="*/ 1075 w 1523"/>
              <a:gd name="T1" fmla="*/ 1101 h 1522"/>
              <a:gd name="T2" fmla="*/ 753 w 1523"/>
              <a:gd name="T3" fmla="*/ 505 h 1522"/>
              <a:gd name="T4" fmla="*/ 1213 w 1523"/>
              <a:gd name="T5" fmla="*/ 643 h 1522"/>
              <a:gd name="T6" fmla="*/ 1075 w 1523"/>
              <a:gd name="T7" fmla="*/ 1101 h 1522"/>
              <a:gd name="T8" fmla="*/ 908 w 1523"/>
              <a:gd name="T9" fmla="*/ 1315 h 1522"/>
              <a:gd name="T10" fmla="*/ 898 w 1523"/>
              <a:gd name="T11" fmla="*/ 1320 h 1522"/>
              <a:gd name="T12" fmla="*/ 711 w 1523"/>
              <a:gd name="T13" fmla="*/ 1264 h 1522"/>
              <a:gd name="T14" fmla="*/ 297 w 1523"/>
              <a:gd name="T15" fmla="*/ 496 h 1522"/>
              <a:gd name="T16" fmla="*/ 353 w 1523"/>
              <a:gd name="T17" fmla="*/ 308 h 1522"/>
              <a:gd name="T18" fmla="*/ 363 w 1523"/>
              <a:gd name="T19" fmla="*/ 303 h 1522"/>
              <a:gd name="T20" fmla="*/ 550 w 1523"/>
              <a:gd name="T21" fmla="*/ 359 h 1522"/>
              <a:gd name="T22" fmla="*/ 964 w 1523"/>
              <a:gd name="T23" fmla="*/ 1128 h 1522"/>
              <a:gd name="T24" fmla="*/ 908 w 1523"/>
              <a:gd name="T25" fmla="*/ 1315 h 1522"/>
              <a:gd name="T26" fmla="*/ 761 w 1523"/>
              <a:gd name="T27" fmla="*/ 0 h 1522"/>
              <a:gd name="T28" fmla="*/ 0 w 1523"/>
              <a:gd name="T29" fmla="*/ 761 h 1522"/>
              <a:gd name="T30" fmla="*/ 761 w 1523"/>
              <a:gd name="T31" fmla="*/ 1522 h 1522"/>
              <a:gd name="T32" fmla="*/ 1522 w 1523"/>
              <a:gd name="T33" fmla="*/ 761 h 1522"/>
              <a:gd name="T34" fmla="*/ 761 w 1523"/>
              <a:gd name="T35" fmla="*/ 0 h 1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23" h="1522">
                <a:moveTo>
                  <a:pt x="1075" y="1101"/>
                </a:moveTo>
                <a:cubicBezTo>
                  <a:pt x="753" y="505"/>
                  <a:pt x="753" y="505"/>
                  <a:pt x="753" y="505"/>
                </a:cubicBezTo>
                <a:cubicBezTo>
                  <a:pt x="918" y="416"/>
                  <a:pt x="1124" y="478"/>
                  <a:pt x="1213" y="643"/>
                </a:cubicBezTo>
                <a:cubicBezTo>
                  <a:pt x="1301" y="807"/>
                  <a:pt x="1240" y="1012"/>
                  <a:pt x="1075" y="1101"/>
                </a:cubicBezTo>
                <a:close/>
                <a:moveTo>
                  <a:pt x="908" y="1315"/>
                </a:moveTo>
                <a:cubicBezTo>
                  <a:pt x="898" y="1320"/>
                  <a:pt x="898" y="1320"/>
                  <a:pt x="898" y="1320"/>
                </a:cubicBezTo>
                <a:cubicBezTo>
                  <a:pt x="831" y="1357"/>
                  <a:pt x="747" y="1331"/>
                  <a:pt x="711" y="1264"/>
                </a:cubicBezTo>
                <a:cubicBezTo>
                  <a:pt x="297" y="496"/>
                  <a:pt x="297" y="496"/>
                  <a:pt x="297" y="496"/>
                </a:cubicBezTo>
                <a:cubicBezTo>
                  <a:pt x="260" y="429"/>
                  <a:pt x="286" y="345"/>
                  <a:pt x="353" y="308"/>
                </a:cubicBezTo>
                <a:cubicBezTo>
                  <a:pt x="363" y="303"/>
                  <a:pt x="363" y="303"/>
                  <a:pt x="363" y="303"/>
                </a:cubicBezTo>
                <a:cubicBezTo>
                  <a:pt x="430" y="267"/>
                  <a:pt x="514" y="291"/>
                  <a:pt x="550" y="359"/>
                </a:cubicBezTo>
                <a:cubicBezTo>
                  <a:pt x="964" y="1128"/>
                  <a:pt x="964" y="1128"/>
                  <a:pt x="964" y="1128"/>
                </a:cubicBezTo>
                <a:cubicBezTo>
                  <a:pt x="999" y="1195"/>
                  <a:pt x="974" y="1278"/>
                  <a:pt x="908" y="1315"/>
                </a:cubicBezTo>
                <a:close/>
                <a:moveTo>
                  <a:pt x="761" y="0"/>
                </a:moveTo>
                <a:cubicBezTo>
                  <a:pt x="341" y="0"/>
                  <a:pt x="0" y="340"/>
                  <a:pt x="0" y="761"/>
                </a:cubicBezTo>
                <a:cubicBezTo>
                  <a:pt x="0" y="1181"/>
                  <a:pt x="341" y="1522"/>
                  <a:pt x="761" y="1522"/>
                </a:cubicBezTo>
                <a:cubicBezTo>
                  <a:pt x="1181" y="1522"/>
                  <a:pt x="1522" y="1181"/>
                  <a:pt x="1522" y="761"/>
                </a:cubicBezTo>
                <a:cubicBezTo>
                  <a:pt x="1523" y="340"/>
                  <a:pt x="1182" y="0"/>
                  <a:pt x="7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31" name="Freeform 22">
            <a:extLst>
              <a:ext uri="{FF2B5EF4-FFF2-40B4-BE49-F238E27FC236}">
                <a16:creationId xmlns:a16="http://schemas.microsoft.com/office/drawing/2014/main" id="{A52E36BE-EB25-48D5-AE57-601634B4295F}"/>
              </a:ext>
            </a:extLst>
          </p:cNvPr>
          <p:cNvSpPr>
            <a:spLocks/>
          </p:cNvSpPr>
          <p:nvPr/>
        </p:nvSpPr>
        <p:spPr bwMode="black">
          <a:xfrm>
            <a:off x="1600200" y="6481763"/>
            <a:ext cx="9525" cy="12700"/>
          </a:xfrm>
          <a:custGeom>
            <a:avLst/>
            <a:gdLst>
              <a:gd name="T0" fmla="*/ 6 w 6"/>
              <a:gd name="T1" fmla="*/ 0 h 8"/>
              <a:gd name="T2" fmla="*/ 0 w 6"/>
              <a:gd name="T3" fmla="*/ 0 h 8"/>
              <a:gd name="T4" fmla="*/ 0 w 6"/>
              <a:gd name="T5" fmla="*/ 1 h 8"/>
              <a:gd name="T6" fmla="*/ 3 w 6"/>
              <a:gd name="T7" fmla="*/ 1 h 8"/>
              <a:gd name="T8" fmla="*/ 3 w 6"/>
              <a:gd name="T9" fmla="*/ 8 h 8"/>
              <a:gd name="T10" fmla="*/ 4 w 6"/>
              <a:gd name="T11" fmla="*/ 8 h 8"/>
              <a:gd name="T12" fmla="*/ 4 w 6"/>
              <a:gd name="T13" fmla="*/ 1 h 8"/>
              <a:gd name="T14" fmla="*/ 6 w 6"/>
              <a:gd name="T15" fmla="*/ 1 h 8"/>
              <a:gd name="T16" fmla="*/ 6 w 6"/>
              <a:gd name="T17" fmla="*/ 0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" h="8">
                <a:moveTo>
                  <a:pt x="6" y="0"/>
                </a:moveTo>
                <a:lnTo>
                  <a:pt x="0" y="0"/>
                </a:lnTo>
                <a:lnTo>
                  <a:pt x="0" y="1"/>
                </a:lnTo>
                <a:lnTo>
                  <a:pt x="3" y="1"/>
                </a:lnTo>
                <a:lnTo>
                  <a:pt x="3" y="8"/>
                </a:lnTo>
                <a:lnTo>
                  <a:pt x="4" y="8"/>
                </a:lnTo>
                <a:lnTo>
                  <a:pt x="4" y="1"/>
                </a:lnTo>
                <a:lnTo>
                  <a:pt x="6" y="1"/>
                </a:lnTo>
                <a:lnTo>
                  <a:pt x="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32" name="Freeform 23">
            <a:extLst>
              <a:ext uri="{FF2B5EF4-FFF2-40B4-BE49-F238E27FC236}">
                <a16:creationId xmlns:a16="http://schemas.microsoft.com/office/drawing/2014/main" id="{86214D8D-896B-4E1A-8976-10C739000C47}"/>
              </a:ext>
            </a:extLst>
          </p:cNvPr>
          <p:cNvSpPr>
            <a:spLocks/>
          </p:cNvSpPr>
          <p:nvPr/>
        </p:nvSpPr>
        <p:spPr bwMode="black">
          <a:xfrm>
            <a:off x="1611313" y="6481763"/>
            <a:ext cx="12700" cy="12700"/>
          </a:xfrm>
          <a:custGeom>
            <a:avLst/>
            <a:gdLst>
              <a:gd name="T0" fmla="*/ 8 w 8"/>
              <a:gd name="T1" fmla="*/ 0 h 8"/>
              <a:gd name="T2" fmla="*/ 7 w 8"/>
              <a:gd name="T3" fmla="*/ 0 h 8"/>
              <a:gd name="T4" fmla="*/ 4 w 8"/>
              <a:gd name="T5" fmla="*/ 4 h 8"/>
              <a:gd name="T6" fmla="*/ 1 w 8"/>
              <a:gd name="T7" fmla="*/ 0 h 8"/>
              <a:gd name="T8" fmla="*/ 0 w 8"/>
              <a:gd name="T9" fmla="*/ 0 h 8"/>
              <a:gd name="T10" fmla="*/ 0 w 8"/>
              <a:gd name="T11" fmla="*/ 8 h 8"/>
              <a:gd name="T12" fmla="*/ 1 w 8"/>
              <a:gd name="T13" fmla="*/ 8 h 8"/>
              <a:gd name="T14" fmla="*/ 1 w 8"/>
              <a:gd name="T15" fmla="*/ 2 h 8"/>
              <a:gd name="T16" fmla="*/ 4 w 8"/>
              <a:gd name="T17" fmla="*/ 6 h 8"/>
              <a:gd name="T18" fmla="*/ 4 w 8"/>
              <a:gd name="T19" fmla="*/ 6 h 8"/>
              <a:gd name="T20" fmla="*/ 7 w 8"/>
              <a:gd name="T21" fmla="*/ 2 h 8"/>
              <a:gd name="T22" fmla="*/ 7 w 8"/>
              <a:gd name="T23" fmla="*/ 8 h 8"/>
              <a:gd name="T24" fmla="*/ 8 w 8"/>
              <a:gd name="T25" fmla="*/ 8 h 8"/>
              <a:gd name="T26" fmla="*/ 8 w 8"/>
              <a:gd name="T27" fmla="*/ 0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8" h="8">
                <a:moveTo>
                  <a:pt x="8" y="0"/>
                </a:moveTo>
                <a:lnTo>
                  <a:pt x="7" y="0"/>
                </a:lnTo>
                <a:lnTo>
                  <a:pt x="4" y="4"/>
                </a:lnTo>
                <a:lnTo>
                  <a:pt x="1" y="0"/>
                </a:lnTo>
                <a:lnTo>
                  <a:pt x="0" y="0"/>
                </a:lnTo>
                <a:lnTo>
                  <a:pt x="0" y="8"/>
                </a:lnTo>
                <a:lnTo>
                  <a:pt x="1" y="8"/>
                </a:lnTo>
                <a:lnTo>
                  <a:pt x="1" y="2"/>
                </a:lnTo>
                <a:lnTo>
                  <a:pt x="4" y="6"/>
                </a:lnTo>
                <a:lnTo>
                  <a:pt x="4" y="6"/>
                </a:lnTo>
                <a:lnTo>
                  <a:pt x="7" y="2"/>
                </a:lnTo>
                <a:lnTo>
                  <a:pt x="7" y="8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27852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ve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6F5F2D9C-6CF7-4536-954E-6CD01798C5FD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152A793C-9239-4E31-9864-1C0F57887B03}"/>
              </a:ext>
            </a:extLst>
          </p:cNvPr>
          <p:cNvSpPr>
            <a:spLocks noChangeAspect="1" noChangeArrowheads="1" noTextEdit="1"/>
          </p:cNvSpPr>
          <p:nvPr/>
        </p:nvSpPr>
        <p:spPr bwMode="black">
          <a:xfrm>
            <a:off x="360000" y="6354000"/>
            <a:ext cx="127111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4F687E25-A2D4-4A4D-94EF-A62CF82D088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582791" y="6389275"/>
            <a:ext cx="9906" cy="110174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21FD5189-0F39-451C-AF47-7970DED5C596}"/>
              </a:ext>
            </a:extLst>
          </p:cNvPr>
          <p:cNvSpPr>
            <a:spLocks/>
          </p:cNvSpPr>
          <p:nvPr/>
        </p:nvSpPr>
        <p:spPr bwMode="black">
          <a:xfrm>
            <a:off x="1033852" y="6390242"/>
            <a:ext cx="44698" cy="109208"/>
          </a:xfrm>
          <a:custGeom>
            <a:avLst/>
            <a:gdLst>
              <a:gd name="T0" fmla="*/ 376 w 378"/>
              <a:gd name="T1" fmla="*/ 13 h 923"/>
              <a:gd name="T2" fmla="*/ 376 w 378"/>
              <a:gd name="T3" fmla="*/ 94 h 923"/>
              <a:gd name="T4" fmla="*/ 193 w 378"/>
              <a:gd name="T5" fmla="*/ 258 h 923"/>
              <a:gd name="T6" fmla="*/ 193 w 378"/>
              <a:gd name="T7" fmla="*/ 284 h 923"/>
              <a:gd name="T8" fmla="*/ 378 w 378"/>
              <a:gd name="T9" fmla="*/ 284 h 923"/>
              <a:gd name="T10" fmla="*/ 378 w 378"/>
              <a:gd name="T11" fmla="*/ 365 h 923"/>
              <a:gd name="T12" fmla="*/ 193 w 378"/>
              <a:gd name="T13" fmla="*/ 365 h 923"/>
              <a:gd name="T14" fmla="*/ 193 w 378"/>
              <a:gd name="T15" fmla="*/ 923 h 923"/>
              <a:gd name="T16" fmla="*/ 109 w 378"/>
              <a:gd name="T17" fmla="*/ 923 h 923"/>
              <a:gd name="T18" fmla="*/ 109 w 378"/>
              <a:gd name="T19" fmla="*/ 366 h 923"/>
              <a:gd name="T20" fmla="*/ 0 w 378"/>
              <a:gd name="T21" fmla="*/ 366 h 923"/>
              <a:gd name="T22" fmla="*/ 0 w 378"/>
              <a:gd name="T23" fmla="*/ 285 h 923"/>
              <a:gd name="T24" fmla="*/ 109 w 378"/>
              <a:gd name="T25" fmla="*/ 285 h 923"/>
              <a:gd name="T26" fmla="*/ 109 w 378"/>
              <a:gd name="T27" fmla="*/ 259 h 923"/>
              <a:gd name="T28" fmla="*/ 376 w 378"/>
              <a:gd name="T29" fmla="*/ 1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8" h="923">
                <a:moveTo>
                  <a:pt x="376" y="13"/>
                </a:moveTo>
                <a:cubicBezTo>
                  <a:pt x="376" y="94"/>
                  <a:pt x="376" y="94"/>
                  <a:pt x="376" y="94"/>
                </a:cubicBezTo>
                <a:cubicBezTo>
                  <a:pt x="251" y="85"/>
                  <a:pt x="191" y="135"/>
                  <a:pt x="193" y="258"/>
                </a:cubicBezTo>
                <a:cubicBezTo>
                  <a:pt x="193" y="284"/>
                  <a:pt x="193" y="284"/>
                  <a:pt x="193" y="284"/>
                </a:cubicBezTo>
                <a:cubicBezTo>
                  <a:pt x="378" y="284"/>
                  <a:pt x="378" y="284"/>
                  <a:pt x="378" y="284"/>
                </a:cubicBezTo>
                <a:cubicBezTo>
                  <a:pt x="378" y="365"/>
                  <a:pt x="378" y="365"/>
                  <a:pt x="378" y="365"/>
                </a:cubicBezTo>
                <a:cubicBezTo>
                  <a:pt x="193" y="365"/>
                  <a:pt x="193" y="365"/>
                  <a:pt x="193" y="365"/>
                </a:cubicBezTo>
                <a:cubicBezTo>
                  <a:pt x="193" y="923"/>
                  <a:pt x="193" y="923"/>
                  <a:pt x="193" y="923"/>
                </a:cubicBezTo>
                <a:cubicBezTo>
                  <a:pt x="109" y="923"/>
                  <a:pt x="109" y="923"/>
                  <a:pt x="109" y="923"/>
                </a:cubicBezTo>
                <a:cubicBezTo>
                  <a:pt x="109" y="366"/>
                  <a:pt x="109" y="366"/>
                  <a:pt x="109" y="366"/>
                </a:cubicBezTo>
                <a:cubicBezTo>
                  <a:pt x="0" y="366"/>
                  <a:pt x="0" y="366"/>
                  <a:pt x="0" y="366"/>
                </a:cubicBezTo>
                <a:cubicBezTo>
                  <a:pt x="0" y="285"/>
                  <a:pt x="0" y="285"/>
                  <a:pt x="0" y="285"/>
                </a:cubicBezTo>
                <a:cubicBezTo>
                  <a:pt x="109" y="285"/>
                  <a:pt x="109" y="285"/>
                  <a:pt x="109" y="285"/>
                </a:cubicBezTo>
                <a:cubicBezTo>
                  <a:pt x="109" y="259"/>
                  <a:pt x="109" y="259"/>
                  <a:pt x="109" y="259"/>
                </a:cubicBezTo>
                <a:cubicBezTo>
                  <a:pt x="107" y="93"/>
                  <a:pt x="203" y="0"/>
                  <a:pt x="376" y="1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A0216D7E-198B-409F-AA82-E83394D1222F}"/>
              </a:ext>
            </a:extLst>
          </p:cNvPr>
          <p:cNvSpPr>
            <a:spLocks noEditPoints="1"/>
          </p:cNvSpPr>
          <p:nvPr/>
        </p:nvSpPr>
        <p:spPr bwMode="black">
          <a:xfrm>
            <a:off x="592188" y="6393866"/>
            <a:ext cx="80940" cy="107758"/>
          </a:xfrm>
          <a:custGeom>
            <a:avLst/>
            <a:gdLst>
              <a:gd name="T0" fmla="*/ 165 w 685"/>
              <a:gd name="T1" fmla="*/ 574 h 911"/>
              <a:gd name="T2" fmla="*/ 342 w 685"/>
              <a:gd name="T3" fmla="*/ 754 h 911"/>
              <a:gd name="T4" fmla="*/ 520 w 685"/>
              <a:gd name="T5" fmla="*/ 574 h 911"/>
              <a:gd name="T6" fmla="*/ 342 w 685"/>
              <a:gd name="T7" fmla="*/ 395 h 911"/>
              <a:gd name="T8" fmla="*/ 165 w 685"/>
              <a:gd name="T9" fmla="*/ 574 h 911"/>
              <a:gd name="T10" fmla="*/ 165 w 685"/>
              <a:gd name="T11" fmla="*/ 330 h 911"/>
              <a:gd name="T12" fmla="*/ 372 w 685"/>
              <a:gd name="T13" fmla="*/ 238 h 911"/>
              <a:gd name="T14" fmla="*/ 685 w 685"/>
              <a:gd name="T15" fmla="*/ 574 h 911"/>
              <a:gd name="T16" fmla="*/ 372 w 685"/>
              <a:gd name="T17" fmla="*/ 911 h 911"/>
              <a:gd name="T18" fmla="*/ 165 w 685"/>
              <a:gd name="T19" fmla="*/ 819 h 911"/>
              <a:gd name="T20" fmla="*/ 165 w 685"/>
              <a:gd name="T21" fmla="*/ 893 h 911"/>
              <a:gd name="T22" fmla="*/ 0 w 685"/>
              <a:gd name="T23" fmla="*/ 893 h 911"/>
              <a:gd name="T24" fmla="*/ 0 w 685"/>
              <a:gd name="T25" fmla="*/ 0 h 911"/>
              <a:gd name="T26" fmla="*/ 165 w 685"/>
              <a:gd name="T27" fmla="*/ 0 h 911"/>
              <a:gd name="T28" fmla="*/ 165 w 685"/>
              <a:gd name="T29" fmla="*/ 33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165" y="574"/>
                </a:moveTo>
                <a:cubicBezTo>
                  <a:pt x="165" y="681"/>
                  <a:pt x="241" y="754"/>
                  <a:pt x="342" y="754"/>
                </a:cubicBezTo>
                <a:cubicBezTo>
                  <a:pt x="444" y="754"/>
                  <a:pt x="520" y="681"/>
                  <a:pt x="520" y="574"/>
                </a:cubicBezTo>
                <a:cubicBezTo>
                  <a:pt x="520" y="467"/>
                  <a:pt x="444" y="395"/>
                  <a:pt x="342" y="395"/>
                </a:cubicBezTo>
                <a:cubicBezTo>
                  <a:pt x="241" y="395"/>
                  <a:pt x="165" y="467"/>
                  <a:pt x="165" y="574"/>
                </a:cubicBezTo>
                <a:close/>
                <a:moveTo>
                  <a:pt x="165" y="330"/>
                </a:moveTo>
                <a:cubicBezTo>
                  <a:pt x="212" y="272"/>
                  <a:pt x="279" y="238"/>
                  <a:pt x="372" y="238"/>
                </a:cubicBezTo>
                <a:cubicBezTo>
                  <a:pt x="544" y="238"/>
                  <a:pt x="685" y="385"/>
                  <a:pt x="685" y="574"/>
                </a:cubicBezTo>
                <a:cubicBezTo>
                  <a:pt x="685" y="764"/>
                  <a:pt x="544" y="911"/>
                  <a:pt x="372" y="911"/>
                </a:cubicBezTo>
                <a:cubicBezTo>
                  <a:pt x="280" y="911"/>
                  <a:pt x="212" y="877"/>
                  <a:pt x="165" y="819"/>
                </a:cubicBezTo>
                <a:cubicBezTo>
                  <a:pt x="165" y="893"/>
                  <a:pt x="165" y="893"/>
                  <a:pt x="165" y="893"/>
                </a:cubicBezTo>
                <a:cubicBezTo>
                  <a:pt x="0" y="893"/>
                  <a:pt x="0" y="893"/>
                  <a:pt x="0" y="893"/>
                </a:cubicBezTo>
                <a:cubicBezTo>
                  <a:pt x="0" y="0"/>
                  <a:pt x="0" y="0"/>
                  <a:pt x="0" y="0"/>
                </a:cubicBezTo>
                <a:cubicBezTo>
                  <a:pt x="165" y="0"/>
                  <a:pt x="165" y="0"/>
                  <a:pt x="165" y="0"/>
                </a:cubicBezTo>
                <a:lnTo>
                  <a:pt x="165" y="33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Freeform 8">
            <a:extLst>
              <a:ext uri="{FF2B5EF4-FFF2-40B4-BE49-F238E27FC236}">
                <a16:creationId xmlns:a16="http://schemas.microsoft.com/office/drawing/2014/main" id="{78FFFFA8-764A-4BF3-8328-78515176C50E}"/>
              </a:ext>
            </a:extLst>
          </p:cNvPr>
          <p:cNvSpPr>
            <a:spLocks/>
          </p:cNvSpPr>
          <p:nvPr/>
        </p:nvSpPr>
        <p:spPr bwMode="black">
          <a:xfrm>
            <a:off x="684966" y="6422376"/>
            <a:ext cx="42282" cy="77074"/>
          </a:xfrm>
          <a:custGeom>
            <a:avLst/>
            <a:gdLst>
              <a:gd name="T0" fmla="*/ 164 w 358"/>
              <a:gd name="T1" fmla="*/ 13 h 652"/>
              <a:gd name="T2" fmla="*/ 164 w 358"/>
              <a:gd name="T3" fmla="*/ 123 h 652"/>
              <a:gd name="T4" fmla="*/ 358 w 358"/>
              <a:gd name="T5" fmla="*/ 0 h 652"/>
              <a:gd name="T6" fmla="*/ 358 w 358"/>
              <a:gd name="T7" fmla="*/ 184 h 652"/>
              <a:gd name="T8" fmla="*/ 164 w 358"/>
              <a:gd name="T9" fmla="*/ 346 h 652"/>
              <a:gd name="T10" fmla="*/ 164 w 358"/>
              <a:gd name="T11" fmla="*/ 652 h 652"/>
              <a:gd name="T12" fmla="*/ 0 w 358"/>
              <a:gd name="T13" fmla="*/ 652 h 652"/>
              <a:gd name="T14" fmla="*/ 0 w 358"/>
              <a:gd name="T15" fmla="*/ 13 h 652"/>
              <a:gd name="T16" fmla="*/ 164 w 358"/>
              <a:gd name="T17" fmla="*/ 13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8" h="652">
                <a:moveTo>
                  <a:pt x="164" y="13"/>
                </a:moveTo>
                <a:cubicBezTo>
                  <a:pt x="164" y="123"/>
                  <a:pt x="164" y="123"/>
                  <a:pt x="164" y="123"/>
                </a:cubicBezTo>
                <a:cubicBezTo>
                  <a:pt x="196" y="35"/>
                  <a:pt x="277" y="0"/>
                  <a:pt x="358" y="0"/>
                </a:cubicBezTo>
                <a:cubicBezTo>
                  <a:pt x="358" y="184"/>
                  <a:pt x="358" y="184"/>
                  <a:pt x="358" y="184"/>
                </a:cubicBezTo>
                <a:cubicBezTo>
                  <a:pt x="272" y="173"/>
                  <a:pt x="164" y="212"/>
                  <a:pt x="164" y="346"/>
                </a:cubicBezTo>
                <a:cubicBezTo>
                  <a:pt x="164" y="652"/>
                  <a:pt x="164" y="652"/>
                  <a:pt x="164" y="652"/>
                </a:cubicBezTo>
                <a:cubicBezTo>
                  <a:pt x="0" y="652"/>
                  <a:pt x="0" y="652"/>
                  <a:pt x="0" y="652"/>
                </a:cubicBezTo>
                <a:cubicBezTo>
                  <a:pt x="0" y="13"/>
                  <a:pt x="0" y="13"/>
                  <a:pt x="0" y="13"/>
                </a:cubicBezTo>
                <a:lnTo>
                  <a:pt x="164" y="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0" name="Freeform 9">
            <a:extLst>
              <a:ext uri="{FF2B5EF4-FFF2-40B4-BE49-F238E27FC236}">
                <a16:creationId xmlns:a16="http://schemas.microsoft.com/office/drawing/2014/main" id="{D236CC11-2499-41C0-8B25-D5E465378BF2}"/>
              </a:ext>
            </a:extLst>
          </p:cNvPr>
          <p:cNvSpPr>
            <a:spLocks noEditPoints="1"/>
          </p:cNvSpPr>
          <p:nvPr/>
        </p:nvSpPr>
        <p:spPr bwMode="black">
          <a:xfrm>
            <a:off x="734255" y="6421893"/>
            <a:ext cx="77799" cy="79490"/>
          </a:xfrm>
          <a:custGeom>
            <a:avLst/>
            <a:gdLst>
              <a:gd name="T0" fmla="*/ 172 w 660"/>
              <a:gd name="T1" fmla="*/ 277 h 673"/>
              <a:gd name="T2" fmla="*/ 338 w 660"/>
              <a:gd name="T3" fmla="*/ 147 h 673"/>
              <a:gd name="T4" fmla="*/ 497 w 660"/>
              <a:gd name="T5" fmla="*/ 277 h 673"/>
              <a:gd name="T6" fmla="*/ 172 w 660"/>
              <a:gd name="T7" fmla="*/ 277 h 673"/>
              <a:gd name="T8" fmla="*/ 173 w 660"/>
              <a:gd name="T9" fmla="*/ 405 h 673"/>
              <a:gd name="T10" fmla="*/ 654 w 660"/>
              <a:gd name="T11" fmla="*/ 405 h 673"/>
              <a:gd name="T12" fmla="*/ 660 w 660"/>
              <a:gd name="T13" fmla="*/ 337 h 673"/>
              <a:gd name="T14" fmla="*/ 337 w 660"/>
              <a:gd name="T15" fmla="*/ 0 h 673"/>
              <a:gd name="T16" fmla="*/ 0 w 660"/>
              <a:gd name="T17" fmla="*/ 337 h 673"/>
              <a:gd name="T18" fmla="*/ 350 w 660"/>
              <a:gd name="T19" fmla="*/ 673 h 673"/>
              <a:gd name="T20" fmla="*/ 628 w 660"/>
              <a:gd name="T21" fmla="*/ 537 h 673"/>
              <a:gd name="T22" fmla="*/ 495 w 660"/>
              <a:gd name="T23" fmla="*/ 461 h 673"/>
              <a:gd name="T24" fmla="*/ 353 w 660"/>
              <a:gd name="T25" fmla="*/ 524 h 673"/>
              <a:gd name="T26" fmla="*/ 173 w 660"/>
              <a:gd name="T27" fmla="*/ 405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60" h="673">
                <a:moveTo>
                  <a:pt x="172" y="277"/>
                </a:moveTo>
                <a:cubicBezTo>
                  <a:pt x="191" y="196"/>
                  <a:pt x="251" y="147"/>
                  <a:pt x="338" y="147"/>
                </a:cubicBezTo>
                <a:cubicBezTo>
                  <a:pt x="408" y="147"/>
                  <a:pt x="476" y="185"/>
                  <a:pt x="497" y="277"/>
                </a:cubicBezTo>
                <a:lnTo>
                  <a:pt x="172" y="277"/>
                </a:lnTo>
                <a:close/>
                <a:moveTo>
                  <a:pt x="173" y="405"/>
                </a:moveTo>
                <a:cubicBezTo>
                  <a:pt x="654" y="405"/>
                  <a:pt x="654" y="405"/>
                  <a:pt x="654" y="405"/>
                </a:cubicBezTo>
                <a:cubicBezTo>
                  <a:pt x="657" y="382"/>
                  <a:pt x="660" y="361"/>
                  <a:pt x="660" y="337"/>
                </a:cubicBezTo>
                <a:cubicBezTo>
                  <a:pt x="660" y="149"/>
                  <a:pt x="526" y="0"/>
                  <a:pt x="337" y="0"/>
                </a:cubicBezTo>
                <a:cubicBezTo>
                  <a:pt x="136" y="0"/>
                  <a:pt x="0" y="147"/>
                  <a:pt x="0" y="337"/>
                </a:cubicBezTo>
                <a:cubicBezTo>
                  <a:pt x="0" y="528"/>
                  <a:pt x="136" y="673"/>
                  <a:pt x="350" y="673"/>
                </a:cubicBezTo>
                <a:cubicBezTo>
                  <a:pt x="473" y="673"/>
                  <a:pt x="568" y="623"/>
                  <a:pt x="628" y="537"/>
                </a:cubicBezTo>
                <a:cubicBezTo>
                  <a:pt x="495" y="461"/>
                  <a:pt x="495" y="461"/>
                  <a:pt x="495" y="461"/>
                </a:cubicBezTo>
                <a:cubicBezTo>
                  <a:pt x="466" y="499"/>
                  <a:pt x="416" y="524"/>
                  <a:pt x="353" y="524"/>
                </a:cubicBezTo>
                <a:cubicBezTo>
                  <a:pt x="267" y="526"/>
                  <a:pt x="197" y="489"/>
                  <a:pt x="173" y="40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" name="Freeform 10">
            <a:extLst>
              <a:ext uri="{FF2B5EF4-FFF2-40B4-BE49-F238E27FC236}">
                <a16:creationId xmlns:a16="http://schemas.microsoft.com/office/drawing/2014/main" id="{1CCCFC08-FC75-4481-B8E7-3025193EAD90}"/>
              </a:ext>
            </a:extLst>
          </p:cNvPr>
          <p:cNvSpPr>
            <a:spLocks noEditPoints="1"/>
          </p:cNvSpPr>
          <p:nvPr/>
        </p:nvSpPr>
        <p:spPr bwMode="black">
          <a:xfrm>
            <a:off x="821235" y="6421893"/>
            <a:ext cx="80698" cy="79732"/>
          </a:xfrm>
          <a:custGeom>
            <a:avLst/>
            <a:gdLst>
              <a:gd name="T0" fmla="*/ 166 w 684"/>
              <a:gd name="T1" fmla="*/ 338 h 675"/>
              <a:gd name="T2" fmla="*/ 343 w 684"/>
              <a:gd name="T3" fmla="*/ 518 h 675"/>
              <a:gd name="T4" fmla="*/ 521 w 684"/>
              <a:gd name="T5" fmla="*/ 338 h 675"/>
              <a:gd name="T6" fmla="*/ 343 w 684"/>
              <a:gd name="T7" fmla="*/ 159 h 675"/>
              <a:gd name="T8" fmla="*/ 166 w 684"/>
              <a:gd name="T9" fmla="*/ 338 h 675"/>
              <a:gd name="T10" fmla="*/ 519 w 684"/>
              <a:gd name="T11" fmla="*/ 94 h 675"/>
              <a:gd name="T12" fmla="*/ 519 w 684"/>
              <a:gd name="T13" fmla="*/ 19 h 675"/>
              <a:gd name="T14" fmla="*/ 684 w 684"/>
              <a:gd name="T15" fmla="*/ 19 h 675"/>
              <a:gd name="T16" fmla="*/ 684 w 684"/>
              <a:gd name="T17" fmla="*/ 657 h 675"/>
              <a:gd name="T18" fmla="*/ 519 w 684"/>
              <a:gd name="T19" fmla="*/ 657 h 675"/>
              <a:gd name="T20" fmla="*/ 519 w 684"/>
              <a:gd name="T21" fmla="*/ 583 h 675"/>
              <a:gd name="T22" fmla="*/ 310 w 684"/>
              <a:gd name="T23" fmla="*/ 675 h 675"/>
              <a:gd name="T24" fmla="*/ 0 w 684"/>
              <a:gd name="T25" fmla="*/ 338 h 675"/>
              <a:gd name="T26" fmla="*/ 310 w 684"/>
              <a:gd name="T27" fmla="*/ 2 h 675"/>
              <a:gd name="T28" fmla="*/ 519 w 684"/>
              <a:gd name="T29" fmla="*/ 94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4" h="675">
                <a:moveTo>
                  <a:pt x="166" y="338"/>
                </a:moveTo>
                <a:cubicBezTo>
                  <a:pt x="166" y="445"/>
                  <a:pt x="241" y="518"/>
                  <a:pt x="343" y="518"/>
                </a:cubicBezTo>
                <a:cubicBezTo>
                  <a:pt x="445" y="518"/>
                  <a:pt x="521" y="445"/>
                  <a:pt x="521" y="338"/>
                </a:cubicBezTo>
                <a:cubicBezTo>
                  <a:pt x="521" y="231"/>
                  <a:pt x="446" y="159"/>
                  <a:pt x="343" y="159"/>
                </a:cubicBezTo>
                <a:cubicBezTo>
                  <a:pt x="241" y="159"/>
                  <a:pt x="166" y="231"/>
                  <a:pt x="166" y="338"/>
                </a:cubicBezTo>
                <a:close/>
                <a:moveTo>
                  <a:pt x="519" y="94"/>
                </a:moveTo>
                <a:cubicBezTo>
                  <a:pt x="519" y="19"/>
                  <a:pt x="519" y="19"/>
                  <a:pt x="519" y="19"/>
                </a:cubicBezTo>
                <a:cubicBezTo>
                  <a:pt x="684" y="19"/>
                  <a:pt x="684" y="19"/>
                  <a:pt x="684" y="19"/>
                </a:cubicBezTo>
                <a:cubicBezTo>
                  <a:pt x="684" y="657"/>
                  <a:pt x="684" y="657"/>
                  <a:pt x="684" y="657"/>
                </a:cubicBezTo>
                <a:cubicBezTo>
                  <a:pt x="519" y="657"/>
                  <a:pt x="519" y="657"/>
                  <a:pt x="519" y="657"/>
                </a:cubicBezTo>
                <a:cubicBezTo>
                  <a:pt x="519" y="583"/>
                  <a:pt x="519" y="583"/>
                  <a:pt x="519" y="583"/>
                </a:cubicBezTo>
                <a:cubicBezTo>
                  <a:pt x="472" y="641"/>
                  <a:pt x="404" y="675"/>
                  <a:pt x="310" y="675"/>
                </a:cubicBezTo>
                <a:cubicBezTo>
                  <a:pt x="140" y="675"/>
                  <a:pt x="0" y="529"/>
                  <a:pt x="0" y="338"/>
                </a:cubicBezTo>
                <a:cubicBezTo>
                  <a:pt x="0" y="149"/>
                  <a:pt x="140" y="2"/>
                  <a:pt x="310" y="2"/>
                </a:cubicBezTo>
                <a:cubicBezTo>
                  <a:pt x="404" y="0"/>
                  <a:pt x="472" y="36"/>
                  <a:pt x="519" y="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2" name="Freeform 11">
            <a:extLst>
              <a:ext uri="{FF2B5EF4-FFF2-40B4-BE49-F238E27FC236}">
                <a16:creationId xmlns:a16="http://schemas.microsoft.com/office/drawing/2014/main" id="{62064C6D-6275-42AF-8C1E-9501DE8D0886}"/>
              </a:ext>
            </a:extLst>
          </p:cNvPr>
          <p:cNvSpPr>
            <a:spLocks noEditPoints="1"/>
          </p:cNvSpPr>
          <p:nvPr/>
        </p:nvSpPr>
        <p:spPr bwMode="black">
          <a:xfrm>
            <a:off x="912563" y="6393866"/>
            <a:ext cx="80698" cy="107758"/>
          </a:xfrm>
          <a:custGeom>
            <a:avLst/>
            <a:gdLst>
              <a:gd name="T0" fmla="*/ 344 w 685"/>
              <a:gd name="T1" fmla="*/ 754 h 911"/>
              <a:gd name="T2" fmla="*/ 165 w 685"/>
              <a:gd name="T3" fmla="*/ 574 h 911"/>
              <a:gd name="T4" fmla="*/ 344 w 685"/>
              <a:gd name="T5" fmla="*/ 395 h 911"/>
              <a:gd name="T6" fmla="*/ 520 w 685"/>
              <a:gd name="T7" fmla="*/ 574 h 911"/>
              <a:gd name="T8" fmla="*/ 344 w 685"/>
              <a:gd name="T9" fmla="*/ 754 h 911"/>
              <a:gd name="T10" fmla="*/ 520 w 685"/>
              <a:gd name="T11" fmla="*/ 0 h 911"/>
              <a:gd name="T12" fmla="*/ 520 w 685"/>
              <a:gd name="T13" fmla="*/ 330 h 911"/>
              <a:gd name="T14" fmla="*/ 313 w 685"/>
              <a:gd name="T15" fmla="*/ 238 h 911"/>
              <a:gd name="T16" fmla="*/ 0 w 685"/>
              <a:gd name="T17" fmla="*/ 574 h 911"/>
              <a:gd name="T18" fmla="*/ 313 w 685"/>
              <a:gd name="T19" fmla="*/ 911 h 911"/>
              <a:gd name="T20" fmla="*/ 520 w 685"/>
              <a:gd name="T21" fmla="*/ 819 h 911"/>
              <a:gd name="T22" fmla="*/ 520 w 685"/>
              <a:gd name="T23" fmla="*/ 893 h 911"/>
              <a:gd name="T24" fmla="*/ 685 w 685"/>
              <a:gd name="T25" fmla="*/ 893 h 911"/>
              <a:gd name="T26" fmla="*/ 685 w 685"/>
              <a:gd name="T27" fmla="*/ 0 h 911"/>
              <a:gd name="T28" fmla="*/ 520 w 685"/>
              <a:gd name="T29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344" y="754"/>
                </a:moveTo>
                <a:cubicBezTo>
                  <a:pt x="242" y="754"/>
                  <a:pt x="165" y="681"/>
                  <a:pt x="165" y="574"/>
                </a:cubicBezTo>
                <a:cubicBezTo>
                  <a:pt x="165" y="467"/>
                  <a:pt x="240" y="395"/>
                  <a:pt x="344" y="395"/>
                </a:cubicBezTo>
                <a:cubicBezTo>
                  <a:pt x="444" y="395"/>
                  <a:pt x="520" y="467"/>
                  <a:pt x="520" y="574"/>
                </a:cubicBezTo>
                <a:cubicBezTo>
                  <a:pt x="520" y="681"/>
                  <a:pt x="444" y="754"/>
                  <a:pt x="344" y="754"/>
                </a:cubicBezTo>
                <a:close/>
                <a:moveTo>
                  <a:pt x="520" y="0"/>
                </a:moveTo>
                <a:cubicBezTo>
                  <a:pt x="520" y="330"/>
                  <a:pt x="520" y="330"/>
                  <a:pt x="520" y="330"/>
                </a:cubicBezTo>
                <a:cubicBezTo>
                  <a:pt x="473" y="272"/>
                  <a:pt x="407" y="238"/>
                  <a:pt x="313" y="238"/>
                </a:cubicBezTo>
                <a:cubicBezTo>
                  <a:pt x="141" y="238"/>
                  <a:pt x="0" y="385"/>
                  <a:pt x="0" y="574"/>
                </a:cubicBezTo>
                <a:cubicBezTo>
                  <a:pt x="0" y="765"/>
                  <a:pt x="141" y="911"/>
                  <a:pt x="313" y="911"/>
                </a:cubicBezTo>
                <a:cubicBezTo>
                  <a:pt x="405" y="911"/>
                  <a:pt x="473" y="877"/>
                  <a:pt x="520" y="819"/>
                </a:cubicBezTo>
                <a:cubicBezTo>
                  <a:pt x="520" y="893"/>
                  <a:pt x="520" y="893"/>
                  <a:pt x="520" y="893"/>
                </a:cubicBezTo>
                <a:cubicBezTo>
                  <a:pt x="685" y="893"/>
                  <a:pt x="685" y="893"/>
                  <a:pt x="685" y="893"/>
                </a:cubicBezTo>
                <a:cubicBezTo>
                  <a:pt x="685" y="0"/>
                  <a:pt x="685" y="0"/>
                  <a:pt x="685" y="0"/>
                </a:cubicBezTo>
                <a:lnTo>
                  <a:pt x="5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3" name="Freeform 12">
            <a:extLst>
              <a:ext uri="{FF2B5EF4-FFF2-40B4-BE49-F238E27FC236}">
                <a16:creationId xmlns:a16="http://schemas.microsoft.com/office/drawing/2014/main" id="{3FCFD4F9-3640-4294-929E-96C810708A82}"/>
              </a:ext>
            </a:extLst>
          </p:cNvPr>
          <p:cNvSpPr>
            <a:spLocks/>
          </p:cNvSpPr>
          <p:nvPr/>
        </p:nvSpPr>
        <p:spPr bwMode="black">
          <a:xfrm>
            <a:off x="1088456" y="6393383"/>
            <a:ext cx="14497" cy="14497"/>
          </a:xfrm>
          <a:custGeom>
            <a:avLst/>
            <a:gdLst>
              <a:gd name="T0" fmla="*/ 61 w 123"/>
              <a:gd name="T1" fmla="*/ 123 h 123"/>
              <a:gd name="T2" fmla="*/ 123 w 123"/>
              <a:gd name="T3" fmla="*/ 62 h 123"/>
              <a:gd name="T4" fmla="*/ 61 w 123"/>
              <a:gd name="T5" fmla="*/ 0 h 123"/>
              <a:gd name="T6" fmla="*/ 0 w 123"/>
              <a:gd name="T7" fmla="*/ 62 h 123"/>
              <a:gd name="T8" fmla="*/ 61 w 123"/>
              <a:gd name="T9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61" y="123"/>
                </a:moveTo>
                <a:cubicBezTo>
                  <a:pt x="95" y="123"/>
                  <a:pt x="123" y="94"/>
                  <a:pt x="123" y="62"/>
                </a:cubicBezTo>
                <a:cubicBezTo>
                  <a:pt x="123" y="28"/>
                  <a:pt x="95" y="0"/>
                  <a:pt x="61" y="0"/>
                </a:cubicBezTo>
                <a:cubicBezTo>
                  <a:pt x="27" y="0"/>
                  <a:pt x="0" y="29"/>
                  <a:pt x="0" y="62"/>
                </a:cubicBezTo>
                <a:cubicBezTo>
                  <a:pt x="0" y="94"/>
                  <a:pt x="26" y="123"/>
                  <a:pt x="61" y="12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9E0EABEA-C08E-4FC2-B152-372D8F4EE1AF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090630" y="6423826"/>
            <a:ext cx="9906" cy="75624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Freeform 14">
            <a:extLst>
              <a:ext uri="{FF2B5EF4-FFF2-40B4-BE49-F238E27FC236}">
                <a16:creationId xmlns:a16="http://schemas.microsoft.com/office/drawing/2014/main" id="{B668A517-7C95-4D6D-A388-22DB49BD8C6D}"/>
              </a:ext>
            </a:extLst>
          </p:cNvPr>
          <p:cNvSpPr>
            <a:spLocks/>
          </p:cNvSpPr>
          <p:nvPr/>
        </p:nvSpPr>
        <p:spPr bwMode="black">
          <a:xfrm>
            <a:off x="1120348" y="6422134"/>
            <a:ext cx="64752" cy="77315"/>
          </a:xfrm>
          <a:custGeom>
            <a:avLst/>
            <a:gdLst>
              <a:gd name="T0" fmla="*/ 86 w 549"/>
              <a:gd name="T1" fmla="*/ 115 h 654"/>
              <a:gd name="T2" fmla="*/ 300 w 549"/>
              <a:gd name="T3" fmla="*/ 0 h 654"/>
              <a:gd name="T4" fmla="*/ 549 w 549"/>
              <a:gd name="T5" fmla="*/ 262 h 654"/>
              <a:gd name="T6" fmla="*/ 549 w 549"/>
              <a:gd name="T7" fmla="*/ 654 h 654"/>
              <a:gd name="T8" fmla="*/ 465 w 549"/>
              <a:gd name="T9" fmla="*/ 654 h 654"/>
              <a:gd name="T10" fmla="*/ 465 w 549"/>
              <a:gd name="T11" fmla="*/ 262 h 654"/>
              <a:gd name="T12" fmla="*/ 291 w 549"/>
              <a:gd name="T13" fmla="*/ 83 h 654"/>
              <a:gd name="T14" fmla="*/ 84 w 549"/>
              <a:gd name="T15" fmla="*/ 321 h 654"/>
              <a:gd name="T16" fmla="*/ 84 w 549"/>
              <a:gd name="T17" fmla="*/ 654 h 654"/>
              <a:gd name="T18" fmla="*/ 0 w 549"/>
              <a:gd name="T19" fmla="*/ 654 h 654"/>
              <a:gd name="T20" fmla="*/ 0 w 549"/>
              <a:gd name="T21" fmla="*/ 15 h 654"/>
              <a:gd name="T22" fmla="*/ 84 w 549"/>
              <a:gd name="T23" fmla="*/ 15 h 654"/>
              <a:gd name="T24" fmla="*/ 84 w 549"/>
              <a:gd name="T25" fmla="*/ 115 h 654"/>
              <a:gd name="T26" fmla="*/ 86 w 549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9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49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1" y="83"/>
                </a:cubicBezTo>
                <a:cubicBezTo>
                  <a:pt x="180" y="83"/>
                  <a:pt x="84" y="149"/>
                  <a:pt x="84" y="321"/>
                </a:cubicBezTo>
                <a:cubicBezTo>
                  <a:pt x="84" y="654"/>
                  <a:pt x="84" y="654"/>
                  <a:pt x="84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4" y="15"/>
                  <a:pt x="84" y="15"/>
                  <a:pt x="84" y="15"/>
                </a:cubicBezTo>
                <a:cubicBezTo>
                  <a:pt x="84" y="115"/>
                  <a:pt x="84" y="115"/>
                  <a:pt x="84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6" name="Freeform 15">
            <a:extLst>
              <a:ext uri="{FF2B5EF4-FFF2-40B4-BE49-F238E27FC236}">
                <a16:creationId xmlns:a16="http://schemas.microsoft.com/office/drawing/2014/main" id="{7C0455CE-97FF-4F1B-806D-7943A058CFF4}"/>
              </a:ext>
            </a:extLst>
          </p:cNvPr>
          <p:cNvSpPr>
            <a:spLocks noEditPoints="1"/>
          </p:cNvSpPr>
          <p:nvPr/>
        </p:nvSpPr>
        <p:spPr bwMode="black">
          <a:xfrm>
            <a:off x="1197180" y="6422134"/>
            <a:ext cx="79490" cy="79248"/>
          </a:xfrm>
          <a:custGeom>
            <a:avLst/>
            <a:gdLst>
              <a:gd name="T0" fmla="*/ 337 w 672"/>
              <a:gd name="T1" fmla="*/ 587 h 670"/>
              <a:gd name="T2" fmla="*/ 86 w 672"/>
              <a:gd name="T3" fmla="*/ 335 h 670"/>
              <a:gd name="T4" fmla="*/ 337 w 672"/>
              <a:gd name="T5" fmla="*/ 82 h 670"/>
              <a:gd name="T6" fmla="*/ 588 w 672"/>
              <a:gd name="T7" fmla="*/ 335 h 670"/>
              <a:gd name="T8" fmla="*/ 337 w 672"/>
              <a:gd name="T9" fmla="*/ 587 h 670"/>
              <a:gd name="T10" fmla="*/ 588 w 672"/>
              <a:gd name="T11" fmla="*/ 16 h 670"/>
              <a:gd name="T12" fmla="*/ 588 w 672"/>
              <a:gd name="T13" fmla="*/ 140 h 670"/>
              <a:gd name="T14" fmla="*/ 331 w 672"/>
              <a:gd name="T15" fmla="*/ 0 h 670"/>
              <a:gd name="T16" fmla="*/ 0 w 672"/>
              <a:gd name="T17" fmla="*/ 335 h 670"/>
              <a:gd name="T18" fmla="*/ 331 w 672"/>
              <a:gd name="T19" fmla="*/ 670 h 670"/>
              <a:gd name="T20" fmla="*/ 588 w 672"/>
              <a:gd name="T21" fmla="*/ 529 h 670"/>
              <a:gd name="T22" fmla="*/ 588 w 672"/>
              <a:gd name="T23" fmla="*/ 654 h 670"/>
              <a:gd name="T24" fmla="*/ 672 w 672"/>
              <a:gd name="T25" fmla="*/ 654 h 670"/>
              <a:gd name="T26" fmla="*/ 672 w 672"/>
              <a:gd name="T27" fmla="*/ 16 h 670"/>
              <a:gd name="T28" fmla="*/ 588 w 672"/>
              <a:gd name="T29" fmla="*/ 16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337" y="587"/>
                </a:moveTo>
                <a:cubicBezTo>
                  <a:pt x="196" y="587"/>
                  <a:pt x="86" y="477"/>
                  <a:pt x="86" y="335"/>
                </a:cubicBezTo>
                <a:cubicBezTo>
                  <a:pt x="86" y="192"/>
                  <a:pt x="196" y="82"/>
                  <a:pt x="337" y="82"/>
                </a:cubicBezTo>
                <a:cubicBezTo>
                  <a:pt x="480" y="82"/>
                  <a:pt x="588" y="192"/>
                  <a:pt x="588" y="335"/>
                </a:cubicBezTo>
                <a:cubicBezTo>
                  <a:pt x="588" y="477"/>
                  <a:pt x="478" y="587"/>
                  <a:pt x="337" y="587"/>
                </a:cubicBezTo>
                <a:close/>
                <a:moveTo>
                  <a:pt x="588" y="16"/>
                </a:moveTo>
                <a:cubicBezTo>
                  <a:pt x="588" y="140"/>
                  <a:pt x="588" y="140"/>
                  <a:pt x="588" y="140"/>
                </a:cubicBezTo>
                <a:cubicBezTo>
                  <a:pt x="535" y="55"/>
                  <a:pt x="444" y="0"/>
                  <a:pt x="331" y="0"/>
                </a:cubicBezTo>
                <a:cubicBezTo>
                  <a:pt x="151" y="0"/>
                  <a:pt x="0" y="145"/>
                  <a:pt x="0" y="335"/>
                </a:cubicBezTo>
                <a:cubicBezTo>
                  <a:pt x="0" y="524"/>
                  <a:pt x="149" y="670"/>
                  <a:pt x="331" y="670"/>
                </a:cubicBezTo>
                <a:cubicBezTo>
                  <a:pt x="444" y="670"/>
                  <a:pt x="535" y="615"/>
                  <a:pt x="588" y="529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672" y="16"/>
                  <a:pt x="672" y="16"/>
                  <a:pt x="672" y="16"/>
                </a:cubicBezTo>
                <a:lnTo>
                  <a:pt x="588" y="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481C8283-68F4-4408-BA12-720B2147CE23}"/>
              </a:ext>
            </a:extLst>
          </p:cNvPr>
          <p:cNvSpPr>
            <a:spLocks/>
          </p:cNvSpPr>
          <p:nvPr/>
        </p:nvSpPr>
        <p:spPr bwMode="black">
          <a:xfrm>
            <a:off x="1294550" y="6422134"/>
            <a:ext cx="64993" cy="77315"/>
          </a:xfrm>
          <a:custGeom>
            <a:avLst/>
            <a:gdLst>
              <a:gd name="T0" fmla="*/ 86 w 551"/>
              <a:gd name="T1" fmla="*/ 115 h 654"/>
              <a:gd name="T2" fmla="*/ 300 w 551"/>
              <a:gd name="T3" fmla="*/ 0 h 654"/>
              <a:gd name="T4" fmla="*/ 549 w 551"/>
              <a:gd name="T5" fmla="*/ 262 h 654"/>
              <a:gd name="T6" fmla="*/ 549 w 551"/>
              <a:gd name="T7" fmla="*/ 654 h 654"/>
              <a:gd name="T8" fmla="*/ 465 w 551"/>
              <a:gd name="T9" fmla="*/ 654 h 654"/>
              <a:gd name="T10" fmla="*/ 465 w 551"/>
              <a:gd name="T11" fmla="*/ 262 h 654"/>
              <a:gd name="T12" fmla="*/ 292 w 551"/>
              <a:gd name="T13" fmla="*/ 83 h 654"/>
              <a:gd name="T14" fmla="*/ 85 w 551"/>
              <a:gd name="T15" fmla="*/ 321 h 654"/>
              <a:gd name="T16" fmla="*/ 85 w 551"/>
              <a:gd name="T17" fmla="*/ 654 h 654"/>
              <a:gd name="T18" fmla="*/ 0 w 551"/>
              <a:gd name="T19" fmla="*/ 654 h 654"/>
              <a:gd name="T20" fmla="*/ 0 w 551"/>
              <a:gd name="T21" fmla="*/ 15 h 654"/>
              <a:gd name="T22" fmla="*/ 85 w 551"/>
              <a:gd name="T23" fmla="*/ 15 h 654"/>
              <a:gd name="T24" fmla="*/ 85 w 551"/>
              <a:gd name="T25" fmla="*/ 115 h 654"/>
              <a:gd name="T26" fmla="*/ 86 w 551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51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51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2" y="83"/>
                </a:cubicBezTo>
                <a:cubicBezTo>
                  <a:pt x="180" y="83"/>
                  <a:pt x="85" y="149"/>
                  <a:pt x="85" y="321"/>
                </a:cubicBezTo>
                <a:cubicBezTo>
                  <a:pt x="85" y="654"/>
                  <a:pt x="85" y="654"/>
                  <a:pt x="85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5" y="15"/>
                  <a:pt x="85" y="15"/>
                  <a:pt x="85" y="15"/>
                </a:cubicBezTo>
                <a:cubicBezTo>
                  <a:pt x="85" y="115"/>
                  <a:pt x="85" y="115"/>
                  <a:pt x="85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8" name="Freeform 17">
            <a:extLst>
              <a:ext uri="{FF2B5EF4-FFF2-40B4-BE49-F238E27FC236}">
                <a16:creationId xmlns:a16="http://schemas.microsoft.com/office/drawing/2014/main" id="{A1BA7794-9D66-42E3-8D02-811A69DD0C24}"/>
              </a:ext>
            </a:extLst>
          </p:cNvPr>
          <p:cNvSpPr>
            <a:spLocks/>
          </p:cNvSpPr>
          <p:nvPr/>
        </p:nvSpPr>
        <p:spPr bwMode="black">
          <a:xfrm>
            <a:off x="1372831" y="6422134"/>
            <a:ext cx="73208" cy="79248"/>
          </a:xfrm>
          <a:custGeom>
            <a:avLst/>
            <a:gdLst>
              <a:gd name="T0" fmla="*/ 335 w 621"/>
              <a:gd name="T1" fmla="*/ 670 h 670"/>
              <a:gd name="T2" fmla="*/ 621 w 621"/>
              <a:gd name="T3" fmla="*/ 503 h 670"/>
              <a:gd name="T4" fmla="*/ 552 w 621"/>
              <a:gd name="T5" fmla="*/ 463 h 670"/>
              <a:gd name="T6" fmla="*/ 336 w 621"/>
              <a:gd name="T7" fmla="*/ 587 h 670"/>
              <a:gd name="T8" fmla="*/ 85 w 621"/>
              <a:gd name="T9" fmla="*/ 335 h 670"/>
              <a:gd name="T10" fmla="*/ 336 w 621"/>
              <a:gd name="T11" fmla="*/ 82 h 670"/>
              <a:gd name="T12" fmla="*/ 547 w 621"/>
              <a:gd name="T13" fmla="*/ 207 h 670"/>
              <a:gd name="T14" fmla="*/ 616 w 621"/>
              <a:gd name="T15" fmla="*/ 166 h 670"/>
              <a:gd name="T16" fmla="*/ 336 w 621"/>
              <a:gd name="T17" fmla="*/ 0 h 670"/>
              <a:gd name="T18" fmla="*/ 1 w 621"/>
              <a:gd name="T19" fmla="*/ 335 h 670"/>
              <a:gd name="T20" fmla="*/ 335 w 621"/>
              <a:gd name="T21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21" h="670">
                <a:moveTo>
                  <a:pt x="335" y="670"/>
                </a:moveTo>
                <a:cubicBezTo>
                  <a:pt x="459" y="670"/>
                  <a:pt x="568" y="605"/>
                  <a:pt x="621" y="503"/>
                </a:cubicBezTo>
                <a:cubicBezTo>
                  <a:pt x="552" y="463"/>
                  <a:pt x="552" y="463"/>
                  <a:pt x="552" y="463"/>
                </a:cubicBezTo>
                <a:cubicBezTo>
                  <a:pt x="511" y="537"/>
                  <a:pt x="433" y="587"/>
                  <a:pt x="336" y="587"/>
                </a:cubicBezTo>
                <a:cubicBezTo>
                  <a:pt x="195" y="587"/>
                  <a:pt x="85" y="477"/>
                  <a:pt x="85" y="335"/>
                </a:cubicBezTo>
                <a:cubicBezTo>
                  <a:pt x="85" y="192"/>
                  <a:pt x="195" y="82"/>
                  <a:pt x="336" y="82"/>
                </a:cubicBezTo>
                <a:cubicBezTo>
                  <a:pt x="432" y="82"/>
                  <a:pt x="513" y="132"/>
                  <a:pt x="547" y="207"/>
                </a:cubicBezTo>
                <a:cubicBezTo>
                  <a:pt x="616" y="166"/>
                  <a:pt x="616" y="166"/>
                  <a:pt x="616" y="166"/>
                </a:cubicBezTo>
                <a:cubicBezTo>
                  <a:pt x="569" y="66"/>
                  <a:pt x="463" y="0"/>
                  <a:pt x="336" y="0"/>
                </a:cubicBezTo>
                <a:cubicBezTo>
                  <a:pt x="144" y="0"/>
                  <a:pt x="1" y="145"/>
                  <a:pt x="1" y="335"/>
                </a:cubicBezTo>
                <a:cubicBezTo>
                  <a:pt x="0" y="524"/>
                  <a:pt x="142" y="670"/>
                  <a:pt x="335" y="6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9" name="Freeform 18">
            <a:extLst>
              <a:ext uri="{FF2B5EF4-FFF2-40B4-BE49-F238E27FC236}">
                <a16:creationId xmlns:a16="http://schemas.microsoft.com/office/drawing/2014/main" id="{AA6AAB92-EC66-44F1-B5F3-23F63C9CF3ED}"/>
              </a:ext>
            </a:extLst>
          </p:cNvPr>
          <p:cNvSpPr>
            <a:spLocks noEditPoints="1"/>
          </p:cNvSpPr>
          <p:nvPr/>
        </p:nvSpPr>
        <p:spPr bwMode="black">
          <a:xfrm>
            <a:off x="1483247" y="6422134"/>
            <a:ext cx="79248" cy="79248"/>
          </a:xfrm>
          <a:custGeom>
            <a:avLst/>
            <a:gdLst>
              <a:gd name="T0" fmla="*/ 85 w 672"/>
              <a:gd name="T1" fmla="*/ 334 h 670"/>
              <a:gd name="T2" fmla="*/ 335 w 672"/>
              <a:gd name="T3" fmla="*/ 586 h 670"/>
              <a:gd name="T4" fmla="*/ 586 w 672"/>
              <a:gd name="T5" fmla="*/ 334 h 670"/>
              <a:gd name="T6" fmla="*/ 335 w 672"/>
              <a:gd name="T7" fmla="*/ 81 h 670"/>
              <a:gd name="T8" fmla="*/ 85 w 672"/>
              <a:gd name="T9" fmla="*/ 334 h 670"/>
              <a:gd name="T10" fmla="*/ 588 w 672"/>
              <a:gd name="T11" fmla="*/ 141 h 670"/>
              <a:gd name="T12" fmla="*/ 588 w 672"/>
              <a:gd name="T13" fmla="*/ 16 h 670"/>
              <a:gd name="T14" fmla="*/ 672 w 672"/>
              <a:gd name="T15" fmla="*/ 16 h 670"/>
              <a:gd name="T16" fmla="*/ 672 w 672"/>
              <a:gd name="T17" fmla="*/ 654 h 670"/>
              <a:gd name="T18" fmla="*/ 588 w 672"/>
              <a:gd name="T19" fmla="*/ 654 h 670"/>
              <a:gd name="T20" fmla="*/ 588 w 672"/>
              <a:gd name="T21" fmla="*/ 530 h 670"/>
              <a:gd name="T22" fmla="*/ 331 w 672"/>
              <a:gd name="T23" fmla="*/ 670 h 670"/>
              <a:gd name="T24" fmla="*/ 0 w 672"/>
              <a:gd name="T25" fmla="*/ 335 h 670"/>
              <a:gd name="T26" fmla="*/ 331 w 672"/>
              <a:gd name="T27" fmla="*/ 0 h 670"/>
              <a:gd name="T28" fmla="*/ 588 w 672"/>
              <a:gd name="T29" fmla="*/ 141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85" y="334"/>
                </a:moveTo>
                <a:cubicBezTo>
                  <a:pt x="85" y="476"/>
                  <a:pt x="195" y="586"/>
                  <a:pt x="335" y="586"/>
                </a:cubicBezTo>
                <a:cubicBezTo>
                  <a:pt x="478" y="586"/>
                  <a:pt x="586" y="476"/>
                  <a:pt x="586" y="334"/>
                </a:cubicBezTo>
                <a:cubicBezTo>
                  <a:pt x="586" y="191"/>
                  <a:pt x="476" y="81"/>
                  <a:pt x="335" y="81"/>
                </a:cubicBezTo>
                <a:cubicBezTo>
                  <a:pt x="195" y="81"/>
                  <a:pt x="85" y="193"/>
                  <a:pt x="85" y="334"/>
                </a:cubicBezTo>
                <a:close/>
                <a:moveTo>
                  <a:pt x="588" y="141"/>
                </a:moveTo>
                <a:cubicBezTo>
                  <a:pt x="588" y="16"/>
                  <a:pt x="588" y="16"/>
                  <a:pt x="588" y="16"/>
                </a:cubicBezTo>
                <a:cubicBezTo>
                  <a:pt x="672" y="16"/>
                  <a:pt x="672" y="16"/>
                  <a:pt x="672" y="16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588" y="530"/>
                  <a:pt x="588" y="530"/>
                  <a:pt x="588" y="530"/>
                </a:cubicBezTo>
                <a:cubicBezTo>
                  <a:pt x="535" y="615"/>
                  <a:pt x="444" y="670"/>
                  <a:pt x="331" y="670"/>
                </a:cubicBezTo>
                <a:cubicBezTo>
                  <a:pt x="151" y="670"/>
                  <a:pt x="0" y="525"/>
                  <a:pt x="0" y="335"/>
                </a:cubicBezTo>
                <a:cubicBezTo>
                  <a:pt x="0" y="146"/>
                  <a:pt x="151" y="0"/>
                  <a:pt x="331" y="0"/>
                </a:cubicBezTo>
                <a:cubicBezTo>
                  <a:pt x="444" y="0"/>
                  <a:pt x="535" y="55"/>
                  <a:pt x="588" y="1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0" name="Freeform 19">
            <a:extLst>
              <a:ext uri="{FF2B5EF4-FFF2-40B4-BE49-F238E27FC236}">
                <a16:creationId xmlns:a16="http://schemas.microsoft.com/office/drawing/2014/main" id="{E2A821F8-6EEA-41C8-9B61-27DF96C1E575}"/>
              </a:ext>
            </a:extLst>
          </p:cNvPr>
          <p:cNvSpPr>
            <a:spLocks/>
          </p:cNvSpPr>
          <p:nvPr/>
        </p:nvSpPr>
        <p:spPr bwMode="black">
          <a:xfrm>
            <a:off x="1458361" y="6393383"/>
            <a:ext cx="14497" cy="14497"/>
          </a:xfrm>
          <a:custGeom>
            <a:avLst/>
            <a:gdLst>
              <a:gd name="T0" fmla="*/ 123 w 123"/>
              <a:gd name="T1" fmla="*/ 62 h 123"/>
              <a:gd name="T2" fmla="*/ 61 w 123"/>
              <a:gd name="T3" fmla="*/ 123 h 123"/>
              <a:gd name="T4" fmla="*/ 0 w 123"/>
              <a:gd name="T5" fmla="*/ 62 h 123"/>
              <a:gd name="T6" fmla="*/ 61 w 123"/>
              <a:gd name="T7" fmla="*/ 0 h 123"/>
              <a:gd name="T8" fmla="*/ 123 w 123"/>
              <a:gd name="T9" fmla="*/ 62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123" y="62"/>
                </a:moveTo>
                <a:cubicBezTo>
                  <a:pt x="123" y="94"/>
                  <a:pt x="95" y="123"/>
                  <a:pt x="61" y="123"/>
                </a:cubicBezTo>
                <a:cubicBezTo>
                  <a:pt x="27" y="123"/>
                  <a:pt x="0" y="96"/>
                  <a:pt x="0" y="62"/>
                </a:cubicBezTo>
                <a:cubicBezTo>
                  <a:pt x="0" y="29"/>
                  <a:pt x="27" y="0"/>
                  <a:pt x="61" y="0"/>
                </a:cubicBezTo>
                <a:cubicBezTo>
                  <a:pt x="95" y="0"/>
                  <a:pt x="123" y="28"/>
                  <a:pt x="123" y="6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1" name="Rectangle 20">
            <a:extLst>
              <a:ext uri="{FF2B5EF4-FFF2-40B4-BE49-F238E27FC236}">
                <a16:creationId xmlns:a16="http://schemas.microsoft.com/office/drawing/2014/main" id="{3F8BCB2F-EDBD-4918-9436-5A7D1AD1A0D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461019" y="6423826"/>
            <a:ext cx="9181" cy="75624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2" name="Freeform 21">
            <a:extLst>
              <a:ext uri="{FF2B5EF4-FFF2-40B4-BE49-F238E27FC236}">
                <a16:creationId xmlns:a16="http://schemas.microsoft.com/office/drawing/2014/main" id="{C8AB3CAA-A067-4EB5-82AD-4ACB3959DED8}"/>
              </a:ext>
            </a:extLst>
          </p:cNvPr>
          <p:cNvSpPr>
            <a:spLocks noEditPoints="1"/>
          </p:cNvSpPr>
          <p:nvPr/>
        </p:nvSpPr>
        <p:spPr bwMode="gray">
          <a:xfrm>
            <a:off x="360000" y="6354000"/>
            <a:ext cx="179758" cy="180000"/>
          </a:xfrm>
          <a:custGeom>
            <a:avLst/>
            <a:gdLst>
              <a:gd name="T0" fmla="*/ 1075 w 1523"/>
              <a:gd name="T1" fmla="*/ 1101 h 1522"/>
              <a:gd name="T2" fmla="*/ 753 w 1523"/>
              <a:gd name="T3" fmla="*/ 505 h 1522"/>
              <a:gd name="T4" fmla="*/ 1213 w 1523"/>
              <a:gd name="T5" fmla="*/ 643 h 1522"/>
              <a:gd name="T6" fmla="*/ 1075 w 1523"/>
              <a:gd name="T7" fmla="*/ 1101 h 1522"/>
              <a:gd name="T8" fmla="*/ 908 w 1523"/>
              <a:gd name="T9" fmla="*/ 1315 h 1522"/>
              <a:gd name="T10" fmla="*/ 898 w 1523"/>
              <a:gd name="T11" fmla="*/ 1320 h 1522"/>
              <a:gd name="T12" fmla="*/ 711 w 1523"/>
              <a:gd name="T13" fmla="*/ 1264 h 1522"/>
              <a:gd name="T14" fmla="*/ 297 w 1523"/>
              <a:gd name="T15" fmla="*/ 496 h 1522"/>
              <a:gd name="T16" fmla="*/ 353 w 1523"/>
              <a:gd name="T17" fmla="*/ 308 h 1522"/>
              <a:gd name="T18" fmla="*/ 363 w 1523"/>
              <a:gd name="T19" fmla="*/ 303 h 1522"/>
              <a:gd name="T20" fmla="*/ 550 w 1523"/>
              <a:gd name="T21" fmla="*/ 359 h 1522"/>
              <a:gd name="T22" fmla="*/ 964 w 1523"/>
              <a:gd name="T23" fmla="*/ 1128 h 1522"/>
              <a:gd name="T24" fmla="*/ 908 w 1523"/>
              <a:gd name="T25" fmla="*/ 1315 h 1522"/>
              <a:gd name="T26" fmla="*/ 761 w 1523"/>
              <a:gd name="T27" fmla="*/ 0 h 1522"/>
              <a:gd name="T28" fmla="*/ 0 w 1523"/>
              <a:gd name="T29" fmla="*/ 761 h 1522"/>
              <a:gd name="T30" fmla="*/ 761 w 1523"/>
              <a:gd name="T31" fmla="*/ 1522 h 1522"/>
              <a:gd name="T32" fmla="*/ 1522 w 1523"/>
              <a:gd name="T33" fmla="*/ 761 h 1522"/>
              <a:gd name="T34" fmla="*/ 761 w 1523"/>
              <a:gd name="T35" fmla="*/ 0 h 1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23" h="1522">
                <a:moveTo>
                  <a:pt x="1075" y="1101"/>
                </a:moveTo>
                <a:cubicBezTo>
                  <a:pt x="753" y="505"/>
                  <a:pt x="753" y="505"/>
                  <a:pt x="753" y="505"/>
                </a:cubicBezTo>
                <a:cubicBezTo>
                  <a:pt x="918" y="416"/>
                  <a:pt x="1124" y="478"/>
                  <a:pt x="1213" y="643"/>
                </a:cubicBezTo>
                <a:cubicBezTo>
                  <a:pt x="1301" y="807"/>
                  <a:pt x="1240" y="1012"/>
                  <a:pt x="1075" y="1101"/>
                </a:cubicBezTo>
                <a:close/>
                <a:moveTo>
                  <a:pt x="908" y="1315"/>
                </a:moveTo>
                <a:cubicBezTo>
                  <a:pt x="898" y="1320"/>
                  <a:pt x="898" y="1320"/>
                  <a:pt x="898" y="1320"/>
                </a:cubicBezTo>
                <a:cubicBezTo>
                  <a:pt x="831" y="1357"/>
                  <a:pt x="747" y="1331"/>
                  <a:pt x="711" y="1264"/>
                </a:cubicBezTo>
                <a:cubicBezTo>
                  <a:pt x="297" y="496"/>
                  <a:pt x="297" y="496"/>
                  <a:pt x="297" y="496"/>
                </a:cubicBezTo>
                <a:cubicBezTo>
                  <a:pt x="260" y="429"/>
                  <a:pt x="286" y="345"/>
                  <a:pt x="353" y="308"/>
                </a:cubicBezTo>
                <a:cubicBezTo>
                  <a:pt x="363" y="303"/>
                  <a:pt x="363" y="303"/>
                  <a:pt x="363" y="303"/>
                </a:cubicBezTo>
                <a:cubicBezTo>
                  <a:pt x="430" y="267"/>
                  <a:pt x="514" y="291"/>
                  <a:pt x="550" y="359"/>
                </a:cubicBezTo>
                <a:cubicBezTo>
                  <a:pt x="964" y="1128"/>
                  <a:pt x="964" y="1128"/>
                  <a:pt x="964" y="1128"/>
                </a:cubicBezTo>
                <a:cubicBezTo>
                  <a:pt x="999" y="1195"/>
                  <a:pt x="974" y="1278"/>
                  <a:pt x="908" y="1315"/>
                </a:cubicBezTo>
                <a:close/>
                <a:moveTo>
                  <a:pt x="761" y="0"/>
                </a:moveTo>
                <a:cubicBezTo>
                  <a:pt x="341" y="0"/>
                  <a:pt x="0" y="340"/>
                  <a:pt x="0" y="761"/>
                </a:cubicBezTo>
                <a:cubicBezTo>
                  <a:pt x="0" y="1181"/>
                  <a:pt x="341" y="1522"/>
                  <a:pt x="761" y="1522"/>
                </a:cubicBezTo>
                <a:cubicBezTo>
                  <a:pt x="1181" y="1522"/>
                  <a:pt x="1522" y="1181"/>
                  <a:pt x="1522" y="761"/>
                </a:cubicBezTo>
                <a:cubicBezTo>
                  <a:pt x="1523" y="340"/>
                  <a:pt x="1182" y="0"/>
                  <a:pt x="761" y="0"/>
                </a:cubicBezTo>
                <a:close/>
              </a:path>
            </a:pathLst>
          </a:custGeom>
          <a:solidFill>
            <a:srgbClr val="59BE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3" name="Freeform 22">
            <a:extLst>
              <a:ext uri="{FF2B5EF4-FFF2-40B4-BE49-F238E27FC236}">
                <a16:creationId xmlns:a16="http://schemas.microsoft.com/office/drawing/2014/main" id="{C084DD01-1734-4EC7-960E-FC1E20ECD20A}"/>
              </a:ext>
            </a:extLst>
          </p:cNvPr>
          <p:cNvSpPr>
            <a:spLocks/>
          </p:cNvSpPr>
          <p:nvPr/>
        </p:nvSpPr>
        <p:spPr bwMode="black">
          <a:xfrm>
            <a:off x="1607435" y="6484470"/>
            <a:ext cx="9423" cy="13530"/>
          </a:xfrm>
          <a:custGeom>
            <a:avLst/>
            <a:gdLst>
              <a:gd name="T0" fmla="*/ 39 w 39"/>
              <a:gd name="T1" fmla="*/ 0 h 56"/>
              <a:gd name="T2" fmla="*/ 0 w 39"/>
              <a:gd name="T3" fmla="*/ 0 h 56"/>
              <a:gd name="T4" fmla="*/ 0 w 39"/>
              <a:gd name="T5" fmla="*/ 7 h 56"/>
              <a:gd name="T6" fmla="*/ 16 w 39"/>
              <a:gd name="T7" fmla="*/ 7 h 56"/>
              <a:gd name="T8" fmla="*/ 16 w 39"/>
              <a:gd name="T9" fmla="*/ 56 h 56"/>
              <a:gd name="T10" fmla="*/ 23 w 39"/>
              <a:gd name="T11" fmla="*/ 56 h 56"/>
              <a:gd name="T12" fmla="*/ 23 w 39"/>
              <a:gd name="T13" fmla="*/ 7 h 56"/>
              <a:gd name="T14" fmla="*/ 39 w 39"/>
              <a:gd name="T15" fmla="*/ 7 h 56"/>
              <a:gd name="T16" fmla="*/ 39 w 39"/>
              <a:gd name="T1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" h="56">
                <a:moveTo>
                  <a:pt x="39" y="0"/>
                </a:moveTo>
                <a:lnTo>
                  <a:pt x="0" y="0"/>
                </a:lnTo>
                <a:lnTo>
                  <a:pt x="0" y="7"/>
                </a:lnTo>
                <a:lnTo>
                  <a:pt x="16" y="7"/>
                </a:lnTo>
                <a:lnTo>
                  <a:pt x="16" y="56"/>
                </a:lnTo>
                <a:lnTo>
                  <a:pt x="23" y="56"/>
                </a:lnTo>
                <a:lnTo>
                  <a:pt x="23" y="7"/>
                </a:lnTo>
                <a:lnTo>
                  <a:pt x="39" y="7"/>
                </a:lnTo>
                <a:lnTo>
                  <a:pt x="3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4" name="Freeform 23">
            <a:extLst>
              <a:ext uri="{FF2B5EF4-FFF2-40B4-BE49-F238E27FC236}">
                <a16:creationId xmlns:a16="http://schemas.microsoft.com/office/drawing/2014/main" id="{58037C33-B19E-4DAC-B219-06215B939AF6}"/>
              </a:ext>
            </a:extLst>
          </p:cNvPr>
          <p:cNvSpPr>
            <a:spLocks/>
          </p:cNvSpPr>
          <p:nvPr/>
        </p:nvSpPr>
        <p:spPr bwMode="black">
          <a:xfrm>
            <a:off x="1618791" y="6484470"/>
            <a:ext cx="12322" cy="13530"/>
          </a:xfrm>
          <a:custGeom>
            <a:avLst/>
            <a:gdLst>
              <a:gd name="T0" fmla="*/ 51 w 51"/>
              <a:gd name="T1" fmla="*/ 0 h 56"/>
              <a:gd name="T2" fmla="*/ 43 w 51"/>
              <a:gd name="T3" fmla="*/ 0 h 56"/>
              <a:gd name="T4" fmla="*/ 26 w 51"/>
              <a:gd name="T5" fmla="*/ 30 h 56"/>
              <a:gd name="T6" fmla="*/ 8 w 51"/>
              <a:gd name="T7" fmla="*/ 0 h 56"/>
              <a:gd name="T8" fmla="*/ 0 w 51"/>
              <a:gd name="T9" fmla="*/ 0 h 56"/>
              <a:gd name="T10" fmla="*/ 0 w 51"/>
              <a:gd name="T11" fmla="*/ 56 h 56"/>
              <a:gd name="T12" fmla="*/ 7 w 51"/>
              <a:gd name="T13" fmla="*/ 56 h 56"/>
              <a:gd name="T14" fmla="*/ 7 w 51"/>
              <a:gd name="T15" fmla="*/ 12 h 56"/>
              <a:gd name="T16" fmla="*/ 25 w 51"/>
              <a:gd name="T17" fmla="*/ 43 h 56"/>
              <a:gd name="T18" fmla="*/ 26 w 51"/>
              <a:gd name="T19" fmla="*/ 43 h 56"/>
              <a:gd name="T20" fmla="*/ 44 w 51"/>
              <a:gd name="T21" fmla="*/ 12 h 56"/>
              <a:gd name="T22" fmla="*/ 44 w 51"/>
              <a:gd name="T23" fmla="*/ 56 h 56"/>
              <a:gd name="T24" fmla="*/ 51 w 51"/>
              <a:gd name="T25" fmla="*/ 56 h 56"/>
              <a:gd name="T26" fmla="*/ 51 w 51"/>
              <a:gd name="T2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1" h="56">
                <a:moveTo>
                  <a:pt x="51" y="0"/>
                </a:moveTo>
                <a:lnTo>
                  <a:pt x="43" y="0"/>
                </a:lnTo>
                <a:lnTo>
                  <a:pt x="26" y="30"/>
                </a:lnTo>
                <a:lnTo>
                  <a:pt x="8" y="0"/>
                </a:lnTo>
                <a:lnTo>
                  <a:pt x="0" y="0"/>
                </a:lnTo>
                <a:lnTo>
                  <a:pt x="0" y="56"/>
                </a:lnTo>
                <a:lnTo>
                  <a:pt x="7" y="56"/>
                </a:lnTo>
                <a:lnTo>
                  <a:pt x="7" y="12"/>
                </a:lnTo>
                <a:lnTo>
                  <a:pt x="25" y="43"/>
                </a:lnTo>
                <a:lnTo>
                  <a:pt x="26" y="43"/>
                </a:lnTo>
                <a:lnTo>
                  <a:pt x="44" y="12"/>
                </a:lnTo>
                <a:lnTo>
                  <a:pt x="44" y="56"/>
                </a:lnTo>
                <a:lnTo>
                  <a:pt x="51" y="56"/>
                </a:lnTo>
                <a:lnTo>
                  <a:pt x="5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black">
          <a:xfrm>
            <a:off x="361950" y="360000"/>
            <a:ext cx="2595600" cy="27036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 bwMode="black">
          <a:xfrm>
            <a:off x="360000" y="3430800"/>
            <a:ext cx="2595600" cy="2703600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                                                                                                                Enter &amp; TAB for next text level                                                                                                              SHIFT+TAB to go back in levels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6</a:t>
            </a:r>
          </a:p>
          <a:p>
            <a:pPr lvl="6"/>
            <a:r>
              <a:rPr lang="en-GB" noProof="0" dirty="0"/>
              <a:t>7</a:t>
            </a:r>
          </a:p>
          <a:p>
            <a:pPr lvl="7"/>
            <a:r>
              <a:rPr lang="en-GB" noProof="0" dirty="0"/>
              <a:t>8</a:t>
            </a:r>
          </a:p>
          <a:p>
            <a:pPr lvl="8"/>
            <a:r>
              <a:rPr lang="en-GB" noProof="0" dirty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 bwMode="black">
          <a:xfrm>
            <a:off x="3317875" y="360000"/>
            <a:ext cx="5556125" cy="2703600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                                                                             Enter &amp; TAB for next text level                                                                           SHIFT+TAB to go back in levels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noProof="0" dirty="0"/>
              <a:t>6</a:t>
            </a:r>
          </a:p>
          <a:p>
            <a:pPr lvl="6"/>
            <a:r>
              <a:rPr lang="en-GB" noProof="0" dirty="0"/>
              <a:t>7</a:t>
            </a:r>
          </a:p>
          <a:p>
            <a:pPr lvl="7"/>
            <a:r>
              <a:rPr lang="en-GB" noProof="0" dirty="0"/>
              <a:t>8</a:t>
            </a:r>
          </a:p>
          <a:p>
            <a:pPr lvl="8"/>
            <a:r>
              <a:rPr lang="en-GB" noProof="0" dirty="0"/>
              <a:t>9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4DD4CFE-8F9A-426C-B49E-0AB15F9C648C}"/>
              </a:ext>
            </a:extLst>
          </p:cNvPr>
          <p:cNvSpPr>
            <a:spLocks noGrp="1"/>
          </p:cNvSpPr>
          <p:nvPr userDrawn="1">
            <p:ph sz="quarter" idx="15" hasCustomPrompt="1"/>
          </p:nvPr>
        </p:nvSpPr>
        <p:spPr bwMode="black">
          <a:xfrm>
            <a:off x="9234000" y="360000"/>
            <a:ext cx="2595600" cy="2703513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Click to add text            Enter &amp; TAB for next text level                                   SHIFT+TAB to go back in levels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F5FF6A-DA3A-4C01-9C6B-7ED8D8A069CD}"/>
              </a:ext>
            </a:extLst>
          </p:cNvPr>
          <p:cNvSpPr>
            <a:spLocks noGrp="1"/>
          </p:cNvSpPr>
          <p:nvPr userDrawn="1">
            <p:ph sz="quarter" idx="16" hasCustomPrompt="1"/>
          </p:nvPr>
        </p:nvSpPr>
        <p:spPr bwMode="black">
          <a:xfrm>
            <a:off x="9237600" y="3434400"/>
            <a:ext cx="2595600" cy="2703600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Click to add text                          Enter &amp; TAB for next text level                       SHIFT+TAB to go back in levels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57FA7-00B8-44B3-BD40-9620D4586994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0E40A3-0D1B-4529-BDC6-E8FBAC97FF63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FF88D-9B85-4FA5-AD9E-F00BDE273CFC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213988B-50C7-4E37-A201-BAB36CA58868}"/>
              </a:ext>
            </a:extLst>
          </p:cNvPr>
          <p:cNvSpPr>
            <a:spLocks noGrp="1"/>
          </p:cNvSpPr>
          <p:nvPr userDrawn="1">
            <p:ph sz="quarter" idx="17" hasCustomPrompt="1"/>
          </p:nvPr>
        </p:nvSpPr>
        <p:spPr bwMode="black">
          <a:xfrm>
            <a:off x="3317875" y="3430800"/>
            <a:ext cx="5556250" cy="2703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                                                                                                                Enter &amp; TAB for next text level                                                                                                              SHIFT+TAB to go back in levels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219972324"/>
      </p:ext>
    </p:extLst>
  </p:cSld>
  <p:clrMapOvr>
    <a:overrideClrMapping bg1="dk1" tx1="lt1" bg2="lt2" tx2="accent1" accent1="lt2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Full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F3B34DFE-8665-4622-84F0-B30B7CE0278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white">
          <a:xfrm>
            <a:off x="0" y="0"/>
            <a:ext cx="12192000" cy="6858000"/>
          </a:xfrm>
          <a:solidFill>
            <a:schemeClr val="tx1">
              <a:lumMod val="95000"/>
            </a:schemeClr>
          </a:solidFill>
        </p:spPr>
        <p:txBody>
          <a:bodyPr tIns="72000"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here and insert image via Templafy &gt; Images</a:t>
            </a:r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0E676957-0390-4D7A-9F80-FDDDA0CA39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58800" y="6354794"/>
            <a:ext cx="1271113" cy="179935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360000" y="360000"/>
            <a:ext cx="2595600" cy="2703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DF1E64-0BC0-4941-8FFB-3A71A98E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123578-463C-4157-812E-B50F5FF4D986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DC879-555B-4B99-8F4C-5066F0F2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63A2C-6198-4B31-B738-56535BA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6DA4F-1BBB-49B3-8344-6314BE6BAE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366000" y="3430500"/>
            <a:ext cx="2583574" cy="2703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Enter &amp; TAB for next text level                                   SHIFT+TAB to go back in levels 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A857EB-FC37-4C11-9999-255E485CBF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white">
          <a:xfrm>
            <a:off x="3317875" y="3428914"/>
            <a:ext cx="2597150" cy="2703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Enter &amp; TAB for next text level                                   SHIFT+TAB to go back in levels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7A84F3B-03F2-420A-8CCE-FBD07805871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white">
          <a:xfrm>
            <a:off x="6275388" y="3428914"/>
            <a:ext cx="2597150" cy="27035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Enter &amp; TAB for next text level                                   SHIFT+TAB to go back in levels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E1ABEFF-4119-49F9-AE22-6B113C4694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white">
          <a:xfrm>
            <a:off x="9232900" y="3428913"/>
            <a:ext cx="2598738" cy="2703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            Enter &amp; TAB for next text level                                   SHIFT+TAB to go back in levels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972620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3254F4E-026F-4D36-840B-351589DA2337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AFB7123B-930D-4C7C-8535-8277A03AF826}"/>
              </a:ext>
            </a:extLst>
          </p:cNvPr>
          <p:cNvSpPr/>
          <p:nvPr userDrawn="1"/>
        </p:nvSpPr>
        <p:spPr bwMode="black">
          <a:xfrm>
            <a:off x="731824" y="735244"/>
            <a:ext cx="685827" cy="521615"/>
          </a:xfrm>
          <a:custGeom>
            <a:avLst/>
            <a:gdLst/>
            <a:ahLst/>
            <a:cxnLst/>
            <a:rect l="l" t="t" r="r" b="b"/>
            <a:pathLst>
              <a:path w="1036053" h="787984">
                <a:moveTo>
                  <a:pt x="850001" y="0"/>
                </a:moveTo>
                <a:lnTo>
                  <a:pt x="1036053" y="0"/>
                </a:lnTo>
                <a:lnTo>
                  <a:pt x="824465" y="787984"/>
                </a:lnTo>
                <a:lnTo>
                  <a:pt x="528971" y="787984"/>
                </a:lnTo>
                <a:close/>
                <a:moveTo>
                  <a:pt x="317383" y="0"/>
                </a:moveTo>
                <a:lnTo>
                  <a:pt x="503434" y="0"/>
                </a:lnTo>
                <a:lnTo>
                  <a:pt x="295494" y="787984"/>
                </a:lnTo>
                <a:lnTo>
                  <a:pt x="0" y="78798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846E2B3F-C370-4E37-8D15-60C15F1E2D02}"/>
              </a:ext>
            </a:extLst>
          </p:cNvPr>
          <p:cNvSpPr>
            <a:spLocks/>
          </p:cNvSpPr>
          <p:nvPr/>
        </p:nvSpPr>
        <p:spPr bwMode="auto">
          <a:xfrm>
            <a:off x="1" y="5819354"/>
            <a:ext cx="2957513" cy="1038647"/>
          </a:xfrm>
          <a:custGeom>
            <a:avLst/>
            <a:gdLst>
              <a:gd name="connsiteX0" fmla="*/ 2769996 w 2957513"/>
              <a:gd name="connsiteY0" fmla="*/ 1000651 h 1038647"/>
              <a:gd name="connsiteX1" fmla="*/ 2830155 w 2957513"/>
              <a:gd name="connsiteY1" fmla="*/ 1015701 h 1038647"/>
              <a:gd name="connsiteX2" fmla="*/ 2858565 w 2957513"/>
              <a:gd name="connsiteY2" fmla="*/ 1038647 h 1038647"/>
              <a:gd name="connsiteX3" fmla="*/ 2830103 w 2957513"/>
              <a:gd name="connsiteY3" fmla="*/ 1038647 h 1038647"/>
              <a:gd name="connsiteX4" fmla="*/ 2821229 w 2957513"/>
              <a:gd name="connsiteY4" fmla="*/ 1031404 h 1038647"/>
              <a:gd name="connsiteX5" fmla="*/ 2769996 w 2957513"/>
              <a:gd name="connsiteY5" fmla="*/ 1018681 h 1038647"/>
              <a:gd name="connsiteX6" fmla="*/ 2718915 w 2957513"/>
              <a:gd name="connsiteY6" fmla="*/ 1031404 h 1038647"/>
              <a:gd name="connsiteX7" fmla="*/ 2709977 w 2957513"/>
              <a:gd name="connsiteY7" fmla="*/ 1038647 h 1038647"/>
              <a:gd name="connsiteX8" fmla="*/ 2681454 w 2957513"/>
              <a:gd name="connsiteY8" fmla="*/ 1038647 h 1038647"/>
              <a:gd name="connsiteX9" fmla="*/ 2709978 w 2957513"/>
              <a:gd name="connsiteY9" fmla="*/ 1015919 h 1038647"/>
              <a:gd name="connsiteX10" fmla="*/ 2769996 w 2957513"/>
              <a:gd name="connsiteY10" fmla="*/ 1000651 h 1038647"/>
              <a:gd name="connsiteX11" fmla="*/ 2394722 w 2957513"/>
              <a:gd name="connsiteY11" fmla="*/ 1000651 h 1038647"/>
              <a:gd name="connsiteX12" fmla="*/ 2454881 w 2957513"/>
              <a:gd name="connsiteY12" fmla="*/ 1015701 h 1038647"/>
              <a:gd name="connsiteX13" fmla="*/ 2483291 w 2957513"/>
              <a:gd name="connsiteY13" fmla="*/ 1038647 h 1038647"/>
              <a:gd name="connsiteX14" fmla="*/ 2454828 w 2957513"/>
              <a:gd name="connsiteY14" fmla="*/ 1038647 h 1038647"/>
              <a:gd name="connsiteX15" fmla="*/ 2445955 w 2957513"/>
              <a:gd name="connsiteY15" fmla="*/ 1031404 h 1038647"/>
              <a:gd name="connsiteX16" fmla="*/ 2394722 w 2957513"/>
              <a:gd name="connsiteY16" fmla="*/ 1018681 h 1038647"/>
              <a:gd name="connsiteX17" fmla="*/ 2343706 w 2957513"/>
              <a:gd name="connsiteY17" fmla="*/ 1031404 h 1038647"/>
              <a:gd name="connsiteX18" fmla="*/ 2334780 w 2957513"/>
              <a:gd name="connsiteY18" fmla="*/ 1038647 h 1038647"/>
              <a:gd name="connsiteX19" fmla="*/ 2306293 w 2957513"/>
              <a:gd name="connsiteY19" fmla="*/ 1038647 h 1038647"/>
              <a:gd name="connsiteX20" fmla="*/ 2334781 w 2957513"/>
              <a:gd name="connsiteY20" fmla="*/ 1015919 h 1038647"/>
              <a:gd name="connsiteX21" fmla="*/ 2394722 w 2957513"/>
              <a:gd name="connsiteY21" fmla="*/ 1000651 h 1038647"/>
              <a:gd name="connsiteX22" fmla="*/ 2019688 w 2957513"/>
              <a:gd name="connsiteY22" fmla="*/ 1000651 h 1038647"/>
              <a:gd name="connsiteX23" fmla="*/ 2079920 w 2957513"/>
              <a:gd name="connsiteY23" fmla="*/ 1015701 h 1038647"/>
              <a:gd name="connsiteX24" fmla="*/ 2108694 w 2957513"/>
              <a:gd name="connsiteY24" fmla="*/ 1038647 h 1038647"/>
              <a:gd name="connsiteX25" fmla="*/ 2079795 w 2957513"/>
              <a:gd name="connsiteY25" fmla="*/ 1038647 h 1038647"/>
              <a:gd name="connsiteX26" fmla="*/ 2070922 w 2957513"/>
              <a:gd name="connsiteY26" fmla="*/ 1031404 h 1038647"/>
              <a:gd name="connsiteX27" fmla="*/ 2019688 w 2957513"/>
              <a:gd name="connsiteY27" fmla="*/ 1018681 h 1038647"/>
              <a:gd name="connsiteX28" fmla="*/ 1968680 w 2957513"/>
              <a:gd name="connsiteY28" fmla="*/ 1031404 h 1038647"/>
              <a:gd name="connsiteX29" fmla="*/ 1959866 w 2957513"/>
              <a:gd name="connsiteY29" fmla="*/ 1038647 h 1038647"/>
              <a:gd name="connsiteX30" fmla="*/ 1931146 w 2957513"/>
              <a:gd name="connsiteY30" fmla="*/ 1038647 h 1038647"/>
              <a:gd name="connsiteX31" fmla="*/ 1959670 w 2957513"/>
              <a:gd name="connsiteY31" fmla="*/ 1015919 h 1038647"/>
              <a:gd name="connsiteX32" fmla="*/ 2019688 w 2957513"/>
              <a:gd name="connsiteY32" fmla="*/ 1000651 h 1038647"/>
              <a:gd name="connsiteX33" fmla="*/ 1644414 w 2957513"/>
              <a:gd name="connsiteY33" fmla="*/ 1000651 h 1038647"/>
              <a:gd name="connsiteX34" fmla="*/ 1704646 w 2957513"/>
              <a:gd name="connsiteY34" fmla="*/ 1015701 h 1038647"/>
              <a:gd name="connsiteX35" fmla="*/ 1733419 w 2957513"/>
              <a:gd name="connsiteY35" fmla="*/ 1038647 h 1038647"/>
              <a:gd name="connsiteX36" fmla="*/ 1704521 w 2957513"/>
              <a:gd name="connsiteY36" fmla="*/ 1038647 h 1038647"/>
              <a:gd name="connsiteX37" fmla="*/ 1695647 w 2957513"/>
              <a:gd name="connsiteY37" fmla="*/ 1031404 h 1038647"/>
              <a:gd name="connsiteX38" fmla="*/ 1644414 w 2957513"/>
              <a:gd name="connsiteY38" fmla="*/ 1018681 h 1038647"/>
              <a:gd name="connsiteX39" fmla="*/ 1593472 w 2957513"/>
              <a:gd name="connsiteY39" fmla="*/ 1031404 h 1038647"/>
              <a:gd name="connsiteX40" fmla="*/ 1584669 w 2957513"/>
              <a:gd name="connsiteY40" fmla="*/ 1038647 h 1038647"/>
              <a:gd name="connsiteX41" fmla="*/ 1555986 w 2957513"/>
              <a:gd name="connsiteY41" fmla="*/ 1038647 h 1038647"/>
              <a:gd name="connsiteX42" fmla="*/ 1584473 w 2957513"/>
              <a:gd name="connsiteY42" fmla="*/ 1015919 h 1038647"/>
              <a:gd name="connsiteX43" fmla="*/ 1644414 w 2957513"/>
              <a:gd name="connsiteY43" fmla="*/ 1000651 h 1038647"/>
              <a:gd name="connsiteX44" fmla="*/ 1269380 w 2957513"/>
              <a:gd name="connsiteY44" fmla="*/ 1000651 h 1038647"/>
              <a:gd name="connsiteX45" fmla="*/ 1329830 w 2957513"/>
              <a:gd name="connsiteY45" fmla="*/ 1015701 h 1038647"/>
              <a:gd name="connsiteX46" fmla="*/ 1358448 w 2957513"/>
              <a:gd name="connsiteY46" fmla="*/ 1038647 h 1038647"/>
              <a:gd name="connsiteX47" fmla="*/ 1329652 w 2957513"/>
              <a:gd name="connsiteY47" fmla="*/ 1038647 h 1038647"/>
              <a:gd name="connsiteX48" fmla="*/ 1320832 w 2957513"/>
              <a:gd name="connsiteY48" fmla="*/ 1031404 h 1038647"/>
              <a:gd name="connsiteX49" fmla="*/ 1269380 w 2957513"/>
              <a:gd name="connsiteY49" fmla="*/ 1018681 h 1038647"/>
              <a:gd name="connsiteX50" fmla="*/ 1218372 w 2957513"/>
              <a:gd name="connsiteY50" fmla="*/ 1031404 h 1038647"/>
              <a:gd name="connsiteX51" fmla="*/ 1209558 w 2957513"/>
              <a:gd name="connsiteY51" fmla="*/ 1038647 h 1038647"/>
              <a:gd name="connsiteX52" fmla="*/ 1180839 w 2957513"/>
              <a:gd name="connsiteY52" fmla="*/ 1038647 h 1038647"/>
              <a:gd name="connsiteX53" fmla="*/ 1209363 w 2957513"/>
              <a:gd name="connsiteY53" fmla="*/ 1015919 h 1038647"/>
              <a:gd name="connsiteX54" fmla="*/ 1269380 w 2957513"/>
              <a:gd name="connsiteY54" fmla="*/ 1000651 h 1038647"/>
              <a:gd name="connsiteX55" fmla="*/ 894106 w 2957513"/>
              <a:gd name="connsiteY55" fmla="*/ 1000651 h 1038647"/>
              <a:gd name="connsiteX56" fmla="*/ 954555 w 2957513"/>
              <a:gd name="connsiteY56" fmla="*/ 1015701 h 1038647"/>
              <a:gd name="connsiteX57" fmla="*/ 983173 w 2957513"/>
              <a:gd name="connsiteY57" fmla="*/ 1038647 h 1038647"/>
              <a:gd name="connsiteX58" fmla="*/ 954377 w 2957513"/>
              <a:gd name="connsiteY58" fmla="*/ 1038647 h 1038647"/>
              <a:gd name="connsiteX59" fmla="*/ 945557 w 2957513"/>
              <a:gd name="connsiteY59" fmla="*/ 1031404 h 1038647"/>
              <a:gd name="connsiteX60" fmla="*/ 894106 w 2957513"/>
              <a:gd name="connsiteY60" fmla="*/ 1018681 h 1038647"/>
              <a:gd name="connsiteX61" fmla="*/ 843164 w 2957513"/>
              <a:gd name="connsiteY61" fmla="*/ 1031404 h 1038647"/>
              <a:gd name="connsiteX62" fmla="*/ 834361 w 2957513"/>
              <a:gd name="connsiteY62" fmla="*/ 1038647 h 1038647"/>
              <a:gd name="connsiteX63" fmla="*/ 805678 w 2957513"/>
              <a:gd name="connsiteY63" fmla="*/ 1038647 h 1038647"/>
              <a:gd name="connsiteX64" fmla="*/ 834165 w 2957513"/>
              <a:gd name="connsiteY64" fmla="*/ 1015919 h 1038647"/>
              <a:gd name="connsiteX65" fmla="*/ 894106 w 2957513"/>
              <a:gd name="connsiteY65" fmla="*/ 1000651 h 1038647"/>
              <a:gd name="connsiteX66" fmla="*/ 519073 w 2957513"/>
              <a:gd name="connsiteY66" fmla="*/ 1000651 h 1038647"/>
              <a:gd name="connsiteX67" fmla="*/ 579523 w 2957513"/>
              <a:gd name="connsiteY67" fmla="*/ 1015701 h 1038647"/>
              <a:gd name="connsiteX68" fmla="*/ 608140 w 2957513"/>
              <a:gd name="connsiteY68" fmla="*/ 1038647 h 1038647"/>
              <a:gd name="connsiteX69" fmla="*/ 579344 w 2957513"/>
              <a:gd name="connsiteY69" fmla="*/ 1038647 h 1038647"/>
              <a:gd name="connsiteX70" fmla="*/ 570524 w 2957513"/>
              <a:gd name="connsiteY70" fmla="*/ 1031404 h 1038647"/>
              <a:gd name="connsiteX71" fmla="*/ 519073 w 2957513"/>
              <a:gd name="connsiteY71" fmla="*/ 1018681 h 1038647"/>
              <a:gd name="connsiteX72" fmla="*/ 468065 w 2957513"/>
              <a:gd name="connsiteY72" fmla="*/ 1031404 h 1038647"/>
              <a:gd name="connsiteX73" fmla="*/ 459251 w 2957513"/>
              <a:gd name="connsiteY73" fmla="*/ 1038647 h 1038647"/>
              <a:gd name="connsiteX74" fmla="*/ 430531 w 2957513"/>
              <a:gd name="connsiteY74" fmla="*/ 1038647 h 1038647"/>
              <a:gd name="connsiteX75" fmla="*/ 459055 w 2957513"/>
              <a:gd name="connsiteY75" fmla="*/ 1015919 h 1038647"/>
              <a:gd name="connsiteX76" fmla="*/ 519073 w 2957513"/>
              <a:gd name="connsiteY76" fmla="*/ 1000651 h 1038647"/>
              <a:gd name="connsiteX77" fmla="*/ 143799 w 2957513"/>
              <a:gd name="connsiteY77" fmla="*/ 1000651 h 1038647"/>
              <a:gd name="connsiteX78" fmla="*/ 204248 w 2957513"/>
              <a:gd name="connsiteY78" fmla="*/ 1015701 h 1038647"/>
              <a:gd name="connsiteX79" fmla="*/ 232866 w 2957513"/>
              <a:gd name="connsiteY79" fmla="*/ 1038647 h 1038647"/>
              <a:gd name="connsiteX80" fmla="*/ 204070 w 2957513"/>
              <a:gd name="connsiteY80" fmla="*/ 1038647 h 1038647"/>
              <a:gd name="connsiteX81" fmla="*/ 195250 w 2957513"/>
              <a:gd name="connsiteY81" fmla="*/ 1031404 h 1038647"/>
              <a:gd name="connsiteX82" fmla="*/ 143799 w 2957513"/>
              <a:gd name="connsiteY82" fmla="*/ 1018681 h 1038647"/>
              <a:gd name="connsiteX83" fmla="*/ 92856 w 2957513"/>
              <a:gd name="connsiteY83" fmla="*/ 1031404 h 1038647"/>
              <a:gd name="connsiteX84" fmla="*/ 84054 w 2957513"/>
              <a:gd name="connsiteY84" fmla="*/ 1038647 h 1038647"/>
              <a:gd name="connsiteX85" fmla="*/ 55370 w 2957513"/>
              <a:gd name="connsiteY85" fmla="*/ 1038647 h 1038647"/>
              <a:gd name="connsiteX86" fmla="*/ 83857 w 2957513"/>
              <a:gd name="connsiteY86" fmla="*/ 1015919 h 1038647"/>
              <a:gd name="connsiteX87" fmla="*/ 143799 w 2957513"/>
              <a:gd name="connsiteY87" fmla="*/ 1000651 h 1038647"/>
              <a:gd name="connsiteX88" fmla="*/ 143799 w 2957513"/>
              <a:gd name="connsiteY88" fmla="*/ 900273 h 1038647"/>
              <a:gd name="connsiteX89" fmla="*/ 244233 w 2957513"/>
              <a:gd name="connsiteY89" fmla="*/ 947279 h 1038647"/>
              <a:gd name="connsiteX90" fmla="*/ 331316 w 2957513"/>
              <a:gd name="connsiteY90" fmla="*/ 989642 h 1038647"/>
              <a:gd name="connsiteX91" fmla="*/ 419091 w 2957513"/>
              <a:gd name="connsiteY91" fmla="*/ 947279 h 1038647"/>
              <a:gd name="connsiteX92" fmla="*/ 519073 w 2957513"/>
              <a:gd name="connsiteY92" fmla="*/ 900273 h 1038647"/>
              <a:gd name="connsiteX93" fmla="*/ 619508 w 2957513"/>
              <a:gd name="connsiteY93" fmla="*/ 947279 h 1038647"/>
              <a:gd name="connsiteX94" fmla="*/ 706589 w 2957513"/>
              <a:gd name="connsiteY94" fmla="*/ 989642 h 1038647"/>
              <a:gd name="connsiteX95" fmla="*/ 794253 w 2957513"/>
              <a:gd name="connsiteY95" fmla="*/ 947279 h 1038647"/>
              <a:gd name="connsiteX96" fmla="*/ 894106 w 2957513"/>
              <a:gd name="connsiteY96" fmla="*/ 900273 h 1038647"/>
              <a:gd name="connsiteX97" fmla="*/ 994540 w 2957513"/>
              <a:gd name="connsiteY97" fmla="*/ 947279 h 1038647"/>
              <a:gd name="connsiteX98" fmla="*/ 1081623 w 2957513"/>
              <a:gd name="connsiteY98" fmla="*/ 989642 h 1038647"/>
              <a:gd name="connsiteX99" fmla="*/ 1169399 w 2957513"/>
              <a:gd name="connsiteY99" fmla="*/ 947279 h 1038647"/>
              <a:gd name="connsiteX100" fmla="*/ 1269380 w 2957513"/>
              <a:gd name="connsiteY100" fmla="*/ 900273 h 1038647"/>
              <a:gd name="connsiteX101" fmla="*/ 1369815 w 2957513"/>
              <a:gd name="connsiteY101" fmla="*/ 947279 h 1038647"/>
              <a:gd name="connsiteX102" fmla="*/ 1456897 w 2957513"/>
              <a:gd name="connsiteY102" fmla="*/ 989642 h 1038647"/>
              <a:gd name="connsiteX103" fmla="*/ 1544561 w 2957513"/>
              <a:gd name="connsiteY103" fmla="*/ 947279 h 1038647"/>
              <a:gd name="connsiteX104" fmla="*/ 1644414 w 2957513"/>
              <a:gd name="connsiteY104" fmla="*/ 900273 h 1038647"/>
              <a:gd name="connsiteX105" fmla="*/ 1744848 w 2957513"/>
              <a:gd name="connsiteY105" fmla="*/ 947279 h 1038647"/>
              <a:gd name="connsiteX106" fmla="*/ 1831931 w 2957513"/>
              <a:gd name="connsiteY106" fmla="*/ 989642 h 1038647"/>
              <a:gd name="connsiteX107" fmla="*/ 1919706 w 2957513"/>
              <a:gd name="connsiteY107" fmla="*/ 947279 h 1038647"/>
              <a:gd name="connsiteX108" fmla="*/ 2019688 w 2957513"/>
              <a:gd name="connsiteY108" fmla="*/ 900273 h 1038647"/>
              <a:gd name="connsiteX109" fmla="*/ 2120123 w 2957513"/>
              <a:gd name="connsiteY109" fmla="*/ 947279 h 1038647"/>
              <a:gd name="connsiteX110" fmla="*/ 2207205 w 2957513"/>
              <a:gd name="connsiteY110" fmla="*/ 989642 h 1038647"/>
              <a:gd name="connsiteX111" fmla="*/ 2294868 w 2957513"/>
              <a:gd name="connsiteY111" fmla="*/ 947279 h 1038647"/>
              <a:gd name="connsiteX112" fmla="*/ 2394722 w 2957513"/>
              <a:gd name="connsiteY112" fmla="*/ 900273 h 1038647"/>
              <a:gd name="connsiteX113" fmla="*/ 2494576 w 2957513"/>
              <a:gd name="connsiteY113" fmla="*/ 947279 h 1038647"/>
              <a:gd name="connsiteX114" fmla="*/ 2582239 w 2957513"/>
              <a:gd name="connsiteY114" fmla="*/ 989642 h 1038647"/>
              <a:gd name="connsiteX115" fmla="*/ 2670014 w 2957513"/>
              <a:gd name="connsiteY115" fmla="*/ 947279 h 1038647"/>
              <a:gd name="connsiteX116" fmla="*/ 2769996 w 2957513"/>
              <a:gd name="connsiteY116" fmla="*/ 900273 h 1038647"/>
              <a:gd name="connsiteX117" fmla="*/ 2869850 w 2957513"/>
              <a:gd name="connsiteY117" fmla="*/ 947279 h 1038647"/>
              <a:gd name="connsiteX118" fmla="*/ 2957513 w 2957513"/>
              <a:gd name="connsiteY118" fmla="*/ 989642 h 1038647"/>
              <a:gd name="connsiteX119" fmla="*/ 2957513 w 2957513"/>
              <a:gd name="connsiteY119" fmla="*/ 1007632 h 1038647"/>
              <a:gd name="connsiteX120" fmla="*/ 2857659 w 2957513"/>
              <a:gd name="connsiteY120" fmla="*/ 960626 h 1038647"/>
              <a:gd name="connsiteX121" fmla="*/ 2769996 w 2957513"/>
              <a:gd name="connsiteY121" fmla="*/ 918263 h 1038647"/>
              <a:gd name="connsiteX122" fmla="*/ 2682221 w 2957513"/>
              <a:gd name="connsiteY122" fmla="*/ 960626 h 1038647"/>
              <a:gd name="connsiteX123" fmla="*/ 2582239 w 2957513"/>
              <a:gd name="connsiteY123" fmla="*/ 1007632 h 1038647"/>
              <a:gd name="connsiteX124" fmla="*/ 2482384 w 2957513"/>
              <a:gd name="connsiteY124" fmla="*/ 960626 h 1038647"/>
              <a:gd name="connsiteX125" fmla="*/ 2394722 w 2957513"/>
              <a:gd name="connsiteY125" fmla="*/ 918263 h 1038647"/>
              <a:gd name="connsiteX126" fmla="*/ 2307059 w 2957513"/>
              <a:gd name="connsiteY126" fmla="*/ 960626 h 1038647"/>
              <a:gd name="connsiteX127" fmla="*/ 2207205 w 2957513"/>
              <a:gd name="connsiteY127" fmla="*/ 1007632 h 1038647"/>
              <a:gd name="connsiteX128" fmla="*/ 2107352 w 2957513"/>
              <a:gd name="connsiteY128" fmla="*/ 960626 h 1038647"/>
              <a:gd name="connsiteX129" fmla="*/ 2019688 w 2957513"/>
              <a:gd name="connsiteY129" fmla="*/ 918263 h 1038647"/>
              <a:gd name="connsiteX130" fmla="*/ 1932494 w 2957513"/>
              <a:gd name="connsiteY130" fmla="*/ 960626 h 1038647"/>
              <a:gd name="connsiteX131" fmla="*/ 1831931 w 2957513"/>
              <a:gd name="connsiteY131" fmla="*/ 1007632 h 1038647"/>
              <a:gd name="connsiteX132" fmla="*/ 1732077 w 2957513"/>
              <a:gd name="connsiteY132" fmla="*/ 960626 h 1038647"/>
              <a:gd name="connsiteX133" fmla="*/ 1644414 w 2957513"/>
              <a:gd name="connsiteY133" fmla="*/ 918263 h 1038647"/>
              <a:gd name="connsiteX134" fmla="*/ 1557332 w 2957513"/>
              <a:gd name="connsiteY134" fmla="*/ 960626 h 1038647"/>
              <a:gd name="connsiteX135" fmla="*/ 1456897 w 2957513"/>
              <a:gd name="connsiteY135" fmla="*/ 1007632 h 1038647"/>
              <a:gd name="connsiteX136" fmla="*/ 1357044 w 2957513"/>
              <a:gd name="connsiteY136" fmla="*/ 960626 h 1038647"/>
              <a:gd name="connsiteX137" fmla="*/ 1269380 w 2957513"/>
              <a:gd name="connsiteY137" fmla="*/ 918263 h 1038647"/>
              <a:gd name="connsiteX138" fmla="*/ 1182187 w 2957513"/>
              <a:gd name="connsiteY138" fmla="*/ 960626 h 1038647"/>
              <a:gd name="connsiteX139" fmla="*/ 1081623 w 2957513"/>
              <a:gd name="connsiteY139" fmla="*/ 1007632 h 1038647"/>
              <a:gd name="connsiteX140" fmla="*/ 981769 w 2957513"/>
              <a:gd name="connsiteY140" fmla="*/ 960626 h 1038647"/>
              <a:gd name="connsiteX141" fmla="*/ 894106 w 2957513"/>
              <a:gd name="connsiteY141" fmla="*/ 918263 h 1038647"/>
              <a:gd name="connsiteX142" fmla="*/ 807025 w 2957513"/>
              <a:gd name="connsiteY142" fmla="*/ 960626 h 1038647"/>
              <a:gd name="connsiteX143" fmla="*/ 706589 w 2957513"/>
              <a:gd name="connsiteY143" fmla="*/ 1007632 h 1038647"/>
              <a:gd name="connsiteX144" fmla="*/ 606736 w 2957513"/>
              <a:gd name="connsiteY144" fmla="*/ 960626 h 1038647"/>
              <a:gd name="connsiteX145" fmla="*/ 519073 w 2957513"/>
              <a:gd name="connsiteY145" fmla="*/ 918263 h 1038647"/>
              <a:gd name="connsiteX146" fmla="*/ 431879 w 2957513"/>
              <a:gd name="connsiteY146" fmla="*/ 960626 h 1038647"/>
              <a:gd name="connsiteX147" fmla="*/ 331316 w 2957513"/>
              <a:gd name="connsiteY147" fmla="*/ 1007632 h 1038647"/>
              <a:gd name="connsiteX148" fmla="*/ 231461 w 2957513"/>
              <a:gd name="connsiteY148" fmla="*/ 960626 h 1038647"/>
              <a:gd name="connsiteX149" fmla="*/ 143799 w 2957513"/>
              <a:gd name="connsiteY149" fmla="*/ 918263 h 1038647"/>
              <a:gd name="connsiteX150" fmla="*/ 56717 w 2957513"/>
              <a:gd name="connsiteY150" fmla="*/ 960626 h 1038647"/>
              <a:gd name="connsiteX151" fmla="*/ 16732 w 2957513"/>
              <a:gd name="connsiteY151" fmla="*/ 992616 h 1038647"/>
              <a:gd name="connsiteX152" fmla="*/ 0 w 2957513"/>
              <a:gd name="connsiteY152" fmla="*/ 999456 h 1038647"/>
              <a:gd name="connsiteX153" fmla="*/ 0 w 2957513"/>
              <a:gd name="connsiteY153" fmla="*/ 978856 h 1038647"/>
              <a:gd name="connsiteX154" fmla="*/ 7733 w 2957513"/>
              <a:gd name="connsiteY154" fmla="*/ 976948 h 1038647"/>
              <a:gd name="connsiteX155" fmla="*/ 43945 w 2957513"/>
              <a:gd name="connsiteY155" fmla="*/ 947279 h 1038647"/>
              <a:gd name="connsiteX156" fmla="*/ 143799 w 2957513"/>
              <a:gd name="connsiteY156" fmla="*/ 900273 h 1038647"/>
              <a:gd name="connsiteX157" fmla="*/ 143799 w 2957513"/>
              <a:gd name="connsiteY157" fmla="*/ 800136 h 1038647"/>
              <a:gd name="connsiteX158" fmla="*/ 244233 w 2957513"/>
              <a:gd name="connsiteY158" fmla="*/ 847784 h 1038647"/>
              <a:gd name="connsiteX159" fmla="*/ 331316 w 2957513"/>
              <a:gd name="connsiteY159" fmla="*/ 890203 h 1038647"/>
              <a:gd name="connsiteX160" fmla="*/ 419091 w 2957513"/>
              <a:gd name="connsiteY160" fmla="*/ 847784 h 1038647"/>
              <a:gd name="connsiteX161" fmla="*/ 519073 w 2957513"/>
              <a:gd name="connsiteY161" fmla="*/ 800136 h 1038647"/>
              <a:gd name="connsiteX162" fmla="*/ 619508 w 2957513"/>
              <a:gd name="connsiteY162" fmla="*/ 847784 h 1038647"/>
              <a:gd name="connsiteX163" fmla="*/ 706589 w 2957513"/>
              <a:gd name="connsiteY163" fmla="*/ 890203 h 1038647"/>
              <a:gd name="connsiteX164" fmla="*/ 794253 w 2957513"/>
              <a:gd name="connsiteY164" fmla="*/ 847784 h 1038647"/>
              <a:gd name="connsiteX165" fmla="*/ 894106 w 2957513"/>
              <a:gd name="connsiteY165" fmla="*/ 800136 h 1038647"/>
              <a:gd name="connsiteX166" fmla="*/ 994540 w 2957513"/>
              <a:gd name="connsiteY166" fmla="*/ 847784 h 1038647"/>
              <a:gd name="connsiteX167" fmla="*/ 1081623 w 2957513"/>
              <a:gd name="connsiteY167" fmla="*/ 890203 h 1038647"/>
              <a:gd name="connsiteX168" fmla="*/ 1169399 w 2957513"/>
              <a:gd name="connsiteY168" fmla="*/ 847784 h 1038647"/>
              <a:gd name="connsiteX169" fmla="*/ 1269380 w 2957513"/>
              <a:gd name="connsiteY169" fmla="*/ 800136 h 1038647"/>
              <a:gd name="connsiteX170" fmla="*/ 1369815 w 2957513"/>
              <a:gd name="connsiteY170" fmla="*/ 847784 h 1038647"/>
              <a:gd name="connsiteX171" fmla="*/ 1456897 w 2957513"/>
              <a:gd name="connsiteY171" fmla="*/ 890203 h 1038647"/>
              <a:gd name="connsiteX172" fmla="*/ 1544561 w 2957513"/>
              <a:gd name="connsiteY172" fmla="*/ 847784 h 1038647"/>
              <a:gd name="connsiteX173" fmla="*/ 1644414 w 2957513"/>
              <a:gd name="connsiteY173" fmla="*/ 800136 h 1038647"/>
              <a:gd name="connsiteX174" fmla="*/ 1744848 w 2957513"/>
              <a:gd name="connsiteY174" fmla="*/ 847784 h 1038647"/>
              <a:gd name="connsiteX175" fmla="*/ 1831931 w 2957513"/>
              <a:gd name="connsiteY175" fmla="*/ 890203 h 1038647"/>
              <a:gd name="connsiteX176" fmla="*/ 1919706 w 2957513"/>
              <a:gd name="connsiteY176" fmla="*/ 847784 h 1038647"/>
              <a:gd name="connsiteX177" fmla="*/ 2019688 w 2957513"/>
              <a:gd name="connsiteY177" fmla="*/ 800136 h 1038647"/>
              <a:gd name="connsiteX178" fmla="*/ 2120123 w 2957513"/>
              <a:gd name="connsiteY178" fmla="*/ 847784 h 1038647"/>
              <a:gd name="connsiteX179" fmla="*/ 2207205 w 2957513"/>
              <a:gd name="connsiteY179" fmla="*/ 890203 h 1038647"/>
              <a:gd name="connsiteX180" fmla="*/ 2294868 w 2957513"/>
              <a:gd name="connsiteY180" fmla="*/ 847784 h 1038647"/>
              <a:gd name="connsiteX181" fmla="*/ 2394722 w 2957513"/>
              <a:gd name="connsiteY181" fmla="*/ 800136 h 1038647"/>
              <a:gd name="connsiteX182" fmla="*/ 2494576 w 2957513"/>
              <a:gd name="connsiteY182" fmla="*/ 847784 h 1038647"/>
              <a:gd name="connsiteX183" fmla="*/ 2582239 w 2957513"/>
              <a:gd name="connsiteY183" fmla="*/ 890203 h 1038647"/>
              <a:gd name="connsiteX184" fmla="*/ 2670014 w 2957513"/>
              <a:gd name="connsiteY184" fmla="*/ 847784 h 1038647"/>
              <a:gd name="connsiteX185" fmla="*/ 2769996 w 2957513"/>
              <a:gd name="connsiteY185" fmla="*/ 800136 h 1038647"/>
              <a:gd name="connsiteX186" fmla="*/ 2869850 w 2957513"/>
              <a:gd name="connsiteY186" fmla="*/ 847784 h 1038647"/>
              <a:gd name="connsiteX187" fmla="*/ 2957513 w 2957513"/>
              <a:gd name="connsiteY187" fmla="*/ 890203 h 1038647"/>
              <a:gd name="connsiteX188" fmla="*/ 2957513 w 2957513"/>
              <a:gd name="connsiteY188" fmla="*/ 908217 h 1038647"/>
              <a:gd name="connsiteX189" fmla="*/ 2857659 w 2957513"/>
              <a:gd name="connsiteY189" fmla="*/ 860568 h 1038647"/>
              <a:gd name="connsiteX190" fmla="*/ 2769996 w 2957513"/>
              <a:gd name="connsiteY190" fmla="*/ 818149 h 1038647"/>
              <a:gd name="connsiteX191" fmla="*/ 2682221 w 2957513"/>
              <a:gd name="connsiteY191" fmla="*/ 860568 h 1038647"/>
              <a:gd name="connsiteX192" fmla="*/ 2582239 w 2957513"/>
              <a:gd name="connsiteY192" fmla="*/ 908217 h 1038647"/>
              <a:gd name="connsiteX193" fmla="*/ 2482384 w 2957513"/>
              <a:gd name="connsiteY193" fmla="*/ 860568 h 1038647"/>
              <a:gd name="connsiteX194" fmla="*/ 2394722 w 2957513"/>
              <a:gd name="connsiteY194" fmla="*/ 818149 h 1038647"/>
              <a:gd name="connsiteX195" fmla="*/ 2307059 w 2957513"/>
              <a:gd name="connsiteY195" fmla="*/ 860568 h 1038647"/>
              <a:gd name="connsiteX196" fmla="*/ 2207205 w 2957513"/>
              <a:gd name="connsiteY196" fmla="*/ 908217 h 1038647"/>
              <a:gd name="connsiteX197" fmla="*/ 2107352 w 2957513"/>
              <a:gd name="connsiteY197" fmla="*/ 860568 h 1038647"/>
              <a:gd name="connsiteX198" fmla="*/ 2019688 w 2957513"/>
              <a:gd name="connsiteY198" fmla="*/ 818149 h 1038647"/>
              <a:gd name="connsiteX199" fmla="*/ 1932494 w 2957513"/>
              <a:gd name="connsiteY199" fmla="*/ 860568 h 1038647"/>
              <a:gd name="connsiteX200" fmla="*/ 1831931 w 2957513"/>
              <a:gd name="connsiteY200" fmla="*/ 908217 h 1038647"/>
              <a:gd name="connsiteX201" fmla="*/ 1732077 w 2957513"/>
              <a:gd name="connsiteY201" fmla="*/ 860568 h 1038647"/>
              <a:gd name="connsiteX202" fmla="*/ 1644414 w 2957513"/>
              <a:gd name="connsiteY202" fmla="*/ 818149 h 1038647"/>
              <a:gd name="connsiteX203" fmla="*/ 1557332 w 2957513"/>
              <a:gd name="connsiteY203" fmla="*/ 860568 h 1038647"/>
              <a:gd name="connsiteX204" fmla="*/ 1456897 w 2957513"/>
              <a:gd name="connsiteY204" fmla="*/ 908217 h 1038647"/>
              <a:gd name="connsiteX205" fmla="*/ 1357044 w 2957513"/>
              <a:gd name="connsiteY205" fmla="*/ 860568 h 1038647"/>
              <a:gd name="connsiteX206" fmla="*/ 1269380 w 2957513"/>
              <a:gd name="connsiteY206" fmla="*/ 818149 h 1038647"/>
              <a:gd name="connsiteX207" fmla="*/ 1182187 w 2957513"/>
              <a:gd name="connsiteY207" fmla="*/ 860568 h 1038647"/>
              <a:gd name="connsiteX208" fmla="*/ 1081623 w 2957513"/>
              <a:gd name="connsiteY208" fmla="*/ 908217 h 1038647"/>
              <a:gd name="connsiteX209" fmla="*/ 981769 w 2957513"/>
              <a:gd name="connsiteY209" fmla="*/ 860568 h 1038647"/>
              <a:gd name="connsiteX210" fmla="*/ 894106 w 2957513"/>
              <a:gd name="connsiteY210" fmla="*/ 818149 h 1038647"/>
              <a:gd name="connsiteX211" fmla="*/ 807025 w 2957513"/>
              <a:gd name="connsiteY211" fmla="*/ 860568 h 1038647"/>
              <a:gd name="connsiteX212" fmla="*/ 706589 w 2957513"/>
              <a:gd name="connsiteY212" fmla="*/ 908217 h 1038647"/>
              <a:gd name="connsiteX213" fmla="*/ 606736 w 2957513"/>
              <a:gd name="connsiteY213" fmla="*/ 860568 h 1038647"/>
              <a:gd name="connsiteX214" fmla="*/ 519073 w 2957513"/>
              <a:gd name="connsiteY214" fmla="*/ 818149 h 1038647"/>
              <a:gd name="connsiteX215" fmla="*/ 431879 w 2957513"/>
              <a:gd name="connsiteY215" fmla="*/ 860568 h 1038647"/>
              <a:gd name="connsiteX216" fmla="*/ 331316 w 2957513"/>
              <a:gd name="connsiteY216" fmla="*/ 908217 h 1038647"/>
              <a:gd name="connsiteX217" fmla="*/ 231461 w 2957513"/>
              <a:gd name="connsiteY217" fmla="*/ 860568 h 1038647"/>
              <a:gd name="connsiteX218" fmla="*/ 143799 w 2957513"/>
              <a:gd name="connsiteY218" fmla="*/ 818149 h 1038647"/>
              <a:gd name="connsiteX219" fmla="*/ 56717 w 2957513"/>
              <a:gd name="connsiteY219" fmla="*/ 860568 h 1038647"/>
              <a:gd name="connsiteX220" fmla="*/ 16732 w 2957513"/>
              <a:gd name="connsiteY220" fmla="*/ 892891 h 1038647"/>
              <a:gd name="connsiteX221" fmla="*/ 0 w 2957513"/>
              <a:gd name="connsiteY221" fmla="*/ 899865 h 1038647"/>
              <a:gd name="connsiteX222" fmla="*/ 0 w 2957513"/>
              <a:gd name="connsiteY222" fmla="*/ 880486 h 1038647"/>
              <a:gd name="connsiteX223" fmla="*/ 7733 w 2957513"/>
              <a:gd name="connsiteY223" fmla="*/ 877274 h 1038647"/>
              <a:gd name="connsiteX224" fmla="*/ 43945 w 2957513"/>
              <a:gd name="connsiteY224" fmla="*/ 847784 h 1038647"/>
              <a:gd name="connsiteX225" fmla="*/ 143799 w 2957513"/>
              <a:gd name="connsiteY225" fmla="*/ 800136 h 1038647"/>
              <a:gd name="connsiteX226" fmla="*/ 143799 w 2957513"/>
              <a:gd name="connsiteY226" fmla="*/ 700961 h 1038647"/>
              <a:gd name="connsiteX227" fmla="*/ 244233 w 2957513"/>
              <a:gd name="connsiteY227" fmla="*/ 747967 h 1038647"/>
              <a:gd name="connsiteX228" fmla="*/ 331316 w 2957513"/>
              <a:gd name="connsiteY228" fmla="*/ 790330 h 1038647"/>
              <a:gd name="connsiteX229" fmla="*/ 419091 w 2957513"/>
              <a:gd name="connsiteY229" fmla="*/ 747967 h 1038647"/>
              <a:gd name="connsiteX230" fmla="*/ 519073 w 2957513"/>
              <a:gd name="connsiteY230" fmla="*/ 700961 h 1038647"/>
              <a:gd name="connsiteX231" fmla="*/ 619508 w 2957513"/>
              <a:gd name="connsiteY231" fmla="*/ 747967 h 1038647"/>
              <a:gd name="connsiteX232" fmla="*/ 706589 w 2957513"/>
              <a:gd name="connsiteY232" fmla="*/ 790330 h 1038647"/>
              <a:gd name="connsiteX233" fmla="*/ 794253 w 2957513"/>
              <a:gd name="connsiteY233" fmla="*/ 747967 h 1038647"/>
              <a:gd name="connsiteX234" fmla="*/ 894106 w 2957513"/>
              <a:gd name="connsiteY234" fmla="*/ 700961 h 1038647"/>
              <a:gd name="connsiteX235" fmla="*/ 994540 w 2957513"/>
              <a:gd name="connsiteY235" fmla="*/ 747967 h 1038647"/>
              <a:gd name="connsiteX236" fmla="*/ 1081623 w 2957513"/>
              <a:gd name="connsiteY236" fmla="*/ 790330 h 1038647"/>
              <a:gd name="connsiteX237" fmla="*/ 1169399 w 2957513"/>
              <a:gd name="connsiteY237" fmla="*/ 747967 h 1038647"/>
              <a:gd name="connsiteX238" fmla="*/ 1269380 w 2957513"/>
              <a:gd name="connsiteY238" fmla="*/ 700961 h 1038647"/>
              <a:gd name="connsiteX239" fmla="*/ 1369815 w 2957513"/>
              <a:gd name="connsiteY239" fmla="*/ 747967 h 1038647"/>
              <a:gd name="connsiteX240" fmla="*/ 1456897 w 2957513"/>
              <a:gd name="connsiteY240" fmla="*/ 790330 h 1038647"/>
              <a:gd name="connsiteX241" fmla="*/ 1544561 w 2957513"/>
              <a:gd name="connsiteY241" fmla="*/ 747967 h 1038647"/>
              <a:gd name="connsiteX242" fmla="*/ 1644414 w 2957513"/>
              <a:gd name="connsiteY242" fmla="*/ 700961 h 1038647"/>
              <a:gd name="connsiteX243" fmla="*/ 1744848 w 2957513"/>
              <a:gd name="connsiteY243" fmla="*/ 747967 h 1038647"/>
              <a:gd name="connsiteX244" fmla="*/ 1831931 w 2957513"/>
              <a:gd name="connsiteY244" fmla="*/ 790330 h 1038647"/>
              <a:gd name="connsiteX245" fmla="*/ 1919706 w 2957513"/>
              <a:gd name="connsiteY245" fmla="*/ 747967 h 1038647"/>
              <a:gd name="connsiteX246" fmla="*/ 2019688 w 2957513"/>
              <a:gd name="connsiteY246" fmla="*/ 700961 h 1038647"/>
              <a:gd name="connsiteX247" fmla="*/ 2120123 w 2957513"/>
              <a:gd name="connsiteY247" fmla="*/ 747967 h 1038647"/>
              <a:gd name="connsiteX248" fmla="*/ 2207205 w 2957513"/>
              <a:gd name="connsiteY248" fmla="*/ 790330 h 1038647"/>
              <a:gd name="connsiteX249" fmla="*/ 2294868 w 2957513"/>
              <a:gd name="connsiteY249" fmla="*/ 747967 h 1038647"/>
              <a:gd name="connsiteX250" fmla="*/ 2394722 w 2957513"/>
              <a:gd name="connsiteY250" fmla="*/ 700961 h 1038647"/>
              <a:gd name="connsiteX251" fmla="*/ 2494576 w 2957513"/>
              <a:gd name="connsiteY251" fmla="*/ 747967 h 1038647"/>
              <a:gd name="connsiteX252" fmla="*/ 2582239 w 2957513"/>
              <a:gd name="connsiteY252" fmla="*/ 790330 h 1038647"/>
              <a:gd name="connsiteX253" fmla="*/ 2670014 w 2957513"/>
              <a:gd name="connsiteY253" fmla="*/ 747967 h 1038647"/>
              <a:gd name="connsiteX254" fmla="*/ 2769996 w 2957513"/>
              <a:gd name="connsiteY254" fmla="*/ 700961 h 1038647"/>
              <a:gd name="connsiteX255" fmla="*/ 2869850 w 2957513"/>
              <a:gd name="connsiteY255" fmla="*/ 747967 h 1038647"/>
              <a:gd name="connsiteX256" fmla="*/ 2957513 w 2957513"/>
              <a:gd name="connsiteY256" fmla="*/ 790330 h 1038647"/>
              <a:gd name="connsiteX257" fmla="*/ 2957513 w 2957513"/>
              <a:gd name="connsiteY257" fmla="*/ 808320 h 1038647"/>
              <a:gd name="connsiteX258" fmla="*/ 2857659 w 2957513"/>
              <a:gd name="connsiteY258" fmla="*/ 761314 h 1038647"/>
              <a:gd name="connsiteX259" fmla="*/ 2769996 w 2957513"/>
              <a:gd name="connsiteY259" fmla="*/ 718951 h 1038647"/>
              <a:gd name="connsiteX260" fmla="*/ 2682221 w 2957513"/>
              <a:gd name="connsiteY260" fmla="*/ 761314 h 1038647"/>
              <a:gd name="connsiteX261" fmla="*/ 2582239 w 2957513"/>
              <a:gd name="connsiteY261" fmla="*/ 808320 h 1038647"/>
              <a:gd name="connsiteX262" fmla="*/ 2482384 w 2957513"/>
              <a:gd name="connsiteY262" fmla="*/ 761314 h 1038647"/>
              <a:gd name="connsiteX263" fmla="*/ 2394722 w 2957513"/>
              <a:gd name="connsiteY263" fmla="*/ 718951 h 1038647"/>
              <a:gd name="connsiteX264" fmla="*/ 2307059 w 2957513"/>
              <a:gd name="connsiteY264" fmla="*/ 761314 h 1038647"/>
              <a:gd name="connsiteX265" fmla="*/ 2207205 w 2957513"/>
              <a:gd name="connsiteY265" fmla="*/ 808320 h 1038647"/>
              <a:gd name="connsiteX266" fmla="*/ 2107352 w 2957513"/>
              <a:gd name="connsiteY266" fmla="*/ 761314 h 1038647"/>
              <a:gd name="connsiteX267" fmla="*/ 2019688 w 2957513"/>
              <a:gd name="connsiteY267" fmla="*/ 718951 h 1038647"/>
              <a:gd name="connsiteX268" fmla="*/ 1932494 w 2957513"/>
              <a:gd name="connsiteY268" fmla="*/ 761314 h 1038647"/>
              <a:gd name="connsiteX269" fmla="*/ 1831931 w 2957513"/>
              <a:gd name="connsiteY269" fmla="*/ 808320 h 1038647"/>
              <a:gd name="connsiteX270" fmla="*/ 1732077 w 2957513"/>
              <a:gd name="connsiteY270" fmla="*/ 761314 h 1038647"/>
              <a:gd name="connsiteX271" fmla="*/ 1644414 w 2957513"/>
              <a:gd name="connsiteY271" fmla="*/ 718951 h 1038647"/>
              <a:gd name="connsiteX272" fmla="*/ 1557332 w 2957513"/>
              <a:gd name="connsiteY272" fmla="*/ 761314 h 1038647"/>
              <a:gd name="connsiteX273" fmla="*/ 1456897 w 2957513"/>
              <a:gd name="connsiteY273" fmla="*/ 808320 h 1038647"/>
              <a:gd name="connsiteX274" fmla="*/ 1357044 w 2957513"/>
              <a:gd name="connsiteY274" fmla="*/ 761314 h 1038647"/>
              <a:gd name="connsiteX275" fmla="*/ 1269380 w 2957513"/>
              <a:gd name="connsiteY275" fmla="*/ 718951 h 1038647"/>
              <a:gd name="connsiteX276" fmla="*/ 1182187 w 2957513"/>
              <a:gd name="connsiteY276" fmla="*/ 761314 h 1038647"/>
              <a:gd name="connsiteX277" fmla="*/ 1081623 w 2957513"/>
              <a:gd name="connsiteY277" fmla="*/ 808320 h 1038647"/>
              <a:gd name="connsiteX278" fmla="*/ 981769 w 2957513"/>
              <a:gd name="connsiteY278" fmla="*/ 761314 h 1038647"/>
              <a:gd name="connsiteX279" fmla="*/ 894106 w 2957513"/>
              <a:gd name="connsiteY279" fmla="*/ 718951 h 1038647"/>
              <a:gd name="connsiteX280" fmla="*/ 807025 w 2957513"/>
              <a:gd name="connsiteY280" fmla="*/ 761314 h 1038647"/>
              <a:gd name="connsiteX281" fmla="*/ 706589 w 2957513"/>
              <a:gd name="connsiteY281" fmla="*/ 808320 h 1038647"/>
              <a:gd name="connsiteX282" fmla="*/ 606736 w 2957513"/>
              <a:gd name="connsiteY282" fmla="*/ 761314 h 1038647"/>
              <a:gd name="connsiteX283" fmla="*/ 519073 w 2957513"/>
              <a:gd name="connsiteY283" fmla="*/ 718951 h 1038647"/>
              <a:gd name="connsiteX284" fmla="*/ 431879 w 2957513"/>
              <a:gd name="connsiteY284" fmla="*/ 761314 h 1038647"/>
              <a:gd name="connsiteX285" fmla="*/ 331316 w 2957513"/>
              <a:gd name="connsiteY285" fmla="*/ 808320 h 1038647"/>
              <a:gd name="connsiteX286" fmla="*/ 231461 w 2957513"/>
              <a:gd name="connsiteY286" fmla="*/ 761314 h 1038647"/>
              <a:gd name="connsiteX287" fmla="*/ 143799 w 2957513"/>
              <a:gd name="connsiteY287" fmla="*/ 718951 h 1038647"/>
              <a:gd name="connsiteX288" fmla="*/ 56717 w 2957513"/>
              <a:gd name="connsiteY288" fmla="*/ 761314 h 1038647"/>
              <a:gd name="connsiteX289" fmla="*/ 16732 w 2957513"/>
              <a:gd name="connsiteY289" fmla="*/ 793087 h 1038647"/>
              <a:gd name="connsiteX290" fmla="*/ 0 w 2957513"/>
              <a:gd name="connsiteY290" fmla="*/ 800012 h 1038647"/>
              <a:gd name="connsiteX291" fmla="*/ 0 w 2957513"/>
              <a:gd name="connsiteY291" fmla="*/ 779544 h 1038647"/>
              <a:gd name="connsiteX292" fmla="*/ 7733 w 2957513"/>
              <a:gd name="connsiteY292" fmla="*/ 777636 h 1038647"/>
              <a:gd name="connsiteX293" fmla="*/ 43945 w 2957513"/>
              <a:gd name="connsiteY293" fmla="*/ 747967 h 1038647"/>
              <a:gd name="connsiteX294" fmla="*/ 143799 w 2957513"/>
              <a:gd name="connsiteY294" fmla="*/ 700961 h 1038647"/>
              <a:gd name="connsiteX295" fmla="*/ 143799 w 2957513"/>
              <a:gd name="connsiteY295" fmla="*/ 600343 h 1038647"/>
              <a:gd name="connsiteX296" fmla="*/ 244233 w 2957513"/>
              <a:gd name="connsiteY296" fmla="*/ 647348 h 1038647"/>
              <a:gd name="connsiteX297" fmla="*/ 331316 w 2957513"/>
              <a:gd name="connsiteY297" fmla="*/ 689712 h 1038647"/>
              <a:gd name="connsiteX298" fmla="*/ 419091 w 2957513"/>
              <a:gd name="connsiteY298" fmla="*/ 647348 h 1038647"/>
              <a:gd name="connsiteX299" fmla="*/ 519073 w 2957513"/>
              <a:gd name="connsiteY299" fmla="*/ 600343 h 1038647"/>
              <a:gd name="connsiteX300" fmla="*/ 619508 w 2957513"/>
              <a:gd name="connsiteY300" fmla="*/ 647348 h 1038647"/>
              <a:gd name="connsiteX301" fmla="*/ 706589 w 2957513"/>
              <a:gd name="connsiteY301" fmla="*/ 689712 h 1038647"/>
              <a:gd name="connsiteX302" fmla="*/ 794253 w 2957513"/>
              <a:gd name="connsiteY302" fmla="*/ 647348 h 1038647"/>
              <a:gd name="connsiteX303" fmla="*/ 894106 w 2957513"/>
              <a:gd name="connsiteY303" fmla="*/ 600343 h 1038647"/>
              <a:gd name="connsiteX304" fmla="*/ 994540 w 2957513"/>
              <a:gd name="connsiteY304" fmla="*/ 647348 h 1038647"/>
              <a:gd name="connsiteX305" fmla="*/ 1081623 w 2957513"/>
              <a:gd name="connsiteY305" fmla="*/ 689712 h 1038647"/>
              <a:gd name="connsiteX306" fmla="*/ 1169399 w 2957513"/>
              <a:gd name="connsiteY306" fmla="*/ 647348 h 1038647"/>
              <a:gd name="connsiteX307" fmla="*/ 1269380 w 2957513"/>
              <a:gd name="connsiteY307" fmla="*/ 600343 h 1038647"/>
              <a:gd name="connsiteX308" fmla="*/ 1369815 w 2957513"/>
              <a:gd name="connsiteY308" fmla="*/ 647348 h 1038647"/>
              <a:gd name="connsiteX309" fmla="*/ 1456897 w 2957513"/>
              <a:gd name="connsiteY309" fmla="*/ 689712 h 1038647"/>
              <a:gd name="connsiteX310" fmla="*/ 1544561 w 2957513"/>
              <a:gd name="connsiteY310" fmla="*/ 647348 h 1038647"/>
              <a:gd name="connsiteX311" fmla="*/ 1644414 w 2957513"/>
              <a:gd name="connsiteY311" fmla="*/ 600343 h 1038647"/>
              <a:gd name="connsiteX312" fmla="*/ 1744848 w 2957513"/>
              <a:gd name="connsiteY312" fmla="*/ 647348 h 1038647"/>
              <a:gd name="connsiteX313" fmla="*/ 1831931 w 2957513"/>
              <a:gd name="connsiteY313" fmla="*/ 689712 h 1038647"/>
              <a:gd name="connsiteX314" fmla="*/ 1919706 w 2957513"/>
              <a:gd name="connsiteY314" fmla="*/ 647348 h 1038647"/>
              <a:gd name="connsiteX315" fmla="*/ 2019688 w 2957513"/>
              <a:gd name="connsiteY315" fmla="*/ 600343 h 1038647"/>
              <a:gd name="connsiteX316" fmla="*/ 2120123 w 2957513"/>
              <a:gd name="connsiteY316" fmla="*/ 647348 h 1038647"/>
              <a:gd name="connsiteX317" fmla="*/ 2207205 w 2957513"/>
              <a:gd name="connsiteY317" fmla="*/ 689712 h 1038647"/>
              <a:gd name="connsiteX318" fmla="*/ 2294868 w 2957513"/>
              <a:gd name="connsiteY318" fmla="*/ 647348 h 1038647"/>
              <a:gd name="connsiteX319" fmla="*/ 2394722 w 2957513"/>
              <a:gd name="connsiteY319" fmla="*/ 600343 h 1038647"/>
              <a:gd name="connsiteX320" fmla="*/ 2494576 w 2957513"/>
              <a:gd name="connsiteY320" fmla="*/ 647348 h 1038647"/>
              <a:gd name="connsiteX321" fmla="*/ 2582239 w 2957513"/>
              <a:gd name="connsiteY321" fmla="*/ 689712 h 1038647"/>
              <a:gd name="connsiteX322" fmla="*/ 2670014 w 2957513"/>
              <a:gd name="connsiteY322" fmla="*/ 647348 h 1038647"/>
              <a:gd name="connsiteX323" fmla="*/ 2769996 w 2957513"/>
              <a:gd name="connsiteY323" fmla="*/ 600343 h 1038647"/>
              <a:gd name="connsiteX324" fmla="*/ 2869850 w 2957513"/>
              <a:gd name="connsiteY324" fmla="*/ 647348 h 1038647"/>
              <a:gd name="connsiteX325" fmla="*/ 2957513 w 2957513"/>
              <a:gd name="connsiteY325" fmla="*/ 689712 h 1038647"/>
              <a:gd name="connsiteX326" fmla="*/ 2957513 w 2957513"/>
              <a:gd name="connsiteY326" fmla="*/ 707701 h 1038647"/>
              <a:gd name="connsiteX327" fmla="*/ 2857659 w 2957513"/>
              <a:gd name="connsiteY327" fmla="*/ 660115 h 1038647"/>
              <a:gd name="connsiteX328" fmla="*/ 2769996 w 2957513"/>
              <a:gd name="connsiteY328" fmla="*/ 617752 h 1038647"/>
              <a:gd name="connsiteX329" fmla="*/ 2682221 w 2957513"/>
              <a:gd name="connsiteY329" fmla="*/ 660115 h 1038647"/>
              <a:gd name="connsiteX330" fmla="*/ 2582239 w 2957513"/>
              <a:gd name="connsiteY330" fmla="*/ 707701 h 1038647"/>
              <a:gd name="connsiteX331" fmla="*/ 2482384 w 2957513"/>
              <a:gd name="connsiteY331" fmla="*/ 660115 h 1038647"/>
              <a:gd name="connsiteX332" fmla="*/ 2394722 w 2957513"/>
              <a:gd name="connsiteY332" fmla="*/ 617752 h 1038647"/>
              <a:gd name="connsiteX333" fmla="*/ 2307059 w 2957513"/>
              <a:gd name="connsiteY333" fmla="*/ 660115 h 1038647"/>
              <a:gd name="connsiteX334" fmla="*/ 2207205 w 2957513"/>
              <a:gd name="connsiteY334" fmla="*/ 707701 h 1038647"/>
              <a:gd name="connsiteX335" fmla="*/ 2107352 w 2957513"/>
              <a:gd name="connsiteY335" fmla="*/ 660115 h 1038647"/>
              <a:gd name="connsiteX336" fmla="*/ 2019688 w 2957513"/>
              <a:gd name="connsiteY336" fmla="*/ 617752 h 1038647"/>
              <a:gd name="connsiteX337" fmla="*/ 1932494 w 2957513"/>
              <a:gd name="connsiteY337" fmla="*/ 660115 h 1038647"/>
              <a:gd name="connsiteX338" fmla="*/ 1831931 w 2957513"/>
              <a:gd name="connsiteY338" fmla="*/ 707701 h 1038647"/>
              <a:gd name="connsiteX339" fmla="*/ 1732077 w 2957513"/>
              <a:gd name="connsiteY339" fmla="*/ 660115 h 1038647"/>
              <a:gd name="connsiteX340" fmla="*/ 1644414 w 2957513"/>
              <a:gd name="connsiteY340" fmla="*/ 617752 h 1038647"/>
              <a:gd name="connsiteX341" fmla="*/ 1557332 w 2957513"/>
              <a:gd name="connsiteY341" fmla="*/ 660115 h 1038647"/>
              <a:gd name="connsiteX342" fmla="*/ 1456897 w 2957513"/>
              <a:gd name="connsiteY342" fmla="*/ 707701 h 1038647"/>
              <a:gd name="connsiteX343" fmla="*/ 1357044 w 2957513"/>
              <a:gd name="connsiteY343" fmla="*/ 660115 h 1038647"/>
              <a:gd name="connsiteX344" fmla="*/ 1269380 w 2957513"/>
              <a:gd name="connsiteY344" fmla="*/ 617752 h 1038647"/>
              <a:gd name="connsiteX345" fmla="*/ 1182187 w 2957513"/>
              <a:gd name="connsiteY345" fmla="*/ 660115 h 1038647"/>
              <a:gd name="connsiteX346" fmla="*/ 1081623 w 2957513"/>
              <a:gd name="connsiteY346" fmla="*/ 707701 h 1038647"/>
              <a:gd name="connsiteX347" fmla="*/ 981769 w 2957513"/>
              <a:gd name="connsiteY347" fmla="*/ 660115 h 1038647"/>
              <a:gd name="connsiteX348" fmla="*/ 894106 w 2957513"/>
              <a:gd name="connsiteY348" fmla="*/ 617752 h 1038647"/>
              <a:gd name="connsiteX349" fmla="*/ 807025 w 2957513"/>
              <a:gd name="connsiteY349" fmla="*/ 660115 h 1038647"/>
              <a:gd name="connsiteX350" fmla="*/ 706589 w 2957513"/>
              <a:gd name="connsiteY350" fmla="*/ 707701 h 1038647"/>
              <a:gd name="connsiteX351" fmla="*/ 606736 w 2957513"/>
              <a:gd name="connsiteY351" fmla="*/ 660115 h 1038647"/>
              <a:gd name="connsiteX352" fmla="*/ 519073 w 2957513"/>
              <a:gd name="connsiteY352" fmla="*/ 617752 h 1038647"/>
              <a:gd name="connsiteX353" fmla="*/ 431879 w 2957513"/>
              <a:gd name="connsiteY353" fmla="*/ 660115 h 1038647"/>
              <a:gd name="connsiteX354" fmla="*/ 331316 w 2957513"/>
              <a:gd name="connsiteY354" fmla="*/ 707701 h 1038647"/>
              <a:gd name="connsiteX355" fmla="*/ 231461 w 2957513"/>
              <a:gd name="connsiteY355" fmla="*/ 660115 h 1038647"/>
              <a:gd name="connsiteX356" fmla="*/ 143799 w 2957513"/>
              <a:gd name="connsiteY356" fmla="*/ 617752 h 1038647"/>
              <a:gd name="connsiteX357" fmla="*/ 56717 w 2957513"/>
              <a:gd name="connsiteY357" fmla="*/ 660115 h 1038647"/>
              <a:gd name="connsiteX358" fmla="*/ 16732 w 2957513"/>
              <a:gd name="connsiteY358" fmla="*/ 692396 h 1038647"/>
              <a:gd name="connsiteX359" fmla="*/ 0 w 2957513"/>
              <a:gd name="connsiteY359" fmla="*/ 699361 h 1038647"/>
              <a:gd name="connsiteX360" fmla="*/ 0 w 2957513"/>
              <a:gd name="connsiteY360" fmla="*/ 680007 h 1038647"/>
              <a:gd name="connsiteX361" fmla="*/ 7733 w 2957513"/>
              <a:gd name="connsiteY361" fmla="*/ 676800 h 1038647"/>
              <a:gd name="connsiteX362" fmla="*/ 43945 w 2957513"/>
              <a:gd name="connsiteY362" fmla="*/ 647348 h 1038647"/>
              <a:gd name="connsiteX363" fmla="*/ 143799 w 2957513"/>
              <a:gd name="connsiteY363" fmla="*/ 600343 h 1038647"/>
              <a:gd name="connsiteX364" fmla="*/ 143799 w 2957513"/>
              <a:gd name="connsiteY364" fmla="*/ 500446 h 1038647"/>
              <a:gd name="connsiteX365" fmla="*/ 244233 w 2957513"/>
              <a:gd name="connsiteY365" fmla="*/ 548032 h 1038647"/>
              <a:gd name="connsiteX366" fmla="*/ 331316 w 2957513"/>
              <a:gd name="connsiteY366" fmla="*/ 590395 h 1038647"/>
              <a:gd name="connsiteX367" fmla="*/ 419091 w 2957513"/>
              <a:gd name="connsiteY367" fmla="*/ 548032 h 1038647"/>
              <a:gd name="connsiteX368" fmla="*/ 519073 w 2957513"/>
              <a:gd name="connsiteY368" fmla="*/ 500446 h 1038647"/>
              <a:gd name="connsiteX369" fmla="*/ 619508 w 2957513"/>
              <a:gd name="connsiteY369" fmla="*/ 548032 h 1038647"/>
              <a:gd name="connsiteX370" fmla="*/ 706589 w 2957513"/>
              <a:gd name="connsiteY370" fmla="*/ 590395 h 1038647"/>
              <a:gd name="connsiteX371" fmla="*/ 794253 w 2957513"/>
              <a:gd name="connsiteY371" fmla="*/ 548032 h 1038647"/>
              <a:gd name="connsiteX372" fmla="*/ 894106 w 2957513"/>
              <a:gd name="connsiteY372" fmla="*/ 500446 h 1038647"/>
              <a:gd name="connsiteX373" fmla="*/ 994540 w 2957513"/>
              <a:gd name="connsiteY373" fmla="*/ 548032 h 1038647"/>
              <a:gd name="connsiteX374" fmla="*/ 1081623 w 2957513"/>
              <a:gd name="connsiteY374" fmla="*/ 590395 h 1038647"/>
              <a:gd name="connsiteX375" fmla="*/ 1169399 w 2957513"/>
              <a:gd name="connsiteY375" fmla="*/ 548032 h 1038647"/>
              <a:gd name="connsiteX376" fmla="*/ 1269380 w 2957513"/>
              <a:gd name="connsiteY376" fmla="*/ 500446 h 1038647"/>
              <a:gd name="connsiteX377" fmla="*/ 1369815 w 2957513"/>
              <a:gd name="connsiteY377" fmla="*/ 548032 h 1038647"/>
              <a:gd name="connsiteX378" fmla="*/ 1456897 w 2957513"/>
              <a:gd name="connsiteY378" fmla="*/ 590395 h 1038647"/>
              <a:gd name="connsiteX379" fmla="*/ 1544561 w 2957513"/>
              <a:gd name="connsiteY379" fmla="*/ 548032 h 1038647"/>
              <a:gd name="connsiteX380" fmla="*/ 1644414 w 2957513"/>
              <a:gd name="connsiteY380" fmla="*/ 500446 h 1038647"/>
              <a:gd name="connsiteX381" fmla="*/ 1744848 w 2957513"/>
              <a:gd name="connsiteY381" fmla="*/ 548032 h 1038647"/>
              <a:gd name="connsiteX382" fmla="*/ 1831931 w 2957513"/>
              <a:gd name="connsiteY382" fmla="*/ 590395 h 1038647"/>
              <a:gd name="connsiteX383" fmla="*/ 1919706 w 2957513"/>
              <a:gd name="connsiteY383" fmla="*/ 548032 h 1038647"/>
              <a:gd name="connsiteX384" fmla="*/ 2019688 w 2957513"/>
              <a:gd name="connsiteY384" fmla="*/ 500446 h 1038647"/>
              <a:gd name="connsiteX385" fmla="*/ 2120123 w 2957513"/>
              <a:gd name="connsiteY385" fmla="*/ 548032 h 1038647"/>
              <a:gd name="connsiteX386" fmla="*/ 2207205 w 2957513"/>
              <a:gd name="connsiteY386" fmla="*/ 590395 h 1038647"/>
              <a:gd name="connsiteX387" fmla="*/ 2294868 w 2957513"/>
              <a:gd name="connsiteY387" fmla="*/ 548032 h 1038647"/>
              <a:gd name="connsiteX388" fmla="*/ 2394722 w 2957513"/>
              <a:gd name="connsiteY388" fmla="*/ 500446 h 1038647"/>
              <a:gd name="connsiteX389" fmla="*/ 2494576 w 2957513"/>
              <a:gd name="connsiteY389" fmla="*/ 548032 h 1038647"/>
              <a:gd name="connsiteX390" fmla="*/ 2582239 w 2957513"/>
              <a:gd name="connsiteY390" fmla="*/ 590395 h 1038647"/>
              <a:gd name="connsiteX391" fmla="*/ 2670014 w 2957513"/>
              <a:gd name="connsiteY391" fmla="*/ 548032 h 1038647"/>
              <a:gd name="connsiteX392" fmla="*/ 2769996 w 2957513"/>
              <a:gd name="connsiteY392" fmla="*/ 500446 h 1038647"/>
              <a:gd name="connsiteX393" fmla="*/ 2869850 w 2957513"/>
              <a:gd name="connsiteY393" fmla="*/ 548032 h 1038647"/>
              <a:gd name="connsiteX394" fmla="*/ 2957513 w 2957513"/>
              <a:gd name="connsiteY394" fmla="*/ 590395 h 1038647"/>
              <a:gd name="connsiteX395" fmla="*/ 2957513 w 2957513"/>
              <a:gd name="connsiteY395" fmla="*/ 607805 h 1038647"/>
              <a:gd name="connsiteX396" fmla="*/ 2857659 w 2957513"/>
              <a:gd name="connsiteY396" fmla="*/ 560799 h 1038647"/>
              <a:gd name="connsiteX397" fmla="*/ 2769996 w 2957513"/>
              <a:gd name="connsiteY397" fmla="*/ 518436 h 1038647"/>
              <a:gd name="connsiteX398" fmla="*/ 2682221 w 2957513"/>
              <a:gd name="connsiteY398" fmla="*/ 560799 h 1038647"/>
              <a:gd name="connsiteX399" fmla="*/ 2582239 w 2957513"/>
              <a:gd name="connsiteY399" fmla="*/ 607805 h 1038647"/>
              <a:gd name="connsiteX400" fmla="*/ 2482384 w 2957513"/>
              <a:gd name="connsiteY400" fmla="*/ 560799 h 1038647"/>
              <a:gd name="connsiteX401" fmla="*/ 2394722 w 2957513"/>
              <a:gd name="connsiteY401" fmla="*/ 518436 h 1038647"/>
              <a:gd name="connsiteX402" fmla="*/ 2307059 w 2957513"/>
              <a:gd name="connsiteY402" fmla="*/ 560799 h 1038647"/>
              <a:gd name="connsiteX403" fmla="*/ 2207205 w 2957513"/>
              <a:gd name="connsiteY403" fmla="*/ 607805 h 1038647"/>
              <a:gd name="connsiteX404" fmla="*/ 2107352 w 2957513"/>
              <a:gd name="connsiteY404" fmla="*/ 560799 h 1038647"/>
              <a:gd name="connsiteX405" fmla="*/ 2019688 w 2957513"/>
              <a:gd name="connsiteY405" fmla="*/ 518436 h 1038647"/>
              <a:gd name="connsiteX406" fmla="*/ 1932494 w 2957513"/>
              <a:gd name="connsiteY406" fmla="*/ 560799 h 1038647"/>
              <a:gd name="connsiteX407" fmla="*/ 1831931 w 2957513"/>
              <a:gd name="connsiteY407" fmla="*/ 607805 h 1038647"/>
              <a:gd name="connsiteX408" fmla="*/ 1732077 w 2957513"/>
              <a:gd name="connsiteY408" fmla="*/ 560799 h 1038647"/>
              <a:gd name="connsiteX409" fmla="*/ 1644414 w 2957513"/>
              <a:gd name="connsiteY409" fmla="*/ 518436 h 1038647"/>
              <a:gd name="connsiteX410" fmla="*/ 1557332 w 2957513"/>
              <a:gd name="connsiteY410" fmla="*/ 560799 h 1038647"/>
              <a:gd name="connsiteX411" fmla="*/ 1456897 w 2957513"/>
              <a:gd name="connsiteY411" fmla="*/ 607805 h 1038647"/>
              <a:gd name="connsiteX412" fmla="*/ 1357044 w 2957513"/>
              <a:gd name="connsiteY412" fmla="*/ 560799 h 1038647"/>
              <a:gd name="connsiteX413" fmla="*/ 1269380 w 2957513"/>
              <a:gd name="connsiteY413" fmla="*/ 518436 h 1038647"/>
              <a:gd name="connsiteX414" fmla="*/ 1182187 w 2957513"/>
              <a:gd name="connsiteY414" fmla="*/ 560799 h 1038647"/>
              <a:gd name="connsiteX415" fmla="*/ 1081623 w 2957513"/>
              <a:gd name="connsiteY415" fmla="*/ 607805 h 1038647"/>
              <a:gd name="connsiteX416" fmla="*/ 981769 w 2957513"/>
              <a:gd name="connsiteY416" fmla="*/ 560799 h 1038647"/>
              <a:gd name="connsiteX417" fmla="*/ 894106 w 2957513"/>
              <a:gd name="connsiteY417" fmla="*/ 518436 h 1038647"/>
              <a:gd name="connsiteX418" fmla="*/ 807025 w 2957513"/>
              <a:gd name="connsiteY418" fmla="*/ 560799 h 1038647"/>
              <a:gd name="connsiteX419" fmla="*/ 706589 w 2957513"/>
              <a:gd name="connsiteY419" fmla="*/ 607805 h 1038647"/>
              <a:gd name="connsiteX420" fmla="*/ 606736 w 2957513"/>
              <a:gd name="connsiteY420" fmla="*/ 560799 h 1038647"/>
              <a:gd name="connsiteX421" fmla="*/ 519073 w 2957513"/>
              <a:gd name="connsiteY421" fmla="*/ 518436 h 1038647"/>
              <a:gd name="connsiteX422" fmla="*/ 431879 w 2957513"/>
              <a:gd name="connsiteY422" fmla="*/ 560799 h 1038647"/>
              <a:gd name="connsiteX423" fmla="*/ 331316 w 2957513"/>
              <a:gd name="connsiteY423" fmla="*/ 607805 h 1038647"/>
              <a:gd name="connsiteX424" fmla="*/ 231461 w 2957513"/>
              <a:gd name="connsiteY424" fmla="*/ 560799 h 1038647"/>
              <a:gd name="connsiteX425" fmla="*/ 143799 w 2957513"/>
              <a:gd name="connsiteY425" fmla="*/ 518436 h 1038647"/>
              <a:gd name="connsiteX426" fmla="*/ 56717 w 2957513"/>
              <a:gd name="connsiteY426" fmla="*/ 560799 h 1038647"/>
              <a:gd name="connsiteX427" fmla="*/ 16732 w 2957513"/>
              <a:gd name="connsiteY427" fmla="*/ 592789 h 1038647"/>
              <a:gd name="connsiteX428" fmla="*/ 0 w 2957513"/>
              <a:gd name="connsiteY428" fmla="*/ 599629 h 1038647"/>
              <a:gd name="connsiteX429" fmla="*/ 0 w 2957513"/>
              <a:gd name="connsiteY429" fmla="*/ 580691 h 1038647"/>
              <a:gd name="connsiteX430" fmla="*/ 7733 w 2957513"/>
              <a:gd name="connsiteY430" fmla="*/ 577483 h 1038647"/>
              <a:gd name="connsiteX431" fmla="*/ 43945 w 2957513"/>
              <a:gd name="connsiteY431" fmla="*/ 548032 h 1038647"/>
              <a:gd name="connsiteX432" fmla="*/ 143799 w 2957513"/>
              <a:gd name="connsiteY432" fmla="*/ 500446 h 1038647"/>
              <a:gd name="connsiteX433" fmla="*/ 143799 w 2957513"/>
              <a:gd name="connsiteY433" fmla="*/ 399827 h 1038647"/>
              <a:gd name="connsiteX434" fmla="*/ 244233 w 2957513"/>
              <a:gd name="connsiteY434" fmla="*/ 447520 h 1038647"/>
              <a:gd name="connsiteX435" fmla="*/ 331316 w 2957513"/>
              <a:gd name="connsiteY435" fmla="*/ 489978 h 1038647"/>
              <a:gd name="connsiteX436" fmla="*/ 419091 w 2957513"/>
              <a:gd name="connsiteY436" fmla="*/ 447520 h 1038647"/>
              <a:gd name="connsiteX437" fmla="*/ 519073 w 2957513"/>
              <a:gd name="connsiteY437" fmla="*/ 399827 h 1038647"/>
              <a:gd name="connsiteX438" fmla="*/ 619508 w 2957513"/>
              <a:gd name="connsiteY438" fmla="*/ 447520 h 1038647"/>
              <a:gd name="connsiteX439" fmla="*/ 706589 w 2957513"/>
              <a:gd name="connsiteY439" fmla="*/ 489978 h 1038647"/>
              <a:gd name="connsiteX440" fmla="*/ 794253 w 2957513"/>
              <a:gd name="connsiteY440" fmla="*/ 447520 h 1038647"/>
              <a:gd name="connsiteX441" fmla="*/ 894106 w 2957513"/>
              <a:gd name="connsiteY441" fmla="*/ 399827 h 1038647"/>
              <a:gd name="connsiteX442" fmla="*/ 994540 w 2957513"/>
              <a:gd name="connsiteY442" fmla="*/ 447520 h 1038647"/>
              <a:gd name="connsiteX443" fmla="*/ 1081623 w 2957513"/>
              <a:gd name="connsiteY443" fmla="*/ 489978 h 1038647"/>
              <a:gd name="connsiteX444" fmla="*/ 1169399 w 2957513"/>
              <a:gd name="connsiteY444" fmla="*/ 447520 h 1038647"/>
              <a:gd name="connsiteX445" fmla="*/ 1269380 w 2957513"/>
              <a:gd name="connsiteY445" fmla="*/ 399827 h 1038647"/>
              <a:gd name="connsiteX446" fmla="*/ 1369815 w 2957513"/>
              <a:gd name="connsiteY446" fmla="*/ 447520 h 1038647"/>
              <a:gd name="connsiteX447" fmla="*/ 1456897 w 2957513"/>
              <a:gd name="connsiteY447" fmla="*/ 489978 h 1038647"/>
              <a:gd name="connsiteX448" fmla="*/ 1544561 w 2957513"/>
              <a:gd name="connsiteY448" fmla="*/ 447520 h 1038647"/>
              <a:gd name="connsiteX449" fmla="*/ 1644414 w 2957513"/>
              <a:gd name="connsiteY449" fmla="*/ 399827 h 1038647"/>
              <a:gd name="connsiteX450" fmla="*/ 1744848 w 2957513"/>
              <a:gd name="connsiteY450" fmla="*/ 447520 h 1038647"/>
              <a:gd name="connsiteX451" fmla="*/ 1831931 w 2957513"/>
              <a:gd name="connsiteY451" fmla="*/ 489978 h 1038647"/>
              <a:gd name="connsiteX452" fmla="*/ 1919706 w 2957513"/>
              <a:gd name="connsiteY452" fmla="*/ 447520 h 1038647"/>
              <a:gd name="connsiteX453" fmla="*/ 2019688 w 2957513"/>
              <a:gd name="connsiteY453" fmla="*/ 399827 h 1038647"/>
              <a:gd name="connsiteX454" fmla="*/ 2120123 w 2957513"/>
              <a:gd name="connsiteY454" fmla="*/ 447520 h 1038647"/>
              <a:gd name="connsiteX455" fmla="*/ 2207205 w 2957513"/>
              <a:gd name="connsiteY455" fmla="*/ 489978 h 1038647"/>
              <a:gd name="connsiteX456" fmla="*/ 2294868 w 2957513"/>
              <a:gd name="connsiteY456" fmla="*/ 447520 h 1038647"/>
              <a:gd name="connsiteX457" fmla="*/ 2394722 w 2957513"/>
              <a:gd name="connsiteY457" fmla="*/ 399827 h 1038647"/>
              <a:gd name="connsiteX458" fmla="*/ 2494576 w 2957513"/>
              <a:gd name="connsiteY458" fmla="*/ 447520 h 1038647"/>
              <a:gd name="connsiteX459" fmla="*/ 2582239 w 2957513"/>
              <a:gd name="connsiteY459" fmla="*/ 489978 h 1038647"/>
              <a:gd name="connsiteX460" fmla="*/ 2670014 w 2957513"/>
              <a:gd name="connsiteY460" fmla="*/ 447520 h 1038647"/>
              <a:gd name="connsiteX461" fmla="*/ 2769996 w 2957513"/>
              <a:gd name="connsiteY461" fmla="*/ 399827 h 1038647"/>
              <a:gd name="connsiteX462" fmla="*/ 2869850 w 2957513"/>
              <a:gd name="connsiteY462" fmla="*/ 447520 h 1038647"/>
              <a:gd name="connsiteX463" fmla="*/ 2957513 w 2957513"/>
              <a:gd name="connsiteY463" fmla="*/ 489978 h 1038647"/>
              <a:gd name="connsiteX464" fmla="*/ 2957513 w 2957513"/>
              <a:gd name="connsiteY464" fmla="*/ 507427 h 1038647"/>
              <a:gd name="connsiteX465" fmla="*/ 2857659 w 2957513"/>
              <a:gd name="connsiteY465" fmla="*/ 460316 h 1038647"/>
              <a:gd name="connsiteX466" fmla="*/ 2769996 w 2957513"/>
              <a:gd name="connsiteY466" fmla="*/ 417857 h 1038647"/>
              <a:gd name="connsiteX467" fmla="*/ 2682221 w 2957513"/>
              <a:gd name="connsiteY467" fmla="*/ 460316 h 1038647"/>
              <a:gd name="connsiteX468" fmla="*/ 2582239 w 2957513"/>
              <a:gd name="connsiteY468" fmla="*/ 507427 h 1038647"/>
              <a:gd name="connsiteX469" fmla="*/ 2482384 w 2957513"/>
              <a:gd name="connsiteY469" fmla="*/ 460316 h 1038647"/>
              <a:gd name="connsiteX470" fmla="*/ 2394722 w 2957513"/>
              <a:gd name="connsiteY470" fmla="*/ 417857 h 1038647"/>
              <a:gd name="connsiteX471" fmla="*/ 2307059 w 2957513"/>
              <a:gd name="connsiteY471" fmla="*/ 460316 h 1038647"/>
              <a:gd name="connsiteX472" fmla="*/ 2207205 w 2957513"/>
              <a:gd name="connsiteY472" fmla="*/ 507427 h 1038647"/>
              <a:gd name="connsiteX473" fmla="*/ 2107352 w 2957513"/>
              <a:gd name="connsiteY473" fmla="*/ 460316 h 1038647"/>
              <a:gd name="connsiteX474" fmla="*/ 2019688 w 2957513"/>
              <a:gd name="connsiteY474" fmla="*/ 417857 h 1038647"/>
              <a:gd name="connsiteX475" fmla="*/ 1932494 w 2957513"/>
              <a:gd name="connsiteY475" fmla="*/ 460316 h 1038647"/>
              <a:gd name="connsiteX476" fmla="*/ 1831931 w 2957513"/>
              <a:gd name="connsiteY476" fmla="*/ 507427 h 1038647"/>
              <a:gd name="connsiteX477" fmla="*/ 1732077 w 2957513"/>
              <a:gd name="connsiteY477" fmla="*/ 460316 h 1038647"/>
              <a:gd name="connsiteX478" fmla="*/ 1644414 w 2957513"/>
              <a:gd name="connsiteY478" fmla="*/ 417857 h 1038647"/>
              <a:gd name="connsiteX479" fmla="*/ 1557332 w 2957513"/>
              <a:gd name="connsiteY479" fmla="*/ 460316 h 1038647"/>
              <a:gd name="connsiteX480" fmla="*/ 1456897 w 2957513"/>
              <a:gd name="connsiteY480" fmla="*/ 507427 h 1038647"/>
              <a:gd name="connsiteX481" fmla="*/ 1357044 w 2957513"/>
              <a:gd name="connsiteY481" fmla="*/ 460316 h 1038647"/>
              <a:gd name="connsiteX482" fmla="*/ 1269380 w 2957513"/>
              <a:gd name="connsiteY482" fmla="*/ 417857 h 1038647"/>
              <a:gd name="connsiteX483" fmla="*/ 1182187 w 2957513"/>
              <a:gd name="connsiteY483" fmla="*/ 460316 h 1038647"/>
              <a:gd name="connsiteX484" fmla="*/ 1081623 w 2957513"/>
              <a:gd name="connsiteY484" fmla="*/ 507427 h 1038647"/>
              <a:gd name="connsiteX485" fmla="*/ 981769 w 2957513"/>
              <a:gd name="connsiteY485" fmla="*/ 460316 h 1038647"/>
              <a:gd name="connsiteX486" fmla="*/ 894106 w 2957513"/>
              <a:gd name="connsiteY486" fmla="*/ 417857 h 1038647"/>
              <a:gd name="connsiteX487" fmla="*/ 807025 w 2957513"/>
              <a:gd name="connsiteY487" fmla="*/ 460316 h 1038647"/>
              <a:gd name="connsiteX488" fmla="*/ 706589 w 2957513"/>
              <a:gd name="connsiteY488" fmla="*/ 507427 h 1038647"/>
              <a:gd name="connsiteX489" fmla="*/ 606736 w 2957513"/>
              <a:gd name="connsiteY489" fmla="*/ 460316 h 1038647"/>
              <a:gd name="connsiteX490" fmla="*/ 519073 w 2957513"/>
              <a:gd name="connsiteY490" fmla="*/ 417857 h 1038647"/>
              <a:gd name="connsiteX491" fmla="*/ 431879 w 2957513"/>
              <a:gd name="connsiteY491" fmla="*/ 460316 h 1038647"/>
              <a:gd name="connsiteX492" fmla="*/ 331316 w 2957513"/>
              <a:gd name="connsiteY492" fmla="*/ 507427 h 1038647"/>
              <a:gd name="connsiteX493" fmla="*/ 231461 w 2957513"/>
              <a:gd name="connsiteY493" fmla="*/ 460316 h 1038647"/>
              <a:gd name="connsiteX494" fmla="*/ 143799 w 2957513"/>
              <a:gd name="connsiteY494" fmla="*/ 417857 h 1038647"/>
              <a:gd name="connsiteX495" fmla="*/ 56717 w 2957513"/>
              <a:gd name="connsiteY495" fmla="*/ 460316 h 1038647"/>
              <a:gd name="connsiteX496" fmla="*/ 16732 w 2957513"/>
              <a:gd name="connsiteY496" fmla="*/ 492377 h 1038647"/>
              <a:gd name="connsiteX497" fmla="*/ 0 w 2957513"/>
              <a:gd name="connsiteY497" fmla="*/ 499232 h 1038647"/>
              <a:gd name="connsiteX498" fmla="*/ 0 w 2957513"/>
              <a:gd name="connsiteY498" fmla="*/ 480252 h 1038647"/>
              <a:gd name="connsiteX499" fmla="*/ 7733 w 2957513"/>
              <a:gd name="connsiteY499" fmla="*/ 477037 h 1038647"/>
              <a:gd name="connsiteX500" fmla="*/ 43945 w 2957513"/>
              <a:gd name="connsiteY500" fmla="*/ 447520 h 1038647"/>
              <a:gd name="connsiteX501" fmla="*/ 143799 w 2957513"/>
              <a:gd name="connsiteY501" fmla="*/ 399827 h 1038647"/>
              <a:gd name="connsiteX502" fmla="*/ 143799 w 2957513"/>
              <a:gd name="connsiteY502" fmla="*/ 299931 h 1038647"/>
              <a:gd name="connsiteX503" fmla="*/ 244233 w 2957513"/>
              <a:gd name="connsiteY503" fmla="*/ 347579 h 1038647"/>
              <a:gd name="connsiteX504" fmla="*/ 331316 w 2957513"/>
              <a:gd name="connsiteY504" fmla="*/ 389998 h 1038647"/>
              <a:gd name="connsiteX505" fmla="*/ 419091 w 2957513"/>
              <a:gd name="connsiteY505" fmla="*/ 347579 h 1038647"/>
              <a:gd name="connsiteX506" fmla="*/ 519073 w 2957513"/>
              <a:gd name="connsiteY506" fmla="*/ 299931 h 1038647"/>
              <a:gd name="connsiteX507" fmla="*/ 619508 w 2957513"/>
              <a:gd name="connsiteY507" fmla="*/ 347579 h 1038647"/>
              <a:gd name="connsiteX508" fmla="*/ 706589 w 2957513"/>
              <a:gd name="connsiteY508" fmla="*/ 389998 h 1038647"/>
              <a:gd name="connsiteX509" fmla="*/ 794253 w 2957513"/>
              <a:gd name="connsiteY509" fmla="*/ 347579 h 1038647"/>
              <a:gd name="connsiteX510" fmla="*/ 894106 w 2957513"/>
              <a:gd name="connsiteY510" fmla="*/ 299931 h 1038647"/>
              <a:gd name="connsiteX511" fmla="*/ 994540 w 2957513"/>
              <a:gd name="connsiteY511" fmla="*/ 347579 h 1038647"/>
              <a:gd name="connsiteX512" fmla="*/ 1081623 w 2957513"/>
              <a:gd name="connsiteY512" fmla="*/ 389998 h 1038647"/>
              <a:gd name="connsiteX513" fmla="*/ 1169399 w 2957513"/>
              <a:gd name="connsiteY513" fmla="*/ 347579 h 1038647"/>
              <a:gd name="connsiteX514" fmla="*/ 1269380 w 2957513"/>
              <a:gd name="connsiteY514" fmla="*/ 299931 h 1038647"/>
              <a:gd name="connsiteX515" fmla="*/ 1369815 w 2957513"/>
              <a:gd name="connsiteY515" fmla="*/ 347579 h 1038647"/>
              <a:gd name="connsiteX516" fmla="*/ 1456897 w 2957513"/>
              <a:gd name="connsiteY516" fmla="*/ 389998 h 1038647"/>
              <a:gd name="connsiteX517" fmla="*/ 1544561 w 2957513"/>
              <a:gd name="connsiteY517" fmla="*/ 347579 h 1038647"/>
              <a:gd name="connsiteX518" fmla="*/ 1644414 w 2957513"/>
              <a:gd name="connsiteY518" fmla="*/ 299931 h 1038647"/>
              <a:gd name="connsiteX519" fmla="*/ 1744848 w 2957513"/>
              <a:gd name="connsiteY519" fmla="*/ 347579 h 1038647"/>
              <a:gd name="connsiteX520" fmla="*/ 1831931 w 2957513"/>
              <a:gd name="connsiteY520" fmla="*/ 389998 h 1038647"/>
              <a:gd name="connsiteX521" fmla="*/ 1919706 w 2957513"/>
              <a:gd name="connsiteY521" fmla="*/ 347579 h 1038647"/>
              <a:gd name="connsiteX522" fmla="*/ 2019688 w 2957513"/>
              <a:gd name="connsiteY522" fmla="*/ 299931 h 1038647"/>
              <a:gd name="connsiteX523" fmla="*/ 2120123 w 2957513"/>
              <a:gd name="connsiteY523" fmla="*/ 347579 h 1038647"/>
              <a:gd name="connsiteX524" fmla="*/ 2207205 w 2957513"/>
              <a:gd name="connsiteY524" fmla="*/ 389998 h 1038647"/>
              <a:gd name="connsiteX525" fmla="*/ 2294868 w 2957513"/>
              <a:gd name="connsiteY525" fmla="*/ 347579 h 1038647"/>
              <a:gd name="connsiteX526" fmla="*/ 2394722 w 2957513"/>
              <a:gd name="connsiteY526" fmla="*/ 299931 h 1038647"/>
              <a:gd name="connsiteX527" fmla="*/ 2494576 w 2957513"/>
              <a:gd name="connsiteY527" fmla="*/ 347579 h 1038647"/>
              <a:gd name="connsiteX528" fmla="*/ 2582239 w 2957513"/>
              <a:gd name="connsiteY528" fmla="*/ 389998 h 1038647"/>
              <a:gd name="connsiteX529" fmla="*/ 2670014 w 2957513"/>
              <a:gd name="connsiteY529" fmla="*/ 347579 h 1038647"/>
              <a:gd name="connsiteX530" fmla="*/ 2769996 w 2957513"/>
              <a:gd name="connsiteY530" fmla="*/ 299931 h 1038647"/>
              <a:gd name="connsiteX531" fmla="*/ 2869850 w 2957513"/>
              <a:gd name="connsiteY531" fmla="*/ 347579 h 1038647"/>
              <a:gd name="connsiteX532" fmla="*/ 2957513 w 2957513"/>
              <a:gd name="connsiteY532" fmla="*/ 389998 h 1038647"/>
              <a:gd name="connsiteX533" fmla="*/ 2957513 w 2957513"/>
              <a:gd name="connsiteY533" fmla="*/ 408011 h 1038647"/>
              <a:gd name="connsiteX534" fmla="*/ 2857659 w 2957513"/>
              <a:gd name="connsiteY534" fmla="*/ 360363 h 1038647"/>
              <a:gd name="connsiteX535" fmla="*/ 2769996 w 2957513"/>
              <a:gd name="connsiteY535" fmla="*/ 317944 h 1038647"/>
              <a:gd name="connsiteX536" fmla="*/ 2682221 w 2957513"/>
              <a:gd name="connsiteY536" fmla="*/ 360363 h 1038647"/>
              <a:gd name="connsiteX537" fmla="*/ 2582239 w 2957513"/>
              <a:gd name="connsiteY537" fmla="*/ 408011 h 1038647"/>
              <a:gd name="connsiteX538" fmla="*/ 2482384 w 2957513"/>
              <a:gd name="connsiteY538" fmla="*/ 360363 h 1038647"/>
              <a:gd name="connsiteX539" fmla="*/ 2394722 w 2957513"/>
              <a:gd name="connsiteY539" fmla="*/ 317944 h 1038647"/>
              <a:gd name="connsiteX540" fmla="*/ 2307059 w 2957513"/>
              <a:gd name="connsiteY540" fmla="*/ 360363 h 1038647"/>
              <a:gd name="connsiteX541" fmla="*/ 2207205 w 2957513"/>
              <a:gd name="connsiteY541" fmla="*/ 408011 h 1038647"/>
              <a:gd name="connsiteX542" fmla="*/ 2107352 w 2957513"/>
              <a:gd name="connsiteY542" fmla="*/ 360363 h 1038647"/>
              <a:gd name="connsiteX543" fmla="*/ 2019688 w 2957513"/>
              <a:gd name="connsiteY543" fmla="*/ 317944 h 1038647"/>
              <a:gd name="connsiteX544" fmla="*/ 1932494 w 2957513"/>
              <a:gd name="connsiteY544" fmla="*/ 360363 h 1038647"/>
              <a:gd name="connsiteX545" fmla="*/ 1831931 w 2957513"/>
              <a:gd name="connsiteY545" fmla="*/ 408011 h 1038647"/>
              <a:gd name="connsiteX546" fmla="*/ 1732077 w 2957513"/>
              <a:gd name="connsiteY546" fmla="*/ 360363 h 1038647"/>
              <a:gd name="connsiteX547" fmla="*/ 1644414 w 2957513"/>
              <a:gd name="connsiteY547" fmla="*/ 317944 h 1038647"/>
              <a:gd name="connsiteX548" fmla="*/ 1557332 w 2957513"/>
              <a:gd name="connsiteY548" fmla="*/ 360363 h 1038647"/>
              <a:gd name="connsiteX549" fmla="*/ 1456897 w 2957513"/>
              <a:gd name="connsiteY549" fmla="*/ 408011 h 1038647"/>
              <a:gd name="connsiteX550" fmla="*/ 1357044 w 2957513"/>
              <a:gd name="connsiteY550" fmla="*/ 360363 h 1038647"/>
              <a:gd name="connsiteX551" fmla="*/ 1269380 w 2957513"/>
              <a:gd name="connsiteY551" fmla="*/ 317944 h 1038647"/>
              <a:gd name="connsiteX552" fmla="*/ 1182187 w 2957513"/>
              <a:gd name="connsiteY552" fmla="*/ 360363 h 1038647"/>
              <a:gd name="connsiteX553" fmla="*/ 1081623 w 2957513"/>
              <a:gd name="connsiteY553" fmla="*/ 408011 h 1038647"/>
              <a:gd name="connsiteX554" fmla="*/ 981769 w 2957513"/>
              <a:gd name="connsiteY554" fmla="*/ 360363 h 1038647"/>
              <a:gd name="connsiteX555" fmla="*/ 894106 w 2957513"/>
              <a:gd name="connsiteY555" fmla="*/ 317944 h 1038647"/>
              <a:gd name="connsiteX556" fmla="*/ 807025 w 2957513"/>
              <a:gd name="connsiteY556" fmla="*/ 360363 h 1038647"/>
              <a:gd name="connsiteX557" fmla="*/ 706589 w 2957513"/>
              <a:gd name="connsiteY557" fmla="*/ 408011 h 1038647"/>
              <a:gd name="connsiteX558" fmla="*/ 606736 w 2957513"/>
              <a:gd name="connsiteY558" fmla="*/ 360363 h 1038647"/>
              <a:gd name="connsiteX559" fmla="*/ 519073 w 2957513"/>
              <a:gd name="connsiteY559" fmla="*/ 317944 h 1038647"/>
              <a:gd name="connsiteX560" fmla="*/ 431879 w 2957513"/>
              <a:gd name="connsiteY560" fmla="*/ 360363 h 1038647"/>
              <a:gd name="connsiteX561" fmla="*/ 331316 w 2957513"/>
              <a:gd name="connsiteY561" fmla="*/ 408011 h 1038647"/>
              <a:gd name="connsiteX562" fmla="*/ 231461 w 2957513"/>
              <a:gd name="connsiteY562" fmla="*/ 360363 h 1038647"/>
              <a:gd name="connsiteX563" fmla="*/ 143799 w 2957513"/>
              <a:gd name="connsiteY563" fmla="*/ 317944 h 1038647"/>
              <a:gd name="connsiteX564" fmla="*/ 56717 w 2957513"/>
              <a:gd name="connsiteY564" fmla="*/ 360363 h 1038647"/>
              <a:gd name="connsiteX565" fmla="*/ 16732 w 2957513"/>
              <a:gd name="connsiteY565" fmla="*/ 392686 h 1038647"/>
              <a:gd name="connsiteX566" fmla="*/ 0 w 2957513"/>
              <a:gd name="connsiteY566" fmla="*/ 399660 h 1038647"/>
              <a:gd name="connsiteX567" fmla="*/ 0 w 2957513"/>
              <a:gd name="connsiteY567" fmla="*/ 380281 h 1038647"/>
              <a:gd name="connsiteX568" fmla="*/ 7733 w 2957513"/>
              <a:gd name="connsiteY568" fmla="*/ 377069 h 1038647"/>
              <a:gd name="connsiteX569" fmla="*/ 43945 w 2957513"/>
              <a:gd name="connsiteY569" fmla="*/ 347579 h 1038647"/>
              <a:gd name="connsiteX570" fmla="*/ 143799 w 2957513"/>
              <a:gd name="connsiteY570" fmla="*/ 299931 h 1038647"/>
              <a:gd name="connsiteX571" fmla="*/ 143799 w 2957513"/>
              <a:gd name="connsiteY571" fmla="*/ 200515 h 1038647"/>
              <a:gd name="connsiteX572" fmla="*/ 244233 w 2957513"/>
              <a:gd name="connsiteY572" fmla="*/ 247521 h 1038647"/>
              <a:gd name="connsiteX573" fmla="*/ 331316 w 2957513"/>
              <a:gd name="connsiteY573" fmla="*/ 289884 h 1038647"/>
              <a:gd name="connsiteX574" fmla="*/ 419091 w 2957513"/>
              <a:gd name="connsiteY574" fmla="*/ 247521 h 1038647"/>
              <a:gd name="connsiteX575" fmla="*/ 519073 w 2957513"/>
              <a:gd name="connsiteY575" fmla="*/ 200515 h 1038647"/>
              <a:gd name="connsiteX576" fmla="*/ 619508 w 2957513"/>
              <a:gd name="connsiteY576" fmla="*/ 247521 h 1038647"/>
              <a:gd name="connsiteX577" fmla="*/ 706589 w 2957513"/>
              <a:gd name="connsiteY577" fmla="*/ 289884 h 1038647"/>
              <a:gd name="connsiteX578" fmla="*/ 794253 w 2957513"/>
              <a:gd name="connsiteY578" fmla="*/ 247521 h 1038647"/>
              <a:gd name="connsiteX579" fmla="*/ 894106 w 2957513"/>
              <a:gd name="connsiteY579" fmla="*/ 200515 h 1038647"/>
              <a:gd name="connsiteX580" fmla="*/ 994540 w 2957513"/>
              <a:gd name="connsiteY580" fmla="*/ 247521 h 1038647"/>
              <a:gd name="connsiteX581" fmla="*/ 1081623 w 2957513"/>
              <a:gd name="connsiteY581" fmla="*/ 289884 h 1038647"/>
              <a:gd name="connsiteX582" fmla="*/ 1169399 w 2957513"/>
              <a:gd name="connsiteY582" fmla="*/ 247521 h 1038647"/>
              <a:gd name="connsiteX583" fmla="*/ 1269380 w 2957513"/>
              <a:gd name="connsiteY583" fmla="*/ 200515 h 1038647"/>
              <a:gd name="connsiteX584" fmla="*/ 1369815 w 2957513"/>
              <a:gd name="connsiteY584" fmla="*/ 247521 h 1038647"/>
              <a:gd name="connsiteX585" fmla="*/ 1456897 w 2957513"/>
              <a:gd name="connsiteY585" fmla="*/ 289884 h 1038647"/>
              <a:gd name="connsiteX586" fmla="*/ 1544561 w 2957513"/>
              <a:gd name="connsiteY586" fmla="*/ 247521 h 1038647"/>
              <a:gd name="connsiteX587" fmla="*/ 1644414 w 2957513"/>
              <a:gd name="connsiteY587" fmla="*/ 200515 h 1038647"/>
              <a:gd name="connsiteX588" fmla="*/ 1744848 w 2957513"/>
              <a:gd name="connsiteY588" fmla="*/ 247521 h 1038647"/>
              <a:gd name="connsiteX589" fmla="*/ 1831931 w 2957513"/>
              <a:gd name="connsiteY589" fmla="*/ 289884 h 1038647"/>
              <a:gd name="connsiteX590" fmla="*/ 1919706 w 2957513"/>
              <a:gd name="connsiteY590" fmla="*/ 247521 h 1038647"/>
              <a:gd name="connsiteX591" fmla="*/ 2019688 w 2957513"/>
              <a:gd name="connsiteY591" fmla="*/ 200515 h 1038647"/>
              <a:gd name="connsiteX592" fmla="*/ 2120123 w 2957513"/>
              <a:gd name="connsiteY592" fmla="*/ 247521 h 1038647"/>
              <a:gd name="connsiteX593" fmla="*/ 2207205 w 2957513"/>
              <a:gd name="connsiteY593" fmla="*/ 289884 h 1038647"/>
              <a:gd name="connsiteX594" fmla="*/ 2294868 w 2957513"/>
              <a:gd name="connsiteY594" fmla="*/ 247521 h 1038647"/>
              <a:gd name="connsiteX595" fmla="*/ 2394722 w 2957513"/>
              <a:gd name="connsiteY595" fmla="*/ 200515 h 1038647"/>
              <a:gd name="connsiteX596" fmla="*/ 2494576 w 2957513"/>
              <a:gd name="connsiteY596" fmla="*/ 247521 h 1038647"/>
              <a:gd name="connsiteX597" fmla="*/ 2582239 w 2957513"/>
              <a:gd name="connsiteY597" fmla="*/ 289884 h 1038647"/>
              <a:gd name="connsiteX598" fmla="*/ 2670014 w 2957513"/>
              <a:gd name="connsiteY598" fmla="*/ 247521 h 1038647"/>
              <a:gd name="connsiteX599" fmla="*/ 2769996 w 2957513"/>
              <a:gd name="connsiteY599" fmla="*/ 200515 h 1038647"/>
              <a:gd name="connsiteX600" fmla="*/ 2869850 w 2957513"/>
              <a:gd name="connsiteY600" fmla="*/ 247521 h 1038647"/>
              <a:gd name="connsiteX601" fmla="*/ 2957513 w 2957513"/>
              <a:gd name="connsiteY601" fmla="*/ 289884 h 1038647"/>
              <a:gd name="connsiteX602" fmla="*/ 2957513 w 2957513"/>
              <a:gd name="connsiteY602" fmla="*/ 307874 h 1038647"/>
              <a:gd name="connsiteX603" fmla="*/ 2857659 w 2957513"/>
              <a:gd name="connsiteY603" fmla="*/ 260869 h 1038647"/>
              <a:gd name="connsiteX604" fmla="*/ 2769996 w 2957513"/>
              <a:gd name="connsiteY604" fmla="*/ 218505 h 1038647"/>
              <a:gd name="connsiteX605" fmla="*/ 2682221 w 2957513"/>
              <a:gd name="connsiteY605" fmla="*/ 260869 h 1038647"/>
              <a:gd name="connsiteX606" fmla="*/ 2582239 w 2957513"/>
              <a:gd name="connsiteY606" fmla="*/ 307874 h 1038647"/>
              <a:gd name="connsiteX607" fmla="*/ 2482384 w 2957513"/>
              <a:gd name="connsiteY607" fmla="*/ 260869 h 1038647"/>
              <a:gd name="connsiteX608" fmla="*/ 2394722 w 2957513"/>
              <a:gd name="connsiteY608" fmla="*/ 218505 h 1038647"/>
              <a:gd name="connsiteX609" fmla="*/ 2307059 w 2957513"/>
              <a:gd name="connsiteY609" fmla="*/ 260869 h 1038647"/>
              <a:gd name="connsiteX610" fmla="*/ 2207205 w 2957513"/>
              <a:gd name="connsiteY610" fmla="*/ 307874 h 1038647"/>
              <a:gd name="connsiteX611" fmla="*/ 2107352 w 2957513"/>
              <a:gd name="connsiteY611" fmla="*/ 260869 h 1038647"/>
              <a:gd name="connsiteX612" fmla="*/ 2019688 w 2957513"/>
              <a:gd name="connsiteY612" fmla="*/ 218505 h 1038647"/>
              <a:gd name="connsiteX613" fmla="*/ 1932494 w 2957513"/>
              <a:gd name="connsiteY613" fmla="*/ 260869 h 1038647"/>
              <a:gd name="connsiteX614" fmla="*/ 1831931 w 2957513"/>
              <a:gd name="connsiteY614" fmla="*/ 307874 h 1038647"/>
              <a:gd name="connsiteX615" fmla="*/ 1732077 w 2957513"/>
              <a:gd name="connsiteY615" fmla="*/ 260869 h 1038647"/>
              <a:gd name="connsiteX616" fmla="*/ 1644414 w 2957513"/>
              <a:gd name="connsiteY616" fmla="*/ 218505 h 1038647"/>
              <a:gd name="connsiteX617" fmla="*/ 1557332 w 2957513"/>
              <a:gd name="connsiteY617" fmla="*/ 260869 h 1038647"/>
              <a:gd name="connsiteX618" fmla="*/ 1456897 w 2957513"/>
              <a:gd name="connsiteY618" fmla="*/ 307874 h 1038647"/>
              <a:gd name="connsiteX619" fmla="*/ 1357044 w 2957513"/>
              <a:gd name="connsiteY619" fmla="*/ 260869 h 1038647"/>
              <a:gd name="connsiteX620" fmla="*/ 1269380 w 2957513"/>
              <a:gd name="connsiteY620" fmla="*/ 218505 h 1038647"/>
              <a:gd name="connsiteX621" fmla="*/ 1182187 w 2957513"/>
              <a:gd name="connsiteY621" fmla="*/ 260869 h 1038647"/>
              <a:gd name="connsiteX622" fmla="*/ 1081623 w 2957513"/>
              <a:gd name="connsiteY622" fmla="*/ 307874 h 1038647"/>
              <a:gd name="connsiteX623" fmla="*/ 981769 w 2957513"/>
              <a:gd name="connsiteY623" fmla="*/ 260869 h 1038647"/>
              <a:gd name="connsiteX624" fmla="*/ 894106 w 2957513"/>
              <a:gd name="connsiteY624" fmla="*/ 218505 h 1038647"/>
              <a:gd name="connsiteX625" fmla="*/ 807025 w 2957513"/>
              <a:gd name="connsiteY625" fmla="*/ 260869 h 1038647"/>
              <a:gd name="connsiteX626" fmla="*/ 706589 w 2957513"/>
              <a:gd name="connsiteY626" fmla="*/ 307874 h 1038647"/>
              <a:gd name="connsiteX627" fmla="*/ 606736 w 2957513"/>
              <a:gd name="connsiteY627" fmla="*/ 260869 h 1038647"/>
              <a:gd name="connsiteX628" fmla="*/ 519073 w 2957513"/>
              <a:gd name="connsiteY628" fmla="*/ 218505 h 1038647"/>
              <a:gd name="connsiteX629" fmla="*/ 431879 w 2957513"/>
              <a:gd name="connsiteY629" fmla="*/ 260869 h 1038647"/>
              <a:gd name="connsiteX630" fmla="*/ 331316 w 2957513"/>
              <a:gd name="connsiteY630" fmla="*/ 307874 h 1038647"/>
              <a:gd name="connsiteX631" fmla="*/ 231461 w 2957513"/>
              <a:gd name="connsiteY631" fmla="*/ 260869 h 1038647"/>
              <a:gd name="connsiteX632" fmla="*/ 143799 w 2957513"/>
              <a:gd name="connsiteY632" fmla="*/ 218505 h 1038647"/>
              <a:gd name="connsiteX633" fmla="*/ 56717 w 2957513"/>
              <a:gd name="connsiteY633" fmla="*/ 260869 h 1038647"/>
              <a:gd name="connsiteX634" fmla="*/ 16732 w 2957513"/>
              <a:gd name="connsiteY634" fmla="*/ 292859 h 1038647"/>
              <a:gd name="connsiteX635" fmla="*/ 0 w 2957513"/>
              <a:gd name="connsiteY635" fmla="*/ 299698 h 1038647"/>
              <a:gd name="connsiteX636" fmla="*/ 0 w 2957513"/>
              <a:gd name="connsiteY636" fmla="*/ 279098 h 1038647"/>
              <a:gd name="connsiteX637" fmla="*/ 7733 w 2957513"/>
              <a:gd name="connsiteY637" fmla="*/ 277190 h 1038647"/>
              <a:gd name="connsiteX638" fmla="*/ 43945 w 2957513"/>
              <a:gd name="connsiteY638" fmla="*/ 247521 h 1038647"/>
              <a:gd name="connsiteX639" fmla="*/ 143799 w 2957513"/>
              <a:gd name="connsiteY639" fmla="*/ 200515 h 1038647"/>
              <a:gd name="connsiteX640" fmla="*/ 143799 w 2957513"/>
              <a:gd name="connsiteY640" fmla="*/ 99897 h 1038647"/>
              <a:gd name="connsiteX641" fmla="*/ 244233 w 2957513"/>
              <a:gd name="connsiteY641" fmla="*/ 147008 h 1038647"/>
              <a:gd name="connsiteX642" fmla="*/ 331316 w 2957513"/>
              <a:gd name="connsiteY642" fmla="*/ 189466 h 1038647"/>
              <a:gd name="connsiteX643" fmla="*/ 419091 w 2957513"/>
              <a:gd name="connsiteY643" fmla="*/ 147008 h 1038647"/>
              <a:gd name="connsiteX644" fmla="*/ 519073 w 2957513"/>
              <a:gd name="connsiteY644" fmla="*/ 99897 h 1038647"/>
              <a:gd name="connsiteX645" fmla="*/ 619508 w 2957513"/>
              <a:gd name="connsiteY645" fmla="*/ 147008 h 1038647"/>
              <a:gd name="connsiteX646" fmla="*/ 706589 w 2957513"/>
              <a:gd name="connsiteY646" fmla="*/ 189466 h 1038647"/>
              <a:gd name="connsiteX647" fmla="*/ 794253 w 2957513"/>
              <a:gd name="connsiteY647" fmla="*/ 147008 h 1038647"/>
              <a:gd name="connsiteX648" fmla="*/ 894106 w 2957513"/>
              <a:gd name="connsiteY648" fmla="*/ 99897 h 1038647"/>
              <a:gd name="connsiteX649" fmla="*/ 994540 w 2957513"/>
              <a:gd name="connsiteY649" fmla="*/ 147008 h 1038647"/>
              <a:gd name="connsiteX650" fmla="*/ 1081623 w 2957513"/>
              <a:gd name="connsiteY650" fmla="*/ 189466 h 1038647"/>
              <a:gd name="connsiteX651" fmla="*/ 1169399 w 2957513"/>
              <a:gd name="connsiteY651" fmla="*/ 147008 h 1038647"/>
              <a:gd name="connsiteX652" fmla="*/ 1269380 w 2957513"/>
              <a:gd name="connsiteY652" fmla="*/ 99897 h 1038647"/>
              <a:gd name="connsiteX653" fmla="*/ 1369815 w 2957513"/>
              <a:gd name="connsiteY653" fmla="*/ 147008 h 1038647"/>
              <a:gd name="connsiteX654" fmla="*/ 1456897 w 2957513"/>
              <a:gd name="connsiteY654" fmla="*/ 189466 h 1038647"/>
              <a:gd name="connsiteX655" fmla="*/ 1544561 w 2957513"/>
              <a:gd name="connsiteY655" fmla="*/ 147008 h 1038647"/>
              <a:gd name="connsiteX656" fmla="*/ 1644414 w 2957513"/>
              <a:gd name="connsiteY656" fmla="*/ 99897 h 1038647"/>
              <a:gd name="connsiteX657" fmla="*/ 1744848 w 2957513"/>
              <a:gd name="connsiteY657" fmla="*/ 147008 h 1038647"/>
              <a:gd name="connsiteX658" fmla="*/ 1831931 w 2957513"/>
              <a:gd name="connsiteY658" fmla="*/ 189466 h 1038647"/>
              <a:gd name="connsiteX659" fmla="*/ 1919706 w 2957513"/>
              <a:gd name="connsiteY659" fmla="*/ 147008 h 1038647"/>
              <a:gd name="connsiteX660" fmla="*/ 2019688 w 2957513"/>
              <a:gd name="connsiteY660" fmla="*/ 99897 h 1038647"/>
              <a:gd name="connsiteX661" fmla="*/ 2120123 w 2957513"/>
              <a:gd name="connsiteY661" fmla="*/ 147008 h 1038647"/>
              <a:gd name="connsiteX662" fmla="*/ 2207205 w 2957513"/>
              <a:gd name="connsiteY662" fmla="*/ 189466 h 1038647"/>
              <a:gd name="connsiteX663" fmla="*/ 2294868 w 2957513"/>
              <a:gd name="connsiteY663" fmla="*/ 147008 h 1038647"/>
              <a:gd name="connsiteX664" fmla="*/ 2394722 w 2957513"/>
              <a:gd name="connsiteY664" fmla="*/ 99897 h 1038647"/>
              <a:gd name="connsiteX665" fmla="*/ 2494576 w 2957513"/>
              <a:gd name="connsiteY665" fmla="*/ 147008 h 1038647"/>
              <a:gd name="connsiteX666" fmla="*/ 2582239 w 2957513"/>
              <a:gd name="connsiteY666" fmla="*/ 189466 h 1038647"/>
              <a:gd name="connsiteX667" fmla="*/ 2670014 w 2957513"/>
              <a:gd name="connsiteY667" fmla="*/ 147008 h 1038647"/>
              <a:gd name="connsiteX668" fmla="*/ 2769996 w 2957513"/>
              <a:gd name="connsiteY668" fmla="*/ 99897 h 1038647"/>
              <a:gd name="connsiteX669" fmla="*/ 2869850 w 2957513"/>
              <a:gd name="connsiteY669" fmla="*/ 147008 h 1038647"/>
              <a:gd name="connsiteX670" fmla="*/ 2957513 w 2957513"/>
              <a:gd name="connsiteY670" fmla="*/ 189466 h 1038647"/>
              <a:gd name="connsiteX671" fmla="*/ 2957513 w 2957513"/>
              <a:gd name="connsiteY671" fmla="*/ 207496 h 1038647"/>
              <a:gd name="connsiteX672" fmla="*/ 2857659 w 2957513"/>
              <a:gd name="connsiteY672" fmla="*/ 160385 h 1038647"/>
              <a:gd name="connsiteX673" fmla="*/ 2769996 w 2957513"/>
              <a:gd name="connsiteY673" fmla="*/ 117927 h 1038647"/>
              <a:gd name="connsiteX674" fmla="*/ 2682221 w 2957513"/>
              <a:gd name="connsiteY674" fmla="*/ 160385 h 1038647"/>
              <a:gd name="connsiteX675" fmla="*/ 2582239 w 2957513"/>
              <a:gd name="connsiteY675" fmla="*/ 207496 h 1038647"/>
              <a:gd name="connsiteX676" fmla="*/ 2482384 w 2957513"/>
              <a:gd name="connsiteY676" fmla="*/ 160385 h 1038647"/>
              <a:gd name="connsiteX677" fmla="*/ 2394722 w 2957513"/>
              <a:gd name="connsiteY677" fmla="*/ 117927 h 1038647"/>
              <a:gd name="connsiteX678" fmla="*/ 2307059 w 2957513"/>
              <a:gd name="connsiteY678" fmla="*/ 160385 h 1038647"/>
              <a:gd name="connsiteX679" fmla="*/ 2207205 w 2957513"/>
              <a:gd name="connsiteY679" fmla="*/ 207496 h 1038647"/>
              <a:gd name="connsiteX680" fmla="*/ 2107352 w 2957513"/>
              <a:gd name="connsiteY680" fmla="*/ 160385 h 1038647"/>
              <a:gd name="connsiteX681" fmla="*/ 2019688 w 2957513"/>
              <a:gd name="connsiteY681" fmla="*/ 117927 h 1038647"/>
              <a:gd name="connsiteX682" fmla="*/ 1932494 w 2957513"/>
              <a:gd name="connsiteY682" fmla="*/ 160385 h 1038647"/>
              <a:gd name="connsiteX683" fmla="*/ 1831931 w 2957513"/>
              <a:gd name="connsiteY683" fmla="*/ 207496 h 1038647"/>
              <a:gd name="connsiteX684" fmla="*/ 1732077 w 2957513"/>
              <a:gd name="connsiteY684" fmla="*/ 160385 h 1038647"/>
              <a:gd name="connsiteX685" fmla="*/ 1644414 w 2957513"/>
              <a:gd name="connsiteY685" fmla="*/ 117927 h 1038647"/>
              <a:gd name="connsiteX686" fmla="*/ 1557332 w 2957513"/>
              <a:gd name="connsiteY686" fmla="*/ 160385 h 1038647"/>
              <a:gd name="connsiteX687" fmla="*/ 1456897 w 2957513"/>
              <a:gd name="connsiteY687" fmla="*/ 207496 h 1038647"/>
              <a:gd name="connsiteX688" fmla="*/ 1357044 w 2957513"/>
              <a:gd name="connsiteY688" fmla="*/ 160385 h 1038647"/>
              <a:gd name="connsiteX689" fmla="*/ 1269380 w 2957513"/>
              <a:gd name="connsiteY689" fmla="*/ 117927 h 1038647"/>
              <a:gd name="connsiteX690" fmla="*/ 1182187 w 2957513"/>
              <a:gd name="connsiteY690" fmla="*/ 160385 h 1038647"/>
              <a:gd name="connsiteX691" fmla="*/ 1081623 w 2957513"/>
              <a:gd name="connsiteY691" fmla="*/ 207496 h 1038647"/>
              <a:gd name="connsiteX692" fmla="*/ 981769 w 2957513"/>
              <a:gd name="connsiteY692" fmla="*/ 160385 h 1038647"/>
              <a:gd name="connsiteX693" fmla="*/ 894106 w 2957513"/>
              <a:gd name="connsiteY693" fmla="*/ 117927 h 1038647"/>
              <a:gd name="connsiteX694" fmla="*/ 807025 w 2957513"/>
              <a:gd name="connsiteY694" fmla="*/ 160385 h 1038647"/>
              <a:gd name="connsiteX695" fmla="*/ 706589 w 2957513"/>
              <a:gd name="connsiteY695" fmla="*/ 207496 h 1038647"/>
              <a:gd name="connsiteX696" fmla="*/ 606736 w 2957513"/>
              <a:gd name="connsiteY696" fmla="*/ 160385 h 1038647"/>
              <a:gd name="connsiteX697" fmla="*/ 519073 w 2957513"/>
              <a:gd name="connsiteY697" fmla="*/ 117927 h 1038647"/>
              <a:gd name="connsiteX698" fmla="*/ 431879 w 2957513"/>
              <a:gd name="connsiteY698" fmla="*/ 160385 h 1038647"/>
              <a:gd name="connsiteX699" fmla="*/ 331316 w 2957513"/>
              <a:gd name="connsiteY699" fmla="*/ 207496 h 1038647"/>
              <a:gd name="connsiteX700" fmla="*/ 231461 w 2957513"/>
              <a:gd name="connsiteY700" fmla="*/ 160385 h 1038647"/>
              <a:gd name="connsiteX701" fmla="*/ 143799 w 2957513"/>
              <a:gd name="connsiteY701" fmla="*/ 117927 h 1038647"/>
              <a:gd name="connsiteX702" fmla="*/ 56717 w 2957513"/>
              <a:gd name="connsiteY702" fmla="*/ 160385 h 1038647"/>
              <a:gd name="connsiteX703" fmla="*/ 16732 w 2957513"/>
              <a:gd name="connsiteY703" fmla="*/ 192447 h 1038647"/>
              <a:gd name="connsiteX704" fmla="*/ 0 w 2957513"/>
              <a:gd name="connsiteY704" fmla="*/ 199302 h 1038647"/>
              <a:gd name="connsiteX705" fmla="*/ 0 w 2957513"/>
              <a:gd name="connsiteY705" fmla="*/ 178656 h 1038647"/>
              <a:gd name="connsiteX706" fmla="*/ 7733 w 2957513"/>
              <a:gd name="connsiteY706" fmla="*/ 176743 h 1038647"/>
              <a:gd name="connsiteX707" fmla="*/ 43945 w 2957513"/>
              <a:gd name="connsiteY707" fmla="*/ 147008 h 1038647"/>
              <a:gd name="connsiteX708" fmla="*/ 143799 w 2957513"/>
              <a:gd name="connsiteY708" fmla="*/ 99897 h 1038647"/>
              <a:gd name="connsiteX709" fmla="*/ 143799 w 2957513"/>
              <a:gd name="connsiteY709" fmla="*/ 0 h 1038647"/>
              <a:gd name="connsiteX710" fmla="*/ 244233 w 2957513"/>
              <a:gd name="connsiteY710" fmla="*/ 47649 h 1038647"/>
              <a:gd name="connsiteX711" fmla="*/ 331316 w 2957513"/>
              <a:gd name="connsiteY711" fmla="*/ 90068 h 1038647"/>
              <a:gd name="connsiteX712" fmla="*/ 419091 w 2957513"/>
              <a:gd name="connsiteY712" fmla="*/ 47649 h 1038647"/>
              <a:gd name="connsiteX713" fmla="*/ 519073 w 2957513"/>
              <a:gd name="connsiteY713" fmla="*/ 0 h 1038647"/>
              <a:gd name="connsiteX714" fmla="*/ 619508 w 2957513"/>
              <a:gd name="connsiteY714" fmla="*/ 47649 h 1038647"/>
              <a:gd name="connsiteX715" fmla="*/ 706589 w 2957513"/>
              <a:gd name="connsiteY715" fmla="*/ 90068 h 1038647"/>
              <a:gd name="connsiteX716" fmla="*/ 794253 w 2957513"/>
              <a:gd name="connsiteY716" fmla="*/ 47649 h 1038647"/>
              <a:gd name="connsiteX717" fmla="*/ 894106 w 2957513"/>
              <a:gd name="connsiteY717" fmla="*/ 0 h 1038647"/>
              <a:gd name="connsiteX718" fmla="*/ 994540 w 2957513"/>
              <a:gd name="connsiteY718" fmla="*/ 47649 h 1038647"/>
              <a:gd name="connsiteX719" fmla="*/ 1081623 w 2957513"/>
              <a:gd name="connsiteY719" fmla="*/ 90068 h 1038647"/>
              <a:gd name="connsiteX720" fmla="*/ 1169399 w 2957513"/>
              <a:gd name="connsiteY720" fmla="*/ 47649 h 1038647"/>
              <a:gd name="connsiteX721" fmla="*/ 1269380 w 2957513"/>
              <a:gd name="connsiteY721" fmla="*/ 0 h 1038647"/>
              <a:gd name="connsiteX722" fmla="*/ 1369815 w 2957513"/>
              <a:gd name="connsiteY722" fmla="*/ 47649 h 1038647"/>
              <a:gd name="connsiteX723" fmla="*/ 1456897 w 2957513"/>
              <a:gd name="connsiteY723" fmla="*/ 90068 h 1038647"/>
              <a:gd name="connsiteX724" fmla="*/ 1544561 w 2957513"/>
              <a:gd name="connsiteY724" fmla="*/ 47649 h 1038647"/>
              <a:gd name="connsiteX725" fmla="*/ 1644414 w 2957513"/>
              <a:gd name="connsiteY725" fmla="*/ 0 h 1038647"/>
              <a:gd name="connsiteX726" fmla="*/ 1744848 w 2957513"/>
              <a:gd name="connsiteY726" fmla="*/ 47649 h 1038647"/>
              <a:gd name="connsiteX727" fmla="*/ 1831931 w 2957513"/>
              <a:gd name="connsiteY727" fmla="*/ 90068 h 1038647"/>
              <a:gd name="connsiteX728" fmla="*/ 1919706 w 2957513"/>
              <a:gd name="connsiteY728" fmla="*/ 47649 h 1038647"/>
              <a:gd name="connsiteX729" fmla="*/ 2019688 w 2957513"/>
              <a:gd name="connsiteY729" fmla="*/ 0 h 1038647"/>
              <a:gd name="connsiteX730" fmla="*/ 2120123 w 2957513"/>
              <a:gd name="connsiteY730" fmla="*/ 47649 h 1038647"/>
              <a:gd name="connsiteX731" fmla="*/ 2207205 w 2957513"/>
              <a:gd name="connsiteY731" fmla="*/ 90068 h 1038647"/>
              <a:gd name="connsiteX732" fmla="*/ 2294868 w 2957513"/>
              <a:gd name="connsiteY732" fmla="*/ 47649 h 1038647"/>
              <a:gd name="connsiteX733" fmla="*/ 2394722 w 2957513"/>
              <a:gd name="connsiteY733" fmla="*/ 0 h 1038647"/>
              <a:gd name="connsiteX734" fmla="*/ 2494576 w 2957513"/>
              <a:gd name="connsiteY734" fmla="*/ 47649 h 1038647"/>
              <a:gd name="connsiteX735" fmla="*/ 2582239 w 2957513"/>
              <a:gd name="connsiteY735" fmla="*/ 90068 h 1038647"/>
              <a:gd name="connsiteX736" fmla="*/ 2670014 w 2957513"/>
              <a:gd name="connsiteY736" fmla="*/ 47649 h 1038647"/>
              <a:gd name="connsiteX737" fmla="*/ 2769996 w 2957513"/>
              <a:gd name="connsiteY737" fmla="*/ 0 h 1038647"/>
              <a:gd name="connsiteX738" fmla="*/ 2869850 w 2957513"/>
              <a:gd name="connsiteY738" fmla="*/ 47649 h 1038647"/>
              <a:gd name="connsiteX739" fmla="*/ 2957513 w 2957513"/>
              <a:gd name="connsiteY739" fmla="*/ 90068 h 1038647"/>
              <a:gd name="connsiteX740" fmla="*/ 2957513 w 2957513"/>
              <a:gd name="connsiteY740" fmla="*/ 108081 h 1038647"/>
              <a:gd name="connsiteX741" fmla="*/ 2857659 w 2957513"/>
              <a:gd name="connsiteY741" fmla="*/ 60433 h 1038647"/>
              <a:gd name="connsiteX742" fmla="*/ 2769996 w 2957513"/>
              <a:gd name="connsiteY742" fmla="*/ 18014 h 1038647"/>
              <a:gd name="connsiteX743" fmla="*/ 2682221 w 2957513"/>
              <a:gd name="connsiteY743" fmla="*/ 60433 h 1038647"/>
              <a:gd name="connsiteX744" fmla="*/ 2582239 w 2957513"/>
              <a:gd name="connsiteY744" fmla="*/ 108081 h 1038647"/>
              <a:gd name="connsiteX745" fmla="*/ 2482384 w 2957513"/>
              <a:gd name="connsiteY745" fmla="*/ 60433 h 1038647"/>
              <a:gd name="connsiteX746" fmla="*/ 2394722 w 2957513"/>
              <a:gd name="connsiteY746" fmla="*/ 18014 h 1038647"/>
              <a:gd name="connsiteX747" fmla="*/ 2307059 w 2957513"/>
              <a:gd name="connsiteY747" fmla="*/ 60433 h 1038647"/>
              <a:gd name="connsiteX748" fmla="*/ 2207205 w 2957513"/>
              <a:gd name="connsiteY748" fmla="*/ 108081 h 1038647"/>
              <a:gd name="connsiteX749" fmla="*/ 2107352 w 2957513"/>
              <a:gd name="connsiteY749" fmla="*/ 60433 h 1038647"/>
              <a:gd name="connsiteX750" fmla="*/ 2019688 w 2957513"/>
              <a:gd name="connsiteY750" fmla="*/ 18014 h 1038647"/>
              <a:gd name="connsiteX751" fmla="*/ 1932494 w 2957513"/>
              <a:gd name="connsiteY751" fmla="*/ 60433 h 1038647"/>
              <a:gd name="connsiteX752" fmla="*/ 1831931 w 2957513"/>
              <a:gd name="connsiteY752" fmla="*/ 108081 h 1038647"/>
              <a:gd name="connsiteX753" fmla="*/ 1732077 w 2957513"/>
              <a:gd name="connsiteY753" fmla="*/ 60433 h 1038647"/>
              <a:gd name="connsiteX754" fmla="*/ 1644414 w 2957513"/>
              <a:gd name="connsiteY754" fmla="*/ 18014 h 1038647"/>
              <a:gd name="connsiteX755" fmla="*/ 1557332 w 2957513"/>
              <a:gd name="connsiteY755" fmla="*/ 60433 h 1038647"/>
              <a:gd name="connsiteX756" fmla="*/ 1456897 w 2957513"/>
              <a:gd name="connsiteY756" fmla="*/ 108081 h 1038647"/>
              <a:gd name="connsiteX757" fmla="*/ 1357044 w 2957513"/>
              <a:gd name="connsiteY757" fmla="*/ 60433 h 1038647"/>
              <a:gd name="connsiteX758" fmla="*/ 1269380 w 2957513"/>
              <a:gd name="connsiteY758" fmla="*/ 18014 h 1038647"/>
              <a:gd name="connsiteX759" fmla="*/ 1182187 w 2957513"/>
              <a:gd name="connsiteY759" fmla="*/ 60433 h 1038647"/>
              <a:gd name="connsiteX760" fmla="*/ 1081623 w 2957513"/>
              <a:gd name="connsiteY760" fmla="*/ 108081 h 1038647"/>
              <a:gd name="connsiteX761" fmla="*/ 981769 w 2957513"/>
              <a:gd name="connsiteY761" fmla="*/ 60433 h 1038647"/>
              <a:gd name="connsiteX762" fmla="*/ 894106 w 2957513"/>
              <a:gd name="connsiteY762" fmla="*/ 18014 h 1038647"/>
              <a:gd name="connsiteX763" fmla="*/ 807025 w 2957513"/>
              <a:gd name="connsiteY763" fmla="*/ 60433 h 1038647"/>
              <a:gd name="connsiteX764" fmla="*/ 706589 w 2957513"/>
              <a:gd name="connsiteY764" fmla="*/ 108081 h 1038647"/>
              <a:gd name="connsiteX765" fmla="*/ 606736 w 2957513"/>
              <a:gd name="connsiteY765" fmla="*/ 60433 h 1038647"/>
              <a:gd name="connsiteX766" fmla="*/ 519073 w 2957513"/>
              <a:gd name="connsiteY766" fmla="*/ 18014 h 1038647"/>
              <a:gd name="connsiteX767" fmla="*/ 431879 w 2957513"/>
              <a:gd name="connsiteY767" fmla="*/ 60433 h 1038647"/>
              <a:gd name="connsiteX768" fmla="*/ 331316 w 2957513"/>
              <a:gd name="connsiteY768" fmla="*/ 108081 h 1038647"/>
              <a:gd name="connsiteX769" fmla="*/ 231461 w 2957513"/>
              <a:gd name="connsiteY769" fmla="*/ 60433 h 1038647"/>
              <a:gd name="connsiteX770" fmla="*/ 143799 w 2957513"/>
              <a:gd name="connsiteY770" fmla="*/ 18014 h 1038647"/>
              <a:gd name="connsiteX771" fmla="*/ 56717 w 2957513"/>
              <a:gd name="connsiteY771" fmla="*/ 60433 h 1038647"/>
              <a:gd name="connsiteX772" fmla="*/ 16732 w 2957513"/>
              <a:gd name="connsiteY772" fmla="*/ 92755 h 1038647"/>
              <a:gd name="connsiteX773" fmla="*/ 0 w 2957513"/>
              <a:gd name="connsiteY773" fmla="*/ 99730 h 1038647"/>
              <a:gd name="connsiteX774" fmla="*/ 0 w 2957513"/>
              <a:gd name="connsiteY774" fmla="*/ 80350 h 1038647"/>
              <a:gd name="connsiteX775" fmla="*/ 7733 w 2957513"/>
              <a:gd name="connsiteY775" fmla="*/ 77139 h 1038647"/>
              <a:gd name="connsiteX776" fmla="*/ 43945 w 2957513"/>
              <a:gd name="connsiteY776" fmla="*/ 47649 h 1038647"/>
              <a:gd name="connsiteX777" fmla="*/ 143799 w 2957513"/>
              <a:gd name="connsiteY777" fmla="*/ 0 h 1038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</a:cxnLst>
            <a:rect l="l" t="t" r="r" b="b"/>
            <a:pathLst>
              <a:path w="2957513" h="1038647">
                <a:moveTo>
                  <a:pt x="2769996" y="1000651"/>
                </a:moveTo>
                <a:cubicBezTo>
                  <a:pt x="2795250" y="1000651"/>
                  <a:pt x="2814408" y="1006758"/>
                  <a:pt x="2830155" y="1015701"/>
                </a:cubicBezTo>
                <a:lnTo>
                  <a:pt x="2858565" y="1038647"/>
                </a:lnTo>
                <a:lnTo>
                  <a:pt x="2830103" y="1038647"/>
                </a:lnTo>
                <a:lnTo>
                  <a:pt x="2821229" y="1031404"/>
                </a:lnTo>
                <a:cubicBezTo>
                  <a:pt x="2807586" y="1023625"/>
                  <a:pt x="2791476" y="1018681"/>
                  <a:pt x="2769996" y="1018681"/>
                </a:cubicBezTo>
                <a:cubicBezTo>
                  <a:pt x="2748488" y="1018681"/>
                  <a:pt x="2732503" y="1023625"/>
                  <a:pt x="2718915" y="1031404"/>
                </a:cubicBezTo>
                <a:lnTo>
                  <a:pt x="2709977" y="1038647"/>
                </a:lnTo>
                <a:lnTo>
                  <a:pt x="2681454" y="1038647"/>
                </a:lnTo>
                <a:lnTo>
                  <a:pt x="2709978" y="1015919"/>
                </a:lnTo>
                <a:cubicBezTo>
                  <a:pt x="2725673" y="1006904"/>
                  <a:pt x="2744710" y="1000651"/>
                  <a:pt x="2769996" y="1000651"/>
                </a:cubicBezTo>
                <a:close/>
                <a:moveTo>
                  <a:pt x="2394722" y="1000651"/>
                </a:moveTo>
                <a:cubicBezTo>
                  <a:pt x="2419976" y="1000651"/>
                  <a:pt x="2439134" y="1006758"/>
                  <a:pt x="2454881" y="1015701"/>
                </a:cubicBezTo>
                <a:lnTo>
                  <a:pt x="2483291" y="1038647"/>
                </a:lnTo>
                <a:lnTo>
                  <a:pt x="2454828" y="1038647"/>
                </a:lnTo>
                <a:lnTo>
                  <a:pt x="2445955" y="1031404"/>
                </a:lnTo>
                <a:cubicBezTo>
                  <a:pt x="2432313" y="1023625"/>
                  <a:pt x="2416203" y="1018681"/>
                  <a:pt x="2394722" y="1018681"/>
                </a:cubicBezTo>
                <a:cubicBezTo>
                  <a:pt x="2373242" y="1018681"/>
                  <a:pt x="2357277" y="1023625"/>
                  <a:pt x="2343706" y="1031404"/>
                </a:cubicBezTo>
                <a:lnTo>
                  <a:pt x="2334780" y="1038647"/>
                </a:lnTo>
                <a:lnTo>
                  <a:pt x="2306293" y="1038647"/>
                </a:lnTo>
                <a:lnTo>
                  <a:pt x="2334781" y="1015919"/>
                </a:lnTo>
                <a:cubicBezTo>
                  <a:pt x="2350456" y="1006904"/>
                  <a:pt x="2369469" y="1000651"/>
                  <a:pt x="2394722" y="1000651"/>
                </a:cubicBezTo>
                <a:close/>
                <a:moveTo>
                  <a:pt x="2019688" y="1000651"/>
                </a:moveTo>
                <a:cubicBezTo>
                  <a:pt x="2044942" y="1000651"/>
                  <a:pt x="2064100" y="1006758"/>
                  <a:pt x="2079920" y="1015701"/>
                </a:cubicBezTo>
                <a:lnTo>
                  <a:pt x="2108694" y="1038647"/>
                </a:lnTo>
                <a:lnTo>
                  <a:pt x="2079795" y="1038647"/>
                </a:lnTo>
                <a:lnTo>
                  <a:pt x="2070922" y="1031404"/>
                </a:lnTo>
                <a:cubicBezTo>
                  <a:pt x="2057279" y="1023625"/>
                  <a:pt x="2041169" y="1018681"/>
                  <a:pt x="2019688" y="1018681"/>
                </a:cubicBezTo>
                <a:cubicBezTo>
                  <a:pt x="1998180" y="1018681"/>
                  <a:pt x="1982195" y="1023625"/>
                  <a:pt x="1968680" y="1031404"/>
                </a:cubicBezTo>
                <a:lnTo>
                  <a:pt x="1959866" y="1038647"/>
                </a:lnTo>
                <a:lnTo>
                  <a:pt x="1931146" y="1038647"/>
                </a:lnTo>
                <a:lnTo>
                  <a:pt x="1959670" y="1015919"/>
                </a:lnTo>
                <a:cubicBezTo>
                  <a:pt x="1975365" y="1006904"/>
                  <a:pt x="1994402" y="1000651"/>
                  <a:pt x="2019688" y="1000651"/>
                </a:cubicBezTo>
                <a:close/>
                <a:moveTo>
                  <a:pt x="1644414" y="1000651"/>
                </a:moveTo>
                <a:cubicBezTo>
                  <a:pt x="1669668" y="1000651"/>
                  <a:pt x="1688826" y="1006758"/>
                  <a:pt x="1704646" y="1015701"/>
                </a:cubicBezTo>
                <a:lnTo>
                  <a:pt x="1733419" y="1038647"/>
                </a:lnTo>
                <a:lnTo>
                  <a:pt x="1704521" y="1038647"/>
                </a:lnTo>
                <a:lnTo>
                  <a:pt x="1695647" y="1031404"/>
                </a:lnTo>
                <a:cubicBezTo>
                  <a:pt x="1682005" y="1023625"/>
                  <a:pt x="1665895" y="1018681"/>
                  <a:pt x="1644414" y="1018681"/>
                </a:cubicBezTo>
                <a:cubicBezTo>
                  <a:pt x="1622934" y="1018681"/>
                  <a:pt x="1606969" y="1023625"/>
                  <a:pt x="1593472" y="1031404"/>
                </a:cubicBezTo>
                <a:lnTo>
                  <a:pt x="1584669" y="1038647"/>
                </a:lnTo>
                <a:lnTo>
                  <a:pt x="1555986" y="1038647"/>
                </a:lnTo>
                <a:lnTo>
                  <a:pt x="1584473" y="1015919"/>
                </a:lnTo>
                <a:cubicBezTo>
                  <a:pt x="1600148" y="1006904"/>
                  <a:pt x="1619161" y="1000651"/>
                  <a:pt x="1644414" y="1000651"/>
                </a:cubicBezTo>
                <a:close/>
                <a:moveTo>
                  <a:pt x="1269380" y="1000651"/>
                </a:moveTo>
                <a:cubicBezTo>
                  <a:pt x="1294925" y="1000651"/>
                  <a:pt x="1314083" y="1006758"/>
                  <a:pt x="1329830" y="1015701"/>
                </a:cubicBezTo>
                <a:lnTo>
                  <a:pt x="1358448" y="1038647"/>
                </a:lnTo>
                <a:lnTo>
                  <a:pt x="1329652" y="1038647"/>
                </a:lnTo>
                <a:lnTo>
                  <a:pt x="1320832" y="1031404"/>
                </a:lnTo>
                <a:cubicBezTo>
                  <a:pt x="1307261" y="1023625"/>
                  <a:pt x="1291151" y="1018681"/>
                  <a:pt x="1269380" y="1018681"/>
                </a:cubicBezTo>
                <a:cubicBezTo>
                  <a:pt x="1247873" y="1018681"/>
                  <a:pt x="1231887" y="1023625"/>
                  <a:pt x="1218372" y="1031404"/>
                </a:cubicBezTo>
                <a:lnTo>
                  <a:pt x="1209558" y="1038647"/>
                </a:lnTo>
                <a:lnTo>
                  <a:pt x="1180839" y="1038647"/>
                </a:lnTo>
                <a:lnTo>
                  <a:pt x="1209363" y="1015919"/>
                </a:lnTo>
                <a:cubicBezTo>
                  <a:pt x="1225057" y="1006904"/>
                  <a:pt x="1244094" y="1000651"/>
                  <a:pt x="1269380" y="1000651"/>
                </a:cubicBezTo>
                <a:close/>
                <a:moveTo>
                  <a:pt x="894106" y="1000651"/>
                </a:moveTo>
                <a:cubicBezTo>
                  <a:pt x="919650" y="1000651"/>
                  <a:pt x="938808" y="1006758"/>
                  <a:pt x="954555" y="1015701"/>
                </a:cubicBezTo>
                <a:lnTo>
                  <a:pt x="983173" y="1038647"/>
                </a:lnTo>
                <a:lnTo>
                  <a:pt x="954377" y="1038647"/>
                </a:lnTo>
                <a:lnTo>
                  <a:pt x="945557" y="1031404"/>
                </a:lnTo>
                <a:cubicBezTo>
                  <a:pt x="931987" y="1023625"/>
                  <a:pt x="915877" y="1018681"/>
                  <a:pt x="894106" y="1018681"/>
                </a:cubicBezTo>
                <a:cubicBezTo>
                  <a:pt x="872626" y="1018681"/>
                  <a:pt x="856661" y="1023625"/>
                  <a:pt x="843164" y="1031404"/>
                </a:cubicBezTo>
                <a:lnTo>
                  <a:pt x="834361" y="1038647"/>
                </a:lnTo>
                <a:lnTo>
                  <a:pt x="805678" y="1038647"/>
                </a:lnTo>
                <a:lnTo>
                  <a:pt x="834165" y="1015919"/>
                </a:lnTo>
                <a:cubicBezTo>
                  <a:pt x="849840" y="1006904"/>
                  <a:pt x="868853" y="1000651"/>
                  <a:pt x="894106" y="1000651"/>
                </a:cubicBezTo>
                <a:close/>
                <a:moveTo>
                  <a:pt x="519073" y="1000651"/>
                </a:moveTo>
                <a:cubicBezTo>
                  <a:pt x="544617" y="1000651"/>
                  <a:pt x="563775" y="1006758"/>
                  <a:pt x="579523" y="1015701"/>
                </a:cubicBezTo>
                <a:lnTo>
                  <a:pt x="608140" y="1038647"/>
                </a:lnTo>
                <a:lnTo>
                  <a:pt x="579344" y="1038647"/>
                </a:lnTo>
                <a:lnTo>
                  <a:pt x="570524" y="1031404"/>
                </a:lnTo>
                <a:cubicBezTo>
                  <a:pt x="556953" y="1023625"/>
                  <a:pt x="540843" y="1018681"/>
                  <a:pt x="519073" y="1018681"/>
                </a:cubicBezTo>
                <a:cubicBezTo>
                  <a:pt x="497565" y="1018681"/>
                  <a:pt x="481580" y="1023625"/>
                  <a:pt x="468065" y="1031404"/>
                </a:cubicBezTo>
                <a:lnTo>
                  <a:pt x="459251" y="1038647"/>
                </a:lnTo>
                <a:lnTo>
                  <a:pt x="430531" y="1038647"/>
                </a:lnTo>
                <a:lnTo>
                  <a:pt x="459055" y="1015919"/>
                </a:lnTo>
                <a:cubicBezTo>
                  <a:pt x="474749" y="1006904"/>
                  <a:pt x="493787" y="1000651"/>
                  <a:pt x="519073" y="1000651"/>
                </a:cubicBezTo>
                <a:close/>
                <a:moveTo>
                  <a:pt x="143799" y="1000651"/>
                </a:moveTo>
                <a:cubicBezTo>
                  <a:pt x="169343" y="1000651"/>
                  <a:pt x="188501" y="1006758"/>
                  <a:pt x="204248" y="1015701"/>
                </a:cubicBezTo>
                <a:lnTo>
                  <a:pt x="232866" y="1038647"/>
                </a:lnTo>
                <a:lnTo>
                  <a:pt x="204070" y="1038647"/>
                </a:lnTo>
                <a:lnTo>
                  <a:pt x="195250" y="1031404"/>
                </a:lnTo>
                <a:cubicBezTo>
                  <a:pt x="181680" y="1023625"/>
                  <a:pt x="165570" y="1018681"/>
                  <a:pt x="143799" y="1018681"/>
                </a:cubicBezTo>
                <a:cubicBezTo>
                  <a:pt x="122319" y="1018681"/>
                  <a:pt x="106354" y="1023625"/>
                  <a:pt x="92856" y="1031404"/>
                </a:cubicBezTo>
                <a:lnTo>
                  <a:pt x="84054" y="1038647"/>
                </a:lnTo>
                <a:lnTo>
                  <a:pt x="55370" y="1038647"/>
                </a:lnTo>
                <a:lnTo>
                  <a:pt x="83857" y="1015919"/>
                </a:lnTo>
                <a:cubicBezTo>
                  <a:pt x="99532" y="1006904"/>
                  <a:pt x="118545" y="1000651"/>
                  <a:pt x="143799" y="1000651"/>
                </a:cubicBezTo>
                <a:close/>
                <a:moveTo>
                  <a:pt x="143799" y="900273"/>
                </a:moveTo>
                <a:cubicBezTo>
                  <a:pt x="194887" y="900273"/>
                  <a:pt x="220431" y="924647"/>
                  <a:pt x="244233" y="947279"/>
                </a:cubicBezTo>
                <a:cubicBezTo>
                  <a:pt x="267455" y="969911"/>
                  <a:pt x="288355" y="989642"/>
                  <a:pt x="331316" y="989642"/>
                </a:cubicBezTo>
                <a:cubicBezTo>
                  <a:pt x="374912" y="989642"/>
                  <a:pt x="395839" y="969911"/>
                  <a:pt x="419091" y="947279"/>
                </a:cubicBezTo>
                <a:cubicBezTo>
                  <a:pt x="442924" y="924647"/>
                  <a:pt x="468500" y="900273"/>
                  <a:pt x="519073" y="900273"/>
                </a:cubicBezTo>
                <a:cubicBezTo>
                  <a:pt x="570161" y="900273"/>
                  <a:pt x="595705" y="924647"/>
                  <a:pt x="619508" y="947279"/>
                </a:cubicBezTo>
                <a:cubicBezTo>
                  <a:pt x="642730" y="969911"/>
                  <a:pt x="663629" y="989642"/>
                  <a:pt x="706589" y="989642"/>
                </a:cubicBezTo>
                <a:cubicBezTo>
                  <a:pt x="750130" y="989642"/>
                  <a:pt x="771031" y="969911"/>
                  <a:pt x="794253" y="947279"/>
                </a:cubicBezTo>
                <a:cubicBezTo>
                  <a:pt x="818055" y="924647"/>
                  <a:pt x="843599" y="900273"/>
                  <a:pt x="894106" y="900273"/>
                </a:cubicBezTo>
                <a:cubicBezTo>
                  <a:pt x="945194" y="900273"/>
                  <a:pt x="970738" y="924647"/>
                  <a:pt x="994540" y="947279"/>
                </a:cubicBezTo>
                <a:cubicBezTo>
                  <a:pt x="1017763" y="969911"/>
                  <a:pt x="1038663" y="989642"/>
                  <a:pt x="1081623" y="989642"/>
                </a:cubicBezTo>
                <a:cubicBezTo>
                  <a:pt x="1125220" y="989642"/>
                  <a:pt x="1146147" y="969911"/>
                  <a:pt x="1169399" y="947279"/>
                </a:cubicBezTo>
                <a:cubicBezTo>
                  <a:pt x="1193232" y="924647"/>
                  <a:pt x="1218808" y="900273"/>
                  <a:pt x="1269380" y="900273"/>
                </a:cubicBezTo>
                <a:cubicBezTo>
                  <a:pt x="1320469" y="900273"/>
                  <a:pt x="1346013" y="924647"/>
                  <a:pt x="1369815" y="947279"/>
                </a:cubicBezTo>
                <a:cubicBezTo>
                  <a:pt x="1393038" y="969911"/>
                  <a:pt x="1413937" y="989642"/>
                  <a:pt x="1456897" y="989642"/>
                </a:cubicBezTo>
                <a:cubicBezTo>
                  <a:pt x="1499858" y="989642"/>
                  <a:pt x="1521338" y="969911"/>
                  <a:pt x="1544561" y="947279"/>
                </a:cubicBezTo>
                <a:cubicBezTo>
                  <a:pt x="1568363" y="924647"/>
                  <a:pt x="1593907" y="900273"/>
                  <a:pt x="1644414" y="900273"/>
                </a:cubicBezTo>
                <a:cubicBezTo>
                  <a:pt x="1694922" y="900273"/>
                  <a:pt x="1721046" y="924647"/>
                  <a:pt x="1744848" y="947279"/>
                </a:cubicBezTo>
                <a:cubicBezTo>
                  <a:pt x="1768071" y="969911"/>
                  <a:pt x="1788971" y="989642"/>
                  <a:pt x="1831931" y="989642"/>
                </a:cubicBezTo>
                <a:cubicBezTo>
                  <a:pt x="1874947" y="989642"/>
                  <a:pt x="1896454" y="969911"/>
                  <a:pt x="1919706" y="947279"/>
                </a:cubicBezTo>
                <a:cubicBezTo>
                  <a:pt x="1943540" y="924647"/>
                  <a:pt x="1969116" y="900273"/>
                  <a:pt x="2019688" y="900273"/>
                </a:cubicBezTo>
                <a:cubicBezTo>
                  <a:pt x="2070196" y="900273"/>
                  <a:pt x="2096321" y="924647"/>
                  <a:pt x="2120123" y="947279"/>
                </a:cubicBezTo>
                <a:cubicBezTo>
                  <a:pt x="2143346" y="969911"/>
                  <a:pt x="2164245" y="989642"/>
                  <a:pt x="2207205" y="989642"/>
                </a:cubicBezTo>
                <a:cubicBezTo>
                  <a:pt x="2250166" y="989642"/>
                  <a:pt x="2271646" y="969911"/>
                  <a:pt x="2294868" y="947279"/>
                </a:cubicBezTo>
                <a:cubicBezTo>
                  <a:pt x="2318671" y="924647"/>
                  <a:pt x="2344215" y="900273"/>
                  <a:pt x="2394722" y="900273"/>
                </a:cubicBezTo>
                <a:cubicBezTo>
                  <a:pt x="2445230" y="900273"/>
                  <a:pt x="2471354" y="924647"/>
                  <a:pt x="2494576" y="947279"/>
                </a:cubicBezTo>
                <a:cubicBezTo>
                  <a:pt x="2518378" y="969911"/>
                  <a:pt x="2539279" y="989642"/>
                  <a:pt x="2582239" y="989642"/>
                </a:cubicBezTo>
                <a:cubicBezTo>
                  <a:pt x="2625255" y="989642"/>
                  <a:pt x="2646762" y="969911"/>
                  <a:pt x="2670014" y="947279"/>
                </a:cubicBezTo>
                <a:cubicBezTo>
                  <a:pt x="2693848" y="924647"/>
                  <a:pt x="2719424" y="900273"/>
                  <a:pt x="2769996" y="900273"/>
                </a:cubicBezTo>
                <a:cubicBezTo>
                  <a:pt x="2820503" y="900273"/>
                  <a:pt x="2846629" y="924647"/>
                  <a:pt x="2869850" y="947279"/>
                </a:cubicBezTo>
                <a:cubicBezTo>
                  <a:pt x="2893653" y="969911"/>
                  <a:pt x="2914552" y="989642"/>
                  <a:pt x="2957513" y="989642"/>
                </a:cubicBezTo>
                <a:lnTo>
                  <a:pt x="2957513" y="1007632"/>
                </a:lnTo>
                <a:cubicBezTo>
                  <a:pt x="2907005" y="1007632"/>
                  <a:pt x="2881462" y="982678"/>
                  <a:pt x="2857659" y="960626"/>
                </a:cubicBezTo>
                <a:cubicBezTo>
                  <a:pt x="2834437" y="937994"/>
                  <a:pt x="2812956" y="918263"/>
                  <a:pt x="2769996" y="918263"/>
                </a:cubicBezTo>
                <a:cubicBezTo>
                  <a:pt x="2726980" y="918263"/>
                  <a:pt x="2706054" y="937994"/>
                  <a:pt x="2682221" y="960626"/>
                </a:cubicBezTo>
                <a:cubicBezTo>
                  <a:pt x="2658969" y="983259"/>
                  <a:pt x="2632811" y="1007632"/>
                  <a:pt x="2582239" y="1007632"/>
                </a:cubicBezTo>
                <a:cubicBezTo>
                  <a:pt x="2531732" y="1007632"/>
                  <a:pt x="2506188" y="982678"/>
                  <a:pt x="2482384" y="960626"/>
                </a:cubicBezTo>
                <a:cubicBezTo>
                  <a:pt x="2459162" y="937994"/>
                  <a:pt x="2437683" y="918263"/>
                  <a:pt x="2394722" y="918263"/>
                </a:cubicBezTo>
                <a:cubicBezTo>
                  <a:pt x="2351762" y="918263"/>
                  <a:pt x="2330861" y="937994"/>
                  <a:pt x="2307059" y="960626"/>
                </a:cubicBezTo>
                <a:cubicBezTo>
                  <a:pt x="2283837" y="983259"/>
                  <a:pt x="2257713" y="1007632"/>
                  <a:pt x="2207205" y="1007632"/>
                </a:cubicBezTo>
                <a:cubicBezTo>
                  <a:pt x="2156698" y="1007632"/>
                  <a:pt x="2131154" y="982678"/>
                  <a:pt x="2107352" y="960626"/>
                </a:cubicBezTo>
                <a:cubicBezTo>
                  <a:pt x="2084129" y="937994"/>
                  <a:pt x="2062649" y="918263"/>
                  <a:pt x="2019688" y="918263"/>
                </a:cubicBezTo>
                <a:cubicBezTo>
                  <a:pt x="1976672" y="918263"/>
                  <a:pt x="1955746" y="937994"/>
                  <a:pt x="1932494" y="960626"/>
                </a:cubicBezTo>
                <a:cubicBezTo>
                  <a:pt x="1908662" y="983259"/>
                  <a:pt x="1882503" y="1007632"/>
                  <a:pt x="1831931" y="1007632"/>
                </a:cubicBezTo>
                <a:cubicBezTo>
                  <a:pt x="1781424" y="1007632"/>
                  <a:pt x="1755880" y="982678"/>
                  <a:pt x="1732077" y="960626"/>
                </a:cubicBezTo>
                <a:cubicBezTo>
                  <a:pt x="1708854" y="937994"/>
                  <a:pt x="1687375" y="918263"/>
                  <a:pt x="1644414" y="918263"/>
                </a:cubicBezTo>
                <a:cubicBezTo>
                  <a:pt x="1601454" y="918263"/>
                  <a:pt x="1580555" y="937994"/>
                  <a:pt x="1557332" y="960626"/>
                </a:cubicBezTo>
                <a:cubicBezTo>
                  <a:pt x="1533529" y="983259"/>
                  <a:pt x="1507405" y="1007632"/>
                  <a:pt x="1456897" y="1007632"/>
                </a:cubicBezTo>
                <a:cubicBezTo>
                  <a:pt x="1406390" y="1007632"/>
                  <a:pt x="1380846" y="982678"/>
                  <a:pt x="1357044" y="960626"/>
                </a:cubicBezTo>
                <a:cubicBezTo>
                  <a:pt x="1333821" y="937994"/>
                  <a:pt x="1312921" y="918263"/>
                  <a:pt x="1269380" y="918263"/>
                </a:cubicBezTo>
                <a:cubicBezTo>
                  <a:pt x="1226365" y="918263"/>
                  <a:pt x="1205438" y="937994"/>
                  <a:pt x="1182187" y="960626"/>
                </a:cubicBezTo>
                <a:cubicBezTo>
                  <a:pt x="1158354" y="983259"/>
                  <a:pt x="1132777" y="1007632"/>
                  <a:pt x="1081623" y="1007632"/>
                </a:cubicBezTo>
                <a:cubicBezTo>
                  <a:pt x="1031116" y="1007632"/>
                  <a:pt x="1005572" y="982678"/>
                  <a:pt x="981769" y="960626"/>
                </a:cubicBezTo>
                <a:cubicBezTo>
                  <a:pt x="958546" y="937994"/>
                  <a:pt x="937647" y="918263"/>
                  <a:pt x="894106" y="918263"/>
                </a:cubicBezTo>
                <a:cubicBezTo>
                  <a:pt x="851146" y="918263"/>
                  <a:pt x="830247" y="937994"/>
                  <a:pt x="807025" y="960626"/>
                </a:cubicBezTo>
                <a:cubicBezTo>
                  <a:pt x="783221" y="983259"/>
                  <a:pt x="757677" y="1007632"/>
                  <a:pt x="706589" y="1007632"/>
                </a:cubicBezTo>
                <a:cubicBezTo>
                  <a:pt x="656082" y="1007632"/>
                  <a:pt x="630538" y="982678"/>
                  <a:pt x="606736" y="960626"/>
                </a:cubicBezTo>
                <a:cubicBezTo>
                  <a:pt x="583514" y="937994"/>
                  <a:pt x="562613" y="918263"/>
                  <a:pt x="519073" y="918263"/>
                </a:cubicBezTo>
                <a:cubicBezTo>
                  <a:pt x="476057" y="918263"/>
                  <a:pt x="455131" y="937994"/>
                  <a:pt x="431879" y="960626"/>
                </a:cubicBezTo>
                <a:cubicBezTo>
                  <a:pt x="408047" y="983259"/>
                  <a:pt x="382469" y="1007632"/>
                  <a:pt x="331316" y="1007632"/>
                </a:cubicBezTo>
                <a:cubicBezTo>
                  <a:pt x="280808" y="1007632"/>
                  <a:pt x="255264" y="982678"/>
                  <a:pt x="231461" y="960626"/>
                </a:cubicBezTo>
                <a:cubicBezTo>
                  <a:pt x="208240" y="937994"/>
                  <a:pt x="187340" y="918263"/>
                  <a:pt x="143799" y="918263"/>
                </a:cubicBezTo>
                <a:cubicBezTo>
                  <a:pt x="100838" y="918263"/>
                  <a:pt x="79939" y="937994"/>
                  <a:pt x="56717" y="960626"/>
                </a:cubicBezTo>
                <a:cubicBezTo>
                  <a:pt x="44816" y="971943"/>
                  <a:pt x="32479" y="983694"/>
                  <a:pt x="16732" y="992616"/>
                </a:cubicBezTo>
                <a:lnTo>
                  <a:pt x="0" y="999456"/>
                </a:lnTo>
                <a:lnTo>
                  <a:pt x="0" y="978856"/>
                </a:lnTo>
                <a:lnTo>
                  <a:pt x="7733" y="976948"/>
                </a:lnTo>
                <a:cubicBezTo>
                  <a:pt x="21304" y="969186"/>
                  <a:pt x="32334" y="958595"/>
                  <a:pt x="43945" y="947279"/>
                </a:cubicBezTo>
                <a:cubicBezTo>
                  <a:pt x="67747" y="924647"/>
                  <a:pt x="93291" y="900273"/>
                  <a:pt x="143799" y="900273"/>
                </a:cubicBezTo>
                <a:close/>
                <a:moveTo>
                  <a:pt x="143799" y="800136"/>
                </a:moveTo>
                <a:cubicBezTo>
                  <a:pt x="194887" y="800136"/>
                  <a:pt x="220431" y="825122"/>
                  <a:pt x="244233" y="847784"/>
                </a:cubicBezTo>
                <a:cubicBezTo>
                  <a:pt x="267455" y="869865"/>
                  <a:pt x="288355" y="890203"/>
                  <a:pt x="331316" y="890203"/>
                </a:cubicBezTo>
                <a:cubicBezTo>
                  <a:pt x="374912" y="890203"/>
                  <a:pt x="395839" y="869865"/>
                  <a:pt x="419091" y="847784"/>
                </a:cubicBezTo>
                <a:cubicBezTo>
                  <a:pt x="442924" y="825122"/>
                  <a:pt x="468500" y="800136"/>
                  <a:pt x="519073" y="800136"/>
                </a:cubicBezTo>
                <a:cubicBezTo>
                  <a:pt x="570161" y="800136"/>
                  <a:pt x="595705" y="825122"/>
                  <a:pt x="619508" y="847784"/>
                </a:cubicBezTo>
                <a:cubicBezTo>
                  <a:pt x="642730" y="869865"/>
                  <a:pt x="663629" y="890203"/>
                  <a:pt x="706589" y="890203"/>
                </a:cubicBezTo>
                <a:cubicBezTo>
                  <a:pt x="750130" y="890203"/>
                  <a:pt x="771031" y="869865"/>
                  <a:pt x="794253" y="847784"/>
                </a:cubicBezTo>
                <a:cubicBezTo>
                  <a:pt x="818055" y="825122"/>
                  <a:pt x="843599" y="800136"/>
                  <a:pt x="894106" y="800136"/>
                </a:cubicBezTo>
                <a:cubicBezTo>
                  <a:pt x="945194" y="800136"/>
                  <a:pt x="970738" y="825122"/>
                  <a:pt x="994540" y="847784"/>
                </a:cubicBezTo>
                <a:cubicBezTo>
                  <a:pt x="1017763" y="869865"/>
                  <a:pt x="1038663" y="890203"/>
                  <a:pt x="1081623" y="890203"/>
                </a:cubicBezTo>
                <a:cubicBezTo>
                  <a:pt x="1125220" y="890203"/>
                  <a:pt x="1146147" y="869865"/>
                  <a:pt x="1169399" y="847784"/>
                </a:cubicBezTo>
                <a:cubicBezTo>
                  <a:pt x="1193232" y="825122"/>
                  <a:pt x="1218808" y="800136"/>
                  <a:pt x="1269380" y="800136"/>
                </a:cubicBezTo>
                <a:cubicBezTo>
                  <a:pt x="1320469" y="800136"/>
                  <a:pt x="1346013" y="825122"/>
                  <a:pt x="1369815" y="847784"/>
                </a:cubicBezTo>
                <a:cubicBezTo>
                  <a:pt x="1393038" y="869865"/>
                  <a:pt x="1413937" y="890203"/>
                  <a:pt x="1456897" y="890203"/>
                </a:cubicBezTo>
                <a:cubicBezTo>
                  <a:pt x="1499858" y="890203"/>
                  <a:pt x="1521338" y="869865"/>
                  <a:pt x="1544561" y="847784"/>
                </a:cubicBezTo>
                <a:cubicBezTo>
                  <a:pt x="1568363" y="825122"/>
                  <a:pt x="1593907" y="800136"/>
                  <a:pt x="1644414" y="800136"/>
                </a:cubicBezTo>
                <a:cubicBezTo>
                  <a:pt x="1694922" y="800136"/>
                  <a:pt x="1721046" y="825122"/>
                  <a:pt x="1744848" y="847784"/>
                </a:cubicBezTo>
                <a:cubicBezTo>
                  <a:pt x="1768071" y="869865"/>
                  <a:pt x="1788971" y="890203"/>
                  <a:pt x="1831931" y="890203"/>
                </a:cubicBezTo>
                <a:cubicBezTo>
                  <a:pt x="1874947" y="890203"/>
                  <a:pt x="1896454" y="869865"/>
                  <a:pt x="1919706" y="847784"/>
                </a:cubicBezTo>
                <a:cubicBezTo>
                  <a:pt x="1943540" y="825122"/>
                  <a:pt x="1969116" y="800136"/>
                  <a:pt x="2019688" y="800136"/>
                </a:cubicBezTo>
                <a:cubicBezTo>
                  <a:pt x="2070196" y="800136"/>
                  <a:pt x="2096321" y="825122"/>
                  <a:pt x="2120123" y="847784"/>
                </a:cubicBezTo>
                <a:cubicBezTo>
                  <a:pt x="2143346" y="869865"/>
                  <a:pt x="2164245" y="890203"/>
                  <a:pt x="2207205" y="890203"/>
                </a:cubicBezTo>
                <a:cubicBezTo>
                  <a:pt x="2250166" y="890203"/>
                  <a:pt x="2271646" y="869865"/>
                  <a:pt x="2294868" y="847784"/>
                </a:cubicBezTo>
                <a:cubicBezTo>
                  <a:pt x="2318671" y="825122"/>
                  <a:pt x="2344215" y="800136"/>
                  <a:pt x="2394722" y="800136"/>
                </a:cubicBezTo>
                <a:cubicBezTo>
                  <a:pt x="2445230" y="800136"/>
                  <a:pt x="2471354" y="825122"/>
                  <a:pt x="2494576" y="847784"/>
                </a:cubicBezTo>
                <a:cubicBezTo>
                  <a:pt x="2518378" y="869865"/>
                  <a:pt x="2539279" y="890203"/>
                  <a:pt x="2582239" y="890203"/>
                </a:cubicBezTo>
                <a:cubicBezTo>
                  <a:pt x="2625255" y="890203"/>
                  <a:pt x="2646762" y="869865"/>
                  <a:pt x="2670014" y="847784"/>
                </a:cubicBezTo>
                <a:cubicBezTo>
                  <a:pt x="2693848" y="825122"/>
                  <a:pt x="2719424" y="800136"/>
                  <a:pt x="2769996" y="800136"/>
                </a:cubicBezTo>
                <a:cubicBezTo>
                  <a:pt x="2820503" y="800136"/>
                  <a:pt x="2846629" y="825122"/>
                  <a:pt x="2869850" y="847784"/>
                </a:cubicBezTo>
                <a:cubicBezTo>
                  <a:pt x="2893653" y="869865"/>
                  <a:pt x="2914552" y="890203"/>
                  <a:pt x="2957513" y="890203"/>
                </a:cubicBezTo>
                <a:lnTo>
                  <a:pt x="2957513" y="908217"/>
                </a:lnTo>
                <a:cubicBezTo>
                  <a:pt x="2907005" y="908217"/>
                  <a:pt x="2881462" y="883230"/>
                  <a:pt x="2857659" y="860568"/>
                </a:cubicBezTo>
                <a:cubicBezTo>
                  <a:pt x="2834437" y="838487"/>
                  <a:pt x="2812956" y="818149"/>
                  <a:pt x="2769996" y="818149"/>
                </a:cubicBezTo>
                <a:cubicBezTo>
                  <a:pt x="2726980" y="818149"/>
                  <a:pt x="2706054" y="838487"/>
                  <a:pt x="2682221" y="860568"/>
                </a:cubicBezTo>
                <a:cubicBezTo>
                  <a:pt x="2658969" y="883230"/>
                  <a:pt x="2632811" y="908217"/>
                  <a:pt x="2582239" y="908217"/>
                </a:cubicBezTo>
                <a:cubicBezTo>
                  <a:pt x="2531732" y="908217"/>
                  <a:pt x="2506188" y="883230"/>
                  <a:pt x="2482384" y="860568"/>
                </a:cubicBezTo>
                <a:cubicBezTo>
                  <a:pt x="2459162" y="838487"/>
                  <a:pt x="2437683" y="818149"/>
                  <a:pt x="2394722" y="818149"/>
                </a:cubicBezTo>
                <a:cubicBezTo>
                  <a:pt x="2351762" y="818149"/>
                  <a:pt x="2330861" y="838487"/>
                  <a:pt x="2307059" y="860568"/>
                </a:cubicBezTo>
                <a:cubicBezTo>
                  <a:pt x="2283837" y="883230"/>
                  <a:pt x="2257713" y="908217"/>
                  <a:pt x="2207205" y="908217"/>
                </a:cubicBezTo>
                <a:cubicBezTo>
                  <a:pt x="2156698" y="908217"/>
                  <a:pt x="2131154" y="883230"/>
                  <a:pt x="2107352" y="860568"/>
                </a:cubicBezTo>
                <a:cubicBezTo>
                  <a:pt x="2084129" y="838487"/>
                  <a:pt x="2062649" y="818149"/>
                  <a:pt x="2019688" y="818149"/>
                </a:cubicBezTo>
                <a:cubicBezTo>
                  <a:pt x="1976672" y="818149"/>
                  <a:pt x="1955746" y="838487"/>
                  <a:pt x="1932494" y="860568"/>
                </a:cubicBezTo>
                <a:cubicBezTo>
                  <a:pt x="1908662" y="883230"/>
                  <a:pt x="1882503" y="908217"/>
                  <a:pt x="1831931" y="908217"/>
                </a:cubicBezTo>
                <a:cubicBezTo>
                  <a:pt x="1781424" y="908217"/>
                  <a:pt x="1755880" y="883230"/>
                  <a:pt x="1732077" y="860568"/>
                </a:cubicBezTo>
                <a:cubicBezTo>
                  <a:pt x="1708854" y="838487"/>
                  <a:pt x="1687375" y="818149"/>
                  <a:pt x="1644414" y="818149"/>
                </a:cubicBezTo>
                <a:cubicBezTo>
                  <a:pt x="1601454" y="818149"/>
                  <a:pt x="1580555" y="838487"/>
                  <a:pt x="1557332" y="860568"/>
                </a:cubicBezTo>
                <a:cubicBezTo>
                  <a:pt x="1533529" y="883230"/>
                  <a:pt x="1507405" y="908217"/>
                  <a:pt x="1456897" y="908217"/>
                </a:cubicBezTo>
                <a:cubicBezTo>
                  <a:pt x="1406390" y="908217"/>
                  <a:pt x="1380846" y="883230"/>
                  <a:pt x="1357044" y="860568"/>
                </a:cubicBezTo>
                <a:cubicBezTo>
                  <a:pt x="1333821" y="838487"/>
                  <a:pt x="1312921" y="818149"/>
                  <a:pt x="1269380" y="818149"/>
                </a:cubicBezTo>
                <a:cubicBezTo>
                  <a:pt x="1226365" y="818149"/>
                  <a:pt x="1205438" y="838487"/>
                  <a:pt x="1182187" y="860568"/>
                </a:cubicBezTo>
                <a:cubicBezTo>
                  <a:pt x="1158354" y="883230"/>
                  <a:pt x="1132777" y="908217"/>
                  <a:pt x="1081623" y="908217"/>
                </a:cubicBezTo>
                <a:cubicBezTo>
                  <a:pt x="1031116" y="908217"/>
                  <a:pt x="1005572" y="883230"/>
                  <a:pt x="981769" y="860568"/>
                </a:cubicBezTo>
                <a:cubicBezTo>
                  <a:pt x="958546" y="838487"/>
                  <a:pt x="937647" y="818149"/>
                  <a:pt x="894106" y="818149"/>
                </a:cubicBezTo>
                <a:cubicBezTo>
                  <a:pt x="851146" y="818149"/>
                  <a:pt x="830247" y="838487"/>
                  <a:pt x="807025" y="860568"/>
                </a:cubicBezTo>
                <a:cubicBezTo>
                  <a:pt x="783221" y="883230"/>
                  <a:pt x="757677" y="908217"/>
                  <a:pt x="706589" y="908217"/>
                </a:cubicBezTo>
                <a:cubicBezTo>
                  <a:pt x="656082" y="908217"/>
                  <a:pt x="630538" y="883230"/>
                  <a:pt x="606736" y="860568"/>
                </a:cubicBezTo>
                <a:cubicBezTo>
                  <a:pt x="583514" y="838487"/>
                  <a:pt x="562613" y="818149"/>
                  <a:pt x="519073" y="818149"/>
                </a:cubicBezTo>
                <a:cubicBezTo>
                  <a:pt x="476057" y="818149"/>
                  <a:pt x="455131" y="838487"/>
                  <a:pt x="431879" y="860568"/>
                </a:cubicBezTo>
                <a:cubicBezTo>
                  <a:pt x="408047" y="883230"/>
                  <a:pt x="382469" y="908217"/>
                  <a:pt x="331316" y="908217"/>
                </a:cubicBezTo>
                <a:cubicBezTo>
                  <a:pt x="280808" y="908217"/>
                  <a:pt x="255264" y="883230"/>
                  <a:pt x="231461" y="860568"/>
                </a:cubicBezTo>
                <a:cubicBezTo>
                  <a:pt x="208240" y="838487"/>
                  <a:pt x="187340" y="818149"/>
                  <a:pt x="143799" y="818149"/>
                </a:cubicBezTo>
                <a:cubicBezTo>
                  <a:pt x="100838" y="818149"/>
                  <a:pt x="79939" y="838487"/>
                  <a:pt x="56717" y="860568"/>
                </a:cubicBezTo>
                <a:cubicBezTo>
                  <a:pt x="44816" y="871899"/>
                  <a:pt x="32479" y="883811"/>
                  <a:pt x="16732" y="892891"/>
                </a:cubicBezTo>
                <a:lnTo>
                  <a:pt x="0" y="899865"/>
                </a:lnTo>
                <a:lnTo>
                  <a:pt x="0" y="880486"/>
                </a:lnTo>
                <a:lnTo>
                  <a:pt x="7733" y="877274"/>
                </a:lnTo>
                <a:cubicBezTo>
                  <a:pt x="21304" y="869430"/>
                  <a:pt x="32334" y="858825"/>
                  <a:pt x="43945" y="847784"/>
                </a:cubicBezTo>
                <a:cubicBezTo>
                  <a:pt x="67747" y="825122"/>
                  <a:pt x="93291" y="800136"/>
                  <a:pt x="143799" y="800136"/>
                </a:cubicBezTo>
                <a:close/>
                <a:moveTo>
                  <a:pt x="143799" y="700961"/>
                </a:moveTo>
                <a:cubicBezTo>
                  <a:pt x="194887" y="700961"/>
                  <a:pt x="220431" y="725335"/>
                  <a:pt x="244233" y="747967"/>
                </a:cubicBezTo>
                <a:cubicBezTo>
                  <a:pt x="267455" y="770599"/>
                  <a:pt x="288355" y="790330"/>
                  <a:pt x="331316" y="790330"/>
                </a:cubicBezTo>
                <a:cubicBezTo>
                  <a:pt x="374912" y="790330"/>
                  <a:pt x="395839" y="770599"/>
                  <a:pt x="419091" y="747967"/>
                </a:cubicBezTo>
                <a:cubicBezTo>
                  <a:pt x="442924" y="725335"/>
                  <a:pt x="468500" y="700961"/>
                  <a:pt x="519073" y="700961"/>
                </a:cubicBezTo>
                <a:cubicBezTo>
                  <a:pt x="570161" y="700961"/>
                  <a:pt x="595705" y="725335"/>
                  <a:pt x="619508" y="747967"/>
                </a:cubicBezTo>
                <a:cubicBezTo>
                  <a:pt x="642730" y="770599"/>
                  <a:pt x="663629" y="790330"/>
                  <a:pt x="706589" y="790330"/>
                </a:cubicBezTo>
                <a:cubicBezTo>
                  <a:pt x="750130" y="790330"/>
                  <a:pt x="771031" y="770599"/>
                  <a:pt x="794253" y="747967"/>
                </a:cubicBezTo>
                <a:cubicBezTo>
                  <a:pt x="818055" y="725335"/>
                  <a:pt x="843599" y="700961"/>
                  <a:pt x="894106" y="700961"/>
                </a:cubicBezTo>
                <a:cubicBezTo>
                  <a:pt x="945194" y="700961"/>
                  <a:pt x="970738" y="725335"/>
                  <a:pt x="994540" y="747967"/>
                </a:cubicBezTo>
                <a:cubicBezTo>
                  <a:pt x="1017763" y="770599"/>
                  <a:pt x="1038663" y="790330"/>
                  <a:pt x="1081623" y="790330"/>
                </a:cubicBezTo>
                <a:cubicBezTo>
                  <a:pt x="1125220" y="790330"/>
                  <a:pt x="1146147" y="770599"/>
                  <a:pt x="1169399" y="747967"/>
                </a:cubicBezTo>
                <a:cubicBezTo>
                  <a:pt x="1193232" y="725335"/>
                  <a:pt x="1218808" y="700961"/>
                  <a:pt x="1269380" y="700961"/>
                </a:cubicBezTo>
                <a:cubicBezTo>
                  <a:pt x="1320469" y="700961"/>
                  <a:pt x="1346013" y="725335"/>
                  <a:pt x="1369815" y="747967"/>
                </a:cubicBezTo>
                <a:cubicBezTo>
                  <a:pt x="1393038" y="770599"/>
                  <a:pt x="1413937" y="790330"/>
                  <a:pt x="1456897" y="790330"/>
                </a:cubicBezTo>
                <a:cubicBezTo>
                  <a:pt x="1499858" y="790330"/>
                  <a:pt x="1521338" y="770599"/>
                  <a:pt x="1544561" y="747967"/>
                </a:cubicBezTo>
                <a:cubicBezTo>
                  <a:pt x="1568363" y="725335"/>
                  <a:pt x="1593907" y="700961"/>
                  <a:pt x="1644414" y="700961"/>
                </a:cubicBezTo>
                <a:cubicBezTo>
                  <a:pt x="1694922" y="700961"/>
                  <a:pt x="1721046" y="725335"/>
                  <a:pt x="1744848" y="747967"/>
                </a:cubicBezTo>
                <a:cubicBezTo>
                  <a:pt x="1768071" y="770599"/>
                  <a:pt x="1788971" y="790330"/>
                  <a:pt x="1831931" y="790330"/>
                </a:cubicBezTo>
                <a:cubicBezTo>
                  <a:pt x="1874947" y="790330"/>
                  <a:pt x="1896454" y="770599"/>
                  <a:pt x="1919706" y="747967"/>
                </a:cubicBezTo>
                <a:cubicBezTo>
                  <a:pt x="1943540" y="725335"/>
                  <a:pt x="1969116" y="700961"/>
                  <a:pt x="2019688" y="700961"/>
                </a:cubicBezTo>
                <a:cubicBezTo>
                  <a:pt x="2070196" y="700961"/>
                  <a:pt x="2096321" y="725335"/>
                  <a:pt x="2120123" y="747967"/>
                </a:cubicBezTo>
                <a:cubicBezTo>
                  <a:pt x="2143346" y="770599"/>
                  <a:pt x="2164245" y="790330"/>
                  <a:pt x="2207205" y="790330"/>
                </a:cubicBezTo>
                <a:cubicBezTo>
                  <a:pt x="2250166" y="790330"/>
                  <a:pt x="2271646" y="770599"/>
                  <a:pt x="2294868" y="747967"/>
                </a:cubicBezTo>
                <a:cubicBezTo>
                  <a:pt x="2318671" y="725335"/>
                  <a:pt x="2344215" y="700961"/>
                  <a:pt x="2394722" y="700961"/>
                </a:cubicBezTo>
                <a:cubicBezTo>
                  <a:pt x="2445230" y="700961"/>
                  <a:pt x="2471354" y="725335"/>
                  <a:pt x="2494576" y="747967"/>
                </a:cubicBezTo>
                <a:cubicBezTo>
                  <a:pt x="2518378" y="770599"/>
                  <a:pt x="2539279" y="790330"/>
                  <a:pt x="2582239" y="790330"/>
                </a:cubicBezTo>
                <a:cubicBezTo>
                  <a:pt x="2625255" y="790330"/>
                  <a:pt x="2646762" y="770599"/>
                  <a:pt x="2670014" y="747967"/>
                </a:cubicBezTo>
                <a:cubicBezTo>
                  <a:pt x="2693848" y="725335"/>
                  <a:pt x="2719424" y="700961"/>
                  <a:pt x="2769996" y="700961"/>
                </a:cubicBezTo>
                <a:cubicBezTo>
                  <a:pt x="2820503" y="700961"/>
                  <a:pt x="2846629" y="725335"/>
                  <a:pt x="2869850" y="747967"/>
                </a:cubicBezTo>
                <a:cubicBezTo>
                  <a:pt x="2893653" y="770599"/>
                  <a:pt x="2914552" y="790330"/>
                  <a:pt x="2957513" y="790330"/>
                </a:cubicBezTo>
                <a:lnTo>
                  <a:pt x="2957513" y="808320"/>
                </a:lnTo>
                <a:cubicBezTo>
                  <a:pt x="2907005" y="808320"/>
                  <a:pt x="2881462" y="783367"/>
                  <a:pt x="2857659" y="761314"/>
                </a:cubicBezTo>
                <a:cubicBezTo>
                  <a:pt x="2834437" y="738682"/>
                  <a:pt x="2812956" y="718951"/>
                  <a:pt x="2769996" y="718951"/>
                </a:cubicBezTo>
                <a:cubicBezTo>
                  <a:pt x="2726980" y="718951"/>
                  <a:pt x="2706054" y="738682"/>
                  <a:pt x="2682221" y="761314"/>
                </a:cubicBezTo>
                <a:cubicBezTo>
                  <a:pt x="2658969" y="783367"/>
                  <a:pt x="2632811" y="808320"/>
                  <a:pt x="2582239" y="808320"/>
                </a:cubicBezTo>
                <a:cubicBezTo>
                  <a:pt x="2531732" y="808320"/>
                  <a:pt x="2506188" y="783367"/>
                  <a:pt x="2482384" y="761314"/>
                </a:cubicBezTo>
                <a:cubicBezTo>
                  <a:pt x="2459162" y="738682"/>
                  <a:pt x="2437683" y="718951"/>
                  <a:pt x="2394722" y="718951"/>
                </a:cubicBezTo>
                <a:cubicBezTo>
                  <a:pt x="2351762" y="718951"/>
                  <a:pt x="2330861" y="738682"/>
                  <a:pt x="2307059" y="761314"/>
                </a:cubicBezTo>
                <a:cubicBezTo>
                  <a:pt x="2283837" y="783367"/>
                  <a:pt x="2257713" y="808320"/>
                  <a:pt x="2207205" y="808320"/>
                </a:cubicBezTo>
                <a:cubicBezTo>
                  <a:pt x="2156698" y="808320"/>
                  <a:pt x="2131154" y="783367"/>
                  <a:pt x="2107352" y="761314"/>
                </a:cubicBezTo>
                <a:cubicBezTo>
                  <a:pt x="2084129" y="738682"/>
                  <a:pt x="2062649" y="718951"/>
                  <a:pt x="2019688" y="718951"/>
                </a:cubicBezTo>
                <a:cubicBezTo>
                  <a:pt x="1976672" y="718951"/>
                  <a:pt x="1955746" y="738682"/>
                  <a:pt x="1932494" y="761314"/>
                </a:cubicBezTo>
                <a:cubicBezTo>
                  <a:pt x="1908662" y="783367"/>
                  <a:pt x="1882503" y="808320"/>
                  <a:pt x="1831931" y="808320"/>
                </a:cubicBezTo>
                <a:cubicBezTo>
                  <a:pt x="1781424" y="808320"/>
                  <a:pt x="1755880" y="783367"/>
                  <a:pt x="1732077" y="761314"/>
                </a:cubicBezTo>
                <a:cubicBezTo>
                  <a:pt x="1708854" y="738682"/>
                  <a:pt x="1687375" y="718951"/>
                  <a:pt x="1644414" y="718951"/>
                </a:cubicBezTo>
                <a:cubicBezTo>
                  <a:pt x="1601454" y="718951"/>
                  <a:pt x="1580555" y="738682"/>
                  <a:pt x="1557332" y="761314"/>
                </a:cubicBezTo>
                <a:cubicBezTo>
                  <a:pt x="1533529" y="783367"/>
                  <a:pt x="1507405" y="808320"/>
                  <a:pt x="1456897" y="808320"/>
                </a:cubicBezTo>
                <a:cubicBezTo>
                  <a:pt x="1406390" y="808320"/>
                  <a:pt x="1380846" y="783367"/>
                  <a:pt x="1357044" y="761314"/>
                </a:cubicBezTo>
                <a:cubicBezTo>
                  <a:pt x="1333821" y="738682"/>
                  <a:pt x="1312921" y="718951"/>
                  <a:pt x="1269380" y="718951"/>
                </a:cubicBezTo>
                <a:cubicBezTo>
                  <a:pt x="1226365" y="718951"/>
                  <a:pt x="1205438" y="738682"/>
                  <a:pt x="1182187" y="761314"/>
                </a:cubicBezTo>
                <a:cubicBezTo>
                  <a:pt x="1158354" y="783367"/>
                  <a:pt x="1132777" y="808320"/>
                  <a:pt x="1081623" y="808320"/>
                </a:cubicBezTo>
                <a:cubicBezTo>
                  <a:pt x="1031116" y="808320"/>
                  <a:pt x="1005572" y="783367"/>
                  <a:pt x="981769" y="761314"/>
                </a:cubicBezTo>
                <a:cubicBezTo>
                  <a:pt x="958546" y="738682"/>
                  <a:pt x="937647" y="718951"/>
                  <a:pt x="894106" y="718951"/>
                </a:cubicBezTo>
                <a:cubicBezTo>
                  <a:pt x="851146" y="718951"/>
                  <a:pt x="830247" y="738682"/>
                  <a:pt x="807025" y="761314"/>
                </a:cubicBezTo>
                <a:cubicBezTo>
                  <a:pt x="783221" y="783367"/>
                  <a:pt x="757677" y="808320"/>
                  <a:pt x="706589" y="808320"/>
                </a:cubicBezTo>
                <a:cubicBezTo>
                  <a:pt x="656082" y="808320"/>
                  <a:pt x="630538" y="783367"/>
                  <a:pt x="606736" y="761314"/>
                </a:cubicBezTo>
                <a:cubicBezTo>
                  <a:pt x="583514" y="738682"/>
                  <a:pt x="562613" y="718951"/>
                  <a:pt x="519073" y="718951"/>
                </a:cubicBezTo>
                <a:cubicBezTo>
                  <a:pt x="476057" y="718951"/>
                  <a:pt x="455131" y="738682"/>
                  <a:pt x="431879" y="761314"/>
                </a:cubicBezTo>
                <a:cubicBezTo>
                  <a:pt x="408047" y="783367"/>
                  <a:pt x="382469" y="808320"/>
                  <a:pt x="331316" y="808320"/>
                </a:cubicBezTo>
                <a:cubicBezTo>
                  <a:pt x="280808" y="808320"/>
                  <a:pt x="255264" y="783367"/>
                  <a:pt x="231461" y="761314"/>
                </a:cubicBezTo>
                <a:cubicBezTo>
                  <a:pt x="208240" y="738682"/>
                  <a:pt x="187340" y="718951"/>
                  <a:pt x="143799" y="718951"/>
                </a:cubicBezTo>
                <a:cubicBezTo>
                  <a:pt x="100838" y="718951"/>
                  <a:pt x="79939" y="738682"/>
                  <a:pt x="56717" y="761314"/>
                </a:cubicBezTo>
                <a:cubicBezTo>
                  <a:pt x="44816" y="772341"/>
                  <a:pt x="32479" y="784092"/>
                  <a:pt x="16732" y="793087"/>
                </a:cubicBezTo>
                <a:lnTo>
                  <a:pt x="0" y="800012"/>
                </a:lnTo>
                <a:lnTo>
                  <a:pt x="0" y="779544"/>
                </a:lnTo>
                <a:lnTo>
                  <a:pt x="7733" y="777636"/>
                </a:lnTo>
                <a:cubicBezTo>
                  <a:pt x="21304" y="769874"/>
                  <a:pt x="32334" y="759283"/>
                  <a:pt x="43945" y="747967"/>
                </a:cubicBezTo>
                <a:cubicBezTo>
                  <a:pt x="67747" y="725335"/>
                  <a:pt x="93291" y="700961"/>
                  <a:pt x="143799" y="700961"/>
                </a:cubicBezTo>
                <a:close/>
                <a:moveTo>
                  <a:pt x="143799" y="600343"/>
                </a:moveTo>
                <a:cubicBezTo>
                  <a:pt x="194887" y="600343"/>
                  <a:pt x="220431" y="624716"/>
                  <a:pt x="244233" y="647348"/>
                </a:cubicBezTo>
                <a:cubicBezTo>
                  <a:pt x="267455" y="669981"/>
                  <a:pt x="288355" y="689712"/>
                  <a:pt x="331316" y="689712"/>
                </a:cubicBezTo>
                <a:cubicBezTo>
                  <a:pt x="374912" y="689712"/>
                  <a:pt x="395839" y="669400"/>
                  <a:pt x="419091" y="647348"/>
                </a:cubicBezTo>
                <a:cubicBezTo>
                  <a:pt x="442924" y="624716"/>
                  <a:pt x="468500" y="600343"/>
                  <a:pt x="519073" y="600343"/>
                </a:cubicBezTo>
                <a:cubicBezTo>
                  <a:pt x="570161" y="600343"/>
                  <a:pt x="595705" y="624716"/>
                  <a:pt x="619508" y="647348"/>
                </a:cubicBezTo>
                <a:cubicBezTo>
                  <a:pt x="642730" y="669981"/>
                  <a:pt x="663629" y="689712"/>
                  <a:pt x="706589" y="689712"/>
                </a:cubicBezTo>
                <a:cubicBezTo>
                  <a:pt x="750130" y="689712"/>
                  <a:pt x="771031" y="669400"/>
                  <a:pt x="794253" y="647348"/>
                </a:cubicBezTo>
                <a:cubicBezTo>
                  <a:pt x="818055" y="624716"/>
                  <a:pt x="843599" y="600343"/>
                  <a:pt x="894106" y="600343"/>
                </a:cubicBezTo>
                <a:cubicBezTo>
                  <a:pt x="945194" y="600343"/>
                  <a:pt x="970738" y="624716"/>
                  <a:pt x="994540" y="647348"/>
                </a:cubicBezTo>
                <a:cubicBezTo>
                  <a:pt x="1017763" y="669981"/>
                  <a:pt x="1038663" y="689712"/>
                  <a:pt x="1081623" y="689712"/>
                </a:cubicBezTo>
                <a:cubicBezTo>
                  <a:pt x="1125220" y="689712"/>
                  <a:pt x="1146147" y="669400"/>
                  <a:pt x="1169399" y="647348"/>
                </a:cubicBezTo>
                <a:cubicBezTo>
                  <a:pt x="1193232" y="624716"/>
                  <a:pt x="1218808" y="600343"/>
                  <a:pt x="1269380" y="600343"/>
                </a:cubicBezTo>
                <a:cubicBezTo>
                  <a:pt x="1320469" y="600343"/>
                  <a:pt x="1346013" y="624716"/>
                  <a:pt x="1369815" y="647348"/>
                </a:cubicBezTo>
                <a:cubicBezTo>
                  <a:pt x="1393038" y="669981"/>
                  <a:pt x="1413937" y="689712"/>
                  <a:pt x="1456897" y="689712"/>
                </a:cubicBezTo>
                <a:cubicBezTo>
                  <a:pt x="1499858" y="689712"/>
                  <a:pt x="1521338" y="669400"/>
                  <a:pt x="1544561" y="647348"/>
                </a:cubicBezTo>
                <a:cubicBezTo>
                  <a:pt x="1568363" y="624716"/>
                  <a:pt x="1593907" y="600343"/>
                  <a:pt x="1644414" y="600343"/>
                </a:cubicBezTo>
                <a:cubicBezTo>
                  <a:pt x="1694922" y="600343"/>
                  <a:pt x="1721046" y="624716"/>
                  <a:pt x="1744848" y="647348"/>
                </a:cubicBezTo>
                <a:cubicBezTo>
                  <a:pt x="1768071" y="669981"/>
                  <a:pt x="1788971" y="689712"/>
                  <a:pt x="1831931" y="689712"/>
                </a:cubicBezTo>
                <a:cubicBezTo>
                  <a:pt x="1874947" y="689712"/>
                  <a:pt x="1896454" y="669400"/>
                  <a:pt x="1919706" y="647348"/>
                </a:cubicBezTo>
                <a:cubicBezTo>
                  <a:pt x="1943540" y="624716"/>
                  <a:pt x="1969116" y="600343"/>
                  <a:pt x="2019688" y="600343"/>
                </a:cubicBezTo>
                <a:cubicBezTo>
                  <a:pt x="2070196" y="600343"/>
                  <a:pt x="2096321" y="624716"/>
                  <a:pt x="2120123" y="647348"/>
                </a:cubicBezTo>
                <a:cubicBezTo>
                  <a:pt x="2143346" y="669981"/>
                  <a:pt x="2164245" y="689712"/>
                  <a:pt x="2207205" y="689712"/>
                </a:cubicBezTo>
                <a:cubicBezTo>
                  <a:pt x="2250166" y="689712"/>
                  <a:pt x="2271646" y="669400"/>
                  <a:pt x="2294868" y="647348"/>
                </a:cubicBezTo>
                <a:cubicBezTo>
                  <a:pt x="2318671" y="624716"/>
                  <a:pt x="2344215" y="600343"/>
                  <a:pt x="2394722" y="600343"/>
                </a:cubicBezTo>
                <a:cubicBezTo>
                  <a:pt x="2445230" y="600343"/>
                  <a:pt x="2471354" y="624716"/>
                  <a:pt x="2494576" y="647348"/>
                </a:cubicBezTo>
                <a:cubicBezTo>
                  <a:pt x="2518378" y="669981"/>
                  <a:pt x="2539279" y="689712"/>
                  <a:pt x="2582239" y="689712"/>
                </a:cubicBezTo>
                <a:cubicBezTo>
                  <a:pt x="2625255" y="689712"/>
                  <a:pt x="2646762" y="669400"/>
                  <a:pt x="2670014" y="647348"/>
                </a:cubicBezTo>
                <a:cubicBezTo>
                  <a:pt x="2693848" y="624716"/>
                  <a:pt x="2719424" y="600343"/>
                  <a:pt x="2769996" y="600343"/>
                </a:cubicBezTo>
                <a:cubicBezTo>
                  <a:pt x="2820503" y="600343"/>
                  <a:pt x="2846629" y="624716"/>
                  <a:pt x="2869850" y="647348"/>
                </a:cubicBezTo>
                <a:cubicBezTo>
                  <a:pt x="2893653" y="669981"/>
                  <a:pt x="2914552" y="689712"/>
                  <a:pt x="2957513" y="689712"/>
                </a:cubicBezTo>
                <a:lnTo>
                  <a:pt x="2957513" y="707701"/>
                </a:lnTo>
                <a:cubicBezTo>
                  <a:pt x="2907005" y="707701"/>
                  <a:pt x="2881462" y="682748"/>
                  <a:pt x="2857659" y="660115"/>
                </a:cubicBezTo>
                <a:cubicBezTo>
                  <a:pt x="2834437" y="638063"/>
                  <a:pt x="2812956" y="617752"/>
                  <a:pt x="2769996" y="617752"/>
                </a:cubicBezTo>
                <a:cubicBezTo>
                  <a:pt x="2726980" y="617752"/>
                  <a:pt x="2706054" y="638063"/>
                  <a:pt x="2682221" y="660115"/>
                </a:cubicBezTo>
                <a:cubicBezTo>
                  <a:pt x="2658969" y="682748"/>
                  <a:pt x="2632811" y="707701"/>
                  <a:pt x="2582239" y="707701"/>
                </a:cubicBezTo>
                <a:cubicBezTo>
                  <a:pt x="2531732" y="707701"/>
                  <a:pt x="2506188" y="682748"/>
                  <a:pt x="2482384" y="660115"/>
                </a:cubicBezTo>
                <a:cubicBezTo>
                  <a:pt x="2459162" y="638063"/>
                  <a:pt x="2437683" y="617752"/>
                  <a:pt x="2394722" y="617752"/>
                </a:cubicBezTo>
                <a:cubicBezTo>
                  <a:pt x="2351762" y="617752"/>
                  <a:pt x="2330861" y="638063"/>
                  <a:pt x="2307059" y="660115"/>
                </a:cubicBezTo>
                <a:cubicBezTo>
                  <a:pt x="2283837" y="682748"/>
                  <a:pt x="2257713" y="707701"/>
                  <a:pt x="2207205" y="707701"/>
                </a:cubicBezTo>
                <a:cubicBezTo>
                  <a:pt x="2156698" y="707701"/>
                  <a:pt x="2131154" y="682748"/>
                  <a:pt x="2107352" y="660115"/>
                </a:cubicBezTo>
                <a:cubicBezTo>
                  <a:pt x="2084129" y="638063"/>
                  <a:pt x="2062649" y="617752"/>
                  <a:pt x="2019688" y="617752"/>
                </a:cubicBezTo>
                <a:cubicBezTo>
                  <a:pt x="1976672" y="617752"/>
                  <a:pt x="1955746" y="638063"/>
                  <a:pt x="1932494" y="660115"/>
                </a:cubicBezTo>
                <a:cubicBezTo>
                  <a:pt x="1908662" y="682748"/>
                  <a:pt x="1882503" y="707701"/>
                  <a:pt x="1831931" y="707701"/>
                </a:cubicBezTo>
                <a:cubicBezTo>
                  <a:pt x="1781424" y="707701"/>
                  <a:pt x="1755880" y="682748"/>
                  <a:pt x="1732077" y="660115"/>
                </a:cubicBezTo>
                <a:cubicBezTo>
                  <a:pt x="1708854" y="638063"/>
                  <a:pt x="1687375" y="617752"/>
                  <a:pt x="1644414" y="617752"/>
                </a:cubicBezTo>
                <a:cubicBezTo>
                  <a:pt x="1601454" y="617752"/>
                  <a:pt x="1580555" y="638063"/>
                  <a:pt x="1557332" y="660115"/>
                </a:cubicBezTo>
                <a:cubicBezTo>
                  <a:pt x="1533529" y="682748"/>
                  <a:pt x="1507405" y="707701"/>
                  <a:pt x="1456897" y="707701"/>
                </a:cubicBezTo>
                <a:cubicBezTo>
                  <a:pt x="1406390" y="707701"/>
                  <a:pt x="1380846" y="682748"/>
                  <a:pt x="1357044" y="660115"/>
                </a:cubicBezTo>
                <a:cubicBezTo>
                  <a:pt x="1333821" y="638063"/>
                  <a:pt x="1312921" y="617752"/>
                  <a:pt x="1269380" y="617752"/>
                </a:cubicBezTo>
                <a:cubicBezTo>
                  <a:pt x="1226365" y="617752"/>
                  <a:pt x="1205438" y="638063"/>
                  <a:pt x="1182187" y="660115"/>
                </a:cubicBezTo>
                <a:cubicBezTo>
                  <a:pt x="1158354" y="682748"/>
                  <a:pt x="1132777" y="707701"/>
                  <a:pt x="1081623" y="707701"/>
                </a:cubicBezTo>
                <a:cubicBezTo>
                  <a:pt x="1031116" y="707701"/>
                  <a:pt x="1005572" y="682748"/>
                  <a:pt x="981769" y="660115"/>
                </a:cubicBezTo>
                <a:cubicBezTo>
                  <a:pt x="958546" y="638063"/>
                  <a:pt x="937647" y="617752"/>
                  <a:pt x="894106" y="617752"/>
                </a:cubicBezTo>
                <a:cubicBezTo>
                  <a:pt x="851146" y="617752"/>
                  <a:pt x="830247" y="638063"/>
                  <a:pt x="807025" y="660115"/>
                </a:cubicBezTo>
                <a:cubicBezTo>
                  <a:pt x="783221" y="682748"/>
                  <a:pt x="757677" y="707701"/>
                  <a:pt x="706589" y="707701"/>
                </a:cubicBezTo>
                <a:cubicBezTo>
                  <a:pt x="656082" y="707701"/>
                  <a:pt x="630538" y="682748"/>
                  <a:pt x="606736" y="660115"/>
                </a:cubicBezTo>
                <a:cubicBezTo>
                  <a:pt x="583514" y="638063"/>
                  <a:pt x="562613" y="617752"/>
                  <a:pt x="519073" y="617752"/>
                </a:cubicBezTo>
                <a:cubicBezTo>
                  <a:pt x="476057" y="617752"/>
                  <a:pt x="455131" y="638063"/>
                  <a:pt x="431879" y="660115"/>
                </a:cubicBezTo>
                <a:cubicBezTo>
                  <a:pt x="408047" y="682748"/>
                  <a:pt x="382469" y="707701"/>
                  <a:pt x="331316" y="707701"/>
                </a:cubicBezTo>
                <a:cubicBezTo>
                  <a:pt x="280808" y="707701"/>
                  <a:pt x="255264" y="682748"/>
                  <a:pt x="231461" y="660115"/>
                </a:cubicBezTo>
                <a:cubicBezTo>
                  <a:pt x="208240" y="638063"/>
                  <a:pt x="187340" y="617752"/>
                  <a:pt x="143799" y="617752"/>
                </a:cubicBezTo>
                <a:cubicBezTo>
                  <a:pt x="100838" y="617752"/>
                  <a:pt x="79939" y="638063"/>
                  <a:pt x="56717" y="660115"/>
                </a:cubicBezTo>
                <a:cubicBezTo>
                  <a:pt x="44816" y="671432"/>
                  <a:pt x="32479" y="683328"/>
                  <a:pt x="16732" y="692396"/>
                </a:cubicBezTo>
                <a:lnTo>
                  <a:pt x="0" y="699361"/>
                </a:lnTo>
                <a:lnTo>
                  <a:pt x="0" y="680007"/>
                </a:lnTo>
                <a:lnTo>
                  <a:pt x="7733" y="676800"/>
                </a:lnTo>
                <a:cubicBezTo>
                  <a:pt x="21304" y="668965"/>
                  <a:pt x="32334" y="658374"/>
                  <a:pt x="43945" y="647348"/>
                </a:cubicBezTo>
                <a:cubicBezTo>
                  <a:pt x="67747" y="624716"/>
                  <a:pt x="93291" y="600343"/>
                  <a:pt x="143799" y="600343"/>
                </a:cubicBezTo>
                <a:close/>
                <a:moveTo>
                  <a:pt x="143799" y="500446"/>
                </a:moveTo>
                <a:cubicBezTo>
                  <a:pt x="194887" y="500446"/>
                  <a:pt x="220431" y="525400"/>
                  <a:pt x="244233" y="548032"/>
                </a:cubicBezTo>
                <a:cubicBezTo>
                  <a:pt x="267455" y="570084"/>
                  <a:pt x="288355" y="590395"/>
                  <a:pt x="331316" y="590395"/>
                </a:cubicBezTo>
                <a:cubicBezTo>
                  <a:pt x="374912" y="590395"/>
                  <a:pt x="395839" y="570084"/>
                  <a:pt x="419091" y="548032"/>
                </a:cubicBezTo>
                <a:cubicBezTo>
                  <a:pt x="442924" y="525400"/>
                  <a:pt x="468500" y="500446"/>
                  <a:pt x="519073" y="500446"/>
                </a:cubicBezTo>
                <a:cubicBezTo>
                  <a:pt x="570161" y="500446"/>
                  <a:pt x="595705" y="525400"/>
                  <a:pt x="619508" y="548032"/>
                </a:cubicBezTo>
                <a:cubicBezTo>
                  <a:pt x="642730" y="570084"/>
                  <a:pt x="663629" y="590395"/>
                  <a:pt x="706589" y="590395"/>
                </a:cubicBezTo>
                <a:cubicBezTo>
                  <a:pt x="750130" y="590395"/>
                  <a:pt x="771031" y="570084"/>
                  <a:pt x="794253" y="548032"/>
                </a:cubicBezTo>
                <a:cubicBezTo>
                  <a:pt x="818055" y="525400"/>
                  <a:pt x="843599" y="500446"/>
                  <a:pt x="894106" y="500446"/>
                </a:cubicBezTo>
                <a:cubicBezTo>
                  <a:pt x="945194" y="500446"/>
                  <a:pt x="970738" y="525400"/>
                  <a:pt x="994540" y="548032"/>
                </a:cubicBezTo>
                <a:cubicBezTo>
                  <a:pt x="1017763" y="570084"/>
                  <a:pt x="1038663" y="590395"/>
                  <a:pt x="1081623" y="590395"/>
                </a:cubicBezTo>
                <a:cubicBezTo>
                  <a:pt x="1125220" y="590395"/>
                  <a:pt x="1146147" y="570084"/>
                  <a:pt x="1169399" y="548032"/>
                </a:cubicBezTo>
                <a:cubicBezTo>
                  <a:pt x="1193232" y="525400"/>
                  <a:pt x="1218808" y="500446"/>
                  <a:pt x="1269380" y="500446"/>
                </a:cubicBezTo>
                <a:cubicBezTo>
                  <a:pt x="1320469" y="500446"/>
                  <a:pt x="1346013" y="525400"/>
                  <a:pt x="1369815" y="548032"/>
                </a:cubicBezTo>
                <a:cubicBezTo>
                  <a:pt x="1393038" y="570084"/>
                  <a:pt x="1413937" y="590395"/>
                  <a:pt x="1456897" y="590395"/>
                </a:cubicBezTo>
                <a:cubicBezTo>
                  <a:pt x="1499858" y="590395"/>
                  <a:pt x="1521338" y="570084"/>
                  <a:pt x="1544561" y="548032"/>
                </a:cubicBezTo>
                <a:cubicBezTo>
                  <a:pt x="1568363" y="525400"/>
                  <a:pt x="1593907" y="500446"/>
                  <a:pt x="1644414" y="500446"/>
                </a:cubicBezTo>
                <a:cubicBezTo>
                  <a:pt x="1694922" y="500446"/>
                  <a:pt x="1721046" y="525400"/>
                  <a:pt x="1744848" y="548032"/>
                </a:cubicBezTo>
                <a:cubicBezTo>
                  <a:pt x="1768071" y="570084"/>
                  <a:pt x="1788971" y="590395"/>
                  <a:pt x="1831931" y="590395"/>
                </a:cubicBezTo>
                <a:cubicBezTo>
                  <a:pt x="1874947" y="590395"/>
                  <a:pt x="1896454" y="570084"/>
                  <a:pt x="1919706" y="548032"/>
                </a:cubicBezTo>
                <a:cubicBezTo>
                  <a:pt x="1943540" y="525400"/>
                  <a:pt x="1969116" y="500446"/>
                  <a:pt x="2019688" y="500446"/>
                </a:cubicBezTo>
                <a:cubicBezTo>
                  <a:pt x="2070196" y="500446"/>
                  <a:pt x="2096321" y="525400"/>
                  <a:pt x="2120123" y="548032"/>
                </a:cubicBezTo>
                <a:cubicBezTo>
                  <a:pt x="2143346" y="570084"/>
                  <a:pt x="2164245" y="590395"/>
                  <a:pt x="2207205" y="590395"/>
                </a:cubicBezTo>
                <a:cubicBezTo>
                  <a:pt x="2250166" y="590395"/>
                  <a:pt x="2271646" y="570084"/>
                  <a:pt x="2294868" y="548032"/>
                </a:cubicBezTo>
                <a:cubicBezTo>
                  <a:pt x="2318671" y="525400"/>
                  <a:pt x="2344215" y="500446"/>
                  <a:pt x="2394722" y="500446"/>
                </a:cubicBezTo>
                <a:cubicBezTo>
                  <a:pt x="2445230" y="500446"/>
                  <a:pt x="2471354" y="525400"/>
                  <a:pt x="2494576" y="548032"/>
                </a:cubicBezTo>
                <a:cubicBezTo>
                  <a:pt x="2518378" y="570084"/>
                  <a:pt x="2539279" y="590395"/>
                  <a:pt x="2582239" y="590395"/>
                </a:cubicBezTo>
                <a:cubicBezTo>
                  <a:pt x="2625255" y="590395"/>
                  <a:pt x="2646762" y="570084"/>
                  <a:pt x="2670014" y="548032"/>
                </a:cubicBezTo>
                <a:cubicBezTo>
                  <a:pt x="2693848" y="525400"/>
                  <a:pt x="2719424" y="500446"/>
                  <a:pt x="2769996" y="500446"/>
                </a:cubicBezTo>
                <a:cubicBezTo>
                  <a:pt x="2820503" y="500446"/>
                  <a:pt x="2846629" y="525400"/>
                  <a:pt x="2869850" y="548032"/>
                </a:cubicBezTo>
                <a:cubicBezTo>
                  <a:pt x="2893653" y="570084"/>
                  <a:pt x="2914552" y="590395"/>
                  <a:pt x="2957513" y="590395"/>
                </a:cubicBezTo>
                <a:lnTo>
                  <a:pt x="2957513" y="607805"/>
                </a:lnTo>
                <a:cubicBezTo>
                  <a:pt x="2907005" y="607805"/>
                  <a:pt x="2881462" y="583432"/>
                  <a:pt x="2857659" y="560799"/>
                </a:cubicBezTo>
                <a:cubicBezTo>
                  <a:pt x="2834437" y="538747"/>
                  <a:pt x="2812956" y="518436"/>
                  <a:pt x="2769996" y="518436"/>
                </a:cubicBezTo>
                <a:cubicBezTo>
                  <a:pt x="2726980" y="518436"/>
                  <a:pt x="2706054" y="538747"/>
                  <a:pt x="2682221" y="560799"/>
                </a:cubicBezTo>
                <a:cubicBezTo>
                  <a:pt x="2658969" y="583432"/>
                  <a:pt x="2632811" y="607805"/>
                  <a:pt x="2582239" y="607805"/>
                </a:cubicBezTo>
                <a:cubicBezTo>
                  <a:pt x="2531732" y="607805"/>
                  <a:pt x="2506188" y="583432"/>
                  <a:pt x="2482384" y="560799"/>
                </a:cubicBezTo>
                <a:cubicBezTo>
                  <a:pt x="2459162" y="538747"/>
                  <a:pt x="2437683" y="518436"/>
                  <a:pt x="2394722" y="518436"/>
                </a:cubicBezTo>
                <a:cubicBezTo>
                  <a:pt x="2351762" y="518436"/>
                  <a:pt x="2330861" y="538747"/>
                  <a:pt x="2307059" y="560799"/>
                </a:cubicBezTo>
                <a:cubicBezTo>
                  <a:pt x="2283837" y="583432"/>
                  <a:pt x="2257713" y="607805"/>
                  <a:pt x="2207205" y="607805"/>
                </a:cubicBezTo>
                <a:cubicBezTo>
                  <a:pt x="2156698" y="607805"/>
                  <a:pt x="2131154" y="583432"/>
                  <a:pt x="2107352" y="560799"/>
                </a:cubicBezTo>
                <a:cubicBezTo>
                  <a:pt x="2084129" y="538747"/>
                  <a:pt x="2062649" y="518436"/>
                  <a:pt x="2019688" y="518436"/>
                </a:cubicBezTo>
                <a:cubicBezTo>
                  <a:pt x="1976672" y="518436"/>
                  <a:pt x="1955746" y="538747"/>
                  <a:pt x="1932494" y="560799"/>
                </a:cubicBezTo>
                <a:cubicBezTo>
                  <a:pt x="1908662" y="583432"/>
                  <a:pt x="1882503" y="607805"/>
                  <a:pt x="1831931" y="607805"/>
                </a:cubicBezTo>
                <a:cubicBezTo>
                  <a:pt x="1781424" y="607805"/>
                  <a:pt x="1755880" y="583432"/>
                  <a:pt x="1732077" y="560799"/>
                </a:cubicBezTo>
                <a:cubicBezTo>
                  <a:pt x="1708854" y="538747"/>
                  <a:pt x="1687375" y="518436"/>
                  <a:pt x="1644414" y="518436"/>
                </a:cubicBezTo>
                <a:cubicBezTo>
                  <a:pt x="1601454" y="518436"/>
                  <a:pt x="1580555" y="538747"/>
                  <a:pt x="1557332" y="560799"/>
                </a:cubicBezTo>
                <a:cubicBezTo>
                  <a:pt x="1533529" y="583432"/>
                  <a:pt x="1507405" y="607805"/>
                  <a:pt x="1456897" y="607805"/>
                </a:cubicBezTo>
                <a:cubicBezTo>
                  <a:pt x="1406390" y="607805"/>
                  <a:pt x="1380846" y="583432"/>
                  <a:pt x="1357044" y="560799"/>
                </a:cubicBezTo>
                <a:cubicBezTo>
                  <a:pt x="1333821" y="538747"/>
                  <a:pt x="1312921" y="518436"/>
                  <a:pt x="1269380" y="518436"/>
                </a:cubicBezTo>
                <a:cubicBezTo>
                  <a:pt x="1226365" y="518436"/>
                  <a:pt x="1205438" y="538747"/>
                  <a:pt x="1182187" y="560799"/>
                </a:cubicBezTo>
                <a:cubicBezTo>
                  <a:pt x="1158354" y="583432"/>
                  <a:pt x="1132777" y="607805"/>
                  <a:pt x="1081623" y="607805"/>
                </a:cubicBezTo>
                <a:cubicBezTo>
                  <a:pt x="1031116" y="607805"/>
                  <a:pt x="1005572" y="583432"/>
                  <a:pt x="981769" y="560799"/>
                </a:cubicBezTo>
                <a:cubicBezTo>
                  <a:pt x="958546" y="538747"/>
                  <a:pt x="937647" y="518436"/>
                  <a:pt x="894106" y="518436"/>
                </a:cubicBezTo>
                <a:cubicBezTo>
                  <a:pt x="851146" y="518436"/>
                  <a:pt x="830247" y="538747"/>
                  <a:pt x="807025" y="560799"/>
                </a:cubicBezTo>
                <a:cubicBezTo>
                  <a:pt x="783221" y="583432"/>
                  <a:pt x="757677" y="607805"/>
                  <a:pt x="706589" y="607805"/>
                </a:cubicBezTo>
                <a:cubicBezTo>
                  <a:pt x="656082" y="607805"/>
                  <a:pt x="630538" y="583432"/>
                  <a:pt x="606736" y="560799"/>
                </a:cubicBezTo>
                <a:cubicBezTo>
                  <a:pt x="583514" y="538747"/>
                  <a:pt x="562613" y="518436"/>
                  <a:pt x="519073" y="518436"/>
                </a:cubicBezTo>
                <a:cubicBezTo>
                  <a:pt x="476057" y="518436"/>
                  <a:pt x="455131" y="538747"/>
                  <a:pt x="431879" y="560799"/>
                </a:cubicBezTo>
                <a:cubicBezTo>
                  <a:pt x="408047" y="583432"/>
                  <a:pt x="382469" y="607805"/>
                  <a:pt x="331316" y="607805"/>
                </a:cubicBezTo>
                <a:cubicBezTo>
                  <a:pt x="280808" y="607805"/>
                  <a:pt x="255264" y="583432"/>
                  <a:pt x="231461" y="560799"/>
                </a:cubicBezTo>
                <a:cubicBezTo>
                  <a:pt x="208240" y="538747"/>
                  <a:pt x="187340" y="518436"/>
                  <a:pt x="143799" y="518436"/>
                </a:cubicBezTo>
                <a:cubicBezTo>
                  <a:pt x="100838" y="518436"/>
                  <a:pt x="79939" y="538747"/>
                  <a:pt x="56717" y="560799"/>
                </a:cubicBezTo>
                <a:cubicBezTo>
                  <a:pt x="44816" y="572116"/>
                  <a:pt x="32479" y="583867"/>
                  <a:pt x="16732" y="592789"/>
                </a:cubicBezTo>
                <a:lnTo>
                  <a:pt x="0" y="599629"/>
                </a:lnTo>
                <a:lnTo>
                  <a:pt x="0" y="580691"/>
                </a:lnTo>
                <a:lnTo>
                  <a:pt x="7733" y="577483"/>
                </a:lnTo>
                <a:cubicBezTo>
                  <a:pt x="21304" y="569649"/>
                  <a:pt x="32334" y="559058"/>
                  <a:pt x="43945" y="548032"/>
                </a:cubicBezTo>
                <a:cubicBezTo>
                  <a:pt x="67747" y="525400"/>
                  <a:pt x="93291" y="500446"/>
                  <a:pt x="143799" y="500446"/>
                </a:cubicBezTo>
                <a:close/>
                <a:moveTo>
                  <a:pt x="143799" y="399827"/>
                </a:moveTo>
                <a:cubicBezTo>
                  <a:pt x="194887" y="399827"/>
                  <a:pt x="220431" y="424837"/>
                  <a:pt x="244233" y="447520"/>
                </a:cubicBezTo>
                <a:cubicBezTo>
                  <a:pt x="267455" y="469622"/>
                  <a:pt x="288355" y="489978"/>
                  <a:pt x="331316" y="489978"/>
                </a:cubicBezTo>
                <a:cubicBezTo>
                  <a:pt x="374912" y="489978"/>
                  <a:pt x="395839" y="469622"/>
                  <a:pt x="419091" y="447520"/>
                </a:cubicBezTo>
                <a:cubicBezTo>
                  <a:pt x="442924" y="424837"/>
                  <a:pt x="468500" y="399827"/>
                  <a:pt x="519073" y="399827"/>
                </a:cubicBezTo>
                <a:cubicBezTo>
                  <a:pt x="570161" y="399827"/>
                  <a:pt x="595705" y="424837"/>
                  <a:pt x="619508" y="447520"/>
                </a:cubicBezTo>
                <a:cubicBezTo>
                  <a:pt x="642730" y="469622"/>
                  <a:pt x="663629" y="489978"/>
                  <a:pt x="706589" y="489978"/>
                </a:cubicBezTo>
                <a:cubicBezTo>
                  <a:pt x="750130" y="489978"/>
                  <a:pt x="771031" y="469622"/>
                  <a:pt x="794253" y="447520"/>
                </a:cubicBezTo>
                <a:cubicBezTo>
                  <a:pt x="818055" y="424837"/>
                  <a:pt x="843599" y="399827"/>
                  <a:pt x="894106" y="399827"/>
                </a:cubicBezTo>
                <a:cubicBezTo>
                  <a:pt x="945194" y="399827"/>
                  <a:pt x="970738" y="424837"/>
                  <a:pt x="994540" y="447520"/>
                </a:cubicBezTo>
                <a:cubicBezTo>
                  <a:pt x="1017763" y="469622"/>
                  <a:pt x="1038663" y="489978"/>
                  <a:pt x="1081623" y="489978"/>
                </a:cubicBezTo>
                <a:cubicBezTo>
                  <a:pt x="1125220" y="489978"/>
                  <a:pt x="1146147" y="469622"/>
                  <a:pt x="1169399" y="447520"/>
                </a:cubicBezTo>
                <a:cubicBezTo>
                  <a:pt x="1193232" y="424837"/>
                  <a:pt x="1218808" y="399827"/>
                  <a:pt x="1269380" y="399827"/>
                </a:cubicBezTo>
                <a:cubicBezTo>
                  <a:pt x="1320469" y="399827"/>
                  <a:pt x="1346013" y="424837"/>
                  <a:pt x="1369815" y="447520"/>
                </a:cubicBezTo>
                <a:cubicBezTo>
                  <a:pt x="1393038" y="469622"/>
                  <a:pt x="1413937" y="489978"/>
                  <a:pt x="1456897" y="489978"/>
                </a:cubicBezTo>
                <a:cubicBezTo>
                  <a:pt x="1499858" y="489978"/>
                  <a:pt x="1521338" y="469622"/>
                  <a:pt x="1544561" y="447520"/>
                </a:cubicBezTo>
                <a:cubicBezTo>
                  <a:pt x="1568363" y="424837"/>
                  <a:pt x="1593907" y="399827"/>
                  <a:pt x="1644414" y="399827"/>
                </a:cubicBezTo>
                <a:cubicBezTo>
                  <a:pt x="1694922" y="399827"/>
                  <a:pt x="1721046" y="424837"/>
                  <a:pt x="1744848" y="447520"/>
                </a:cubicBezTo>
                <a:cubicBezTo>
                  <a:pt x="1768071" y="469622"/>
                  <a:pt x="1788971" y="489978"/>
                  <a:pt x="1831931" y="489978"/>
                </a:cubicBezTo>
                <a:cubicBezTo>
                  <a:pt x="1874947" y="489978"/>
                  <a:pt x="1896454" y="469622"/>
                  <a:pt x="1919706" y="447520"/>
                </a:cubicBezTo>
                <a:cubicBezTo>
                  <a:pt x="1943540" y="424837"/>
                  <a:pt x="1969116" y="399827"/>
                  <a:pt x="2019688" y="399827"/>
                </a:cubicBezTo>
                <a:cubicBezTo>
                  <a:pt x="2070196" y="399827"/>
                  <a:pt x="2096321" y="424837"/>
                  <a:pt x="2120123" y="447520"/>
                </a:cubicBezTo>
                <a:cubicBezTo>
                  <a:pt x="2143346" y="469622"/>
                  <a:pt x="2164245" y="489978"/>
                  <a:pt x="2207205" y="489978"/>
                </a:cubicBezTo>
                <a:cubicBezTo>
                  <a:pt x="2250166" y="489978"/>
                  <a:pt x="2271646" y="469622"/>
                  <a:pt x="2294868" y="447520"/>
                </a:cubicBezTo>
                <a:cubicBezTo>
                  <a:pt x="2318671" y="424837"/>
                  <a:pt x="2344215" y="399827"/>
                  <a:pt x="2394722" y="399827"/>
                </a:cubicBezTo>
                <a:cubicBezTo>
                  <a:pt x="2445230" y="399827"/>
                  <a:pt x="2471354" y="424837"/>
                  <a:pt x="2494576" y="447520"/>
                </a:cubicBezTo>
                <a:cubicBezTo>
                  <a:pt x="2518378" y="469622"/>
                  <a:pt x="2539279" y="489978"/>
                  <a:pt x="2582239" y="489978"/>
                </a:cubicBezTo>
                <a:cubicBezTo>
                  <a:pt x="2625255" y="489978"/>
                  <a:pt x="2646762" y="469622"/>
                  <a:pt x="2670014" y="447520"/>
                </a:cubicBezTo>
                <a:cubicBezTo>
                  <a:pt x="2693848" y="424837"/>
                  <a:pt x="2719424" y="399827"/>
                  <a:pt x="2769996" y="399827"/>
                </a:cubicBezTo>
                <a:cubicBezTo>
                  <a:pt x="2820503" y="399827"/>
                  <a:pt x="2846629" y="424837"/>
                  <a:pt x="2869850" y="447520"/>
                </a:cubicBezTo>
                <a:cubicBezTo>
                  <a:pt x="2893653" y="469622"/>
                  <a:pt x="2914552" y="489978"/>
                  <a:pt x="2957513" y="489978"/>
                </a:cubicBezTo>
                <a:lnTo>
                  <a:pt x="2957513" y="507427"/>
                </a:lnTo>
                <a:cubicBezTo>
                  <a:pt x="2907005" y="507427"/>
                  <a:pt x="2881462" y="482999"/>
                  <a:pt x="2857659" y="460316"/>
                </a:cubicBezTo>
                <a:cubicBezTo>
                  <a:pt x="2834437" y="438214"/>
                  <a:pt x="2812956" y="417857"/>
                  <a:pt x="2769996" y="417857"/>
                </a:cubicBezTo>
                <a:cubicBezTo>
                  <a:pt x="2726980" y="417857"/>
                  <a:pt x="2706054" y="437633"/>
                  <a:pt x="2682221" y="460316"/>
                </a:cubicBezTo>
                <a:cubicBezTo>
                  <a:pt x="2658969" y="482999"/>
                  <a:pt x="2632811" y="507427"/>
                  <a:pt x="2582239" y="507427"/>
                </a:cubicBezTo>
                <a:cubicBezTo>
                  <a:pt x="2531732" y="507427"/>
                  <a:pt x="2506188" y="482999"/>
                  <a:pt x="2482384" y="460316"/>
                </a:cubicBezTo>
                <a:cubicBezTo>
                  <a:pt x="2459162" y="438214"/>
                  <a:pt x="2437683" y="417857"/>
                  <a:pt x="2394722" y="417857"/>
                </a:cubicBezTo>
                <a:cubicBezTo>
                  <a:pt x="2351762" y="417857"/>
                  <a:pt x="2330861" y="437633"/>
                  <a:pt x="2307059" y="460316"/>
                </a:cubicBezTo>
                <a:cubicBezTo>
                  <a:pt x="2283837" y="482999"/>
                  <a:pt x="2257713" y="507427"/>
                  <a:pt x="2207205" y="507427"/>
                </a:cubicBezTo>
                <a:cubicBezTo>
                  <a:pt x="2156698" y="507427"/>
                  <a:pt x="2131154" y="482999"/>
                  <a:pt x="2107352" y="460316"/>
                </a:cubicBezTo>
                <a:cubicBezTo>
                  <a:pt x="2084129" y="438214"/>
                  <a:pt x="2062649" y="417857"/>
                  <a:pt x="2019688" y="417857"/>
                </a:cubicBezTo>
                <a:cubicBezTo>
                  <a:pt x="1976672" y="417857"/>
                  <a:pt x="1955746" y="437633"/>
                  <a:pt x="1932494" y="460316"/>
                </a:cubicBezTo>
                <a:cubicBezTo>
                  <a:pt x="1908662" y="482999"/>
                  <a:pt x="1882503" y="507427"/>
                  <a:pt x="1831931" y="507427"/>
                </a:cubicBezTo>
                <a:cubicBezTo>
                  <a:pt x="1781424" y="507427"/>
                  <a:pt x="1755880" y="482999"/>
                  <a:pt x="1732077" y="460316"/>
                </a:cubicBezTo>
                <a:cubicBezTo>
                  <a:pt x="1708854" y="438214"/>
                  <a:pt x="1687375" y="417857"/>
                  <a:pt x="1644414" y="417857"/>
                </a:cubicBezTo>
                <a:cubicBezTo>
                  <a:pt x="1601454" y="417857"/>
                  <a:pt x="1580555" y="437633"/>
                  <a:pt x="1557332" y="460316"/>
                </a:cubicBezTo>
                <a:cubicBezTo>
                  <a:pt x="1533529" y="482999"/>
                  <a:pt x="1507405" y="507427"/>
                  <a:pt x="1456897" y="507427"/>
                </a:cubicBezTo>
                <a:cubicBezTo>
                  <a:pt x="1406390" y="507427"/>
                  <a:pt x="1380846" y="482999"/>
                  <a:pt x="1357044" y="460316"/>
                </a:cubicBezTo>
                <a:cubicBezTo>
                  <a:pt x="1333821" y="438214"/>
                  <a:pt x="1312921" y="417857"/>
                  <a:pt x="1269380" y="417857"/>
                </a:cubicBezTo>
                <a:cubicBezTo>
                  <a:pt x="1226365" y="417857"/>
                  <a:pt x="1205438" y="437633"/>
                  <a:pt x="1182187" y="460316"/>
                </a:cubicBezTo>
                <a:cubicBezTo>
                  <a:pt x="1158354" y="482999"/>
                  <a:pt x="1132777" y="507427"/>
                  <a:pt x="1081623" y="507427"/>
                </a:cubicBezTo>
                <a:cubicBezTo>
                  <a:pt x="1031116" y="507427"/>
                  <a:pt x="1005572" y="482999"/>
                  <a:pt x="981769" y="460316"/>
                </a:cubicBezTo>
                <a:cubicBezTo>
                  <a:pt x="958546" y="438214"/>
                  <a:pt x="937647" y="417857"/>
                  <a:pt x="894106" y="417857"/>
                </a:cubicBezTo>
                <a:cubicBezTo>
                  <a:pt x="851146" y="417857"/>
                  <a:pt x="830247" y="437633"/>
                  <a:pt x="807025" y="460316"/>
                </a:cubicBezTo>
                <a:cubicBezTo>
                  <a:pt x="783221" y="482999"/>
                  <a:pt x="757677" y="507427"/>
                  <a:pt x="706589" y="507427"/>
                </a:cubicBezTo>
                <a:cubicBezTo>
                  <a:pt x="656082" y="507427"/>
                  <a:pt x="630538" y="482999"/>
                  <a:pt x="606736" y="460316"/>
                </a:cubicBezTo>
                <a:cubicBezTo>
                  <a:pt x="583514" y="438214"/>
                  <a:pt x="562613" y="417857"/>
                  <a:pt x="519073" y="417857"/>
                </a:cubicBezTo>
                <a:cubicBezTo>
                  <a:pt x="476057" y="417857"/>
                  <a:pt x="455131" y="437633"/>
                  <a:pt x="431879" y="460316"/>
                </a:cubicBezTo>
                <a:cubicBezTo>
                  <a:pt x="408047" y="482999"/>
                  <a:pt x="382469" y="507427"/>
                  <a:pt x="331316" y="507427"/>
                </a:cubicBezTo>
                <a:cubicBezTo>
                  <a:pt x="280808" y="507427"/>
                  <a:pt x="255264" y="482999"/>
                  <a:pt x="231461" y="460316"/>
                </a:cubicBezTo>
                <a:cubicBezTo>
                  <a:pt x="208240" y="438214"/>
                  <a:pt x="187340" y="417857"/>
                  <a:pt x="143799" y="417857"/>
                </a:cubicBezTo>
                <a:cubicBezTo>
                  <a:pt x="100838" y="417857"/>
                  <a:pt x="79939" y="437633"/>
                  <a:pt x="56717" y="460316"/>
                </a:cubicBezTo>
                <a:cubicBezTo>
                  <a:pt x="44816" y="471657"/>
                  <a:pt x="32479" y="483435"/>
                  <a:pt x="16732" y="492377"/>
                </a:cubicBezTo>
                <a:lnTo>
                  <a:pt x="0" y="499232"/>
                </a:lnTo>
                <a:lnTo>
                  <a:pt x="0" y="480252"/>
                </a:lnTo>
                <a:lnTo>
                  <a:pt x="7733" y="477037"/>
                </a:lnTo>
                <a:cubicBezTo>
                  <a:pt x="21304" y="469186"/>
                  <a:pt x="32334" y="458571"/>
                  <a:pt x="43945" y="447520"/>
                </a:cubicBezTo>
                <a:cubicBezTo>
                  <a:pt x="67747" y="424837"/>
                  <a:pt x="93291" y="399827"/>
                  <a:pt x="143799" y="399827"/>
                </a:cubicBezTo>
                <a:close/>
                <a:moveTo>
                  <a:pt x="143799" y="299931"/>
                </a:moveTo>
                <a:cubicBezTo>
                  <a:pt x="194887" y="299931"/>
                  <a:pt x="220431" y="324917"/>
                  <a:pt x="244233" y="347579"/>
                </a:cubicBezTo>
                <a:cubicBezTo>
                  <a:pt x="267455" y="369660"/>
                  <a:pt x="288355" y="389998"/>
                  <a:pt x="331316" y="389998"/>
                </a:cubicBezTo>
                <a:cubicBezTo>
                  <a:pt x="374912" y="389998"/>
                  <a:pt x="395839" y="369660"/>
                  <a:pt x="419091" y="347579"/>
                </a:cubicBezTo>
                <a:cubicBezTo>
                  <a:pt x="442924" y="324917"/>
                  <a:pt x="468500" y="299931"/>
                  <a:pt x="519073" y="299931"/>
                </a:cubicBezTo>
                <a:cubicBezTo>
                  <a:pt x="570161" y="299931"/>
                  <a:pt x="595705" y="324917"/>
                  <a:pt x="619508" y="347579"/>
                </a:cubicBezTo>
                <a:cubicBezTo>
                  <a:pt x="642730" y="369660"/>
                  <a:pt x="663629" y="389998"/>
                  <a:pt x="706589" y="389998"/>
                </a:cubicBezTo>
                <a:cubicBezTo>
                  <a:pt x="750130" y="389998"/>
                  <a:pt x="771031" y="369660"/>
                  <a:pt x="794253" y="347579"/>
                </a:cubicBezTo>
                <a:cubicBezTo>
                  <a:pt x="818055" y="324917"/>
                  <a:pt x="843599" y="299931"/>
                  <a:pt x="894106" y="299931"/>
                </a:cubicBezTo>
                <a:cubicBezTo>
                  <a:pt x="945194" y="299931"/>
                  <a:pt x="970738" y="324917"/>
                  <a:pt x="994540" y="347579"/>
                </a:cubicBezTo>
                <a:cubicBezTo>
                  <a:pt x="1017763" y="369660"/>
                  <a:pt x="1038663" y="389998"/>
                  <a:pt x="1081623" y="389998"/>
                </a:cubicBezTo>
                <a:cubicBezTo>
                  <a:pt x="1125220" y="389998"/>
                  <a:pt x="1146147" y="369660"/>
                  <a:pt x="1169399" y="347579"/>
                </a:cubicBezTo>
                <a:cubicBezTo>
                  <a:pt x="1193232" y="324917"/>
                  <a:pt x="1218808" y="299931"/>
                  <a:pt x="1269380" y="299931"/>
                </a:cubicBezTo>
                <a:cubicBezTo>
                  <a:pt x="1320469" y="299931"/>
                  <a:pt x="1346013" y="324917"/>
                  <a:pt x="1369815" y="347579"/>
                </a:cubicBezTo>
                <a:cubicBezTo>
                  <a:pt x="1393038" y="369660"/>
                  <a:pt x="1413937" y="389998"/>
                  <a:pt x="1456897" y="389998"/>
                </a:cubicBezTo>
                <a:cubicBezTo>
                  <a:pt x="1499858" y="389998"/>
                  <a:pt x="1521338" y="369660"/>
                  <a:pt x="1544561" y="347579"/>
                </a:cubicBezTo>
                <a:cubicBezTo>
                  <a:pt x="1568363" y="324917"/>
                  <a:pt x="1593907" y="299931"/>
                  <a:pt x="1644414" y="299931"/>
                </a:cubicBezTo>
                <a:cubicBezTo>
                  <a:pt x="1694922" y="299931"/>
                  <a:pt x="1721046" y="324917"/>
                  <a:pt x="1744848" y="347579"/>
                </a:cubicBezTo>
                <a:cubicBezTo>
                  <a:pt x="1768071" y="369660"/>
                  <a:pt x="1788971" y="389998"/>
                  <a:pt x="1831931" y="389998"/>
                </a:cubicBezTo>
                <a:cubicBezTo>
                  <a:pt x="1874947" y="389998"/>
                  <a:pt x="1896454" y="369660"/>
                  <a:pt x="1919706" y="347579"/>
                </a:cubicBezTo>
                <a:cubicBezTo>
                  <a:pt x="1943540" y="324917"/>
                  <a:pt x="1969116" y="299931"/>
                  <a:pt x="2019688" y="299931"/>
                </a:cubicBezTo>
                <a:cubicBezTo>
                  <a:pt x="2070196" y="299931"/>
                  <a:pt x="2096321" y="324917"/>
                  <a:pt x="2120123" y="347579"/>
                </a:cubicBezTo>
                <a:cubicBezTo>
                  <a:pt x="2143346" y="369660"/>
                  <a:pt x="2164245" y="389998"/>
                  <a:pt x="2207205" y="389998"/>
                </a:cubicBezTo>
                <a:cubicBezTo>
                  <a:pt x="2250166" y="389998"/>
                  <a:pt x="2271646" y="369660"/>
                  <a:pt x="2294868" y="347579"/>
                </a:cubicBezTo>
                <a:cubicBezTo>
                  <a:pt x="2318671" y="324917"/>
                  <a:pt x="2344215" y="299931"/>
                  <a:pt x="2394722" y="299931"/>
                </a:cubicBezTo>
                <a:cubicBezTo>
                  <a:pt x="2445230" y="299931"/>
                  <a:pt x="2471354" y="324917"/>
                  <a:pt x="2494576" y="347579"/>
                </a:cubicBezTo>
                <a:cubicBezTo>
                  <a:pt x="2518378" y="369660"/>
                  <a:pt x="2539279" y="389998"/>
                  <a:pt x="2582239" y="389998"/>
                </a:cubicBezTo>
                <a:cubicBezTo>
                  <a:pt x="2625255" y="389998"/>
                  <a:pt x="2646762" y="369660"/>
                  <a:pt x="2670014" y="347579"/>
                </a:cubicBezTo>
                <a:cubicBezTo>
                  <a:pt x="2693848" y="324917"/>
                  <a:pt x="2719424" y="299931"/>
                  <a:pt x="2769996" y="299931"/>
                </a:cubicBezTo>
                <a:cubicBezTo>
                  <a:pt x="2820503" y="299931"/>
                  <a:pt x="2846629" y="324917"/>
                  <a:pt x="2869850" y="347579"/>
                </a:cubicBezTo>
                <a:cubicBezTo>
                  <a:pt x="2893653" y="369660"/>
                  <a:pt x="2914552" y="389998"/>
                  <a:pt x="2957513" y="389998"/>
                </a:cubicBezTo>
                <a:lnTo>
                  <a:pt x="2957513" y="408011"/>
                </a:lnTo>
                <a:cubicBezTo>
                  <a:pt x="2907005" y="408011"/>
                  <a:pt x="2881462" y="383025"/>
                  <a:pt x="2857659" y="360363"/>
                </a:cubicBezTo>
                <a:cubicBezTo>
                  <a:pt x="2834437" y="338282"/>
                  <a:pt x="2812956" y="317944"/>
                  <a:pt x="2769996" y="317944"/>
                </a:cubicBezTo>
                <a:cubicBezTo>
                  <a:pt x="2726980" y="317944"/>
                  <a:pt x="2706054" y="338282"/>
                  <a:pt x="2682221" y="360363"/>
                </a:cubicBezTo>
                <a:cubicBezTo>
                  <a:pt x="2658969" y="383025"/>
                  <a:pt x="2632811" y="408011"/>
                  <a:pt x="2582239" y="408011"/>
                </a:cubicBezTo>
                <a:cubicBezTo>
                  <a:pt x="2531732" y="408011"/>
                  <a:pt x="2506188" y="383025"/>
                  <a:pt x="2482384" y="360363"/>
                </a:cubicBezTo>
                <a:cubicBezTo>
                  <a:pt x="2459162" y="338282"/>
                  <a:pt x="2437683" y="317944"/>
                  <a:pt x="2394722" y="317944"/>
                </a:cubicBezTo>
                <a:cubicBezTo>
                  <a:pt x="2351762" y="317944"/>
                  <a:pt x="2330861" y="338282"/>
                  <a:pt x="2307059" y="360363"/>
                </a:cubicBezTo>
                <a:cubicBezTo>
                  <a:pt x="2283837" y="383025"/>
                  <a:pt x="2257713" y="408011"/>
                  <a:pt x="2207205" y="408011"/>
                </a:cubicBezTo>
                <a:cubicBezTo>
                  <a:pt x="2156698" y="408011"/>
                  <a:pt x="2131154" y="383025"/>
                  <a:pt x="2107352" y="360363"/>
                </a:cubicBezTo>
                <a:cubicBezTo>
                  <a:pt x="2084129" y="338282"/>
                  <a:pt x="2062649" y="317944"/>
                  <a:pt x="2019688" y="317944"/>
                </a:cubicBezTo>
                <a:cubicBezTo>
                  <a:pt x="1976672" y="317944"/>
                  <a:pt x="1955746" y="338282"/>
                  <a:pt x="1932494" y="360363"/>
                </a:cubicBezTo>
                <a:cubicBezTo>
                  <a:pt x="1908662" y="383025"/>
                  <a:pt x="1882503" y="408011"/>
                  <a:pt x="1831931" y="408011"/>
                </a:cubicBezTo>
                <a:cubicBezTo>
                  <a:pt x="1781424" y="408011"/>
                  <a:pt x="1755880" y="383025"/>
                  <a:pt x="1732077" y="360363"/>
                </a:cubicBezTo>
                <a:cubicBezTo>
                  <a:pt x="1708854" y="338282"/>
                  <a:pt x="1687375" y="317944"/>
                  <a:pt x="1644414" y="317944"/>
                </a:cubicBezTo>
                <a:cubicBezTo>
                  <a:pt x="1601454" y="317944"/>
                  <a:pt x="1580555" y="338282"/>
                  <a:pt x="1557332" y="360363"/>
                </a:cubicBezTo>
                <a:cubicBezTo>
                  <a:pt x="1533529" y="383025"/>
                  <a:pt x="1507405" y="408011"/>
                  <a:pt x="1456897" y="408011"/>
                </a:cubicBezTo>
                <a:cubicBezTo>
                  <a:pt x="1406390" y="408011"/>
                  <a:pt x="1380846" y="383025"/>
                  <a:pt x="1357044" y="360363"/>
                </a:cubicBezTo>
                <a:cubicBezTo>
                  <a:pt x="1333821" y="338282"/>
                  <a:pt x="1312921" y="317944"/>
                  <a:pt x="1269380" y="317944"/>
                </a:cubicBezTo>
                <a:cubicBezTo>
                  <a:pt x="1226365" y="317944"/>
                  <a:pt x="1205438" y="338282"/>
                  <a:pt x="1182187" y="360363"/>
                </a:cubicBezTo>
                <a:cubicBezTo>
                  <a:pt x="1158354" y="383025"/>
                  <a:pt x="1132777" y="408011"/>
                  <a:pt x="1081623" y="408011"/>
                </a:cubicBezTo>
                <a:cubicBezTo>
                  <a:pt x="1031116" y="408011"/>
                  <a:pt x="1005572" y="383025"/>
                  <a:pt x="981769" y="360363"/>
                </a:cubicBezTo>
                <a:cubicBezTo>
                  <a:pt x="958546" y="338282"/>
                  <a:pt x="937647" y="317944"/>
                  <a:pt x="894106" y="317944"/>
                </a:cubicBezTo>
                <a:cubicBezTo>
                  <a:pt x="851146" y="317944"/>
                  <a:pt x="830247" y="338282"/>
                  <a:pt x="807025" y="360363"/>
                </a:cubicBezTo>
                <a:cubicBezTo>
                  <a:pt x="783221" y="383025"/>
                  <a:pt x="757677" y="408011"/>
                  <a:pt x="706589" y="408011"/>
                </a:cubicBezTo>
                <a:cubicBezTo>
                  <a:pt x="656082" y="408011"/>
                  <a:pt x="630538" y="383025"/>
                  <a:pt x="606736" y="360363"/>
                </a:cubicBezTo>
                <a:cubicBezTo>
                  <a:pt x="583514" y="338282"/>
                  <a:pt x="562613" y="317944"/>
                  <a:pt x="519073" y="317944"/>
                </a:cubicBezTo>
                <a:cubicBezTo>
                  <a:pt x="476057" y="317944"/>
                  <a:pt x="455131" y="338282"/>
                  <a:pt x="431879" y="360363"/>
                </a:cubicBezTo>
                <a:cubicBezTo>
                  <a:pt x="408047" y="383025"/>
                  <a:pt x="382469" y="408011"/>
                  <a:pt x="331316" y="408011"/>
                </a:cubicBezTo>
                <a:cubicBezTo>
                  <a:pt x="280808" y="408011"/>
                  <a:pt x="255264" y="383025"/>
                  <a:pt x="231461" y="360363"/>
                </a:cubicBezTo>
                <a:cubicBezTo>
                  <a:pt x="208240" y="338282"/>
                  <a:pt x="187340" y="317944"/>
                  <a:pt x="143799" y="317944"/>
                </a:cubicBezTo>
                <a:cubicBezTo>
                  <a:pt x="100838" y="317944"/>
                  <a:pt x="79939" y="338282"/>
                  <a:pt x="56717" y="360363"/>
                </a:cubicBezTo>
                <a:cubicBezTo>
                  <a:pt x="44816" y="371694"/>
                  <a:pt x="32479" y="383606"/>
                  <a:pt x="16732" y="392686"/>
                </a:cubicBezTo>
                <a:lnTo>
                  <a:pt x="0" y="399660"/>
                </a:lnTo>
                <a:lnTo>
                  <a:pt x="0" y="380281"/>
                </a:lnTo>
                <a:lnTo>
                  <a:pt x="7733" y="377069"/>
                </a:lnTo>
                <a:cubicBezTo>
                  <a:pt x="21304" y="369225"/>
                  <a:pt x="32334" y="358620"/>
                  <a:pt x="43945" y="347579"/>
                </a:cubicBezTo>
                <a:cubicBezTo>
                  <a:pt x="67747" y="324917"/>
                  <a:pt x="93291" y="299931"/>
                  <a:pt x="143799" y="299931"/>
                </a:cubicBezTo>
                <a:close/>
                <a:moveTo>
                  <a:pt x="143799" y="200515"/>
                </a:moveTo>
                <a:cubicBezTo>
                  <a:pt x="194887" y="200515"/>
                  <a:pt x="220431" y="225469"/>
                  <a:pt x="244233" y="247521"/>
                </a:cubicBezTo>
                <a:cubicBezTo>
                  <a:pt x="267455" y="270154"/>
                  <a:pt x="288355" y="289884"/>
                  <a:pt x="331316" y="289884"/>
                </a:cubicBezTo>
                <a:cubicBezTo>
                  <a:pt x="374912" y="289884"/>
                  <a:pt x="395839" y="270154"/>
                  <a:pt x="419091" y="247521"/>
                </a:cubicBezTo>
                <a:cubicBezTo>
                  <a:pt x="442924" y="225469"/>
                  <a:pt x="468500" y="200515"/>
                  <a:pt x="519073" y="200515"/>
                </a:cubicBezTo>
                <a:cubicBezTo>
                  <a:pt x="570161" y="200515"/>
                  <a:pt x="595705" y="225469"/>
                  <a:pt x="619508" y="247521"/>
                </a:cubicBezTo>
                <a:cubicBezTo>
                  <a:pt x="642730" y="270154"/>
                  <a:pt x="663629" y="289884"/>
                  <a:pt x="706589" y="289884"/>
                </a:cubicBezTo>
                <a:cubicBezTo>
                  <a:pt x="750130" y="289884"/>
                  <a:pt x="771031" y="270154"/>
                  <a:pt x="794253" y="247521"/>
                </a:cubicBezTo>
                <a:cubicBezTo>
                  <a:pt x="818055" y="225469"/>
                  <a:pt x="843599" y="200515"/>
                  <a:pt x="894106" y="200515"/>
                </a:cubicBezTo>
                <a:cubicBezTo>
                  <a:pt x="945194" y="200515"/>
                  <a:pt x="970738" y="225469"/>
                  <a:pt x="994540" y="247521"/>
                </a:cubicBezTo>
                <a:cubicBezTo>
                  <a:pt x="1017763" y="270154"/>
                  <a:pt x="1038663" y="289884"/>
                  <a:pt x="1081623" y="289884"/>
                </a:cubicBezTo>
                <a:cubicBezTo>
                  <a:pt x="1125220" y="289884"/>
                  <a:pt x="1146147" y="270154"/>
                  <a:pt x="1169399" y="247521"/>
                </a:cubicBezTo>
                <a:cubicBezTo>
                  <a:pt x="1193232" y="225469"/>
                  <a:pt x="1218808" y="200515"/>
                  <a:pt x="1269380" y="200515"/>
                </a:cubicBezTo>
                <a:cubicBezTo>
                  <a:pt x="1320469" y="200515"/>
                  <a:pt x="1346013" y="225469"/>
                  <a:pt x="1369815" y="247521"/>
                </a:cubicBezTo>
                <a:cubicBezTo>
                  <a:pt x="1393038" y="270154"/>
                  <a:pt x="1413937" y="289884"/>
                  <a:pt x="1456897" y="289884"/>
                </a:cubicBezTo>
                <a:cubicBezTo>
                  <a:pt x="1499858" y="289884"/>
                  <a:pt x="1521338" y="270154"/>
                  <a:pt x="1544561" y="247521"/>
                </a:cubicBezTo>
                <a:cubicBezTo>
                  <a:pt x="1568363" y="225469"/>
                  <a:pt x="1593907" y="200515"/>
                  <a:pt x="1644414" y="200515"/>
                </a:cubicBezTo>
                <a:cubicBezTo>
                  <a:pt x="1694922" y="200515"/>
                  <a:pt x="1721046" y="225469"/>
                  <a:pt x="1744848" y="247521"/>
                </a:cubicBezTo>
                <a:cubicBezTo>
                  <a:pt x="1768071" y="270154"/>
                  <a:pt x="1788971" y="289884"/>
                  <a:pt x="1831931" y="289884"/>
                </a:cubicBezTo>
                <a:cubicBezTo>
                  <a:pt x="1874947" y="289884"/>
                  <a:pt x="1896454" y="270154"/>
                  <a:pt x="1919706" y="247521"/>
                </a:cubicBezTo>
                <a:cubicBezTo>
                  <a:pt x="1943540" y="225469"/>
                  <a:pt x="1969116" y="200515"/>
                  <a:pt x="2019688" y="200515"/>
                </a:cubicBezTo>
                <a:cubicBezTo>
                  <a:pt x="2070196" y="200515"/>
                  <a:pt x="2096321" y="225469"/>
                  <a:pt x="2120123" y="247521"/>
                </a:cubicBezTo>
                <a:cubicBezTo>
                  <a:pt x="2143346" y="270154"/>
                  <a:pt x="2164245" y="289884"/>
                  <a:pt x="2207205" y="289884"/>
                </a:cubicBezTo>
                <a:cubicBezTo>
                  <a:pt x="2250166" y="289884"/>
                  <a:pt x="2271646" y="270154"/>
                  <a:pt x="2294868" y="247521"/>
                </a:cubicBezTo>
                <a:cubicBezTo>
                  <a:pt x="2318671" y="225469"/>
                  <a:pt x="2344215" y="200515"/>
                  <a:pt x="2394722" y="200515"/>
                </a:cubicBezTo>
                <a:cubicBezTo>
                  <a:pt x="2445230" y="200515"/>
                  <a:pt x="2471354" y="225469"/>
                  <a:pt x="2494576" y="247521"/>
                </a:cubicBezTo>
                <a:cubicBezTo>
                  <a:pt x="2518378" y="270154"/>
                  <a:pt x="2539279" y="289884"/>
                  <a:pt x="2582239" y="289884"/>
                </a:cubicBezTo>
                <a:cubicBezTo>
                  <a:pt x="2625255" y="289884"/>
                  <a:pt x="2646762" y="270154"/>
                  <a:pt x="2670014" y="247521"/>
                </a:cubicBezTo>
                <a:cubicBezTo>
                  <a:pt x="2693848" y="225469"/>
                  <a:pt x="2719424" y="200515"/>
                  <a:pt x="2769996" y="200515"/>
                </a:cubicBezTo>
                <a:cubicBezTo>
                  <a:pt x="2820503" y="200515"/>
                  <a:pt x="2846629" y="225469"/>
                  <a:pt x="2869850" y="247521"/>
                </a:cubicBezTo>
                <a:cubicBezTo>
                  <a:pt x="2893653" y="270154"/>
                  <a:pt x="2914552" y="289884"/>
                  <a:pt x="2957513" y="289884"/>
                </a:cubicBezTo>
                <a:lnTo>
                  <a:pt x="2957513" y="307874"/>
                </a:lnTo>
                <a:cubicBezTo>
                  <a:pt x="2907005" y="307874"/>
                  <a:pt x="2881462" y="283501"/>
                  <a:pt x="2857659" y="260869"/>
                </a:cubicBezTo>
                <a:cubicBezTo>
                  <a:pt x="2834437" y="238236"/>
                  <a:pt x="2812956" y="218505"/>
                  <a:pt x="2769996" y="218505"/>
                </a:cubicBezTo>
                <a:cubicBezTo>
                  <a:pt x="2726980" y="218505"/>
                  <a:pt x="2706054" y="238236"/>
                  <a:pt x="2682221" y="260869"/>
                </a:cubicBezTo>
                <a:cubicBezTo>
                  <a:pt x="2658969" y="283501"/>
                  <a:pt x="2632811" y="307874"/>
                  <a:pt x="2582239" y="307874"/>
                </a:cubicBezTo>
                <a:cubicBezTo>
                  <a:pt x="2531732" y="307874"/>
                  <a:pt x="2506188" y="283501"/>
                  <a:pt x="2482384" y="260869"/>
                </a:cubicBezTo>
                <a:cubicBezTo>
                  <a:pt x="2459162" y="238236"/>
                  <a:pt x="2437683" y="218505"/>
                  <a:pt x="2394722" y="218505"/>
                </a:cubicBezTo>
                <a:cubicBezTo>
                  <a:pt x="2351762" y="218505"/>
                  <a:pt x="2330861" y="238236"/>
                  <a:pt x="2307059" y="260869"/>
                </a:cubicBezTo>
                <a:cubicBezTo>
                  <a:pt x="2283837" y="283501"/>
                  <a:pt x="2257713" y="307874"/>
                  <a:pt x="2207205" y="307874"/>
                </a:cubicBezTo>
                <a:cubicBezTo>
                  <a:pt x="2156698" y="307874"/>
                  <a:pt x="2131154" y="283501"/>
                  <a:pt x="2107352" y="260869"/>
                </a:cubicBezTo>
                <a:cubicBezTo>
                  <a:pt x="2084129" y="238236"/>
                  <a:pt x="2062649" y="218505"/>
                  <a:pt x="2019688" y="218505"/>
                </a:cubicBezTo>
                <a:cubicBezTo>
                  <a:pt x="1976672" y="218505"/>
                  <a:pt x="1955746" y="238236"/>
                  <a:pt x="1932494" y="260869"/>
                </a:cubicBezTo>
                <a:cubicBezTo>
                  <a:pt x="1908662" y="283501"/>
                  <a:pt x="1882503" y="307874"/>
                  <a:pt x="1831931" y="307874"/>
                </a:cubicBezTo>
                <a:cubicBezTo>
                  <a:pt x="1781424" y="307874"/>
                  <a:pt x="1755880" y="283501"/>
                  <a:pt x="1732077" y="260869"/>
                </a:cubicBezTo>
                <a:cubicBezTo>
                  <a:pt x="1708854" y="238236"/>
                  <a:pt x="1687375" y="218505"/>
                  <a:pt x="1644414" y="218505"/>
                </a:cubicBezTo>
                <a:cubicBezTo>
                  <a:pt x="1601454" y="218505"/>
                  <a:pt x="1580555" y="238236"/>
                  <a:pt x="1557332" y="260869"/>
                </a:cubicBezTo>
                <a:cubicBezTo>
                  <a:pt x="1533529" y="283501"/>
                  <a:pt x="1507405" y="307874"/>
                  <a:pt x="1456897" y="307874"/>
                </a:cubicBezTo>
                <a:cubicBezTo>
                  <a:pt x="1406390" y="307874"/>
                  <a:pt x="1380846" y="283501"/>
                  <a:pt x="1357044" y="260869"/>
                </a:cubicBezTo>
                <a:cubicBezTo>
                  <a:pt x="1333821" y="238236"/>
                  <a:pt x="1312921" y="218505"/>
                  <a:pt x="1269380" y="218505"/>
                </a:cubicBezTo>
                <a:cubicBezTo>
                  <a:pt x="1226365" y="218505"/>
                  <a:pt x="1205438" y="238236"/>
                  <a:pt x="1182187" y="260869"/>
                </a:cubicBezTo>
                <a:cubicBezTo>
                  <a:pt x="1158354" y="283501"/>
                  <a:pt x="1132777" y="307874"/>
                  <a:pt x="1081623" y="307874"/>
                </a:cubicBezTo>
                <a:cubicBezTo>
                  <a:pt x="1031116" y="307874"/>
                  <a:pt x="1005572" y="283501"/>
                  <a:pt x="981769" y="260869"/>
                </a:cubicBezTo>
                <a:cubicBezTo>
                  <a:pt x="958546" y="238236"/>
                  <a:pt x="937647" y="218505"/>
                  <a:pt x="894106" y="218505"/>
                </a:cubicBezTo>
                <a:cubicBezTo>
                  <a:pt x="851146" y="218505"/>
                  <a:pt x="830247" y="238236"/>
                  <a:pt x="807025" y="260869"/>
                </a:cubicBezTo>
                <a:cubicBezTo>
                  <a:pt x="783221" y="283501"/>
                  <a:pt x="757677" y="307874"/>
                  <a:pt x="706589" y="307874"/>
                </a:cubicBezTo>
                <a:cubicBezTo>
                  <a:pt x="656082" y="307874"/>
                  <a:pt x="630538" y="283501"/>
                  <a:pt x="606736" y="260869"/>
                </a:cubicBezTo>
                <a:cubicBezTo>
                  <a:pt x="583514" y="238236"/>
                  <a:pt x="562613" y="218505"/>
                  <a:pt x="519073" y="218505"/>
                </a:cubicBezTo>
                <a:cubicBezTo>
                  <a:pt x="476057" y="218505"/>
                  <a:pt x="455131" y="238236"/>
                  <a:pt x="431879" y="260869"/>
                </a:cubicBezTo>
                <a:cubicBezTo>
                  <a:pt x="408047" y="283501"/>
                  <a:pt x="382469" y="307874"/>
                  <a:pt x="331316" y="307874"/>
                </a:cubicBezTo>
                <a:cubicBezTo>
                  <a:pt x="280808" y="307874"/>
                  <a:pt x="255264" y="283501"/>
                  <a:pt x="231461" y="260869"/>
                </a:cubicBezTo>
                <a:cubicBezTo>
                  <a:pt x="208240" y="238236"/>
                  <a:pt x="187340" y="218505"/>
                  <a:pt x="143799" y="218505"/>
                </a:cubicBezTo>
                <a:cubicBezTo>
                  <a:pt x="100838" y="218505"/>
                  <a:pt x="79939" y="238236"/>
                  <a:pt x="56717" y="260869"/>
                </a:cubicBezTo>
                <a:cubicBezTo>
                  <a:pt x="44816" y="272185"/>
                  <a:pt x="32479" y="283936"/>
                  <a:pt x="16732" y="292859"/>
                </a:cubicBezTo>
                <a:lnTo>
                  <a:pt x="0" y="299698"/>
                </a:lnTo>
                <a:lnTo>
                  <a:pt x="0" y="279098"/>
                </a:lnTo>
                <a:lnTo>
                  <a:pt x="7733" y="277190"/>
                </a:lnTo>
                <a:cubicBezTo>
                  <a:pt x="21304" y="269428"/>
                  <a:pt x="32334" y="258838"/>
                  <a:pt x="43945" y="247521"/>
                </a:cubicBezTo>
                <a:cubicBezTo>
                  <a:pt x="67747" y="225469"/>
                  <a:pt x="93291" y="200515"/>
                  <a:pt x="143799" y="200515"/>
                </a:cubicBezTo>
                <a:close/>
                <a:moveTo>
                  <a:pt x="143799" y="99897"/>
                </a:moveTo>
                <a:cubicBezTo>
                  <a:pt x="194887" y="99897"/>
                  <a:pt x="220431" y="124325"/>
                  <a:pt x="244233" y="147008"/>
                </a:cubicBezTo>
                <a:cubicBezTo>
                  <a:pt x="267455" y="169691"/>
                  <a:pt x="288355" y="189466"/>
                  <a:pt x="331316" y="189466"/>
                </a:cubicBezTo>
                <a:cubicBezTo>
                  <a:pt x="374912" y="189466"/>
                  <a:pt x="395839" y="169691"/>
                  <a:pt x="419091" y="147008"/>
                </a:cubicBezTo>
                <a:cubicBezTo>
                  <a:pt x="442924" y="124906"/>
                  <a:pt x="468500" y="99897"/>
                  <a:pt x="519073" y="99897"/>
                </a:cubicBezTo>
                <a:cubicBezTo>
                  <a:pt x="570161" y="99897"/>
                  <a:pt x="595705" y="124325"/>
                  <a:pt x="619508" y="147008"/>
                </a:cubicBezTo>
                <a:cubicBezTo>
                  <a:pt x="642730" y="169691"/>
                  <a:pt x="663629" y="189466"/>
                  <a:pt x="706589" y="189466"/>
                </a:cubicBezTo>
                <a:cubicBezTo>
                  <a:pt x="750130" y="189466"/>
                  <a:pt x="771031" y="169691"/>
                  <a:pt x="794253" y="147008"/>
                </a:cubicBezTo>
                <a:cubicBezTo>
                  <a:pt x="818055" y="124906"/>
                  <a:pt x="843599" y="99897"/>
                  <a:pt x="894106" y="99897"/>
                </a:cubicBezTo>
                <a:cubicBezTo>
                  <a:pt x="945194" y="99897"/>
                  <a:pt x="970738" y="124325"/>
                  <a:pt x="994540" y="147008"/>
                </a:cubicBezTo>
                <a:cubicBezTo>
                  <a:pt x="1017763" y="169691"/>
                  <a:pt x="1038663" y="189466"/>
                  <a:pt x="1081623" y="189466"/>
                </a:cubicBezTo>
                <a:cubicBezTo>
                  <a:pt x="1125220" y="189466"/>
                  <a:pt x="1146147" y="169691"/>
                  <a:pt x="1169399" y="147008"/>
                </a:cubicBezTo>
                <a:cubicBezTo>
                  <a:pt x="1193232" y="124906"/>
                  <a:pt x="1218808" y="99897"/>
                  <a:pt x="1269380" y="99897"/>
                </a:cubicBezTo>
                <a:cubicBezTo>
                  <a:pt x="1320469" y="99897"/>
                  <a:pt x="1346013" y="124325"/>
                  <a:pt x="1369815" y="147008"/>
                </a:cubicBezTo>
                <a:cubicBezTo>
                  <a:pt x="1393038" y="169691"/>
                  <a:pt x="1413937" y="189466"/>
                  <a:pt x="1456897" y="189466"/>
                </a:cubicBezTo>
                <a:cubicBezTo>
                  <a:pt x="1499858" y="189466"/>
                  <a:pt x="1521338" y="169691"/>
                  <a:pt x="1544561" y="147008"/>
                </a:cubicBezTo>
                <a:cubicBezTo>
                  <a:pt x="1568363" y="124906"/>
                  <a:pt x="1593907" y="99897"/>
                  <a:pt x="1644414" y="99897"/>
                </a:cubicBezTo>
                <a:cubicBezTo>
                  <a:pt x="1694922" y="99897"/>
                  <a:pt x="1721046" y="124325"/>
                  <a:pt x="1744848" y="147008"/>
                </a:cubicBezTo>
                <a:cubicBezTo>
                  <a:pt x="1768071" y="169691"/>
                  <a:pt x="1788971" y="189466"/>
                  <a:pt x="1831931" y="189466"/>
                </a:cubicBezTo>
                <a:cubicBezTo>
                  <a:pt x="1874947" y="189466"/>
                  <a:pt x="1896454" y="169691"/>
                  <a:pt x="1919706" y="147008"/>
                </a:cubicBezTo>
                <a:cubicBezTo>
                  <a:pt x="1943540" y="124906"/>
                  <a:pt x="1969116" y="99897"/>
                  <a:pt x="2019688" y="99897"/>
                </a:cubicBezTo>
                <a:cubicBezTo>
                  <a:pt x="2070196" y="99897"/>
                  <a:pt x="2096321" y="124325"/>
                  <a:pt x="2120123" y="147008"/>
                </a:cubicBezTo>
                <a:cubicBezTo>
                  <a:pt x="2143346" y="169691"/>
                  <a:pt x="2164245" y="189466"/>
                  <a:pt x="2207205" y="189466"/>
                </a:cubicBezTo>
                <a:cubicBezTo>
                  <a:pt x="2250166" y="189466"/>
                  <a:pt x="2271646" y="169691"/>
                  <a:pt x="2294868" y="147008"/>
                </a:cubicBezTo>
                <a:cubicBezTo>
                  <a:pt x="2318671" y="124906"/>
                  <a:pt x="2344215" y="99897"/>
                  <a:pt x="2394722" y="99897"/>
                </a:cubicBezTo>
                <a:cubicBezTo>
                  <a:pt x="2445230" y="99897"/>
                  <a:pt x="2471354" y="124325"/>
                  <a:pt x="2494576" y="147008"/>
                </a:cubicBezTo>
                <a:cubicBezTo>
                  <a:pt x="2518378" y="169691"/>
                  <a:pt x="2539279" y="189466"/>
                  <a:pt x="2582239" y="189466"/>
                </a:cubicBezTo>
                <a:cubicBezTo>
                  <a:pt x="2625255" y="189466"/>
                  <a:pt x="2646762" y="169691"/>
                  <a:pt x="2670014" y="147008"/>
                </a:cubicBezTo>
                <a:cubicBezTo>
                  <a:pt x="2693848" y="124906"/>
                  <a:pt x="2719424" y="99897"/>
                  <a:pt x="2769996" y="99897"/>
                </a:cubicBezTo>
                <a:cubicBezTo>
                  <a:pt x="2820503" y="99897"/>
                  <a:pt x="2846629" y="124325"/>
                  <a:pt x="2869850" y="147008"/>
                </a:cubicBezTo>
                <a:cubicBezTo>
                  <a:pt x="2893653" y="169691"/>
                  <a:pt x="2914552" y="189466"/>
                  <a:pt x="2957513" y="189466"/>
                </a:cubicBezTo>
                <a:lnTo>
                  <a:pt x="2957513" y="207496"/>
                </a:lnTo>
                <a:cubicBezTo>
                  <a:pt x="2907005" y="207496"/>
                  <a:pt x="2881462" y="183068"/>
                  <a:pt x="2857659" y="160385"/>
                </a:cubicBezTo>
                <a:cubicBezTo>
                  <a:pt x="2834437" y="137702"/>
                  <a:pt x="2812956" y="117927"/>
                  <a:pt x="2769996" y="117927"/>
                </a:cubicBezTo>
                <a:cubicBezTo>
                  <a:pt x="2726980" y="117927"/>
                  <a:pt x="2706054" y="137702"/>
                  <a:pt x="2682221" y="160385"/>
                </a:cubicBezTo>
                <a:cubicBezTo>
                  <a:pt x="2658969" y="183068"/>
                  <a:pt x="2632811" y="207496"/>
                  <a:pt x="2582239" y="207496"/>
                </a:cubicBezTo>
                <a:cubicBezTo>
                  <a:pt x="2531732" y="207496"/>
                  <a:pt x="2506188" y="183068"/>
                  <a:pt x="2482384" y="160385"/>
                </a:cubicBezTo>
                <a:cubicBezTo>
                  <a:pt x="2459162" y="137702"/>
                  <a:pt x="2437683" y="117927"/>
                  <a:pt x="2394722" y="117927"/>
                </a:cubicBezTo>
                <a:cubicBezTo>
                  <a:pt x="2351762" y="117927"/>
                  <a:pt x="2330861" y="137702"/>
                  <a:pt x="2307059" y="160385"/>
                </a:cubicBezTo>
                <a:cubicBezTo>
                  <a:pt x="2283837" y="183068"/>
                  <a:pt x="2257713" y="207496"/>
                  <a:pt x="2207205" y="207496"/>
                </a:cubicBezTo>
                <a:cubicBezTo>
                  <a:pt x="2156698" y="207496"/>
                  <a:pt x="2131154" y="183068"/>
                  <a:pt x="2107352" y="160385"/>
                </a:cubicBezTo>
                <a:cubicBezTo>
                  <a:pt x="2084129" y="137702"/>
                  <a:pt x="2062649" y="117927"/>
                  <a:pt x="2019688" y="117927"/>
                </a:cubicBezTo>
                <a:cubicBezTo>
                  <a:pt x="1976672" y="117927"/>
                  <a:pt x="1955746" y="137702"/>
                  <a:pt x="1932494" y="160385"/>
                </a:cubicBezTo>
                <a:cubicBezTo>
                  <a:pt x="1908662" y="183068"/>
                  <a:pt x="1882503" y="207496"/>
                  <a:pt x="1831931" y="207496"/>
                </a:cubicBezTo>
                <a:cubicBezTo>
                  <a:pt x="1781424" y="207496"/>
                  <a:pt x="1755880" y="183068"/>
                  <a:pt x="1732077" y="160385"/>
                </a:cubicBezTo>
                <a:cubicBezTo>
                  <a:pt x="1708854" y="137702"/>
                  <a:pt x="1687375" y="117927"/>
                  <a:pt x="1644414" y="117927"/>
                </a:cubicBezTo>
                <a:cubicBezTo>
                  <a:pt x="1601454" y="117927"/>
                  <a:pt x="1580555" y="137702"/>
                  <a:pt x="1557332" y="160385"/>
                </a:cubicBezTo>
                <a:cubicBezTo>
                  <a:pt x="1533529" y="183068"/>
                  <a:pt x="1507405" y="207496"/>
                  <a:pt x="1456897" y="207496"/>
                </a:cubicBezTo>
                <a:cubicBezTo>
                  <a:pt x="1406390" y="207496"/>
                  <a:pt x="1380846" y="183068"/>
                  <a:pt x="1357044" y="160385"/>
                </a:cubicBezTo>
                <a:cubicBezTo>
                  <a:pt x="1333821" y="137702"/>
                  <a:pt x="1312921" y="117927"/>
                  <a:pt x="1269380" y="117927"/>
                </a:cubicBezTo>
                <a:cubicBezTo>
                  <a:pt x="1226365" y="117927"/>
                  <a:pt x="1205438" y="137702"/>
                  <a:pt x="1182187" y="160385"/>
                </a:cubicBezTo>
                <a:cubicBezTo>
                  <a:pt x="1158354" y="183068"/>
                  <a:pt x="1132777" y="207496"/>
                  <a:pt x="1081623" y="207496"/>
                </a:cubicBezTo>
                <a:cubicBezTo>
                  <a:pt x="1031116" y="207496"/>
                  <a:pt x="1005572" y="183068"/>
                  <a:pt x="981769" y="160385"/>
                </a:cubicBezTo>
                <a:cubicBezTo>
                  <a:pt x="958546" y="137702"/>
                  <a:pt x="937647" y="117927"/>
                  <a:pt x="894106" y="117927"/>
                </a:cubicBezTo>
                <a:cubicBezTo>
                  <a:pt x="851146" y="117927"/>
                  <a:pt x="830247" y="137702"/>
                  <a:pt x="807025" y="160385"/>
                </a:cubicBezTo>
                <a:cubicBezTo>
                  <a:pt x="783221" y="183068"/>
                  <a:pt x="757677" y="207496"/>
                  <a:pt x="706589" y="207496"/>
                </a:cubicBezTo>
                <a:cubicBezTo>
                  <a:pt x="656082" y="207496"/>
                  <a:pt x="630538" y="183068"/>
                  <a:pt x="606736" y="160385"/>
                </a:cubicBezTo>
                <a:cubicBezTo>
                  <a:pt x="583514" y="137702"/>
                  <a:pt x="562613" y="117927"/>
                  <a:pt x="519073" y="117927"/>
                </a:cubicBezTo>
                <a:cubicBezTo>
                  <a:pt x="476057" y="117927"/>
                  <a:pt x="455131" y="137702"/>
                  <a:pt x="431879" y="160385"/>
                </a:cubicBezTo>
                <a:cubicBezTo>
                  <a:pt x="408047" y="183068"/>
                  <a:pt x="382469" y="207496"/>
                  <a:pt x="331316" y="207496"/>
                </a:cubicBezTo>
                <a:cubicBezTo>
                  <a:pt x="280808" y="207496"/>
                  <a:pt x="255264" y="183068"/>
                  <a:pt x="231461" y="160385"/>
                </a:cubicBezTo>
                <a:cubicBezTo>
                  <a:pt x="208240" y="137702"/>
                  <a:pt x="187340" y="117927"/>
                  <a:pt x="143799" y="117927"/>
                </a:cubicBezTo>
                <a:cubicBezTo>
                  <a:pt x="100838" y="117927"/>
                  <a:pt x="79939" y="137702"/>
                  <a:pt x="56717" y="160385"/>
                </a:cubicBezTo>
                <a:cubicBezTo>
                  <a:pt x="44816" y="171727"/>
                  <a:pt x="32479" y="183505"/>
                  <a:pt x="16732" y="192447"/>
                </a:cubicBezTo>
                <a:lnTo>
                  <a:pt x="0" y="199302"/>
                </a:lnTo>
                <a:lnTo>
                  <a:pt x="0" y="178656"/>
                </a:lnTo>
                <a:lnTo>
                  <a:pt x="7733" y="176743"/>
                </a:lnTo>
                <a:cubicBezTo>
                  <a:pt x="21304" y="168964"/>
                  <a:pt x="32334" y="158350"/>
                  <a:pt x="43945" y="147008"/>
                </a:cubicBezTo>
                <a:cubicBezTo>
                  <a:pt x="67747" y="124906"/>
                  <a:pt x="93291" y="99897"/>
                  <a:pt x="143799" y="99897"/>
                </a:cubicBezTo>
                <a:close/>
                <a:moveTo>
                  <a:pt x="143799" y="0"/>
                </a:moveTo>
                <a:cubicBezTo>
                  <a:pt x="194887" y="0"/>
                  <a:pt x="220431" y="24987"/>
                  <a:pt x="244233" y="47649"/>
                </a:cubicBezTo>
                <a:cubicBezTo>
                  <a:pt x="267455" y="69730"/>
                  <a:pt x="288355" y="90068"/>
                  <a:pt x="331316" y="90068"/>
                </a:cubicBezTo>
                <a:cubicBezTo>
                  <a:pt x="374912" y="90068"/>
                  <a:pt x="395839" y="69730"/>
                  <a:pt x="419091" y="47649"/>
                </a:cubicBezTo>
                <a:cubicBezTo>
                  <a:pt x="442924" y="24987"/>
                  <a:pt x="468500" y="0"/>
                  <a:pt x="519073" y="0"/>
                </a:cubicBezTo>
                <a:cubicBezTo>
                  <a:pt x="570161" y="0"/>
                  <a:pt x="595705" y="24987"/>
                  <a:pt x="619508" y="47649"/>
                </a:cubicBezTo>
                <a:cubicBezTo>
                  <a:pt x="642730" y="69730"/>
                  <a:pt x="663629" y="90068"/>
                  <a:pt x="706589" y="90068"/>
                </a:cubicBezTo>
                <a:cubicBezTo>
                  <a:pt x="750130" y="90068"/>
                  <a:pt x="771031" y="69730"/>
                  <a:pt x="794253" y="47649"/>
                </a:cubicBezTo>
                <a:cubicBezTo>
                  <a:pt x="818055" y="24987"/>
                  <a:pt x="843599" y="0"/>
                  <a:pt x="894106" y="0"/>
                </a:cubicBezTo>
                <a:cubicBezTo>
                  <a:pt x="945194" y="0"/>
                  <a:pt x="970738" y="24987"/>
                  <a:pt x="994540" y="47649"/>
                </a:cubicBezTo>
                <a:cubicBezTo>
                  <a:pt x="1017763" y="69730"/>
                  <a:pt x="1038663" y="90068"/>
                  <a:pt x="1081623" y="90068"/>
                </a:cubicBezTo>
                <a:cubicBezTo>
                  <a:pt x="1125220" y="90068"/>
                  <a:pt x="1146147" y="69730"/>
                  <a:pt x="1169399" y="47649"/>
                </a:cubicBezTo>
                <a:cubicBezTo>
                  <a:pt x="1193232" y="24987"/>
                  <a:pt x="1218808" y="0"/>
                  <a:pt x="1269380" y="0"/>
                </a:cubicBezTo>
                <a:cubicBezTo>
                  <a:pt x="1320469" y="0"/>
                  <a:pt x="1346013" y="24987"/>
                  <a:pt x="1369815" y="47649"/>
                </a:cubicBezTo>
                <a:cubicBezTo>
                  <a:pt x="1393038" y="69730"/>
                  <a:pt x="1413937" y="90068"/>
                  <a:pt x="1456897" y="90068"/>
                </a:cubicBezTo>
                <a:cubicBezTo>
                  <a:pt x="1499858" y="90068"/>
                  <a:pt x="1521338" y="69730"/>
                  <a:pt x="1544561" y="47649"/>
                </a:cubicBezTo>
                <a:cubicBezTo>
                  <a:pt x="1568363" y="24987"/>
                  <a:pt x="1593907" y="0"/>
                  <a:pt x="1644414" y="0"/>
                </a:cubicBezTo>
                <a:cubicBezTo>
                  <a:pt x="1694922" y="0"/>
                  <a:pt x="1721046" y="24987"/>
                  <a:pt x="1744848" y="47649"/>
                </a:cubicBezTo>
                <a:cubicBezTo>
                  <a:pt x="1768071" y="69730"/>
                  <a:pt x="1788971" y="90068"/>
                  <a:pt x="1831931" y="90068"/>
                </a:cubicBezTo>
                <a:cubicBezTo>
                  <a:pt x="1874947" y="90068"/>
                  <a:pt x="1896454" y="69730"/>
                  <a:pt x="1919706" y="47649"/>
                </a:cubicBezTo>
                <a:cubicBezTo>
                  <a:pt x="1943540" y="24987"/>
                  <a:pt x="1969116" y="0"/>
                  <a:pt x="2019688" y="0"/>
                </a:cubicBezTo>
                <a:cubicBezTo>
                  <a:pt x="2070196" y="0"/>
                  <a:pt x="2096321" y="24987"/>
                  <a:pt x="2120123" y="47649"/>
                </a:cubicBezTo>
                <a:cubicBezTo>
                  <a:pt x="2143346" y="69730"/>
                  <a:pt x="2164245" y="90068"/>
                  <a:pt x="2207205" y="90068"/>
                </a:cubicBezTo>
                <a:cubicBezTo>
                  <a:pt x="2250166" y="90068"/>
                  <a:pt x="2271646" y="69730"/>
                  <a:pt x="2294868" y="47649"/>
                </a:cubicBezTo>
                <a:cubicBezTo>
                  <a:pt x="2318671" y="24987"/>
                  <a:pt x="2344215" y="0"/>
                  <a:pt x="2394722" y="0"/>
                </a:cubicBezTo>
                <a:cubicBezTo>
                  <a:pt x="2445230" y="0"/>
                  <a:pt x="2471354" y="24987"/>
                  <a:pt x="2494576" y="47649"/>
                </a:cubicBezTo>
                <a:cubicBezTo>
                  <a:pt x="2518378" y="69730"/>
                  <a:pt x="2539279" y="90068"/>
                  <a:pt x="2582239" y="90068"/>
                </a:cubicBezTo>
                <a:cubicBezTo>
                  <a:pt x="2625255" y="90068"/>
                  <a:pt x="2646762" y="69730"/>
                  <a:pt x="2670014" y="47649"/>
                </a:cubicBezTo>
                <a:cubicBezTo>
                  <a:pt x="2693848" y="24987"/>
                  <a:pt x="2719424" y="0"/>
                  <a:pt x="2769996" y="0"/>
                </a:cubicBezTo>
                <a:cubicBezTo>
                  <a:pt x="2820503" y="0"/>
                  <a:pt x="2846629" y="24987"/>
                  <a:pt x="2869850" y="47649"/>
                </a:cubicBezTo>
                <a:cubicBezTo>
                  <a:pt x="2893653" y="69730"/>
                  <a:pt x="2914552" y="90068"/>
                  <a:pt x="2957513" y="90068"/>
                </a:cubicBezTo>
                <a:lnTo>
                  <a:pt x="2957513" y="108081"/>
                </a:lnTo>
                <a:cubicBezTo>
                  <a:pt x="2907005" y="108081"/>
                  <a:pt x="2881462" y="83095"/>
                  <a:pt x="2857659" y="60433"/>
                </a:cubicBezTo>
                <a:cubicBezTo>
                  <a:pt x="2834437" y="38351"/>
                  <a:pt x="2812956" y="18014"/>
                  <a:pt x="2769996" y="18014"/>
                </a:cubicBezTo>
                <a:cubicBezTo>
                  <a:pt x="2726980" y="18014"/>
                  <a:pt x="2706054" y="38351"/>
                  <a:pt x="2682221" y="60433"/>
                </a:cubicBezTo>
                <a:cubicBezTo>
                  <a:pt x="2658969" y="83095"/>
                  <a:pt x="2632811" y="108081"/>
                  <a:pt x="2582239" y="108081"/>
                </a:cubicBezTo>
                <a:cubicBezTo>
                  <a:pt x="2531732" y="108081"/>
                  <a:pt x="2506188" y="83095"/>
                  <a:pt x="2482384" y="60433"/>
                </a:cubicBezTo>
                <a:cubicBezTo>
                  <a:pt x="2459162" y="38351"/>
                  <a:pt x="2437683" y="18014"/>
                  <a:pt x="2394722" y="18014"/>
                </a:cubicBezTo>
                <a:cubicBezTo>
                  <a:pt x="2351762" y="18014"/>
                  <a:pt x="2330861" y="38351"/>
                  <a:pt x="2307059" y="60433"/>
                </a:cubicBezTo>
                <a:cubicBezTo>
                  <a:pt x="2283837" y="83095"/>
                  <a:pt x="2257713" y="108081"/>
                  <a:pt x="2207205" y="108081"/>
                </a:cubicBezTo>
                <a:cubicBezTo>
                  <a:pt x="2156698" y="108081"/>
                  <a:pt x="2131154" y="83095"/>
                  <a:pt x="2107352" y="60433"/>
                </a:cubicBezTo>
                <a:cubicBezTo>
                  <a:pt x="2084129" y="38351"/>
                  <a:pt x="2062649" y="18014"/>
                  <a:pt x="2019688" y="18014"/>
                </a:cubicBezTo>
                <a:cubicBezTo>
                  <a:pt x="1976672" y="18014"/>
                  <a:pt x="1955746" y="38351"/>
                  <a:pt x="1932494" y="60433"/>
                </a:cubicBezTo>
                <a:cubicBezTo>
                  <a:pt x="1908662" y="83095"/>
                  <a:pt x="1882503" y="108081"/>
                  <a:pt x="1831931" y="108081"/>
                </a:cubicBezTo>
                <a:cubicBezTo>
                  <a:pt x="1781424" y="108081"/>
                  <a:pt x="1755880" y="83095"/>
                  <a:pt x="1732077" y="60433"/>
                </a:cubicBezTo>
                <a:cubicBezTo>
                  <a:pt x="1708854" y="38351"/>
                  <a:pt x="1687375" y="18014"/>
                  <a:pt x="1644414" y="18014"/>
                </a:cubicBezTo>
                <a:cubicBezTo>
                  <a:pt x="1601454" y="18014"/>
                  <a:pt x="1580555" y="38351"/>
                  <a:pt x="1557332" y="60433"/>
                </a:cubicBezTo>
                <a:cubicBezTo>
                  <a:pt x="1533529" y="83095"/>
                  <a:pt x="1507405" y="108081"/>
                  <a:pt x="1456897" y="108081"/>
                </a:cubicBezTo>
                <a:cubicBezTo>
                  <a:pt x="1406390" y="108081"/>
                  <a:pt x="1380846" y="83095"/>
                  <a:pt x="1357044" y="60433"/>
                </a:cubicBezTo>
                <a:cubicBezTo>
                  <a:pt x="1333821" y="38351"/>
                  <a:pt x="1312921" y="18014"/>
                  <a:pt x="1269380" y="18014"/>
                </a:cubicBezTo>
                <a:cubicBezTo>
                  <a:pt x="1226365" y="18014"/>
                  <a:pt x="1205438" y="38351"/>
                  <a:pt x="1182187" y="60433"/>
                </a:cubicBezTo>
                <a:cubicBezTo>
                  <a:pt x="1158354" y="83095"/>
                  <a:pt x="1132777" y="108081"/>
                  <a:pt x="1081623" y="108081"/>
                </a:cubicBezTo>
                <a:cubicBezTo>
                  <a:pt x="1031116" y="108081"/>
                  <a:pt x="1005572" y="83095"/>
                  <a:pt x="981769" y="60433"/>
                </a:cubicBezTo>
                <a:cubicBezTo>
                  <a:pt x="958546" y="38351"/>
                  <a:pt x="937647" y="18014"/>
                  <a:pt x="894106" y="18014"/>
                </a:cubicBezTo>
                <a:cubicBezTo>
                  <a:pt x="851146" y="18014"/>
                  <a:pt x="830247" y="38351"/>
                  <a:pt x="807025" y="60433"/>
                </a:cubicBezTo>
                <a:cubicBezTo>
                  <a:pt x="783221" y="83095"/>
                  <a:pt x="757677" y="108081"/>
                  <a:pt x="706589" y="108081"/>
                </a:cubicBezTo>
                <a:cubicBezTo>
                  <a:pt x="656082" y="108081"/>
                  <a:pt x="630538" y="83095"/>
                  <a:pt x="606736" y="60433"/>
                </a:cubicBezTo>
                <a:cubicBezTo>
                  <a:pt x="583514" y="38351"/>
                  <a:pt x="562613" y="18014"/>
                  <a:pt x="519073" y="18014"/>
                </a:cubicBezTo>
                <a:cubicBezTo>
                  <a:pt x="476057" y="18014"/>
                  <a:pt x="455131" y="38351"/>
                  <a:pt x="431879" y="60433"/>
                </a:cubicBezTo>
                <a:cubicBezTo>
                  <a:pt x="408047" y="83095"/>
                  <a:pt x="382469" y="108081"/>
                  <a:pt x="331316" y="108081"/>
                </a:cubicBezTo>
                <a:cubicBezTo>
                  <a:pt x="280808" y="108081"/>
                  <a:pt x="255264" y="83095"/>
                  <a:pt x="231461" y="60433"/>
                </a:cubicBezTo>
                <a:cubicBezTo>
                  <a:pt x="208240" y="38351"/>
                  <a:pt x="187340" y="18014"/>
                  <a:pt x="143799" y="18014"/>
                </a:cubicBezTo>
                <a:cubicBezTo>
                  <a:pt x="100838" y="18014"/>
                  <a:pt x="79939" y="38351"/>
                  <a:pt x="56717" y="60433"/>
                </a:cubicBezTo>
                <a:cubicBezTo>
                  <a:pt x="44816" y="71764"/>
                  <a:pt x="32479" y="83676"/>
                  <a:pt x="16732" y="92755"/>
                </a:cubicBezTo>
                <a:lnTo>
                  <a:pt x="0" y="99730"/>
                </a:lnTo>
                <a:lnTo>
                  <a:pt x="0" y="80350"/>
                </a:lnTo>
                <a:lnTo>
                  <a:pt x="7733" y="77139"/>
                </a:lnTo>
                <a:cubicBezTo>
                  <a:pt x="21304" y="69294"/>
                  <a:pt x="32334" y="58689"/>
                  <a:pt x="43945" y="47649"/>
                </a:cubicBezTo>
                <a:cubicBezTo>
                  <a:pt x="67747" y="24987"/>
                  <a:pt x="93291" y="0"/>
                  <a:pt x="143799" y="0"/>
                </a:cubicBezTo>
                <a:close/>
              </a:path>
            </a:pathLst>
          </a:custGeom>
          <a:solidFill>
            <a:srgbClr val="1B3E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322800" y="720000"/>
            <a:ext cx="5551200" cy="4014000"/>
          </a:xfrm>
        </p:spPr>
        <p:txBody>
          <a:bodyPr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10B4E5A-95A2-422C-AF7C-22474114A0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3315600" y="5094000"/>
            <a:ext cx="5551200" cy="360000"/>
          </a:xfrm>
        </p:spPr>
        <p:txBody>
          <a:bodyPr anchor="b" anchorCtr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57FA7-00B8-44B3-BD40-9620D458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6E6C8B9-6273-4488-9438-E34EAA24C08F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FF88D-9B85-4FA5-AD9E-F00BDE27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3132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C28DFC1E-C562-405D-AE6D-365230E71D76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4" name="AutoShape 3">
            <a:extLst>
              <a:ext uri="{FF2B5EF4-FFF2-40B4-BE49-F238E27FC236}">
                <a16:creationId xmlns:a16="http://schemas.microsoft.com/office/drawing/2014/main" id="{DF5A840E-BFD3-4370-9B50-235ACE53FD1A}"/>
              </a:ext>
            </a:extLst>
          </p:cNvPr>
          <p:cNvSpPr>
            <a:spLocks noChangeAspect="1" noChangeArrowheads="1" noTextEdit="1"/>
          </p:cNvSpPr>
          <p:nvPr/>
        </p:nvSpPr>
        <p:spPr bwMode="black">
          <a:xfrm>
            <a:off x="712301" y="719138"/>
            <a:ext cx="3192604" cy="452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3717D3E3-F34A-460E-9964-18D13605649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783536" y="807737"/>
            <a:ext cx="24881" cy="276721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77B0B101-8F62-4222-9ED5-D444381381E3}"/>
              </a:ext>
            </a:extLst>
          </p:cNvPr>
          <p:cNvSpPr>
            <a:spLocks/>
          </p:cNvSpPr>
          <p:nvPr/>
        </p:nvSpPr>
        <p:spPr bwMode="black">
          <a:xfrm>
            <a:off x="2404788" y="810165"/>
            <a:ext cx="112266" cy="274294"/>
          </a:xfrm>
          <a:custGeom>
            <a:avLst/>
            <a:gdLst>
              <a:gd name="T0" fmla="*/ 376 w 378"/>
              <a:gd name="T1" fmla="*/ 13 h 923"/>
              <a:gd name="T2" fmla="*/ 376 w 378"/>
              <a:gd name="T3" fmla="*/ 94 h 923"/>
              <a:gd name="T4" fmla="*/ 193 w 378"/>
              <a:gd name="T5" fmla="*/ 258 h 923"/>
              <a:gd name="T6" fmla="*/ 193 w 378"/>
              <a:gd name="T7" fmla="*/ 284 h 923"/>
              <a:gd name="T8" fmla="*/ 378 w 378"/>
              <a:gd name="T9" fmla="*/ 284 h 923"/>
              <a:gd name="T10" fmla="*/ 378 w 378"/>
              <a:gd name="T11" fmla="*/ 365 h 923"/>
              <a:gd name="T12" fmla="*/ 193 w 378"/>
              <a:gd name="T13" fmla="*/ 365 h 923"/>
              <a:gd name="T14" fmla="*/ 193 w 378"/>
              <a:gd name="T15" fmla="*/ 923 h 923"/>
              <a:gd name="T16" fmla="*/ 109 w 378"/>
              <a:gd name="T17" fmla="*/ 923 h 923"/>
              <a:gd name="T18" fmla="*/ 109 w 378"/>
              <a:gd name="T19" fmla="*/ 366 h 923"/>
              <a:gd name="T20" fmla="*/ 0 w 378"/>
              <a:gd name="T21" fmla="*/ 366 h 923"/>
              <a:gd name="T22" fmla="*/ 0 w 378"/>
              <a:gd name="T23" fmla="*/ 285 h 923"/>
              <a:gd name="T24" fmla="*/ 109 w 378"/>
              <a:gd name="T25" fmla="*/ 285 h 923"/>
              <a:gd name="T26" fmla="*/ 109 w 378"/>
              <a:gd name="T27" fmla="*/ 259 h 923"/>
              <a:gd name="T28" fmla="*/ 376 w 378"/>
              <a:gd name="T29" fmla="*/ 1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8" h="923">
                <a:moveTo>
                  <a:pt x="376" y="13"/>
                </a:moveTo>
                <a:cubicBezTo>
                  <a:pt x="376" y="94"/>
                  <a:pt x="376" y="94"/>
                  <a:pt x="376" y="94"/>
                </a:cubicBezTo>
                <a:cubicBezTo>
                  <a:pt x="251" y="85"/>
                  <a:pt x="191" y="135"/>
                  <a:pt x="193" y="258"/>
                </a:cubicBezTo>
                <a:cubicBezTo>
                  <a:pt x="193" y="284"/>
                  <a:pt x="193" y="284"/>
                  <a:pt x="193" y="284"/>
                </a:cubicBezTo>
                <a:cubicBezTo>
                  <a:pt x="378" y="284"/>
                  <a:pt x="378" y="284"/>
                  <a:pt x="378" y="284"/>
                </a:cubicBezTo>
                <a:cubicBezTo>
                  <a:pt x="378" y="365"/>
                  <a:pt x="378" y="365"/>
                  <a:pt x="378" y="365"/>
                </a:cubicBezTo>
                <a:cubicBezTo>
                  <a:pt x="193" y="365"/>
                  <a:pt x="193" y="365"/>
                  <a:pt x="193" y="365"/>
                </a:cubicBezTo>
                <a:cubicBezTo>
                  <a:pt x="193" y="923"/>
                  <a:pt x="193" y="923"/>
                  <a:pt x="193" y="923"/>
                </a:cubicBezTo>
                <a:cubicBezTo>
                  <a:pt x="109" y="923"/>
                  <a:pt x="109" y="923"/>
                  <a:pt x="109" y="923"/>
                </a:cubicBezTo>
                <a:cubicBezTo>
                  <a:pt x="109" y="366"/>
                  <a:pt x="109" y="366"/>
                  <a:pt x="109" y="366"/>
                </a:cubicBezTo>
                <a:cubicBezTo>
                  <a:pt x="0" y="366"/>
                  <a:pt x="0" y="366"/>
                  <a:pt x="0" y="366"/>
                </a:cubicBezTo>
                <a:cubicBezTo>
                  <a:pt x="0" y="285"/>
                  <a:pt x="0" y="285"/>
                  <a:pt x="0" y="285"/>
                </a:cubicBezTo>
                <a:cubicBezTo>
                  <a:pt x="109" y="285"/>
                  <a:pt x="109" y="285"/>
                  <a:pt x="109" y="285"/>
                </a:cubicBezTo>
                <a:cubicBezTo>
                  <a:pt x="109" y="259"/>
                  <a:pt x="109" y="259"/>
                  <a:pt x="109" y="259"/>
                </a:cubicBezTo>
                <a:cubicBezTo>
                  <a:pt x="107" y="93"/>
                  <a:pt x="203" y="0"/>
                  <a:pt x="376" y="1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301A193C-2BC2-4031-9831-FE639E7F245B}"/>
              </a:ext>
            </a:extLst>
          </p:cNvPr>
          <p:cNvSpPr>
            <a:spLocks noEditPoints="1"/>
          </p:cNvSpPr>
          <p:nvPr/>
        </p:nvSpPr>
        <p:spPr bwMode="black">
          <a:xfrm>
            <a:off x="1295478" y="819267"/>
            <a:ext cx="203293" cy="270653"/>
          </a:xfrm>
          <a:custGeom>
            <a:avLst/>
            <a:gdLst>
              <a:gd name="T0" fmla="*/ 165 w 685"/>
              <a:gd name="T1" fmla="*/ 574 h 911"/>
              <a:gd name="T2" fmla="*/ 342 w 685"/>
              <a:gd name="T3" fmla="*/ 754 h 911"/>
              <a:gd name="T4" fmla="*/ 520 w 685"/>
              <a:gd name="T5" fmla="*/ 574 h 911"/>
              <a:gd name="T6" fmla="*/ 342 w 685"/>
              <a:gd name="T7" fmla="*/ 395 h 911"/>
              <a:gd name="T8" fmla="*/ 165 w 685"/>
              <a:gd name="T9" fmla="*/ 574 h 911"/>
              <a:gd name="T10" fmla="*/ 165 w 685"/>
              <a:gd name="T11" fmla="*/ 330 h 911"/>
              <a:gd name="T12" fmla="*/ 372 w 685"/>
              <a:gd name="T13" fmla="*/ 238 h 911"/>
              <a:gd name="T14" fmla="*/ 685 w 685"/>
              <a:gd name="T15" fmla="*/ 574 h 911"/>
              <a:gd name="T16" fmla="*/ 372 w 685"/>
              <a:gd name="T17" fmla="*/ 911 h 911"/>
              <a:gd name="T18" fmla="*/ 165 w 685"/>
              <a:gd name="T19" fmla="*/ 819 h 911"/>
              <a:gd name="T20" fmla="*/ 165 w 685"/>
              <a:gd name="T21" fmla="*/ 893 h 911"/>
              <a:gd name="T22" fmla="*/ 0 w 685"/>
              <a:gd name="T23" fmla="*/ 893 h 911"/>
              <a:gd name="T24" fmla="*/ 0 w 685"/>
              <a:gd name="T25" fmla="*/ 0 h 911"/>
              <a:gd name="T26" fmla="*/ 165 w 685"/>
              <a:gd name="T27" fmla="*/ 0 h 911"/>
              <a:gd name="T28" fmla="*/ 165 w 685"/>
              <a:gd name="T29" fmla="*/ 33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165" y="574"/>
                </a:moveTo>
                <a:cubicBezTo>
                  <a:pt x="165" y="681"/>
                  <a:pt x="241" y="754"/>
                  <a:pt x="342" y="754"/>
                </a:cubicBezTo>
                <a:cubicBezTo>
                  <a:pt x="444" y="754"/>
                  <a:pt x="520" y="681"/>
                  <a:pt x="520" y="574"/>
                </a:cubicBezTo>
                <a:cubicBezTo>
                  <a:pt x="520" y="467"/>
                  <a:pt x="444" y="395"/>
                  <a:pt x="342" y="395"/>
                </a:cubicBezTo>
                <a:cubicBezTo>
                  <a:pt x="241" y="395"/>
                  <a:pt x="165" y="467"/>
                  <a:pt x="165" y="574"/>
                </a:cubicBezTo>
                <a:close/>
                <a:moveTo>
                  <a:pt x="165" y="330"/>
                </a:moveTo>
                <a:cubicBezTo>
                  <a:pt x="212" y="272"/>
                  <a:pt x="279" y="238"/>
                  <a:pt x="372" y="238"/>
                </a:cubicBezTo>
                <a:cubicBezTo>
                  <a:pt x="544" y="238"/>
                  <a:pt x="685" y="385"/>
                  <a:pt x="685" y="574"/>
                </a:cubicBezTo>
                <a:cubicBezTo>
                  <a:pt x="685" y="764"/>
                  <a:pt x="544" y="911"/>
                  <a:pt x="372" y="911"/>
                </a:cubicBezTo>
                <a:cubicBezTo>
                  <a:pt x="280" y="911"/>
                  <a:pt x="212" y="877"/>
                  <a:pt x="165" y="819"/>
                </a:cubicBezTo>
                <a:cubicBezTo>
                  <a:pt x="165" y="893"/>
                  <a:pt x="165" y="893"/>
                  <a:pt x="165" y="893"/>
                </a:cubicBezTo>
                <a:cubicBezTo>
                  <a:pt x="0" y="893"/>
                  <a:pt x="0" y="893"/>
                  <a:pt x="0" y="893"/>
                </a:cubicBezTo>
                <a:cubicBezTo>
                  <a:pt x="0" y="0"/>
                  <a:pt x="0" y="0"/>
                  <a:pt x="0" y="0"/>
                </a:cubicBezTo>
                <a:cubicBezTo>
                  <a:pt x="165" y="0"/>
                  <a:pt x="165" y="0"/>
                  <a:pt x="165" y="0"/>
                </a:cubicBezTo>
                <a:lnTo>
                  <a:pt x="165" y="33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44BA787-6473-4294-92E7-E0CAAC1F25B4}"/>
              </a:ext>
            </a:extLst>
          </p:cNvPr>
          <p:cNvSpPr>
            <a:spLocks/>
          </p:cNvSpPr>
          <p:nvPr/>
        </p:nvSpPr>
        <p:spPr bwMode="black">
          <a:xfrm>
            <a:off x="1528506" y="890875"/>
            <a:ext cx="106198" cy="193583"/>
          </a:xfrm>
          <a:custGeom>
            <a:avLst/>
            <a:gdLst>
              <a:gd name="T0" fmla="*/ 164 w 358"/>
              <a:gd name="T1" fmla="*/ 13 h 652"/>
              <a:gd name="T2" fmla="*/ 164 w 358"/>
              <a:gd name="T3" fmla="*/ 123 h 652"/>
              <a:gd name="T4" fmla="*/ 358 w 358"/>
              <a:gd name="T5" fmla="*/ 0 h 652"/>
              <a:gd name="T6" fmla="*/ 358 w 358"/>
              <a:gd name="T7" fmla="*/ 184 h 652"/>
              <a:gd name="T8" fmla="*/ 164 w 358"/>
              <a:gd name="T9" fmla="*/ 346 h 652"/>
              <a:gd name="T10" fmla="*/ 164 w 358"/>
              <a:gd name="T11" fmla="*/ 652 h 652"/>
              <a:gd name="T12" fmla="*/ 0 w 358"/>
              <a:gd name="T13" fmla="*/ 652 h 652"/>
              <a:gd name="T14" fmla="*/ 0 w 358"/>
              <a:gd name="T15" fmla="*/ 13 h 652"/>
              <a:gd name="T16" fmla="*/ 164 w 358"/>
              <a:gd name="T17" fmla="*/ 13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8" h="652">
                <a:moveTo>
                  <a:pt x="164" y="13"/>
                </a:moveTo>
                <a:cubicBezTo>
                  <a:pt x="164" y="123"/>
                  <a:pt x="164" y="123"/>
                  <a:pt x="164" y="123"/>
                </a:cubicBezTo>
                <a:cubicBezTo>
                  <a:pt x="196" y="35"/>
                  <a:pt x="277" y="0"/>
                  <a:pt x="358" y="0"/>
                </a:cubicBezTo>
                <a:cubicBezTo>
                  <a:pt x="358" y="184"/>
                  <a:pt x="358" y="184"/>
                  <a:pt x="358" y="184"/>
                </a:cubicBezTo>
                <a:cubicBezTo>
                  <a:pt x="272" y="173"/>
                  <a:pt x="164" y="212"/>
                  <a:pt x="164" y="346"/>
                </a:cubicBezTo>
                <a:cubicBezTo>
                  <a:pt x="164" y="652"/>
                  <a:pt x="164" y="652"/>
                  <a:pt x="164" y="652"/>
                </a:cubicBezTo>
                <a:cubicBezTo>
                  <a:pt x="0" y="652"/>
                  <a:pt x="0" y="652"/>
                  <a:pt x="0" y="652"/>
                </a:cubicBezTo>
                <a:cubicBezTo>
                  <a:pt x="0" y="13"/>
                  <a:pt x="0" y="13"/>
                  <a:pt x="0" y="13"/>
                </a:cubicBezTo>
                <a:lnTo>
                  <a:pt x="164" y="1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A0AE1550-1830-4C4C-B734-C8C153C22052}"/>
              </a:ext>
            </a:extLst>
          </p:cNvPr>
          <p:cNvSpPr>
            <a:spLocks noEditPoints="1"/>
          </p:cNvSpPr>
          <p:nvPr/>
        </p:nvSpPr>
        <p:spPr bwMode="black">
          <a:xfrm>
            <a:off x="1652302" y="889661"/>
            <a:ext cx="195404" cy="199652"/>
          </a:xfrm>
          <a:custGeom>
            <a:avLst/>
            <a:gdLst>
              <a:gd name="T0" fmla="*/ 172 w 660"/>
              <a:gd name="T1" fmla="*/ 277 h 673"/>
              <a:gd name="T2" fmla="*/ 338 w 660"/>
              <a:gd name="T3" fmla="*/ 147 h 673"/>
              <a:gd name="T4" fmla="*/ 497 w 660"/>
              <a:gd name="T5" fmla="*/ 277 h 673"/>
              <a:gd name="T6" fmla="*/ 172 w 660"/>
              <a:gd name="T7" fmla="*/ 277 h 673"/>
              <a:gd name="T8" fmla="*/ 173 w 660"/>
              <a:gd name="T9" fmla="*/ 405 h 673"/>
              <a:gd name="T10" fmla="*/ 654 w 660"/>
              <a:gd name="T11" fmla="*/ 405 h 673"/>
              <a:gd name="T12" fmla="*/ 660 w 660"/>
              <a:gd name="T13" fmla="*/ 337 h 673"/>
              <a:gd name="T14" fmla="*/ 337 w 660"/>
              <a:gd name="T15" fmla="*/ 0 h 673"/>
              <a:gd name="T16" fmla="*/ 0 w 660"/>
              <a:gd name="T17" fmla="*/ 337 h 673"/>
              <a:gd name="T18" fmla="*/ 350 w 660"/>
              <a:gd name="T19" fmla="*/ 673 h 673"/>
              <a:gd name="T20" fmla="*/ 628 w 660"/>
              <a:gd name="T21" fmla="*/ 537 h 673"/>
              <a:gd name="T22" fmla="*/ 495 w 660"/>
              <a:gd name="T23" fmla="*/ 461 h 673"/>
              <a:gd name="T24" fmla="*/ 353 w 660"/>
              <a:gd name="T25" fmla="*/ 524 h 673"/>
              <a:gd name="T26" fmla="*/ 173 w 660"/>
              <a:gd name="T27" fmla="*/ 405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60" h="673">
                <a:moveTo>
                  <a:pt x="172" y="277"/>
                </a:moveTo>
                <a:cubicBezTo>
                  <a:pt x="191" y="196"/>
                  <a:pt x="251" y="147"/>
                  <a:pt x="338" y="147"/>
                </a:cubicBezTo>
                <a:cubicBezTo>
                  <a:pt x="408" y="147"/>
                  <a:pt x="476" y="185"/>
                  <a:pt x="497" y="277"/>
                </a:cubicBezTo>
                <a:lnTo>
                  <a:pt x="172" y="277"/>
                </a:lnTo>
                <a:close/>
                <a:moveTo>
                  <a:pt x="173" y="405"/>
                </a:moveTo>
                <a:cubicBezTo>
                  <a:pt x="654" y="405"/>
                  <a:pt x="654" y="405"/>
                  <a:pt x="654" y="405"/>
                </a:cubicBezTo>
                <a:cubicBezTo>
                  <a:pt x="657" y="382"/>
                  <a:pt x="660" y="361"/>
                  <a:pt x="660" y="337"/>
                </a:cubicBezTo>
                <a:cubicBezTo>
                  <a:pt x="660" y="149"/>
                  <a:pt x="526" y="0"/>
                  <a:pt x="337" y="0"/>
                </a:cubicBezTo>
                <a:cubicBezTo>
                  <a:pt x="136" y="0"/>
                  <a:pt x="0" y="147"/>
                  <a:pt x="0" y="337"/>
                </a:cubicBezTo>
                <a:cubicBezTo>
                  <a:pt x="0" y="528"/>
                  <a:pt x="136" y="673"/>
                  <a:pt x="350" y="673"/>
                </a:cubicBezTo>
                <a:cubicBezTo>
                  <a:pt x="473" y="673"/>
                  <a:pt x="568" y="623"/>
                  <a:pt x="628" y="537"/>
                </a:cubicBezTo>
                <a:cubicBezTo>
                  <a:pt x="495" y="461"/>
                  <a:pt x="495" y="461"/>
                  <a:pt x="495" y="461"/>
                </a:cubicBezTo>
                <a:cubicBezTo>
                  <a:pt x="466" y="499"/>
                  <a:pt x="416" y="524"/>
                  <a:pt x="353" y="524"/>
                </a:cubicBezTo>
                <a:cubicBezTo>
                  <a:pt x="267" y="526"/>
                  <a:pt x="197" y="489"/>
                  <a:pt x="173" y="40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BB70EEBD-8733-4FD2-BEE5-A0E77F8B5E30}"/>
              </a:ext>
            </a:extLst>
          </p:cNvPr>
          <p:cNvSpPr>
            <a:spLocks noEditPoints="1"/>
          </p:cNvSpPr>
          <p:nvPr/>
        </p:nvSpPr>
        <p:spPr bwMode="black">
          <a:xfrm>
            <a:off x="1870765" y="889661"/>
            <a:ext cx="202686" cy="200259"/>
          </a:xfrm>
          <a:custGeom>
            <a:avLst/>
            <a:gdLst>
              <a:gd name="T0" fmla="*/ 166 w 684"/>
              <a:gd name="T1" fmla="*/ 338 h 675"/>
              <a:gd name="T2" fmla="*/ 343 w 684"/>
              <a:gd name="T3" fmla="*/ 518 h 675"/>
              <a:gd name="T4" fmla="*/ 521 w 684"/>
              <a:gd name="T5" fmla="*/ 338 h 675"/>
              <a:gd name="T6" fmla="*/ 343 w 684"/>
              <a:gd name="T7" fmla="*/ 159 h 675"/>
              <a:gd name="T8" fmla="*/ 166 w 684"/>
              <a:gd name="T9" fmla="*/ 338 h 675"/>
              <a:gd name="T10" fmla="*/ 519 w 684"/>
              <a:gd name="T11" fmla="*/ 94 h 675"/>
              <a:gd name="T12" fmla="*/ 519 w 684"/>
              <a:gd name="T13" fmla="*/ 19 h 675"/>
              <a:gd name="T14" fmla="*/ 684 w 684"/>
              <a:gd name="T15" fmla="*/ 19 h 675"/>
              <a:gd name="T16" fmla="*/ 684 w 684"/>
              <a:gd name="T17" fmla="*/ 657 h 675"/>
              <a:gd name="T18" fmla="*/ 519 w 684"/>
              <a:gd name="T19" fmla="*/ 657 h 675"/>
              <a:gd name="T20" fmla="*/ 519 w 684"/>
              <a:gd name="T21" fmla="*/ 583 h 675"/>
              <a:gd name="T22" fmla="*/ 310 w 684"/>
              <a:gd name="T23" fmla="*/ 675 h 675"/>
              <a:gd name="T24" fmla="*/ 0 w 684"/>
              <a:gd name="T25" fmla="*/ 338 h 675"/>
              <a:gd name="T26" fmla="*/ 310 w 684"/>
              <a:gd name="T27" fmla="*/ 2 h 675"/>
              <a:gd name="T28" fmla="*/ 519 w 684"/>
              <a:gd name="T29" fmla="*/ 94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4" h="675">
                <a:moveTo>
                  <a:pt x="166" y="338"/>
                </a:moveTo>
                <a:cubicBezTo>
                  <a:pt x="166" y="445"/>
                  <a:pt x="241" y="518"/>
                  <a:pt x="343" y="518"/>
                </a:cubicBezTo>
                <a:cubicBezTo>
                  <a:pt x="445" y="518"/>
                  <a:pt x="521" y="445"/>
                  <a:pt x="521" y="338"/>
                </a:cubicBezTo>
                <a:cubicBezTo>
                  <a:pt x="521" y="231"/>
                  <a:pt x="446" y="159"/>
                  <a:pt x="343" y="159"/>
                </a:cubicBezTo>
                <a:cubicBezTo>
                  <a:pt x="241" y="159"/>
                  <a:pt x="166" y="231"/>
                  <a:pt x="166" y="338"/>
                </a:cubicBezTo>
                <a:close/>
                <a:moveTo>
                  <a:pt x="519" y="94"/>
                </a:moveTo>
                <a:cubicBezTo>
                  <a:pt x="519" y="19"/>
                  <a:pt x="519" y="19"/>
                  <a:pt x="519" y="19"/>
                </a:cubicBezTo>
                <a:cubicBezTo>
                  <a:pt x="684" y="19"/>
                  <a:pt x="684" y="19"/>
                  <a:pt x="684" y="19"/>
                </a:cubicBezTo>
                <a:cubicBezTo>
                  <a:pt x="684" y="657"/>
                  <a:pt x="684" y="657"/>
                  <a:pt x="684" y="657"/>
                </a:cubicBezTo>
                <a:cubicBezTo>
                  <a:pt x="519" y="657"/>
                  <a:pt x="519" y="657"/>
                  <a:pt x="519" y="657"/>
                </a:cubicBezTo>
                <a:cubicBezTo>
                  <a:pt x="519" y="583"/>
                  <a:pt x="519" y="583"/>
                  <a:pt x="519" y="583"/>
                </a:cubicBezTo>
                <a:cubicBezTo>
                  <a:pt x="472" y="641"/>
                  <a:pt x="404" y="675"/>
                  <a:pt x="310" y="675"/>
                </a:cubicBezTo>
                <a:cubicBezTo>
                  <a:pt x="140" y="675"/>
                  <a:pt x="0" y="529"/>
                  <a:pt x="0" y="338"/>
                </a:cubicBezTo>
                <a:cubicBezTo>
                  <a:pt x="0" y="149"/>
                  <a:pt x="140" y="2"/>
                  <a:pt x="310" y="2"/>
                </a:cubicBezTo>
                <a:cubicBezTo>
                  <a:pt x="404" y="0"/>
                  <a:pt x="472" y="36"/>
                  <a:pt x="519" y="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" name="Freeform 11">
            <a:extLst>
              <a:ext uri="{FF2B5EF4-FFF2-40B4-BE49-F238E27FC236}">
                <a16:creationId xmlns:a16="http://schemas.microsoft.com/office/drawing/2014/main" id="{78109EC3-DB81-43D4-B121-37C5EDC153BD}"/>
              </a:ext>
            </a:extLst>
          </p:cNvPr>
          <p:cNvSpPr>
            <a:spLocks noEditPoints="1"/>
          </p:cNvSpPr>
          <p:nvPr/>
        </p:nvSpPr>
        <p:spPr bwMode="black">
          <a:xfrm>
            <a:off x="2100152" y="819267"/>
            <a:ext cx="202686" cy="270653"/>
          </a:xfrm>
          <a:custGeom>
            <a:avLst/>
            <a:gdLst>
              <a:gd name="T0" fmla="*/ 344 w 685"/>
              <a:gd name="T1" fmla="*/ 754 h 911"/>
              <a:gd name="T2" fmla="*/ 165 w 685"/>
              <a:gd name="T3" fmla="*/ 574 h 911"/>
              <a:gd name="T4" fmla="*/ 344 w 685"/>
              <a:gd name="T5" fmla="*/ 395 h 911"/>
              <a:gd name="T6" fmla="*/ 520 w 685"/>
              <a:gd name="T7" fmla="*/ 574 h 911"/>
              <a:gd name="T8" fmla="*/ 344 w 685"/>
              <a:gd name="T9" fmla="*/ 754 h 911"/>
              <a:gd name="T10" fmla="*/ 520 w 685"/>
              <a:gd name="T11" fmla="*/ 0 h 911"/>
              <a:gd name="T12" fmla="*/ 520 w 685"/>
              <a:gd name="T13" fmla="*/ 330 h 911"/>
              <a:gd name="T14" fmla="*/ 313 w 685"/>
              <a:gd name="T15" fmla="*/ 238 h 911"/>
              <a:gd name="T16" fmla="*/ 0 w 685"/>
              <a:gd name="T17" fmla="*/ 574 h 911"/>
              <a:gd name="T18" fmla="*/ 313 w 685"/>
              <a:gd name="T19" fmla="*/ 911 h 911"/>
              <a:gd name="T20" fmla="*/ 520 w 685"/>
              <a:gd name="T21" fmla="*/ 819 h 911"/>
              <a:gd name="T22" fmla="*/ 520 w 685"/>
              <a:gd name="T23" fmla="*/ 893 h 911"/>
              <a:gd name="T24" fmla="*/ 685 w 685"/>
              <a:gd name="T25" fmla="*/ 893 h 911"/>
              <a:gd name="T26" fmla="*/ 685 w 685"/>
              <a:gd name="T27" fmla="*/ 0 h 911"/>
              <a:gd name="T28" fmla="*/ 520 w 685"/>
              <a:gd name="T29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85" h="911">
                <a:moveTo>
                  <a:pt x="344" y="754"/>
                </a:moveTo>
                <a:cubicBezTo>
                  <a:pt x="242" y="754"/>
                  <a:pt x="165" y="681"/>
                  <a:pt x="165" y="574"/>
                </a:cubicBezTo>
                <a:cubicBezTo>
                  <a:pt x="165" y="467"/>
                  <a:pt x="240" y="395"/>
                  <a:pt x="344" y="395"/>
                </a:cubicBezTo>
                <a:cubicBezTo>
                  <a:pt x="444" y="395"/>
                  <a:pt x="520" y="467"/>
                  <a:pt x="520" y="574"/>
                </a:cubicBezTo>
                <a:cubicBezTo>
                  <a:pt x="520" y="681"/>
                  <a:pt x="444" y="754"/>
                  <a:pt x="344" y="754"/>
                </a:cubicBezTo>
                <a:close/>
                <a:moveTo>
                  <a:pt x="520" y="0"/>
                </a:moveTo>
                <a:cubicBezTo>
                  <a:pt x="520" y="330"/>
                  <a:pt x="520" y="330"/>
                  <a:pt x="520" y="330"/>
                </a:cubicBezTo>
                <a:cubicBezTo>
                  <a:pt x="473" y="272"/>
                  <a:pt x="407" y="238"/>
                  <a:pt x="313" y="238"/>
                </a:cubicBezTo>
                <a:cubicBezTo>
                  <a:pt x="141" y="238"/>
                  <a:pt x="0" y="385"/>
                  <a:pt x="0" y="574"/>
                </a:cubicBezTo>
                <a:cubicBezTo>
                  <a:pt x="0" y="765"/>
                  <a:pt x="141" y="911"/>
                  <a:pt x="313" y="911"/>
                </a:cubicBezTo>
                <a:cubicBezTo>
                  <a:pt x="405" y="911"/>
                  <a:pt x="473" y="877"/>
                  <a:pt x="520" y="819"/>
                </a:cubicBezTo>
                <a:cubicBezTo>
                  <a:pt x="520" y="893"/>
                  <a:pt x="520" y="893"/>
                  <a:pt x="520" y="893"/>
                </a:cubicBezTo>
                <a:cubicBezTo>
                  <a:pt x="685" y="893"/>
                  <a:pt x="685" y="893"/>
                  <a:pt x="685" y="893"/>
                </a:cubicBezTo>
                <a:cubicBezTo>
                  <a:pt x="685" y="0"/>
                  <a:pt x="685" y="0"/>
                  <a:pt x="685" y="0"/>
                </a:cubicBezTo>
                <a:lnTo>
                  <a:pt x="5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2" name="Freeform 12">
            <a:extLst>
              <a:ext uri="{FF2B5EF4-FFF2-40B4-BE49-F238E27FC236}">
                <a16:creationId xmlns:a16="http://schemas.microsoft.com/office/drawing/2014/main" id="{A9E8ED47-F26F-4009-8422-B68C83D0FEEA}"/>
              </a:ext>
            </a:extLst>
          </p:cNvPr>
          <p:cNvSpPr>
            <a:spLocks/>
          </p:cNvSpPr>
          <p:nvPr/>
        </p:nvSpPr>
        <p:spPr bwMode="black">
          <a:xfrm>
            <a:off x="2541934" y="818054"/>
            <a:ext cx="36411" cy="36411"/>
          </a:xfrm>
          <a:custGeom>
            <a:avLst/>
            <a:gdLst>
              <a:gd name="T0" fmla="*/ 61 w 123"/>
              <a:gd name="T1" fmla="*/ 123 h 123"/>
              <a:gd name="T2" fmla="*/ 123 w 123"/>
              <a:gd name="T3" fmla="*/ 62 h 123"/>
              <a:gd name="T4" fmla="*/ 61 w 123"/>
              <a:gd name="T5" fmla="*/ 0 h 123"/>
              <a:gd name="T6" fmla="*/ 0 w 123"/>
              <a:gd name="T7" fmla="*/ 62 h 123"/>
              <a:gd name="T8" fmla="*/ 61 w 123"/>
              <a:gd name="T9" fmla="*/ 12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61" y="123"/>
                </a:moveTo>
                <a:cubicBezTo>
                  <a:pt x="95" y="123"/>
                  <a:pt x="123" y="94"/>
                  <a:pt x="123" y="62"/>
                </a:cubicBezTo>
                <a:cubicBezTo>
                  <a:pt x="123" y="28"/>
                  <a:pt x="95" y="0"/>
                  <a:pt x="61" y="0"/>
                </a:cubicBezTo>
                <a:cubicBezTo>
                  <a:pt x="27" y="0"/>
                  <a:pt x="0" y="29"/>
                  <a:pt x="0" y="62"/>
                </a:cubicBezTo>
                <a:cubicBezTo>
                  <a:pt x="0" y="94"/>
                  <a:pt x="26" y="123"/>
                  <a:pt x="61" y="12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24381827-566B-4834-BB89-04C756A79858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547396" y="894516"/>
            <a:ext cx="24881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4" name="Freeform 14">
            <a:extLst>
              <a:ext uri="{FF2B5EF4-FFF2-40B4-BE49-F238E27FC236}">
                <a16:creationId xmlns:a16="http://schemas.microsoft.com/office/drawing/2014/main" id="{B1E1C066-AAC5-4A54-AA45-DD44768A8352}"/>
              </a:ext>
            </a:extLst>
          </p:cNvPr>
          <p:cNvSpPr>
            <a:spLocks/>
          </p:cNvSpPr>
          <p:nvPr/>
        </p:nvSpPr>
        <p:spPr bwMode="black">
          <a:xfrm>
            <a:off x="2622038" y="890268"/>
            <a:ext cx="162634" cy="194190"/>
          </a:xfrm>
          <a:custGeom>
            <a:avLst/>
            <a:gdLst>
              <a:gd name="T0" fmla="*/ 86 w 549"/>
              <a:gd name="T1" fmla="*/ 115 h 654"/>
              <a:gd name="T2" fmla="*/ 300 w 549"/>
              <a:gd name="T3" fmla="*/ 0 h 654"/>
              <a:gd name="T4" fmla="*/ 549 w 549"/>
              <a:gd name="T5" fmla="*/ 262 h 654"/>
              <a:gd name="T6" fmla="*/ 549 w 549"/>
              <a:gd name="T7" fmla="*/ 654 h 654"/>
              <a:gd name="T8" fmla="*/ 465 w 549"/>
              <a:gd name="T9" fmla="*/ 654 h 654"/>
              <a:gd name="T10" fmla="*/ 465 w 549"/>
              <a:gd name="T11" fmla="*/ 262 h 654"/>
              <a:gd name="T12" fmla="*/ 291 w 549"/>
              <a:gd name="T13" fmla="*/ 83 h 654"/>
              <a:gd name="T14" fmla="*/ 84 w 549"/>
              <a:gd name="T15" fmla="*/ 321 h 654"/>
              <a:gd name="T16" fmla="*/ 84 w 549"/>
              <a:gd name="T17" fmla="*/ 654 h 654"/>
              <a:gd name="T18" fmla="*/ 0 w 549"/>
              <a:gd name="T19" fmla="*/ 654 h 654"/>
              <a:gd name="T20" fmla="*/ 0 w 549"/>
              <a:gd name="T21" fmla="*/ 15 h 654"/>
              <a:gd name="T22" fmla="*/ 84 w 549"/>
              <a:gd name="T23" fmla="*/ 15 h 654"/>
              <a:gd name="T24" fmla="*/ 84 w 549"/>
              <a:gd name="T25" fmla="*/ 115 h 654"/>
              <a:gd name="T26" fmla="*/ 86 w 549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9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49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1" y="83"/>
                </a:cubicBezTo>
                <a:cubicBezTo>
                  <a:pt x="180" y="83"/>
                  <a:pt x="84" y="149"/>
                  <a:pt x="84" y="321"/>
                </a:cubicBezTo>
                <a:cubicBezTo>
                  <a:pt x="84" y="654"/>
                  <a:pt x="84" y="654"/>
                  <a:pt x="84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4" y="15"/>
                  <a:pt x="84" y="15"/>
                  <a:pt x="84" y="15"/>
                </a:cubicBezTo>
                <a:cubicBezTo>
                  <a:pt x="84" y="115"/>
                  <a:pt x="84" y="115"/>
                  <a:pt x="84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Freeform 15">
            <a:extLst>
              <a:ext uri="{FF2B5EF4-FFF2-40B4-BE49-F238E27FC236}">
                <a16:creationId xmlns:a16="http://schemas.microsoft.com/office/drawing/2014/main" id="{2EC5B08A-3D8A-4A81-8997-BD98F4D4F91C}"/>
              </a:ext>
            </a:extLst>
          </p:cNvPr>
          <p:cNvSpPr>
            <a:spLocks noEditPoints="1"/>
          </p:cNvSpPr>
          <p:nvPr/>
        </p:nvSpPr>
        <p:spPr bwMode="black">
          <a:xfrm>
            <a:off x="2815014" y="890268"/>
            <a:ext cx="199652" cy="199045"/>
          </a:xfrm>
          <a:custGeom>
            <a:avLst/>
            <a:gdLst>
              <a:gd name="T0" fmla="*/ 337 w 672"/>
              <a:gd name="T1" fmla="*/ 587 h 670"/>
              <a:gd name="T2" fmla="*/ 86 w 672"/>
              <a:gd name="T3" fmla="*/ 335 h 670"/>
              <a:gd name="T4" fmla="*/ 337 w 672"/>
              <a:gd name="T5" fmla="*/ 82 h 670"/>
              <a:gd name="T6" fmla="*/ 588 w 672"/>
              <a:gd name="T7" fmla="*/ 335 h 670"/>
              <a:gd name="T8" fmla="*/ 337 w 672"/>
              <a:gd name="T9" fmla="*/ 587 h 670"/>
              <a:gd name="T10" fmla="*/ 588 w 672"/>
              <a:gd name="T11" fmla="*/ 16 h 670"/>
              <a:gd name="T12" fmla="*/ 588 w 672"/>
              <a:gd name="T13" fmla="*/ 140 h 670"/>
              <a:gd name="T14" fmla="*/ 331 w 672"/>
              <a:gd name="T15" fmla="*/ 0 h 670"/>
              <a:gd name="T16" fmla="*/ 0 w 672"/>
              <a:gd name="T17" fmla="*/ 335 h 670"/>
              <a:gd name="T18" fmla="*/ 331 w 672"/>
              <a:gd name="T19" fmla="*/ 670 h 670"/>
              <a:gd name="T20" fmla="*/ 588 w 672"/>
              <a:gd name="T21" fmla="*/ 529 h 670"/>
              <a:gd name="T22" fmla="*/ 588 w 672"/>
              <a:gd name="T23" fmla="*/ 654 h 670"/>
              <a:gd name="T24" fmla="*/ 672 w 672"/>
              <a:gd name="T25" fmla="*/ 654 h 670"/>
              <a:gd name="T26" fmla="*/ 672 w 672"/>
              <a:gd name="T27" fmla="*/ 16 h 670"/>
              <a:gd name="T28" fmla="*/ 588 w 672"/>
              <a:gd name="T29" fmla="*/ 16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337" y="587"/>
                </a:moveTo>
                <a:cubicBezTo>
                  <a:pt x="196" y="587"/>
                  <a:pt x="86" y="477"/>
                  <a:pt x="86" y="335"/>
                </a:cubicBezTo>
                <a:cubicBezTo>
                  <a:pt x="86" y="192"/>
                  <a:pt x="196" y="82"/>
                  <a:pt x="337" y="82"/>
                </a:cubicBezTo>
                <a:cubicBezTo>
                  <a:pt x="480" y="82"/>
                  <a:pt x="588" y="192"/>
                  <a:pt x="588" y="335"/>
                </a:cubicBezTo>
                <a:cubicBezTo>
                  <a:pt x="588" y="477"/>
                  <a:pt x="478" y="587"/>
                  <a:pt x="337" y="587"/>
                </a:cubicBezTo>
                <a:close/>
                <a:moveTo>
                  <a:pt x="588" y="16"/>
                </a:moveTo>
                <a:cubicBezTo>
                  <a:pt x="588" y="140"/>
                  <a:pt x="588" y="140"/>
                  <a:pt x="588" y="140"/>
                </a:cubicBezTo>
                <a:cubicBezTo>
                  <a:pt x="535" y="55"/>
                  <a:pt x="444" y="0"/>
                  <a:pt x="331" y="0"/>
                </a:cubicBezTo>
                <a:cubicBezTo>
                  <a:pt x="151" y="0"/>
                  <a:pt x="0" y="145"/>
                  <a:pt x="0" y="335"/>
                </a:cubicBezTo>
                <a:cubicBezTo>
                  <a:pt x="0" y="524"/>
                  <a:pt x="149" y="670"/>
                  <a:pt x="331" y="670"/>
                </a:cubicBezTo>
                <a:cubicBezTo>
                  <a:pt x="444" y="670"/>
                  <a:pt x="535" y="615"/>
                  <a:pt x="588" y="529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672" y="16"/>
                  <a:pt x="672" y="16"/>
                  <a:pt x="672" y="16"/>
                </a:cubicBezTo>
                <a:lnTo>
                  <a:pt x="588" y="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6" name="Freeform 16">
            <a:extLst>
              <a:ext uri="{FF2B5EF4-FFF2-40B4-BE49-F238E27FC236}">
                <a16:creationId xmlns:a16="http://schemas.microsoft.com/office/drawing/2014/main" id="{94F40D7D-0D25-4E6C-BBD4-F2DBCB3E5FAA}"/>
              </a:ext>
            </a:extLst>
          </p:cNvPr>
          <p:cNvSpPr>
            <a:spLocks/>
          </p:cNvSpPr>
          <p:nvPr/>
        </p:nvSpPr>
        <p:spPr bwMode="black">
          <a:xfrm>
            <a:off x="3059572" y="890268"/>
            <a:ext cx="163241" cy="194190"/>
          </a:xfrm>
          <a:custGeom>
            <a:avLst/>
            <a:gdLst>
              <a:gd name="T0" fmla="*/ 86 w 551"/>
              <a:gd name="T1" fmla="*/ 115 h 654"/>
              <a:gd name="T2" fmla="*/ 300 w 551"/>
              <a:gd name="T3" fmla="*/ 0 h 654"/>
              <a:gd name="T4" fmla="*/ 549 w 551"/>
              <a:gd name="T5" fmla="*/ 262 h 654"/>
              <a:gd name="T6" fmla="*/ 549 w 551"/>
              <a:gd name="T7" fmla="*/ 654 h 654"/>
              <a:gd name="T8" fmla="*/ 465 w 551"/>
              <a:gd name="T9" fmla="*/ 654 h 654"/>
              <a:gd name="T10" fmla="*/ 465 w 551"/>
              <a:gd name="T11" fmla="*/ 262 h 654"/>
              <a:gd name="T12" fmla="*/ 292 w 551"/>
              <a:gd name="T13" fmla="*/ 83 h 654"/>
              <a:gd name="T14" fmla="*/ 85 w 551"/>
              <a:gd name="T15" fmla="*/ 321 h 654"/>
              <a:gd name="T16" fmla="*/ 85 w 551"/>
              <a:gd name="T17" fmla="*/ 654 h 654"/>
              <a:gd name="T18" fmla="*/ 0 w 551"/>
              <a:gd name="T19" fmla="*/ 654 h 654"/>
              <a:gd name="T20" fmla="*/ 0 w 551"/>
              <a:gd name="T21" fmla="*/ 15 h 654"/>
              <a:gd name="T22" fmla="*/ 85 w 551"/>
              <a:gd name="T23" fmla="*/ 15 h 654"/>
              <a:gd name="T24" fmla="*/ 85 w 551"/>
              <a:gd name="T25" fmla="*/ 115 h 654"/>
              <a:gd name="T26" fmla="*/ 86 w 551"/>
              <a:gd name="T27" fmla="*/ 115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51" h="654">
                <a:moveTo>
                  <a:pt x="86" y="115"/>
                </a:moveTo>
                <a:cubicBezTo>
                  <a:pt x="136" y="34"/>
                  <a:pt x="209" y="0"/>
                  <a:pt x="300" y="0"/>
                </a:cubicBezTo>
                <a:cubicBezTo>
                  <a:pt x="455" y="0"/>
                  <a:pt x="551" y="102"/>
                  <a:pt x="549" y="262"/>
                </a:cubicBezTo>
                <a:cubicBezTo>
                  <a:pt x="549" y="654"/>
                  <a:pt x="549" y="654"/>
                  <a:pt x="549" y="654"/>
                </a:cubicBezTo>
                <a:cubicBezTo>
                  <a:pt x="465" y="654"/>
                  <a:pt x="465" y="654"/>
                  <a:pt x="465" y="654"/>
                </a:cubicBezTo>
                <a:cubicBezTo>
                  <a:pt x="465" y="262"/>
                  <a:pt x="465" y="262"/>
                  <a:pt x="465" y="262"/>
                </a:cubicBezTo>
                <a:cubicBezTo>
                  <a:pt x="465" y="149"/>
                  <a:pt x="402" y="83"/>
                  <a:pt x="292" y="83"/>
                </a:cubicBezTo>
                <a:cubicBezTo>
                  <a:pt x="180" y="83"/>
                  <a:pt x="85" y="149"/>
                  <a:pt x="85" y="321"/>
                </a:cubicBezTo>
                <a:cubicBezTo>
                  <a:pt x="85" y="654"/>
                  <a:pt x="85" y="654"/>
                  <a:pt x="85" y="654"/>
                </a:cubicBezTo>
                <a:cubicBezTo>
                  <a:pt x="0" y="654"/>
                  <a:pt x="0" y="654"/>
                  <a:pt x="0" y="654"/>
                </a:cubicBezTo>
                <a:cubicBezTo>
                  <a:pt x="0" y="15"/>
                  <a:pt x="0" y="15"/>
                  <a:pt x="0" y="15"/>
                </a:cubicBezTo>
                <a:cubicBezTo>
                  <a:pt x="85" y="15"/>
                  <a:pt x="85" y="15"/>
                  <a:pt x="85" y="15"/>
                </a:cubicBezTo>
                <a:cubicBezTo>
                  <a:pt x="85" y="115"/>
                  <a:pt x="85" y="115"/>
                  <a:pt x="85" y="115"/>
                </a:cubicBezTo>
                <a:lnTo>
                  <a:pt x="86" y="1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7" name="Freeform 17">
            <a:extLst>
              <a:ext uri="{FF2B5EF4-FFF2-40B4-BE49-F238E27FC236}">
                <a16:creationId xmlns:a16="http://schemas.microsoft.com/office/drawing/2014/main" id="{47AB71B7-57E1-4D90-8866-AED2BBECFF61}"/>
              </a:ext>
            </a:extLst>
          </p:cNvPr>
          <p:cNvSpPr>
            <a:spLocks/>
          </p:cNvSpPr>
          <p:nvPr/>
        </p:nvSpPr>
        <p:spPr bwMode="black">
          <a:xfrm>
            <a:off x="3256189" y="890268"/>
            <a:ext cx="183874" cy="199045"/>
          </a:xfrm>
          <a:custGeom>
            <a:avLst/>
            <a:gdLst>
              <a:gd name="T0" fmla="*/ 335 w 621"/>
              <a:gd name="T1" fmla="*/ 670 h 670"/>
              <a:gd name="T2" fmla="*/ 621 w 621"/>
              <a:gd name="T3" fmla="*/ 503 h 670"/>
              <a:gd name="T4" fmla="*/ 552 w 621"/>
              <a:gd name="T5" fmla="*/ 463 h 670"/>
              <a:gd name="T6" fmla="*/ 336 w 621"/>
              <a:gd name="T7" fmla="*/ 587 h 670"/>
              <a:gd name="T8" fmla="*/ 85 w 621"/>
              <a:gd name="T9" fmla="*/ 335 h 670"/>
              <a:gd name="T10" fmla="*/ 336 w 621"/>
              <a:gd name="T11" fmla="*/ 82 h 670"/>
              <a:gd name="T12" fmla="*/ 547 w 621"/>
              <a:gd name="T13" fmla="*/ 207 h 670"/>
              <a:gd name="T14" fmla="*/ 616 w 621"/>
              <a:gd name="T15" fmla="*/ 166 h 670"/>
              <a:gd name="T16" fmla="*/ 336 w 621"/>
              <a:gd name="T17" fmla="*/ 0 h 670"/>
              <a:gd name="T18" fmla="*/ 1 w 621"/>
              <a:gd name="T19" fmla="*/ 335 h 670"/>
              <a:gd name="T20" fmla="*/ 335 w 621"/>
              <a:gd name="T21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21" h="670">
                <a:moveTo>
                  <a:pt x="335" y="670"/>
                </a:moveTo>
                <a:cubicBezTo>
                  <a:pt x="459" y="670"/>
                  <a:pt x="568" y="605"/>
                  <a:pt x="621" y="503"/>
                </a:cubicBezTo>
                <a:cubicBezTo>
                  <a:pt x="552" y="463"/>
                  <a:pt x="552" y="463"/>
                  <a:pt x="552" y="463"/>
                </a:cubicBezTo>
                <a:cubicBezTo>
                  <a:pt x="511" y="537"/>
                  <a:pt x="433" y="587"/>
                  <a:pt x="336" y="587"/>
                </a:cubicBezTo>
                <a:cubicBezTo>
                  <a:pt x="195" y="587"/>
                  <a:pt x="85" y="477"/>
                  <a:pt x="85" y="335"/>
                </a:cubicBezTo>
                <a:cubicBezTo>
                  <a:pt x="85" y="192"/>
                  <a:pt x="195" y="82"/>
                  <a:pt x="336" y="82"/>
                </a:cubicBezTo>
                <a:cubicBezTo>
                  <a:pt x="432" y="82"/>
                  <a:pt x="513" y="132"/>
                  <a:pt x="547" y="207"/>
                </a:cubicBezTo>
                <a:cubicBezTo>
                  <a:pt x="616" y="166"/>
                  <a:pt x="616" y="166"/>
                  <a:pt x="616" y="166"/>
                </a:cubicBezTo>
                <a:cubicBezTo>
                  <a:pt x="569" y="66"/>
                  <a:pt x="463" y="0"/>
                  <a:pt x="336" y="0"/>
                </a:cubicBezTo>
                <a:cubicBezTo>
                  <a:pt x="144" y="0"/>
                  <a:pt x="1" y="145"/>
                  <a:pt x="1" y="335"/>
                </a:cubicBezTo>
                <a:cubicBezTo>
                  <a:pt x="0" y="524"/>
                  <a:pt x="142" y="670"/>
                  <a:pt x="335" y="6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8" name="Freeform 18">
            <a:extLst>
              <a:ext uri="{FF2B5EF4-FFF2-40B4-BE49-F238E27FC236}">
                <a16:creationId xmlns:a16="http://schemas.microsoft.com/office/drawing/2014/main" id="{784F0219-04DA-45AD-AE3F-B409B724CF69}"/>
              </a:ext>
            </a:extLst>
          </p:cNvPr>
          <p:cNvSpPr>
            <a:spLocks noEditPoints="1"/>
          </p:cNvSpPr>
          <p:nvPr/>
        </p:nvSpPr>
        <p:spPr bwMode="black">
          <a:xfrm>
            <a:off x="3533517" y="890268"/>
            <a:ext cx="199045" cy="199045"/>
          </a:xfrm>
          <a:custGeom>
            <a:avLst/>
            <a:gdLst>
              <a:gd name="T0" fmla="*/ 85 w 672"/>
              <a:gd name="T1" fmla="*/ 334 h 670"/>
              <a:gd name="T2" fmla="*/ 335 w 672"/>
              <a:gd name="T3" fmla="*/ 586 h 670"/>
              <a:gd name="T4" fmla="*/ 586 w 672"/>
              <a:gd name="T5" fmla="*/ 334 h 670"/>
              <a:gd name="T6" fmla="*/ 335 w 672"/>
              <a:gd name="T7" fmla="*/ 81 h 670"/>
              <a:gd name="T8" fmla="*/ 85 w 672"/>
              <a:gd name="T9" fmla="*/ 334 h 670"/>
              <a:gd name="T10" fmla="*/ 588 w 672"/>
              <a:gd name="T11" fmla="*/ 141 h 670"/>
              <a:gd name="T12" fmla="*/ 588 w 672"/>
              <a:gd name="T13" fmla="*/ 16 h 670"/>
              <a:gd name="T14" fmla="*/ 672 w 672"/>
              <a:gd name="T15" fmla="*/ 16 h 670"/>
              <a:gd name="T16" fmla="*/ 672 w 672"/>
              <a:gd name="T17" fmla="*/ 654 h 670"/>
              <a:gd name="T18" fmla="*/ 588 w 672"/>
              <a:gd name="T19" fmla="*/ 654 h 670"/>
              <a:gd name="T20" fmla="*/ 588 w 672"/>
              <a:gd name="T21" fmla="*/ 530 h 670"/>
              <a:gd name="T22" fmla="*/ 331 w 672"/>
              <a:gd name="T23" fmla="*/ 670 h 670"/>
              <a:gd name="T24" fmla="*/ 0 w 672"/>
              <a:gd name="T25" fmla="*/ 335 h 670"/>
              <a:gd name="T26" fmla="*/ 331 w 672"/>
              <a:gd name="T27" fmla="*/ 0 h 670"/>
              <a:gd name="T28" fmla="*/ 588 w 672"/>
              <a:gd name="T29" fmla="*/ 141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2" h="670">
                <a:moveTo>
                  <a:pt x="85" y="334"/>
                </a:moveTo>
                <a:cubicBezTo>
                  <a:pt x="85" y="476"/>
                  <a:pt x="195" y="586"/>
                  <a:pt x="335" y="586"/>
                </a:cubicBezTo>
                <a:cubicBezTo>
                  <a:pt x="478" y="586"/>
                  <a:pt x="586" y="476"/>
                  <a:pt x="586" y="334"/>
                </a:cubicBezTo>
                <a:cubicBezTo>
                  <a:pt x="586" y="191"/>
                  <a:pt x="476" y="81"/>
                  <a:pt x="335" y="81"/>
                </a:cubicBezTo>
                <a:cubicBezTo>
                  <a:pt x="195" y="81"/>
                  <a:pt x="85" y="193"/>
                  <a:pt x="85" y="334"/>
                </a:cubicBezTo>
                <a:close/>
                <a:moveTo>
                  <a:pt x="588" y="141"/>
                </a:moveTo>
                <a:cubicBezTo>
                  <a:pt x="588" y="16"/>
                  <a:pt x="588" y="16"/>
                  <a:pt x="588" y="16"/>
                </a:cubicBezTo>
                <a:cubicBezTo>
                  <a:pt x="672" y="16"/>
                  <a:pt x="672" y="16"/>
                  <a:pt x="672" y="16"/>
                </a:cubicBezTo>
                <a:cubicBezTo>
                  <a:pt x="672" y="654"/>
                  <a:pt x="672" y="654"/>
                  <a:pt x="672" y="654"/>
                </a:cubicBezTo>
                <a:cubicBezTo>
                  <a:pt x="588" y="654"/>
                  <a:pt x="588" y="654"/>
                  <a:pt x="588" y="654"/>
                </a:cubicBezTo>
                <a:cubicBezTo>
                  <a:pt x="588" y="530"/>
                  <a:pt x="588" y="530"/>
                  <a:pt x="588" y="530"/>
                </a:cubicBezTo>
                <a:cubicBezTo>
                  <a:pt x="535" y="615"/>
                  <a:pt x="444" y="670"/>
                  <a:pt x="331" y="670"/>
                </a:cubicBezTo>
                <a:cubicBezTo>
                  <a:pt x="151" y="670"/>
                  <a:pt x="0" y="525"/>
                  <a:pt x="0" y="335"/>
                </a:cubicBezTo>
                <a:cubicBezTo>
                  <a:pt x="0" y="146"/>
                  <a:pt x="151" y="0"/>
                  <a:pt x="331" y="0"/>
                </a:cubicBezTo>
                <a:cubicBezTo>
                  <a:pt x="444" y="0"/>
                  <a:pt x="535" y="55"/>
                  <a:pt x="588" y="1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9" name="Freeform 19">
            <a:extLst>
              <a:ext uri="{FF2B5EF4-FFF2-40B4-BE49-F238E27FC236}">
                <a16:creationId xmlns:a16="http://schemas.microsoft.com/office/drawing/2014/main" id="{F7D0D4A6-586F-4EDE-BD16-FC619423262A}"/>
              </a:ext>
            </a:extLst>
          </p:cNvPr>
          <p:cNvSpPr>
            <a:spLocks/>
          </p:cNvSpPr>
          <p:nvPr/>
        </p:nvSpPr>
        <p:spPr bwMode="black">
          <a:xfrm>
            <a:off x="3471012" y="818054"/>
            <a:ext cx="36411" cy="36411"/>
          </a:xfrm>
          <a:custGeom>
            <a:avLst/>
            <a:gdLst>
              <a:gd name="T0" fmla="*/ 123 w 123"/>
              <a:gd name="T1" fmla="*/ 62 h 123"/>
              <a:gd name="T2" fmla="*/ 61 w 123"/>
              <a:gd name="T3" fmla="*/ 123 h 123"/>
              <a:gd name="T4" fmla="*/ 0 w 123"/>
              <a:gd name="T5" fmla="*/ 62 h 123"/>
              <a:gd name="T6" fmla="*/ 61 w 123"/>
              <a:gd name="T7" fmla="*/ 0 h 123"/>
              <a:gd name="T8" fmla="*/ 123 w 123"/>
              <a:gd name="T9" fmla="*/ 62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23">
                <a:moveTo>
                  <a:pt x="123" y="62"/>
                </a:moveTo>
                <a:cubicBezTo>
                  <a:pt x="123" y="94"/>
                  <a:pt x="95" y="123"/>
                  <a:pt x="61" y="123"/>
                </a:cubicBezTo>
                <a:cubicBezTo>
                  <a:pt x="27" y="123"/>
                  <a:pt x="0" y="96"/>
                  <a:pt x="0" y="62"/>
                </a:cubicBezTo>
                <a:cubicBezTo>
                  <a:pt x="0" y="29"/>
                  <a:pt x="27" y="0"/>
                  <a:pt x="61" y="0"/>
                </a:cubicBezTo>
                <a:cubicBezTo>
                  <a:pt x="95" y="0"/>
                  <a:pt x="123" y="28"/>
                  <a:pt x="123" y="6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0" name="Rectangle 20">
            <a:extLst>
              <a:ext uri="{FF2B5EF4-FFF2-40B4-BE49-F238E27FC236}">
                <a16:creationId xmlns:a16="http://schemas.microsoft.com/office/drawing/2014/main" id="{25FD24BE-E670-4830-8F71-837392071974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477687" y="894516"/>
            <a:ext cx="23060" cy="18994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1" name="Freeform 21">
            <a:extLst>
              <a:ext uri="{FF2B5EF4-FFF2-40B4-BE49-F238E27FC236}">
                <a16:creationId xmlns:a16="http://schemas.microsoft.com/office/drawing/2014/main" id="{00F9C409-25C7-4E6A-B5FF-BB16B1323DF0}"/>
              </a:ext>
            </a:extLst>
          </p:cNvPr>
          <p:cNvSpPr>
            <a:spLocks noEditPoints="1"/>
          </p:cNvSpPr>
          <p:nvPr/>
        </p:nvSpPr>
        <p:spPr bwMode="auto">
          <a:xfrm>
            <a:off x="712301" y="719138"/>
            <a:ext cx="451492" cy="452099"/>
          </a:xfrm>
          <a:custGeom>
            <a:avLst/>
            <a:gdLst>
              <a:gd name="T0" fmla="*/ 1075 w 1523"/>
              <a:gd name="T1" fmla="*/ 1101 h 1522"/>
              <a:gd name="T2" fmla="*/ 753 w 1523"/>
              <a:gd name="T3" fmla="*/ 505 h 1522"/>
              <a:gd name="T4" fmla="*/ 1213 w 1523"/>
              <a:gd name="T5" fmla="*/ 643 h 1522"/>
              <a:gd name="T6" fmla="*/ 1075 w 1523"/>
              <a:gd name="T7" fmla="*/ 1101 h 1522"/>
              <a:gd name="T8" fmla="*/ 908 w 1523"/>
              <a:gd name="T9" fmla="*/ 1315 h 1522"/>
              <a:gd name="T10" fmla="*/ 898 w 1523"/>
              <a:gd name="T11" fmla="*/ 1320 h 1522"/>
              <a:gd name="T12" fmla="*/ 711 w 1523"/>
              <a:gd name="T13" fmla="*/ 1264 h 1522"/>
              <a:gd name="T14" fmla="*/ 297 w 1523"/>
              <a:gd name="T15" fmla="*/ 496 h 1522"/>
              <a:gd name="T16" fmla="*/ 353 w 1523"/>
              <a:gd name="T17" fmla="*/ 308 h 1522"/>
              <a:gd name="T18" fmla="*/ 363 w 1523"/>
              <a:gd name="T19" fmla="*/ 303 h 1522"/>
              <a:gd name="T20" fmla="*/ 550 w 1523"/>
              <a:gd name="T21" fmla="*/ 359 h 1522"/>
              <a:gd name="T22" fmla="*/ 964 w 1523"/>
              <a:gd name="T23" fmla="*/ 1128 h 1522"/>
              <a:gd name="T24" fmla="*/ 908 w 1523"/>
              <a:gd name="T25" fmla="*/ 1315 h 1522"/>
              <a:gd name="T26" fmla="*/ 761 w 1523"/>
              <a:gd name="T27" fmla="*/ 0 h 1522"/>
              <a:gd name="T28" fmla="*/ 0 w 1523"/>
              <a:gd name="T29" fmla="*/ 761 h 1522"/>
              <a:gd name="T30" fmla="*/ 761 w 1523"/>
              <a:gd name="T31" fmla="*/ 1522 h 1522"/>
              <a:gd name="T32" fmla="*/ 1522 w 1523"/>
              <a:gd name="T33" fmla="*/ 761 h 1522"/>
              <a:gd name="T34" fmla="*/ 761 w 1523"/>
              <a:gd name="T35" fmla="*/ 0 h 1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23" h="1522">
                <a:moveTo>
                  <a:pt x="1075" y="1101"/>
                </a:moveTo>
                <a:cubicBezTo>
                  <a:pt x="753" y="505"/>
                  <a:pt x="753" y="505"/>
                  <a:pt x="753" y="505"/>
                </a:cubicBezTo>
                <a:cubicBezTo>
                  <a:pt x="918" y="416"/>
                  <a:pt x="1124" y="478"/>
                  <a:pt x="1213" y="643"/>
                </a:cubicBezTo>
                <a:cubicBezTo>
                  <a:pt x="1301" y="807"/>
                  <a:pt x="1240" y="1012"/>
                  <a:pt x="1075" y="1101"/>
                </a:cubicBezTo>
                <a:close/>
                <a:moveTo>
                  <a:pt x="908" y="1315"/>
                </a:moveTo>
                <a:cubicBezTo>
                  <a:pt x="898" y="1320"/>
                  <a:pt x="898" y="1320"/>
                  <a:pt x="898" y="1320"/>
                </a:cubicBezTo>
                <a:cubicBezTo>
                  <a:pt x="831" y="1357"/>
                  <a:pt x="747" y="1331"/>
                  <a:pt x="711" y="1264"/>
                </a:cubicBezTo>
                <a:cubicBezTo>
                  <a:pt x="297" y="496"/>
                  <a:pt x="297" y="496"/>
                  <a:pt x="297" y="496"/>
                </a:cubicBezTo>
                <a:cubicBezTo>
                  <a:pt x="260" y="429"/>
                  <a:pt x="286" y="345"/>
                  <a:pt x="353" y="308"/>
                </a:cubicBezTo>
                <a:cubicBezTo>
                  <a:pt x="363" y="303"/>
                  <a:pt x="363" y="303"/>
                  <a:pt x="363" y="303"/>
                </a:cubicBezTo>
                <a:cubicBezTo>
                  <a:pt x="430" y="267"/>
                  <a:pt x="514" y="291"/>
                  <a:pt x="550" y="359"/>
                </a:cubicBezTo>
                <a:cubicBezTo>
                  <a:pt x="964" y="1128"/>
                  <a:pt x="964" y="1128"/>
                  <a:pt x="964" y="1128"/>
                </a:cubicBezTo>
                <a:cubicBezTo>
                  <a:pt x="999" y="1195"/>
                  <a:pt x="974" y="1278"/>
                  <a:pt x="908" y="1315"/>
                </a:cubicBezTo>
                <a:close/>
                <a:moveTo>
                  <a:pt x="761" y="0"/>
                </a:moveTo>
                <a:cubicBezTo>
                  <a:pt x="341" y="0"/>
                  <a:pt x="0" y="340"/>
                  <a:pt x="0" y="761"/>
                </a:cubicBezTo>
                <a:cubicBezTo>
                  <a:pt x="0" y="1181"/>
                  <a:pt x="341" y="1522"/>
                  <a:pt x="761" y="1522"/>
                </a:cubicBezTo>
                <a:cubicBezTo>
                  <a:pt x="1181" y="1522"/>
                  <a:pt x="1522" y="1181"/>
                  <a:pt x="1522" y="761"/>
                </a:cubicBezTo>
                <a:cubicBezTo>
                  <a:pt x="1523" y="340"/>
                  <a:pt x="1182" y="0"/>
                  <a:pt x="761" y="0"/>
                </a:cubicBezTo>
                <a:close/>
              </a:path>
            </a:pathLst>
          </a:custGeom>
          <a:solidFill>
            <a:srgbClr val="59BE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2" name="Freeform 22">
            <a:extLst>
              <a:ext uri="{FF2B5EF4-FFF2-40B4-BE49-F238E27FC236}">
                <a16:creationId xmlns:a16="http://schemas.microsoft.com/office/drawing/2014/main" id="{F7F9B76B-869F-43D5-B43F-64105A3E4694}"/>
              </a:ext>
            </a:extLst>
          </p:cNvPr>
          <p:cNvSpPr>
            <a:spLocks/>
          </p:cNvSpPr>
          <p:nvPr/>
        </p:nvSpPr>
        <p:spPr bwMode="black">
          <a:xfrm>
            <a:off x="3845434" y="1046834"/>
            <a:ext cx="23667" cy="33983"/>
          </a:xfrm>
          <a:custGeom>
            <a:avLst/>
            <a:gdLst>
              <a:gd name="T0" fmla="*/ 39 w 39"/>
              <a:gd name="T1" fmla="*/ 0 h 56"/>
              <a:gd name="T2" fmla="*/ 0 w 39"/>
              <a:gd name="T3" fmla="*/ 0 h 56"/>
              <a:gd name="T4" fmla="*/ 0 w 39"/>
              <a:gd name="T5" fmla="*/ 7 h 56"/>
              <a:gd name="T6" fmla="*/ 16 w 39"/>
              <a:gd name="T7" fmla="*/ 7 h 56"/>
              <a:gd name="T8" fmla="*/ 16 w 39"/>
              <a:gd name="T9" fmla="*/ 56 h 56"/>
              <a:gd name="T10" fmla="*/ 23 w 39"/>
              <a:gd name="T11" fmla="*/ 56 h 56"/>
              <a:gd name="T12" fmla="*/ 23 w 39"/>
              <a:gd name="T13" fmla="*/ 7 h 56"/>
              <a:gd name="T14" fmla="*/ 39 w 39"/>
              <a:gd name="T15" fmla="*/ 7 h 56"/>
              <a:gd name="T16" fmla="*/ 39 w 39"/>
              <a:gd name="T1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" h="56">
                <a:moveTo>
                  <a:pt x="39" y="0"/>
                </a:moveTo>
                <a:lnTo>
                  <a:pt x="0" y="0"/>
                </a:lnTo>
                <a:lnTo>
                  <a:pt x="0" y="7"/>
                </a:lnTo>
                <a:lnTo>
                  <a:pt x="16" y="7"/>
                </a:lnTo>
                <a:lnTo>
                  <a:pt x="16" y="56"/>
                </a:lnTo>
                <a:lnTo>
                  <a:pt x="23" y="56"/>
                </a:lnTo>
                <a:lnTo>
                  <a:pt x="23" y="7"/>
                </a:lnTo>
                <a:lnTo>
                  <a:pt x="39" y="7"/>
                </a:lnTo>
                <a:lnTo>
                  <a:pt x="3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3" name="Freeform 23">
            <a:extLst>
              <a:ext uri="{FF2B5EF4-FFF2-40B4-BE49-F238E27FC236}">
                <a16:creationId xmlns:a16="http://schemas.microsoft.com/office/drawing/2014/main" id="{2878D90E-29C0-49A0-A99C-2FCE915CC0A3}"/>
              </a:ext>
            </a:extLst>
          </p:cNvPr>
          <p:cNvSpPr>
            <a:spLocks/>
          </p:cNvSpPr>
          <p:nvPr/>
        </p:nvSpPr>
        <p:spPr bwMode="black">
          <a:xfrm>
            <a:off x="3873956" y="1046834"/>
            <a:ext cx="30949" cy="33983"/>
          </a:xfrm>
          <a:custGeom>
            <a:avLst/>
            <a:gdLst>
              <a:gd name="T0" fmla="*/ 51 w 51"/>
              <a:gd name="T1" fmla="*/ 0 h 56"/>
              <a:gd name="T2" fmla="*/ 43 w 51"/>
              <a:gd name="T3" fmla="*/ 0 h 56"/>
              <a:gd name="T4" fmla="*/ 26 w 51"/>
              <a:gd name="T5" fmla="*/ 30 h 56"/>
              <a:gd name="T6" fmla="*/ 8 w 51"/>
              <a:gd name="T7" fmla="*/ 0 h 56"/>
              <a:gd name="T8" fmla="*/ 0 w 51"/>
              <a:gd name="T9" fmla="*/ 0 h 56"/>
              <a:gd name="T10" fmla="*/ 0 w 51"/>
              <a:gd name="T11" fmla="*/ 56 h 56"/>
              <a:gd name="T12" fmla="*/ 7 w 51"/>
              <a:gd name="T13" fmla="*/ 56 h 56"/>
              <a:gd name="T14" fmla="*/ 7 w 51"/>
              <a:gd name="T15" fmla="*/ 12 h 56"/>
              <a:gd name="T16" fmla="*/ 25 w 51"/>
              <a:gd name="T17" fmla="*/ 43 h 56"/>
              <a:gd name="T18" fmla="*/ 26 w 51"/>
              <a:gd name="T19" fmla="*/ 43 h 56"/>
              <a:gd name="T20" fmla="*/ 44 w 51"/>
              <a:gd name="T21" fmla="*/ 12 h 56"/>
              <a:gd name="T22" fmla="*/ 44 w 51"/>
              <a:gd name="T23" fmla="*/ 56 h 56"/>
              <a:gd name="T24" fmla="*/ 51 w 51"/>
              <a:gd name="T25" fmla="*/ 56 h 56"/>
              <a:gd name="T26" fmla="*/ 51 w 51"/>
              <a:gd name="T2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1" h="56">
                <a:moveTo>
                  <a:pt x="51" y="0"/>
                </a:moveTo>
                <a:lnTo>
                  <a:pt x="43" y="0"/>
                </a:lnTo>
                <a:lnTo>
                  <a:pt x="26" y="30"/>
                </a:lnTo>
                <a:lnTo>
                  <a:pt x="8" y="0"/>
                </a:lnTo>
                <a:lnTo>
                  <a:pt x="0" y="0"/>
                </a:lnTo>
                <a:lnTo>
                  <a:pt x="0" y="56"/>
                </a:lnTo>
                <a:lnTo>
                  <a:pt x="7" y="56"/>
                </a:lnTo>
                <a:lnTo>
                  <a:pt x="7" y="12"/>
                </a:lnTo>
                <a:lnTo>
                  <a:pt x="25" y="43"/>
                </a:lnTo>
                <a:lnTo>
                  <a:pt x="26" y="43"/>
                </a:lnTo>
                <a:lnTo>
                  <a:pt x="44" y="12"/>
                </a:lnTo>
                <a:lnTo>
                  <a:pt x="44" y="56"/>
                </a:lnTo>
                <a:lnTo>
                  <a:pt x="51" y="56"/>
                </a:lnTo>
                <a:lnTo>
                  <a:pt x="5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2F980E8-4ABA-4153-9437-61153A17B7CD}"/>
              </a:ext>
            </a:extLst>
          </p:cNvPr>
          <p:cNvGrpSpPr/>
          <p:nvPr userDrawn="1"/>
        </p:nvGrpSpPr>
        <p:grpSpPr>
          <a:xfrm>
            <a:off x="9234576" y="0"/>
            <a:ext cx="2957425" cy="6858000"/>
            <a:chOff x="9234576" y="0"/>
            <a:chExt cx="2957425" cy="6858000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09CD8C8-5FFE-44C0-9002-D978CB575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4576" y="5149407"/>
              <a:ext cx="2957425" cy="1708593"/>
            </a:xfrm>
            <a:custGeom>
              <a:avLst/>
              <a:gdLst>
                <a:gd name="connsiteX0" fmla="*/ 0 w 2957425"/>
                <a:gd name="connsiteY0" fmla="*/ 1600512 h 1708593"/>
                <a:gd name="connsiteX1" fmla="*/ 99855 w 2957425"/>
                <a:gd name="connsiteY1" fmla="*/ 1648161 h 1708593"/>
                <a:gd name="connsiteX2" fmla="*/ 187517 w 2957425"/>
                <a:gd name="connsiteY2" fmla="*/ 1690580 h 1708593"/>
                <a:gd name="connsiteX3" fmla="*/ 275179 w 2957425"/>
                <a:gd name="connsiteY3" fmla="*/ 1648161 h 1708593"/>
                <a:gd name="connsiteX4" fmla="*/ 375034 w 2957425"/>
                <a:gd name="connsiteY4" fmla="*/ 1600512 h 1708593"/>
                <a:gd name="connsiteX5" fmla="*/ 474941 w 2957425"/>
                <a:gd name="connsiteY5" fmla="*/ 1648161 h 1708593"/>
                <a:gd name="connsiteX6" fmla="*/ 562069 w 2957425"/>
                <a:gd name="connsiteY6" fmla="*/ 1690580 h 1708593"/>
                <a:gd name="connsiteX7" fmla="*/ 650315 w 2957425"/>
                <a:gd name="connsiteY7" fmla="*/ 1648161 h 1708593"/>
                <a:gd name="connsiteX8" fmla="*/ 740506 w 2957425"/>
                <a:gd name="connsiteY8" fmla="*/ 1600798 h 1708593"/>
                <a:gd name="connsiteX9" fmla="*/ 749586 w 2957425"/>
                <a:gd name="connsiteY9" fmla="*/ 1600512 h 1708593"/>
                <a:gd name="connsiteX10" fmla="*/ 758889 w 2957425"/>
                <a:gd name="connsiteY10" fmla="*/ 1600798 h 1708593"/>
                <a:gd name="connsiteX11" fmla="*/ 850154 w 2957425"/>
                <a:gd name="connsiteY11" fmla="*/ 1648161 h 1708593"/>
                <a:gd name="connsiteX12" fmla="*/ 937343 w 2957425"/>
                <a:gd name="connsiteY12" fmla="*/ 1690580 h 1708593"/>
                <a:gd name="connsiteX13" fmla="*/ 1025586 w 2957425"/>
                <a:gd name="connsiteY13" fmla="*/ 1648161 h 1708593"/>
                <a:gd name="connsiteX14" fmla="*/ 1115684 w 2957425"/>
                <a:gd name="connsiteY14" fmla="*/ 1600798 h 1708593"/>
                <a:gd name="connsiteX15" fmla="*/ 1124860 w 2957425"/>
                <a:gd name="connsiteY15" fmla="*/ 1600512 h 1708593"/>
                <a:gd name="connsiteX16" fmla="*/ 1134151 w 2957425"/>
                <a:gd name="connsiteY16" fmla="*/ 1600798 h 1708593"/>
                <a:gd name="connsiteX17" fmla="*/ 1225295 w 2957425"/>
                <a:gd name="connsiteY17" fmla="*/ 1648161 h 1708593"/>
                <a:gd name="connsiteX18" fmla="*/ 1312377 w 2957425"/>
                <a:gd name="connsiteY18" fmla="*/ 1690580 h 1708593"/>
                <a:gd name="connsiteX19" fmla="*/ 1400620 w 2957425"/>
                <a:gd name="connsiteY19" fmla="*/ 1648161 h 1708593"/>
                <a:gd name="connsiteX20" fmla="*/ 1490715 w 2957425"/>
                <a:gd name="connsiteY20" fmla="*/ 1600798 h 1708593"/>
                <a:gd name="connsiteX21" fmla="*/ 1499902 w 2957425"/>
                <a:gd name="connsiteY21" fmla="*/ 1600512 h 1708593"/>
                <a:gd name="connsiteX22" fmla="*/ 1509200 w 2957425"/>
                <a:gd name="connsiteY22" fmla="*/ 1600798 h 1708593"/>
                <a:gd name="connsiteX23" fmla="*/ 1600457 w 2957425"/>
                <a:gd name="connsiteY23" fmla="*/ 1648161 h 1708593"/>
                <a:gd name="connsiteX24" fmla="*/ 1672675 w 2957425"/>
                <a:gd name="connsiteY24" fmla="*/ 1689663 h 1708593"/>
                <a:gd name="connsiteX25" fmla="*/ 1687656 w 2957425"/>
                <a:gd name="connsiteY25" fmla="*/ 1690580 h 1708593"/>
                <a:gd name="connsiteX26" fmla="*/ 1702991 w 2957425"/>
                <a:gd name="connsiteY26" fmla="*/ 1689663 h 1708593"/>
                <a:gd name="connsiteX27" fmla="*/ 1775902 w 2957425"/>
                <a:gd name="connsiteY27" fmla="*/ 1648161 h 1708593"/>
                <a:gd name="connsiteX28" fmla="*/ 1865985 w 2957425"/>
                <a:gd name="connsiteY28" fmla="*/ 1600798 h 1708593"/>
                <a:gd name="connsiteX29" fmla="*/ 1875171 w 2957425"/>
                <a:gd name="connsiteY29" fmla="*/ 1600512 h 1708593"/>
                <a:gd name="connsiteX30" fmla="*/ 1884453 w 2957425"/>
                <a:gd name="connsiteY30" fmla="*/ 1600798 h 1708593"/>
                <a:gd name="connsiteX31" fmla="*/ 1975602 w 2957425"/>
                <a:gd name="connsiteY31" fmla="*/ 1648161 h 1708593"/>
                <a:gd name="connsiteX32" fmla="*/ 2047561 w 2957425"/>
                <a:gd name="connsiteY32" fmla="*/ 1689663 h 1708593"/>
                <a:gd name="connsiteX33" fmla="*/ 2062687 w 2957425"/>
                <a:gd name="connsiteY33" fmla="*/ 1690580 h 1708593"/>
                <a:gd name="connsiteX34" fmla="*/ 2078025 w 2957425"/>
                <a:gd name="connsiteY34" fmla="*/ 1689663 h 1708593"/>
                <a:gd name="connsiteX35" fmla="*/ 2150933 w 2957425"/>
                <a:gd name="connsiteY35" fmla="*/ 1648161 h 1708593"/>
                <a:gd name="connsiteX36" fmla="*/ 2241019 w 2957425"/>
                <a:gd name="connsiteY36" fmla="*/ 1600798 h 1708593"/>
                <a:gd name="connsiteX37" fmla="*/ 2250202 w 2957425"/>
                <a:gd name="connsiteY37" fmla="*/ 1600512 h 1708593"/>
                <a:gd name="connsiteX38" fmla="*/ 2259500 w 2957425"/>
                <a:gd name="connsiteY38" fmla="*/ 1600798 h 1708593"/>
                <a:gd name="connsiteX39" fmla="*/ 2350772 w 2957425"/>
                <a:gd name="connsiteY39" fmla="*/ 1648161 h 1708593"/>
                <a:gd name="connsiteX40" fmla="*/ 2422815 w 2957425"/>
                <a:gd name="connsiteY40" fmla="*/ 1689663 h 1708593"/>
                <a:gd name="connsiteX41" fmla="*/ 2437959 w 2957425"/>
                <a:gd name="connsiteY41" fmla="*/ 1690580 h 1708593"/>
                <a:gd name="connsiteX42" fmla="*/ 2453275 w 2957425"/>
                <a:gd name="connsiteY42" fmla="*/ 1689663 h 1708593"/>
                <a:gd name="connsiteX43" fmla="*/ 2526203 w 2957425"/>
                <a:gd name="connsiteY43" fmla="*/ 1648161 h 1708593"/>
                <a:gd name="connsiteX44" fmla="*/ 2625475 w 2957425"/>
                <a:gd name="connsiteY44" fmla="*/ 1600512 h 1708593"/>
                <a:gd name="connsiteX45" fmla="*/ 2725913 w 2957425"/>
                <a:gd name="connsiteY45" fmla="*/ 1648161 h 1708593"/>
                <a:gd name="connsiteX46" fmla="*/ 2797875 w 2957425"/>
                <a:gd name="connsiteY46" fmla="*/ 1689663 h 1708593"/>
                <a:gd name="connsiteX47" fmla="*/ 2812992 w 2957425"/>
                <a:gd name="connsiteY47" fmla="*/ 1690580 h 1708593"/>
                <a:gd name="connsiteX48" fmla="*/ 2828318 w 2957425"/>
                <a:gd name="connsiteY48" fmla="*/ 1689663 h 1708593"/>
                <a:gd name="connsiteX49" fmla="*/ 2901235 w 2957425"/>
                <a:gd name="connsiteY49" fmla="*/ 1648161 h 1708593"/>
                <a:gd name="connsiteX50" fmla="*/ 2937929 w 2957425"/>
                <a:gd name="connsiteY50" fmla="*/ 1617573 h 1708593"/>
                <a:gd name="connsiteX51" fmla="*/ 2957425 w 2957425"/>
                <a:gd name="connsiteY51" fmla="*/ 1608425 h 1708593"/>
                <a:gd name="connsiteX52" fmla="*/ 2957425 w 2957425"/>
                <a:gd name="connsiteY52" fmla="*/ 1629852 h 1708593"/>
                <a:gd name="connsiteX53" fmla="*/ 2944790 w 2957425"/>
                <a:gd name="connsiteY53" fmla="*/ 1634522 h 1708593"/>
                <a:gd name="connsiteX54" fmla="*/ 2913429 w 2957425"/>
                <a:gd name="connsiteY54" fmla="*/ 1660945 h 1708593"/>
                <a:gd name="connsiteX55" fmla="*/ 2822285 w 2957425"/>
                <a:gd name="connsiteY55" fmla="*/ 1708307 h 1708593"/>
                <a:gd name="connsiteX56" fmla="*/ 2812992 w 2957425"/>
                <a:gd name="connsiteY56" fmla="*/ 1708593 h 1708593"/>
                <a:gd name="connsiteX57" fmla="*/ 2803817 w 2957425"/>
                <a:gd name="connsiteY57" fmla="*/ 1708307 h 1708593"/>
                <a:gd name="connsiteX58" fmla="*/ 2713719 w 2957425"/>
                <a:gd name="connsiteY58" fmla="*/ 1660945 h 1708593"/>
                <a:gd name="connsiteX59" fmla="*/ 2625475 w 2957425"/>
                <a:gd name="connsiteY59" fmla="*/ 1618526 h 1708593"/>
                <a:gd name="connsiteX60" fmla="*/ 2538398 w 2957425"/>
                <a:gd name="connsiteY60" fmla="*/ 1660945 h 1708593"/>
                <a:gd name="connsiteX61" fmla="*/ 2447253 w 2957425"/>
                <a:gd name="connsiteY61" fmla="*/ 1708307 h 1708593"/>
                <a:gd name="connsiteX62" fmla="*/ 2437959 w 2957425"/>
                <a:gd name="connsiteY62" fmla="*/ 1708593 h 1708593"/>
                <a:gd name="connsiteX63" fmla="*/ 2428768 w 2957425"/>
                <a:gd name="connsiteY63" fmla="*/ 1708307 h 1708593"/>
                <a:gd name="connsiteX64" fmla="*/ 2338559 w 2957425"/>
                <a:gd name="connsiteY64" fmla="*/ 1660945 h 1708593"/>
                <a:gd name="connsiteX65" fmla="*/ 2265570 w 2957425"/>
                <a:gd name="connsiteY65" fmla="*/ 1619443 h 1708593"/>
                <a:gd name="connsiteX66" fmla="*/ 2250202 w 2957425"/>
                <a:gd name="connsiteY66" fmla="*/ 1618526 h 1708593"/>
                <a:gd name="connsiteX67" fmla="*/ 2235078 w 2957425"/>
                <a:gd name="connsiteY67" fmla="*/ 1619443 h 1708593"/>
                <a:gd name="connsiteX68" fmla="*/ 2163119 w 2957425"/>
                <a:gd name="connsiteY68" fmla="*/ 1660945 h 1708593"/>
                <a:gd name="connsiteX69" fmla="*/ 2071970 w 2957425"/>
                <a:gd name="connsiteY69" fmla="*/ 1708307 h 1708593"/>
                <a:gd name="connsiteX70" fmla="*/ 2062687 w 2957425"/>
                <a:gd name="connsiteY70" fmla="*/ 1708593 h 1708593"/>
                <a:gd name="connsiteX71" fmla="*/ 2053502 w 2957425"/>
                <a:gd name="connsiteY71" fmla="*/ 1708307 h 1708593"/>
                <a:gd name="connsiteX72" fmla="*/ 1963418 w 2957425"/>
                <a:gd name="connsiteY72" fmla="*/ 1660945 h 1708593"/>
                <a:gd name="connsiteX73" fmla="*/ 1890508 w 2957425"/>
                <a:gd name="connsiteY73" fmla="*/ 1619443 h 1708593"/>
                <a:gd name="connsiteX74" fmla="*/ 1875171 w 2957425"/>
                <a:gd name="connsiteY74" fmla="*/ 1618526 h 1708593"/>
                <a:gd name="connsiteX75" fmla="*/ 1860044 w 2957425"/>
                <a:gd name="connsiteY75" fmla="*/ 1619443 h 1708593"/>
                <a:gd name="connsiteX76" fmla="*/ 1788085 w 2957425"/>
                <a:gd name="connsiteY76" fmla="*/ 1660945 h 1708593"/>
                <a:gd name="connsiteX77" fmla="*/ 1696936 w 2957425"/>
                <a:gd name="connsiteY77" fmla="*/ 1708307 h 1708593"/>
                <a:gd name="connsiteX78" fmla="*/ 1687656 w 2957425"/>
                <a:gd name="connsiteY78" fmla="*/ 1708593 h 1708593"/>
                <a:gd name="connsiteX79" fmla="*/ 1678456 w 2957425"/>
                <a:gd name="connsiteY79" fmla="*/ 1708307 h 1708593"/>
                <a:gd name="connsiteX80" fmla="*/ 1588259 w 2957425"/>
                <a:gd name="connsiteY80" fmla="*/ 1660945 h 1708593"/>
                <a:gd name="connsiteX81" fmla="*/ 1515254 w 2957425"/>
                <a:gd name="connsiteY81" fmla="*/ 1619443 h 1708593"/>
                <a:gd name="connsiteX82" fmla="*/ 1499902 w 2957425"/>
                <a:gd name="connsiteY82" fmla="*/ 1618526 h 1708593"/>
                <a:gd name="connsiteX83" fmla="*/ 1484938 w 2957425"/>
                <a:gd name="connsiteY83" fmla="*/ 1619443 h 1708593"/>
                <a:gd name="connsiteX84" fmla="*/ 1412811 w 2957425"/>
                <a:gd name="connsiteY84" fmla="*/ 1660945 h 1708593"/>
                <a:gd name="connsiteX85" fmla="*/ 1312377 w 2957425"/>
                <a:gd name="connsiteY85" fmla="*/ 1708593 h 1708593"/>
                <a:gd name="connsiteX86" fmla="*/ 1213103 w 2957425"/>
                <a:gd name="connsiteY86" fmla="*/ 1660945 h 1708593"/>
                <a:gd name="connsiteX87" fmla="*/ 1140203 w 2957425"/>
                <a:gd name="connsiteY87" fmla="*/ 1619443 h 1708593"/>
                <a:gd name="connsiteX88" fmla="*/ 1124860 w 2957425"/>
                <a:gd name="connsiteY88" fmla="*/ 1618526 h 1708593"/>
                <a:gd name="connsiteX89" fmla="*/ 1109907 w 2957425"/>
                <a:gd name="connsiteY89" fmla="*/ 1619443 h 1708593"/>
                <a:gd name="connsiteX90" fmla="*/ 1037780 w 2957425"/>
                <a:gd name="connsiteY90" fmla="*/ 1660945 h 1708593"/>
                <a:gd name="connsiteX91" fmla="*/ 937343 w 2957425"/>
                <a:gd name="connsiteY91" fmla="*/ 1708593 h 1708593"/>
                <a:gd name="connsiteX92" fmla="*/ 837942 w 2957425"/>
                <a:gd name="connsiteY92" fmla="*/ 1660945 h 1708593"/>
                <a:gd name="connsiteX93" fmla="*/ 764952 w 2957425"/>
                <a:gd name="connsiteY93" fmla="*/ 1619443 h 1708593"/>
                <a:gd name="connsiteX94" fmla="*/ 749586 w 2957425"/>
                <a:gd name="connsiteY94" fmla="*/ 1618526 h 1708593"/>
                <a:gd name="connsiteX95" fmla="*/ 734638 w 2957425"/>
                <a:gd name="connsiteY95" fmla="*/ 1619443 h 1708593"/>
                <a:gd name="connsiteX96" fmla="*/ 662511 w 2957425"/>
                <a:gd name="connsiteY96" fmla="*/ 1660945 h 1708593"/>
                <a:gd name="connsiteX97" fmla="*/ 562069 w 2957425"/>
                <a:gd name="connsiteY97" fmla="*/ 1708593 h 1708593"/>
                <a:gd name="connsiteX98" fmla="*/ 462743 w 2957425"/>
                <a:gd name="connsiteY98" fmla="*/ 1660945 h 1708593"/>
                <a:gd name="connsiteX99" fmla="*/ 375034 w 2957425"/>
                <a:gd name="connsiteY99" fmla="*/ 1618526 h 1708593"/>
                <a:gd name="connsiteX100" fmla="*/ 287371 w 2957425"/>
                <a:gd name="connsiteY100" fmla="*/ 1660945 h 1708593"/>
                <a:gd name="connsiteX101" fmla="*/ 187517 w 2957425"/>
                <a:gd name="connsiteY101" fmla="*/ 1708593 h 1708593"/>
                <a:gd name="connsiteX102" fmla="*/ 87663 w 2957425"/>
                <a:gd name="connsiteY102" fmla="*/ 1660945 h 1708593"/>
                <a:gd name="connsiteX103" fmla="*/ 0 w 2957425"/>
                <a:gd name="connsiteY103" fmla="*/ 1618526 h 1708593"/>
                <a:gd name="connsiteX104" fmla="*/ 0 w 2957425"/>
                <a:gd name="connsiteY104" fmla="*/ 1501097 h 1708593"/>
                <a:gd name="connsiteX105" fmla="*/ 99855 w 2957425"/>
                <a:gd name="connsiteY105" fmla="*/ 1548208 h 1708593"/>
                <a:gd name="connsiteX106" fmla="*/ 187517 w 2957425"/>
                <a:gd name="connsiteY106" fmla="*/ 1590666 h 1708593"/>
                <a:gd name="connsiteX107" fmla="*/ 275179 w 2957425"/>
                <a:gd name="connsiteY107" fmla="*/ 1548208 h 1708593"/>
                <a:gd name="connsiteX108" fmla="*/ 375034 w 2957425"/>
                <a:gd name="connsiteY108" fmla="*/ 1501097 h 1708593"/>
                <a:gd name="connsiteX109" fmla="*/ 474941 w 2957425"/>
                <a:gd name="connsiteY109" fmla="*/ 1548208 h 1708593"/>
                <a:gd name="connsiteX110" fmla="*/ 562069 w 2957425"/>
                <a:gd name="connsiteY110" fmla="*/ 1590666 h 1708593"/>
                <a:gd name="connsiteX111" fmla="*/ 650315 w 2957425"/>
                <a:gd name="connsiteY111" fmla="*/ 1548208 h 1708593"/>
                <a:gd name="connsiteX112" fmla="*/ 740506 w 2957425"/>
                <a:gd name="connsiteY112" fmla="*/ 1501377 h 1708593"/>
                <a:gd name="connsiteX113" fmla="*/ 749586 w 2957425"/>
                <a:gd name="connsiteY113" fmla="*/ 1501097 h 1708593"/>
                <a:gd name="connsiteX114" fmla="*/ 758889 w 2957425"/>
                <a:gd name="connsiteY114" fmla="*/ 1501377 h 1708593"/>
                <a:gd name="connsiteX115" fmla="*/ 850154 w 2957425"/>
                <a:gd name="connsiteY115" fmla="*/ 1548208 h 1708593"/>
                <a:gd name="connsiteX116" fmla="*/ 937343 w 2957425"/>
                <a:gd name="connsiteY116" fmla="*/ 1590666 h 1708593"/>
                <a:gd name="connsiteX117" fmla="*/ 1025586 w 2957425"/>
                <a:gd name="connsiteY117" fmla="*/ 1548208 h 1708593"/>
                <a:gd name="connsiteX118" fmla="*/ 1115684 w 2957425"/>
                <a:gd name="connsiteY118" fmla="*/ 1501377 h 1708593"/>
                <a:gd name="connsiteX119" fmla="*/ 1124860 w 2957425"/>
                <a:gd name="connsiteY119" fmla="*/ 1501097 h 1708593"/>
                <a:gd name="connsiteX120" fmla="*/ 1134151 w 2957425"/>
                <a:gd name="connsiteY120" fmla="*/ 1501377 h 1708593"/>
                <a:gd name="connsiteX121" fmla="*/ 1225295 w 2957425"/>
                <a:gd name="connsiteY121" fmla="*/ 1548208 h 1708593"/>
                <a:gd name="connsiteX122" fmla="*/ 1312377 w 2957425"/>
                <a:gd name="connsiteY122" fmla="*/ 1590666 h 1708593"/>
                <a:gd name="connsiteX123" fmla="*/ 1400620 w 2957425"/>
                <a:gd name="connsiteY123" fmla="*/ 1548208 h 1708593"/>
                <a:gd name="connsiteX124" fmla="*/ 1490715 w 2957425"/>
                <a:gd name="connsiteY124" fmla="*/ 1501377 h 1708593"/>
                <a:gd name="connsiteX125" fmla="*/ 1499902 w 2957425"/>
                <a:gd name="connsiteY125" fmla="*/ 1501097 h 1708593"/>
                <a:gd name="connsiteX126" fmla="*/ 1509200 w 2957425"/>
                <a:gd name="connsiteY126" fmla="*/ 1501377 h 1708593"/>
                <a:gd name="connsiteX127" fmla="*/ 1600457 w 2957425"/>
                <a:gd name="connsiteY127" fmla="*/ 1548208 h 1708593"/>
                <a:gd name="connsiteX128" fmla="*/ 1672675 w 2957425"/>
                <a:gd name="connsiteY128" fmla="*/ 1589772 h 1708593"/>
                <a:gd name="connsiteX129" fmla="*/ 1687656 w 2957425"/>
                <a:gd name="connsiteY129" fmla="*/ 1590666 h 1708593"/>
                <a:gd name="connsiteX130" fmla="*/ 1702991 w 2957425"/>
                <a:gd name="connsiteY130" fmla="*/ 1589748 h 1708593"/>
                <a:gd name="connsiteX131" fmla="*/ 1775902 w 2957425"/>
                <a:gd name="connsiteY131" fmla="*/ 1548208 h 1708593"/>
                <a:gd name="connsiteX132" fmla="*/ 1865985 w 2957425"/>
                <a:gd name="connsiteY132" fmla="*/ 1501377 h 1708593"/>
                <a:gd name="connsiteX133" fmla="*/ 1875171 w 2957425"/>
                <a:gd name="connsiteY133" fmla="*/ 1501097 h 1708593"/>
                <a:gd name="connsiteX134" fmla="*/ 1884453 w 2957425"/>
                <a:gd name="connsiteY134" fmla="*/ 1501377 h 1708593"/>
                <a:gd name="connsiteX135" fmla="*/ 1975602 w 2957425"/>
                <a:gd name="connsiteY135" fmla="*/ 1548208 h 1708593"/>
                <a:gd name="connsiteX136" fmla="*/ 2047561 w 2957425"/>
                <a:gd name="connsiteY136" fmla="*/ 1589772 h 1708593"/>
                <a:gd name="connsiteX137" fmla="*/ 2062687 w 2957425"/>
                <a:gd name="connsiteY137" fmla="*/ 1590666 h 1708593"/>
                <a:gd name="connsiteX138" fmla="*/ 2078025 w 2957425"/>
                <a:gd name="connsiteY138" fmla="*/ 1589748 h 1708593"/>
                <a:gd name="connsiteX139" fmla="*/ 2150933 w 2957425"/>
                <a:gd name="connsiteY139" fmla="*/ 1548208 h 1708593"/>
                <a:gd name="connsiteX140" fmla="*/ 2241019 w 2957425"/>
                <a:gd name="connsiteY140" fmla="*/ 1501377 h 1708593"/>
                <a:gd name="connsiteX141" fmla="*/ 2250202 w 2957425"/>
                <a:gd name="connsiteY141" fmla="*/ 1501097 h 1708593"/>
                <a:gd name="connsiteX142" fmla="*/ 2259500 w 2957425"/>
                <a:gd name="connsiteY142" fmla="*/ 1501377 h 1708593"/>
                <a:gd name="connsiteX143" fmla="*/ 2350772 w 2957425"/>
                <a:gd name="connsiteY143" fmla="*/ 1548208 h 1708593"/>
                <a:gd name="connsiteX144" fmla="*/ 2422815 w 2957425"/>
                <a:gd name="connsiteY144" fmla="*/ 1589772 h 1708593"/>
                <a:gd name="connsiteX145" fmla="*/ 2437959 w 2957425"/>
                <a:gd name="connsiteY145" fmla="*/ 1590666 h 1708593"/>
                <a:gd name="connsiteX146" fmla="*/ 2453275 w 2957425"/>
                <a:gd name="connsiteY146" fmla="*/ 1589748 h 1708593"/>
                <a:gd name="connsiteX147" fmla="*/ 2526203 w 2957425"/>
                <a:gd name="connsiteY147" fmla="*/ 1548208 h 1708593"/>
                <a:gd name="connsiteX148" fmla="*/ 2625475 w 2957425"/>
                <a:gd name="connsiteY148" fmla="*/ 1501097 h 1708593"/>
                <a:gd name="connsiteX149" fmla="*/ 2725913 w 2957425"/>
                <a:gd name="connsiteY149" fmla="*/ 1548208 h 1708593"/>
                <a:gd name="connsiteX150" fmla="*/ 2797875 w 2957425"/>
                <a:gd name="connsiteY150" fmla="*/ 1589772 h 1708593"/>
                <a:gd name="connsiteX151" fmla="*/ 2812992 w 2957425"/>
                <a:gd name="connsiteY151" fmla="*/ 1590666 h 1708593"/>
                <a:gd name="connsiteX152" fmla="*/ 2828318 w 2957425"/>
                <a:gd name="connsiteY152" fmla="*/ 1589748 h 1708593"/>
                <a:gd name="connsiteX153" fmla="*/ 2901235 w 2957425"/>
                <a:gd name="connsiteY153" fmla="*/ 1548208 h 1708593"/>
                <a:gd name="connsiteX154" fmla="*/ 2937924 w 2957425"/>
                <a:gd name="connsiteY154" fmla="*/ 1517856 h 1708593"/>
                <a:gd name="connsiteX155" fmla="*/ 2957425 w 2957425"/>
                <a:gd name="connsiteY155" fmla="*/ 1508856 h 1708593"/>
                <a:gd name="connsiteX156" fmla="*/ 2957425 w 2957425"/>
                <a:gd name="connsiteY156" fmla="*/ 1529880 h 1708593"/>
                <a:gd name="connsiteX157" fmla="*/ 2944785 w 2957425"/>
                <a:gd name="connsiteY157" fmla="*/ 1534556 h 1708593"/>
                <a:gd name="connsiteX158" fmla="*/ 2913429 w 2957425"/>
                <a:gd name="connsiteY158" fmla="*/ 1561004 h 1708593"/>
                <a:gd name="connsiteX159" fmla="*/ 2822285 w 2957425"/>
                <a:gd name="connsiteY159" fmla="*/ 1608410 h 1708593"/>
                <a:gd name="connsiteX160" fmla="*/ 2812992 w 2957425"/>
                <a:gd name="connsiteY160" fmla="*/ 1608697 h 1708593"/>
                <a:gd name="connsiteX161" fmla="*/ 2803817 w 2957425"/>
                <a:gd name="connsiteY161" fmla="*/ 1608410 h 1708593"/>
                <a:gd name="connsiteX162" fmla="*/ 2713719 w 2957425"/>
                <a:gd name="connsiteY162" fmla="*/ 1561004 h 1708593"/>
                <a:gd name="connsiteX163" fmla="*/ 2625475 w 2957425"/>
                <a:gd name="connsiteY163" fmla="*/ 1518546 h 1708593"/>
                <a:gd name="connsiteX164" fmla="*/ 2538398 w 2957425"/>
                <a:gd name="connsiteY164" fmla="*/ 1561004 h 1708593"/>
                <a:gd name="connsiteX165" fmla="*/ 2447253 w 2957425"/>
                <a:gd name="connsiteY165" fmla="*/ 1608410 h 1708593"/>
                <a:gd name="connsiteX166" fmla="*/ 2437959 w 2957425"/>
                <a:gd name="connsiteY166" fmla="*/ 1608697 h 1708593"/>
                <a:gd name="connsiteX167" fmla="*/ 2428768 w 2957425"/>
                <a:gd name="connsiteY167" fmla="*/ 1608410 h 1708593"/>
                <a:gd name="connsiteX168" fmla="*/ 2338559 w 2957425"/>
                <a:gd name="connsiteY168" fmla="*/ 1561004 h 1708593"/>
                <a:gd name="connsiteX169" fmla="*/ 2265570 w 2957425"/>
                <a:gd name="connsiteY169" fmla="*/ 1519464 h 1708593"/>
                <a:gd name="connsiteX170" fmla="*/ 2250202 w 2957425"/>
                <a:gd name="connsiteY170" fmla="*/ 1518546 h 1708593"/>
                <a:gd name="connsiteX171" fmla="*/ 2235078 w 2957425"/>
                <a:gd name="connsiteY171" fmla="*/ 1519464 h 1708593"/>
                <a:gd name="connsiteX172" fmla="*/ 2163119 w 2957425"/>
                <a:gd name="connsiteY172" fmla="*/ 1561004 h 1708593"/>
                <a:gd name="connsiteX173" fmla="*/ 2071970 w 2957425"/>
                <a:gd name="connsiteY173" fmla="*/ 1608410 h 1708593"/>
                <a:gd name="connsiteX174" fmla="*/ 2062687 w 2957425"/>
                <a:gd name="connsiteY174" fmla="*/ 1608697 h 1708593"/>
                <a:gd name="connsiteX175" fmla="*/ 2053502 w 2957425"/>
                <a:gd name="connsiteY175" fmla="*/ 1608410 h 1708593"/>
                <a:gd name="connsiteX176" fmla="*/ 1963418 w 2957425"/>
                <a:gd name="connsiteY176" fmla="*/ 1561004 h 1708593"/>
                <a:gd name="connsiteX177" fmla="*/ 1890508 w 2957425"/>
                <a:gd name="connsiteY177" fmla="*/ 1519464 h 1708593"/>
                <a:gd name="connsiteX178" fmla="*/ 1875171 w 2957425"/>
                <a:gd name="connsiteY178" fmla="*/ 1518546 h 1708593"/>
                <a:gd name="connsiteX179" fmla="*/ 1860044 w 2957425"/>
                <a:gd name="connsiteY179" fmla="*/ 1519464 h 1708593"/>
                <a:gd name="connsiteX180" fmla="*/ 1788085 w 2957425"/>
                <a:gd name="connsiteY180" fmla="*/ 1561004 h 1708593"/>
                <a:gd name="connsiteX181" fmla="*/ 1696936 w 2957425"/>
                <a:gd name="connsiteY181" fmla="*/ 1608410 h 1708593"/>
                <a:gd name="connsiteX182" fmla="*/ 1687656 w 2957425"/>
                <a:gd name="connsiteY182" fmla="*/ 1608697 h 1708593"/>
                <a:gd name="connsiteX183" fmla="*/ 1678456 w 2957425"/>
                <a:gd name="connsiteY183" fmla="*/ 1608410 h 1708593"/>
                <a:gd name="connsiteX184" fmla="*/ 1588259 w 2957425"/>
                <a:gd name="connsiteY184" fmla="*/ 1561004 h 1708593"/>
                <a:gd name="connsiteX185" fmla="*/ 1515254 w 2957425"/>
                <a:gd name="connsiteY185" fmla="*/ 1519464 h 1708593"/>
                <a:gd name="connsiteX186" fmla="*/ 1499902 w 2957425"/>
                <a:gd name="connsiteY186" fmla="*/ 1518546 h 1708593"/>
                <a:gd name="connsiteX187" fmla="*/ 1484938 w 2957425"/>
                <a:gd name="connsiteY187" fmla="*/ 1519464 h 1708593"/>
                <a:gd name="connsiteX188" fmla="*/ 1412811 w 2957425"/>
                <a:gd name="connsiteY188" fmla="*/ 1561004 h 1708593"/>
                <a:gd name="connsiteX189" fmla="*/ 1312377 w 2957425"/>
                <a:gd name="connsiteY189" fmla="*/ 1608697 h 1708593"/>
                <a:gd name="connsiteX190" fmla="*/ 1213103 w 2957425"/>
                <a:gd name="connsiteY190" fmla="*/ 1561004 h 1708593"/>
                <a:gd name="connsiteX191" fmla="*/ 1140203 w 2957425"/>
                <a:gd name="connsiteY191" fmla="*/ 1519464 h 1708593"/>
                <a:gd name="connsiteX192" fmla="*/ 1124860 w 2957425"/>
                <a:gd name="connsiteY192" fmla="*/ 1518546 h 1708593"/>
                <a:gd name="connsiteX193" fmla="*/ 1109907 w 2957425"/>
                <a:gd name="connsiteY193" fmla="*/ 1519464 h 1708593"/>
                <a:gd name="connsiteX194" fmla="*/ 1037780 w 2957425"/>
                <a:gd name="connsiteY194" fmla="*/ 1561004 h 1708593"/>
                <a:gd name="connsiteX195" fmla="*/ 937343 w 2957425"/>
                <a:gd name="connsiteY195" fmla="*/ 1608697 h 1708593"/>
                <a:gd name="connsiteX196" fmla="*/ 837942 w 2957425"/>
                <a:gd name="connsiteY196" fmla="*/ 1561004 h 1708593"/>
                <a:gd name="connsiteX197" fmla="*/ 764952 w 2957425"/>
                <a:gd name="connsiteY197" fmla="*/ 1519464 h 1708593"/>
                <a:gd name="connsiteX198" fmla="*/ 749586 w 2957425"/>
                <a:gd name="connsiteY198" fmla="*/ 1518546 h 1708593"/>
                <a:gd name="connsiteX199" fmla="*/ 734638 w 2957425"/>
                <a:gd name="connsiteY199" fmla="*/ 1519464 h 1708593"/>
                <a:gd name="connsiteX200" fmla="*/ 662511 w 2957425"/>
                <a:gd name="connsiteY200" fmla="*/ 1561004 h 1708593"/>
                <a:gd name="connsiteX201" fmla="*/ 562069 w 2957425"/>
                <a:gd name="connsiteY201" fmla="*/ 1608697 h 1708593"/>
                <a:gd name="connsiteX202" fmla="*/ 462743 w 2957425"/>
                <a:gd name="connsiteY202" fmla="*/ 1561004 h 1708593"/>
                <a:gd name="connsiteX203" fmla="*/ 375034 w 2957425"/>
                <a:gd name="connsiteY203" fmla="*/ 1518546 h 1708593"/>
                <a:gd name="connsiteX204" fmla="*/ 287371 w 2957425"/>
                <a:gd name="connsiteY204" fmla="*/ 1561004 h 1708593"/>
                <a:gd name="connsiteX205" fmla="*/ 187517 w 2957425"/>
                <a:gd name="connsiteY205" fmla="*/ 1608697 h 1708593"/>
                <a:gd name="connsiteX206" fmla="*/ 87663 w 2957425"/>
                <a:gd name="connsiteY206" fmla="*/ 1561004 h 1708593"/>
                <a:gd name="connsiteX207" fmla="*/ 0 w 2957425"/>
                <a:gd name="connsiteY207" fmla="*/ 1518546 h 1708593"/>
                <a:gd name="connsiteX208" fmla="*/ 0 w 2957425"/>
                <a:gd name="connsiteY208" fmla="*/ 1399997 h 1708593"/>
                <a:gd name="connsiteX209" fmla="*/ 99855 w 2957425"/>
                <a:gd name="connsiteY209" fmla="*/ 1447645 h 1708593"/>
                <a:gd name="connsiteX210" fmla="*/ 187517 w 2957425"/>
                <a:gd name="connsiteY210" fmla="*/ 1490064 h 1708593"/>
                <a:gd name="connsiteX211" fmla="*/ 275179 w 2957425"/>
                <a:gd name="connsiteY211" fmla="*/ 1447645 h 1708593"/>
                <a:gd name="connsiteX212" fmla="*/ 375034 w 2957425"/>
                <a:gd name="connsiteY212" fmla="*/ 1399997 h 1708593"/>
                <a:gd name="connsiteX213" fmla="*/ 474941 w 2957425"/>
                <a:gd name="connsiteY213" fmla="*/ 1447645 h 1708593"/>
                <a:gd name="connsiteX214" fmla="*/ 562069 w 2957425"/>
                <a:gd name="connsiteY214" fmla="*/ 1490064 h 1708593"/>
                <a:gd name="connsiteX215" fmla="*/ 650315 w 2957425"/>
                <a:gd name="connsiteY215" fmla="*/ 1447645 h 1708593"/>
                <a:gd name="connsiteX216" fmla="*/ 740506 w 2957425"/>
                <a:gd name="connsiteY216" fmla="*/ 1400283 h 1708593"/>
                <a:gd name="connsiteX217" fmla="*/ 749586 w 2957425"/>
                <a:gd name="connsiteY217" fmla="*/ 1399997 h 1708593"/>
                <a:gd name="connsiteX218" fmla="*/ 758889 w 2957425"/>
                <a:gd name="connsiteY218" fmla="*/ 1400283 h 1708593"/>
                <a:gd name="connsiteX219" fmla="*/ 850154 w 2957425"/>
                <a:gd name="connsiteY219" fmla="*/ 1447645 h 1708593"/>
                <a:gd name="connsiteX220" fmla="*/ 937343 w 2957425"/>
                <a:gd name="connsiteY220" fmla="*/ 1490064 h 1708593"/>
                <a:gd name="connsiteX221" fmla="*/ 1025586 w 2957425"/>
                <a:gd name="connsiteY221" fmla="*/ 1447645 h 1708593"/>
                <a:gd name="connsiteX222" fmla="*/ 1115684 w 2957425"/>
                <a:gd name="connsiteY222" fmla="*/ 1400283 h 1708593"/>
                <a:gd name="connsiteX223" fmla="*/ 1124860 w 2957425"/>
                <a:gd name="connsiteY223" fmla="*/ 1399997 h 1708593"/>
                <a:gd name="connsiteX224" fmla="*/ 1134151 w 2957425"/>
                <a:gd name="connsiteY224" fmla="*/ 1400283 h 1708593"/>
                <a:gd name="connsiteX225" fmla="*/ 1225295 w 2957425"/>
                <a:gd name="connsiteY225" fmla="*/ 1447645 h 1708593"/>
                <a:gd name="connsiteX226" fmla="*/ 1312377 w 2957425"/>
                <a:gd name="connsiteY226" fmla="*/ 1490064 h 1708593"/>
                <a:gd name="connsiteX227" fmla="*/ 1400620 w 2957425"/>
                <a:gd name="connsiteY227" fmla="*/ 1447645 h 1708593"/>
                <a:gd name="connsiteX228" fmla="*/ 1490715 w 2957425"/>
                <a:gd name="connsiteY228" fmla="*/ 1400283 h 1708593"/>
                <a:gd name="connsiteX229" fmla="*/ 1499902 w 2957425"/>
                <a:gd name="connsiteY229" fmla="*/ 1399997 h 1708593"/>
                <a:gd name="connsiteX230" fmla="*/ 1509200 w 2957425"/>
                <a:gd name="connsiteY230" fmla="*/ 1400283 h 1708593"/>
                <a:gd name="connsiteX231" fmla="*/ 1600457 w 2957425"/>
                <a:gd name="connsiteY231" fmla="*/ 1447645 h 1708593"/>
                <a:gd name="connsiteX232" fmla="*/ 1672675 w 2957425"/>
                <a:gd name="connsiteY232" fmla="*/ 1489147 h 1708593"/>
                <a:gd name="connsiteX233" fmla="*/ 1687656 w 2957425"/>
                <a:gd name="connsiteY233" fmla="*/ 1490064 h 1708593"/>
                <a:gd name="connsiteX234" fmla="*/ 1702991 w 2957425"/>
                <a:gd name="connsiteY234" fmla="*/ 1489147 h 1708593"/>
                <a:gd name="connsiteX235" fmla="*/ 1775902 w 2957425"/>
                <a:gd name="connsiteY235" fmla="*/ 1447645 h 1708593"/>
                <a:gd name="connsiteX236" fmla="*/ 1865985 w 2957425"/>
                <a:gd name="connsiteY236" fmla="*/ 1400283 h 1708593"/>
                <a:gd name="connsiteX237" fmla="*/ 1875171 w 2957425"/>
                <a:gd name="connsiteY237" fmla="*/ 1399997 h 1708593"/>
                <a:gd name="connsiteX238" fmla="*/ 1884453 w 2957425"/>
                <a:gd name="connsiteY238" fmla="*/ 1400283 h 1708593"/>
                <a:gd name="connsiteX239" fmla="*/ 1975602 w 2957425"/>
                <a:gd name="connsiteY239" fmla="*/ 1447645 h 1708593"/>
                <a:gd name="connsiteX240" fmla="*/ 2047561 w 2957425"/>
                <a:gd name="connsiteY240" fmla="*/ 1489147 h 1708593"/>
                <a:gd name="connsiteX241" fmla="*/ 2062687 w 2957425"/>
                <a:gd name="connsiteY241" fmla="*/ 1490064 h 1708593"/>
                <a:gd name="connsiteX242" fmla="*/ 2078025 w 2957425"/>
                <a:gd name="connsiteY242" fmla="*/ 1489147 h 1708593"/>
                <a:gd name="connsiteX243" fmla="*/ 2150933 w 2957425"/>
                <a:gd name="connsiteY243" fmla="*/ 1447645 h 1708593"/>
                <a:gd name="connsiteX244" fmla="*/ 2241019 w 2957425"/>
                <a:gd name="connsiteY244" fmla="*/ 1400283 h 1708593"/>
                <a:gd name="connsiteX245" fmla="*/ 2250202 w 2957425"/>
                <a:gd name="connsiteY245" fmla="*/ 1399997 h 1708593"/>
                <a:gd name="connsiteX246" fmla="*/ 2259500 w 2957425"/>
                <a:gd name="connsiteY246" fmla="*/ 1400283 h 1708593"/>
                <a:gd name="connsiteX247" fmla="*/ 2350772 w 2957425"/>
                <a:gd name="connsiteY247" fmla="*/ 1447645 h 1708593"/>
                <a:gd name="connsiteX248" fmla="*/ 2422815 w 2957425"/>
                <a:gd name="connsiteY248" fmla="*/ 1489147 h 1708593"/>
                <a:gd name="connsiteX249" fmla="*/ 2437959 w 2957425"/>
                <a:gd name="connsiteY249" fmla="*/ 1490064 h 1708593"/>
                <a:gd name="connsiteX250" fmla="*/ 2453275 w 2957425"/>
                <a:gd name="connsiteY250" fmla="*/ 1489147 h 1708593"/>
                <a:gd name="connsiteX251" fmla="*/ 2526203 w 2957425"/>
                <a:gd name="connsiteY251" fmla="*/ 1447645 h 1708593"/>
                <a:gd name="connsiteX252" fmla="*/ 2625475 w 2957425"/>
                <a:gd name="connsiteY252" fmla="*/ 1399997 h 1708593"/>
                <a:gd name="connsiteX253" fmla="*/ 2725913 w 2957425"/>
                <a:gd name="connsiteY253" fmla="*/ 1447645 h 1708593"/>
                <a:gd name="connsiteX254" fmla="*/ 2797875 w 2957425"/>
                <a:gd name="connsiteY254" fmla="*/ 1489147 h 1708593"/>
                <a:gd name="connsiteX255" fmla="*/ 2812992 w 2957425"/>
                <a:gd name="connsiteY255" fmla="*/ 1490064 h 1708593"/>
                <a:gd name="connsiteX256" fmla="*/ 2828318 w 2957425"/>
                <a:gd name="connsiteY256" fmla="*/ 1489147 h 1708593"/>
                <a:gd name="connsiteX257" fmla="*/ 2901235 w 2957425"/>
                <a:gd name="connsiteY257" fmla="*/ 1447645 h 1708593"/>
                <a:gd name="connsiteX258" fmla="*/ 2937919 w 2957425"/>
                <a:gd name="connsiteY258" fmla="*/ 1417058 h 1708593"/>
                <a:gd name="connsiteX259" fmla="*/ 2957425 w 2957425"/>
                <a:gd name="connsiteY259" fmla="*/ 1407904 h 1708593"/>
                <a:gd name="connsiteX260" fmla="*/ 2957425 w 2957425"/>
                <a:gd name="connsiteY260" fmla="*/ 1429332 h 1708593"/>
                <a:gd name="connsiteX261" fmla="*/ 2944779 w 2957425"/>
                <a:gd name="connsiteY261" fmla="*/ 1434006 h 1708593"/>
                <a:gd name="connsiteX262" fmla="*/ 2913429 w 2957425"/>
                <a:gd name="connsiteY262" fmla="*/ 1460429 h 1708593"/>
                <a:gd name="connsiteX263" fmla="*/ 2822285 w 2957425"/>
                <a:gd name="connsiteY263" fmla="*/ 1507792 h 1708593"/>
                <a:gd name="connsiteX264" fmla="*/ 2812992 w 2957425"/>
                <a:gd name="connsiteY264" fmla="*/ 1508078 h 1708593"/>
                <a:gd name="connsiteX265" fmla="*/ 2803817 w 2957425"/>
                <a:gd name="connsiteY265" fmla="*/ 1507792 h 1708593"/>
                <a:gd name="connsiteX266" fmla="*/ 2713719 w 2957425"/>
                <a:gd name="connsiteY266" fmla="*/ 1460429 h 1708593"/>
                <a:gd name="connsiteX267" fmla="*/ 2625475 w 2957425"/>
                <a:gd name="connsiteY267" fmla="*/ 1418010 h 1708593"/>
                <a:gd name="connsiteX268" fmla="*/ 2538398 w 2957425"/>
                <a:gd name="connsiteY268" fmla="*/ 1460429 h 1708593"/>
                <a:gd name="connsiteX269" fmla="*/ 2447253 w 2957425"/>
                <a:gd name="connsiteY269" fmla="*/ 1507792 h 1708593"/>
                <a:gd name="connsiteX270" fmla="*/ 2437959 w 2957425"/>
                <a:gd name="connsiteY270" fmla="*/ 1508078 h 1708593"/>
                <a:gd name="connsiteX271" fmla="*/ 2428768 w 2957425"/>
                <a:gd name="connsiteY271" fmla="*/ 1507792 h 1708593"/>
                <a:gd name="connsiteX272" fmla="*/ 2338559 w 2957425"/>
                <a:gd name="connsiteY272" fmla="*/ 1460429 h 1708593"/>
                <a:gd name="connsiteX273" fmla="*/ 2265570 w 2957425"/>
                <a:gd name="connsiteY273" fmla="*/ 1418928 h 1708593"/>
                <a:gd name="connsiteX274" fmla="*/ 2250202 w 2957425"/>
                <a:gd name="connsiteY274" fmla="*/ 1418010 h 1708593"/>
                <a:gd name="connsiteX275" fmla="*/ 2235078 w 2957425"/>
                <a:gd name="connsiteY275" fmla="*/ 1418928 h 1708593"/>
                <a:gd name="connsiteX276" fmla="*/ 2163119 w 2957425"/>
                <a:gd name="connsiteY276" fmla="*/ 1460429 h 1708593"/>
                <a:gd name="connsiteX277" fmla="*/ 2071970 w 2957425"/>
                <a:gd name="connsiteY277" fmla="*/ 1507792 h 1708593"/>
                <a:gd name="connsiteX278" fmla="*/ 2062687 w 2957425"/>
                <a:gd name="connsiteY278" fmla="*/ 1508078 h 1708593"/>
                <a:gd name="connsiteX279" fmla="*/ 2053502 w 2957425"/>
                <a:gd name="connsiteY279" fmla="*/ 1507792 h 1708593"/>
                <a:gd name="connsiteX280" fmla="*/ 1963418 w 2957425"/>
                <a:gd name="connsiteY280" fmla="*/ 1460429 h 1708593"/>
                <a:gd name="connsiteX281" fmla="*/ 1890508 w 2957425"/>
                <a:gd name="connsiteY281" fmla="*/ 1418928 h 1708593"/>
                <a:gd name="connsiteX282" fmla="*/ 1875171 w 2957425"/>
                <a:gd name="connsiteY282" fmla="*/ 1418010 h 1708593"/>
                <a:gd name="connsiteX283" fmla="*/ 1860044 w 2957425"/>
                <a:gd name="connsiteY283" fmla="*/ 1418928 h 1708593"/>
                <a:gd name="connsiteX284" fmla="*/ 1788085 w 2957425"/>
                <a:gd name="connsiteY284" fmla="*/ 1460429 h 1708593"/>
                <a:gd name="connsiteX285" fmla="*/ 1696936 w 2957425"/>
                <a:gd name="connsiteY285" fmla="*/ 1507792 h 1708593"/>
                <a:gd name="connsiteX286" fmla="*/ 1687656 w 2957425"/>
                <a:gd name="connsiteY286" fmla="*/ 1508078 h 1708593"/>
                <a:gd name="connsiteX287" fmla="*/ 1678456 w 2957425"/>
                <a:gd name="connsiteY287" fmla="*/ 1507792 h 1708593"/>
                <a:gd name="connsiteX288" fmla="*/ 1588259 w 2957425"/>
                <a:gd name="connsiteY288" fmla="*/ 1460429 h 1708593"/>
                <a:gd name="connsiteX289" fmla="*/ 1515254 w 2957425"/>
                <a:gd name="connsiteY289" fmla="*/ 1418928 h 1708593"/>
                <a:gd name="connsiteX290" fmla="*/ 1499902 w 2957425"/>
                <a:gd name="connsiteY290" fmla="*/ 1418010 h 1708593"/>
                <a:gd name="connsiteX291" fmla="*/ 1484938 w 2957425"/>
                <a:gd name="connsiteY291" fmla="*/ 1418928 h 1708593"/>
                <a:gd name="connsiteX292" fmla="*/ 1412811 w 2957425"/>
                <a:gd name="connsiteY292" fmla="*/ 1460429 h 1708593"/>
                <a:gd name="connsiteX293" fmla="*/ 1312377 w 2957425"/>
                <a:gd name="connsiteY293" fmla="*/ 1508078 h 1708593"/>
                <a:gd name="connsiteX294" fmla="*/ 1213103 w 2957425"/>
                <a:gd name="connsiteY294" fmla="*/ 1460429 h 1708593"/>
                <a:gd name="connsiteX295" fmla="*/ 1140203 w 2957425"/>
                <a:gd name="connsiteY295" fmla="*/ 1418928 h 1708593"/>
                <a:gd name="connsiteX296" fmla="*/ 1124860 w 2957425"/>
                <a:gd name="connsiteY296" fmla="*/ 1418010 h 1708593"/>
                <a:gd name="connsiteX297" fmla="*/ 1109907 w 2957425"/>
                <a:gd name="connsiteY297" fmla="*/ 1418928 h 1708593"/>
                <a:gd name="connsiteX298" fmla="*/ 1037780 w 2957425"/>
                <a:gd name="connsiteY298" fmla="*/ 1460429 h 1708593"/>
                <a:gd name="connsiteX299" fmla="*/ 937343 w 2957425"/>
                <a:gd name="connsiteY299" fmla="*/ 1508078 h 1708593"/>
                <a:gd name="connsiteX300" fmla="*/ 837942 w 2957425"/>
                <a:gd name="connsiteY300" fmla="*/ 1460429 h 1708593"/>
                <a:gd name="connsiteX301" fmla="*/ 764952 w 2957425"/>
                <a:gd name="connsiteY301" fmla="*/ 1418928 h 1708593"/>
                <a:gd name="connsiteX302" fmla="*/ 749586 w 2957425"/>
                <a:gd name="connsiteY302" fmla="*/ 1418010 h 1708593"/>
                <a:gd name="connsiteX303" fmla="*/ 734638 w 2957425"/>
                <a:gd name="connsiteY303" fmla="*/ 1418928 h 1708593"/>
                <a:gd name="connsiteX304" fmla="*/ 662511 w 2957425"/>
                <a:gd name="connsiteY304" fmla="*/ 1460429 h 1708593"/>
                <a:gd name="connsiteX305" fmla="*/ 562069 w 2957425"/>
                <a:gd name="connsiteY305" fmla="*/ 1508078 h 1708593"/>
                <a:gd name="connsiteX306" fmla="*/ 462743 w 2957425"/>
                <a:gd name="connsiteY306" fmla="*/ 1460429 h 1708593"/>
                <a:gd name="connsiteX307" fmla="*/ 375034 w 2957425"/>
                <a:gd name="connsiteY307" fmla="*/ 1418010 h 1708593"/>
                <a:gd name="connsiteX308" fmla="*/ 287371 w 2957425"/>
                <a:gd name="connsiteY308" fmla="*/ 1460429 h 1708593"/>
                <a:gd name="connsiteX309" fmla="*/ 187517 w 2957425"/>
                <a:gd name="connsiteY309" fmla="*/ 1508078 h 1708593"/>
                <a:gd name="connsiteX310" fmla="*/ 87663 w 2957425"/>
                <a:gd name="connsiteY310" fmla="*/ 1460429 h 1708593"/>
                <a:gd name="connsiteX311" fmla="*/ 0 w 2957425"/>
                <a:gd name="connsiteY311" fmla="*/ 1418010 h 1708593"/>
                <a:gd name="connsiteX312" fmla="*/ 0 w 2957425"/>
                <a:gd name="connsiteY312" fmla="*/ 1300582 h 1708593"/>
                <a:gd name="connsiteX313" fmla="*/ 99855 w 2957425"/>
                <a:gd name="connsiteY313" fmla="*/ 1347693 h 1708593"/>
                <a:gd name="connsiteX314" fmla="*/ 187517 w 2957425"/>
                <a:gd name="connsiteY314" fmla="*/ 1390151 h 1708593"/>
                <a:gd name="connsiteX315" fmla="*/ 275179 w 2957425"/>
                <a:gd name="connsiteY315" fmla="*/ 1347693 h 1708593"/>
                <a:gd name="connsiteX316" fmla="*/ 375034 w 2957425"/>
                <a:gd name="connsiteY316" fmla="*/ 1300582 h 1708593"/>
                <a:gd name="connsiteX317" fmla="*/ 474941 w 2957425"/>
                <a:gd name="connsiteY317" fmla="*/ 1347693 h 1708593"/>
                <a:gd name="connsiteX318" fmla="*/ 562069 w 2957425"/>
                <a:gd name="connsiteY318" fmla="*/ 1390151 h 1708593"/>
                <a:gd name="connsiteX319" fmla="*/ 650315 w 2957425"/>
                <a:gd name="connsiteY319" fmla="*/ 1347693 h 1708593"/>
                <a:gd name="connsiteX320" fmla="*/ 740506 w 2957425"/>
                <a:gd name="connsiteY320" fmla="*/ 1300868 h 1708593"/>
                <a:gd name="connsiteX321" fmla="*/ 749586 w 2957425"/>
                <a:gd name="connsiteY321" fmla="*/ 1300582 h 1708593"/>
                <a:gd name="connsiteX322" fmla="*/ 758889 w 2957425"/>
                <a:gd name="connsiteY322" fmla="*/ 1300868 h 1708593"/>
                <a:gd name="connsiteX323" fmla="*/ 850154 w 2957425"/>
                <a:gd name="connsiteY323" fmla="*/ 1347693 h 1708593"/>
                <a:gd name="connsiteX324" fmla="*/ 937343 w 2957425"/>
                <a:gd name="connsiteY324" fmla="*/ 1390151 h 1708593"/>
                <a:gd name="connsiteX325" fmla="*/ 1025586 w 2957425"/>
                <a:gd name="connsiteY325" fmla="*/ 1347693 h 1708593"/>
                <a:gd name="connsiteX326" fmla="*/ 1115684 w 2957425"/>
                <a:gd name="connsiteY326" fmla="*/ 1300868 h 1708593"/>
                <a:gd name="connsiteX327" fmla="*/ 1124860 w 2957425"/>
                <a:gd name="connsiteY327" fmla="*/ 1300582 h 1708593"/>
                <a:gd name="connsiteX328" fmla="*/ 1134151 w 2957425"/>
                <a:gd name="connsiteY328" fmla="*/ 1300868 h 1708593"/>
                <a:gd name="connsiteX329" fmla="*/ 1225295 w 2957425"/>
                <a:gd name="connsiteY329" fmla="*/ 1347693 h 1708593"/>
                <a:gd name="connsiteX330" fmla="*/ 1312377 w 2957425"/>
                <a:gd name="connsiteY330" fmla="*/ 1390151 h 1708593"/>
                <a:gd name="connsiteX331" fmla="*/ 1400620 w 2957425"/>
                <a:gd name="connsiteY331" fmla="*/ 1347693 h 1708593"/>
                <a:gd name="connsiteX332" fmla="*/ 1490715 w 2957425"/>
                <a:gd name="connsiteY332" fmla="*/ 1300868 h 1708593"/>
                <a:gd name="connsiteX333" fmla="*/ 1499902 w 2957425"/>
                <a:gd name="connsiteY333" fmla="*/ 1300582 h 1708593"/>
                <a:gd name="connsiteX334" fmla="*/ 1509200 w 2957425"/>
                <a:gd name="connsiteY334" fmla="*/ 1300868 h 1708593"/>
                <a:gd name="connsiteX335" fmla="*/ 1600457 w 2957425"/>
                <a:gd name="connsiteY335" fmla="*/ 1347693 h 1708593"/>
                <a:gd name="connsiteX336" fmla="*/ 1672675 w 2957425"/>
                <a:gd name="connsiteY336" fmla="*/ 1389257 h 1708593"/>
                <a:gd name="connsiteX337" fmla="*/ 1687656 w 2957425"/>
                <a:gd name="connsiteY337" fmla="*/ 1390151 h 1708593"/>
                <a:gd name="connsiteX338" fmla="*/ 1702991 w 2957425"/>
                <a:gd name="connsiteY338" fmla="*/ 1389257 h 1708593"/>
                <a:gd name="connsiteX339" fmla="*/ 1775902 w 2957425"/>
                <a:gd name="connsiteY339" fmla="*/ 1347693 h 1708593"/>
                <a:gd name="connsiteX340" fmla="*/ 1865985 w 2957425"/>
                <a:gd name="connsiteY340" fmla="*/ 1300868 h 1708593"/>
                <a:gd name="connsiteX341" fmla="*/ 1875171 w 2957425"/>
                <a:gd name="connsiteY341" fmla="*/ 1300582 h 1708593"/>
                <a:gd name="connsiteX342" fmla="*/ 1884453 w 2957425"/>
                <a:gd name="connsiteY342" fmla="*/ 1300868 h 1708593"/>
                <a:gd name="connsiteX343" fmla="*/ 1975602 w 2957425"/>
                <a:gd name="connsiteY343" fmla="*/ 1347693 h 1708593"/>
                <a:gd name="connsiteX344" fmla="*/ 2047561 w 2957425"/>
                <a:gd name="connsiteY344" fmla="*/ 1389257 h 1708593"/>
                <a:gd name="connsiteX345" fmla="*/ 2062687 w 2957425"/>
                <a:gd name="connsiteY345" fmla="*/ 1390151 h 1708593"/>
                <a:gd name="connsiteX346" fmla="*/ 2078025 w 2957425"/>
                <a:gd name="connsiteY346" fmla="*/ 1389257 h 1708593"/>
                <a:gd name="connsiteX347" fmla="*/ 2150933 w 2957425"/>
                <a:gd name="connsiteY347" fmla="*/ 1347693 h 1708593"/>
                <a:gd name="connsiteX348" fmla="*/ 2241019 w 2957425"/>
                <a:gd name="connsiteY348" fmla="*/ 1300868 h 1708593"/>
                <a:gd name="connsiteX349" fmla="*/ 2250202 w 2957425"/>
                <a:gd name="connsiteY349" fmla="*/ 1300582 h 1708593"/>
                <a:gd name="connsiteX350" fmla="*/ 2259500 w 2957425"/>
                <a:gd name="connsiteY350" fmla="*/ 1300868 h 1708593"/>
                <a:gd name="connsiteX351" fmla="*/ 2350772 w 2957425"/>
                <a:gd name="connsiteY351" fmla="*/ 1347693 h 1708593"/>
                <a:gd name="connsiteX352" fmla="*/ 2422815 w 2957425"/>
                <a:gd name="connsiteY352" fmla="*/ 1389257 h 1708593"/>
                <a:gd name="connsiteX353" fmla="*/ 2437959 w 2957425"/>
                <a:gd name="connsiteY353" fmla="*/ 1390151 h 1708593"/>
                <a:gd name="connsiteX354" fmla="*/ 2453275 w 2957425"/>
                <a:gd name="connsiteY354" fmla="*/ 1389257 h 1708593"/>
                <a:gd name="connsiteX355" fmla="*/ 2526203 w 2957425"/>
                <a:gd name="connsiteY355" fmla="*/ 1347693 h 1708593"/>
                <a:gd name="connsiteX356" fmla="*/ 2625475 w 2957425"/>
                <a:gd name="connsiteY356" fmla="*/ 1300582 h 1708593"/>
                <a:gd name="connsiteX357" fmla="*/ 2725913 w 2957425"/>
                <a:gd name="connsiteY357" fmla="*/ 1347693 h 1708593"/>
                <a:gd name="connsiteX358" fmla="*/ 2797875 w 2957425"/>
                <a:gd name="connsiteY358" fmla="*/ 1389257 h 1708593"/>
                <a:gd name="connsiteX359" fmla="*/ 2812992 w 2957425"/>
                <a:gd name="connsiteY359" fmla="*/ 1390151 h 1708593"/>
                <a:gd name="connsiteX360" fmla="*/ 2828318 w 2957425"/>
                <a:gd name="connsiteY360" fmla="*/ 1389257 h 1708593"/>
                <a:gd name="connsiteX361" fmla="*/ 2901235 w 2957425"/>
                <a:gd name="connsiteY361" fmla="*/ 1347693 h 1708593"/>
                <a:gd name="connsiteX362" fmla="*/ 2937914 w 2957425"/>
                <a:gd name="connsiteY362" fmla="*/ 1317571 h 1708593"/>
                <a:gd name="connsiteX363" fmla="*/ 2957425 w 2957425"/>
                <a:gd name="connsiteY363" fmla="*/ 1308466 h 1708593"/>
                <a:gd name="connsiteX364" fmla="*/ 2957425 w 2957425"/>
                <a:gd name="connsiteY364" fmla="*/ 1329768 h 1708593"/>
                <a:gd name="connsiteX365" fmla="*/ 2944774 w 2957425"/>
                <a:gd name="connsiteY365" fmla="*/ 1334381 h 1708593"/>
                <a:gd name="connsiteX366" fmla="*/ 2913429 w 2957425"/>
                <a:gd name="connsiteY366" fmla="*/ 1361070 h 1708593"/>
                <a:gd name="connsiteX367" fmla="*/ 2822285 w 2957425"/>
                <a:gd name="connsiteY367" fmla="*/ 1407901 h 1708593"/>
                <a:gd name="connsiteX368" fmla="*/ 2812992 w 2957425"/>
                <a:gd name="connsiteY368" fmla="*/ 1408181 h 1708593"/>
                <a:gd name="connsiteX369" fmla="*/ 2803817 w 2957425"/>
                <a:gd name="connsiteY369" fmla="*/ 1407901 h 1708593"/>
                <a:gd name="connsiteX370" fmla="*/ 2713719 w 2957425"/>
                <a:gd name="connsiteY370" fmla="*/ 1361070 h 1708593"/>
                <a:gd name="connsiteX371" fmla="*/ 2625475 w 2957425"/>
                <a:gd name="connsiteY371" fmla="*/ 1318612 h 1708593"/>
                <a:gd name="connsiteX372" fmla="*/ 2538398 w 2957425"/>
                <a:gd name="connsiteY372" fmla="*/ 1361070 h 1708593"/>
                <a:gd name="connsiteX373" fmla="*/ 2447253 w 2957425"/>
                <a:gd name="connsiteY373" fmla="*/ 1407901 h 1708593"/>
                <a:gd name="connsiteX374" fmla="*/ 2437959 w 2957425"/>
                <a:gd name="connsiteY374" fmla="*/ 1408181 h 1708593"/>
                <a:gd name="connsiteX375" fmla="*/ 2428768 w 2957425"/>
                <a:gd name="connsiteY375" fmla="*/ 1407901 h 1708593"/>
                <a:gd name="connsiteX376" fmla="*/ 2338559 w 2957425"/>
                <a:gd name="connsiteY376" fmla="*/ 1361070 h 1708593"/>
                <a:gd name="connsiteX377" fmla="*/ 2265570 w 2957425"/>
                <a:gd name="connsiteY377" fmla="*/ 1319506 h 1708593"/>
                <a:gd name="connsiteX378" fmla="*/ 2250202 w 2957425"/>
                <a:gd name="connsiteY378" fmla="*/ 1318612 h 1708593"/>
                <a:gd name="connsiteX379" fmla="*/ 2235078 w 2957425"/>
                <a:gd name="connsiteY379" fmla="*/ 1319506 h 1708593"/>
                <a:gd name="connsiteX380" fmla="*/ 2163119 w 2957425"/>
                <a:gd name="connsiteY380" fmla="*/ 1361070 h 1708593"/>
                <a:gd name="connsiteX381" fmla="*/ 2071970 w 2957425"/>
                <a:gd name="connsiteY381" fmla="*/ 1407901 h 1708593"/>
                <a:gd name="connsiteX382" fmla="*/ 2062687 w 2957425"/>
                <a:gd name="connsiteY382" fmla="*/ 1408181 h 1708593"/>
                <a:gd name="connsiteX383" fmla="*/ 2053502 w 2957425"/>
                <a:gd name="connsiteY383" fmla="*/ 1407901 h 1708593"/>
                <a:gd name="connsiteX384" fmla="*/ 1963418 w 2957425"/>
                <a:gd name="connsiteY384" fmla="*/ 1361070 h 1708593"/>
                <a:gd name="connsiteX385" fmla="*/ 1890508 w 2957425"/>
                <a:gd name="connsiteY385" fmla="*/ 1319506 h 1708593"/>
                <a:gd name="connsiteX386" fmla="*/ 1875171 w 2957425"/>
                <a:gd name="connsiteY386" fmla="*/ 1318612 h 1708593"/>
                <a:gd name="connsiteX387" fmla="*/ 1860044 w 2957425"/>
                <a:gd name="connsiteY387" fmla="*/ 1319506 h 1708593"/>
                <a:gd name="connsiteX388" fmla="*/ 1788085 w 2957425"/>
                <a:gd name="connsiteY388" fmla="*/ 1361070 h 1708593"/>
                <a:gd name="connsiteX389" fmla="*/ 1696936 w 2957425"/>
                <a:gd name="connsiteY389" fmla="*/ 1407901 h 1708593"/>
                <a:gd name="connsiteX390" fmla="*/ 1687656 w 2957425"/>
                <a:gd name="connsiteY390" fmla="*/ 1408181 h 1708593"/>
                <a:gd name="connsiteX391" fmla="*/ 1678456 w 2957425"/>
                <a:gd name="connsiteY391" fmla="*/ 1407901 h 1708593"/>
                <a:gd name="connsiteX392" fmla="*/ 1588259 w 2957425"/>
                <a:gd name="connsiteY392" fmla="*/ 1361070 h 1708593"/>
                <a:gd name="connsiteX393" fmla="*/ 1515254 w 2957425"/>
                <a:gd name="connsiteY393" fmla="*/ 1319506 h 1708593"/>
                <a:gd name="connsiteX394" fmla="*/ 1499902 w 2957425"/>
                <a:gd name="connsiteY394" fmla="*/ 1318612 h 1708593"/>
                <a:gd name="connsiteX395" fmla="*/ 1484938 w 2957425"/>
                <a:gd name="connsiteY395" fmla="*/ 1319506 h 1708593"/>
                <a:gd name="connsiteX396" fmla="*/ 1412811 w 2957425"/>
                <a:gd name="connsiteY396" fmla="*/ 1361070 h 1708593"/>
                <a:gd name="connsiteX397" fmla="*/ 1312377 w 2957425"/>
                <a:gd name="connsiteY397" fmla="*/ 1408181 h 1708593"/>
                <a:gd name="connsiteX398" fmla="*/ 1213103 w 2957425"/>
                <a:gd name="connsiteY398" fmla="*/ 1361070 h 1708593"/>
                <a:gd name="connsiteX399" fmla="*/ 1140203 w 2957425"/>
                <a:gd name="connsiteY399" fmla="*/ 1319506 h 1708593"/>
                <a:gd name="connsiteX400" fmla="*/ 1124860 w 2957425"/>
                <a:gd name="connsiteY400" fmla="*/ 1318612 h 1708593"/>
                <a:gd name="connsiteX401" fmla="*/ 1109907 w 2957425"/>
                <a:gd name="connsiteY401" fmla="*/ 1319506 h 1708593"/>
                <a:gd name="connsiteX402" fmla="*/ 1037780 w 2957425"/>
                <a:gd name="connsiteY402" fmla="*/ 1361070 h 1708593"/>
                <a:gd name="connsiteX403" fmla="*/ 937343 w 2957425"/>
                <a:gd name="connsiteY403" fmla="*/ 1408181 h 1708593"/>
                <a:gd name="connsiteX404" fmla="*/ 837942 w 2957425"/>
                <a:gd name="connsiteY404" fmla="*/ 1361070 h 1708593"/>
                <a:gd name="connsiteX405" fmla="*/ 764952 w 2957425"/>
                <a:gd name="connsiteY405" fmla="*/ 1319506 h 1708593"/>
                <a:gd name="connsiteX406" fmla="*/ 749586 w 2957425"/>
                <a:gd name="connsiteY406" fmla="*/ 1318612 h 1708593"/>
                <a:gd name="connsiteX407" fmla="*/ 734638 w 2957425"/>
                <a:gd name="connsiteY407" fmla="*/ 1319506 h 1708593"/>
                <a:gd name="connsiteX408" fmla="*/ 662511 w 2957425"/>
                <a:gd name="connsiteY408" fmla="*/ 1361070 h 1708593"/>
                <a:gd name="connsiteX409" fmla="*/ 562069 w 2957425"/>
                <a:gd name="connsiteY409" fmla="*/ 1408181 h 1708593"/>
                <a:gd name="connsiteX410" fmla="*/ 462743 w 2957425"/>
                <a:gd name="connsiteY410" fmla="*/ 1361070 h 1708593"/>
                <a:gd name="connsiteX411" fmla="*/ 375034 w 2957425"/>
                <a:gd name="connsiteY411" fmla="*/ 1318612 h 1708593"/>
                <a:gd name="connsiteX412" fmla="*/ 287371 w 2957425"/>
                <a:gd name="connsiteY412" fmla="*/ 1361070 h 1708593"/>
                <a:gd name="connsiteX413" fmla="*/ 187517 w 2957425"/>
                <a:gd name="connsiteY413" fmla="*/ 1408181 h 1708593"/>
                <a:gd name="connsiteX414" fmla="*/ 87663 w 2957425"/>
                <a:gd name="connsiteY414" fmla="*/ 1361070 h 1708593"/>
                <a:gd name="connsiteX415" fmla="*/ 0 w 2957425"/>
                <a:gd name="connsiteY415" fmla="*/ 1318612 h 1708593"/>
                <a:gd name="connsiteX416" fmla="*/ 0 w 2957425"/>
                <a:gd name="connsiteY416" fmla="*/ 1200685 h 1708593"/>
                <a:gd name="connsiteX417" fmla="*/ 99855 w 2957425"/>
                <a:gd name="connsiteY417" fmla="*/ 1248334 h 1708593"/>
                <a:gd name="connsiteX418" fmla="*/ 187517 w 2957425"/>
                <a:gd name="connsiteY418" fmla="*/ 1290753 h 1708593"/>
                <a:gd name="connsiteX419" fmla="*/ 275179 w 2957425"/>
                <a:gd name="connsiteY419" fmla="*/ 1248334 h 1708593"/>
                <a:gd name="connsiteX420" fmla="*/ 375034 w 2957425"/>
                <a:gd name="connsiteY420" fmla="*/ 1200685 h 1708593"/>
                <a:gd name="connsiteX421" fmla="*/ 474941 w 2957425"/>
                <a:gd name="connsiteY421" fmla="*/ 1248334 h 1708593"/>
                <a:gd name="connsiteX422" fmla="*/ 562069 w 2957425"/>
                <a:gd name="connsiteY422" fmla="*/ 1290753 h 1708593"/>
                <a:gd name="connsiteX423" fmla="*/ 650315 w 2957425"/>
                <a:gd name="connsiteY423" fmla="*/ 1248334 h 1708593"/>
                <a:gd name="connsiteX424" fmla="*/ 740506 w 2957425"/>
                <a:gd name="connsiteY424" fmla="*/ 1200971 h 1708593"/>
                <a:gd name="connsiteX425" fmla="*/ 749586 w 2957425"/>
                <a:gd name="connsiteY425" fmla="*/ 1200685 h 1708593"/>
                <a:gd name="connsiteX426" fmla="*/ 758889 w 2957425"/>
                <a:gd name="connsiteY426" fmla="*/ 1200971 h 1708593"/>
                <a:gd name="connsiteX427" fmla="*/ 850154 w 2957425"/>
                <a:gd name="connsiteY427" fmla="*/ 1248334 h 1708593"/>
                <a:gd name="connsiteX428" fmla="*/ 937343 w 2957425"/>
                <a:gd name="connsiteY428" fmla="*/ 1290753 h 1708593"/>
                <a:gd name="connsiteX429" fmla="*/ 1025586 w 2957425"/>
                <a:gd name="connsiteY429" fmla="*/ 1248334 h 1708593"/>
                <a:gd name="connsiteX430" fmla="*/ 1115684 w 2957425"/>
                <a:gd name="connsiteY430" fmla="*/ 1200971 h 1708593"/>
                <a:gd name="connsiteX431" fmla="*/ 1124860 w 2957425"/>
                <a:gd name="connsiteY431" fmla="*/ 1200685 h 1708593"/>
                <a:gd name="connsiteX432" fmla="*/ 1134151 w 2957425"/>
                <a:gd name="connsiteY432" fmla="*/ 1200971 h 1708593"/>
                <a:gd name="connsiteX433" fmla="*/ 1225295 w 2957425"/>
                <a:gd name="connsiteY433" fmla="*/ 1248334 h 1708593"/>
                <a:gd name="connsiteX434" fmla="*/ 1312377 w 2957425"/>
                <a:gd name="connsiteY434" fmla="*/ 1290753 h 1708593"/>
                <a:gd name="connsiteX435" fmla="*/ 1400620 w 2957425"/>
                <a:gd name="connsiteY435" fmla="*/ 1248334 h 1708593"/>
                <a:gd name="connsiteX436" fmla="*/ 1490715 w 2957425"/>
                <a:gd name="connsiteY436" fmla="*/ 1200971 h 1708593"/>
                <a:gd name="connsiteX437" fmla="*/ 1499902 w 2957425"/>
                <a:gd name="connsiteY437" fmla="*/ 1200685 h 1708593"/>
                <a:gd name="connsiteX438" fmla="*/ 1509200 w 2957425"/>
                <a:gd name="connsiteY438" fmla="*/ 1200971 h 1708593"/>
                <a:gd name="connsiteX439" fmla="*/ 1600457 w 2957425"/>
                <a:gd name="connsiteY439" fmla="*/ 1248334 h 1708593"/>
                <a:gd name="connsiteX440" fmla="*/ 1672675 w 2957425"/>
                <a:gd name="connsiteY440" fmla="*/ 1289836 h 1708593"/>
                <a:gd name="connsiteX441" fmla="*/ 1687656 w 2957425"/>
                <a:gd name="connsiteY441" fmla="*/ 1290753 h 1708593"/>
                <a:gd name="connsiteX442" fmla="*/ 1702991 w 2957425"/>
                <a:gd name="connsiteY442" fmla="*/ 1289836 h 1708593"/>
                <a:gd name="connsiteX443" fmla="*/ 1775902 w 2957425"/>
                <a:gd name="connsiteY443" fmla="*/ 1248334 h 1708593"/>
                <a:gd name="connsiteX444" fmla="*/ 1865985 w 2957425"/>
                <a:gd name="connsiteY444" fmla="*/ 1200971 h 1708593"/>
                <a:gd name="connsiteX445" fmla="*/ 1875171 w 2957425"/>
                <a:gd name="connsiteY445" fmla="*/ 1200685 h 1708593"/>
                <a:gd name="connsiteX446" fmla="*/ 1884453 w 2957425"/>
                <a:gd name="connsiteY446" fmla="*/ 1200971 h 1708593"/>
                <a:gd name="connsiteX447" fmla="*/ 1975602 w 2957425"/>
                <a:gd name="connsiteY447" fmla="*/ 1248334 h 1708593"/>
                <a:gd name="connsiteX448" fmla="*/ 2047561 w 2957425"/>
                <a:gd name="connsiteY448" fmla="*/ 1289836 h 1708593"/>
                <a:gd name="connsiteX449" fmla="*/ 2062687 w 2957425"/>
                <a:gd name="connsiteY449" fmla="*/ 1290753 h 1708593"/>
                <a:gd name="connsiteX450" fmla="*/ 2078025 w 2957425"/>
                <a:gd name="connsiteY450" fmla="*/ 1289836 h 1708593"/>
                <a:gd name="connsiteX451" fmla="*/ 2150933 w 2957425"/>
                <a:gd name="connsiteY451" fmla="*/ 1248334 h 1708593"/>
                <a:gd name="connsiteX452" fmla="*/ 2241019 w 2957425"/>
                <a:gd name="connsiteY452" fmla="*/ 1200971 h 1708593"/>
                <a:gd name="connsiteX453" fmla="*/ 2250202 w 2957425"/>
                <a:gd name="connsiteY453" fmla="*/ 1200685 h 1708593"/>
                <a:gd name="connsiteX454" fmla="*/ 2259500 w 2957425"/>
                <a:gd name="connsiteY454" fmla="*/ 1200971 h 1708593"/>
                <a:gd name="connsiteX455" fmla="*/ 2350772 w 2957425"/>
                <a:gd name="connsiteY455" fmla="*/ 1248334 h 1708593"/>
                <a:gd name="connsiteX456" fmla="*/ 2422815 w 2957425"/>
                <a:gd name="connsiteY456" fmla="*/ 1289836 h 1708593"/>
                <a:gd name="connsiteX457" fmla="*/ 2437959 w 2957425"/>
                <a:gd name="connsiteY457" fmla="*/ 1290753 h 1708593"/>
                <a:gd name="connsiteX458" fmla="*/ 2453275 w 2957425"/>
                <a:gd name="connsiteY458" fmla="*/ 1289836 h 1708593"/>
                <a:gd name="connsiteX459" fmla="*/ 2526203 w 2957425"/>
                <a:gd name="connsiteY459" fmla="*/ 1248334 h 1708593"/>
                <a:gd name="connsiteX460" fmla="*/ 2625475 w 2957425"/>
                <a:gd name="connsiteY460" fmla="*/ 1200685 h 1708593"/>
                <a:gd name="connsiteX461" fmla="*/ 2725913 w 2957425"/>
                <a:gd name="connsiteY461" fmla="*/ 1248334 h 1708593"/>
                <a:gd name="connsiteX462" fmla="*/ 2797875 w 2957425"/>
                <a:gd name="connsiteY462" fmla="*/ 1289836 h 1708593"/>
                <a:gd name="connsiteX463" fmla="*/ 2812992 w 2957425"/>
                <a:gd name="connsiteY463" fmla="*/ 1290753 h 1708593"/>
                <a:gd name="connsiteX464" fmla="*/ 2828318 w 2957425"/>
                <a:gd name="connsiteY464" fmla="*/ 1289836 h 1708593"/>
                <a:gd name="connsiteX465" fmla="*/ 2901235 w 2957425"/>
                <a:gd name="connsiteY465" fmla="*/ 1248334 h 1708593"/>
                <a:gd name="connsiteX466" fmla="*/ 2937909 w 2957425"/>
                <a:gd name="connsiteY466" fmla="*/ 1217746 h 1708593"/>
                <a:gd name="connsiteX467" fmla="*/ 2957425 w 2957425"/>
                <a:gd name="connsiteY467" fmla="*/ 1208587 h 1708593"/>
                <a:gd name="connsiteX468" fmla="*/ 2957425 w 2957425"/>
                <a:gd name="connsiteY468" fmla="*/ 1230016 h 1708593"/>
                <a:gd name="connsiteX469" fmla="*/ 2944769 w 2957425"/>
                <a:gd name="connsiteY469" fmla="*/ 1234694 h 1708593"/>
                <a:gd name="connsiteX470" fmla="*/ 2913429 w 2957425"/>
                <a:gd name="connsiteY470" fmla="*/ 1261118 h 1708593"/>
                <a:gd name="connsiteX471" fmla="*/ 2822285 w 2957425"/>
                <a:gd name="connsiteY471" fmla="*/ 1308480 h 1708593"/>
                <a:gd name="connsiteX472" fmla="*/ 2812992 w 2957425"/>
                <a:gd name="connsiteY472" fmla="*/ 1308766 h 1708593"/>
                <a:gd name="connsiteX473" fmla="*/ 2803817 w 2957425"/>
                <a:gd name="connsiteY473" fmla="*/ 1308480 h 1708593"/>
                <a:gd name="connsiteX474" fmla="*/ 2713719 w 2957425"/>
                <a:gd name="connsiteY474" fmla="*/ 1261118 h 1708593"/>
                <a:gd name="connsiteX475" fmla="*/ 2625475 w 2957425"/>
                <a:gd name="connsiteY475" fmla="*/ 1218699 h 1708593"/>
                <a:gd name="connsiteX476" fmla="*/ 2538398 w 2957425"/>
                <a:gd name="connsiteY476" fmla="*/ 1261118 h 1708593"/>
                <a:gd name="connsiteX477" fmla="*/ 2447253 w 2957425"/>
                <a:gd name="connsiteY477" fmla="*/ 1308480 h 1708593"/>
                <a:gd name="connsiteX478" fmla="*/ 2437959 w 2957425"/>
                <a:gd name="connsiteY478" fmla="*/ 1308766 h 1708593"/>
                <a:gd name="connsiteX479" fmla="*/ 2428768 w 2957425"/>
                <a:gd name="connsiteY479" fmla="*/ 1308480 h 1708593"/>
                <a:gd name="connsiteX480" fmla="*/ 2338559 w 2957425"/>
                <a:gd name="connsiteY480" fmla="*/ 1261118 h 1708593"/>
                <a:gd name="connsiteX481" fmla="*/ 2265570 w 2957425"/>
                <a:gd name="connsiteY481" fmla="*/ 1219616 h 1708593"/>
                <a:gd name="connsiteX482" fmla="*/ 2250202 w 2957425"/>
                <a:gd name="connsiteY482" fmla="*/ 1218699 h 1708593"/>
                <a:gd name="connsiteX483" fmla="*/ 2235078 w 2957425"/>
                <a:gd name="connsiteY483" fmla="*/ 1219616 h 1708593"/>
                <a:gd name="connsiteX484" fmla="*/ 2163119 w 2957425"/>
                <a:gd name="connsiteY484" fmla="*/ 1261118 h 1708593"/>
                <a:gd name="connsiteX485" fmla="*/ 2071970 w 2957425"/>
                <a:gd name="connsiteY485" fmla="*/ 1308480 h 1708593"/>
                <a:gd name="connsiteX486" fmla="*/ 2062687 w 2957425"/>
                <a:gd name="connsiteY486" fmla="*/ 1308766 h 1708593"/>
                <a:gd name="connsiteX487" fmla="*/ 2053502 w 2957425"/>
                <a:gd name="connsiteY487" fmla="*/ 1308480 h 1708593"/>
                <a:gd name="connsiteX488" fmla="*/ 1963418 w 2957425"/>
                <a:gd name="connsiteY488" fmla="*/ 1261118 h 1708593"/>
                <a:gd name="connsiteX489" fmla="*/ 1890508 w 2957425"/>
                <a:gd name="connsiteY489" fmla="*/ 1219616 h 1708593"/>
                <a:gd name="connsiteX490" fmla="*/ 1875171 w 2957425"/>
                <a:gd name="connsiteY490" fmla="*/ 1218699 h 1708593"/>
                <a:gd name="connsiteX491" fmla="*/ 1860044 w 2957425"/>
                <a:gd name="connsiteY491" fmla="*/ 1219616 h 1708593"/>
                <a:gd name="connsiteX492" fmla="*/ 1788085 w 2957425"/>
                <a:gd name="connsiteY492" fmla="*/ 1261118 h 1708593"/>
                <a:gd name="connsiteX493" fmla="*/ 1696936 w 2957425"/>
                <a:gd name="connsiteY493" fmla="*/ 1308480 h 1708593"/>
                <a:gd name="connsiteX494" fmla="*/ 1687656 w 2957425"/>
                <a:gd name="connsiteY494" fmla="*/ 1308766 h 1708593"/>
                <a:gd name="connsiteX495" fmla="*/ 1678456 w 2957425"/>
                <a:gd name="connsiteY495" fmla="*/ 1308480 h 1708593"/>
                <a:gd name="connsiteX496" fmla="*/ 1588259 w 2957425"/>
                <a:gd name="connsiteY496" fmla="*/ 1261118 h 1708593"/>
                <a:gd name="connsiteX497" fmla="*/ 1515254 w 2957425"/>
                <a:gd name="connsiteY497" fmla="*/ 1219616 h 1708593"/>
                <a:gd name="connsiteX498" fmla="*/ 1499902 w 2957425"/>
                <a:gd name="connsiteY498" fmla="*/ 1218699 h 1708593"/>
                <a:gd name="connsiteX499" fmla="*/ 1484938 w 2957425"/>
                <a:gd name="connsiteY499" fmla="*/ 1219616 h 1708593"/>
                <a:gd name="connsiteX500" fmla="*/ 1412811 w 2957425"/>
                <a:gd name="connsiteY500" fmla="*/ 1261118 h 1708593"/>
                <a:gd name="connsiteX501" fmla="*/ 1312377 w 2957425"/>
                <a:gd name="connsiteY501" fmla="*/ 1308766 h 1708593"/>
                <a:gd name="connsiteX502" fmla="*/ 1213103 w 2957425"/>
                <a:gd name="connsiteY502" fmla="*/ 1261118 h 1708593"/>
                <a:gd name="connsiteX503" fmla="*/ 1140203 w 2957425"/>
                <a:gd name="connsiteY503" fmla="*/ 1219616 h 1708593"/>
                <a:gd name="connsiteX504" fmla="*/ 1124860 w 2957425"/>
                <a:gd name="connsiteY504" fmla="*/ 1218699 h 1708593"/>
                <a:gd name="connsiteX505" fmla="*/ 1109907 w 2957425"/>
                <a:gd name="connsiteY505" fmla="*/ 1219616 h 1708593"/>
                <a:gd name="connsiteX506" fmla="*/ 1037780 w 2957425"/>
                <a:gd name="connsiteY506" fmla="*/ 1261118 h 1708593"/>
                <a:gd name="connsiteX507" fmla="*/ 937343 w 2957425"/>
                <a:gd name="connsiteY507" fmla="*/ 1308766 h 1708593"/>
                <a:gd name="connsiteX508" fmla="*/ 837942 w 2957425"/>
                <a:gd name="connsiteY508" fmla="*/ 1261118 h 1708593"/>
                <a:gd name="connsiteX509" fmla="*/ 764952 w 2957425"/>
                <a:gd name="connsiteY509" fmla="*/ 1219616 h 1708593"/>
                <a:gd name="connsiteX510" fmla="*/ 749586 w 2957425"/>
                <a:gd name="connsiteY510" fmla="*/ 1218699 h 1708593"/>
                <a:gd name="connsiteX511" fmla="*/ 734638 w 2957425"/>
                <a:gd name="connsiteY511" fmla="*/ 1219616 h 1708593"/>
                <a:gd name="connsiteX512" fmla="*/ 662511 w 2957425"/>
                <a:gd name="connsiteY512" fmla="*/ 1261118 h 1708593"/>
                <a:gd name="connsiteX513" fmla="*/ 562069 w 2957425"/>
                <a:gd name="connsiteY513" fmla="*/ 1308766 h 1708593"/>
                <a:gd name="connsiteX514" fmla="*/ 462743 w 2957425"/>
                <a:gd name="connsiteY514" fmla="*/ 1261118 h 1708593"/>
                <a:gd name="connsiteX515" fmla="*/ 375034 w 2957425"/>
                <a:gd name="connsiteY515" fmla="*/ 1218699 h 1708593"/>
                <a:gd name="connsiteX516" fmla="*/ 287371 w 2957425"/>
                <a:gd name="connsiteY516" fmla="*/ 1261118 h 1708593"/>
                <a:gd name="connsiteX517" fmla="*/ 187517 w 2957425"/>
                <a:gd name="connsiteY517" fmla="*/ 1308766 h 1708593"/>
                <a:gd name="connsiteX518" fmla="*/ 87663 w 2957425"/>
                <a:gd name="connsiteY518" fmla="*/ 1261118 h 1708593"/>
                <a:gd name="connsiteX519" fmla="*/ 0 w 2957425"/>
                <a:gd name="connsiteY519" fmla="*/ 1218699 h 1708593"/>
                <a:gd name="connsiteX520" fmla="*/ 0 w 2957425"/>
                <a:gd name="connsiteY520" fmla="*/ 1100066 h 1708593"/>
                <a:gd name="connsiteX521" fmla="*/ 99855 w 2957425"/>
                <a:gd name="connsiteY521" fmla="*/ 1147715 h 1708593"/>
                <a:gd name="connsiteX522" fmla="*/ 187517 w 2957425"/>
                <a:gd name="connsiteY522" fmla="*/ 1190134 h 1708593"/>
                <a:gd name="connsiteX523" fmla="*/ 275179 w 2957425"/>
                <a:gd name="connsiteY523" fmla="*/ 1147715 h 1708593"/>
                <a:gd name="connsiteX524" fmla="*/ 375034 w 2957425"/>
                <a:gd name="connsiteY524" fmla="*/ 1100066 h 1708593"/>
                <a:gd name="connsiteX525" fmla="*/ 474941 w 2957425"/>
                <a:gd name="connsiteY525" fmla="*/ 1147715 h 1708593"/>
                <a:gd name="connsiteX526" fmla="*/ 562069 w 2957425"/>
                <a:gd name="connsiteY526" fmla="*/ 1190134 h 1708593"/>
                <a:gd name="connsiteX527" fmla="*/ 650315 w 2957425"/>
                <a:gd name="connsiteY527" fmla="*/ 1147715 h 1708593"/>
                <a:gd name="connsiteX528" fmla="*/ 740506 w 2957425"/>
                <a:gd name="connsiteY528" fmla="*/ 1100352 h 1708593"/>
                <a:gd name="connsiteX529" fmla="*/ 749586 w 2957425"/>
                <a:gd name="connsiteY529" fmla="*/ 1100066 h 1708593"/>
                <a:gd name="connsiteX530" fmla="*/ 758889 w 2957425"/>
                <a:gd name="connsiteY530" fmla="*/ 1100352 h 1708593"/>
                <a:gd name="connsiteX531" fmla="*/ 850154 w 2957425"/>
                <a:gd name="connsiteY531" fmla="*/ 1147715 h 1708593"/>
                <a:gd name="connsiteX532" fmla="*/ 937343 w 2957425"/>
                <a:gd name="connsiteY532" fmla="*/ 1190134 h 1708593"/>
                <a:gd name="connsiteX533" fmla="*/ 1025586 w 2957425"/>
                <a:gd name="connsiteY533" fmla="*/ 1147715 h 1708593"/>
                <a:gd name="connsiteX534" fmla="*/ 1115684 w 2957425"/>
                <a:gd name="connsiteY534" fmla="*/ 1100352 h 1708593"/>
                <a:gd name="connsiteX535" fmla="*/ 1124860 w 2957425"/>
                <a:gd name="connsiteY535" fmla="*/ 1100066 h 1708593"/>
                <a:gd name="connsiteX536" fmla="*/ 1134151 w 2957425"/>
                <a:gd name="connsiteY536" fmla="*/ 1100352 h 1708593"/>
                <a:gd name="connsiteX537" fmla="*/ 1225295 w 2957425"/>
                <a:gd name="connsiteY537" fmla="*/ 1147715 h 1708593"/>
                <a:gd name="connsiteX538" fmla="*/ 1312377 w 2957425"/>
                <a:gd name="connsiteY538" fmla="*/ 1190134 h 1708593"/>
                <a:gd name="connsiteX539" fmla="*/ 1400620 w 2957425"/>
                <a:gd name="connsiteY539" fmla="*/ 1147715 h 1708593"/>
                <a:gd name="connsiteX540" fmla="*/ 1490715 w 2957425"/>
                <a:gd name="connsiteY540" fmla="*/ 1100352 h 1708593"/>
                <a:gd name="connsiteX541" fmla="*/ 1499902 w 2957425"/>
                <a:gd name="connsiteY541" fmla="*/ 1100066 h 1708593"/>
                <a:gd name="connsiteX542" fmla="*/ 1509200 w 2957425"/>
                <a:gd name="connsiteY542" fmla="*/ 1100352 h 1708593"/>
                <a:gd name="connsiteX543" fmla="*/ 1600457 w 2957425"/>
                <a:gd name="connsiteY543" fmla="*/ 1147715 h 1708593"/>
                <a:gd name="connsiteX544" fmla="*/ 1672675 w 2957425"/>
                <a:gd name="connsiteY544" fmla="*/ 1189217 h 1708593"/>
                <a:gd name="connsiteX545" fmla="*/ 1687656 w 2957425"/>
                <a:gd name="connsiteY545" fmla="*/ 1190134 h 1708593"/>
                <a:gd name="connsiteX546" fmla="*/ 1702991 w 2957425"/>
                <a:gd name="connsiteY546" fmla="*/ 1189217 h 1708593"/>
                <a:gd name="connsiteX547" fmla="*/ 1775902 w 2957425"/>
                <a:gd name="connsiteY547" fmla="*/ 1147715 h 1708593"/>
                <a:gd name="connsiteX548" fmla="*/ 1865985 w 2957425"/>
                <a:gd name="connsiteY548" fmla="*/ 1100352 h 1708593"/>
                <a:gd name="connsiteX549" fmla="*/ 1875171 w 2957425"/>
                <a:gd name="connsiteY549" fmla="*/ 1100066 h 1708593"/>
                <a:gd name="connsiteX550" fmla="*/ 1884453 w 2957425"/>
                <a:gd name="connsiteY550" fmla="*/ 1100352 h 1708593"/>
                <a:gd name="connsiteX551" fmla="*/ 1975602 w 2957425"/>
                <a:gd name="connsiteY551" fmla="*/ 1147715 h 1708593"/>
                <a:gd name="connsiteX552" fmla="*/ 2047561 w 2957425"/>
                <a:gd name="connsiteY552" fmla="*/ 1189217 h 1708593"/>
                <a:gd name="connsiteX553" fmla="*/ 2062687 w 2957425"/>
                <a:gd name="connsiteY553" fmla="*/ 1190134 h 1708593"/>
                <a:gd name="connsiteX554" fmla="*/ 2078025 w 2957425"/>
                <a:gd name="connsiteY554" fmla="*/ 1189217 h 1708593"/>
                <a:gd name="connsiteX555" fmla="*/ 2150933 w 2957425"/>
                <a:gd name="connsiteY555" fmla="*/ 1147715 h 1708593"/>
                <a:gd name="connsiteX556" fmla="*/ 2241019 w 2957425"/>
                <a:gd name="connsiteY556" fmla="*/ 1100352 h 1708593"/>
                <a:gd name="connsiteX557" fmla="*/ 2250202 w 2957425"/>
                <a:gd name="connsiteY557" fmla="*/ 1100066 h 1708593"/>
                <a:gd name="connsiteX558" fmla="*/ 2259500 w 2957425"/>
                <a:gd name="connsiteY558" fmla="*/ 1100352 h 1708593"/>
                <a:gd name="connsiteX559" fmla="*/ 2350772 w 2957425"/>
                <a:gd name="connsiteY559" fmla="*/ 1147715 h 1708593"/>
                <a:gd name="connsiteX560" fmla="*/ 2422815 w 2957425"/>
                <a:gd name="connsiteY560" fmla="*/ 1189217 h 1708593"/>
                <a:gd name="connsiteX561" fmla="*/ 2437959 w 2957425"/>
                <a:gd name="connsiteY561" fmla="*/ 1190134 h 1708593"/>
                <a:gd name="connsiteX562" fmla="*/ 2453275 w 2957425"/>
                <a:gd name="connsiteY562" fmla="*/ 1189217 h 1708593"/>
                <a:gd name="connsiteX563" fmla="*/ 2526203 w 2957425"/>
                <a:gd name="connsiteY563" fmla="*/ 1147715 h 1708593"/>
                <a:gd name="connsiteX564" fmla="*/ 2625475 w 2957425"/>
                <a:gd name="connsiteY564" fmla="*/ 1100066 h 1708593"/>
                <a:gd name="connsiteX565" fmla="*/ 2725913 w 2957425"/>
                <a:gd name="connsiteY565" fmla="*/ 1147715 h 1708593"/>
                <a:gd name="connsiteX566" fmla="*/ 2797875 w 2957425"/>
                <a:gd name="connsiteY566" fmla="*/ 1189217 h 1708593"/>
                <a:gd name="connsiteX567" fmla="*/ 2812992 w 2957425"/>
                <a:gd name="connsiteY567" fmla="*/ 1190134 h 1708593"/>
                <a:gd name="connsiteX568" fmla="*/ 2828318 w 2957425"/>
                <a:gd name="connsiteY568" fmla="*/ 1189217 h 1708593"/>
                <a:gd name="connsiteX569" fmla="*/ 2901235 w 2957425"/>
                <a:gd name="connsiteY569" fmla="*/ 1147715 h 1708593"/>
                <a:gd name="connsiteX570" fmla="*/ 2937904 w 2957425"/>
                <a:gd name="connsiteY570" fmla="*/ 1117127 h 1708593"/>
                <a:gd name="connsiteX571" fmla="*/ 2957425 w 2957425"/>
                <a:gd name="connsiteY571" fmla="*/ 1107966 h 1708593"/>
                <a:gd name="connsiteX572" fmla="*/ 2957425 w 2957425"/>
                <a:gd name="connsiteY572" fmla="*/ 1129395 h 1708593"/>
                <a:gd name="connsiteX573" fmla="*/ 2944764 w 2957425"/>
                <a:gd name="connsiteY573" fmla="*/ 1134075 h 1708593"/>
                <a:gd name="connsiteX574" fmla="*/ 2913429 w 2957425"/>
                <a:gd name="connsiteY574" fmla="*/ 1160499 h 1708593"/>
                <a:gd name="connsiteX575" fmla="*/ 2822285 w 2957425"/>
                <a:gd name="connsiteY575" fmla="*/ 1207861 h 1708593"/>
                <a:gd name="connsiteX576" fmla="*/ 2812992 w 2957425"/>
                <a:gd name="connsiteY576" fmla="*/ 1208147 h 1708593"/>
                <a:gd name="connsiteX577" fmla="*/ 2803817 w 2957425"/>
                <a:gd name="connsiteY577" fmla="*/ 1207861 h 1708593"/>
                <a:gd name="connsiteX578" fmla="*/ 2713719 w 2957425"/>
                <a:gd name="connsiteY578" fmla="*/ 1160499 h 1708593"/>
                <a:gd name="connsiteX579" fmla="*/ 2625475 w 2957425"/>
                <a:gd name="connsiteY579" fmla="*/ 1118080 h 1708593"/>
                <a:gd name="connsiteX580" fmla="*/ 2538398 w 2957425"/>
                <a:gd name="connsiteY580" fmla="*/ 1160499 h 1708593"/>
                <a:gd name="connsiteX581" fmla="*/ 2447253 w 2957425"/>
                <a:gd name="connsiteY581" fmla="*/ 1207861 h 1708593"/>
                <a:gd name="connsiteX582" fmla="*/ 2437959 w 2957425"/>
                <a:gd name="connsiteY582" fmla="*/ 1208147 h 1708593"/>
                <a:gd name="connsiteX583" fmla="*/ 2428768 w 2957425"/>
                <a:gd name="connsiteY583" fmla="*/ 1207861 h 1708593"/>
                <a:gd name="connsiteX584" fmla="*/ 2338559 w 2957425"/>
                <a:gd name="connsiteY584" fmla="*/ 1160499 h 1708593"/>
                <a:gd name="connsiteX585" fmla="*/ 2265570 w 2957425"/>
                <a:gd name="connsiteY585" fmla="*/ 1118997 h 1708593"/>
                <a:gd name="connsiteX586" fmla="*/ 2250202 w 2957425"/>
                <a:gd name="connsiteY586" fmla="*/ 1118080 h 1708593"/>
                <a:gd name="connsiteX587" fmla="*/ 2235078 w 2957425"/>
                <a:gd name="connsiteY587" fmla="*/ 1118997 h 1708593"/>
                <a:gd name="connsiteX588" fmla="*/ 2163119 w 2957425"/>
                <a:gd name="connsiteY588" fmla="*/ 1160499 h 1708593"/>
                <a:gd name="connsiteX589" fmla="*/ 2071970 w 2957425"/>
                <a:gd name="connsiteY589" fmla="*/ 1207861 h 1708593"/>
                <a:gd name="connsiteX590" fmla="*/ 2062687 w 2957425"/>
                <a:gd name="connsiteY590" fmla="*/ 1208147 h 1708593"/>
                <a:gd name="connsiteX591" fmla="*/ 2053502 w 2957425"/>
                <a:gd name="connsiteY591" fmla="*/ 1207861 h 1708593"/>
                <a:gd name="connsiteX592" fmla="*/ 1963418 w 2957425"/>
                <a:gd name="connsiteY592" fmla="*/ 1160499 h 1708593"/>
                <a:gd name="connsiteX593" fmla="*/ 1890508 w 2957425"/>
                <a:gd name="connsiteY593" fmla="*/ 1118997 h 1708593"/>
                <a:gd name="connsiteX594" fmla="*/ 1875171 w 2957425"/>
                <a:gd name="connsiteY594" fmla="*/ 1118080 h 1708593"/>
                <a:gd name="connsiteX595" fmla="*/ 1860044 w 2957425"/>
                <a:gd name="connsiteY595" fmla="*/ 1118997 h 1708593"/>
                <a:gd name="connsiteX596" fmla="*/ 1788085 w 2957425"/>
                <a:gd name="connsiteY596" fmla="*/ 1160499 h 1708593"/>
                <a:gd name="connsiteX597" fmla="*/ 1696936 w 2957425"/>
                <a:gd name="connsiteY597" fmla="*/ 1207861 h 1708593"/>
                <a:gd name="connsiteX598" fmla="*/ 1687656 w 2957425"/>
                <a:gd name="connsiteY598" fmla="*/ 1208147 h 1708593"/>
                <a:gd name="connsiteX599" fmla="*/ 1678456 w 2957425"/>
                <a:gd name="connsiteY599" fmla="*/ 1207861 h 1708593"/>
                <a:gd name="connsiteX600" fmla="*/ 1588259 w 2957425"/>
                <a:gd name="connsiteY600" fmla="*/ 1160499 h 1708593"/>
                <a:gd name="connsiteX601" fmla="*/ 1515254 w 2957425"/>
                <a:gd name="connsiteY601" fmla="*/ 1118997 h 1708593"/>
                <a:gd name="connsiteX602" fmla="*/ 1499902 w 2957425"/>
                <a:gd name="connsiteY602" fmla="*/ 1118080 h 1708593"/>
                <a:gd name="connsiteX603" fmla="*/ 1484938 w 2957425"/>
                <a:gd name="connsiteY603" fmla="*/ 1118997 h 1708593"/>
                <a:gd name="connsiteX604" fmla="*/ 1412811 w 2957425"/>
                <a:gd name="connsiteY604" fmla="*/ 1160499 h 1708593"/>
                <a:gd name="connsiteX605" fmla="*/ 1312377 w 2957425"/>
                <a:gd name="connsiteY605" fmla="*/ 1208147 h 1708593"/>
                <a:gd name="connsiteX606" fmla="*/ 1213103 w 2957425"/>
                <a:gd name="connsiteY606" fmla="*/ 1160499 h 1708593"/>
                <a:gd name="connsiteX607" fmla="*/ 1140203 w 2957425"/>
                <a:gd name="connsiteY607" fmla="*/ 1118997 h 1708593"/>
                <a:gd name="connsiteX608" fmla="*/ 1124860 w 2957425"/>
                <a:gd name="connsiteY608" fmla="*/ 1118080 h 1708593"/>
                <a:gd name="connsiteX609" fmla="*/ 1109907 w 2957425"/>
                <a:gd name="connsiteY609" fmla="*/ 1118997 h 1708593"/>
                <a:gd name="connsiteX610" fmla="*/ 1037780 w 2957425"/>
                <a:gd name="connsiteY610" fmla="*/ 1160499 h 1708593"/>
                <a:gd name="connsiteX611" fmla="*/ 937343 w 2957425"/>
                <a:gd name="connsiteY611" fmla="*/ 1208147 h 1708593"/>
                <a:gd name="connsiteX612" fmla="*/ 837942 w 2957425"/>
                <a:gd name="connsiteY612" fmla="*/ 1160499 h 1708593"/>
                <a:gd name="connsiteX613" fmla="*/ 764952 w 2957425"/>
                <a:gd name="connsiteY613" fmla="*/ 1118997 h 1708593"/>
                <a:gd name="connsiteX614" fmla="*/ 749586 w 2957425"/>
                <a:gd name="connsiteY614" fmla="*/ 1118080 h 1708593"/>
                <a:gd name="connsiteX615" fmla="*/ 734638 w 2957425"/>
                <a:gd name="connsiteY615" fmla="*/ 1118997 h 1708593"/>
                <a:gd name="connsiteX616" fmla="*/ 662511 w 2957425"/>
                <a:gd name="connsiteY616" fmla="*/ 1160499 h 1708593"/>
                <a:gd name="connsiteX617" fmla="*/ 562069 w 2957425"/>
                <a:gd name="connsiteY617" fmla="*/ 1208147 h 1708593"/>
                <a:gd name="connsiteX618" fmla="*/ 462743 w 2957425"/>
                <a:gd name="connsiteY618" fmla="*/ 1160499 h 1708593"/>
                <a:gd name="connsiteX619" fmla="*/ 375034 w 2957425"/>
                <a:gd name="connsiteY619" fmla="*/ 1118080 h 1708593"/>
                <a:gd name="connsiteX620" fmla="*/ 287371 w 2957425"/>
                <a:gd name="connsiteY620" fmla="*/ 1160499 h 1708593"/>
                <a:gd name="connsiteX621" fmla="*/ 187517 w 2957425"/>
                <a:gd name="connsiteY621" fmla="*/ 1208147 h 1708593"/>
                <a:gd name="connsiteX622" fmla="*/ 87663 w 2957425"/>
                <a:gd name="connsiteY622" fmla="*/ 1160499 h 1708593"/>
                <a:gd name="connsiteX623" fmla="*/ 0 w 2957425"/>
                <a:gd name="connsiteY623" fmla="*/ 1118080 h 1708593"/>
                <a:gd name="connsiteX624" fmla="*/ 0 w 2957425"/>
                <a:gd name="connsiteY624" fmla="*/ 1000651 h 1708593"/>
                <a:gd name="connsiteX625" fmla="*/ 99855 w 2957425"/>
                <a:gd name="connsiteY625" fmla="*/ 1047762 h 1708593"/>
                <a:gd name="connsiteX626" fmla="*/ 187517 w 2957425"/>
                <a:gd name="connsiteY626" fmla="*/ 1090220 h 1708593"/>
                <a:gd name="connsiteX627" fmla="*/ 275179 w 2957425"/>
                <a:gd name="connsiteY627" fmla="*/ 1047762 h 1708593"/>
                <a:gd name="connsiteX628" fmla="*/ 375034 w 2957425"/>
                <a:gd name="connsiteY628" fmla="*/ 1000651 h 1708593"/>
                <a:gd name="connsiteX629" fmla="*/ 474941 w 2957425"/>
                <a:gd name="connsiteY629" fmla="*/ 1047762 h 1708593"/>
                <a:gd name="connsiteX630" fmla="*/ 562069 w 2957425"/>
                <a:gd name="connsiteY630" fmla="*/ 1090220 h 1708593"/>
                <a:gd name="connsiteX631" fmla="*/ 650315 w 2957425"/>
                <a:gd name="connsiteY631" fmla="*/ 1047762 h 1708593"/>
                <a:gd name="connsiteX632" fmla="*/ 740506 w 2957425"/>
                <a:gd name="connsiteY632" fmla="*/ 1000937 h 1708593"/>
                <a:gd name="connsiteX633" fmla="*/ 749586 w 2957425"/>
                <a:gd name="connsiteY633" fmla="*/ 1000651 h 1708593"/>
                <a:gd name="connsiteX634" fmla="*/ 758889 w 2957425"/>
                <a:gd name="connsiteY634" fmla="*/ 1000931 h 1708593"/>
                <a:gd name="connsiteX635" fmla="*/ 850154 w 2957425"/>
                <a:gd name="connsiteY635" fmla="*/ 1047762 h 1708593"/>
                <a:gd name="connsiteX636" fmla="*/ 937343 w 2957425"/>
                <a:gd name="connsiteY636" fmla="*/ 1090220 h 1708593"/>
                <a:gd name="connsiteX637" fmla="*/ 1025586 w 2957425"/>
                <a:gd name="connsiteY637" fmla="*/ 1047762 h 1708593"/>
                <a:gd name="connsiteX638" fmla="*/ 1115684 w 2957425"/>
                <a:gd name="connsiteY638" fmla="*/ 1000937 h 1708593"/>
                <a:gd name="connsiteX639" fmla="*/ 1124860 w 2957425"/>
                <a:gd name="connsiteY639" fmla="*/ 1000651 h 1708593"/>
                <a:gd name="connsiteX640" fmla="*/ 1134151 w 2957425"/>
                <a:gd name="connsiteY640" fmla="*/ 1000931 h 1708593"/>
                <a:gd name="connsiteX641" fmla="*/ 1225295 w 2957425"/>
                <a:gd name="connsiteY641" fmla="*/ 1047762 h 1708593"/>
                <a:gd name="connsiteX642" fmla="*/ 1312377 w 2957425"/>
                <a:gd name="connsiteY642" fmla="*/ 1090220 h 1708593"/>
                <a:gd name="connsiteX643" fmla="*/ 1400620 w 2957425"/>
                <a:gd name="connsiteY643" fmla="*/ 1047762 h 1708593"/>
                <a:gd name="connsiteX644" fmla="*/ 1490715 w 2957425"/>
                <a:gd name="connsiteY644" fmla="*/ 1000937 h 1708593"/>
                <a:gd name="connsiteX645" fmla="*/ 1499902 w 2957425"/>
                <a:gd name="connsiteY645" fmla="*/ 1000651 h 1708593"/>
                <a:gd name="connsiteX646" fmla="*/ 1509200 w 2957425"/>
                <a:gd name="connsiteY646" fmla="*/ 1000931 h 1708593"/>
                <a:gd name="connsiteX647" fmla="*/ 1600457 w 2957425"/>
                <a:gd name="connsiteY647" fmla="*/ 1047762 h 1708593"/>
                <a:gd name="connsiteX648" fmla="*/ 1672675 w 2957425"/>
                <a:gd name="connsiteY648" fmla="*/ 1089326 h 1708593"/>
                <a:gd name="connsiteX649" fmla="*/ 1687656 w 2957425"/>
                <a:gd name="connsiteY649" fmla="*/ 1090220 h 1708593"/>
                <a:gd name="connsiteX650" fmla="*/ 1702991 w 2957425"/>
                <a:gd name="connsiteY650" fmla="*/ 1089326 h 1708593"/>
                <a:gd name="connsiteX651" fmla="*/ 1775902 w 2957425"/>
                <a:gd name="connsiteY651" fmla="*/ 1047762 h 1708593"/>
                <a:gd name="connsiteX652" fmla="*/ 1865985 w 2957425"/>
                <a:gd name="connsiteY652" fmla="*/ 1000937 h 1708593"/>
                <a:gd name="connsiteX653" fmla="*/ 1875171 w 2957425"/>
                <a:gd name="connsiteY653" fmla="*/ 1000651 h 1708593"/>
                <a:gd name="connsiteX654" fmla="*/ 1884453 w 2957425"/>
                <a:gd name="connsiteY654" fmla="*/ 1000931 h 1708593"/>
                <a:gd name="connsiteX655" fmla="*/ 1975602 w 2957425"/>
                <a:gd name="connsiteY655" fmla="*/ 1047762 h 1708593"/>
                <a:gd name="connsiteX656" fmla="*/ 2047561 w 2957425"/>
                <a:gd name="connsiteY656" fmla="*/ 1089326 h 1708593"/>
                <a:gd name="connsiteX657" fmla="*/ 2062687 w 2957425"/>
                <a:gd name="connsiteY657" fmla="*/ 1090220 h 1708593"/>
                <a:gd name="connsiteX658" fmla="*/ 2078025 w 2957425"/>
                <a:gd name="connsiteY658" fmla="*/ 1089326 h 1708593"/>
                <a:gd name="connsiteX659" fmla="*/ 2150933 w 2957425"/>
                <a:gd name="connsiteY659" fmla="*/ 1047762 h 1708593"/>
                <a:gd name="connsiteX660" fmla="*/ 2241019 w 2957425"/>
                <a:gd name="connsiteY660" fmla="*/ 1000937 h 1708593"/>
                <a:gd name="connsiteX661" fmla="*/ 2250202 w 2957425"/>
                <a:gd name="connsiteY661" fmla="*/ 1000651 h 1708593"/>
                <a:gd name="connsiteX662" fmla="*/ 2259500 w 2957425"/>
                <a:gd name="connsiteY662" fmla="*/ 1000931 h 1708593"/>
                <a:gd name="connsiteX663" fmla="*/ 2350772 w 2957425"/>
                <a:gd name="connsiteY663" fmla="*/ 1047762 h 1708593"/>
                <a:gd name="connsiteX664" fmla="*/ 2422815 w 2957425"/>
                <a:gd name="connsiteY664" fmla="*/ 1089326 h 1708593"/>
                <a:gd name="connsiteX665" fmla="*/ 2437959 w 2957425"/>
                <a:gd name="connsiteY665" fmla="*/ 1090220 h 1708593"/>
                <a:gd name="connsiteX666" fmla="*/ 2453275 w 2957425"/>
                <a:gd name="connsiteY666" fmla="*/ 1089326 h 1708593"/>
                <a:gd name="connsiteX667" fmla="*/ 2526203 w 2957425"/>
                <a:gd name="connsiteY667" fmla="*/ 1047762 h 1708593"/>
                <a:gd name="connsiteX668" fmla="*/ 2625475 w 2957425"/>
                <a:gd name="connsiteY668" fmla="*/ 1000651 h 1708593"/>
                <a:gd name="connsiteX669" fmla="*/ 2725913 w 2957425"/>
                <a:gd name="connsiteY669" fmla="*/ 1047762 h 1708593"/>
                <a:gd name="connsiteX670" fmla="*/ 2797875 w 2957425"/>
                <a:gd name="connsiteY670" fmla="*/ 1089326 h 1708593"/>
                <a:gd name="connsiteX671" fmla="*/ 2812992 w 2957425"/>
                <a:gd name="connsiteY671" fmla="*/ 1090220 h 1708593"/>
                <a:gd name="connsiteX672" fmla="*/ 2828318 w 2957425"/>
                <a:gd name="connsiteY672" fmla="*/ 1089326 h 1708593"/>
                <a:gd name="connsiteX673" fmla="*/ 2901235 w 2957425"/>
                <a:gd name="connsiteY673" fmla="*/ 1047762 h 1708593"/>
                <a:gd name="connsiteX674" fmla="*/ 2937898 w 2957425"/>
                <a:gd name="connsiteY674" fmla="*/ 1017641 h 1708593"/>
                <a:gd name="connsiteX675" fmla="*/ 2957425 w 2957425"/>
                <a:gd name="connsiteY675" fmla="*/ 1008527 h 1708593"/>
                <a:gd name="connsiteX676" fmla="*/ 2957425 w 2957425"/>
                <a:gd name="connsiteY676" fmla="*/ 1029831 h 1708593"/>
                <a:gd name="connsiteX677" fmla="*/ 2944759 w 2957425"/>
                <a:gd name="connsiteY677" fmla="*/ 1034450 h 1708593"/>
                <a:gd name="connsiteX678" fmla="*/ 2913429 w 2957425"/>
                <a:gd name="connsiteY678" fmla="*/ 1061140 h 1708593"/>
                <a:gd name="connsiteX679" fmla="*/ 2822285 w 2957425"/>
                <a:gd name="connsiteY679" fmla="*/ 1107971 h 1708593"/>
                <a:gd name="connsiteX680" fmla="*/ 2812992 w 2957425"/>
                <a:gd name="connsiteY680" fmla="*/ 1108251 h 1708593"/>
                <a:gd name="connsiteX681" fmla="*/ 2803817 w 2957425"/>
                <a:gd name="connsiteY681" fmla="*/ 1107971 h 1708593"/>
                <a:gd name="connsiteX682" fmla="*/ 2713719 w 2957425"/>
                <a:gd name="connsiteY682" fmla="*/ 1061140 h 1708593"/>
                <a:gd name="connsiteX683" fmla="*/ 2625475 w 2957425"/>
                <a:gd name="connsiteY683" fmla="*/ 1018681 h 1708593"/>
                <a:gd name="connsiteX684" fmla="*/ 2538398 w 2957425"/>
                <a:gd name="connsiteY684" fmla="*/ 1061140 h 1708593"/>
                <a:gd name="connsiteX685" fmla="*/ 2447253 w 2957425"/>
                <a:gd name="connsiteY685" fmla="*/ 1107971 h 1708593"/>
                <a:gd name="connsiteX686" fmla="*/ 2437959 w 2957425"/>
                <a:gd name="connsiteY686" fmla="*/ 1108251 h 1708593"/>
                <a:gd name="connsiteX687" fmla="*/ 2428768 w 2957425"/>
                <a:gd name="connsiteY687" fmla="*/ 1107971 h 1708593"/>
                <a:gd name="connsiteX688" fmla="*/ 2338559 w 2957425"/>
                <a:gd name="connsiteY688" fmla="*/ 1061140 h 1708593"/>
                <a:gd name="connsiteX689" fmla="*/ 2265570 w 2957425"/>
                <a:gd name="connsiteY689" fmla="*/ 1019575 h 1708593"/>
                <a:gd name="connsiteX690" fmla="*/ 2250202 w 2957425"/>
                <a:gd name="connsiteY690" fmla="*/ 1018681 h 1708593"/>
                <a:gd name="connsiteX691" fmla="*/ 2235078 w 2957425"/>
                <a:gd name="connsiteY691" fmla="*/ 1019575 h 1708593"/>
                <a:gd name="connsiteX692" fmla="*/ 2163119 w 2957425"/>
                <a:gd name="connsiteY692" fmla="*/ 1061140 h 1708593"/>
                <a:gd name="connsiteX693" fmla="*/ 2071970 w 2957425"/>
                <a:gd name="connsiteY693" fmla="*/ 1107971 h 1708593"/>
                <a:gd name="connsiteX694" fmla="*/ 2062687 w 2957425"/>
                <a:gd name="connsiteY694" fmla="*/ 1108251 h 1708593"/>
                <a:gd name="connsiteX695" fmla="*/ 2053502 w 2957425"/>
                <a:gd name="connsiteY695" fmla="*/ 1107971 h 1708593"/>
                <a:gd name="connsiteX696" fmla="*/ 1963418 w 2957425"/>
                <a:gd name="connsiteY696" fmla="*/ 1061140 h 1708593"/>
                <a:gd name="connsiteX697" fmla="*/ 1890508 w 2957425"/>
                <a:gd name="connsiteY697" fmla="*/ 1019575 h 1708593"/>
                <a:gd name="connsiteX698" fmla="*/ 1875171 w 2957425"/>
                <a:gd name="connsiteY698" fmla="*/ 1018681 h 1708593"/>
                <a:gd name="connsiteX699" fmla="*/ 1860044 w 2957425"/>
                <a:gd name="connsiteY699" fmla="*/ 1019575 h 1708593"/>
                <a:gd name="connsiteX700" fmla="*/ 1788085 w 2957425"/>
                <a:gd name="connsiteY700" fmla="*/ 1061140 h 1708593"/>
                <a:gd name="connsiteX701" fmla="*/ 1696936 w 2957425"/>
                <a:gd name="connsiteY701" fmla="*/ 1107971 h 1708593"/>
                <a:gd name="connsiteX702" fmla="*/ 1687656 w 2957425"/>
                <a:gd name="connsiteY702" fmla="*/ 1108251 h 1708593"/>
                <a:gd name="connsiteX703" fmla="*/ 1678456 w 2957425"/>
                <a:gd name="connsiteY703" fmla="*/ 1107971 h 1708593"/>
                <a:gd name="connsiteX704" fmla="*/ 1588259 w 2957425"/>
                <a:gd name="connsiteY704" fmla="*/ 1061140 h 1708593"/>
                <a:gd name="connsiteX705" fmla="*/ 1515254 w 2957425"/>
                <a:gd name="connsiteY705" fmla="*/ 1019575 h 1708593"/>
                <a:gd name="connsiteX706" fmla="*/ 1499902 w 2957425"/>
                <a:gd name="connsiteY706" fmla="*/ 1018681 h 1708593"/>
                <a:gd name="connsiteX707" fmla="*/ 1484938 w 2957425"/>
                <a:gd name="connsiteY707" fmla="*/ 1019575 h 1708593"/>
                <a:gd name="connsiteX708" fmla="*/ 1412811 w 2957425"/>
                <a:gd name="connsiteY708" fmla="*/ 1061140 h 1708593"/>
                <a:gd name="connsiteX709" fmla="*/ 1312377 w 2957425"/>
                <a:gd name="connsiteY709" fmla="*/ 1108251 h 1708593"/>
                <a:gd name="connsiteX710" fmla="*/ 1213103 w 2957425"/>
                <a:gd name="connsiteY710" fmla="*/ 1061140 h 1708593"/>
                <a:gd name="connsiteX711" fmla="*/ 1140203 w 2957425"/>
                <a:gd name="connsiteY711" fmla="*/ 1019575 h 1708593"/>
                <a:gd name="connsiteX712" fmla="*/ 1124860 w 2957425"/>
                <a:gd name="connsiteY712" fmla="*/ 1018681 h 1708593"/>
                <a:gd name="connsiteX713" fmla="*/ 1109907 w 2957425"/>
                <a:gd name="connsiteY713" fmla="*/ 1019575 h 1708593"/>
                <a:gd name="connsiteX714" fmla="*/ 1037780 w 2957425"/>
                <a:gd name="connsiteY714" fmla="*/ 1061140 h 1708593"/>
                <a:gd name="connsiteX715" fmla="*/ 937343 w 2957425"/>
                <a:gd name="connsiteY715" fmla="*/ 1108251 h 1708593"/>
                <a:gd name="connsiteX716" fmla="*/ 837942 w 2957425"/>
                <a:gd name="connsiteY716" fmla="*/ 1061140 h 1708593"/>
                <a:gd name="connsiteX717" fmla="*/ 764952 w 2957425"/>
                <a:gd name="connsiteY717" fmla="*/ 1019575 h 1708593"/>
                <a:gd name="connsiteX718" fmla="*/ 749586 w 2957425"/>
                <a:gd name="connsiteY718" fmla="*/ 1018681 h 1708593"/>
                <a:gd name="connsiteX719" fmla="*/ 734638 w 2957425"/>
                <a:gd name="connsiteY719" fmla="*/ 1019575 h 1708593"/>
                <a:gd name="connsiteX720" fmla="*/ 662511 w 2957425"/>
                <a:gd name="connsiteY720" fmla="*/ 1061140 h 1708593"/>
                <a:gd name="connsiteX721" fmla="*/ 562069 w 2957425"/>
                <a:gd name="connsiteY721" fmla="*/ 1108251 h 1708593"/>
                <a:gd name="connsiteX722" fmla="*/ 462743 w 2957425"/>
                <a:gd name="connsiteY722" fmla="*/ 1061140 h 1708593"/>
                <a:gd name="connsiteX723" fmla="*/ 375034 w 2957425"/>
                <a:gd name="connsiteY723" fmla="*/ 1018681 h 1708593"/>
                <a:gd name="connsiteX724" fmla="*/ 287371 w 2957425"/>
                <a:gd name="connsiteY724" fmla="*/ 1061140 h 1708593"/>
                <a:gd name="connsiteX725" fmla="*/ 187517 w 2957425"/>
                <a:gd name="connsiteY725" fmla="*/ 1108251 h 1708593"/>
                <a:gd name="connsiteX726" fmla="*/ 87663 w 2957425"/>
                <a:gd name="connsiteY726" fmla="*/ 1061140 h 1708593"/>
                <a:gd name="connsiteX727" fmla="*/ 0 w 2957425"/>
                <a:gd name="connsiteY727" fmla="*/ 1018681 h 1708593"/>
                <a:gd name="connsiteX728" fmla="*/ 0 w 2957425"/>
                <a:gd name="connsiteY728" fmla="*/ 900273 h 1708593"/>
                <a:gd name="connsiteX729" fmla="*/ 99855 w 2957425"/>
                <a:gd name="connsiteY729" fmla="*/ 947279 h 1708593"/>
                <a:gd name="connsiteX730" fmla="*/ 187517 w 2957425"/>
                <a:gd name="connsiteY730" fmla="*/ 989642 h 1708593"/>
                <a:gd name="connsiteX731" fmla="*/ 275179 w 2957425"/>
                <a:gd name="connsiteY731" fmla="*/ 947279 h 1708593"/>
                <a:gd name="connsiteX732" fmla="*/ 375034 w 2957425"/>
                <a:gd name="connsiteY732" fmla="*/ 900273 h 1708593"/>
                <a:gd name="connsiteX733" fmla="*/ 474941 w 2957425"/>
                <a:gd name="connsiteY733" fmla="*/ 947279 h 1708593"/>
                <a:gd name="connsiteX734" fmla="*/ 562069 w 2957425"/>
                <a:gd name="connsiteY734" fmla="*/ 989642 h 1708593"/>
                <a:gd name="connsiteX735" fmla="*/ 650315 w 2957425"/>
                <a:gd name="connsiteY735" fmla="*/ 947279 h 1708593"/>
                <a:gd name="connsiteX736" fmla="*/ 740506 w 2957425"/>
                <a:gd name="connsiteY736" fmla="*/ 900552 h 1708593"/>
                <a:gd name="connsiteX737" fmla="*/ 749586 w 2957425"/>
                <a:gd name="connsiteY737" fmla="*/ 900273 h 1708593"/>
                <a:gd name="connsiteX738" fmla="*/ 758889 w 2957425"/>
                <a:gd name="connsiteY738" fmla="*/ 900552 h 1708593"/>
                <a:gd name="connsiteX739" fmla="*/ 850154 w 2957425"/>
                <a:gd name="connsiteY739" fmla="*/ 947279 h 1708593"/>
                <a:gd name="connsiteX740" fmla="*/ 937343 w 2957425"/>
                <a:gd name="connsiteY740" fmla="*/ 989642 h 1708593"/>
                <a:gd name="connsiteX741" fmla="*/ 1025586 w 2957425"/>
                <a:gd name="connsiteY741" fmla="*/ 947279 h 1708593"/>
                <a:gd name="connsiteX742" fmla="*/ 1115684 w 2957425"/>
                <a:gd name="connsiteY742" fmla="*/ 900552 h 1708593"/>
                <a:gd name="connsiteX743" fmla="*/ 1124860 w 2957425"/>
                <a:gd name="connsiteY743" fmla="*/ 900273 h 1708593"/>
                <a:gd name="connsiteX744" fmla="*/ 1134151 w 2957425"/>
                <a:gd name="connsiteY744" fmla="*/ 900552 h 1708593"/>
                <a:gd name="connsiteX745" fmla="*/ 1225295 w 2957425"/>
                <a:gd name="connsiteY745" fmla="*/ 947279 h 1708593"/>
                <a:gd name="connsiteX746" fmla="*/ 1312377 w 2957425"/>
                <a:gd name="connsiteY746" fmla="*/ 989642 h 1708593"/>
                <a:gd name="connsiteX747" fmla="*/ 1400620 w 2957425"/>
                <a:gd name="connsiteY747" fmla="*/ 947279 h 1708593"/>
                <a:gd name="connsiteX748" fmla="*/ 1490715 w 2957425"/>
                <a:gd name="connsiteY748" fmla="*/ 900552 h 1708593"/>
                <a:gd name="connsiteX749" fmla="*/ 1499902 w 2957425"/>
                <a:gd name="connsiteY749" fmla="*/ 900273 h 1708593"/>
                <a:gd name="connsiteX750" fmla="*/ 1509200 w 2957425"/>
                <a:gd name="connsiteY750" fmla="*/ 900552 h 1708593"/>
                <a:gd name="connsiteX751" fmla="*/ 1600457 w 2957425"/>
                <a:gd name="connsiteY751" fmla="*/ 947279 h 1708593"/>
                <a:gd name="connsiteX752" fmla="*/ 1672675 w 2957425"/>
                <a:gd name="connsiteY752" fmla="*/ 988750 h 1708593"/>
                <a:gd name="connsiteX753" fmla="*/ 1687656 w 2957425"/>
                <a:gd name="connsiteY753" fmla="*/ 989642 h 1708593"/>
                <a:gd name="connsiteX754" fmla="*/ 1702991 w 2957425"/>
                <a:gd name="connsiteY754" fmla="*/ 988750 h 1708593"/>
                <a:gd name="connsiteX755" fmla="*/ 1775902 w 2957425"/>
                <a:gd name="connsiteY755" fmla="*/ 947279 h 1708593"/>
                <a:gd name="connsiteX756" fmla="*/ 1865985 w 2957425"/>
                <a:gd name="connsiteY756" fmla="*/ 900552 h 1708593"/>
                <a:gd name="connsiteX757" fmla="*/ 1875171 w 2957425"/>
                <a:gd name="connsiteY757" fmla="*/ 900273 h 1708593"/>
                <a:gd name="connsiteX758" fmla="*/ 1884453 w 2957425"/>
                <a:gd name="connsiteY758" fmla="*/ 900552 h 1708593"/>
                <a:gd name="connsiteX759" fmla="*/ 1975602 w 2957425"/>
                <a:gd name="connsiteY759" fmla="*/ 947279 h 1708593"/>
                <a:gd name="connsiteX760" fmla="*/ 2047561 w 2957425"/>
                <a:gd name="connsiteY760" fmla="*/ 988750 h 1708593"/>
                <a:gd name="connsiteX761" fmla="*/ 2062687 w 2957425"/>
                <a:gd name="connsiteY761" fmla="*/ 989642 h 1708593"/>
                <a:gd name="connsiteX762" fmla="*/ 2078025 w 2957425"/>
                <a:gd name="connsiteY762" fmla="*/ 988750 h 1708593"/>
                <a:gd name="connsiteX763" fmla="*/ 2150933 w 2957425"/>
                <a:gd name="connsiteY763" fmla="*/ 947279 h 1708593"/>
                <a:gd name="connsiteX764" fmla="*/ 2241019 w 2957425"/>
                <a:gd name="connsiteY764" fmla="*/ 900552 h 1708593"/>
                <a:gd name="connsiteX765" fmla="*/ 2250202 w 2957425"/>
                <a:gd name="connsiteY765" fmla="*/ 900273 h 1708593"/>
                <a:gd name="connsiteX766" fmla="*/ 2259500 w 2957425"/>
                <a:gd name="connsiteY766" fmla="*/ 900552 h 1708593"/>
                <a:gd name="connsiteX767" fmla="*/ 2350772 w 2957425"/>
                <a:gd name="connsiteY767" fmla="*/ 947279 h 1708593"/>
                <a:gd name="connsiteX768" fmla="*/ 2422815 w 2957425"/>
                <a:gd name="connsiteY768" fmla="*/ 988750 h 1708593"/>
                <a:gd name="connsiteX769" fmla="*/ 2437959 w 2957425"/>
                <a:gd name="connsiteY769" fmla="*/ 989642 h 1708593"/>
                <a:gd name="connsiteX770" fmla="*/ 2453275 w 2957425"/>
                <a:gd name="connsiteY770" fmla="*/ 988750 h 1708593"/>
                <a:gd name="connsiteX771" fmla="*/ 2526203 w 2957425"/>
                <a:gd name="connsiteY771" fmla="*/ 947279 h 1708593"/>
                <a:gd name="connsiteX772" fmla="*/ 2625475 w 2957425"/>
                <a:gd name="connsiteY772" fmla="*/ 900273 h 1708593"/>
                <a:gd name="connsiteX773" fmla="*/ 2725913 w 2957425"/>
                <a:gd name="connsiteY773" fmla="*/ 947279 h 1708593"/>
                <a:gd name="connsiteX774" fmla="*/ 2797875 w 2957425"/>
                <a:gd name="connsiteY774" fmla="*/ 988750 h 1708593"/>
                <a:gd name="connsiteX775" fmla="*/ 2812992 w 2957425"/>
                <a:gd name="connsiteY775" fmla="*/ 989642 h 1708593"/>
                <a:gd name="connsiteX776" fmla="*/ 2828318 w 2957425"/>
                <a:gd name="connsiteY776" fmla="*/ 988750 h 1708593"/>
                <a:gd name="connsiteX777" fmla="*/ 2901235 w 2957425"/>
                <a:gd name="connsiteY777" fmla="*/ 947279 h 1708593"/>
                <a:gd name="connsiteX778" fmla="*/ 2937893 w 2957425"/>
                <a:gd name="connsiteY778" fmla="*/ 916994 h 1708593"/>
                <a:gd name="connsiteX779" fmla="*/ 2957425 w 2957425"/>
                <a:gd name="connsiteY779" fmla="*/ 907999 h 1708593"/>
                <a:gd name="connsiteX780" fmla="*/ 2957425 w 2957425"/>
                <a:gd name="connsiteY780" fmla="*/ 929386 h 1708593"/>
                <a:gd name="connsiteX781" fmla="*/ 2944754 w 2957425"/>
                <a:gd name="connsiteY781" fmla="*/ 933997 h 1708593"/>
                <a:gd name="connsiteX782" fmla="*/ 2913429 w 2957425"/>
                <a:gd name="connsiteY782" fmla="*/ 960626 h 1708593"/>
                <a:gd name="connsiteX783" fmla="*/ 2822285 w 2957425"/>
                <a:gd name="connsiteY783" fmla="*/ 1007353 h 1708593"/>
                <a:gd name="connsiteX784" fmla="*/ 2812992 w 2957425"/>
                <a:gd name="connsiteY784" fmla="*/ 1007632 h 1708593"/>
                <a:gd name="connsiteX785" fmla="*/ 2803817 w 2957425"/>
                <a:gd name="connsiteY785" fmla="*/ 1007346 h 1708593"/>
                <a:gd name="connsiteX786" fmla="*/ 2713719 w 2957425"/>
                <a:gd name="connsiteY786" fmla="*/ 960626 h 1708593"/>
                <a:gd name="connsiteX787" fmla="*/ 2625475 w 2957425"/>
                <a:gd name="connsiteY787" fmla="*/ 918263 h 1708593"/>
                <a:gd name="connsiteX788" fmla="*/ 2538398 w 2957425"/>
                <a:gd name="connsiteY788" fmla="*/ 960626 h 1708593"/>
                <a:gd name="connsiteX789" fmla="*/ 2447253 w 2957425"/>
                <a:gd name="connsiteY789" fmla="*/ 1007353 h 1708593"/>
                <a:gd name="connsiteX790" fmla="*/ 2437959 w 2957425"/>
                <a:gd name="connsiteY790" fmla="*/ 1007632 h 1708593"/>
                <a:gd name="connsiteX791" fmla="*/ 2428768 w 2957425"/>
                <a:gd name="connsiteY791" fmla="*/ 1007346 h 1708593"/>
                <a:gd name="connsiteX792" fmla="*/ 2338559 w 2957425"/>
                <a:gd name="connsiteY792" fmla="*/ 960626 h 1708593"/>
                <a:gd name="connsiteX793" fmla="*/ 2265570 w 2957425"/>
                <a:gd name="connsiteY793" fmla="*/ 919155 h 1708593"/>
                <a:gd name="connsiteX794" fmla="*/ 2250202 w 2957425"/>
                <a:gd name="connsiteY794" fmla="*/ 918263 h 1708593"/>
                <a:gd name="connsiteX795" fmla="*/ 2235078 w 2957425"/>
                <a:gd name="connsiteY795" fmla="*/ 919155 h 1708593"/>
                <a:gd name="connsiteX796" fmla="*/ 2163119 w 2957425"/>
                <a:gd name="connsiteY796" fmla="*/ 960626 h 1708593"/>
                <a:gd name="connsiteX797" fmla="*/ 2071970 w 2957425"/>
                <a:gd name="connsiteY797" fmla="*/ 1007353 h 1708593"/>
                <a:gd name="connsiteX798" fmla="*/ 2062687 w 2957425"/>
                <a:gd name="connsiteY798" fmla="*/ 1007632 h 1708593"/>
                <a:gd name="connsiteX799" fmla="*/ 2053502 w 2957425"/>
                <a:gd name="connsiteY799" fmla="*/ 1007346 h 1708593"/>
                <a:gd name="connsiteX800" fmla="*/ 1963418 w 2957425"/>
                <a:gd name="connsiteY800" fmla="*/ 960626 h 1708593"/>
                <a:gd name="connsiteX801" fmla="*/ 1890508 w 2957425"/>
                <a:gd name="connsiteY801" fmla="*/ 919155 h 1708593"/>
                <a:gd name="connsiteX802" fmla="*/ 1875171 w 2957425"/>
                <a:gd name="connsiteY802" fmla="*/ 918263 h 1708593"/>
                <a:gd name="connsiteX803" fmla="*/ 1860044 w 2957425"/>
                <a:gd name="connsiteY803" fmla="*/ 919155 h 1708593"/>
                <a:gd name="connsiteX804" fmla="*/ 1788085 w 2957425"/>
                <a:gd name="connsiteY804" fmla="*/ 960626 h 1708593"/>
                <a:gd name="connsiteX805" fmla="*/ 1696936 w 2957425"/>
                <a:gd name="connsiteY805" fmla="*/ 1007353 h 1708593"/>
                <a:gd name="connsiteX806" fmla="*/ 1687656 w 2957425"/>
                <a:gd name="connsiteY806" fmla="*/ 1007632 h 1708593"/>
                <a:gd name="connsiteX807" fmla="*/ 1678456 w 2957425"/>
                <a:gd name="connsiteY807" fmla="*/ 1007346 h 1708593"/>
                <a:gd name="connsiteX808" fmla="*/ 1588259 w 2957425"/>
                <a:gd name="connsiteY808" fmla="*/ 960626 h 1708593"/>
                <a:gd name="connsiteX809" fmla="*/ 1515254 w 2957425"/>
                <a:gd name="connsiteY809" fmla="*/ 919155 h 1708593"/>
                <a:gd name="connsiteX810" fmla="*/ 1499902 w 2957425"/>
                <a:gd name="connsiteY810" fmla="*/ 918263 h 1708593"/>
                <a:gd name="connsiteX811" fmla="*/ 1484938 w 2957425"/>
                <a:gd name="connsiteY811" fmla="*/ 919155 h 1708593"/>
                <a:gd name="connsiteX812" fmla="*/ 1412811 w 2957425"/>
                <a:gd name="connsiteY812" fmla="*/ 960626 h 1708593"/>
                <a:gd name="connsiteX813" fmla="*/ 1312377 w 2957425"/>
                <a:gd name="connsiteY813" fmla="*/ 1007632 h 1708593"/>
                <a:gd name="connsiteX814" fmla="*/ 1213103 w 2957425"/>
                <a:gd name="connsiteY814" fmla="*/ 960626 h 1708593"/>
                <a:gd name="connsiteX815" fmla="*/ 1140203 w 2957425"/>
                <a:gd name="connsiteY815" fmla="*/ 919155 h 1708593"/>
                <a:gd name="connsiteX816" fmla="*/ 1124860 w 2957425"/>
                <a:gd name="connsiteY816" fmla="*/ 918263 h 1708593"/>
                <a:gd name="connsiteX817" fmla="*/ 1109907 w 2957425"/>
                <a:gd name="connsiteY817" fmla="*/ 919155 h 1708593"/>
                <a:gd name="connsiteX818" fmla="*/ 1037780 w 2957425"/>
                <a:gd name="connsiteY818" fmla="*/ 960626 h 1708593"/>
                <a:gd name="connsiteX819" fmla="*/ 937343 w 2957425"/>
                <a:gd name="connsiteY819" fmla="*/ 1007632 h 1708593"/>
                <a:gd name="connsiteX820" fmla="*/ 837942 w 2957425"/>
                <a:gd name="connsiteY820" fmla="*/ 960626 h 1708593"/>
                <a:gd name="connsiteX821" fmla="*/ 764952 w 2957425"/>
                <a:gd name="connsiteY821" fmla="*/ 919155 h 1708593"/>
                <a:gd name="connsiteX822" fmla="*/ 749586 w 2957425"/>
                <a:gd name="connsiteY822" fmla="*/ 918263 h 1708593"/>
                <a:gd name="connsiteX823" fmla="*/ 734638 w 2957425"/>
                <a:gd name="connsiteY823" fmla="*/ 919155 h 1708593"/>
                <a:gd name="connsiteX824" fmla="*/ 662511 w 2957425"/>
                <a:gd name="connsiteY824" fmla="*/ 960626 h 1708593"/>
                <a:gd name="connsiteX825" fmla="*/ 562069 w 2957425"/>
                <a:gd name="connsiteY825" fmla="*/ 1007632 h 1708593"/>
                <a:gd name="connsiteX826" fmla="*/ 462743 w 2957425"/>
                <a:gd name="connsiteY826" fmla="*/ 960626 h 1708593"/>
                <a:gd name="connsiteX827" fmla="*/ 375034 w 2957425"/>
                <a:gd name="connsiteY827" fmla="*/ 918263 h 1708593"/>
                <a:gd name="connsiteX828" fmla="*/ 287371 w 2957425"/>
                <a:gd name="connsiteY828" fmla="*/ 960626 h 1708593"/>
                <a:gd name="connsiteX829" fmla="*/ 187517 w 2957425"/>
                <a:gd name="connsiteY829" fmla="*/ 1007632 h 1708593"/>
                <a:gd name="connsiteX830" fmla="*/ 87663 w 2957425"/>
                <a:gd name="connsiteY830" fmla="*/ 960626 h 1708593"/>
                <a:gd name="connsiteX831" fmla="*/ 0 w 2957425"/>
                <a:gd name="connsiteY831" fmla="*/ 918263 h 1708593"/>
                <a:gd name="connsiteX832" fmla="*/ 0 w 2957425"/>
                <a:gd name="connsiteY832" fmla="*/ 800136 h 1708593"/>
                <a:gd name="connsiteX833" fmla="*/ 99855 w 2957425"/>
                <a:gd name="connsiteY833" fmla="*/ 847784 h 1708593"/>
                <a:gd name="connsiteX834" fmla="*/ 187517 w 2957425"/>
                <a:gd name="connsiteY834" fmla="*/ 890203 h 1708593"/>
                <a:gd name="connsiteX835" fmla="*/ 275179 w 2957425"/>
                <a:gd name="connsiteY835" fmla="*/ 847784 h 1708593"/>
                <a:gd name="connsiteX836" fmla="*/ 375034 w 2957425"/>
                <a:gd name="connsiteY836" fmla="*/ 800136 h 1708593"/>
                <a:gd name="connsiteX837" fmla="*/ 474941 w 2957425"/>
                <a:gd name="connsiteY837" fmla="*/ 847784 h 1708593"/>
                <a:gd name="connsiteX838" fmla="*/ 562069 w 2957425"/>
                <a:gd name="connsiteY838" fmla="*/ 890203 h 1708593"/>
                <a:gd name="connsiteX839" fmla="*/ 650315 w 2957425"/>
                <a:gd name="connsiteY839" fmla="*/ 847784 h 1708593"/>
                <a:gd name="connsiteX840" fmla="*/ 740506 w 2957425"/>
                <a:gd name="connsiteY840" fmla="*/ 800422 h 1708593"/>
                <a:gd name="connsiteX841" fmla="*/ 749586 w 2957425"/>
                <a:gd name="connsiteY841" fmla="*/ 800136 h 1708593"/>
                <a:gd name="connsiteX842" fmla="*/ 758889 w 2957425"/>
                <a:gd name="connsiteY842" fmla="*/ 800422 h 1708593"/>
                <a:gd name="connsiteX843" fmla="*/ 850154 w 2957425"/>
                <a:gd name="connsiteY843" fmla="*/ 847784 h 1708593"/>
                <a:gd name="connsiteX844" fmla="*/ 937343 w 2957425"/>
                <a:gd name="connsiteY844" fmla="*/ 890203 h 1708593"/>
                <a:gd name="connsiteX845" fmla="*/ 1025586 w 2957425"/>
                <a:gd name="connsiteY845" fmla="*/ 847784 h 1708593"/>
                <a:gd name="connsiteX846" fmla="*/ 1115684 w 2957425"/>
                <a:gd name="connsiteY846" fmla="*/ 800422 h 1708593"/>
                <a:gd name="connsiteX847" fmla="*/ 1124860 w 2957425"/>
                <a:gd name="connsiteY847" fmla="*/ 800136 h 1708593"/>
                <a:gd name="connsiteX848" fmla="*/ 1134151 w 2957425"/>
                <a:gd name="connsiteY848" fmla="*/ 800422 h 1708593"/>
                <a:gd name="connsiteX849" fmla="*/ 1225295 w 2957425"/>
                <a:gd name="connsiteY849" fmla="*/ 847784 h 1708593"/>
                <a:gd name="connsiteX850" fmla="*/ 1312377 w 2957425"/>
                <a:gd name="connsiteY850" fmla="*/ 890203 h 1708593"/>
                <a:gd name="connsiteX851" fmla="*/ 1400620 w 2957425"/>
                <a:gd name="connsiteY851" fmla="*/ 847784 h 1708593"/>
                <a:gd name="connsiteX852" fmla="*/ 1490715 w 2957425"/>
                <a:gd name="connsiteY852" fmla="*/ 800422 h 1708593"/>
                <a:gd name="connsiteX853" fmla="*/ 1499902 w 2957425"/>
                <a:gd name="connsiteY853" fmla="*/ 800136 h 1708593"/>
                <a:gd name="connsiteX854" fmla="*/ 1509200 w 2957425"/>
                <a:gd name="connsiteY854" fmla="*/ 800422 h 1708593"/>
                <a:gd name="connsiteX855" fmla="*/ 1600457 w 2957425"/>
                <a:gd name="connsiteY855" fmla="*/ 847784 h 1708593"/>
                <a:gd name="connsiteX856" fmla="*/ 1672675 w 2957425"/>
                <a:gd name="connsiteY856" fmla="*/ 889286 h 1708593"/>
                <a:gd name="connsiteX857" fmla="*/ 1687656 w 2957425"/>
                <a:gd name="connsiteY857" fmla="*/ 890203 h 1708593"/>
                <a:gd name="connsiteX858" fmla="*/ 1702991 w 2957425"/>
                <a:gd name="connsiteY858" fmla="*/ 889286 h 1708593"/>
                <a:gd name="connsiteX859" fmla="*/ 1775902 w 2957425"/>
                <a:gd name="connsiteY859" fmla="*/ 847784 h 1708593"/>
                <a:gd name="connsiteX860" fmla="*/ 1865985 w 2957425"/>
                <a:gd name="connsiteY860" fmla="*/ 800422 h 1708593"/>
                <a:gd name="connsiteX861" fmla="*/ 1875171 w 2957425"/>
                <a:gd name="connsiteY861" fmla="*/ 800136 h 1708593"/>
                <a:gd name="connsiteX862" fmla="*/ 1884453 w 2957425"/>
                <a:gd name="connsiteY862" fmla="*/ 800422 h 1708593"/>
                <a:gd name="connsiteX863" fmla="*/ 1975602 w 2957425"/>
                <a:gd name="connsiteY863" fmla="*/ 847784 h 1708593"/>
                <a:gd name="connsiteX864" fmla="*/ 2047561 w 2957425"/>
                <a:gd name="connsiteY864" fmla="*/ 889286 h 1708593"/>
                <a:gd name="connsiteX865" fmla="*/ 2062687 w 2957425"/>
                <a:gd name="connsiteY865" fmla="*/ 890203 h 1708593"/>
                <a:gd name="connsiteX866" fmla="*/ 2078025 w 2957425"/>
                <a:gd name="connsiteY866" fmla="*/ 889286 h 1708593"/>
                <a:gd name="connsiteX867" fmla="*/ 2150933 w 2957425"/>
                <a:gd name="connsiteY867" fmla="*/ 847784 h 1708593"/>
                <a:gd name="connsiteX868" fmla="*/ 2241019 w 2957425"/>
                <a:gd name="connsiteY868" fmla="*/ 800422 h 1708593"/>
                <a:gd name="connsiteX869" fmla="*/ 2250202 w 2957425"/>
                <a:gd name="connsiteY869" fmla="*/ 800136 h 1708593"/>
                <a:gd name="connsiteX870" fmla="*/ 2259500 w 2957425"/>
                <a:gd name="connsiteY870" fmla="*/ 800422 h 1708593"/>
                <a:gd name="connsiteX871" fmla="*/ 2350772 w 2957425"/>
                <a:gd name="connsiteY871" fmla="*/ 847784 h 1708593"/>
                <a:gd name="connsiteX872" fmla="*/ 2422815 w 2957425"/>
                <a:gd name="connsiteY872" fmla="*/ 889286 h 1708593"/>
                <a:gd name="connsiteX873" fmla="*/ 2437959 w 2957425"/>
                <a:gd name="connsiteY873" fmla="*/ 890203 h 1708593"/>
                <a:gd name="connsiteX874" fmla="*/ 2453275 w 2957425"/>
                <a:gd name="connsiteY874" fmla="*/ 889286 h 1708593"/>
                <a:gd name="connsiteX875" fmla="*/ 2526203 w 2957425"/>
                <a:gd name="connsiteY875" fmla="*/ 847784 h 1708593"/>
                <a:gd name="connsiteX876" fmla="*/ 2625475 w 2957425"/>
                <a:gd name="connsiteY876" fmla="*/ 800136 h 1708593"/>
                <a:gd name="connsiteX877" fmla="*/ 2725913 w 2957425"/>
                <a:gd name="connsiteY877" fmla="*/ 847784 h 1708593"/>
                <a:gd name="connsiteX878" fmla="*/ 2797875 w 2957425"/>
                <a:gd name="connsiteY878" fmla="*/ 889286 h 1708593"/>
                <a:gd name="connsiteX879" fmla="*/ 2812992 w 2957425"/>
                <a:gd name="connsiteY879" fmla="*/ 890203 h 1708593"/>
                <a:gd name="connsiteX880" fmla="*/ 2828318 w 2957425"/>
                <a:gd name="connsiteY880" fmla="*/ 889286 h 1708593"/>
                <a:gd name="connsiteX881" fmla="*/ 2901235 w 2957425"/>
                <a:gd name="connsiteY881" fmla="*/ 847784 h 1708593"/>
                <a:gd name="connsiteX882" fmla="*/ 2937888 w 2957425"/>
                <a:gd name="connsiteY882" fmla="*/ 817197 h 1708593"/>
                <a:gd name="connsiteX883" fmla="*/ 2957425 w 2957425"/>
                <a:gd name="connsiteY883" fmla="*/ 808027 h 1708593"/>
                <a:gd name="connsiteX884" fmla="*/ 2957425 w 2957425"/>
                <a:gd name="connsiteY884" fmla="*/ 829459 h 1708593"/>
                <a:gd name="connsiteX885" fmla="*/ 2944748 w 2957425"/>
                <a:gd name="connsiteY885" fmla="*/ 834145 h 1708593"/>
                <a:gd name="connsiteX886" fmla="*/ 2913429 w 2957425"/>
                <a:gd name="connsiteY886" fmla="*/ 860568 h 1708593"/>
                <a:gd name="connsiteX887" fmla="*/ 2822285 w 2957425"/>
                <a:gd name="connsiteY887" fmla="*/ 907931 h 1708593"/>
                <a:gd name="connsiteX888" fmla="*/ 2812992 w 2957425"/>
                <a:gd name="connsiteY888" fmla="*/ 908217 h 1708593"/>
                <a:gd name="connsiteX889" fmla="*/ 2803817 w 2957425"/>
                <a:gd name="connsiteY889" fmla="*/ 907931 h 1708593"/>
                <a:gd name="connsiteX890" fmla="*/ 2713719 w 2957425"/>
                <a:gd name="connsiteY890" fmla="*/ 860568 h 1708593"/>
                <a:gd name="connsiteX891" fmla="*/ 2625475 w 2957425"/>
                <a:gd name="connsiteY891" fmla="*/ 818149 h 1708593"/>
                <a:gd name="connsiteX892" fmla="*/ 2538398 w 2957425"/>
                <a:gd name="connsiteY892" fmla="*/ 860568 h 1708593"/>
                <a:gd name="connsiteX893" fmla="*/ 2447253 w 2957425"/>
                <a:gd name="connsiteY893" fmla="*/ 907931 h 1708593"/>
                <a:gd name="connsiteX894" fmla="*/ 2437959 w 2957425"/>
                <a:gd name="connsiteY894" fmla="*/ 908217 h 1708593"/>
                <a:gd name="connsiteX895" fmla="*/ 2428768 w 2957425"/>
                <a:gd name="connsiteY895" fmla="*/ 907931 h 1708593"/>
                <a:gd name="connsiteX896" fmla="*/ 2338559 w 2957425"/>
                <a:gd name="connsiteY896" fmla="*/ 860568 h 1708593"/>
                <a:gd name="connsiteX897" fmla="*/ 2265570 w 2957425"/>
                <a:gd name="connsiteY897" fmla="*/ 819066 h 1708593"/>
                <a:gd name="connsiteX898" fmla="*/ 2250202 w 2957425"/>
                <a:gd name="connsiteY898" fmla="*/ 818149 h 1708593"/>
                <a:gd name="connsiteX899" fmla="*/ 2235078 w 2957425"/>
                <a:gd name="connsiteY899" fmla="*/ 819066 h 1708593"/>
                <a:gd name="connsiteX900" fmla="*/ 2163119 w 2957425"/>
                <a:gd name="connsiteY900" fmla="*/ 860568 h 1708593"/>
                <a:gd name="connsiteX901" fmla="*/ 2071970 w 2957425"/>
                <a:gd name="connsiteY901" fmla="*/ 907931 h 1708593"/>
                <a:gd name="connsiteX902" fmla="*/ 2062687 w 2957425"/>
                <a:gd name="connsiteY902" fmla="*/ 908217 h 1708593"/>
                <a:gd name="connsiteX903" fmla="*/ 2053502 w 2957425"/>
                <a:gd name="connsiteY903" fmla="*/ 907931 h 1708593"/>
                <a:gd name="connsiteX904" fmla="*/ 1963418 w 2957425"/>
                <a:gd name="connsiteY904" fmla="*/ 860568 h 1708593"/>
                <a:gd name="connsiteX905" fmla="*/ 1890508 w 2957425"/>
                <a:gd name="connsiteY905" fmla="*/ 819066 h 1708593"/>
                <a:gd name="connsiteX906" fmla="*/ 1875171 w 2957425"/>
                <a:gd name="connsiteY906" fmla="*/ 818149 h 1708593"/>
                <a:gd name="connsiteX907" fmla="*/ 1860044 w 2957425"/>
                <a:gd name="connsiteY907" fmla="*/ 819066 h 1708593"/>
                <a:gd name="connsiteX908" fmla="*/ 1788085 w 2957425"/>
                <a:gd name="connsiteY908" fmla="*/ 860568 h 1708593"/>
                <a:gd name="connsiteX909" fmla="*/ 1696936 w 2957425"/>
                <a:gd name="connsiteY909" fmla="*/ 907931 h 1708593"/>
                <a:gd name="connsiteX910" fmla="*/ 1687656 w 2957425"/>
                <a:gd name="connsiteY910" fmla="*/ 908217 h 1708593"/>
                <a:gd name="connsiteX911" fmla="*/ 1678456 w 2957425"/>
                <a:gd name="connsiteY911" fmla="*/ 907931 h 1708593"/>
                <a:gd name="connsiteX912" fmla="*/ 1588259 w 2957425"/>
                <a:gd name="connsiteY912" fmla="*/ 860568 h 1708593"/>
                <a:gd name="connsiteX913" fmla="*/ 1515254 w 2957425"/>
                <a:gd name="connsiteY913" fmla="*/ 819066 h 1708593"/>
                <a:gd name="connsiteX914" fmla="*/ 1499902 w 2957425"/>
                <a:gd name="connsiteY914" fmla="*/ 818149 h 1708593"/>
                <a:gd name="connsiteX915" fmla="*/ 1484938 w 2957425"/>
                <a:gd name="connsiteY915" fmla="*/ 819066 h 1708593"/>
                <a:gd name="connsiteX916" fmla="*/ 1412811 w 2957425"/>
                <a:gd name="connsiteY916" fmla="*/ 860568 h 1708593"/>
                <a:gd name="connsiteX917" fmla="*/ 1312377 w 2957425"/>
                <a:gd name="connsiteY917" fmla="*/ 908217 h 1708593"/>
                <a:gd name="connsiteX918" fmla="*/ 1213103 w 2957425"/>
                <a:gd name="connsiteY918" fmla="*/ 860568 h 1708593"/>
                <a:gd name="connsiteX919" fmla="*/ 1140203 w 2957425"/>
                <a:gd name="connsiteY919" fmla="*/ 819066 h 1708593"/>
                <a:gd name="connsiteX920" fmla="*/ 1124860 w 2957425"/>
                <a:gd name="connsiteY920" fmla="*/ 818149 h 1708593"/>
                <a:gd name="connsiteX921" fmla="*/ 1109907 w 2957425"/>
                <a:gd name="connsiteY921" fmla="*/ 819066 h 1708593"/>
                <a:gd name="connsiteX922" fmla="*/ 1037780 w 2957425"/>
                <a:gd name="connsiteY922" fmla="*/ 860568 h 1708593"/>
                <a:gd name="connsiteX923" fmla="*/ 937343 w 2957425"/>
                <a:gd name="connsiteY923" fmla="*/ 908217 h 1708593"/>
                <a:gd name="connsiteX924" fmla="*/ 837942 w 2957425"/>
                <a:gd name="connsiteY924" fmla="*/ 860568 h 1708593"/>
                <a:gd name="connsiteX925" fmla="*/ 764952 w 2957425"/>
                <a:gd name="connsiteY925" fmla="*/ 819066 h 1708593"/>
                <a:gd name="connsiteX926" fmla="*/ 749586 w 2957425"/>
                <a:gd name="connsiteY926" fmla="*/ 818149 h 1708593"/>
                <a:gd name="connsiteX927" fmla="*/ 734638 w 2957425"/>
                <a:gd name="connsiteY927" fmla="*/ 819066 h 1708593"/>
                <a:gd name="connsiteX928" fmla="*/ 662511 w 2957425"/>
                <a:gd name="connsiteY928" fmla="*/ 860568 h 1708593"/>
                <a:gd name="connsiteX929" fmla="*/ 562069 w 2957425"/>
                <a:gd name="connsiteY929" fmla="*/ 908217 h 1708593"/>
                <a:gd name="connsiteX930" fmla="*/ 462743 w 2957425"/>
                <a:gd name="connsiteY930" fmla="*/ 860568 h 1708593"/>
                <a:gd name="connsiteX931" fmla="*/ 375034 w 2957425"/>
                <a:gd name="connsiteY931" fmla="*/ 818149 h 1708593"/>
                <a:gd name="connsiteX932" fmla="*/ 287371 w 2957425"/>
                <a:gd name="connsiteY932" fmla="*/ 860568 h 1708593"/>
                <a:gd name="connsiteX933" fmla="*/ 187517 w 2957425"/>
                <a:gd name="connsiteY933" fmla="*/ 908217 h 1708593"/>
                <a:gd name="connsiteX934" fmla="*/ 87663 w 2957425"/>
                <a:gd name="connsiteY934" fmla="*/ 860568 h 1708593"/>
                <a:gd name="connsiteX935" fmla="*/ 0 w 2957425"/>
                <a:gd name="connsiteY935" fmla="*/ 818149 h 1708593"/>
                <a:gd name="connsiteX936" fmla="*/ 0 w 2957425"/>
                <a:gd name="connsiteY936" fmla="*/ 700961 h 1708593"/>
                <a:gd name="connsiteX937" fmla="*/ 99855 w 2957425"/>
                <a:gd name="connsiteY937" fmla="*/ 747967 h 1708593"/>
                <a:gd name="connsiteX938" fmla="*/ 187517 w 2957425"/>
                <a:gd name="connsiteY938" fmla="*/ 790330 h 1708593"/>
                <a:gd name="connsiteX939" fmla="*/ 275179 w 2957425"/>
                <a:gd name="connsiteY939" fmla="*/ 747967 h 1708593"/>
                <a:gd name="connsiteX940" fmla="*/ 375034 w 2957425"/>
                <a:gd name="connsiteY940" fmla="*/ 700961 h 1708593"/>
                <a:gd name="connsiteX941" fmla="*/ 474941 w 2957425"/>
                <a:gd name="connsiteY941" fmla="*/ 747967 h 1708593"/>
                <a:gd name="connsiteX942" fmla="*/ 562069 w 2957425"/>
                <a:gd name="connsiteY942" fmla="*/ 790330 h 1708593"/>
                <a:gd name="connsiteX943" fmla="*/ 650315 w 2957425"/>
                <a:gd name="connsiteY943" fmla="*/ 747967 h 1708593"/>
                <a:gd name="connsiteX944" fmla="*/ 740506 w 2957425"/>
                <a:gd name="connsiteY944" fmla="*/ 701241 h 1708593"/>
                <a:gd name="connsiteX945" fmla="*/ 749586 w 2957425"/>
                <a:gd name="connsiteY945" fmla="*/ 700961 h 1708593"/>
                <a:gd name="connsiteX946" fmla="*/ 758889 w 2957425"/>
                <a:gd name="connsiteY946" fmla="*/ 701241 h 1708593"/>
                <a:gd name="connsiteX947" fmla="*/ 850154 w 2957425"/>
                <a:gd name="connsiteY947" fmla="*/ 747967 h 1708593"/>
                <a:gd name="connsiteX948" fmla="*/ 937343 w 2957425"/>
                <a:gd name="connsiteY948" fmla="*/ 790330 h 1708593"/>
                <a:gd name="connsiteX949" fmla="*/ 1025586 w 2957425"/>
                <a:gd name="connsiteY949" fmla="*/ 747967 h 1708593"/>
                <a:gd name="connsiteX950" fmla="*/ 1115684 w 2957425"/>
                <a:gd name="connsiteY950" fmla="*/ 701241 h 1708593"/>
                <a:gd name="connsiteX951" fmla="*/ 1124860 w 2957425"/>
                <a:gd name="connsiteY951" fmla="*/ 700961 h 1708593"/>
                <a:gd name="connsiteX952" fmla="*/ 1134151 w 2957425"/>
                <a:gd name="connsiteY952" fmla="*/ 701241 h 1708593"/>
                <a:gd name="connsiteX953" fmla="*/ 1225295 w 2957425"/>
                <a:gd name="connsiteY953" fmla="*/ 747967 h 1708593"/>
                <a:gd name="connsiteX954" fmla="*/ 1312377 w 2957425"/>
                <a:gd name="connsiteY954" fmla="*/ 790330 h 1708593"/>
                <a:gd name="connsiteX955" fmla="*/ 1400620 w 2957425"/>
                <a:gd name="connsiteY955" fmla="*/ 747967 h 1708593"/>
                <a:gd name="connsiteX956" fmla="*/ 1490715 w 2957425"/>
                <a:gd name="connsiteY956" fmla="*/ 701241 h 1708593"/>
                <a:gd name="connsiteX957" fmla="*/ 1499902 w 2957425"/>
                <a:gd name="connsiteY957" fmla="*/ 700961 h 1708593"/>
                <a:gd name="connsiteX958" fmla="*/ 1509200 w 2957425"/>
                <a:gd name="connsiteY958" fmla="*/ 701241 h 1708593"/>
                <a:gd name="connsiteX959" fmla="*/ 1600457 w 2957425"/>
                <a:gd name="connsiteY959" fmla="*/ 747967 h 1708593"/>
                <a:gd name="connsiteX960" fmla="*/ 1672675 w 2957425"/>
                <a:gd name="connsiteY960" fmla="*/ 789438 h 1708593"/>
                <a:gd name="connsiteX961" fmla="*/ 1687656 w 2957425"/>
                <a:gd name="connsiteY961" fmla="*/ 790330 h 1708593"/>
                <a:gd name="connsiteX962" fmla="*/ 1702991 w 2957425"/>
                <a:gd name="connsiteY962" fmla="*/ 789438 h 1708593"/>
                <a:gd name="connsiteX963" fmla="*/ 1775902 w 2957425"/>
                <a:gd name="connsiteY963" fmla="*/ 747967 h 1708593"/>
                <a:gd name="connsiteX964" fmla="*/ 1865985 w 2957425"/>
                <a:gd name="connsiteY964" fmla="*/ 701241 h 1708593"/>
                <a:gd name="connsiteX965" fmla="*/ 1875171 w 2957425"/>
                <a:gd name="connsiteY965" fmla="*/ 700961 h 1708593"/>
                <a:gd name="connsiteX966" fmla="*/ 1884453 w 2957425"/>
                <a:gd name="connsiteY966" fmla="*/ 701241 h 1708593"/>
                <a:gd name="connsiteX967" fmla="*/ 1975602 w 2957425"/>
                <a:gd name="connsiteY967" fmla="*/ 747967 h 1708593"/>
                <a:gd name="connsiteX968" fmla="*/ 2047561 w 2957425"/>
                <a:gd name="connsiteY968" fmla="*/ 789438 h 1708593"/>
                <a:gd name="connsiteX969" fmla="*/ 2062687 w 2957425"/>
                <a:gd name="connsiteY969" fmla="*/ 790330 h 1708593"/>
                <a:gd name="connsiteX970" fmla="*/ 2078025 w 2957425"/>
                <a:gd name="connsiteY970" fmla="*/ 789438 h 1708593"/>
                <a:gd name="connsiteX971" fmla="*/ 2150933 w 2957425"/>
                <a:gd name="connsiteY971" fmla="*/ 747967 h 1708593"/>
                <a:gd name="connsiteX972" fmla="*/ 2241019 w 2957425"/>
                <a:gd name="connsiteY972" fmla="*/ 701241 h 1708593"/>
                <a:gd name="connsiteX973" fmla="*/ 2250202 w 2957425"/>
                <a:gd name="connsiteY973" fmla="*/ 700961 h 1708593"/>
                <a:gd name="connsiteX974" fmla="*/ 2259500 w 2957425"/>
                <a:gd name="connsiteY974" fmla="*/ 701241 h 1708593"/>
                <a:gd name="connsiteX975" fmla="*/ 2350772 w 2957425"/>
                <a:gd name="connsiteY975" fmla="*/ 747967 h 1708593"/>
                <a:gd name="connsiteX976" fmla="*/ 2422815 w 2957425"/>
                <a:gd name="connsiteY976" fmla="*/ 789438 h 1708593"/>
                <a:gd name="connsiteX977" fmla="*/ 2437959 w 2957425"/>
                <a:gd name="connsiteY977" fmla="*/ 790330 h 1708593"/>
                <a:gd name="connsiteX978" fmla="*/ 2453275 w 2957425"/>
                <a:gd name="connsiteY978" fmla="*/ 789438 h 1708593"/>
                <a:gd name="connsiteX979" fmla="*/ 2526203 w 2957425"/>
                <a:gd name="connsiteY979" fmla="*/ 747967 h 1708593"/>
                <a:gd name="connsiteX980" fmla="*/ 2625475 w 2957425"/>
                <a:gd name="connsiteY980" fmla="*/ 700961 h 1708593"/>
                <a:gd name="connsiteX981" fmla="*/ 2725913 w 2957425"/>
                <a:gd name="connsiteY981" fmla="*/ 747967 h 1708593"/>
                <a:gd name="connsiteX982" fmla="*/ 2797875 w 2957425"/>
                <a:gd name="connsiteY982" fmla="*/ 789438 h 1708593"/>
                <a:gd name="connsiteX983" fmla="*/ 2812992 w 2957425"/>
                <a:gd name="connsiteY983" fmla="*/ 790330 h 1708593"/>
                <a:gd name="connsiteX984" fmla="*/ 2828318 w 2957425"/>
                <a:gd name="connsiteY984" fmla="*/ 789438 h 1708593"/>
                <a:gd name="connsiteX985" fmla="*/ 2901235 w 2957425"/>
                <a:gd name="connsiteY985" fmla="*/ 747967 h 1708593"/>
                <a:gd name="connsiteX986" fmla="*/ 2937883 w 2957425"/>
                <a:gd name="connsiteY986" fmla="*/ 717682 h 1708593"/>
                <a:gd name="connsiteX987" fmla="*/ 2957425 w 2957425"/>
                <a:gd name="connsiteY987" fmla="*/ 708682 h 1708593"/>
                <a:gd name="connsiteX988" fmla="*/ 2957425 w 2957425"/>
                <a:gd name="connsiteY988" fmla="*/ 730070 h 1708593"/>
                <a:gd name="connsiteX989" fmla="*/ 2944743 w 2957425"/>
                <a:gd name="connsiteY989" fmla="*/ 734685 h 1708593"/>
                <a:gd name="connsiteX990" fmla="*/ 2913429 w 2957425"/>
                <a:gd name="connsiteY990" fmla="*/ 761314 h 1708593"/>
                <a:gd name="connsiteX991" fmla="*/ 2822285 w 2957425"/>
                <a:gd name="connsiteY991" fmla="*/ 808035 h 1708593"/>
                <a:gd name="connsiteX992" fmla="*/ 2812992 w 2957425"/>
                <a:gd name="connsiteY992" fmla="*/ 808320 h 1708593"/>
                <a:gd name="connsiteX993" fmla="*/ 2803817 w 2957425"/>
                <a:gd name="connsiteY993" fmla="*/ 808035 h 1708593"/>
                <a:gd name="connsiteX994" fmla="*/ 2713719 w 2957425"/>
                <a:gd name="connsiteY994" fmla="*/ 761314 h 1708593"/>
                <a:gd name="connsiteX995" fmla="*/ 2625475 w 2957425"/>
                <a:gd name="connsiteY995" fmla="*/ 718951 h 1708593"/>
                <a:gd name="connsiteX996" fmla="*/ 2538398 w 2957425"/>
                <a:gd name="connsiteY996" fmla="*/ 761314 h 1708593"/>
                <a:gd name="connsiteX997" fmla="*/ 2447253 w 2957425"/>
                <a:gd name="connsiteY997" fmla="*/ 808035 h 1708593"/>
                <a:gd name="connsiteX998" fmla="*/ 2437959 w 2957425"/>
                <a:gd name="connsiteY998" fmla="*/ 808320 h 1708593"/>
                <a:gd name="connsiteX999" fmla="*/ 2428768 w 2957425"/>
                <a:gd name="connsiteY999" fmla="*/ 808035 h 1708593"/>
                <a:gd name="connsiteX1000" fmla="*/ 2338559 w 2957425"/>
                <a:gd name="connsiteY1000" fmla="*/ 761314 h 1708593"/>
                <a:gd name="connsiteX1001" fmla="*/ 2265570 w 2957425"/>
                <a:gd name="connsiteY1001" fmla="*/ 719843 h 1708593"/>
                <a:gd name="connsiteX1002" fmla="*/ 2250202 w 2957425"/>
                <a:gd name="connsiteY1002" fmla="*/ 718951 h 1708593"/>
                <a:gd name="connsiteX1003" fmla="*/ 2235078 w 2957425"/>
                <a:gd name="connsiteY1003" fmla="*/ 719843 h 1708593"/>
                <a:gd name="connsiteX1004" fmla="*/ 2163119 w 2957425"/>
                <a:gd name="connsiteY1004" fmla="*/ 761314 h 1708593"/>
                <a:gd name="connsiteX1005" fmla="*/ 2071970 w 2957425"/>
                <a:gd name="connsiteY1005" fmla="*/ 808035 h 1708593"/>
                <a:gd name="connsiteX1006" fmla="*/ 2062687 w 2957425"/>
                <a:gd name="connsiteY1006" fmla="*/ 808320 h 1708593"/>
                <a:gd name="connsiteX1007" fmla="*/ 2053502 w 2957425"/>
                <a:gd name="connsiteY1007" fmla="*/ 808035 h 1708593"/>
                <a:gd name="connsiteX1008" fmla="*/ 1963418 w 2957425"/>
                <a:gd name="connsiteY1008" fmla="*/ 761314 h 1708593"/>
                <a:gd name="connsiteX1009" fmla="*/ 1890508 w 2957425"/>
                <a:gd name="connsiteY1009" fmla="*/ 719843 h 1708593"/>
                <a:gd name="connsiteX1010" fmla="*/ 1875171 w 2957425"/>
                <a:gd name="connsiteY1010" fmla="*/ 718951 h 1708593"/>
                <a:gd name="connsiteX1011" fmla="*/ 1860044 w 2957425"/>
                <a:gd name="connsiteY1011" fmla="*/ 719843 h 1708593"/>
                <a:gd name="connsiteX1012" fmla="*/ 1788085 w 2957425"/>
                <a:gd name="connsiteY1012" fmla="*/ 761314 h 1708593"/>
                <a:gd name="connsiteX1013" fmla="*/ 1696936 w 2957425"/>
                <a:gd name="connsiteY1013" fmla="*/ 808035 h 1708593"/>
                <a:gd name="connsiteX1014" fmla="*/ 1687656 w 2957425"/>
                <a:gd name="connsiteY1014" fmla="*/ 808320 h 1708593"/>
                <a:gd name="connsiteX1015" fmla="*/ 1678456 w 2957425"/>
                <a:gd name="connsiteY1015" fmla="*/ 808035 h 1708593"/>
                <a:gd name="connsiteX1016" fmla="*/ 1588259 w 2957425"/>
                <a:gd name="connsiteY1016" fmla="*/ 761314 h 1708593"/>
                <a:gd name="connsiteX1017" fmla="*/ 1515254 w 2957425"/>
                <a:gd name="connsiteY1017" fmla="*/ 719843 h 1708593"/>
                <a:gd name="connsiteX1018" fmla="*/ 1499902 w 2957425"/>
                <a:gd name="connsiteY1018" fmla="*/ 718951 h 1708593"/>
                <a:gd name="connsiteX1019" fmla="*/ 1484938 w 2957425"/>
                <a:gd name="connsiteY1019" fmla="*/ 719843 h 1708593"/>
                <a:gd name="connsiteX1020" fmla="*/ 1412811 w 2957425"/>
                <a:gd name="connsiteY1020" fmla="*/ 761314 h 1708593"/>
                <a:gd name="connsiteX1021" fmla="*/ 1312377 w 2957425"/>
                <a:gd name="connsiteY1021" fmla="*/ 808320 h 1708593"/>
                <a:gd name="connsiteX1022" fmla="*/ 1213103 w 2957425"/>
                <a:gd name="connsiteY1022" fmla="*/ 761314 h 1708593"/>
                <a:gd name="connsiteX1023" fmla="*/ 1140203 w 2957425"/>
                <a:gd name="connsiteY1023" fmla="*/ 719843 h 1708593"/>
                <a:gd name="connsiteX1024" fmla="*/ 1124860 w 2957425"/>
                <a:gd name="connsiteY1024" fmla="*/ 718951 h 1708593"/>
                <a:gd name="connsiteX1025" fmla="*/ 1109907 w 2957425"/>
                <a:gd name="connsiteY1025" fmla="*/ 719843 h 1708593"/>
                <a:gd name="connsiteX1026" fmla="*/ 1037780 w 2957425"/>
                <a:gd name="connsiteY1026" fmla="*/ 761314 h 1708593"/>
                <a:gd name="connsiteX1027" fmla="*/ 937343 w 2957425"/>
                <a:gd name="connsiteY1027" fmla="*/ 808320 h 1708593"/>
                <a:gd name="connsiteX1028" fmla="*/ 837942 w 2957425"/>
                <a:gd name="connsiteY1028" fmla="*/ 761314 h 1708593"/>
                <a:gd name="connsiteX1029" fmla="*/ 764952 w 2957425"/>
                <a:gd name="connsiteY1029" fmla="*/ 719843 h 1708593"/>
                <a:gd name="connsiteX1030" fmla="*/ 749586 w 2957425"/>
                <a:gd name="connsiteY1030" fmla="*/ 718951 h 1708593"/>
                <a:gd name="connsiteX1031" fmla="*/ 734638 w 2957425"/>
                <a:gd name="connsiteY1031" fmla="*/ 719843 h 1708593"/>
                <a:gd name="connsiteX1032" fmla="*/ 662511 w 2957425"/>
                <a:gd name="connsiteY1032" fmla="*/ 761314 h 1708593"/>
                <a:gd name="connsiteX1033" fmla="*/ 562069 w 2957425"/>
                <a:gd name="connsiteY1033" fmla="*/ 808320 h 1708593"/>
                <a:gd name="connsiteX1034" fmla="*/ 462743 w 2957425"/>
                <a:gd name="connsiteY1034" fmla="*/ 761314 h 1708593"/>
                <a:gd name="connsiteX1035" fmla="*/ 375034 w 2957425"/>
                <a:gd name="connsiteY1035" fmla="*/ 718951 h 1708593"/>
                <a:gd name="connsiteX1036" fmla="*/ 287371 w 2957425"/>
                <a:gd name="connsiteY1036" fmla="*/ 761314 h 1708593"/>
                <a:gd name="connsiteX1037" fmla="*/ 187517 w 2957425"/>
                <a:gd name="connsiteY1037" fmla="*/ 808320 h 1708593"/>
                <a:gd name="connsiteX1038" fmla="*/ 87663 w 2957425"/>
                <a:gd name="connsiteY1038" fmla="*/ 761314 h 1708593"/>
                <a:gd name="connsiteX1039" fmla="*/ 0 w 2957425"/>
                <a:gd name="connsiteY1039" fmla="*/ 718951 h 1708593"/>
                <a:gd name="connsiteX1040" fmla="*/ 0 w 2957425"/>
                <a:gd name="connsiteY1040" fmla="*/ 600343 h 1708593"/>
                <a:gd name="connsiteX1041" fmla="*/ 99855 w 2957425"/>
                <a:gd name="connsiteY1041" fmla="*/ 647348 h 1708593"/>
                <a:gd name="connsiteX1042" fmla="*/ 187517 w 2957425"/>
                <a:gd name="connsiteY1042" fmla="*/ 689712 h 1708593"/>
                <a:gd name="connsiteX1043" fmla="*/ 275179 w 2957425"/>
                <a:gd name="connsiteY1043" fmla="*/ 647348 h 1708593"/>
                <a:gd name="connsiteX1044" fmla="*/ 375034 w 2957425"/>
                <a:gd name="connsiteY1044" fmla="*/ 600343 h 1708593"/>
                <a:gd name="connsiteX1045" fmla="*/ 474941 w 2957425"/>
                <a:gd name="connsiteY1045" fmla="*/ 647348 h 1708593"/>
                <a:gd name="connsiteX1046" fmla="*/ 562069 w 2957425"/>
                <a:gd name="connsiteY1046" fmla="*/ 689712 h 1708593"/>
                <a:gd name="connsiteX1047" fmla="*/ 650315 w 2957425"/>
                <a:gd name="connsiteY1047" fmla="*/ 647348 h 1708593"/>
                <a:gd name="connsiteX1048" fmla="*/ 740506 w 2957425"/>
                <a:gd name="connsiteY1048" fmla="*/ 600622 h 1708593"/>
                <a:gd name="connsiteX1049" fmla="*/ 749586 w 2957425"/>
                <a:gd name="connsiteY1049" fmla="*/ 600343 h 1708593"/>
                <a:gd name="connsiteX1050" fmla="*/ 758889 w 2957425"/>
                <a:gd name="connsiteY1050" fmla="*/ 600622 h 1708593"/>
                <a:gd name="connsiteX1051" fmla="*/ 850154 w 2957425"/>
                <a:gd name="connsiteY1051" fmla="*/ 647348 h 1708593"/>
                <a:gd name="connsiteX1052" fmla="*/ 937343 w 2957425"/>
                <a:gd name="connsiteY1052" fmla="*/ 689712 h 1708593"/>
                <a:gd name="connsiteX1053" fmla="*/ 1025586 w 2957425"/>
                <a:gd name="connsiteY1053" fmla="*/ 647348 h 1708593"/>
                <a:gd name="connsiteX1054" fmla="*/ 1115684 w 2957425"/>
                <a:gd name="connsiteY1054" fmla="*/ 600622 h 1708593"/>
                <a:gd name="connsiteX1055" fmla="*/ 1124860 w 2957425"/>
                <a:gd name="connsiteY1055" fmla="*/ 600343 h 1708593"/>
                <a:gd name="connsiteX1056" fmla="*/ 1134151 w 2957425"/>
                <a:gd name="connsiteY1056" fmla="*/ 600622 h 1708593"/>
                <a:gd name="connsiteX1057" fmla="*/ 1225295 w 2957425"/>
                <a:gd name="connsiteY1057" fmla="*/ 647348 h 1708593"/>
                <a:gd name="connsiteX1058" fmla="*/ 1312377 w 2957425"/>
                <a:gd name="connsiteY1058" fmla="*/ 689712 h 1708593"/>
                <a:gd name="connsiteX1059" fmla="*/ 1400620 w 2957425"/>
                <a:gd name="connsiteY1059" fmla="*/ 647348 h 1708593"/>
                <a:gd name="connsiteX1060" fmla="*/ 1490715 w 2957425"/>
                <a:gd name="connsiteY1060" fmla="*/ 600622 h 1708593"/>
                <a:gd name="connsiteX1061" fmla="*/ 1499902 w 2957425"/>
                <a:gd name="connsiteY1061" fmla="*/ 600343 h 1708593"/>
                <a:gd name="connsiteX1062" fmla="*/ 1509200 w 2957425"/>
                <a:gd name="connsiteY1062" fmla="*/ 600622 h 1708593"/>
                <a:gd name="connsiteX1063" fmla="*/ 1600457 w 2957425"/>
                <a:gd name="connsiteY1063" fmla="*/ 647348 h 1708593"/>
                <a:gd name="connsiteX1064" fmla="*/ 1672675 w 2957425"/>
                <a:gd name="connsiteY1064" fmla="*/ 688820 h 1708593"/>
                <a:gd name="connsiteX1065" fmla="*/ 1687656 w 2957425"/>
                <a:gd name="connsiteY1065" fmla="*/ 689712 h 1708593"/>
                <a:gd name="connsiteX1066" fmla="*/ 1702991 w 2957425"/>
                <a:gd name="connsiteY1066" fmla="*/ 688796 h 1708593"/>
                <a:gd name="connsiteX1067" fmla="*/ 1775902 w 2957425"/>
                <a:gd name="connsiteY1067" fmla="*/ 647348 h 1708593"/>
                <a:gd name="connsiteX1068" fmla="*/ 1865985 w 2957425"/>
                <a:gd name="connsiteY1068" fmla="*/ 600622 h 1708593"/>
                <a:gd name="connsiteX1069" fmla="*/ 1875171 w 2957425"/>
                <a:gd name="connsiteY1069" fmla="*/ 600343 h 1708593"/>
                <a:gd name="connsiteX1070" fmla="*/ 1884453 w 2957425"/>
                <a:gd name="connsiteY1070" fmla="*/ 600622 h 1708593"/>
                <a:gd name="connsiteX1071" fmla="*/ 1975602 w 2957425"/>
                <a:gd name="connsiteY1071" fmla="*/ 647348 h 1708593"/>
                <a:gd name="connsiteX1072" fmla="*/ 2047561 w 2957425"/>
                <a:gd name="connsiteY1072" fmla="*/ 688820 h 1708593"/>
                <a:gd name="connsiteX1073" fmla="*/ 2062687 w 2957425"/>
                <a:gd name="connsiteY1073" fmla="*/ 689712 h 1708593"/>
                <a:gd name="connsiteX1074" fmla="*/ 2078025 w 2957425"/>
                <a:gd name="connsiteY1074" fmla="*/ 688796 h 1708593"/>
                <a:gd name="connsiteX1075" fmla="*/ 2150933 w 2957425"/>
                <a:gd name="connsiteY1075" fmla="*/ 647348 h 1708593"/>
                <a:gd name="connsiteX1076" fmla="*/ 2241019 w 2957425"/>
                <a:gd name="connsiteY1076" fmla="*/ 600622 h 1708593"/>
                <a:gd name="connsiteX1077" fmla="*/ 2250202 w 2957425"/>
                <a:gd name="connsiteY1077" fmla="*/ 600343 h 1708593"/>
                <a:gd name="connsiteX1078" fmla="*/ 2259500 w 2957425"/>
                <a:gd name="connsiteY1078" fmla="*/ 600622 h 1708593"/>
                <a:gd name="connsiteX1079" fmla="*/ 2350772 w 2957425"/>
                <a:gd name="connsiteY1079" fmla="*/ 647348 h 1708593"/>
                <a:gd name="connsiteX1080" fmla="*/ 2422815 w 2957425"/>
                <a:gd name="connsiteY1080" fmla="*/ 688820 h 1708593"/>
                <a:gd name="connsiteX1081" fmla="*/ 2437959 w 2957425"/>
                <a:gd name="connsiteY1081" fmla="*/ 689712 h 1708593"/>
                <a:gd name="connsiteX1082" fmla="*/ 2453275 w 2957425"/>
                <a:gd name="connsiteY1082" fmla="*/ 688796 h 1708593"/>
                <a:gd name="connsiteX1083" fmla="*/ 2526203 w 2957425"/>
                <a:gd name="connsiteY1083" fmla="*/ 647348 h 1708593"/>
                <a:gd name="connsiteX1084" fmla="*/ 2625475 w 2957425"/>
                <a:gd name="connsiteY1084" fmla="*/ 600343 h 1708593"/>
                <a:gd name="connsiteX1085" fmla="*/ 2725913 w 2957425"/>
                <a:gd name="connsiteY1085" fmla="*/ 647348 h 1708593"/>
                <a:gd name="connsiteX1086" fmla="*/ 2797875 w 2957425"/>
                <a:gd name="connsiteY1086" fmla="*/ 688820 h 1708593"/>
                <a:gd name="connsiteX1087" fmla="*/ 2812992 w 2957425"/>
                <a:gd name="connsiteY1087" fmla="*/ 689712 h 1708593"/>
                <a:gd name="connsiteX1088" fmla="*/ 2828318 w 2957425"/>
                <a:gd name="connsiteY1088" fmla="*/ 688796 h 1708593"/>
                <a:gd name="connsiteX1089" fmla="*/ 2901235 w 2957425"/>
                <a:gd name="connsiteY1089" fmla="*/ 647348 h 1708593"/>
                <a:gd name="connsiteX1090" fmla="*/ 2937877 w 2957425"/>
                <a:gd name="connsiteY1090" fmla="*/ 617064 h 1708593"/>
                <a:gd name="connsiteX1091" fmla="*/ 2957425 w 2957425"/>
                <a:gd name="connsiteY1091" fmla="*/ 608060 h 1708593"/>
                <a:gd name="connsiteX1092" fmla="*/ 2957425 w 2957425"/>
                <a:gd name="connsiteY1092" fmla="*/ 629043 h 1708593"/>
                <a:gd name="connsiteX1093" fmla="*/ 2944738 w 2957425"/>
                <a:gd name="connsiteY1093" fmla="*/ 633727 h 1708593"/>
                <a:gd name="connsiteX1094" fmla="*/ 2913429 w 2957425"/>
                <a:gd name="connsiteY1094" fmla="*/ 660115 h 1708593"/>
                <a:gd name="connsiteX1095" fmla="*/ 2822285 w 2957425"/>
                <a:gd name="connsiteY1095" fmla="*/ 707416 h 1708593"/>
                <a:gd name="connsiteX1096" fmla="*/ 2812992 w 2957425"/>
                <a:gd name="connsiteY1096" fmla="*/ 707701 h 1708593"/>
                <a:gd name="connsiteX1097" fmla="*/ 2803817 w 2957425"/>
                <a:gd name="connsiteY1097" fmla="*/ 707416 h 1708593"/>
                <a:gd name="connsiteX1098" fmla="*/ 2713719 w 2957425"/>
                <a:gd name="connsiteY1098" fmla="*/ 660115 h 1708593"/>
                <a:gd name="connsiteX1099" fmla="*/ 2625475 w 2957425"/>
                <a:gd name="connsiteY1099" fmla="*/ 617752 h 1708593"/>
                <a:gd name="connsiteX1100" fmla="*/ 2538398 w 2957425"/>
                <a:gd name="connsiteY1100" fmla="*/ 660115 h 1708593"/>
                <a:gd name="connsiteX1101" fmla="*/ 2447253 w 2957425"/>
                <a:gd name="connsiteY1101" fmla="*/ 707416 h 1708593"/>
                <a:gd name="connsiteX1102" fmla="*/ 2437959 w 2957425"/>
                <a:gd name="connsiteY1102" fmla="*/ 707701 h 1708593"/>
                <a:gd name="connsiteX1103" fmla="*/ 2428768 w 2957425"/>
                <a:gd name="connsiteY1103" fmla="*/ 707416 h 1708593"/>
                <a:gd name="connsiteX1104" fmla="*/ 2338559 w 2957425"/>
                <a:gd name="connsiteY1104" fmla="*/ 660115 h 1708593"/>
                <a:gd name="connsiteX1105" fmla="*/ 2265570 w 2957425"/>
                <a:gd name="connsiteY1105" fmla="*/ 618668 h 1708593"/>
                <a:gd name="connsiteX1106" fmla="*/ 2250202 w 2957425"/>
                <a:gd name="connsiteY1106" fmla="*/ 617752 h 1708593"/>
                <a:gd name="connsiteX1107" fmla="*/ 2235078 w 2957425"/>
                <a:gd name="connsiteY1107" fmla="*/ 618668 h 1708593"/>
                <a:gd name="connsiteX1108" fmla="*/ 2163119 w 2957425"/>
                <a:gd name="connsiteY1108" fmla="*/ 660115 h 1708593"/>
                <a:gd name="connsiteX1109" fmla="*/ 2071970 w 2957425"/>
                <a:gd name="connsiteY1109" fmla="*/ 707416 h 1708593"/>
                <a:gd name="connsiteX1110" fmla="*/ 2062687 w 2957425"/>
                <a:gd name="connsiteY1110" fmla="*/ 707701 h 1708593"/>
                <a:gd name="connsiteX1111" fmla="*/ 2053502 w 2957425"/>
                <a:gd name="connsiteY1111" fmla="*/ 707416 h 1708593"/>
                <a:gd name="connsiteX1112" fmla="*/ 1963418 w 2957425"/>
                <a:gd name="connsiteY1112" fmla="*/ 660115 h 1708593"/>
                <a:gd name="connsiteX1113" fmla="*/ 1890508 w 2957425"/>
                <a:gd name="connsiteY1113" fmla="*/ 618668 h 1708593"/>
                <a:gd name="connsiteX1114" fmla="*/ 1875171 w 2957425"/>
                <a:gd name="connsiteY1114" fmla="*/ 617752 h 1708593"/>
                <a:gd name="connsiteX1115" fmla="*/ 1860044 w 2957425"/>
                <a:gd name="connsiteY1115" fmla="*/ 618668 h 1708593"/>
                <a:gd name="connsiteX1116" fmla="*/ 1788085 w 2957425"/>
                <a:gd name="connsiteY1116" fmla="*/ 660115 h 1708593"/>
                <a:gd name="connsiteX1117" fmla="*/ 1696936 w 2957425"/>
                <a:gd name="connsiteY1117" fmla="*/ 707416 h 1708593"/>
                <a:gd name="connsiteX1118" fmla="*/ 1687656 w 2957425"/>
                <a:gd name="connsiteY1118" fmla="*/ 707701 h 1708593"/>
                <a:gd name="connsiteX1119" fmla="*/ 1678456 w 2957425"/>
                <a:gd name="connsiteY1119" fmla="*/ 707416 h 1708593"/>
                <a:gd name="connsiteX1120" fmla="*/ 1588259 w 2957425"/>
                <a:gd name="connsiteY1120" fmla="*/ 660115 h 1708593"/>
                <a:gd name="connsiteX1121" fmla="*/ 1515254 w 2957425"/>
                <a:gd name="connsiteY1121" fmla="*/ 618668 h 1708593"/>
                <a:gd name="connsiteX1122" fmla="*/ 1499902 w 2957425"/>
                <a:gd name="connsiteY1122" fmla="*/ 617752 h 1708593"/>
                <a:gd name="connsiteX1123" fmla="*/ 1484938 w 2957425"/>
                <a:gd name="connsiteY1123" fmla="*/ 618668 h 1708593"/>
                <a:gd name="connsiteX1124" fmla="*/ 1412811 w 2957425"/>
                <a:gd name="connsiteY1124" fmla="*/ 660115 h 1708593"/>
                <a:gd name="connsiteX1125" fmla="*/ 1312377 w 2957425"/>
                <a:gd name="connsiteY1125" fmla="*/ 707701 h 1708593"/>
                <a:gd name="connsiteX1126" fmla="*/ 1213103 w 2957425"/>
                <a:gd name="connsiteY1126" fmla="*/ 660115 h 1708593"/>
                <a:gd name="connsiteX1127" fmla="*/ 1140203 w 2957425"/>
                <a:gd name="connsiteY1127" fmla="*/ 618668 h 1708593"/>
                <a:gd name="connsiteX1128" fmla="*/ 1124860 w 2957425"/>
                <a:gd name="connsiteY1128" fmla="*/ 617752 h 1708593"/>
                <a:gd name="connsiteX1129" fmla="*/ 1109907 w 2957425"/>
                <a:gd name="connsiteY1129" fmla="*/ 618668 h 1708593"/>
                <a:gd name="connsiteX1130" fmla="*/ 1037780 w 2957425"/>
                <a:gd name="connsiteY1130" fmla="*/ 660115 h 1708593"/>
                <a:gd name="connsiteX1131" fmla="*/ 937343 w 2957425"/>
                <a:gd name="connsiteY1131" fmla="*/ 707701 h 1708593"/>
                <a:gd name="connsiteX1132" fmla="*/ 837942 w 2957425"/>
                <a:gd name="connsiteY1132" fmla="*/ 660115 h 1708593"/>
                <a:gd name="connsiteX1133" fmla="*/ 764952 w 2957425"/>
                <a:gd name="connsiteY1133" fmla="*/ 618668 h 1708593"/>
                <a:gd name="connsiteX1134" fmla="*/ 749586 w 2957425"/>
                <a:gd name="connsiteY1134" fmla="*/ 617752 h 1708593"/>
                <a:gd name="connsiteX1135" fmla="*/ 734638 w 2957425"/>
                <a:gd name="connsiteY1135" fmla="*/ 618668 h 1708593"/>
                <a:gd name="connsiteX1136" fmla="*/ 662511 w 2957425"/>
                <a:gd name="connsiteY1136" fmla="*/ 660115 h 1708593"/>
                <a:gd name="connsiteX1137" fmla="*/ 562069 w 2957425"/>
                <a:gd name="connsiteY1137" fmla="*/ 707701 h 1708593"/>
                <a:gd name="connsiteX1138" fmla="*/ 462743 w 2957425"/>
                <a:gd name="connsiteY1138" fmla="*/ 660115 h 1708593"/>
                <a:gd name="connsiteX1139" fmla="*/ 375034 w 2957425"/>
                <a:gd name="connsiteY1139" fmla="*/ 617752 h 1708593"/>
                <a:gd name="connsiteX1140" fmla="*/ 287371 w 2957425"/>
                <a:gd name="connsiteY1140" fmla="*/ 660115 h 1708593"/>
                <a:gd name="connsiteX1141" fmla="*/ 187517 w 2957425"/>
                <a:gd name="connsiteY1141" fmla="*/ 707701 h 1708593"/>
                <a:gd name="connsiteX1142" fmla="*/ 87663 w 2957425"/>
                <a:gd name="connsiteY1142" fmla="*/ 660115 h 1708593"/>
                <a:gd name="connsiteX1143" fmla="*/ 0 w 2957425"/>
                <a:gd name="connsiteY1143" fmla="*/ 617752 h 1708593"/>
                <a:gd name="connsiteX1144" fmla="*/ 0 w 2957425"/>
                <a:gd name="connsiteY1144" fmla="*/ 500446 h 1708593"/>
                <a:gd name="connsiteX1145" fmla="*/ 99855 w 2957425"/>
                <a:gd name="connsiteY1145" fmla="*/ 548032 h 1708593"/>
                <a:gd name="connsiteX1146" fmla="*/ 187517 w 2957425"/>
                <a:gd name="connsiteY1146" fmla="*/ 590395 h 1708593"/>
                <a:gd name="connsiteX1147" fmla="*/ 275179 w 2957425"/>
                <a:gd name="connsiteY1147" fmla="*/ 548032 h 1708593"/>
                <a:gd name="connsiteX1148" fmla="*/ 375034 w 2957425"/>
                <a:gd name="connsiteY1148" fmla="*/ 500446 h 1708593"/>
                <a:gd name="connsiteX1149" fmla="*/ 474941 w 2957425"/>
                <a:gd name="connsiteY1149" fmla="*/ 548032 h 1708593"/>
                <a:gd name="connsiteX1150" fmla="*/ 562069 w 2957425"/>
                <a:gd name="connsiteY1150" fmla="*/ 590395 h 1708593"/>
                <a:gd name="connsiteX1151" fmla="*/ 650315 w 2957425"/>
                <a:gd name="connsiteY1151" fmla="*/ 548032 h 1708593"/>
                <a:gd name="connsiteX1152" fmla="*/ 740506 w 2957425"/>
                <a:gd name="connsiteY1152" fmla="*/ 500732 h 1708593"/>
                <a:gd name="connsiteX1153" fmla="*/ 749586 w 2957425"/>
                <a:gd name="connsiteY1153" fmla="*/ 500446 h 1708593"/>
                <a:gd name="connsiteX1154" fmla="*/ 758889 w 2957425"/>
                <a:gd name="connsiteY1154" fmla="*/ 500732 h 1708593"/>
                <a:gd name="connsiteX1155" fmla="*/ 850154 w 2957425"/>
                <a:gd name="connsiteY1155" fmla="*/ 548032 h 1708593"/>
                <a:gd name="connsiteX1156" fmla="*/ 937343 w 2957425"/>
                <a:gd name="connsiteY1156" fmla="*/ 590395 h 1708593"/>
                <a:gd name="connsiteX1157" fmla="*/ 1025586 w 2957425"/>
                <a:gd name="connsiteY1157" fmla="*/ 548032 h 1708593"/>
                <a:gd name="connsiteX1158" fmla="*/ 1115684 w 2957425"/>
                <a:gd name="connsiteY1158" fmla="*/ 500732 h 1708593"/>
                <a:gd name="connsiteX1159" fmla="*/ 1124860 w 2957425"/>
                <a:gd name="connsiteY1159" fmla="*/ 500446 h 1708593"/>
                <a:gd name="connsiteX1160" fmla="*/ 1134151 w 2957425"/>
                <a:gd name="connsiteY1160" fmla="*/ 500732 h 1708593"/>
                <a:gd name="connsiteX1161" fmla="*/ 1225295 w 2957425"/>
                <a:gd name="connsiteY1161" fmla="*/ 548032 h 1708593"/>
                <a:gd name="connsiteX1162" fmla="*/ 1312377 w 2957425"/>
                <a:gd name="connsiteY1162" fmla="*/ 590395 h 1708593"/>
                <a:gd name="connsiteX1163" fmla="*/ 1400620 w 2957425"/>
                <a:gd name="connsiteY1163" fmla="*/ 548032 h 1708593"/>
                <a:gd name="connsiteX1164" fmla="*/ 1490715 w 2957425"/>
                <a:gd name="connsiteY1164" fmla="*/ 500732 h 1708593"/>
                <a:gd name="connsiteX1165" fmla="*/ 1499902 w 2957425"/>
                <a:gd name="connsiteY1165" fmla="*/ 500446 h 1708593"/>
                <a:gd name="connsiteX1166" fmla="*/ 1509200 w 2957425"/>
                <a:gd name="connsiteY1166" fmla="*/ 500732 h 1708593"/>
                <a:gd name="connsiteX1167" fmla="*/ 1600457 w 2957425"/>
                <a:gd name="connsiteY1167" fmla="*/ 548032 h 1708593"/>
                <a:gd name="connsiteX1168" fmla="*/ 1672675 w 2957425"/>
                <a:gd name="connsiteY1168" fmla="*/ 589480 h 1708593"/>
                <a:gd name="connsiteX1169" fmla="*/ 1687656 w 2957425"/>
                <a:gd name="connsiteY1169" fmla="*/ 590395 h 1708593"/>
                <a:gd name="connsiteX1170" fmla="*/ 1702991 w 2957425"/>
                <a:gd name="connsiteY1170" fmla="*/ 589480 h 1708593"/>
                <a:gd name="connsiteX1171" fmla="*/ 1775902 w 2957425"/>
                <a:gd name="connsiteY1171" fmla="*/ 548032 h 1708593"/>
                <a:gd name="connsiteX1172" fmla="*/ 1865985 w 2957425"/>
                <a:gd name="connsiteY1172" fmla="*/ 500732 h 1708593"/>
                <a:gd name="connsiteX1173" fmla="*/ 1875171 w 2957425"/>
                <a:gd name="connsiteY1173" fmla="*/ 500446 h 1708593"/>
                <a:gd name="connsiteX1174" fmla="*/ 1884453 w 2957425"/>
                <a:gd name="connsiteY1174" fmla="*/ 500732 h 1708593"/>
                <a:gd name="connsiteX1175" fmla="*/ 1975602 w 2957425"/>
                <a:gd name="connsiteY1175" fmla="*/ 548032 h 1708593"/>
                <a:gd name="connsiteX1176" fmla="*/ 2047561 w 2957425"/>
                <a:gd name="connsiteY1176" fmla="*/ 589480 h 1708593"/>
                <a:gd name="connsiteX1177" fmla="*/ 2062687 w 2957425"/>
                <a:gd name="connsiteY1177" fmla="*/ 590395 h 1708593"/>
                <a:gd name="connsiteX1178" fmla="*/ 2078025 w 2957425"/>
                <a:gd name="connsiteY1178" fmla="*/ 589480 h 1708593"/>
                <a:gd name="connsiteX1179" fmla="*/ 2150933 w 2957425"/>
                <a:gd name="connsiteY1179" fmla="*/ 548032 h 1708593"/>
                <a:gd name="connsiteX1180" fmla="*/ 2241019 w 2957425"/>
                <a:gd name="connsiteY1180" fmla="*/ 500732 h 1708593"/>
                <a:gd name="connsiteX1181" fmla="*/ 2250202 w 2957425"/>
                <a:gd name="connsiteY1181" fmla="*/ 500446 h 1708593"/>
                <a:gd name="connsiteX1182" fmla="*/ 2259500 w 2957425"/>
                <a:gd name="connsiteY1182" fmla="*/ 500732 h 1708593"/>
                <a:gd name="connsiteX1183" fmla="*/ 2350772 w 2957425"/>
                <a:gd name="connsiteY1183" fmla="*/ 548032 h 1708593"/>
                <a:gd name="connsiteX1184" fmla="*/ 2422815 w 2957425"/>
                <a:gd name="connsiteY1184" fmla="*/ 589480 h 1708593"/>
                <a:gd name="connsiteX1185" fmla="*/ 2437959 w 2957425"/>
                <a:gd name="connsiteY1185" fmla="*/ 590395 h 1708593"/>
                <a:gd name="connsiteX1186" fmla="*/ 2453275 w 2957425"/>
                <a:gd name="connsiteY1186" fmla="*/ 589480 h 1708593"/>
                <a:gd name="connsiteX1187" fmla="*/ 2526203 w 2957425"/>
                <a:gd name="connsiteY1187" fmla="*/ 548032 h 1708593"/>
                <a:gd name="connsiteX1188" fmla="*/ 2625475 w 2957425"/>
                <a:gd name="connsiteY1188" fmla="*/ 500446 h 1708593"/>
                <a:gd name="connsiteX1189" fmla="*/ 2725913 w 2957425"/>
                <a:gd name="connsiteY1189" fmla="*/ 548032 h 1708593"/>
                <a:gd name="connsiteX1190" fmla="*/ 2797875 w 2957425"/>
                <a:gd name="connsiteY1190" fmla="*/ 589480 h 1708593"/>
                <a:gd name="connsiteX1191" fmla="*/ 2812992 w 2957425"/>
                <a:gd name="connsiteY1191" fmla="*/ 590395 h 1708593"/>
                <a:gd name="connsiteX1192" fmla="*/ 2828318 w 2957425"/>
                <a:gd name="connsiteY1192" fmla="*/ 589480 h 1708593"/>
                <a:gd name="connsiteX1193" fmla="*/ 2901235 w 2957425"/>
                <a:gd name="connsiteY1193" fmla="*/ 548032 h 1708593"/>
                <a:gd name="connsiteX1194" fmla="*/ 2937872 w 2957425"/>
                <a:gd name="connsiteY1194" fmla="*/ 517484 h 1708593"/>
                <a:gd name="connsiteX1195" fmla="*/ 2957425 w 2957425"/>
                <a:gd name="connsiteY1195" fmla="*/ 508319 h 1708593"/>
                <a:gd name="connsiteX1196" fmla="*/ 2957425 w 2957425"/>
                <a:gd name="connsiteY1196" fmla="*/ 529725 h 1708593"/>
                <a:gd name="connsiteX1197" fmla="*/ 2944732 w 2957425"/>
                <a:gd name="connsiteY1197" fmla="*/ 534411 h 1708593"/>
                <a:gd name="connsiteX1198" fmla="*/ 2913429 w 2957425"/>
                <a:gd name="connsiteY1198" fmla="*/ 560799 h 1708593"/>
                <a:gd name="connsiteX1199" fmla="*/ 2822285 w 2957425"/>
                <a:gd name="connsiteY1199" fmla="*/ 607526 h 1708593"/>
                <a:gd name="connsiteX1200" fmla="*/ 2812992 w 2957425"/>
                <a:gd name="connsiteY1200" fmla="*/ 607805 h 1708593"/>
                <a:gd name="connsiteX1201" fmla="*/ 2803817 w 2957425"/>
                <a:gd name="connsiteY1201" fmla="*/ 607526 h 1708593"/>
                <a:gd name="connsiteX1202" fmla="*/ 2713719 w 2957425"/>
                <a:gd name="connsiteY1202" fmla="*/ 560799 h 1708593"/>
                <a:gd name="connsiteX1203" fmla="*/ 2625475 w 2957425"/>
                <a:gd name="connsiteY1203" fmla="*/ 518436 h 1708593"/>
                <a:gd name="connsiteX1204" fmla="*/ 2538398 w 2957425"/>
                <a:gd name="connsiteY1204" fmla="*/ 560799 h 1708593"/>
                <a:gd name="connsiteX1205" fmla="*/ 2447253 w 2957425"/>
                <a:gd name="connsiteY1205" fmla="*/ 607526 h 1708593"/>
                <a:gd name="connsiteX1206" fmla="*/ 2437959 w 2957425"/>
                <a:gd name="connsiteY1206" fmla="*/ 607805 h 1708593"/>
                <a:gd name="connsiteX1207" fmla="*/ 2428768 w 2957425"/>
                <a:gd name="connsiteY1207" fmla="*/ 607526 h 1708593"/>
                <a:gd name="connsiteX1208" fmla="*/ 2338559 w 2957425"/>
                <a:gd name="connsiteY1208" fmla="*/ 560799 h 1708593"/>
                <a:gd name="connsiteX1209" fmla="*/ 2265570 w 2957425"/>
                <a:gd name="connsiteY1209" fmla="*/ 519352 h 1708593"/>
                <a:gd name="connsiteX1210" fmla="*/ 2250202 w 2957425"/>
                <a:gd name="connsiteY1210" fmla="*/ 518436 h 1708593"/>
                <a:gd name="connsiteX1211" fmla="*/ 2235078 w 2957425"/>
                <a:gd name="connsiteY1211" fmla="*/ 519352 h 1708593"/>
                <a:gd name="connsiteX1212" fmla="*/ 2163119 w 2957425"/>
                <a:gd name="connsiteY1212" fmla="*/ 560799 h 1708593"/>
                <a:gd name="connsiteX1213" fmla="*/ 2071970 w 2957425"/>
                <a:gd name="connsiteY1213" fmla="*/ 607526 h 1708593"/>
                <a:gd name="connsiteX1214" fmla="*/ 2062687 w 2957425"/>
                <a:gd name="connsiteY1214" fmla="*/ 607805 h 1708593"/>
                <a:gd name="connsiteX1215" fmla="*/ 2053502 w 2957425"/>
                <a:gd name="connsiteY1215" fmla="*/ 607526 h 1708593"/>
                <a:gd name="connsiteX1216" fmla="*/ 1963418 w 2957425"/>
                <a:gd name="connsiteY1216" fmla="*/ 560799 h 1708593"/>
                <a:gd name="connsiteX1217" fmla="*/ 1890508 w 2957425"/>
                <a:gd name="connsiteY1217" fmla="*/ 519352 h 1708593"/>
                <a:gd name="connsiteX1218" fmla="*/ 1875171 w 2957425"/>
                <a:gd name="connsiteY1218" fmla="*/ 518436 h 1708593"/>
                <a:gd name="connsiteX1219" fmla="*/ 1860044 w 2957425"/>
                <a:gd name="connsiteY1219" fmla="*/ 519352 h 1708593"/>
                <a:gd name="connsiteX1220" fmla="*/ 1788085 w 2957425"/>
                <a:gd name="connsiteY1220" fmla="*/ 560799 h 1708593"/>
                <a:gd name="connsiteX1221" fmla="*/ 1696936 w 2957425"/>
                <a:gd name="connsiteY1221" fmla="*/ 607526 h 1708593"/>
                <a:gd name="connsiteX1222" fmla="*/ 1687656 w 2957425"/>
                <a:gd name="connsiteY1222" fmla="*/ 607805 h 1708593"/>
                <a:gd name="connsiteX1223" fmla="*/ 1678456 w 2957425"/>
                <a:gd name="connsiteY1223" fmla="*/ 607526 h 1708593"/>
                <a:gd name="connsiteX1224" fmla="*/ 1588259 w 2957425"/>
                <a:gd name="connsiteY1224" fmla="*/ 560799 h 1708593"/>
                <a:gd name="connsiteX1225" fmla="*/ 1515254 w 2957425"/>
                <a:gd name="connsiteY1225" fmla="*/ 519352 h 1708593"/>
                <a:gd name="connsiteX1226" fmla="*/ 1499902 w 2957425"/>
                <a:gd name="connsiteY1226" fmla="*/ 518436 h 1708593"/>
                <a:gd name="connsiteX1227" fmla="*/ 1484938 w 2957425"/>
                <a:gd name="connsiteY1227" fmla="*/ 519352 h 1708593"/>
                <a:gd name="connsiteX1228" fmla="*/ 1412811 w 2957425"/>
                <a:gd name="connsiteY1228" fmla="*/ 560799 h 1708593"/>
                <a:gd name="connsiteX1229" fmla="*/ 1312377 w 2957425"/>
                <a:gd name="connsiteY1229" fmla="*/ 607805 h 1708593"/>
                <a:gd name="connsiteX1230" fmla="*/ 1213103 w 2957425"/>
                <a:gd name="connsiteY1230" fmla="*/ 560799 h 1708593"/>
                <a:gd name="connsiteX1231" fmla="*/ 1140203 w 2957425"/>
                <a:gd name="connsiteY1231" fmla="*/ 519352 h 1708593"/>
                <a:gd name="connsiteX1232" fmla="*/ 1124860 w 2957425"/>
                <a:gd name="connsiteY1232" fmla="*/ 518436 h 1708593"/>
                <a:gd name="connsiteX1233" fmla="*/ 1109907 w 2957425"/>
                <a:gd name="connsiteY1233" fmla="*/ 519352 h 1708593"/>
                <a:gd name="connsiteX1234" fmla="*/ 1037780 w 2957425"/>
                <a:gd name="connsiteY1234" fmla="*/ 560799 h 1708593"/>
                <a:gd name="connsiteX1235" fmla="*/ 937343 w 2957425"/>
                <a:gd name="connsiteY1235" fmla="*/ 607805 h 1708593"/>
                <a:gd name="connsiteX1236" fmla="*/ 837942 w 2957425"/>
                <a:gd name="connsiteY1236" fmla="*/ 560799 h 1708593"/>
                <a:gd name="connsiteX1237" fmla="*/ 764952 w 2957425"/>
                <a:gd name="connsiteY1237" fmla="*/ 519352 h 1708593"/>
                <a:gd name="connsiteX1238" fmla="*/ 749586 w 2957425"/>
                <a:gd name="connsiteY1238" fmla="*/ 518436 h 1708593"/>
                <a:gd name="connsiteX1239" fmla="*/ 734638 w 2957425"/>
                <a:gd name="connsiteY1239" fmla="*/ 519352 h 1708593"/>
                <a:gd name="connsiteX1240" fmla="*/ 662511 w 2957425"/>
                <a:gd name="connsiteY1240" fmla="*/ 560799 h 1708593"/>
                <a:gd name="connsiteX1241" fmla="*/ 562069 w 2957425"/>
                <a:gd name="connsiteY1241" fmla="*/ 607805 h 1708593"/>
                <a:gd name="connsiteX1242" fmla="*/ 462743 w 2957425"/>
                <a:gd name="connsiteY1242" fmla="*/ 560799 h 1708593"/>
                <a:gd name="connsiteX1243" fmla="*/ 375034 w 2957425"/>
                <a:gd name="connsiteY1243" fmla="*/ 518436 h 1708593"/>
                <a:gd name="connsiteX1244" fmla="*/ 287371 w 2957425"/>
                <a:gd name="connsiteY1244" fmla="*/ 560799 h 1708593"/>
                <a:gd name="connsiteX1245" fmla="*/ 187517 w 2957425"/>
                <a:gd name="connsiteY1245" fmla="*/ 607805 h 1708593"/>
                <a:gd name="connsiteX1246" fmla="*/ 87663 w 2957425"/>
                <a:gd name="connsiteY1246" fmla="*/ 560799 h 1708593"/>
                <a:gd name="connsiteX1247" fmla="*/ 0 w 2957425"/>
                <a:gd name="connsiteY1247" fmla="*/ 518436 h 1708593"/>
                <a:gd name="connsiteX1248" fmla="*/ 0 w 2957425"/>
                <a:gd name="connsiteY1248" fmla="*/ 399827 h 1708593"/>
                <a:gd name="connsiteX1249" fmla="*/ 99855 w 2957425"/>
                <a:gd name="connsiteY1249" fmla="*/ 447520 h 1708593"/>
                <a:gd name="connsiteX1250" fmla="*/ 187517 w 2957425"/>
                <a:gd name="connsiteY1250" fmla="*/ 489978 h 1708593"/>
                <a:gd name="connsiteX1251" fmla="*/ 275179 w 2957425"/>
                <a:gd name="connsiteY1251" fmla="*/ 447520 h 1708593"/>
                <a:gd name="connsiteX1252" fmla="*/ 375034 w 2957425"/>
                <a:gd name="connsiteY1252" fmla="*/ 399827 h 1708593"/>
                <a:gd name="connsiteX1253" fmla="*/ 474941 w 2957425"/>
                <a:gd name="connsiteY1253" fmla="*/ 447520 h 1708593"/>
                <a:gd name="connsiteX1254" fmla="*/ 562069 w 2957425"/>
                <a:gd name="connsiteY1254" fmla="*/ 489978 h 1708593"/>
                <a:gd name="connsiteX1255" fmla="*/ 650315 w 2957425"/>
                <a:gd name="connsiteY1255" fmla="*/ 447520 h 1708593"/>
                <a:gd name="connsiteX1256" fmla="*/ 740506 w 2957425"/>
                <a:gd name="connsiteY1256" fmla="*/ 400114 h 1708593"/>
                <a:gd name="connsiteX1257" fmla="*/ 749586 w 2957425"/>
                <a:gd name="connsiteY1257" fmla="*/ 399827 h 1708593"/>
                <a:gd name="connsiteX1258" fmla="*/ 758889 w 2957425"/>
                <a:gd name="connsiteY1258" fmla="*/ 400114 h 1708593"/>
                <a:gd name="connsiteX1259" fmla="*/ 850154 w 2957425"/>
                <a:gd name="connsiteY1259" fmla="*/ 447520 h 1708593"/>
                <a:gd name="connsiteX1260" fmla="*/ 937343 w 2957425"/>
                <a:gd name="connsiteY1260" fmla="*/ 489978 h 1708593"/>
                <a:gd name="connsiteX1261" fmla="*/ 1025586 w 2957425"/>
                <a:gd name="connsiteY1261" fmla="*/ 447520 h 1708593"/>
                <a:gd name="connsiteX1262" fmla="*/ 1115684 w 2957425"/>
                <a:gd name="connsiteY1262" fmla="*/ 400114 h 1708593"/>
                <a:gd name="connsiteX1263" fmla="*/ 1124860 w 2957425"/>
                <a:gd name="connsiteY1263" fmla="*/ 399827 h 1708593"/>
                <a:gd name="connsiteX1264" fmla="*/ 1134151 w 2957425"/>
                <a:gd name="connsiteY1264" fmla="*/ 400114 h 1708593"/>
                <a:gd name="connsiteX1265" fmla="*/ 1225295 w 2957425"/>
                <a:gd name="connsiteY1265" fmla="*/ 447520 h 1708593"/>
                <a:gd name="connsiteX1266" fmla="*/ 1312377 w 2957425"/>
                <a:gd name="connsiteY1266" fmla="*/ 489978 h 1708593"/>
                <a:gd name="connsiteX1267" fmla="*/ 1400620 w 2957425"/>
                <a:gd name="connsiteY1267" fmla="*/ 447520 h 1708593"/>
                <a:gd name="connsiteX1268" fmla="*/ 1490715 w 2957425"/>
                <a:gd name="connsiteY1268" fmla="*/ 400114 h 1708593"/>
                <a:gd name="connsiteX1269" fmla="*/ 1499902 w 2957425"/>
                <a:gd name="connsiteY1269" fmla="*/ 399827 h 1708593"/>
                <a:gd name="connsiteX1270" fmla="*/ 1509200 w 2957425"/>
                <a:gd name="connsiteY1270" fmla="*/ 400114 h 1708593"/>
                <a:gd name="connsiteX1271" fmla="*/ 1600457 w 2957425"/>
                <a:gd name="connsiteY1271" fmla="*/ 447520 h 1708593"/>
                <a:gd name="connsiteX1272" fmla="*/ 1672675 w 2957425"/>
                <a:gd name="connsiteY1272" fmla="*/ 489060 h 1708593"/>
                <a:gd name="connsiteX1273" fmla="*/ 1687656 w 2957425"/>
                <a:gd name="connsiteY1273" fmla="*/ 489978 h 1708593"/>
                <a:gd name="connsiteX1274" fmla="*/ 1702991 w 2957425"/>
                <a:gd name="connsiteY1274" fmla="*/ 489060 h 1708593"/>
                <a:gd name="connsiteX1275" fmla="*/ 1775902 w 2957425"/>
                <a:gd name="connsiteY1275" fmla="*/ 447520 h 1708593"/>
                <a:gd name="connsiteX1276" fmla="*/ 1865985 w 2957425"/>
                <a:gd name="connsiteY1276" fmla="*/ 400114 h 1708593"/>
                <a:gd name="connsiteX1277" fmla="*/ 1875171 w 2957425"/>
                <a:gd name="connsiteY1277" fmla="*/ 399827 h 1708593"/>
                <a:gd name="connsiteX1278" fmla="*/ 1884453 w 2957425"/>
                <a:gd name="connsiteY1278" fmla="*/ 400114 h 1708593"/>
                <a:gd name="connsiteX1279" fmla="*/ 1975602 w 2957425"/>
                <a:gd name="connsiteY1279" fmla="*/ 447520 h 1708593"/>
                <a:gd name="connsiteX1280" fmla="*/ 2047561 w 2957425"/>
                <a:gd name="connsiteY1280" fmla="*/ 489060 h 1708593"/>
                <a:gd name="connsiteX1281" fmla="*/ 2062687 w 2957425"/>
                <a:gd name="connsiteY1281" fmla="*/ 489978 h 1708593"/>
                <a:gd name="connsiteX1282" fmla="*/ 2078025 w 2957425"/>
                <a:gd name="connsiteY1282" fmla="*/ 489060 h 1708593"/>
                <a:gd name="connsiteX1283" fmla="*/ 2150933 w 2957425"/>
                <a:gd name="connsiteY1283" fmla="*/ 447520 h 1708593"/>
                <a:gd name="connsiteX1284" fmla="*/ 2241019 w 2957425"/>
                <a:gd name="connsiteY1284" fmla="*/ 400114 h 1708593"/>
                <a:gd name="connsiteX1285" fmla="*/ 2250202 w 2957425"/>
                <a:gd name="connsiteY1285" fmla="*/ 399827 h 1708593"/>
                <a:gd name="connsiteX1286" fmla="*/ 2259500 w 2957425"/>
                <a:gd name="connsiteY1286" fmla="*/ 400114 h 1708593"/>
                <a:gd name="connsiteX1287" fmla="*/ 2350772 w 2957425"/>
                <a:gd name="connsiteY1287" fmla="*/ 447520 h 1708593"/>
                <a:gd name="connsiteX1288" fmla="*/ 2422815 w 2957425"/>
                <a:gd name="connsiteY1288" fmla="*/ 489060 h 1708593"/>
                <a:gd name="connsiteX1289" fmla="*/ 2437959 w 2957425"/>
                <a:gd name="connsiteY1289" fmla="*/ 489978 h 1708593"/>
                <a:gd name="connsiteX1290" fmla="*/ 2453275 w 2957425"/>
                <a:gd name="connsiteY1290" fmla="*/ 489060 h 1708593"/>
                <a:gd name="connsiteX1291" fmla="*/ 2526203 w 2957425"/>
                <a:gd name="connsiteY1291" fmla="*/ 447520 h 1708593"/>
                <a:gd name="connsiteX1292" fmla="*/ 2625475 w 2957425"/>
                <a:gd name="connsiteY1292" fmla="*/ 399827 h 1708593"/>
                <a:gd name="connsiteX1293" fmla="*/ 2725913 w 2957425"/>
                <a:gd name="connsiteY1293" fmla="*/ 447520 h 1708593"/>
                <a:gd name="connsiteX1294" fmla="*/ 2797875 w 2957425"/>
                <a:gd name="connsiteY1294" fmla="*/ 489060 h 1708593"/>
                <a:gd name="connsiteX1295" fmla="*/ 2812992 w 2957425"/>
                <a:gd name="connsiteY1295" fmla="*/ 489978 h 1708593"/>
                <a:gd name="connsiteX1296" fmla="*/ 2828318 w 2957425"/>
                <a:gd name="connsiteY1296" fmla="*/ 489060 h 1708593"/>
                <a:gd name="connsiteX1297" fmla="*/ 2901235 w 2957425"/>
                <a:gd name="connsiteY1297" fmla="*/ 447520 h 1708593"/>
                <a:gd name="connsiteX1298" fmla="*/ 2937867 w 2957425"/>
                <a:gd name="connsiteY1298" fmla="*/ 416904 h 1708593"/>
                <a:gd name="connsiteX1299" fmla="*/ 2957425 w 2957425"/>
                <a:gd name="connsiteY1299" fmla="*/ 407715 h 1708593"/>
                <a:gd name="connsiteX1300" fmla="*/ 2957425 w 2957425"/>
                <a:gd name="connsiteY1300" fmla="*/ 428996 h 1708593"/>
                <a:gd name="connsiteX1301" fmla="*/ 2944727 w 2957425"/>
                <a:gd name="connsiteY1301" fmla="*/ 433627 h 1708593"/>
                <a:gd name="connsiteX1302" fmla="*/ 2913429 w 2957425"/>
                <a:gd name="connsiteY1302" fmla="*/ 460316 h 1708593"/>
                <a:gd name="connsiteX1303" fmla="*/ 2822285 w 2957425"/>
                <a:gd name="connsiteY1303" fmla="*/ 507147 h 1708593"/>
                <a:gd name="connsiteX1304" fmla="*/ 2812992 w 2957425"/>
                <a:gd name="connsiteY1304" fmla="*/ 507427 h 1708593"/>
                <a:gd name="connsiteX1305" fmla="*/ 2803817 w 2957425"/>
                <a:gd name="connsiteY1305" fmla="*/ 507147 h 1708593"/>
                <a:gd name="connsiteX1306" fmla="*/ 2713719 w 2957425"/>
                <a:gd name="connsiteY1306" fmla="*/ 460316 h 1708593"/>
                <a:gd name="connsiteX1307" fmla="*/ 2625475 w 2957425"/>
                <a:gd name="connsiteY1307" fmla="*/ 417857 h 1708593"/>
                <a:gd name="connsiteX1308" fmla="*/ 2538398 w 2957425"/>
                <a:gd name="connsiteY1308" fmla="*/ 460316 h 1708593"/>
                <a:gd name="connsiteX1309" fmla="*/ 2447253 w 2957425"/>
                <a:gd name="connsiteY1309" fmla="*/ 507147 h 1708593"/>
                <a:gd name="connsiteX1310" fmla="*/ 2437959 w 2957425"/>
                <a:gd name="connsiteY1310" fmla="*/ 507427 h 1708593"/>
                <a:gd name="connsiteX1311" fmla="*/ 2428768 w 2957425"/>
                <a:gd name="connsiteY1311" fmla="*/ 507147 h 1708593"/>
                <a:gd name="connsiteX1312" fmla="*/ 2338559 w 2957425"/>
                <a:gd name="connsiteY1312" fmla="*/ 460316 h 1708593"/>
                <a:gd name="connsiteX1313" fmla="*/ 2265570 w 2957425"/>
                <a:gd name="connsiteY1313" fmla="*/ 418775 h 1708593"/>
                <a:gd name="connsiteX1314" fmla="*/ 2250202 w 2957425"/>
                <a:gd name="connsiteY1314" fmla="*/ 417857 h 1708593"/>
                <a:gd name="connsiteX1315" fmla="*/ 2235078 w 2957425"/>
                <a:gd name="connsiteY1315" fmla="*/ 418752 h 1708593"/>
                <a:gd name="connsiteX1316" fmla="*/ 2163119 w 2957425"/>
                <a:gd name="connsiteY1316" fmla="*/ 460316 h 1708593"/>
                <a:gd name="connsiteX1317" fmla="*/ 2071970 w 2957425"/>
                <a:gd name="connsiteY1317" fmla="*/ 507147 h 1708593"/>
                <a:gd name="connsiteX1318" fmla="*/ 2062687 w 2957425"/>
                <a:gd name="connsiteY1318" fmla="*/ 507427 h 1708593"/>
                <a:gd name="connsiteX1319" fmla="*/ 2053502 w 2957425"/>
                <a:gd name="connsiteY1319" fmla="*/ 507147 h 1708593"/>
                <a:gd name="connsiteX1320" fmla="*/ 1963418 w 2957425"/>
                <a:gd name="connsiteY1320" fmla="*/ 460316 h 1708593"/>
                <a:gd name="connsiteX1321" fmla="*/ 1890508 w 2957425"/>
                <a:gd name="connsiteY1321" fmla="*/ 418775 h 1708593"/>
                <a:gd name="connsiteX1322" fmla="*/ 1875171 w 2957425"/>
                <a:gd name="connsiteY1322" fmla="*/ 417857 h 1708593"/>
                <a:gd name="connsiteX1323" fmla="*/ 1860044 w 2957425"/>
                <a:gd name="connsiteY1323" fmla="*/ 418752 h 1708593"/>
                <a:gd name="connsiteX1324" fmla="*/ 1788085 w 2957425"/>
                <a:gd name="connsiteY1324" fmla="*/ 460316 h 1708593"/>
                <a:gd name="connsiteX1325" fmla="*/ 1696936 w 2957425"/>
                <a:gd name="connsiteY1325" fmla="*/ 507147 h 1708593"/>
                <a:gd name="connsiteX1326" fmla="*/ 1687656 w 2957425"/>
                <a:gd name="connsiteY1326" fmla="*/ 507427 h 1708593"/>
                <a:gd name="connsiteX1327" fmla="*/ 1678456 w 2957425"/>
                <a:gd name="connsiteY1327" fmla="*/ 507147 h 1708593"/>
                <a:gd name="connsiteX1328" fmla="*/ 1588259 w 2957425"/>
                <a:gd name="connsiteY1328" fmla="*/ 460316 h 1708593"/>
                <a:gd name="connsiteX1329" fmla="*/ 1515254 w 2957425"/>
                <a:gd name="connsiteY1329" fmla="*/ 418775 h 1708593"/>
                <a:gd name="connsiteX1330" fmla="*/ 1499902 w 2957425"/>
                <a:gd name="connsiteY1330" fmla="*/ 417857 h 1708593"/>
                <a:gd name="connsiteX1331" fmla="*/ 1484938 w 2957425"/>
                <a:gd name="connsiteY1331" fmla="*/ 418752 h 1708593"/>
                <a:gd name="connsiteX1332" fmla="*/ 1412811 w 2957425"/>
                <a:gd name="connsiteY1332" fmla="*/ 460316 h 1708593"/>
                <a:gd name="connsiteX1333" fmla="*/ 1312377 w 2957425"/>
                <a:gd name="connsiteY1333" fmla="*/ 507427 h 1708593"/>
                <a:gd name="connsiteX1334" fmla="*/ 1213103 w 2957425"/>
                <a:gd name="connsiteY1334" fmla="*/ 460316 h 1708593"/>
                <a:gd name="connsiteX1335" fmla="*/ 1140203 w 2957425"/>
                <a:gd name="connsiteY1335" fmla="*/ 418775 h 1708593"/>
                <a:gd name="connsiteX1336" fmla="*/ 1124860 w 2957425"/>
                <a:gd name="connsiteY1336" fmla="*/ 417857 h 1708593"/>
                <a:gd name="connsiteX1337" fmla="*/ 1109907 w 2957425"/>
                <a:gd name="connsiteY1337" fmla="*/ 418752 h 1708593"/>
                <a:gd name="connsiteX1338" fmla="*/ 1037780 w 2957425"/>
                <a:gd name="connsiteY1338" fmla="*/ 460316 h 1708593"/>
                <a:gd name="connsiteX1339" fmla="*/ 937343 w 2957425"/>
                <a:gd name="connsiteY1339" fmla="*/ 507427 h 1708593"/>
                <a:gd name="connsiteX1340" fmla="*/ 837942 w 2957425"/>
                <a:gd name="connsiteY1340" fmla="*/ 460316 h 1708593"/>
                <a:gd name="connsiteX1341" fmla="*/ 764952 w 2957425"/>
                <a:gd name="connsiteY1341" fmla="*/ 418775 h 1708593"/>
                <a:gd name="connsiteX1342" fmla="*/ 749586 w 2957425"/>
                <a:gd name="connsiteY1342" fmla="*/ 417857 h 1708593"/>
                <a:gd name="connsiteX1343" fmla="*/ 734638 w 2957425"/>
                <a:gd name="connsiteY1343" fmla="*/ 418752 h 1708593"/>
                <a:gd name="connsiteX1344" fmla="*/ 662511 w 2957425"/>
                <a:gd name="connsiteY1344" fmla="*/ 460316 h 1708593"/>
                <a:gd name="connsiteX1345" fmla="*/ 562069 w 2957425"/>
                <a:gd name="connsiteY1345" fmla="*/ 507427 h 1708593"/>
                <a:gd name="connsiteX1346" fmla="*/ 462743 w 2957425"/>
                <a:gd name="connsiteY1346" fmla="*/ 460316 h 1708593"/>
                <a:gd name="connsiteX1347" fmla="*/ 375034 w 2957425"/>
                <a:gd name="connsiteY1347" fmla="*/ 417857 h 1708593"/>
                <a:gd name="connsiteX1348" fmla="*/ 287371 w 2957425"/>
                <a:gd name="connsiteY1348" fmla="*/ 460316 h 1708593"/>
                <a:gd name="connsiteX1349" fmla="*/ 187517 w 2957425"/>
                <a:gd name="connsiteY1349" fmla="*/ 507427 h 1708593"/>
                <a:gd name="connsiteX1350" fmla="*/ 87663 w 2957425"/>
                <a:gd name="connsiteY1350" fmla="*/ 460316 h 1708593"/>
                <a:gd name="connsiteX1351" fmla="*/ 0 w 2957425"/>
                <a:gd name="connsiteY1351" fmla="*/ 417857 h 1708593"/>
                <a:gd name="connsiteX1352" fmla="*/ 0 w 2957425"/>
                <a:gd name="connsiteY1352" fmla="*/ 299931 h 1708593"/>
                <a:gd name="connsiteX1353" fmla="*/ 99855 w 2957425"/>
                <a:gd name="connsiteY1353" fmla="*/ 347579 h 1708593"/>
                <a:gd name="connsiteX1354" fmla="*/ 187517 w 2957425"/>
                <a:gd name="connsiteY1354" fmla="*/ 389998 h 1708593"/>
                <a:gd name="connsiteX1355" fmla="*/ 275179 w 2957425"/>
                <a:gd name="connsiteY1355" fmla="*/ 347579 h 1708593"/>
                <a:gd name="connsiteX1356" fmla="*/ 375034 w 2957425"/>
                <a:gd name="connsiteY1356" fmla="*/ 299931 h 1708593"/>
                <a:gd name="connsiteX1357" fmla="*/ 474941 w 2957425"/>
                <a:gd name="connsiteY1357" fmla="*/ 347579 h 1708593"/>
                <a:gd name="connsiteX1358" fmla="*/ 562069 w 2957425"/>
                <a:gd name="connsiteY1358" fmla="*/ 389998 h 1708593"/>
                <a:gd name="connsiteX1359" fmla="*/ 650315 w 2957425"/>
                <a:gd name="connsiteY1359" fmla="*/ 347579 h 1708593"/>
                <a:gd name="connsiteX1360" fmla="*/ 740506 w 2957425"/>
                <a:gd name="connsiteY1360" fmla="*/ 300217 h 1708593"/>
                <a:gd name="connsiteX1361" fmla="*/ 749586 w 2957425"/>
                <a:gd name="connsiteY1361" fmla="*/ 299931 h 1708593"/>
                <a:gd name="connsiteX1362" fmla="*/ 758889 w 2957425"/>
                <a:gd name="connsiteY1362" fmla="*/ 300217 h 1708593"/>
                <a:gd name="connsiteX1363" fmla="*/ 850154 w 2957425"/>
                <a:gd name="connsiteY1363" fmla="*/ 347579 h 1708593"/>
                <a:gd name="connsiteX1364" fmla="*/ 937343 w 2957425"/>
                <a:gd name="connsiteY1364" fmla="*/ 389998 h 1708593"/>
                <a:gd name="connsiteX1365" fmla="*/ 1025586 w 2957425"/>
                <a:gd name="connsiteY1365" fmla="*/ 347579 h 1708593"/>
                <a:gd name="connsiteX1366" fmla="*/ 1115684 w 2957425"/>
                <a:gd name="connsiteY1366" fmla="*/ 300217 h 1708593"/>
                <a:gd name="connsiteX1367" fmla="*/ 1124860 w 2957425"/>
                <a:gd name="connsiteY1367" fmla="*/ 299931 h 1708593"/>
                <a:gd name="connsiteX1368" fmla="*/ 1134151 w 2957425"/>
                <a:gd name="connsiteY1368" fmla="*/ 300217 h 1708593"/>
                <a:gd name="connsiteX1369" fmla="*/ 1225295 w 2957425"/>
                <a:gd name="connsiteY1369" fmla="*/ 347579 h 1708593"/>
                <a:gd name="connsiteX1370" fmla="*/ 1312377 w 2957425"/>
                <a:gd name="connsiteY1370" fmla="*/ 389998 h 1708593"/>
                <a:gd name="connsiteX1371" fmla="*/ 1400620 w 2957425"/>
                <a:gd name="connsiteY1371" fmla="*/ 347579 h 1708593"/>
                <a:gd name="connsiteX1372" fmla="*/ 1490715 w 2957425"/>
                <a:gd name="connsiteY1372" fmla="*/ 300217 h 1708593"/>
                <a:gd name="connsiteX1373" fmla="*/ 1499902 w 2957425"/>
                <a:gd name="connsiteY1373" fmla="*/ 299931 h 1708593"/>
                <a:gd name="connsiteX1374" fmla="*/ 1509200 w 2957425"/>
                <a:gd name="connsiteY1374" fmla="*/ 300217 h 1708593"/>
                <a:gd name="connsiteX1375" fmla="*/ 1600457 w 2957425"/>
                <a:gd name="connsiteY1375" fmla="*/ 347579 h 1708593"/>
                <a:gd name="connsiteX1376" fmla="*/ 1672675 w 2957425"/>
                <a:gd name="connsiteY1376" fmla="*/ 389081 h 1708593"/>
                <a:gd name="connsiteX1377" fmla="*/ 1687656 w 2957425"/>
                <a:gd name="connsiteY1377" fmla="*/ 389998 h 1708593"/>
                <a:gd name="connsiteX1378" fmla="*/ 1702991 w 2957425"/>
                <a:gd name="connsiteY1378" fmla="*/ 389081 h 1708593"/>
                <a:gd name="connsiteX1379" fmla="*/ 1775902 w 2957425"/>
                <a:gd name="connsiteY1379" fmla="*/ 347579 h 1708593"/>
                <a:gd name="connsiteX1380" fmla="*/ 1865985 w 2957425"/>
                <a:gd name="connsiteY1380" fmla="*/ 300217 h 1708593"/>
                <a:gd name="connsiteX1381" fmla="*/ 1875171 w 2957425"/>
                <a:gd name="connsiteY1381" fmla="*/ 299931 h 1708593"/>
                <a:gd name="connsiteX1382" fmla="*/ 1884453 w 2957425"/>
                <a:gd name="connsiteY1382" fmla="*/ 300217 h 1708593"/>
                <a:gd name="connsiteX1383" fmla="*/ 1975602 w 2957425"/>
                <a:gd name="connsiteY1383" fmla="*/ 347579 h 1708593"/>
                <a:gd name="connsiteX1384" fmla="*/ 2047561 w 2957425"/>
                <a:gd name="connsiteY1384" fmla="*/ 389081 h 1708593"/>
                <a:gd name="connsiteX1385" fmla="*/ 2062687 w 2957425"/>
                <a:gd name="connsiteY1385" fmla="*/ 389998 h 1708593"/>
                <a:gd name="connsiteX1386" fmla="*/ 2078025 w 2957425"/>
                <a:gd name="connsiteY1386" fmla="*/ 389081 h 1708593"/>
                <a:gd name="connsiteX1387" fmla="*/ 2150933 w 2957425"/>
                <a:gd name="connsiteY1387" fmla="*/ 347579 h 1708593"/>
                <a:gd name="connsiteX1388" fmla="*/ 2241019 w 2957425"/>
                <a:gd name="connsiteY1388" fmla="*/ 300217 h 1708593"/>
                <a:gd name="connsiteX1389" fmla="*/ 2250202 w 2957425"/>
                <a:gd name="connsiteY1389" fmla="*/ 299931 h 1708593"/>
                <a:gd name="connsiteX1390" fmla="*/ 2259500 w 2957425"/>
                <a:gd name="connsiteY1390" fmla="*/ 300217 h 1708593"/>
                <a:gd name="connsiteX1391" fmla="*/ 2350772 w 2957425"/>
                <a:gd name="connsiteY1391" fmla="*/ 347579 h 1708593"/>
                <a:gd name="connsiteX1392" fmla="*/ 2422815 w 2957425"/>
                <a:gd name="connsiteY1392" fmla="*/ 389081 h 1708593"/>
                <a:gd name="connsiteX1393" fmla="*/ 2437959 w 2957425"/>
                <a:gd name="connsiteY1393" fmla="*/ 389998 h 1708593"/>
                <a:gd name="connsiteX1394" fmla="*/ 2453275 w 2957425"/>
                <a:gd name="connsiteY1394" fmla="*/ 389081 h 1708593"/>
                <a:gd name="connsiteX1395" fmla="*/ 2526203 w 2957425"/>
                <a:gd name="connsiteY1395" fmla="*/ 347579 h 1708593"/>
                <a:gd name="connsiteX1396" fmla="*/ 2625475 w 2957425"/>
                <a:gd name="connsiteY1396" fmla="*/ 299931 h 1708593"/>
                <a:gd name="connsiteX1397" fmla="*/ 2725913 w 2957425"/>
                <a:gd name="connsiteY1397" fmla="*/ 347579 h 1708593"/>
                <a:gd name="connsiteX1398" fmla="*/ 2797875 w 2957425"/>
                <a:gd name="connsiteY1398" fmla="*/ 389081 h 1708593"/>
                <a:gd name="connsiteX1399" fmla="*/ 2812992 w 2957425"/>
                <a:gd name="connsiteY1399" fmla="*/ 389998 h 1708593"/>
                <a:gd name="connsiteX1400" fmla="*/ 2828318 w 2957425"/>
                <a:gd name="connsiteY1400" fmla="*/ 389081 h 1708593"/>
                <a:gd name="connsiteX1401" fmla="*/ 2901235 w 2957425"/>
                <a:gd name="connsiteY1401" fmla="*/ 347579 h 1708593"/>
                <a:gd name="connsiteX1402" fmla="*/ 2937862 w 2957425"/>
                <a:gd name="connsiteY1402" fmla="*/ 316992 h 1708593"/>
                <a:gd name="connsiteX1403" fmla="*/ 2957425 w 2957425"/>
                <a:gd name="connsiteY1403" fmla="*/ 307808 h 1708593"/>
                <a:gd name="connsiteX1404" fmla="*/ 2957425 w 2957425"/>
                <a:gd name="connsiteY1404" fmla="*/ 329243 h 1708593"/>
                <a:gd name="connsiteX1405" fmla="*/ 2944722 w 2957425"/>
                <a:gd name="connsiteY1405" fmla="*/ 333940 h 1708593"/>
                <a:gd name="connsiteX1406" fmla="*/ 2913429 w 2957425"/>
                <a:gd name="connsiteY1406" fmla="*/ 360363 h 1708593"/>
                <a:gd name="connsiteX1407" fmla="*/ 2822285 w 2957425"/>
                <a:gd name="connsiteY1407" fmla="*/ 407725 h 1708593"/>
                <a:gd name="connsiteX1408" fmla="*/ 2812992 w 2957425"/>
                <a:gd name="connsiteY1408" fmla="*/ 408011 h 1708593"/>
                <a:gd name="connsiteX1409" fmla="*/ 2803817 w 2957425"/>
                <a:gd name="connsiteY1409" fmla="*/ 407725 h 1708593"/>
                <a:gd name="connsiteX1410" fmla="*/ 2713719 w 2957425"/>
                <a:gd name="connsiteY1410" fmla="*/ 360363 h 1708593"/>
                <a:gd name="connsiteX1411" fmla="*/ 2625475 w 2957425"/>
                <a:gd name="connsiteY1411" fmla="*/ 317944 h 1708593"/>
                <a:gd name="connsiteX1412" fmla="*/ 2538398 w 2957425"/>
                <a:gd name="connsiteY1412" fmla="*/ 360363 h 1708593"/>
                <a:gd name="connsiteX1413" fmla="*/ 2447253 w 2957425"/>
                <a:gd name="connsiteY1413" fmla="*/ 407725 h 1708593"/>
                <a:gd name="connsiteX1414" fmla="*/ 2437959 w 2957425"/>
                <a:gd name="connsiteY1414" fmla="*/ 408011 h 1708593"/>
                <a:gd name="connsiteX1415" fmla="*/ 2428768 w 2957425"/>
                <a:gd name="connsiteY1415" fmla="*/ 407725 h 1708593"/>
                <a:gd name="connsiteX1416" fmla="*/ 2338559 w 2957425"/>
                <a:gd name="connsiteY1416" fmla="*/ 360363 h 1708593"/>
                <a:gd name="connsiteX1417" fmla="*/ 2265570 w 2957425"/>
                <a:gd name="connsiteY1417" fmla="*/ 318861 h 1708593"/>
                <a:gd name="connsiteX1418" fmla="*/ 2250202 w 2957425"/>
                <a:gd name="connsiteY1418" fmla="*/ 317944 h 1708593"/>
                <a:gd name="connsiteX1419" fmla="*/ 2235078 w 2957425"/>
                <a:gd name="connsiteY1419" fmla="*/ 318861 h 1708593"/>
                <a:gd name="connsiteX1420" fmla="*/ 2163119 w 2957425"/>
                <a:gd name="connsiteY1420" fmla="*/ 360363 h 1708593"/>
                <a:gd name="connsiteX1421" fmla="*/ 2071970 w 2957425"/>
                <a:gd name="connsiteY1421" fmla="*/ 407725 h 1708593"/>
                <a:gd name="connsiteX1422" fmla="*/ 2062687 w 2957425"/>
                <a:gd name="connsiteY1422" fmla="*/ 408011 h 1708593"/>
                <a:gd name="connsiteX1423" fmla="*/ 2053502 w 2957425"/>
                <a:gd name="connsiteY1423" fmla="*/ 407725 h 1708593"/>
                <a:gd name="connsiteX1424" fmla="*/ 1963418 w 2957425"/>
                <a:gd name="connsiteY1424" fmla="*/ 360363 h 1708593"/>
                <a:gd name="connsiteX1425" fmla="*/ 1890508 w 2957425"/>
                <a:gd name="connsiteY1425" fmla="*/ 318861 h 1708593"/>
                <a:gd name="connsiteX1426" fmla="*/ 1875171 w 2957425"/>
                <a:gd name="connsiteY1426" fmla="*/ 317944 h 1708593"/>
                <a:gd name="connsiteX1427" fmla="*/ 1860044 w 2957425"/>
                <a:gd name="connsiteY1427" fmla="*/ 318861 h 1708593"/>
                <a:gd name="connsiteX1428" fmla="*/ 1788085 w 2957425"/>
                <a:gd name="connsiteY1428" fmla="*/ 360363 h 1708593"/>
                <a:gd name="connsiteX1429" fmla="*/ 1696936 w 2957425"/>
                <a:gd name="connsiteY1429" fmla="*/ 407725 h 1708593"/>
                <a:gd name="connsiteX1430" fmla="*/ 1687656 w 2957425"/>
                <a:gd name="connsiteY1430" fmla="*/ 408011 h 1708593"/>
                <a:gd name="connsiteX1431" fmla="*/ 1678456 w 2957425"/>
                <a:gd name="connsiteY1431" fmla="*/ 407725 h 1708593"/>
                <a:gd name="connsiteX1432" fmla="*/ 1588259 w 2957425"/>
                <a:gd name="connsiteY1432" fmla="*/ 360363 h 1708593"/>
                <a:gd name="connsiteX1433" fmla="*/ 1515254 w 2957425"/>
                <a:gd name="connsiteY1433" fmla="*/ 318861 h 1708593"/>
                <a:gd name="connsiteX1434" fmla="*/ 1499902 w 2957425"/>
                <a:gd name="connsiteY1434" fmla="*/ 317944 h 1708593"/>
                <a:gd name="connsiteX1435" fmla="*/ 1484938 w 2957425"/>
                <a:gd name="connsiteY1435" fmla="*/ 318861 h 1708593"/>
                <a:gd name="connsiteX1436" fmla="*/ 1412811 w 2957425"/>
                <a:gd name="connsiteY1436" fmla="*/ 360363 h 1708593"/>
                <a:gd name="connsiteX1437" fmla="*/ 1312377 w 2957425"/>
                <a:gd name="connsiteY1437" fmla="*/ 408011 h 1708593"/>
                <a:gd name="connsiteX1438" fmla="*/ 1213103 w 2957425"/>
                <a:gd name="connsiteY1438" fmla="*/ 360363 h 1708593"/>
                <a:gd name="connsiteX1439" fmla="*/ 1140203 w 2957425"/>
                <a:gd name="connsiteY1439" fmla="*/ 318861 h 1708593"/>
                <a:gd name="connsiteX1440" fmla="*/ 1124860 w 2957425"/>
                <a:gd name="connsiteY1440" fmla="*/ 317944 h 1708593"/>
                <a:gd name="connsiteX1441" fmla="*/ 1109907 w 2957425"/>
                <a:gd name="connsiteY1441" fmla="*/ 318861 h 1708593"/>
                <a:gd name="connsiteX1442" fmla="*/ 1037780 w 2957425"/>
                <a:gd name="connsiteY1442" fmla="*/ 360363 h 1708593"/>
                <a:gd name="connsiteX1443" fmla="*/ 937343 w 2957425"/>
                <a:gd name="connsiteY1443" fmla="*/ 408011 h 1708593"/>
                <a:gd name="connsiteX1444" fmla="*/ 837942 w 2957425"/>
                <a:gd name="connsiteY1444" fmla="*/ 360363 h 1708593"/>
                <a:gd name="connsiteX1445" fmla="*/ 764952 w 2957425"/>
                <a:gd name="connsiteY1445" fmla="*/ 318861 h 1708593"/>
                <a:gd name="connsiteX1446" fmla="*/ 749586 w 2957425"/>
                <a:gd name="connsiteY1446" fmla="*/ 317944 h 1708593"/>
                <a:gd name="connsiteX1447" fmla="*/ 734638 w 2957425"/>
                <a:gd name="connsiteY1447" fmla="*/ 318861 h 1708593"/>
                <a:gd name="connsiteX1448" fmla="*/ 662511 w 2957425"/>
                <a:gd name="connsiteY1448" fmla="*/ 360363 h 1708593"/>
                <a:gd name="connsiteX1449" fmla="*/ 562069 w 2957425"/>
                <a:gd name="connsiteY1449" fmla="*/ 408011 h 1708593"/>
                <a:gd name="connsiteX1450" fmla="*/ 462743 w 2957425"/>
                <a:gd name="connsiteY1450" fmla="*/ 360363 h 1708593"/>
                <a:gd name="connsiteX1451" fmla="*/ 375034 w 2957425"/>
                <a:gd name="connsiteY1451" fmla="*/ 317944 h 1708593"/>
                <a:gd name="connsiteX1452" fmla="*/ 287371 w 2957425"/>
                <a:gd name="connsiteY1452" fmla="*/ 360363 h 1708593"/>
                <a:gd name="connsiteX1453" fmla="*/ 187517 w 2957425"/>
                <a:gd name="connsiteY1453" fmla="*/ 408011 h 1708593"/>
                <a:gd name="connsiteX1454" fmla="*/ 87663 w 2957425"/>
                <a:gd name="connsiteY1454" fmla="*/ 360363 h 1708593"/>
                <a:gd name="connsiteX1455" fmla="*/ 0 w 2957425"/>
                <a:gd name="connsiteY1455" fmla="*/ 317944 h 1708593"/>
                <a:gd name="connsiteX1456" fmla="*/ 0 w 2957425"/>
                <a:gd name="connsiteY1456" fmla="*/ 200515 h 1708593"/>
                <a:gd name="connsiteX1457" fmla="*/ 99855 w 2957425"/>
                <a:gd name="connsiteY1457" fmla="*/ 247521 h 1708593"/>
                <a:gd name="connsiteX1458" fmla="*/ 187517 w 2957425"/>
                <a:gd name="connsiteY1458" fmla="*/ 289884 h 1708593"/>
                <a:gd name="connsiteX1459" fmla="*/ 275179 w 2957425"/>
                <a:gd name="connsiteY1459" fmla="*/ 247521 h 1708593"/>
                <a:gd name="connsiteX1460" fmla="*/ 375034 w 2957425"/>
                <a:gd name="connsiteY1460" fmla="*/ 200515 h 1708593"/>
                <a:gd name="connsiteX1461" fmla="*/ 474941 w 2957425"/>
                <a:gd name="connsiteY1461" fmla="*/ 247521 h 1708593"/>
                <a:gd name="connsiteX1462" fmla="*/ 562069 w 2957425"/>
                <a:gd name="connsiteY1462" fmla="*/ 289884 h 1708593"/>
                <a:gd name="connsiteX1463" fmla="*/ 650315 w 2957425"/>
                <a:gd name="connsiteY1463" fmla="*/ 247521 h 1708593"/>
                <a:gd name="connsiteX1464" fmla="*/ 740506 w 2957425"/>
                <a:gd name="connsiteY1464" fmla="*/ 200801 h 1708593"/>
                <a:gd name="connsiteX1465" fmla="*/ 749586 w 2957425"/>
                <a:gd name="connsiteY1465" fmla="*/ 200515 h 1708593"/>
                <a:gd name="connsiteX1466" fmla="*/ 758889 w 2957425"/>
                <a:gd name="connsiteY1466" fmla="*/ 200801 h 1708593"/>
                <a:gd name="connsiteX1467" fmla="*/ 850154 w 2957425"/>
                <a:gd name="connsiteY1467" fmla="*/ 247521 h 1708593"/>
                <a:gd name="connsiteX1468" fmla="*/ 937343 w 2957425"/>
                <a:gd name="connsiteY1468" fmla="*/ 289884 h 1708593"/>
                <a:gd name="connsiteX1469" fmla="*/ 1025586 w 2957425"/>
                <a:gd name="connsiteY1469" fmla="*/ 247521 h 1708593"/>
                <a:gd name="connsiteX1470" fmla="*/ 1115684 w 2957425"/>
                <a:gd name="connsiteY1470" fmla="*/ 200801 h 1708593"/>
                <a:gd name="connsiteX1471" fmla="*/ 1124860 w 2957425"/>
                <a:gd name="connsiteY1471" fmla="*/ 200515 h 1708593"/>
                <a:gd name="connsiteX1472" fmla="*/ 1134151 w 2957425"/>
                <a:gd name="connsiteY1472" fmla="*/ 200801 h 1708593"/>
                <a:gd name="connsiteX1473" fmla="*/ 1225295 w 2957425"/>
                <a:gd name="connsiteY1473" fmla="*/ 247521 h 1708593"/>
                <a:gd name="connsiteX1474" fmla="*/ 1312377 w 2957425"/>
                <a:gd name="connsiteY1474" fmla="*/ 289884 h 1708593"/>
                <a:gd name="connsiteX1475" fmla="*/ 1400620 w 2957425"/>
                <a:gd name="connsiteY1475" fmla="*/ 247521 h 1708593"/>
                <a:gd name="connsiteX1476" fmla="*/ 1490715 w 2957425"/>
                <a:gd name="connsiteY1476" fmla="*/ 200801 h 1708593"/>
                <a:gd name="connsiteX1477" fmla="*/ 1499902 w 2957425"/>
                <a:gd name="connsiteY1477" fmla="*/ 200515 h 1708593"/>
                <a:gd name="connsiteX1478" fmla="*/ 1509200 w 2957425"/>
                <a:gd name="connsiteY1478" fmla="*/ 200801 h 1708593"/>
                <a:gd name="connsiteX1479" fmla="*/ 1600457 w 2957425"/>
                <a:gd name="connsiteY1479" fmla="*/ 247521 h 1708593"/>
                <a:gd name="connsiteX1480" fmla="*/ 1672675 w 2957425"/>
                <a:gd name="connsiteY1480" fmla="*/ 288992 h 1708593"/>
                <a:gd name="connsiteX1481" fmla="*/ 1687656 w 2957425"/>
                <a:gd name="connsiteY1481" fmla="*/ 289884 h 1708593"/>
                <a:gd name="connsiteX1482" fmla="*/ 1702991 w 2957425"/>
                <a:gd name="connsiteY1482" fmla="*/ 288992 h 1708593"/>
                <a:gd name="connsiteX1483" fmla="*/ 1775902 w 2957425"/>
                <a:gd name="connsiteY1483" fmla="*/ 247521 h 1708593"/>
                <a:gd name="connsiteX1484" fmla="*/ 1865985 w 2957425"/>
                <a:gd name="connsiteY1484" fmla="*/ 200801 h 1708593"/>
                <a:gd name="connsiteX1485" fmla="*/ 1875171 w 2957425"/>
                <a:gd name="connsiteY1485" fmla="*/ 200515 h 1708593"/>
                <a:gd name="connsiteX1486" fmla="*/ 1884453 w 2957425"/>
                <a:gd name="connsiteY1486" fmla="*/ 200801 h 1708593"/>
                <a:gd name="connsiteX1487" fmla="*/ 1975602 w 2957425"/>
                <a:gd name="connsiteY1487" fmla="*/ 247521 h 1708593"/>
                <a:gd name="connsiteX1488" fmla="*/ 2047561 w 2957425"/>
                <a:gd name="connsiteY1488" fmla="*/ 288992 h 1708593"/>
                <a:gd name="connsiteX1489" fmla="*/ 2062687 w 2957425"/>
                <a:gd name="connsiteY1489" fmla="*/ 289884 h 1708593"/>
                <a:gd name="connsiteX1490" fmla="*/ 2078025 w 2957425"/>
                <a:gd name="connsiteY1490" fmla="*/ 288992 h 1708593"/>
                <a:gd name="connsiteX1491" fmla="*/ 2150933 w 2957425"/>
                <a:gd name="connsiteY1491" fmla="*/ 247521 h 1708593"/>
                <a:gd name="connsiteX1492" fmla="*/ 2241019 w 2957425"/>
                <a:gd name="connsiteY1492" fmla="*/ 200801 h 1708593"/>
                <a:gd name="connsiteX1493" fmla="*/ 2250202 w 2957425"/>
                <a:gd name="connsiteY1493" fmla="*/ 200515 h 1708593"/>
                <a:gd name="connsiteX1494" fmla="*/ 2259500 w 2957425"/>
                <a:gd name="connsiteY1494" fmla="*/ 200801 h 1708593"/>
                <a:gd name="connsiteX1495" fmla="*/ 2350772 w 2957425"/>
                <a:gd name="connsiteY1495" fmla="*/ 247521 h 1708593"/>
                <a:gd name="connsiteX1496" fmla="*/ 2422815 w 2957425"/>
                <a:gd name="connsiteY1496" fmla="*/ 288992 h 1708593"/>
                <a:gd name="connsiteX1497" fmla="*/ 2437959 w 2957425"/>
                <a:gd name="connsiteY1497" fmla="*/ 289884 h 1708593"/>
                <a:gd name="connsiteX1498" fmla="*/ 2453275 w 2957425"/>
                <a:gd name="connsiteY1498" fmla="*/ 288992 h 1708593"/>
                <a:gd name="connsiteX1499" fmla="*/ 2526203 w 2957425"/>
                <a:gd name="connsiteY1499" fmla="*/ 247521 h 1708593"/>
                <a:gd name="connsiteX1500" fmla="*/ 2625475 w 2957425"/>
                <a:gd name="connsiteY1500" fmla="*/ 200515 h 1708593"/>
                <a:gd name="connsiteX1501" fmla="*/ 2725913 w 2957425"/>
                <a:gd name="connsiteY1501" fmla="*/ 247521 h 1708593"/>
                <a:gd name="connsiteX1502" fmla="*/ 2797875 w 2957425"/>
                <a:gd name="connsiteY1502" fmla="*/ 288992 h 1708593"/>
                <a:gd name="connsiteX1503" fmla="*/ 2812992 w 2957425"/>
                <a:gd name="connsiteY1503" fmla="*/ 289884 h 1708593"/>
                <a:gd name="connsiteX1504" fmla="*/ 2828318 w 2957425"/>
                <a:gd name="connsiteY1504" fmla="*/ 288992 h 1708593"/>
                <a:gd name="connsiteX1505" fmla="*/ 2901235 w 2957425"/>
                <a:gd name="connsiteY1505" fmla="*/ 247521 h 1708593"/>
                <a:gd name="connsiteX1506" fmla="*/ 2937856 w 2957425"/>
                <a:gd name="connsiteY1506" fmla="*/ 217467 h 1708593"/>
                <a:gd name="connsiteX1507" fmla="*/ 2957425 w 2957425"/>
                <a:gd name="connsiteY1507" fmla="*/ 208352 h 1708593"/>
                <a:gd name="connsiteX1508" fmla="*/ 2957425 w 2957425"/>
                <a:gd name="connsiteY1508" fmla="*/ 229614 h 1708593"/>
                <a:gd name="connsiteX1509" fmla="*/ 2944716 w 2957425"/>
                <a:gd name="connsiteY1509" fmla="*/ 234239 h 1708593"/>
                <a:gd name="connsiteX1510" fmla="*/ 2913429 w 2957425"/>
                <a:gd name="connsiteY1510" fmla="*/ 260869 h 1708593"/>
                <a:gd name="connsiteX1511" fmla="*/ 2822285 w 2957425"/>
                <a:gd name="connsiteY1511" fmla="*/ 307595 h 1708593"/>
                <a:gd name="connsiteX1512" fmla="*/ 2812992 w 2957425"/>
                <a:gd name="connsiteY1512" fmla="*/ 307874 h 1708593"/>
                <a:gd name="connsiteX1513" fmla="*/ 2803817 w 2957425"/>
                <a:gd name="connsiteY1513" fmla="*/ 307595 h 1708593"/>
                <a:gd name="connsiteX1514" fmla="*/ 2713719 w 2957425"/>
                <a:gd name="connsiteY1514" fmla="*/ 260869 h 1708593"/>
                <a:gd name="connsiteX1515" fmla="*/ 2625475 w 2957425"/>
                <a:gd name="connsiteY1515" fmla="*/ 218505 h 1708593"/>
                <a:gd name="connsiteX1516" fmla="*/ 2538398 w 2957425"/>
                <a:gd name="connsiteY1516" fmla="*/ 260869 h 1708593"/>
                <a:gd name="connsiteX1517" fmla="*/ 2447253 w 2957425"/>
                <a:gd name="connsiteY1517" fmla="*/ 307595 h 1708593"/>
                <a:gd name="connsiteX1518" fmla="*/ 2437959 w 2957425"/>
                <a:gd name="connsiteY1518" fmla="*/ 307874 h 1708593"/>
                <a:gd name="connsiteX1519" fmla="*/ 2428768 w 2957425"/>
                <a:gd name="connsiteY1519" fmla="*/ 307595 h 1708593"/>
                <a:gd name="connsiteX1520" fmla="*/ 2338559 w 2957425"/>
                <a:gd name="connsiteY1520" fmla="*/ 260869 h 1708593"/>
                <a:gd name="connsiteX1521" fmla="*/ 2265570 w 2957425"/>
                <a:gd name="connsiteY1521" fmla="*/ 219397 h 1708593"/>
                <a:gd name="connsiteX1522" fmla="*/ 2250202 w 2957425"/>
                <a:gd name="connsiteY1522" fmla="*/ 218505 h 1708593"/>
                <a:gd name="connsiteX1523" fmla="*/ 2235078 w 2957425"/>
                <a:gd name="connsiteY1523" fmla="*/ 219397 h 1708593"/>
                <a:gd name="connsiteX1524" fmla="*/ 2163119 w 2957425"/>
                <a:gd name="connsiteY1524" fmla="*/ 260869 h 1708593"/>
                <a:gd name="connsiteX1525" fmla="*/ 2071970 w 2957425"/>
                <a:gd name="connsiteY1525" fmla="*/ 307595 h 1708593"/>
                <a:gd name="connsiteX1526" fmla="*/ 2062687 w 2957425"/>
                <a:gd name="connsiteY1526" fmla="*/ 307874 h 1708593"/>
                <a:gd name="connsiteX1527" fmla="*/ 2053502 w 2957425"/>
                <a:gd name="connsiteY1527" fmla="*/ 307595 h 1708593"/>
                <a:gd name="connsiteX1528" fmla="*/ 1963418 w 2957425"/>
                <a:gd name="connsiteY1528" fmla="*/ 260869 h 1708593"/>
                <a:gd name="connsiteX1529" fmla="*/ 1890508 w 2957425"/>
                <a:gd name="connsiteY1529" fmla="*/ 219397 h 1708593"/>
                <a:gd name="connsiteX1530" fmla="*/ 1875171 w 2957425"/>
                <a:gd name="connsiteY1530" fmla="*/ 218505 h 1708593"/>
                <a:gd name="connsiteX1531" fmla="*/ 1860044 w 2957425"/>
                <a:gd name="connsiteY1531" fmla="*/ 219397 h 1708593"/>
                <a:gd name="connsiteX1532" fmla="*/ 1788085 w 2957425"/>
                <a:gd name="connsiteY1532" fmla="*/ 260869 h 1708593"/>
                <a:gd name="connsiteX1533" fmla="*/ 1696936 w 2957425"/>
                <a:gd name="connsiteY1533" fmla="*/ 307595 h 1708593"/>
                <a:gd name="connsiteX1534" fmla="*/ 1687656 w 2957425"/>
                <a:gd name="connsiteY1534" fmla="*/ 307874 h 1708593"/>
                <a:gd name="connsiteX1535" fmla="*/ 1678456 w 2957425"/>
                <a:gd name="connsiteY1535" fmla="*/ 307595 h 1708593"/>
                <a:gd name="connsiteX1536" fmla="*/ 1588259 w 2957425"/>
                <a:gd name="connsiteY1536" fmla="*/ 260869 h 1708593"/>
                <a:gd name="connsiteX1537" fmla="*/ 1515254 w 2957425"/>
                <a:gd name="connsiteY1537" fmla="*/ 219397 h 1708593"/>
                <a:gd name="connsiteX1538" fmla="*/ 1499902 w 2957425"/>
                <a:gd name="connsiteY1538" fmla="*/ 218505 h 1708593"/>
                <a:gd name="connsiteX1539" fmla="*/ 1484938 w 2957425"/>
                <a:gd name="connsiteY1539" fmla="*/ 219397 h 1708593"/>
                <a:gd name="connsiteX1540" fmla="*/ 1412811 w 2957425"/>
                <a:gd name="connsiteY1540" fmla="*/ 260869 h 1708593"/>
                <a:gd name="connsiteX1541" fmla="*/ 1312377 w 2957425"/>
                <a:gd name="connsiteY1541" fmla="*/ 307874 h 1708593"/>
                <a:gd name="connsiteX1542" fmla="*/ 1213103 w 2957425"/>
                <a:gd name="connsiteY1542" fmla="*/ 260869 h 1708593"/>
                <a:gd name="connsiteX1543" fmla="*/ 1140203 w 2957425"/>
                <a:gd name="connsiteY1543" fmla="*/ 219397 h 1708593"/>
                <a:gd name="connsiteX1544" fmla="*/ 1124860 w 2957425"/>
                <a:gd name="connsiteY1544" fmla="*/ 218505 h 1708593"/>
                <a:gd name="connsiteX1545" fmla="*/ 1109907 w 2957425"/>
                <a:gd name="connsiteY1545" fmla="*/ 219397 h 1708593"/>
                <a:gd name="connsiteX1546" fmla="*/ 1037780 w 2957425"/>
                <a:gd name="connsiteY1546" fmla="*/ 260869 h 1708593"/>
                <a:gd name="connsiteX1547" fmla="*/ 937343 w 2957425"/>
                <a:gd name="connsiteY1547" fmla="*/ 307874 h 1708593"/>
                <a:gd name="connsiteX1548" fmla="*/ 837942 w 2957425"/>
                <a:gd name="connsiteY1548" fmla="*/ 260869 h 1708593"/>
                <a:gd name="connsiteX1549" fmla="*/ 764952 w 2957425"/>
                <a:gd name="connsiteY1549" fmla="*/ 219397 h 1708593"/>
                <a:gd name="connsiteX1550" fmla="*/ 749586 w 2957425"/>
                <a:gd name="connsiteY1550" fmla="*/ 218505 h 1708593"/>
                <a:gd name="connsiteX1551" fmla="*/ 734638 w 2957425"/>
                <a:gd name="connsiteY1551" fmla="*/ 219397 h 1708593"/>
                <a:gd name="connsiteX1552" fmla="*/ 662511 w 2957425"/>
                <a:gd name="connsiteY1552" fmla="*/ 260869 h 1708593"/>
                <a:gd name="connsiteX1553" fmla="*/ 562069 w 2957425"/>
                <a:gd name="connsiteY1553" fmla="*/ 307874 h 1708593"/>
                <a:gd name="connsiteX1554" fmla="*/ 462743 w 2957425"/>
                <a:gd name="connsiteY1554" fmla="*/ 260869 h 1708593"/>
                <a:gd name="connsiteX1555" fmla="*/ 375034 w 2957425"/>
                <a:gd name="connsiteY1555" fmla="*/ 218505 h 1708593"/>
                <a:gd name="connsiteX1556" fmla="*/ 287371 w 2957425"/>
                <a:gd name="connsiteY1556" fmla="*/ 260869 h 1708593"/>
                <a:gd name="connsiteX1557" fmla="*/ 187517 w 2957425"/>
                <a:gd name="connsiteY1557" fmla="*/ 307874 h 1708593"/>
                <a:gd name="connsiteX1558" fmla="*/ 87663 w 2957425"/>
                <a:gd name="connsiteY1558" fmla="*/ 260869 h 1708593"/>
                <a:gd name="connsiteX1559" fmla="*/ 0 w 2957425"/>
                <a:gd name="connsiteY1559" fmla="*/ 218505 h 1708593"/>
                <a:gd name="connsiteX1560" fmla="*/ 0 w 2957425"/>
                <a:gd name="connsiteY1560" fmla="*/ 99897 h 1708593"/>
                <a:gd name="connsiteX1561" fmla="*/ 99855 w 2957425"/>
                <a:gd name="connsiteY1561" fmla="*/ 147008 h 1708593"/>
                <a:gd name="connsiteX1562" fmla="*/ 187517 w 2957425"/>
                <a:gd name="connsiteY1562" fmla="*/ 189466 h 1708593"/>
                <a:gd name="connsiteX1563" fmla="*/ 275179 w 2957425"/>
                <a:gd name="connsiteY1563" fmla="*/ 147008 h 1708593"/>
                <a:gd name="connsiteX1564" fmla="*/ 375034 w 2957425"/>
                <a:gd name="connsiteY1564" fmla="*/ 99897 h 1708593"/>
                <a:gd name="connsiteX1565" fmla="*/ 474941 w 2957425"/>
                <a:gd name="connsiteY1565" fmla="*/ 147008 h 1708593"/>
                <a:gd name="connsiteX1566" fmla="*/ 562069 w 2957425"/>
                <a:gd name="connsiteY1566" fmla="*/ 189466 h 1708593"/>
                <a:gd name="connsiteX1567" fmla="*/ 650315 w 2957425"/>
                <a:gd name="connsiteY1567" fmla="*/ 147008 h 1708593"/>
                <a:gd name="connsiteX1568" fmla="*/ 740506 w 2957425"/>
                <a:gd name="connsiteY1568" fmla="*/ 100183 h 1708593"/>
                <a:gd name="connsiteX1569" fmla="*/ 749586 w 2957425"/>
                <a:gd name="connsiteY1569" fmla="*/ 99897 h 1708593"/>
                <a:gd name="connsiteX1570" fmla="*/ 758889 w 2957425"/>
                <a:gd name="connsiteY1570" fmla="*/ 100177 h 1708593"/>
                <a:gd name="connsiteX1571" fmla="*/ 850154 w 2957425"/>
                <a:gd name="connsiteY1571" fmla="*/ 147008 h 1708593"/>
                <a:gd name="connsiteX1572" fmla="*/ 937343 w 2957425"/>
                <a:gd name="connsiteY1572" fmla="*/ 189466 h 1708593"/>
                <a:gd name="connsiteX1573" fmla="*/ 1025586 w 2957425"/>
                <a:gd name="connsiteY1573" fmla="*/ 147008 h 1708593"/>
                <a:gd name="connsiteX1574" fmla="*/ 1115684 w 2957425"/>
                <a:gd name="connsiteY1574" fmla="*/ 100183 h 1708593"/>
                <a:gd name="connsiteX1575" fmla="*/ 1124860 w 2957425"/>
                <a:gd name="connsiteY1575" fmla="*/ 99897 h 1708593"/>
                <a:gd name="connsiteX1576" fmla="*/ 1134151 w 2957425"/>
                <a:gd name="connsiteY1576" fmla="*/ 100177 h 1708593"/>
                <a:gd name="connsiteX1577" fmla="*/ 1225295 w 2957425"/>
                <a:gd name="connsiteY1577" fmla="*/ 147008 h 1708593"/>
                <a:gd name="connsiteX1578" fmla="*/ 1312377 w 2957425"/>
                <a:gd name="connsiteY1578" fmla="*/ 189466 h 1708593"/>
                <a:gd name="connsiteX1579" fmla="*/ 1400620 w 2957425"/>
                <a:gd name="connsiteY1579" fmla="*/ 147008 h 1708593"/>
                <a:gd name="connsiteX1580" fmla="*/ 1490715 w 2957425"/>
                <a:gd name="connsiteY1580" fmla="*/ 100183 h 1708593"/>
                <a:gd name="connsiteX1581" fmla="*/ 1499902 w 2957425"/>
                <a:gd name="connsiteY1581" fmla="*/ 99897 h 1708593"/>
                <a:gd name="connsiteX1582" fmla="*/ 1509200 w 2957425"/>
                <a:gd name="connsiteY1582" fmla="*/ 100177 h 1708593"/>
                <a:gd name="connsiteX1583" fmla="*/ 1600457 w 2957425"/>
                <a:gd name="connsiteY1583" fmla="*/ 147008 h 1708593"/>
                <a:gd name="connsiteX1584" fmla="*/ 1672675 w 2957425"/>
                <a:gd name="connsiteY1584" fmla="*/ 188572 h 1708593"/>
                <a:gd name="connsiteX1585" fmla="*/ 1687656 w 2957425"/>
                <a:gd name="connsiteY1585" fmla="*/ 189466 h 1708593"/>
                <a:gd name="connsiteX1586" fmla="*/ 1702991 w 2957425"/>
                <a:gd name="connsiteY1586" fmla="*/ 188572 h 1708593"/>
                <a:gd name="connsiteX1587" fmla="*/ 1775902 w 2957425"/>
                <a:gd name="connsiteY1587" fmla="*/ 147008 h 1708593"/>
                <a:gd name="connsiteX1588" fmla="*/ 1865985 w 2957425"/>
                <a:gd name="connsiteY1588" fmla="*/ 100183 h 1708593"/>
                <a:gd name="connsiteX1589" fmla="*/ 1875171 w 2957425"/>
                <a:gd name="connsiteY1589" fmla="*/ 99897 h 1708593"/>
                <a:gd name="connsiteX1590" fmla="*/ 1884453 w 2957425"/>
                <a:gd name="connsiteY1590" fmla="*/ 100177 h 1708593"/>
                <a:gd name="connsiteX1591" fmla="*/ 1975602 w 2957425"/>
                <a:gd name="connsiteY1591" fmla="*/ 147008 h 1708593"/>
                <a:gd name="connsiteX1592" fmla="*/ 2047561 w 2957425"/>
                <a:gd name="connsiteY1592" fmla="*/ 188572 h 1708593"/>
                <a:gd name="connsiteX1593" fmla="*/ 2062687 w 2957425"/>
                <a:gd name="connsiteY1593" fmla="*/ 189466 h 1708593"/>
                <a:gd name="connsiteX1594" fmla="*/ 2078025 w 2957425"/>
                <a:gd name="connsiteY1594" fmla="*/ 188572 h 1708593"/>
                <a:gd name="connsiteX1595" fmla="*/ 2150933 w 2957425"/>
                <a:gd name="connsiteY1595" fmla="*/ 147008 h 1708593"/>
                <a:gd name="connsiteX1596" fmla="*/ 2241019 w 2957425"/>
                <a:gd name="connsiteY1596" fmla="*/ 100183 h 1708593"/>
                <a:gd name="connsiteX1597" fmla="*/ 2250202 w 2957425"/>
                <a:gd name="connsiteY1597" fmla="*/ 99897 h 1708593"/>
                <a:gd name="connsiteX1598" fmla="*/ 2259500 w 2957425"/>
                <a:gd name="connsiteY1598" fmla="*/ 100177 h 1708593"/>
                <a:gd name="connsiteX1599" fmla="*/ 2350772 w 2957425"/>
                <a:gd name="connsiteY1599" fmla="*/ 147008 h 1708593"/>
                <a:gd name="connsiteX1600" fmla="*/ 2422815 w 2957425"/>
                <a:gd name="connsiteY1600" fmla="*/ 188572 h 1708593"/>
                <a:gd name="connsiteX1601" fmla="*/ 2437959 w 2957425"/>
                <a:gd name="connsiteY1601" fmla="*/ 189466 h 1708593"/>
                <a:gd name="connsiteX1602" fmla="*/ 2453275 w 2957425"/>
                <a:gd name="connsiteY1602" fmla="*/ 188572 h 1708593"/>
                <a:gd name="connsiteX1603" fmla="*/ 2526203 w 2957425"/>
                <a:gd name="connsiteY1603" fmla="*/ 147008 h 1708593"/>
                <a:gd name="connsiteX1604" fmla="*/ 2625475 w 2957425"/>
                <a:gd name="connsiteY1604" fmla="*/ 99897 h 1708593"/>
                <a:gd name="connsiteX1605" fmla="*/ 2725913 w 2957425"/>
                <a:gd name="connsiteY1605" fmla="*/ 147008 h 1708593"/>
                <a:gd name="connsiteX1606" fmla="*/ 2797875 w 2957425"/>
                <a:gd name="connsiteY1606" fmla="*/ 188572 h 1708593"/>
                <a:gd name="connsiteX1607" fmla="*/ 2812992 w 2957425"/>
                <a:gd name="connsiteY1607" fmla="*/ 189466 h 1708593"/>
                <a:gd name="connsiteX1608" fmla="*/ 2828318 w 2957425"/>
                <a:gd name="connsiteY1608" fmla="*/ 188572 h 1708593"/>
                <a:gd name="connsiteX1609" fmla="*/ 2901235 w 2957425"/>
                <a:gd name="connsiteY1609" fmla="*/ 147008 h 1708593"/>
                <a:gd name="connsiteX1610" fmla="*/ 2937851 w 2957425"/>
                <a:gd name="connsiteY1610" fmla="*/ 116886 h 1708593"/>
                <a:gd name="connsiteX1611" fmla="*/ 2957425 w 2957425"/>
                <a:gd name="connsiteY1611" fmla="*/ 107748 h 1708593"/>
                <a:gd name="connsiteX1612" fmla="*/ 2957425 w 2957425"/>
                <a:gd name="connsiteY1612" fmla="*/ 129059 h 1708593"/>
                <a:gd name="connsiteX1613" fmla="*/ 2944711 w 2957425"/>
                <a:gd name="connsiteY1613" fmla="*/ 133696 h 1708593"/>
                <a:gd name="connsiteX1614" fmla="*/ 2913429 w 2957425"/>
                <a:gd name="connsiteY1614" fmla="*/ 160385 h 1708593"/>
                <a:gd name="connsiteX1615" fmla="*/ 2822285 w 2957425"/>
                <a:gd name="connsiteY1615" fmla="*/ 207216 h 1708593"/>
                <a:gd name="connsiteX1616" fmla="*/ 2812992 w 2957425"/>
                <a:gd name="connsiteY1616" fmla="*/ 207496 h 1708593"/>
                <a:gd name="connsiteX1617" fmla="*/ 2803817 w 2957425"/>
                <a:gd name="connsiteY1617" fmla="*/ 207216 h 1708593"/>
                <a:gd name="connsiteX1618" fmla="*/ 2713719 w 2957425"/>
                <a:gd name="connsiteY1618" fmla="*/ 160385 h 1708593"/>
                <a:gd name="connsiteX1619" fmla="*/ 2625475 w 2957425"/>
                <a:gd name="connsiteY1619" fmla="*/ 117927 h 1708593"/>
                <a:gd name="connsiteX1620" fmla="*/ 2538398 w 2957425"/>
                <a:gd name="connsiteY1620" fmla="*/ 160385 h 1708593"/>
                <a:gd name="connsiteX1621" fmla="*/ 2447253 w 2957425"/>
                <a:gd name="connsiteY1621" fmla="*/ 207216 h 1708593"/>
                <a:gd name="connsiteX1622" fmla="*/ 2437959 w 2957425"/>
                <a:gd name="connsiteY1622" fmla="*/ 207496 h 1708593"/>
                <a:gd name="connsiteX1623" fmla="*/ 2428768 w 2957425"/>
                <a:gd name="connsiteY1623" fmla="*/ 207216 h 1708593"/>
                <a:gd name="connsiteX1624" fmla="*/ 2338559 w 2957425"/>
                <a:gd name="connsiteY1624" fmla="*/ 160385 h 1708593"/>
                <a:gd name="connsiteX1625" fmla="*/ 2265570 w 2957425"/>
                <a:gd name="connsiteY1625" fmla="*/ 118821 h 1708593"/>
                <a:gd name="connsiteX1626" fmla="*/ 2250202 w 2957425"/>
                <a:gd name="connsiteY1626" fmla="*/ 117927 h 1708593"/>
                <a:gd name="connsiteX1627" fmla="*/ 2235078 w 2957425"/>
                <a:gd name="connsiteY1627" fmla="*/ 118821 h 1708593"/>
                <a:gd name="connsiteX1628" fmla="*/ 2163119 w 2957425"/>
                <a:gd name="connsiteY1628" fmla="*/ 160385 h 1708593"/>
                <a:gd name="connsiteX1629" fmla="*/ 2071970 w 2957425"/>
                <a:gd name="connsiteY1629" fmla="*/ 207216 h 1708593"/>
                <a:gd name="connsiteX1630" fmla="*/ 2062687 w 2957425"/>
                <a:gd name="connsiteY1630" fmla="*/ 207496 h 1708593"/>
                <a:gd name="connsiteX1631" fmla="*/ 2053502 w 2957425"/>
                <a:gd name="connsiteY1631" fmla="*/ 207216 h 1708593"/>
                <a:gd name="connsiteX1632" fmla="*/ 1963418 w 2957425"/>
                <a:gd name="connsiteY1632" fmla="*/ 160385 h 1708593"/>
                <a:gd name="connsiteX1633" fmla="*/ 1890508 w 2957425"/>
                <a:gd name="connsiteY1633" fmla="*/ 118821 h 1708593"/>
                <a:gd name="connsiteX1634" fmla="*/ 1875171 w 2957425"/>
                <a:gd name="connsiteY1634" fmla="*/ 117927 h 1708593"/>
                <a:gd name="connsiteX1635" fmla="*/ 1860044 w 2957425"/>
                <a:gd name="connsiteY1635" fmla="*/ 118821 h 1708593"/>
                <a:gd name="connsiteX1636" fmla="*/ 1788085 w 2957425"/>
                <a:gd name="connsiteY1636" fmla="*/ 160385 h 1708593"/>
                <a:gd name="connsiteX1637" fmla="*/ 1696936 w 2957425"/>
                <a:gd name="connsiteY1637" fmla="*/ 207216 h 1708593"/>
                <a:gd name="connsiteX1638" fmla="*/ 1687656 w 2957425"/>
                <a:gd name="connsiteY1638" fmla="*/ 207496 h 1708593"/>
                <a:gd name="connsiteX1639" fmla="*/ 1678456 w 2957425"/>
                <a:gd name="connsiteY1639" fmla="*/ 207216 h 1708593"/>
                <a:gd name="connsiteX1640" fmla="*/ 1588259 w 2957425"/>
                <a:gd name="connsiteY1640" fmla="*/ 160385 h 1708593"/>
                <a:gd name="connsiteX1641" fmla="*/ 1515254 w 2957425"/>
                <a:gd name="connsiteY1641" fmla="*/ 118821 h 1708593"/>
                <a:gd name="connsiteX1642" fmla="*/ 1499902 w 2957425"/>
                <a:gd name="connsiteY1642" fmla="*/ 117927 h 1708593"/>
                <a:gd name="connsiteX1643" fmla="*/ 1484938 w 2957425"/>
                <a:gd name="connsiteY1643" fmla="*/ 118821 h 1708593"/>
                <a:gd name="connsiteX1644" fmla="*/ 1412811 w 2957425"/>
                <a:gd name="connsiteY1644" fmla="*/ 160385 h 1708593"/>
                <a:gd name="connsiteX1645" fmla="*/ 1312377 w 2957425"/>
                <a:gd name="connsiteY1645" fmla="*/ 207496 h 1708593"/>
                <a:gd name="connsiteX1646" fmla="*/ 1213103 w 2957425"/>
                <a:gd name="connsiteY1646" fmla="*/ 160385 h 1708593"/>
                <a:gd name="connsiteX1647" fmla="*/ 1140203 w 2957425"/>
                <a:gd name="connsiteY1647" fmla="*/ 118821 h 1708593"/>
                <a:gd name="connsiteX1648" fmla="*/ 1124860 w 2957425"/>
                <a:gd name="connsiteY1648" fmla="*/ 117927 h 1708593"/>
                <a:gd name="connsiteX1649" fmla="*/ 1109907 w 2957425"/>
                <a:gd name="connsiteY1649" fmla="*/ 118821 h 1708593"/>
                <a:gd name="connsiteX1650" fmla="*/ 1037780 w 2957425"/>
                <a:gd name="connsiteY1650" fmla="*/ 160385 h 1708593"/>
                <a:gd name="connsiteX1651" fmla="*/ 937343 w 2957425"/>
                <a:gd name="connsiteY1651" fmla="*/ 207496 h 1708593"/>
                <a:gd name="connsiteX1652" fmla="*/ 837942 w 2957425"/>
                <a:gd name="connsiteY1652" fmla="*/ 160385 h 1708593"/>
                <a:gd name="connsiteX1653" fmla="*/ 764952 w 2957425"/>
                <a:gd name="connsiteY1653" fmla="*/ 118821 h 1708593"/>
                <a:gd name="connsiteX1654" fmla="*/ 749586 w 2957425"/>
                <a:gd name="connsiteY1654" fmla="*/ 117927 h 1708593"/>
                <a:gd name="connsiteX1655" fmla="*/ 734638 w 2957425"/>
                <a:gd name="connsiteY1655" fmla="*/ 118821 h 1708593"/>
                <a:gd name="connsiteX1656" fmla="*/ 662511 w 2957425"/>
                <a:gd name="connsiteY1656" fmla="*/ 160385 h 1708593"/>
                <a:gd name="connsiteX1657" fmla="*/ 562069 w 2957425"/>
                <a:gd name="connsiteY1657" fmla="*/ 207496 h 1708593"/>
                <a:gd name="connsiteX1658" fmla="*/ 462743 w 2957425"/>
                <a:gd name="connsiteY1658" fmla="*/ 160385 h 1708593"/>
                <a:gd name="connsiteX1659" fmla="*/ 375034 w 2957425"/>
                <a:gd name="connsiteY1659" fmla="*/ 117927 h 1708593"/>
                <a:gd name="connsiteX1660" fmla="*/ 287371 w 2957425"/>
                <a:gd name="connsiteY1660" fmla="*/ 160385 h 1708593"/>
                <a:gd name="connsiteX1661" fmla="*/ 187517 w 2957425"/>
                <a:gd name="connsiteY1661" fmla="*/ 207496 h 1708593"/>
                <a:gd name="connsiteX1662" fmla="*/ 87663 w 2957425"/>
                <a:gd name="connsiteY1662" fmla="*/ 160385 h 1708593"/>
                <a:gd name="connsiteX1663" fmla="*/ 0 w 2957425"/>
                <a:gd name="connsiteY1663" fmla="*/ 117927 h 1708593"/>
                <a:gd name="connsiteX1664" fmla="*/ 0 w 2957425"/>
                <a:gd name="connsiteY1664" fmla="*/ 0 h 1708593"/>
                <a:gd name="connsiteX1665" fmla="*/ 99855 w 2957425"/>
                <a:gd name="connsiteY1665" fmla="*/ 47649 h 1708593"/>
                <a:gd name="connsiteX1666" fmla="*/ 187517 w 2957425"/>
                <a:gd name="connsiteY1666" fmla="*/ 90068 h 1708593"/>
                <a:gd name="connsiteX1667" fmla="*/ 275179 w 2957425"/>
                <a:gd name="connsiteY1667" fmla="*/ 47649 h 1708593"/>
                <a:gd name="connsiteX1668" fmla="*/ 375034 w 2957425"/>
                <a:gd name="connsiteY1668" fmla="*/ 0 h 1708593"/>
                <a:gd name="connsiteX1669" fmla="*/ 474941 w 2957425"/>
                <a:gd name="connsiteY1669" fmla="*/ 47649 h 1708593"/>
                <a:gd name="connsiteX1670" fmla="*/ 562069 w 2957425"/>
                <a:gd name="connsiteY1670" fmla="*/ 90068 h 1708593"/>
                <a:gd name="connsiteX1671" fmla="*/ 650315 w 2957425"/>
                <a:gd name="connsiteY1671" fmla="*/ 47649 h 1708593"/>
                <a:gd name="connsiteX1672" fmla="*/ 740506 w 2957425"/>
                <a:gd name="connsiteY1672" fmla="*/ 286 h 1708593"/>
                <a:gd name="connsiteX1673" fmla="*/ 749586 w 2957425"/>
                <a:gd name="connsiteY1673" fmla="*/ 0 h 1708593"/>
                <a:gd name="connsiteX1674" fmla="*/ 850154 w 2957425"/>
                <a:gd name="connsiteY1674" fmla="*/ 47649 h 1708593"/>
                <a:gd name="connsiteX1675" fmla="*/ 937343 w 2957425"/>
                <a:gd name="connsiteY1675" fmla="*/ 90068 h 1708593"/>
                <a:gd name="connsiteX1676" fmla="*/ 1025586 w 2957425"/>
                <a:gd name="connsiteY1676" fmla="*/ 47649 h 1708593"/>
                <a:gd name="connsiteX1677" fmla="*/ 1115684 w 2957425"/>
                <a:gd name="connsiteY1677" fmla="*/ 286 h 1708593"/>
                <a:gd name="connsiteX1678" fmla="*/ 1124860 w 2957425"/>
                <a:gd name="connsiteY1678" fmla="*/ 0 h 1708593"/>
                <a:gd name="connsiteX1679" fmla="*/ 1225295 w 2957425"/>
                <a:gd name="connsiteY1679" fmla="*/ 47649 h 1708593"/>
                <a:gd name="connsiteX1680" fmla="*/ 1312377 w 2957425"/>
                <a:gd name="connsiteY1680" fmla="*/ 90068 h 1708593"/>
                <a:gd name="connsiteX1681" fmla="*/ 1400620 w 2957425"/>
                <a:gd name="connsiteY1681" fmla="*/ 47649 h 1708593"/>
                <a:gd name="connsiteX1682" fmla="*/ 1490715 w 2957425"/>
                <a:gd name="connsiteY1682" fmla="*/ 286 h 1708593"/>
                <a:gd name="connsiteX1683" fmla="*/ 1499902 w 2957425"/>
                <a:gd name="connsiteY1683" fmla="*/ 0 h 1708593"/>
                <a:gd name="connsiteX1684" fmla="*/ 1600457 w 2957425"/>
                <a:gd name="connsiteY1684" fmla="*/ 47649 h 1708593"/>
                <a:gd name="connsiteX1685" fmla="*/ 1672675 w 2957425"/>
                <a:gd name="connsiteY1685" fmla="*/ 89151 h 1708593"/>
                <a:gd name="connsiteX1686" fmla="*/ 1687656 w 2957425"/>
                <a:gd name="connsiteY1686" fmla="*/ 90068 h 1708593"/>
                <a:gd name="connsiteX1687" fmla="*/ 1702991 w 2957425"/>
                <a:gd name="connsiteY1687" fmla="*/ 89151 h 1708593"/>
                <a:gd name="connsiteX1688" fmla="*/ 1775902 w 2957425"/>
                <a:gd name="connsiteY1688" fmla="*/ 47649 h 1708593"/>
                <a:gd name="connsiteX1689" fmla="*/ 1865985 w 2957425"/>
                <a:gd name="connsiteY1689" fmla="*/ 286 h 1708593"/>
                <a:gd name="connsiteX1690" fmla="*/ 1875171 w 2957425"/>
                <a:gd name="connsiteY1690" fmla="*/ 0 h 1708593"/>
                <a:gd name="connsiteX1691" fmla="*/ 1975602 w 2957425"/>
                <a:gd name="connsiteY1691" fmla="*/ 47649 h 1708593"/>
                <a:gd name="connsiteX1692" fmla="*/ 2047561 w 2957425"/>
                <a:gd name="connsiteY1692" fmla="*/ 89151 h 1708593"/>
                <a:gd name="connsiteX1693" fmla="*/ 2062687 w 2957425"/>
                <a:gd name="connsiteY1693" fmla="*/ 90068 h 1708593"/>
                <a:gd name="connsiteX1694" fmla="*/ 2078025 w 2957425"/>
                <a:gd name="connsiteY1694" fmla="*/ 89151 h 1708593"/>
                <a:gd name="connsiteX1695" fmla="*/ 2150933 w 2957425"/>
                <a:gd name="connsiteY1695" fmla="*/ 47649 h 1708593"/>
                <a:gd name="connsiteX1696" fmla="*/ 2241019 w 2957425"/>
                <a:gd name="connsiteY1696" fmla="*/ 286 h 1708593"/>
                <a:gd name="connsiteX1697" fmla="*/ 2250202 w 2957425"/>
                <a:gd name="connsiteY1697" fmla="*/ 0 h 1708593"/>
                <a:gd name="connsiteX1698" fmla="*/ 2350772 w 2957425"/>
                <a:gd name="connsiteY1698" fmla="*/ 47649 h 1708593"/>
                <a:gd name="connsiteX1699" fmla="*/ 2422815 w 2957425"/>
                <a:gd name="connsiteY1699" fmla="*/ 89151 h 1708593"/>
                <a:gd name="connsiteX1700" fmla="*/ 2437959 w 2957425"/>
                <a:gd name="connsiteY1700" fmla="*/ 90068 h 1708593"/>
                <a:gd name="connsiteX1701" fmla="*/ 2453275 w 2957425"/>
                <a:gd name="connsiteY1701" fmla="*/ 89151 h 1708593"/>
                <a:gd name="connsiteX1702" fmla="*/ 2526203 w 2957425"/>
                <a:gd name="connsiteY1702" fmla="*/ 47649 h 1708593"/>
                <a:gd name="connsiteX1703" fmla="*/ 2625475 w 2957425"/>
                <a:gd name="connsiteY1703" fmla="*/ 0 h 1708593"/>
                <a:gd name="connsiteX1704" fmla="*/ 2725913 w 2957425"/>
                <a:gd name="connsiteY1704" fmla="*/ 47649 h 1708593"/>
                <a:gd name="connsiteX1705" fmla="*/ 2797875 w 2957425"/>
                <a:gd name="connsiteY1705" fmla="*/ 89151 h 1708593"/>
                <a:gd name="connsiteX1706" fmla="*/ 2812992 w 2957425"/>
                <a:gd name="connsiteY1706" fmla="*/ 90068 h 1708593"/>
                <a:gd name="connsiteX1707" fmla="*/ 2828318 w 2957425"/>
                <a:gd name="connsiteY1707" fmla="*/ 89151 h 1708593"/>
                <a:gd name="connsiteX1708" fmla="*/ 2901235 w 2957425"/>
                <a:gd name="connsiteY1708" fmla="*/ 47649 h 1708593"/>
                <a:gd name="connsiteX1709" fmla="*/ 2937846 w 2957425"/>
                <a:gd name="connsiteY1709" fmla="*/ 17061 h 1708593"/>
                <a:gd name="connsiteX1710" fmla="*/ 2957425 w 2957425"/>
                <a:gd name="connsiteY1710" fmla="*/ 7869 h 1708593"/>
                <a:gd name="connsiteX1711" fmla="*/ 2957425 w 2957425"/>
                <a:gd name="connsiteY1711" fmla="*/ 29307 h 1708593"/>
                <a:gd name="connsiteX1712" fmla="*/ 2944706 w 2957425"/>
                <a:gd name="connsiteY1712" fmla="*/ 34009 h 1708593"/>
                <a:gd name="connsiteX1713" fmla="*/ 2913429 w 2957425"/>
                <a:gd name="connsiteY1713" fmla="*/ 60433 h 1708593"/>
                <a:gd name="connsiteX1714" fmla="*/ 2822285 w 2957425"/>
                <a:gd name="connsiteY1714" fmla="*/ 107795 h 1708593"/>
                <a:gd name="connsiteX1715" fmla="*/ 2812992 w 2957425"/>
                <a:gd name="connsiteY1715" fmla="*/ 108081 h 1708593"/>
                <a:gd name="connsiteX1716" fmla="*/ 2803817 w 2957425"/>
                <a:gd name="connsiteY1716" fmla="*/ 107795 h 1708593"/>
                <a:gd name="connsiteX1717" fmla="*/ 2713719 w 2957425"/>
                <a:gd name="connsiteY1717" fmla="*/ 60433 h 1708593"/>
                <a:gd name="connsiteX1718" fmla="*/ 2625475 w 2957425"/>
                <a:gd name="connsiteY1718" fmla="*/ 18014 h 1708593"/>
                <a:gd name="connsiteX1719" fmla="*/ 2538398 w 2957425"/>
                <a:gd name="connsiteY1719" fmla="*/ 60433 h 1708593"/>
                <a:gd name="connsiteX1720" fmla="*/ 2447253 w 2957425"/>
                <a:gd name="connsiteY1720" fmla="*/ 107795 h 1708593"/>
                <a:gd name="connsiteX1721" fmla="*/ 2437959 w 2957425"/>
                <a:gd name="connsiteY1721" fmla="*/ 108081 h 1708593"/>
                <a:gd name="connsiteX1722" fmla="*/ 2428768 w 2957425"/>
                <a:gd name="connsiteY1722" fmla="*/ 107795 h 1708593"/>
                <a:gd name="connsiteX1723" fmla="*/ 2338559 w 2957425"/>
                <a:gd name="connsiteY1723" fmla="*/ 60433 h 1708593"/>
                <a:gd name="connsiteX1724" fmla="*/ 2265570 w 2957425"/>
                <a:gd name="connsiteY1724" fmla="*/ 18931 h 1708593"/>
                <a:gd name="connsiteX1725" fmla="*/ 2250202 w 2957425"/>
                <a:gd name="connsiteY1725" fmla="*/ 18014 h 1708593"/>
                <a:gd name="connsiteX1726" fmla="*/ 2235078 w 2957425"/>
                <a:gd name="connsiteY1726" fmla="*/ 18931 h 1708593"/>
                <a:gd name="connsiteX1727" fmla="*/ 2163119 w 2957425"/>
                <a:gd name="connsiteY1727" fmla="*/ 60433 h 1708593"/>
                <a:gd name="connsiteX1728" fmla="*/ 2071970 w 2957425"/>
                <a:gd name="connsiteY1728" fmla="*/ 107795 h 1708593"/>
                <a:gd name="connsiteX1729" fmla="*/ 2062687 w 2957425"/>
                <a:gd name="connsiteY1729" fmla="*/ 108081 h 1708593"/>
                <a:gd name="connsiteX1730" fmla="*/ 2053502 w 2957425"/>
                <a:gd name="connsiteY1730" fmla="*/ 107795 h 1708593"/>
                <a:gd name="connsiteX1731" fmla="*/ 1963418 w 2957425"/>
                <a:gd name="connsiteY1731" fmla="*/ 60433 h 1708593"/>
                <a:gd name="connsiteX1732" fmla="*/ 1890508 w 2957425"/>
                <a:gd name="connsiteY1732" fmla="*/ 18931 h 1708593"/>
                <a:gd name="connsiteX1733" fmla="*/ 1875171 w 2957425"/>
                <a:gd name="connsiteY1733" fmla="*/ 18014 h 1708593"/>
                <a:gd name="connsiteX1734" fmla="*/ 1860044 w 2957425"/>
                <a:gd name="connsiteY1734" fmla="*/ 18931 h 1708593"/>
                <a:gd name="connsiteX1735" fmla="*/ 1788085 w 2957425"/>
                <a:gd name="connsiteY1735" fmla="*/ 60433 h 1708593"/>
                <a:gd name="connsiteX1736" fmla="*/ 1696936 w 2957425"/>
                <a:gd name="connsiteY1736" fmla="*/ 107795 h 1708593"/>
                <a:gd name="connsiteX1737" fmla="*/ 1687656 w 2957425"/>
                <a:gd name="connsiteY1737" fmla="*/ 108081 h 1708593"/>
                <a:gd name="connsiteX1738" fmla="*/ 1678456 w 2957425"/>
                <a:gd name="connsiteY1738" fmla="*/ 107795 h 1708593"/>
                <a:gd name="connsiteX1739" fmla="*/ 1588259 w 2957425"/>
                <a:gd name="connsiteY1739" fmla="*/ 60433 h 1708593"/>
                <a:gd name="connsiteX1740" fmla="*/ 1515254 w 2957425"/>
                <a:gd name="connsiteY1740" fmla="*/ 18931 h 1708593"/>
                <a:gd name="connsiteX1741" fmla="*/ 1499902 w 2957425"/>
                <a:gd name="connsiteY1741" fmla="*/ 18014 h 1708593"/>
                <a:gd name="connsiteX1742" fmla="*/ 1484938 w 2957425"/>
                <a:gd name="connsiteY1742" fmla="*/ 18931 h 1708593"/>
                <a:gd name="connsiteX1743" fmla="*/ 1412811 w 2957425"/>
                <a:gd name="connsiteY1743" fmla="*/ 60433 h 1708593"/>
                <a:gd name="connsiteX1744" fmla="*/ 1312377 w 2957425"/>
                <a:gd name="connsiteY1744" fmla="*/ 108081 h 1708593"/>
                <a:gd name="connsiteX1745" fmla="*/ 1213103 w 2957425"/>
                <a:gd name="connsiteY1745" fmla="*/ 60433 h 1708593"/>
                <a:gd name="connsiteX1746" fmla="*/ 1140203 w 2957425"/>
                <a:gd name="connsiteY1746" fmla="*/ 18931 h 1708593"/>
                <a:gd name="connsiteX1747" fmla="*/ 1124860 w 2957425"/>
                <a:gd name="connsiteY1747" fmla="*/ 18014 h 1708593"/>
                <a:gd name="connsiteX1748" fmla="*/ 1109907 w 2957425"/>
                <a:gd name="connsiteY1748" fmla="*/ 18931 h 1708593"/>
                <a:gd name="connsiteX1749" fmla="*/ 1037780 w 2957425"/>
                <a:gd name="connsiteY1749" fmla="*/ 60433 h 1708593"/>
                <a:gd name="connsiteX1750" fmla="*/ 937343 w 2957425"/>
                <a:gd name="connsiteY1750" fmla="*/ 108081 h 1708593"/>
                <a:gd name="connsiteX1751" fmla="*/ 837942 w 2957425"/>
                <a:gd name="connsiteY1751" fmla="*/ 60433 h 1708593"/>
                <a:gd name="connsiteX1752" fmla="*/ 764952 w 2957425"/>
                <a:gd name="connsiteY1752" fmla="*/ 18931 h 1708593"/>
                <a:gd name="connsiteX1753" fmla="*/ 749586 w 2957425"/>
                <a:gd name="connsiteY1753" fmla="*/ 18014 h 1708593"/>
                <a:gd name="connsiteX1754" fmla="*/ 734638 w 2957425"/>
                <a:gd name="connsiteY1754" fmla="*/ 18931 h 1708593"/>
                <a:gd name="connsiteX1755" fmla="*/ 662511 w 2957425"/>
                <a:gd name="connsiteY1755" fmla="*/ 60433 h 1708593"/>
                <a:gd name="connsiteX1756" fmla="*/ 562069 w 2957425"/>
                <a:gd name="connsiteY1756" fmla="*/ 108081 h 1708593"/>
                <a:gd name="connsiteX1757" fmla="*/ 462743 w 2957425"/>
                <a:gd name="connsiteY1757" fmla="*/ 60433 h 1708593"/>
                <a:gd name="connsiteX1758" fmla="*/ 375034 w 2957425"/>
                <a:gd name="connsiteY1758" fmla="*/ 18014 h 1708593"/>
                <a:gd name="connsiteX1759" fmla="*/ 287371 w 2957425"/>
                <a:gd name="connsiteY1759" fmla="*/ 60433 h 1708593"/>
                <a:gd name="connsiteX1760" fmla="*/ 187517 w 2957425"/>
                <a:gd name="connsiteY1760" fmla="*/ 108081 h 1708593"/>
                <a:gd name="connsiteX1761" fmla="*/ 87663 w 2957425"/>
                <a:gd name="connsiteY1761" fmla="*/ 60433 h 1708593"/>
                <a:gd name="connsiteX1762" fmla="*/ 0 w 2957425"/>
                <a:gd name="connsiteY1762" fmla="*/ 18014 h 1708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</a:cxnLst>
              <a:rect l="l" t="t" r="r" b="b"/>
              <a:pathLst>
                <a:path w="2957425" h="1708593">
                  <a:moveTo>
                    <a:pt x="0" y="1600512"/>
                  </a:moveTo>
                  <a:cubicBezTo>
                    <a:pt x="50507" y="1600512"/>
                    <a:pt x="76632" y="1625499"/>
                    <a:pt x="99855" y="1648161"/>
                  </a:cubicBezTo>
                  <a:cubicBezTo>
                    <a:pt x="123076" y="1670242"/>
                    <a:pt x="144556" y="1690580"/>
                    <a:pt x="187517" y="1690580"/>
                  </a:cubicBezTo>
                  <a:cubicBezTo>
                    <a:pt x="230477" y="1690580"/>
                    <a:pt x="251957" y="1670242"/>
                    <a:pt x="275179" y="1648161"/>
                  </a:cubicBezTo>
                  <a:cubicBezTo>
                    <a:pt x="298982" y="1625499"/>
                    <a:pt x="324526" y="1600512"/>
                    <a:pt x="375034" y="1600512"/>
                  </a:cubicBezTo>
                  <a:cubicBezTo>
                    <a:pt x="425568" y="1600512"/>
                    <a:pt x="451706" y="1625499"/>
                    <a:pt x="474941" y="1648161"/>
                  </a:cubicBezTo>
                  <a:cubicBezTo>
                    <a:pt x="498175" y="1670242"/>
                    <a:pt x="519667" y="1690580"/>
                    <a:pt x="562069" y="1690580"/>
                  </a:cubicBezTo>
                  <a:cubicBezTo>
                    <a:pt x="605610" y="1690580"/>
                    <a:pt x="627090" y="1670242"/>
                    <a:pt x="650315" y="1648161"/>
                  </a:cubicBezTo>
                  <a:cubicBezTo>
                    <a:pt x="672083" y="1626915"/>
                    <a:pt x="696405" y="1603627"/>
                    <a:pt x="740506" y="1600798"/>
                  </a:cubicBezTo>
                  <a:lnTo>
                    <a:pt x="749586" y="1600512"/>
                  </a:lnTo>
                  <a:lnTo>
                    <a:pt x="758889" y="1600798"/>
                  </a:lnTo>
                  <a:cubicBezTo>
                    <a:pt x="803998" y="1603627"/>
                    <a:pt x="828351" y="1626915"/>
                    <a:pt x="850154" y="1648161"/>
                  </a:cubicBezTo>
                  <a:cubicBezTo>
                    <a:pt x="873408" y="1670242"/>
                    <a:pt x="894909" y="1690580"/>
                    <a:pt x="937343" y="1690580"/>
                  </a:cubicBezTo>
                  <a:cubicBezTo>
                    <a:pt x="980892" y="1690580"/>
                    <a:pt x="1002368" y="1670242"/>
                    <a:pt x="1025586" y="1648161"/>
                  </a:cubicBezTo>
                  <a:cubicBezTo>
                    <a:pt x="1047357" y="1626915"/>
                    <a:pt x="1071175" y="1603627"/>
                    <a:pt x="1115684" y="1600798"/>
                  </a:cubicBezTo>
                  <a:lnTo>
                    <a:pt x="1124860" y="1600512"/>
                  </a:lnTo>
                  <a:lnTo>
                    <a:pt x="1134151" y="1600798"/>
                  </a:lnTo>
                  <a:cubicBezTo>
                    <a:pt x="1179136" y="1603627"/>
                    <a:pt x="1202980" y="1626915"/>
                    <a:pt x="1225295" y="1648161"/>
                  </a:cubicBezTo>
                  <a:cubicBezTo>
                    <a:pt x="1248517" y="1670242"/>
                    <a:pt x="1270006" y="1690580"/>
                    <a:pt x="1312377" y="1690580"/>
                  </a:cubicBezTo>
                  <a:cubicBezTo>
                    <a:pt x="1355923" y="1690580"/>
                    <a:pt x="1377398" y="1670242"/>
                    <a:pt x="1400620" y="1648161"/>
                  </a:cubicBezTo>
                  <a:cubicBezTo>
                    <a:pt x="1422391" y="1626915"/>
                    <a:pt x="1446206" y="1603627"/>
                    <a:pt x="1490715" y="1600798"/>
                  </a:cubicBezTo>
                  <a:lnTo>
                    <a:pt x="1499902" y="1600512"/>
                  </a:lnTo>
                  <a:lnTo>
                    <a:pt x="1509200" y="1600798"/>
                  </a:lnTo>
                  <a:cubicBezTo>
                    <a:pt x="1554240" y="1603627"/>
                    <a:pt x="1578118" y="1626915"/>
                    <a:pt x="1600457" y="1648161"/>
                  </a:cubicBezTo>
                  <a:cubicBezTo>
                    <a:pt x="1620811" y="1667482"/>
                    <a:pt x="1639813" y="1685468"/>
                    <a:pt x="1672675" y="1689663"/>
                  </a:cubicBezTo>
                  <a:lnTo>
                    <a:pt x="1687656" y="1690580"/>
                  </a:lnTo>
                  <a:lnTo>
                    <a:pt x="1702991" y="1689663"/>
                  </a:lnTo>
                  <a:cubicBezTo>
                    <a:pt x="1736589" y="1685468"/>
                    <a:pt x="1755583" y="1667482"/>
                    <a:pt x="1775902" y="1648161"/>
                  </a:cubicBezTo>
                  <a:cubicBezTo>
                    <a:pt x="1797671" y="1626915"/>
                    <a:pt x="1821477" y="1603627"/>
                    <a:pt x="1865985" y="1600798"/>
                  </a:cubicBezTo>
                  <a:lnTo>
                    <a:pt x="1875171" y="1600512"/>
                  </a:lnTo>
                  <a:lnTo>
                    <a:pt x="1884453" y="1600798"/>
                  </a:lnTo>
                  <a:cubicBezTo>
                    <a:pt x="1929442" y="1603627"/>
                    <a:pt x="1953295" y="1626915"/>
                    <a:pt x="1975602" y="1648161"/>
                  </a:cubicBezTo>
                  <a:cubicBezTo>
                    <a:pt x="1995922" y="1667482"/>
                    <a:pt x="2014463" y="1685468"/>
                    <a:pt x="2047561" y="1689663"/>
                  </a:cubicBezTo>
                  <a:lnTo>
                    <a:pt x="2062687" y="1690580"/>
                  </a:lnTo>
                  <a:lnTo>
                    <a:pt x="2078025" y="1689663"/>
                  </a:lnTo>
                  <a:cubicBezTo>
                    <a:pt x="2111623" y="1685468"/>
                    <a:pt x="2130614" y="1667482"/>
                    <a:pt x="2150933" y="1648161"/>
                  </a:cubicBezTo>
                  <a:cubicBezTo>
                    <a:pt x="2172701" y="1626915"/>
                    <a:pt x="2196510" y="1603627"/>
                    <a:pt x="2241019" y="1600798"/>
                  </a:cubicBezTo>
                  <a:lnTo>
                    <a:pt x="2250202" y="1600512"/>
                  </a:lnTo>
                  <a:lnTo>
                    <a:pt x="2259500" y="1600798"/>
                  </a:lnTo>
                  <a:cubicBezTo>
                    <a:pt x="2304545" y="1603627"/>
                    <a:pt x="2328421" y="1626915"/>
                    <a:pt x="2350772" y="1648161"/>
                  </a:cubicBezTo>
                  <a:cubicBezTo>
                    <a:pt x="2371110" y="1667482"/>
                    <a:pt x="2389675" y="1685468"/>
                    <a:pt x="2422815" y="1689663"/>
                  </a:cubicBezTo>
                  <a:lnTo>
                    <a:pt x="2437959" y="1690580"/>
                  </a:lnTo>
                  <a:lnTo>
                    <a:pt x="2453275" y="1689663"/>
                  </a:lnTo>
                  <a:cubicBezTo>
                    <a:pt x="2486774" y="1685468"/>
                    <a:pt x="2505375" y="1667482"/>
                    <a:pt x="2526203" y="1648161"/>
                  </a:cubicBezTo>
                  <a:cubicBezTo>
                    <a:pt x="2549424" y="1625499"/>
                    <a:pt x="2574968" y="1600512"/>
                    <a:pt x="2625475" y="1600512"/>
                  </a:cubicBezTo>
                  <a:cubicBezTo>
                    <a:pt x="2676563" y="1600512"/>
                    <a:pt x="2702109" y="1625499"/>
                    <a:pt x="2725913" y="1648161"/>
                  </a:cubicBezTo>
                  <a:cubicBezTo>
                    <a:pt x="2746233" y="1667482"/>
                    <a:pt x="2764773" y="1685468"/>
                    <a:pt x="2797875" y="1689663"/>
                  </a:cubicBezTo>
                  <a:lnTo>
                    <a:pt x="2812992" y="1690580"/>
                  </a:lnTo>
                  <a:lnTo>
                    <a:pt x="2828318" y="1689663"/>
                  </a:lnTo>
                  <a:cubicBezTo>
                    <a:pt x="2861804" y="1685468"/>
                    <a:pt x="2880408" y="1667482"/>
                    <a:pt x="2901235" y="1648161"/>
                  </a:cubicBezTo>
                  <a:cubicBezTo>
                    <a:pt x="2912221" y="1637538"/>
                    <a:pt x="2923666" y="1626405"/>
                    <a:pt x="2937929" y="1617573"/>
                  </a:cubicBezTo>
                  <a:lnTo>
                    <a:pt x="2957425" y="1608425"/>
                  </a:lnTo>
                  <a:lnTo>
                    <a:pt x="2957425" y="1629852"/>
                  </a:lnTo>
                  <a:lnTo>
                    <a:pt x="2944790" y="1634522"/>
                  </a:lnTo>
                  <a:cubicBezTo>
                    <a:pt x="2933453" y="1641958"/>
                    <a:pt x="2923688" y="1651284"/>
                    <a:pt x="2913429" y="1660945"/>
                  </a:cubicBezTo>
                  <a:cubicBezTo>
                    <a:pt x="2891112" y="1682190"/>
                    <a:pt x="2867269" y="1705479"/>
                    <a:pt x="2822285" y="1708307"/>
                  </a:cubicBezTo>
                  <a:lnTo>
                    <a:pt x="2812992" y="1708593"/>
                  </a:lnTo>
                  <a:lnTo>
                    <a:pt x="2803817" y="1708307"/>
                  </a:lnTo>
                  <a:cubicBezTo>
                    <a:pt x="2759309" y="1705479"/>
                    <a:pt x="2735489" y="1682190"/>
                    <a:pt x="2713719" y="1660945"/>
                  </a:cubicBezTo>
                  <a:cubicBezTo>
                    <a:pt x="2689916" y="1638864"/>
                    <a:pt x="2669016" y="1618526"/>
                    <a:pt x="2625475" y="1618526"/>
                  </a:cubicBezTo>
                  <a:cubicBezTo>
                    <a:pt x="2582521" y="1618526"/>
                    <a:pt x="2561615" y="1638864"/>
                    <a:pt x="2538398" y="1660945"/>
                  </a:cubicBezTo>
                  <a:cubicBezTo>
                    <a:pt x="2516079" y="1682190"/>
                    <a:pt x="2492239" y="1705479"/>
                    <a:pt x="2447253" y="1708307"/>
                  </a:cubicBezTo>
                  <a:lnTo>
                    <a:pt x="2437959" y="1708593"/>
                  </a:lnTo>
                  <a:lnTo>
                    <a:pt x="2428768" y="1708307"/>
                  </a:lnTo>
                  <a:cubicBezTo>
                    <a:pt x="2384205" y="1705479"/>
                    <a:pt x="2360364" y="1682190"/>
                    <a:pt x="2338559" y="1660945"/>
                  </a:cubicBezTo>
                  <a:cubicBezTo>
                    <a:pt x="2318221" y="1641624"/>
                    <a:pt x="2299203" y="1623638"/>
                    <a:pt x="2265570" y="1619443"/>
                  </a:cubicBezTo>
                  <a:lnTo>
                    <a:pt x="2250202" y="1618526"/>
                  </a:lnTo>
                  <a:lnTo>
                    <a:pt x="2235078" y="1619443"/>
                  </a:lnTo>
                  <a:cubicBezTo>
                    <a:pt x="2201989" y="1623638"/>
                    <a:pt x="2183438" y="1641624"/>
                    <a:pt x="2163119" y="1660945"/>
                  </a:cubicBezTo>
                  <a:cubicBezTo>
                    <a:pt x="2140811" y="1682190"/>
                    <a:pt x="2116959" y="1705479"/>
                    <a:pt x="2071970" y="1708307"/>
                  </a:cubicBezTo>
                  <a:lnTo>
                    <a:pt x="2062687" y="1708593"/>
                  </a:lnTo>
                  <a:lnTo>
                    <a:pt x="2053502" y="1708307"/>
                  </a:lnTo>
                  <a:cubicBezTo>
                    <a:pt x="2008993" y="1705479"/>
                    <a:pt x="1985187" y="1682190"/>
                    <a:pt x="1963418" y="1660945"/>
                  </a:cubicBezTo>
                  <a:cubicBezTo>
                    <a:pt x="1943099" y="1641624"/>
                    <a:pt x="1924106" y="1623638"/>
                    <a:pt x="1890508" y="1619443"/>
                  </a:cubicBezTo>
                  <a:lnTo>
                    <a:pt x="1875171" y="1618526"/>
                  </a:lnTo>
                  <a:lnTo>
                    <a:pt x="1860044" y="1619443"/>
                  </a:lnTo>
                  <a:cubicBezTo>
                    <a:pt x="1826946" y="1623638"/>
                    <a:pt x="1808405" y="1641624"/>
                    <a:pt x="1788085" y="1660945"/>
                  </a:cubicBezTo>
                  <a:cubicBezTo>
                    <a:pt x="1765780" y="1682190"/>
                    <a:pt x="1741925" y="1705479"/>
                    <a:pt x="1696936" y="1708307"/>
                  </a:cubicBezTo>
                  <a:lnTo>
                    <a:pt x="1687656" y="1708593"/>
                  </a:lnTo>
                  <a:lnTo>
                    <a:pt x="1678456" y="1708307"/>
                  </a:lnTo>
                  <a:cubicBezTo>
                    <a:pt x="1633891" y="1705479"/>
                    <a:pt x="1610048" y="1682190"/>
                    <a:pt x="1588259" y="1660945"/>
                  </a:cubicBezTo>
                  <a:cubicBezTo>
                    <a:pt x="1567905" y="1641624"/>
                    <a:pt x="1548904" y="1623638"/>
                    <a:pt x="1515254" y="1619443"/>
                  </a:cubicBezTo>
                  <a:lnTo>
                    <a:pt x="1499902" y="1618526"/>
                  </a:lnTo>
                  <a:lnTo>
                    <a:pt x="1484938" y="1619443"/>
                  </a:lnTo>
                  <a:cubicBezTo>
                    <a:pt x="1452117" y="1623638"/>
                    <a:pt x="1433131" y="1641624"/>
                    <a:pt x="1412811" y="1660945"/>
                  </a:cubicBezTo>
                  <a:cubicBezTo>
                    <a:pt x="1389009" y="1683607"/>
                    <a:pt x="1363465" y="1708593"/>
                    <a:pt x="1312377" y="1708593"/>
                  </a:cubicBezTo>
                  <a:cubicBezTo>
                    <a:pt x="1261869" y="1708593"/>
                    <a:pt x="1236325" y="1683607"/>
                    <a:pt x="1213103" y="1660945"/>
                  </a:cubicBezTo>
                  <a:cubicBezTo>
                    <a:pt x="1192784" y="1641624"/>
                    <a:pt x="1173800" y="1623638"/>
                    <a:pt x="1140203" y="1619443"/>
                  </a:cubicBezTo>
                  <a:lnTo>
                    <a:pt x="1124860" y="1618526"/>
                  </a:lnTo>
                  <a:lnTo>
                    <a:pt x="1109907" y="1619443"/>
                  </a:lnTo>
                  <a:cubicBezTo>
                    <a:pt x="1077083" y="1623638"/>
                    <a:pt x="1058099" y="1641624"/>
                    <a:pt x="1037780" y="1660945"/>
                  </a:cubicBezTo>
                  <a:cubicBezTo>
                    <a:pt x="1014563" y="1683607"/>
                    <a:pt x="988431" y="1708593"/>
                    <a:pt x="937343" y="1708593"/>
                  </a:cubicBezTo>
                  <a:cubicBezTo>
                    <a:pt x="887352" y="1708593"/>
                    <a:pt x="861195" y="1683607"/>
                    <a:pt x="837942" y="1660945"/>
                  </a:cubicBezTo>
                  <a:cubicBezTo>
                    <a:pt x="817603" y="1641624"/>
                    <a:pt x="798587" y="1623638"/>
                    <a:pt x="764952" y="1619443"/>
                  </a:cubicBezTo>
                  <a:lnTo>
                    <a:pt x="749586" y="1618526"/>
                  </a:lnTo>
                  <a:lnTo>
                    <a:pt x="734638" y="1619443"/>
                  </a:lnTo>
                  <a:cubicBezTo>
                    <a:pt x="701811" y="1623638"/>
                    <a:pt x="682831" y="1641624"/>
                    <a:pt x="662511" y="1660945"/>
                  </a:cubicBezTo>
                  <a:cubicBezTo>
                    <a:pt x="639282" y="1683607"/>
                    <a:pt x="613157" y="1708593"/>
                    <a:pt x="562069" y="1708593"/>
                  </a:cubicBezTo>
                  <a:cubicBezTo>
                    <a:pt x="512115" y="1708593"/>
                    <a:pt x="485977" y="1683607"/>
                    <a:pt x="462743" y="1660945"/>
                  </a:cubicBezTo>
                  <a:cubicBezTo>
                    <a:pt x="439508" y="1638864"/>
                    <a:pt x="418017" y="1618526"/>
                    <a:pt x="375034" y="1618526"/>
                  </a:cubicBezTo>
                  <a:cubicBezTo>
                    <a:pt x="332073" y="1618526"/>
                    <a:pt x="310593" y="1638864"/>
                    <a:pt x="287371" y="1660945"/>
                  </a:cubicBezTo>
                  <a:cubicBezTo>
                    <a:pt x="264149" y="1683607"/>
                    <a:pt x="238024" y="1708593"/>
                    <a:pt x="187517" y="1708593"/>
                  </a:cubicBezTo>
                  <a:cubicBezTo>
                    <a:pt x="137009" y="1708593"/>
                    <a:pt x="111465" y="1683607"/>
                    <a:pt x="87663" y="1660945"/>
                  </a:cubicBezTo>
                  <a:cubicBezTo>
                    <a:pt x="64441" y="1638864"/>
                    <a:pt x="42960" y="1618526"/>
                    <a:pt x="0" y="1618526"/>
                  </a:cubicBezTo>
                  <a:close/>
                  <a:moveTo>
                    <a:pt x="0" y="1501097"/>
                  </a:moveTo>
                  <a:cubicBezTo>
                    <a:pt x="50507" y="1501097"/>
                    <a:pt x="76632" y="1525525"/>
                    <a:pt x="99855" y="1548208"/>
                  </a:cubicBezTo>
                  <a:cubicBezTo>
                    <a:pt x="123076" y="1570891"/>
                    <a:pt x="144556" y="1590666"/>
                    <a:pt x="187517" y="1590666"/>
                  </a:cubicBezTo>
                  <a:cubicBezTo>
                    <a:pt x="230477" y="1590666"/>
                    <a:pt x="251957" y="1570310"/>
                    <a:pt x="275179" y="1548208"/>
                  </a:cubicBezTo>
                  <a:cubicBezTo>
                    <a:pt x="298982" y="1525525"/>
                    <a:pt x="324526" y="1501097"/>
                    <a:pt x="375034" y="1501097"/>
                  </a:cubicBezTo>
                  <a:cubicBezTo>
                    <a:pt x="425568" y="1501097"/>
                    <a:pt x="451706" y="1525525"/>
                    <a:pt x="474941" y="1548208"/>
                  </a:cubicBezTo>
                  <a:cubicBezTo>
                    <a:pt x="498175" y="1570891"/>
                    <a:pt x="519667" y="1590666"/>
                    <a:pt x="562069" y="1590666"/>
                  </a:cubicBezTo>
                  <a:cubicBezTo>
                    <a:pt x="605610" y="1590666"/>
                    <a:pt x="627090" y="1570310"/>
                    <a:pt x="650315" y="1548208"/>
                  </a:cubicBezTo>
                  <a:cubicBezTo>
                    <a:pt x="672083" y="1526943"/>
                    <a:pt x="696405" y="1504144"/>
                    <a:pt x="740506" y="1501377"/>
                  </a:cubicBezTo>
                  <a:lnTo>
                    <a:pt x="749586" y="1501097"/>
                  </a:lnTo>
                  <a:lnTo>
                    <a:pt x="758889" y="1501377"/>
                  </a:lnTo>
                  <a:cubicBezTo>
                    <a:pt x="803998" y="1504144"/>
                    <a:pt x="828351" y="1526943"/>
                    <a:pt x="850154" y="1548208"/>
                  </a:cubicBezTo>
                  <a:cubicBezTo>
                    <a:pt x="873408" y="1570891"/>
                    <a:pt x="894909" y="1590666"/>
                    <a:pt x="937343" y="1590666"/>
                  </a:cubicBezTo>
                  <a:cubicBezTo>
                    <a:pt x="980892" y="1590666"/>
                    <a:pt x="1002368" y="1570310"/>
                    <a:pt x="1025586" y="1548208"/>
                  </a:cubicBezTo>
                  <a:cubicBezTo>
                    <a:pt x="1047357" y="1526943"/>
                    <a:pt x="1071175" y="1504144"/>
                    <a:pt x="1115684" y="1501377"/>
                  </a:cubicBezTo>
                  <a:lnTo>
                    <a:pt x="1124860" y="1501097"/>
                  </a:lnTo>
                  <a:lnTo>
                    <a:pt x="1134151" y="1501377"/>
                  </a:lnTo>
                  <a:cubicBezTo>
                    <a:pt x="1179136" y="1504144"/>
                    <a:pt x="1202980" y="1526943"/>
                    <a:pt x="1225295" y="1548208"/>
                  </a:cubicBezTo>
                  <a:cubicBezTo>
                    <a:pt x="1248517" y="1570891"/>
                    <a:pt x="1270006" y="1590666"/>
                    <a:pt x="1312377" y="1590666"/>
                  </a:cubicBezTo>
                  <a:cubicBezTo>
                    <a:pt x="1355923" y="1590666"/>
                    <a:pt x="1377398" y="1570310"/>
                    <a:pt x="1400620" y="1548208"/>
                  </a:cubicBezTo>
                  <a:cubicBezTo>
                    <a:pt x="1422391" y="1526943"/>
                    <a:pt x="1446206" y="1504144"/>
                    <a:pt x="1490715" y="1501377"/>
                  </a:cubicBezTo>
                  <a:lnTo>
                    <a:pt x="1499902" y="1501097"/>
                  </a:lnTo>
                  <a:lnTo>
                    <a:pt x="1509200" y="1501377"/>
                  </a:lnTo>
                  <a:cubicBezTo>
                    <a:pt x="1554240" y="1504144"/>
                    <a:pt x="1578118" y="1526943"/>
                    <a:pt x="1600457" y="1548208"/>
                  </a:cubicBezTo>
                  <a:cubicBezTo>
                    <a:pt x="1620811" y="1568056"/>
                    <a:pt x="1639813" y="1585677"/>
                    <a:pt x="1672675" y="1589772"/>
                  </a:cubicBezTo>
                  <a:lnTo>
                    <a:pt x="1687656" y="1590666"/>
                  </a:lnTo>
                  <a:lnTo>
                    <a:pt x="1702991" y="1589748"/>
                  </a:lnTo>
                  <a:cubicBezTo>
                    <a:pt x="1736589" y="1585550"/>
                    <a:pt x="1755583" y="1567547"/>
                    <a:pt x="1775902" y="1548208"/>
                  </a:cubicBezTo>
                  <a:cubicBezTo>
                    <a:pt x="1797671" y="1526943"/>
                    <a:pt x="1821477" y="1504144"/>
                    <a:pt x="1865985" y="1501377"/>
                  </a:cubicBezTo>
                  <a:lnTo>
                    <a:pt x="1875171" y="1501097"/>
                  </a:lnTo>
                  <a:lnTo>
                    <a:pt x="1884453" y="1501377"/>
                  </a:lnTo>
                  <a:cubicBezTo>
                    <a:pt x="1929442" y="1504144"/>
                    <a:pt x="1953295" y="1526943"/>
                    <a:pt x="1975602" y="1548208"/>
                  </a:cubicBezTo>
                  <a:cubicBezTo>
                    <a:pt x="1995922" y="1568056"/>
                    <a:pt x="2014463" y="1585677"/>
                    <a:pt x="2047561" y="1589772"/>
                  </a:cubicBezTo>
                  <a:lnTo>
                    <a:pt x="2062687" y="1590666"/>
                  </a:lnTo>
                  <a:lnTo>
                    <a:pt x="2078025" y="1589748"/>
                  </a:lnTo>
                  <a:cubicBezTo>
                    <a:pt x="2111623" y="1585550"/>
                    <a:pt x="2130614" y="1567547"/>
                    <a:pt x="2150933" y="1548208"/>
                  </a:cubicBezTo>
                  <a:cubicBezTo>
                    <a:pt x="2172701" y="1526943"/>
                    <a:pt x="2196510" y="1504144"/>
                    <a:pt x="2241019" y="1501377"/>
                  </a:cubicBezTo>
                  <a:lnTo>
                    <a:pt x="2250202" y="1501097"/>
                  </a:lnTo>
                  <a:lnTo>
                    <a:pt x="2259500" y="1501377"/>
                  </a:lnTo>
                  <a:cubicBezTo>
                    <a:pt x="2304545" y="1504144"/>
                    <a:pt x="2328421" y="1526943"/>
                    <a:pt x="2350772" y="1548208"/>
                  </a:cubicBezTo>
                  <a:cubicBezTo>
                    <a:pt x="2371110" y="1568056"/>
                    <a:pt x="2389675" y="1585677"/>
                    <a:pt x="2422815" y="1589772"/>
                  </a:cubicBezTo>
                  <a:lnTo>
                    <a:pt x="2437959" y="1590666"/>
                  </a:lnTo>
                  <a:lnTo>
                    <a:pt x="2453275" y="1589748"/>
                  </a:lnTo>
                  <a:cubicBezTo>
                    <a:pt x="2486774" y="1585550"/>
                    <a:pt x="2505375" y="1567547"/>
                    <a:pt x="2526203" y="1548208"/>
                  </a:cubicBezTo>
                  <a:cubicBezTo>
                    <a:pt x="2549424" y="1525525"/>
                    <a:pt x="2574968" y="1501097"/>
                    <a:pt x="2625475" y="1501097"/>
                  </a:cubicBezTo>
                  <a:cubicBezTo>
                    <a:pt x="2676563" y="1501097"/>
                    <a:pt x="2702109" y="1525525"/>
                    <a:pt x="2725913" y="1548208"/>
                  </a:cubicBezTo>
                  <a:cubicBezTo>
                    <a:pt x="2746233" y="1568056"/>
                    <a:pt x="2764773" y="1585677"/>
                    <a:pt x="2797875" y="1589772"/>
                  </a:cubicBezTo>
                  <a:lnTo>
                    <a:pt x="2812992" y="1590666"/>
                  </a:lnTo>
                  <a:lnTo>
                    <a:pt x="2828318" y="1589748"/>
                  </a:lnTo>
                  <a:cubicBezTo>
                    <a:pt x="2861804" y="1585550"/>
                    <a:pt x="2880408" y="1567547"/>
                    <a:pt x="2901235" y="1548208"/>
                  </a:cubicBezTo>
                  <a:cubicBezTo>
                    <a:pt x="2912218" y="1537575"/>
                    <a:pt x="2923662" y="1526559"/>
                    <a:pt x="2937924" y="1517856"/>
                  </a:cubicBezTo>
                  <a:lnTo>
                    <a:pt x="2957425" y="1508856"/>
                  </a:lnTo>
                  <a:lnTo>
                    <a:pt x="2957425" y="1529880"/>
                  </a:lnTo>
                  <a:lnTo>
                    <a:pt x="2944785" y="1534556"/>
                  </a:lnTo>
                  <a:cubicBezTo>
                    <a:pt x="2933448" y="1541999"/>
                    <a:pt x="2923685" y="1551335"/>
                    <a:pt x="2913429" y="1561004"/>
                  </a:cubicBezTo>
                  <a:cubicBezTo>
                    <a:pt x="2891112" y="1582269"/>
                    <a:pt x="2867269" y="1605580"/>
                    <a:pt x="2822285" y="1608410"/>
                  </a:cubicBezTo>
                  <a:lnTo>
                    <a:pt x="2812992" y="1608697"/>
                  </a:lnTo>
                  <a:lnTo>
                    <a:pt x="2803817" y="1608410"/>
                  </a:lnTo>
                  <a:cubicBezTo>
                    <a:pt x="2759309" y="1605580"/>
                    <a:pt x="2735489" y="1582269"/>
                    <a:pt x="2713719" y="1561004"/>
                  </a:cubicBezTo>
                  <a:cubicBezTo>
                    <a:pt x="2689916" y="1538902"/>
                    <a:pt x="2669016" y="1518546"/>
                    <a:pt x="2625475" y="1518546"/>
                  </a:cubicBezTo>
                  <a:cubicBezTo>
                    <a:pt x="2582521" y="1518546"/>
                    <a:pt x="2561615" y="1538902"/>
                    <a:pt x="2538398" y="1561004"/>
                  </a:cubicBezTo>
                  <a:cubicBezTo>
                    <a:pt x="2516079" y="1582269"/>
                    <a:pt x="2492239" y="1605580"/>
                    <a:pt x="2447253" y="1608410"/>
                  </a:cubicBezTo>
                  <a:lnTo>
                    <a:pt x="2437959" y="1608697"/>
                  </a:lnTo>
                  <a:lnTo>
                    <a:pt x="2428768" y="1608410"/>
                  </a:lnTo>
                  <a:cubicBezTo>
                    <a:pt x="2384205" y="1605580"/>
                    <a:pt x="2360364" y="1582269"/>
                    <a:pt x="2338559" y="1561004"/>
                  </a:cubicBezTo>
                  <a:cubicBezTo>
                    <a:pt x="2318221" y="1541665"/>
                    <a:pt x="2299203" y="1523662"/>
                    <a:pt x="2265570" y="1519464"/>
                  </a:cubicBezTo>
                  <a:lnTo>
                    <a:pt x="2250202" y="1518546"/>
                  </a:lnTo>
                  <a:lnTo>
                    <a:pt x="2235078" y="1519464"/>
                  </a:lnTo>
                  <a:cubicBezTo>
                    <a:pt x="2201989" y="1523662"/>
                    <a:pt x="2183438" y="1541665"/>
                    <a:pt x="2163119" y="1561004"/>
                  </a:cubicBezTo>
                  <a:cubicBezTo>
                    <a:pt x="2140811" y="1582269"/>
                    <a:pt x="2116959" y="1605580"/>
                    <a:pt x="2071970" y="1608410"/>
                  </a:cubicBezTo>
                  <a:lnTo>
                    <a:pt x="2062687" y="1608697"/>
                  </a:lnTo>
                  <a:lnTo>
                    <a:pt x="2053502" y="1608410"/>
                  </a:lnTo>
                  <a:cubicBezTo>
                    <a:pt x="2008993" y="1605580"/>
                    <a:pt x="1985187" y="1582269"/>
                    <a:pt x="1963418" y="1561004"/>
                  </a:cubicBezTo>
                  <a:cubicBezTo>
                    <a:pt x="1943099" y="1541665"/>
                    <a:pt x="1924106" y="1523662"/>
                    <a:pt x="1890508" y="1519464"/>
                  </a:cubicBezTo>
                  <a:lnTo>
                    <a:pt x="1875171" y="1518546"/>
                  </a:lnTo>
                  <a:lnTo>
                    <a:pt x="1860044" y="1519464"/>
                  </a:lnTo>
                  <a:cubicBezTo>
                    <a:pt x="1826946" y="1523662"/>
                    <a:pt x="1808405" y="1541665"/>
                    <a:pt x="1788085" y="1561004"/>
                  </a:cubicBezTo>
                  <a:cubicBezTo>
                    <a:pt x="1765780" y="1582269"/>
                    <a:pt x="1741925" y="1605580"/>
                    <a:pt x="1696936" y="1608410"/>
                  </a:cubicBezTo>
                  <a:lnTo>
                    <a:pt x="1687656" y="1608697"/>
                  </a:lnTo>
                  <a:lnTo>
                    <a:pt x="1678456" y="1608410"/>
                  </a:lnTo>
                  <a:cubicBezTo>
                    <a:pt x="1633891" y="1605580"/>
                    <a:pt x="1610048" y="1582269"/>
                    <a:pt x="1588259" y="1561004"/>
                  </a:cubicBezTo>
                  <a:cubicBezTo>
                    <a:pt x="1567905" y="1541665"/>
                    <a:pt x="1548904" y="1523662"/>
                    <a:pt x="1515254" y="1519464"/>
                  </a:cubicBezTo>
                  <a:lnTo>
                    <a:pt x="1499902" y="1518546"/>
                  </a:lnTo>
                  <a:lnTo>
                    <a:pt x="1484938" y="1519464"/>
                  </a:lnTo>
                  <a:cubicBezTo>
                    <a:pt x="1452117" y="1523662"/>
                    <a:pt x="1433131" y="1541665"/>
                    <a:pt x="1412811" y="1561004"/>
                  </a:cubicBezTo>
                  <a:cubicBezTo>
                    <a:pt x="1389009" y="1583687"/>
                    <a:pt x="1363465" y="1608697"/>
                    <a:pt x="1312377" y="1608697"/>
                  </a:cubicBezTo>
                  <a:cubicBezTo>
                    <a:pt x="1261869" y="1608697"/>
                    <a:pt x="1236325" y="1583687"/>
                    <a:pt x="1213103" y="1561004"/>
                  </a:cubicBezTo>
                  <a:cubicBezTo>
                    <a:pt x="1192784" y="1541665"/>
                    <a:pt x="1173800" y="1523662"/>
                    <a:pt x="1140203" y="1519464"/>
                  </a:cubicBezTo>
                  <a:lnTo>
                    <a:pt x="1124860" y="1518546"/>
                  </a:lnTo>
                  <a:lnTo>
                    <a:pt x="1109907" y="1519464"/>
                  </a:lnTo>
                  <a:cubicBezTo>
                    <a:pt x="1077083" y="1523662"/>
                    <a:pt x="1058099" y="1541665"/>
                    <a:pt x="1037780" y="1561004"/>
                  </a:cubicBezTo>
                  <a:cubicBezTo>
                    <a:pt x="1014563" y="1583687"/>
                    <a:pt x="988431" y="1608697"/>
                    <a:pt x="937343" y="1608697"/>
                  </a:cubicBezTo>
                  <a:cubicBezTo>
                    <a:pt x="887352" y="1608697"/>
                    <a:pt x="861195" y="1583687"/>
                    <a:pt x="837942" y="1561004"/>
                  </a:cubicBezTo>
                  <a:cubicBezTo>
                    <a:pt x="817603" y="1541665"/>
                    <a:pt x="798587" y="1523662"/>
                    <a:pt x="764952" y="1519464"/>
                  </a:cubicBezTo>
                  <a:lnTo>
                    <a:pt x="749586" y="1518546"/>
                  </a:lnTo>
                  <a:lnTo>
                    <a:pt x="734638" y="1519464"/>
                  </a:lnTo>
                  <a:cubicBezTo>
                    <a:pt x="701811" y="1523662"/>
                    <a:pt x="682831" y="1541665"/>
                    <a:pt x="662511" y="1561004"/>
                  </a:cubicBezTo>
                  <a:cubicBezTo>
                    <a:pt x="639282" y="1583687"/>
                    <a:pt x="613157" y="1608697"/>
                    <a:pt x="562069" y="1608697"/>
                  </a:cubicBezTo>
                  <a:cubicBezTo>
                    <a:pt x="512115" y="1608697"/>
                    <a:pt x="485977" y="1583687"/>
                    <a:pt x="462743" y="1561004"/>
                  </a:cubicBezTo>
                  <a:cubicBezTo>
                    <a:pt x="439508" y="1538902"/>
                    <a:pt x="418017" y="1518546"/>
                    <a:pt x="375034" y="1518546"/>
                  </a:cubicBezTo>
                  <a:cubicBezTo>
                    <a:pt x="332073" y="1518546"/>
                    <a:pt x="310593" y="1538902"/>
                    <a:pt x="287371" y="1561004"/>
                  </a:cubicBezTo>
                  <a:cubicBezTo>
                    <a:pt x="264149" y="1583687"/>
                    <a:pt x="238024" y="1608697"/>
                    <a:pt x="187517" y="1608697"/>
                  </a:cubicBezTo>
                  <a:cubicBezTo>
                    <a:pt x="137009" y="1608697"/>
                    <a:pt x="111465" y="1583687"/>
                    <a:pt x="87663" y="1561004"/>
                  </a:cubicBezTo>
                  <a:cubicBezTo>
                    <a:pt x="64441" y="1538902"/>
                    <a:pt x="42960" y="1518546"/>
                    <a:pt x="0" y="1518546"/>
                  </a:cubicBezTo>
                  <a:close/>
                  <a:moveTo>
                    <a:pt x="0" y="1399997"/>
                  </a:moveTo>
                  <a:cubicBezTo>
                    <a:pt x="50507" y="1399997"/>
                    <a:pt x="76632" y="1424983"/>
                    <a:pt x="99855" y="1447645"/>
                  </a:cubicBezTo>
                  <a:cubicBezTo>
                    <a:pt x="123076" y="1469726"/>
                    <a:pt x="144556" y="1490064"/>
                    <a:pt x="187517" y="1490064"/>
                  </a:cubicBezTo>
                  <a:cubicBezTo>
                    <a:pt x="230477" y="1490064"/>
                    <a:pt x="251957" y="1469726"/>
                    <a:pt x="275179" y="1447645"/>
                  </a:cubicBezTo>
                  <a:cubicBezTo>
                    <a:pt x="298982" y="1424983"/>
                    <a:pt x="324526" y="1399997"/>
                    <a:pt x="375034" y="1399997"/>
                  </a:cubicBezTo>
                  <a:cubicBezTo>
                    <a:pt x="425568" y="1399997"/>
                    <a:pt x="451706" y="1424983"/>
                    <a:pt x="474941" y="1447645"/>
                  </a:cubicBezTo>
                  <a:cubicBezTo>
                    <a:pt x="498175" y="1469726"/>
                    <a:pt x="519667" y="1490064"/>
                    <a:pt x="562069" y="1490064"/>
                  </a:cubicBezTo>
                  <a:cubicBezTo>
                    <a:pt x="605610" y="1490064"/>
                    <a:pt x="627090" y="1469726"/>
                    <a:pt x="650315" y="1447645"/>
                  </a:cubicBezTo>
                  <a:cubicBezTo>
                    <a:pt x="672083" y="1426400"/>
                    <a:pt x="696405" y="1403111"/>
                    <a:pt x="740506" y="1400283"/>
                  </a:cubicBezTo>
                  <a:lnTo>
                    <a:pt x="749586" y="1399997"/>
                  </a:lnTo>
                  <a:lnTo>
                    <a:pt x="758889" y="1400283"/>
                  </a:lnTo>
                  <a:cubicBezTo>
                    <a:pt x="803998" y="1403111"/>
                    <a:pt x="828351" y="1426400"/>
                    <a:pt x="850154" y="1447645"/>
                  </a:cubicBezTo>
                  <a:cubicBezTo>
                    <a:pt x="873408" y="1469726"/>
                    <a:pt x="894909" y="1490064"/>
                    <a:pt x="937343" y="1490064"/>
                  </a:cubicBezTo>
                  <a:cubicBezTo>
                    <a:pt x="980892" y="1490064"/>
                    <a:pt x="1002368" y="1469726"/>
                    <a:pt x="1025586" y="1447645"/>
                  </a:cubicBezTo>
                  <a:cubicBezTo>
                    <a:pt x="1047357" y="1426400"/>
                    <a:pt x="1071175" y="1403111"/>
                    <a:pt x="1115684" y="1400283"/>
                  </a:cubicBezTo>
                  <a:lnTo>
                    <a:pt x="1124860" y="1399997"/>
                  </a:lnTo>
                  <a:lnTo>
                    <a:pt x="1134151" y="1400283"/>
                  </a:lnTo>
                  <a:cubicBezTo>
                    <a:pt x="1179136" y="1403111"/>
                    <a:pt x="1202980" y="1426400"/>
                    <a:pt x="1225295" y="1447645"/>
                  </a:cubicBezTo>
                  <a:cubicBezTo>
                    <a:pt x="1248517" y="1469726"/>
                    <a:pt x="1270006" y="1490064"/>
                    <a:pt x="1312377" y="1490064"/>
                  </a:cubicBezTo>
                  <a:cubicBezTo>
                    <a:pt x="1355923" y="1490064"/>
                    <a:pt x="1377398" y="1469726"/>
                    <a:pt x="1400620" y="1447645"/>
                  </a:cubicBezTo>
                  <a:cubicBezTo>
                    <a:pt x="1422391" y="1426400"/>
                    <a:pt x="1446206" y="1403111"/>
                    <a:pt x="1490715" y="1400283"/>
                  </a:cubicBezTo>
                  <a:lnTo>
                    <a:pt x="1499902" y="1399997"/>
                  </a:lnTo>
                  <a:lnTo>
                    <a:pt x="1509200" y="1400283"/>
                  </a:lnTo>
                  <a:cubicBezTo>
                    <a:pt x="1554240" y="1403111"/>
                    <a:pt x="1578118" y="1426400"/>
                    <a:pt x="1600457" y="1447645"/>
                  </a:cubicBezTo>
                  <a:cubicBezTo>
                    <a:pt x="1620811" y="1466966"/>
                    <a:pt x="1639813" y="1484953"/>
                    <a:pt x="1672675" y="1489147"/>
                  </a:cubicBezTo>
                  <a:lnTo>
                    <a:pt x="1687656" y="1490064"/>
                  </a:lnTo>
                  <a:lnTo>
                    <a:pt x="1702991" y="1489147"/>
                  </a:lnTo>
                  <a:cubicBezTo>
                    <a:pt x="1736589" y="1484953"/>
                    <a:pt x="1755583" y="1466966"/>
                    <a:pt x="1775902" y="1447645"/>
                  </a:cubicBezTo>
                  <a:cubicBezTo>
                    <a:pt x="1797671" y="1426400"/>
                    <a:pt x="1821477" y="1403111"/>
                    <a:pt x="1865985" y="1400283"/>
                  </a:cubicBezTo>
                  <a:lnTo>
                    <a:pt x="1875171" y="1399997"/>
                  </a:lnTo>
                  <a:lnTo>
                    <a:pt x="1884453" y="1400283"/>
                  </a:lnTo>
                  <a:cubicBezTo>
                    <a:pt x="1929442" y="1403111"/>
                    <a:pt x="1953295" y="1426400"/>
                    <a:pt x="1975602" y="1447645"/>
                  </a:cubicBezTo>
                  <a:cubicBezTo>
                    <a:pt x="1995922" y="1466966"/>
                    <a:pt x="2014463" y="1484953"/>
                    <a:pt x="2047561" y="1489147"/>
                  </a:cubicBezTo>
                  <a:lnTo>
                    <a:pt x="2062687" y="1490064"/>
                  </a:lnTo>
                  <a:lnTo>
                    <a:pt x="2078025" y="1489147"/>
                  </a:lnTo>
                  <a:cubicBezTo>
                    <a:pt x="2111623" y="1484953"/>
                    <a:pt x="2130614" y="1466966"/>
                    <a:pt x="2150933" y="1447645"/>
                  </a:cubicBezTo>
                  <a:cubicBezTo>
                    <a:pt x="2172701" y="1426400"/>
                    <a:pt x="2196510" y="1403111"/>
                    <a:pt x="2241019" y="1400283"/>
                  </a:cubicBezTo>
                  <a:lnTo>
                    <a:pt x="2250202" y="1399997"/>
                  </a:lnTo>
                  <a:lnTo>
                    <a:pt x="2259500" y="1400283"/>
                  </a:lnTo>
                  <a:cubicBezTo>
                    <a:pt x="2304545" y="1403111"/>
                    <a:pt x="2328421" y="1426400"/>
                    <a:pt x="2350772" y="1447645"/>
                  </a:cubicBezTo>
                  <a:cubicBezTo>
                    <a:pt x="2371110" y="1466966"/>
                    <a:pt x="2389675" y="1484953"/>
                    <a:pt x="2422815" y="1489147"/>
                  </a:cubicBezTo>
                  <a:lnTo>
                    <a:pt x="2437959" y="1490064"/>
                  </a:lnTo>
                  <a:lnTo>
                    <a:pt x="2453275" y="1489147"/>
                  </a:lnTo>
                  <a:cubicBezTo>
                    <a:pt x="2486774" y="1484953"/>
                    <a:pt x="2505375" y="1466966"/>
                    <a:pt x="2526203" y="1447645"/>
                  </a:cubicBezTo>
                  <a:cubicBezTo>
                    <a:pt x="2549424" y="1424983"/>
                    <a:pt x="2574968" y="1399997"/>
                    <a:pt x="2625475" y="1399997"/>
                  </a:cubicBezTo>
                  <a:cubicBezTo>
                    <a:pt x="2676563" y="1399997"/>
                    <a:pt x="2702109" y="1424983"/>
                    <a:pt x="2725913" y="1447645"/>
                  </a:cubicBezTo>
                  <a:cubicBezTo>
                    <a:pt x="2746233" y="1466966"/>
                    <a:pt x="2764773" y="1484953"/>
                    <a:pt x="2797875" y="1489147"/>
                  </a:cubicBezTo>
                  <a:lnTo>
                    <a:pt x="2812992" y="1490064"/>
                  </a:lnTo>
                  <a:lnTo>
                    <a:pt x="2828318" y="1489147"/>
                  </a:lnTo>
                  <a:cubicBezTo>
                    <a:pt x="2861804" y="1484953"/>
                    <a:pt x="2880408" y="1466966"/>
                    <a:pt x="2901235" y="1447645"/>
                  </a:cubicBezTo>
                  <a:cubicBezTo>
                    <a:pt x="2912215" y="1437022"/>
                    <a:pt x="2923657" y="1425889"/>
                    <a:pt x="2937919" y="1417058"/>
                  </a:cubicBezTo>
                  <a:lnTo>
                    <a:pt x="2957425" y="1407904"/>
                  </a:lnTo>
                  <a:lnTo>
                    <a:pt x="2957425" y="1429332"/>
                  </a:lnTo>
                  <a:lnTo>
                    <a:pt x="2944779" y="1434006"/>
                  </a:lnTo>
                  <a:cubicBezTo>
                    <a:pt x="2933443" y="1441442"/>
                    <a:pt x="2923682" y="1450769"/>
                    <a:pt x="2913429" y="1460429"/>
                  </a:cubicBezTo>
                  <a:cubicBezTo>
                    <a:pt x="2891112" y="1481675"/>
                    <a:pt x="2867269" y="1504964"/>
                    <a:pt x="2822285" y="1507792"/>
                  </a:cubicBezTo>
                  <a:lnTo>
                    <a:pt x="2812992" y="1508078"/>
                  </a:lnTo>
                  <a:lnTo>
                    <a:pt x="2803817" y="1507792"/>
                  </a:lnTo>
                  <a:cubicBezTo>
                    <a:pt x="2759309" y="1504964"/>
                    <a:pt x="2735489" y="1481675"/>
                    <a:pt x="2713719" y="1460429"/>
                  </a:cubicBezTo>
                  <a:cubicBezTo>
                    <a:pt x="2689916" y="1438348"/>
                    <a:pt x="2669016" y="1418010"/>
                    <a:pt x="2625475" y="1418010"/>
                  </a:cubicBezTo>
                  <a:cubicBezTo>
                    <a:pt x="2582521" y="1418010"/>
                    <a:pt x="2561615" y="1438348"/>
                    <a:pt x="2538398" y="1460429"/>
                  </a:cubicBezTo>
                  <a:cubicBezTo>
                    <a:pt x="2516079" y="1481675"/>
                    <a:pt x="2492239" y="1504964"/>
                    <a:pt x="2447253" y="1507792"/>
                  </a:cubicBezTo>
                  <a:lnTo>
                    <a:pt x="2437959" y="1508078"/>
                  </a:lnTo>
                  <a:lnTo>
                    <a:pt x="2428768" y="1507792"/>
                  </a:lnTo>
                  <a:cubicBezTo>
                    <a:pt x="2384205" y="1504964"/>
                    <a:pt x="2360364" y="1481675"/>
                    <a:pt x="2338559" y="1460429"/>
                  </a:cubicBezTo>
                  <a:cubicBezTo>
                    <a:pt x="2318221" y="1441108"/>
                    <a:pt x="2299203" y="1423122"/>
                    <a:pt x="2265570" y="1418928"/>
                  </a:cubicBezTo>
                  <a:lnTo>
                    <a:pt x="2250202" y="1418010"/>
                  </a:lnTo>
                  <a:lnTo>
                    <a:pt x="2235078" y="1418928"/>
                  </a:lnTo>
                  <a:cubicBezTo>
                    <a:pt x="2201989" y="1423122"/>
                    <a:pt x="2183438" y="1441108"/>
                    <a:pt x="2163119" y="1460429"/>
                  </a:cubicBezTo>
                  <a:cubicBezTo>
                    <a:pt x="2140811" y="1481675"/>
                    <a:pt x="2116959" y="1504964"/>
                    <a:pt x="2071970" y="1507792"/>
                  </a:cubicBezTo>
                  <a:lnTo>
                    <a:pt x="2062687" y="1508078"/>
                  </a:lnTo>
                  <a:lnTo>
                    <a:pt x="2053502" y="1507792"/>
                  </a:lnTo>
                  <a:cubicBezTo>
                    <a:pt x="2008993" y="1504964"/>
                    <a:pt x="1985187" y="1481675"/>
                    <a:pt x="1963418" y="1460429"/>
                  </a:cubicBezTo>
                  <a:cubicBezTo>
                    <a:pt x="1943099" y="1441108"/>
                    <a:pt x="1924106" y="1423122"/>
                    <a:pt x="1890508" y="1418928"/>
                  </a:cubicBezTo>
                  <a:lnTo>
                    <a:pt x="1875171" y="1418010"/>
                  </a:lnTo>
                  <a:lnTo>
                    <a:pt x="1860044" y="1418928"/>
                  </a:lnTo>
                  <a:cubicBezTo>
                    <a:pt x="1826946" y="1423122"/>
                    <a:pt x="1808405" y="1441108"/>
                    <a:pt x="1788085" y="1460429"/>
                  </a:cubicBezTo>
                  <a:cubicBezTo>
                    <a:pt x="1765780" y="1481675"/>
                    <a:pt x="1741925" y="1504964"/>
                    <a:pt x="1696936" y="1507792"/>
                  </a:cubicBezTo>
                  <a:lnTo>
                    <a:pt x="1687656" y="1508078"/>
                  </a:lnTo>
                  <a:lnTo>
                    <a:pt x="1678456" y="1507792"/>
                  </a:lnTo>
                  <a:cubicBezTo>
                    <a:pt x="1633891" y="1504964"/>
                    <a:pt x="1610048" y="1481675"/>
                    <a:pt x="1588259" y="1460429"/>
                  </a:cubicBezTo>
                  <a:cubicBezTo>
                    <a:pt x="1567905" y="1441108"/>
                    <a:pt x="1548904" y="1423122"/>
                    <a:pt x="1515254" y="1418928"/>
                  </a:cubicBezTo>
                  <a:lnTo>
                    <a:pt x="1499902" y="1418010"/>
                  </a:lnTo>
                  <a:lnTo>
                    <a:pt x="1484938" y="1418928"/>
                  </a:lnTo>
                  <a:cubicBezTo>
                    <a:pt x="1452117" y="1423122"/>
                    <a:pt x="1433131" y="1441108"/>
                    <a:pt x="1412811" y="1460429"/>
                  </a:cubicBezTo>
                  <a:cubicBezTo>
                    <a:pt x="1389009" y="1483091"/>
                    <a:pt x="1363465" y="1508078"/>
                    <a:pt x="1312377" y="1508078"/>
                  </a:cubicBezTo>
                  <a:cubicBezTo>
                    <a:pt x="1261869" y="1508078"/>
                    <a:pt x="1236325" y="1483091"/>
                    <a:pt x="1213103" y="1460429"/>
                  </a:cubicBezTo>
                  <a:cubicBezTo>
                    <a:pt x="1192784" y="1441108"/>
                    <a:pt x="1173800" y="1423122"/>
                    <a:pt x="1140203" y="1418928"/>
                  </a:cubicBezTo>
                  <a:lnTo>
                    <a:pt x="1124860" y="1418010"/>
                  </a:lnTo>
                  <a:lnTo>
                    <a:pt x="1109907" y="1418928"/>
                  </a:lnTo>
                  <a:cubicBezTo>
                    <a:pt x="1077083" y="1423122"/>
                    <a:pt x="1058099" y="1441108"/>
                    <a:pt x="1037780" y="1460429"/>
                  </a:cubicBezTo>
                  <a:cubicBezTo>
                    <a:pt x="1014563" y="1483091"/>
                    <a:pt x="988431" y="1508078"/>
                    <a:pt x="937343" y="1508078"/>
                  </a:cubicBezTo>
                  <a:cubicBezTo>
                    <a:pt x="887352" y="1508078"/>
                    <a:pt x="861195" y="1483091"/>
                    <a:pt x="837942" y="1460429"/>
                  </a:cubicBezTo>
                  <a:cubicBezTo>
                    <a:pt x="817603" y="1441108"/>
                    <a:pt x="798587" y="1423122"/>
                    <a:pt x="764952" y="1418928"/>
                  </a:cubicBezTo>
                  <a:lnTo>
                    <a:pt x="749586" y="1418010"/>
                  </a:lnTo>
                  <a:lnTo>
                    <a:pt x="734638" y="1418928"/>
                  </a:lnTo>
                  <a:cubicBezTo>
                    <a:pt x="701811" y="1423122"/>
                    <a:pt x="682831" y="1441108"/>
                    <a:pt x="662511" y="1460429"/>
                  </a:cubicBezTo>
                  <a:cubicBezTo>
                    <a:pt x="639282" y="1483091"/>
                    <a:pt x="613157" y="1508078"/>
                    <a:pt x="562069" y="1508078"/>
                  </a:cubicBezTo>
                  <a:cubicBezTo>
                    <a:pt x="512115" y="1508078"/>
                    <a:pt x="485977" y="1483091"/>
                    <a:pt x="462743" y="1460429"/>
                  </a:cubicBezTo>
                  <a:cubicBezTo>
                    <a:pt x="439508" y="1438348"/>
                    <a:pt x="418017" y="1418010"/>
                    <a:pt x="375034" y="1418010"/>
                  </a:cubicBezTo>
                  <a:cubicBezTo>
                    <a:pt x="332073" y="1418010"/>
                    <a:pt x="310593" y="1438348"/>
                    <a:pt x="287371" y="1460429"/>
                  </a:cubicBezTo>
                  <a:cubicBezTo>
                    <a:pt x="264149" y="1483091"/>
                    <a:pt x="238024" y="1508078"/>
                    <a:pt x="187517" y="1508078"/>
                  </a:cubicBezTo>
                  <a:cubicBezTo>
                    <a:pt x="137009" y="1508078"/>
                    <a:pt x="111465" y="1483091"/>
                    <a:pt x="87663" y="1460429"/>
                  </a:cubicBezTo>
                  <a:cubicBezTo>
                    <a:pt x="64441" y="1438348"/>
                    <a:pt x="42960" y="1418010"/>
                    <a:pt x="0" y="1418010"/>
                  </a:cubicBezTo>
                  <a:close/>
                  <a:moveTo>
                    <a:pt x="0" y="1300582"/>
                  </a:moveTo>
                  <a:cubicBezTo>
                    <a:pt x="50507" y="1300582"/>
                    <a:pt x="76632" y="1325591"/>
                    <a:pt x="99855" y="1347693"/>
                  </a:cubicBezTo>
                  <a:cubicBezTo>
                    <a:pt x="123076" y="1370376"/>
                    <a:pt x="144556" y="1390151"/>
                    <a:pt x="187517" y="1390151"/>
                  </a:cubicBezTo>
                  <a:cubicBezTo>
                    <a:pt x="230477" y="1390151"/>
                    <a:pt x="251957" y="1370376"/>
                    <a:pt x="275179" y="1347693"/>
                  </a:cubicBezTo>
                  <a:cubicBezTo>
                    <a:pt x="298982" y="1325591"/>
                    <a:pt x="324526" y="1300582"/>
                    <a:pt x="375034" y="1300582"/>
                  </a:cubicBezTo>
                  <a:cubicBezTo>
                    <a:pt x="425568" y="1300582"/>
                    <a:pt x="451706" y="1325591"/>
                    <a:pt x="474941" y="1347693"/>
                  </a:cubicBezTo>
                  <a:cubicBezTo>
                    <a:pt x="498175" y="1370376"/>
                    <a:pt x="519667" y="1390151"/>
                    <a:pt x="562069" y="1390151"/>
                  </a:cubicBezTo>
                  <a:cubicBezTo>
                    <a:pt x="605610" y="1390151"/>
                    <a:pt x="627090" y="1370376"/>
                    <a:pt x="650315" y="1347693"/>
                  </a:cubicBezTo>
                  <a:cubicBezTo>
                    <a:pt x="672083" y="1326973"/>
                    <a:pt x="696405" y="1303697"/>
                    <a:pt x="740506" y="1300868"/>
                  </a:cubicBezTo>
                  <a:lnTo>
                    <a:pt x="749586" y="1300582"/>
                  </a:lnTo>
                  <a:lnTo>
                    <a:pt x="758889" y="1300868"/>
                  </a:lnTo>
                  <a:cubicBezTo>
                    <a:pt x="803998" y="1303697"/>
                    <a:pt x="828351" y="1326973"/>
                    <a:pt x="850154" y="1347693"/>
                  </a:cubicBezTo>
                  <a:cubicBezTo>
                    <a:pt x="873408" y="1370376"/>
                    <a:pt x="894909" y="1390151"/>
                    <a:pt x="937343" y="1390151"/>
                  </a:cubicBezTo>
                  <a:cubicBezTo>
                    <a:pt x="980892" y="1390151"/>
                    <a:pt x="1002368" y="1370376"/>
                    <a:pt x="1025586" y="1347693"/>
                  </a:cubicBezTo>
                  <a:cubicBezTo>
                    <a:pt x="1047357" y="1326973"/>
                    <a:pt x="1071175" y="1303697"/>
                    <a:pt x="1115684" y="1300868"/>
                  </a:cubicBezTo>
                  <a:lnTo>
                    <a:pt x="1124860" y="1300582"/>
                  </a:lnTo>
                  <a:lnTo>
                    <a:pt x="1134151" y="1300868"/>
                  </a:lnTo>
                  <a:cubicBezTo>
                    <a:pt x="1179136" y="1303697"/>
                    <a:pt x="1202980" y="1326973"/>
                    <a:pt x="1225295" y="1347693"/>
                  </a:cubicBezTo>
                  <a:cubicBezTo>
                    <a:pt x="1248517" y="1370376"/>
                    <a:pt x="1270006" y="1390151"/>
                    <a:pt x="1312377" y="1390151"/>
                  </a:cubicBezTo>
                  <a:cubicBezTo>
                    <a:pt x="1355923" y="1390151"/>
                    <a:pt x="1377398" y="1370376"/>
                    <a:pt x="1400620" y="1347693"/>
                  </a:cubicBezTo>
                  <a:cubicBezTo>
                    <a:pt x="1422391" y="1326973"/>
                    <a:pt x="1446206" y="1303697"/>
                    <a:pt x="1490715" y="1300868"/>
                  </a:cubicBezTo>
                  <a:lnTo>
                    <a:pt x="1499902" y="1300582"/>
                  </a:lnTo>
                  <a:lnTo>
                    <a:pt x="1509200" y="1300868"/>
                  </a:lnTo>
                  <a:cubicBezTo>
                    <a:pt x="1554240" y="1303697"/>
                    <a:pt x="1578118" y="1326973"/>
                    <a:pt x="1600457" y="1347693"/>
                  </a:cubicBezTo>
                  <a:cubicBezTo>
                    <a:pt x="1620811" y="1367541"/>
                    <a:pt x="1639813" y="1385162"/>
                    <a:pt x="1672675" y="1389257"/>
                  </a:cubicBezTo>
                  <a:lnTo>
                    <a:pt x="1687656" y="1390151"/>
                  </a:lnTo>
                  <a:lnTo>
                    <a:pt x="1702991" y="1389257"/>
                  </a:lnTo>
                  <a:cubicBezTo>
                    <a:pt x="1736589" y="1385162"/>
                    <a:pt x="1755583" y="1367541"/>
                    <a:pt x="1775902" y="1347693"/>
                  </a:cubicBezTo>
                  <a:cubicBezTo>
                    <a:pt x="1797671" y="1326973"/>
                    <a:pt x="1821477" y="1303697"/>
                    <a:pt x="1865985" y="1300868"/>
                  </a:cubicBezTo>
                  <a:lnTo>
                    <a:pt x="1875171" y="1300582"/>
                  </a:lnTo>
                  <a:lnTo>
                    <a:pt x="1884453" y="1300868"/>
                  </a:lnTo>
                  <a:cubicBezTo>
                    <a:pt x="1929442" y="1303697"/>
                    <a:pt x="1953295" y="1326973"/>
                    <a:pt x="1975602" y="1347693"/>
                  </a:cubicBezTo>
                  <a:cubicBezTo>
                    <a:pt x="1995922" y="1367541"/>
                    <a:pt x="2014463" y="1385162"/>
                    <a:pt x="2047561" y="1389257"/>
                  </a:cubicBezTo>
                  <a:lnTo>
                    <a:pt x="2062687" y="1390151"/>
                  </a:lnTo>
                  <a:lnTo>
                    <a:pt x="2078025" y="1389257"/>
                  </a:lnTo>
                  <a:cubicBezTo>
                    <a:pt x="2111623" y="1385162"/>
                    <a:pt x="2130614" y="1367541"/>
                    <a:pt x="2150933" y="1347693"/>
                  </a:cubicBezTo>
                  <a:cubicBezTo>
                    <a:pt x="2172701" y="1326973"/>
                    <a:pt x="2196510" y="1303697"/>
                    <a:pt x="2241019" y="1300868"/>
                  </a:cubicBezTo>
                  <a:lnTo>
                    <a:pt x="2250202" y="1300582"/>
                  </a:lnTo>
                  <a:lnTo>
                    <a:pt x="2259500" y="1300868"/>
                  </a:lnTo>
                  <a:cubicBezTo>
                    <a:pt x="2304545" y="1303697"/>
                    <a:pt x="2328421" y="1326973"/>
                    <a:pt x="2350772" y="1347693"/>
                  </a:cubicBezTo>
                  <a:cubicBezTo>
                    <a:pt x="2371110" y="1367541"/>
                    <a:pt x="2389675" y="1385162"/>
                    <a:pt x="2422815" y="1389257"/>
                  </a:cubicBezTo>
                  <a:lnTo>
                    <a:pt x="2437959" y="1390151"/>
                  </a:lnTo>
                  <a:lnTo>
                    <a:pt x="2453275" y="1389257"/>
                  </a:lnTo>
                  <a:cubicBezTo>
                    <a:pt x="2486774" y="1385162"/>
                    <a:pt x="2505375" y="1367541"/>
                    <a:pt x="2526203" y="1347693"/>
                  </a:cubicBezTo>
                  <a:cubicBezTo>
                    <a:pt x="2549424" y="1325591"/>
                    <a:pt x="2574968" y="1300582"/>
                    <a:pt x="2625475" y="1300582"/>
                  </a:cubicBezTo>
                  <a:cubicBezTo>
                    <a:pt x="2676563" y="1300582"/>
                    <a:pt x="2702109" y="1325591"/>
                    <a:pt x="2725913" y="1347693"/>
                  </a:cubicBezTo>
                  <a:cubicBezTo>
                    <a:pt x="2746233" y="1367541"/>
                    <a:pt x="2764773" y="1385162"/>
                    <a:pt x="2797875" y="1389257"/>
                  </a:cubicBezTo>
                  <a:lnTo>
                    <a:pt x="2812992" y="1390151"/>
                  </a:lnTo>
                  <a:lnTo>
                    <a:pt x="2828318" y="1389257"/>
                  </a:lnTo>
                  <a:cubicBezTo>
                    <a:pt x="2861804" y="1385162"/>
                    <a:pt x="2880408" y="1367541"/>
                    <a:pt x="2901235" y="1347693"/>
                  </a:cubicBezTo>
                  <a:cubicBezTo>
                    <a:pt x="2912212" y="1337333"/>
                    <a:pt x="2923653" y="1326334"/>
                    <a:pt x="2937914" y="1317571"/>
                  </a:cubicBezTo>
                  <a:lnTo>
                    <a:pt x="2957425" y="1308466"/>
                  </a:lnTo>
                  <a:lnTo>
                    <a:pt x="2957425" y="1329768"/>
                  </a:lnTo>
                  <a:lnTo>
                    <a:pt x="2944774" y="1334381"/>
                  </a:lnTo>
                  <a:cubicBezTo>
                    <a:pt x="2933439" y="1341779"/>
                    <a:pt x="2923679" y="1351146"/>
                    <a:pt x="2913429" y="1361070"/>
                  </a:cubicBezTo>
                  <a:cubicBezTo>
                    <a:pt x="2891112" y="1382336"/>
                    <a:pt x="2867269" y="1405135"/>
                    <a:pt x="2822285" y="1407901"/>
                  </a:cubicBezTo>
                  <a:lnTo>
                    <a:pt x="2812992" y="1408181"/>
                  </a:lnTo>
                  <a:lnTo>
                    <a:pt x="2803817" y="1407901"/>
                  </a:lnTo>
                  <a:cubicBezTo>
                    <a:pt x="2759309" y="1405135"/>
                    <a:pt x="2735489" y="1382336"/>
                    <a:pt x="2713719" y="1361070"/>
                  </a:cubicBezTo>
                  <a:cubicBezTo>
                    <a:pt x="2689916" y="1338387"/>
                    <a:pt x="2669016" y="1318612"/>
                    <a:pt x="2625475" y="1318612"/>
                  </a:cubicBezTo>
                  <a:cubicBezTo>
                    <a:pt x="2582521" y="1318612"/>
                    <a:pt x="2561615" y="1338387"/>
                    <a:pt x="2538398" y="1361070"/>
                  </a:cubicBezTo>
                  <a:cubicBezTo>
                    <a:pt x="2516079" y="1382336"/>
                    <a:pt x="2492239" y="1405135"/>
                    <a:pt x="2447253" y="1407901"/>
                  </a:cubicBezTo>
                  <a:lnTo>
                    <a:pt x="2437959" y="1408181"/>
                  </a:lnTo>
                  <a:lnTo>
                    <a:pt x="2428768" y="1407901"/>
                  </a:lnTo>
                  <a:cubicBezTo>
                    <a:pt x="2384205" y="1405135"/>
                    <a:pt x="2360364" y="1382336"/>
                    <a:pt x="2338559" y="1361070"/>
                  </a:cubicBezTo>
                  <a:cubicBezTo>
                    <a:pt x="2318221" y="1341222"/>
                    <a:pt x="2299203" y="1323601"/>
                    <a:pt x="2265570" y="1319506"/>
                  </a:cubicBezTo>
                  <a:lnTo>
                    <a:pt x="2250202" y="1318612"/>
                  </a:lnTo>
                  <a:lnTo>
                    <a:pt x="2235078" y="1319506"/>
                  </a:lnTo>
                  <a:cubicBezTo>
                    <a:pt x="2201989" y="1323601"/>
                    <a:pt x="2183438" y="1341222"/>
                    <a:pt x="2163119" y="1361070"/>
                  </a:cubicBezTo>
                  <a:cubicBezTo>
                    <a:pt x="2140811" y="1382336"/>
                    <a:pt x="2116959" y="1405135"/>
                    <a:pt x="2071970" y="1407901"/>
                  </a:cubicBezTo>
                  <a:lnTo>
                    <a:pt x="2062687" y="1408181"/>
                  </a:lnTo>
                  <a:lnTo>
                    <a:pt x="2053502" y="1407901"/>
                  </a:lnTo>
                  <a:cubicBezTo>
                    <a:pt x="2008993" y="1405135"/>
                    <a:pt x="1985187" y="1382336"/>
                    <a:pt x="1963418" y="1361070"/>
                  </a:cubicBezTo>
                  <a:cubicBezTo>
                    <a:pt x="1943099" y="1341222"/>
                    <a:pt x="1924106" y="1323601"/>
                    <a:pt x="1890508" y="1319506"/>
                  </a:cubicBezTo>
                  <a:lnTo>
                    <a:pt x="1875171" y="1318612"/>
                  </a:lnTo>
                  <a:lnTo>
                    <a:pt x="1860044" y="1319506"/>
                  </a:lnTo>
                  <a:cubicBezTo>
                    <a:pt x="1826946" y="1323601"/>
                    <a:pt x="1808405" y="1341222"/>
                    <a:pt x="1788085" y="1361070"/>
                  </a:cubicBezTo>
                  <a:cubicBezTo>
                    <a:pt x="1765780" y="1382336"/>
                    <a:pt x="1741925" y="1405135"/>
                    <a:pt x="1696936" y="1407901"/>
                  </a:cubicBezTo>
                  <a:lnTo>
                    <a:pt x="1687656" y="1408181"/>
                  </a:lnTo>
                  <a:lnTo>
                    <a:pt x="1678456" y="1407901"/>
                  </a:lnTo>
                  <a:cubicBezTo>
                    <a:pt x="1633891" y="1405135"/>
                    <a:pt x="1610048" y="1382336"/>
                    <a:pt x="1588259" y="1361070"/>
                  </a:cubicBezTo>
                  <a:cubicBezTo>
                    <a:pt x="1567905" y="1341222"/>
                    <a:pt x="1548904" y="1323601"/>
                    <a:pt x="1515254" y="1319506"/>
                  </a:cubicBezTo>
                  <a:lnTo>
                    <a:pt x="1499902" y="1318612"/>
                  </a:lnTo>
                  <a:lnTo>
                    <a:pt x="1484938" y="1319506"/>
                  </a:lnTo>
                  <a:cubicBezTo>
                    <a:pt x="1452117" y="1323601"/>
                    <a:pt x="1433131" y="1341222"/>
                    <a:pt x="1412811" y="1361070"/>
                  </a:cubicBezTo>
                  <a:cubicBezTo>
                    <a:pt x="1389009" y="1383753"/>
                    <a:pt x="1363465" y="1408181"/>
                    <a:pt x="1312377" y="1408181"/>
                  </a:cubicBezTo>
                  <a:cubicBezTo>
                    <a:pt x="1261869" y="1408181"/>
                    <a:pt x="1236325" y="1383753"/>
                    <a:pt x="1213103" y="1361070"/>
                  </a:cubicBezTo>
                  <a:cubicBezTo>
                    <a:pt x="1192784" y="1341222"/>
                    <a:pt x="1173800" y="1323601"/>
                    <a:pt x="1140203" y="1319506"/>
                  </a:cubicBezTo>
                  <a:lnTo>
                    <a:pt x="1124860" y="1318612"/>
                  </a:lnTo>
                  <a:lnTo>
                    <a:pt x="1109907" y="1319506"/>
                  </a:lnTo>
                  <a:cubicBezTo>
                    <a:pt x="1077083" y="1323601"/>
                    <a:pt x="1058099" y="1341222"/>
                    <a:pt x="1037780" y="1361070"/>
                  </a:cubicBezTo>
                  <a:cubicBezTo>
                    <a:pt x="1014563" y="1383753"/>
                    <a:pt x="988431" y="1408181"/>
                    <a:pt x="937343" y="1408181"/>
                  </a:cubicBezTo>
                  <a:cubicBezTo>
                    <a:pt x="887352" y="1408181"/>
                    <a:pt x="861195" y="1383753"/>
                    <a:pt x="837942" y="1361070"/>
                  </a:cubicBezTo>
                  <a:cubicBezTo>
                    <a:pt x="817603" y="1341222"/>
                    <a:pt x="798587" y="1323601"/>
                    <a:pt x="764952" y="1319506"/>
                  </a:cubicBezTo>
                  <a:lnTo>
                    <a:pt x="749586" y="1318612"/>
                  </a:lnTo>
                  <a:lnTo>
                    <a:pt x="734638" y="1319506"/>
                  </a:lnTo>
                  <a:cubicBezTo>
                    <a:pt x="701811" y="1323601"/>
                    <a:pt x="682831" y="1341222"/>
                    <a:pt x="662511" y="1361070"/>
                  </a:cubicBezTo>
                  <a:cubicBezTo>
                    <a:pt x="639282" y="1383753"/>
                    <a:pt x="613157" y="1408181"/>
                    <a:pt x="562069" y="1408181"/>
                  </a:cubicBezTo>
                  <a:cubicBezTo>
                    <a:pt x="512115" y="1408181"/>
                    <a:pt x="485977" y="1383753"/>
                    <a:pt x="462743" y="1361070"/>
                  </a:cubicBezTo>
                  <a:cubicBezTo>
                    <a:pt x="439508" y="1338387"/>
                    <a:pt x="418017" y="1318612"/>
                    <a:pt x="375034" y="1318612"/>
                  </a:cubicBezTo>
                  <a:cubicBezTo>
                    <a:pt x="332073" y="1318612"/>
                    <a:pt x="310593" y="1338387"/>
                    <a:pt x="287371" y="1361070"/>
                  </a:cubicBezTo>
                  <a:cubicBezTo>
                    <a:pt x="264149" y="1383753"/>
                    <a:pt x="238024" y="1408181"/>
                    <a:pt x="187517" y="1408181"/>
                  </a:cubicBezTo>
                  <a:cubicBezTo>
                    <a:pt x="137009" y="1408181"/>
                    <a:pt x="111465" y="1383753"/>
                    <a:pt x="87663" y="1361070"/>
                  </a:cubicBezTo>
                  <a:cubicBezTo>
                    <a:pt x="64441" y="1338387"/>
                    <a:pt x="42960" y="1318612"/>
                    <a:pt x="0" y="1318612"/>
                  </a:cubicBezTo>
                  <a:close/>
                  <a:moveTo>
                    <a:pt x="0" y="1200685"/>
                  </a:moveTo>
                  <a:cubicBezTo>
                    <a:pt x="50507" y="1200685"/>
                    <a:pt x="76632" y="1225672"/>
                    <a:pt x="99855" y="1248334"/>
                  </a:cubicBezTo>
                  <a:cubicBezTo>
                    <a:pt x="123076" y="1270415"/>
                    <a:pt x="144556" y="1290753"/>
                    <a:pt x="187517" y="1290753"/>
                  </a:cubicBezTo>
                  <a:cubicBezTo>
                    <a:pt x="230477" y="1290753"/>
                    <a:pt x="251957" y="1270415"/>
                    <a:pt x="275179" y="1248334"/>
                  </a:cubicBezTo>
                  <a:cubicBezTo>
                    <a:pt x="298982" y="1225672"/>
                    <a:pt x="324526" y="1200685"/>
                    <a:pt x="375034" y="1200685"/>
                  </a:cubicBezTo>
                  <a:cubicBezTo>
                    <a:pt x="425568" y="1200685"/>
                    <a:pt x="451706" y="1225672"/>
                    <a:pt x="474941" y="1248334"/>
                  </a:cubicBezTo>
                  <a:cubicBezTo>
                    <a:pt x="498175" y="1270415"/>
                    <a:pt x="519667" y="1290753"/>
                    <a:pt x="562069" y="1290753"/>
                  </a:cubicBezTo>
                  <a:cubicBezTo>
                    <a:pt x="605610" y="1290753"/>
                    <a:pt x="627090" y="1270415"/>
                    <a:pt x="650315" y="1248334"/>
                  </a:cubicBezTo>
                  <a:cubicBezTo>
                    <a:pt x="672083" y="1227088"/>
                    <a:pt x="696405" y="1203799"/>
                    <a:pt x="740506" y="1200971"/>
                  </a:cubicBezTo>
                  <a:lnTo>
                    <a:pt x="749586" y="1200685"/>
                  </a:lnTo>
                  <a:lnTo>
                    <a:pt x="758889" y="1200971"/>
                  </a:lnTo>
                  <a:cubicBezTo>
                    <a:pt x="803998" y="1203799"/>
                    <a:pt x="828351" y="1227088"/>
                    <a:pt x="850154" y="1248334"/>
                  </a:cubicBezTo>
                  <a:cubicBezTo>
                    <a:pt x="873408" y="1270415"/>
                    <a:pt x="894909" y="1290753"/>
                    <a:pt x="937343" y="1290753"/>
                  </a:cubicBezTo>
                  <a:cubicBezTo>
                    <a:pt x="980892" y="1290753"/>
                    <a:pt x="1002368" y="1270415"/>
                    <a:pt x="1025586" y="1248334"/>
                  </a:cubicBezTo>
                  <a:cubicBezTo>
                    <a:pt x="1047357" y="1227088"/>
                    <a:pt x="1071175" y="1203799"/>
                    <a:pt x="1115684" y="1200971"/>
                  </a:cubicBezTo>
                  <a:lnTo>
                    <a:pt x="1124860" y="1200685"/>
                  </a:lnTo>
                  <a:lnTo>
                    <a:pt x="1134151" y="1200971"/>
                  </a:lnTo>
                  <a:cubicBezTo>
                    <a:pt x="1179136" y="1203799"/>
                    <a:pt x="1202980" y="1227088"/>
                    <a:pt x="1225295" y="1248334"/>
                  </a:cubicBezTo>
                  <a:cubicBezTo>
                    <a:pt x="1248517" y="1270415"/>
                    <a:pt x="1270006" y="1290753"/>
                    <a:pt x="1312377" y="1290753"/>
                  </a:cubicBezTo>
                  <a:cubicBezTo>
                    <a:pt x="1355923" y="1290753"/>
                    <a:pt x="1377398" y="1270415"/>
                    <a:pt x="1400620" y="1248334"/>
                  </a:cubicBezTo>
                  <a:cubicBezTo>
                    <a:pt x="1422391" y="1227088"/>
                    <a:pt x="1446206" y="1203799"/>
                    <a:pt x="1490715" y="1200971"/>
                  </a:cubicBezTo>
                  <a:lnTo>
                    <a:pt x="1499902" y="1200685"/>
                  </a:lnTo>
                  <a:lnTo>
                    <a:pt x="1509200" y="1200971"/>
                  </a:lnTo>
                  <a:cubicBezTo>
                    <a:pt x="1554240" y="1203799"/>
                    <a:pt x="1578118" y="1227088"/>
                    <a:pt x="1600457" y="1248334"/>
                  </a:cubicBezTo>
                  <a:cubicBezTo>
                    <a:pt x="1620811" y="1267654"/>
                    <a:pt x="1639813" y="1285641"/>
                    <a:pt x="1672675" y="1289836"/>
                  </a:cubicBezTo>
                  <a:lnTo>
                    <a:pt x="1687656" y="1290753"/>
                  </a:lnTo>
                  <a:lnTo>
                    <a:pt x="1702991" y="1289836"/>
                  </a:lnTo>
                  <a:cubicBezTo>
                    <a:pt x="1736589" y="1285641"/>
                    <a:pt x="1755583" y="1267654"/>
                    <a:pt x="1775902" y="1248334"/>
                  </a:cubicBezTo>
                  <a:cubicBezTo>
                    <a:pt x="1797671" y="1227088"/>
                    <a:pt x="1821477" y="1203799"/>
                    <a:pt x="1865985" y="1200971"/>
                  </a:cubicBezTo>
                  <a:lnTo>
                    <a:pt x="1875171" y="1200685"/>
                  </a:lnTo>
                  <a:lnTo>
                    <a:pt x="1884453" y="1200971"/>
                  </a:lnTo>
                  <a:cubicBezTo>
                    <a:pt x="1929442" y="1203799"/>
                    <a:pt x="1953295" y="1227088"/>
                    <a:pt x="1975602" y="1248334"/>
                  </a:cubicBezTo>
                  <a:cubicBezTo>
                    <a:pt x="1995922" y="1267654"/>
                    <a:pt x="2014463" y="1285641"/>
                    <a:pt x="2047561" y="1289836"/>
                  </a:cubicBezTo>
                  <a:lnTo>
                    <a:pt x="2062687" y="1290753"/>
                  </a:lnTo>
                  <a:lnTo>
                    <a:pt x="2078025" y="1289836"/>
                  </a:lnTo>
                  <a:cubicBezTo>
                    <a:pt x="2111623" y="1285641"/>
                    <a:pt x="2130614" y="1267654"/>
                    <a:pt x="2150933" y="1248334"/>
                  </a:cubicBezTo>
                  <a:cubicBezTo>
                    <a:pt x="2172701" y="1227088"/>
                    <a:pt x="2196510" y="1203799"/>
                    <a:pt x="2241019" y="1200971"/>
                  </a:cubicBezTo>
                  <a:lnTo>
                    <a:pt x="2250202" y="1200685"/>
                  </a:lnTo>
                  <a:lnTo>
                    <a:pt x="2259500" y="1200971"/>
                  </a:lnTo>
                  <a:cubicBezTo>
                    <a:pt x="2304545" y="1203799"/>
                    <a:pt x="2328421" y="1227088"/>
                    <a:pt x="2350772" y="1248334"/>
                  </a:cubicBezTo>
                  <a:cubicBezTo>
                    <a:pt x="2371110" y="1267654"/>
                    <a:pt x="2389675" y="1285641"/>
                    <a:pt x="2422815" y="1289836"/>
                  </a:cubicBezTo>
                  <a:lnTo>
                    <a:pt x="2437959" y="1290753"/>
                  </a:lnTo>
                  <a:lnTo>
                    <a:pt x="2453275" y="1289836"/>
                  </a:lnTo>
                  <a:cubicBezTo>
                    <a:pt x="2486774" y="1285641"/>
                    <a:pt x="2505375" y="1267654"/>
                    <a:pt x="2526203" y="1248334"/>
                  </a:cubicBezTo>
                  <a:cubicBezTo>
                    <a:pt x="2549424" y="1225672"/>
                    <a:pt x="2574968" y="1200685"/>
                    <a:pt x="2625475" y="1200685"/>
                  </a:cubicBezTo>
                  <a:cubicBezTo>
                    <a:pt x="2676563" y="1200685"/>
                    <a:pt x="2702109" y="1225672"/>
                    <a:pt x="2725913" y="1248334"/>
                  </a:cubicBezTo>
                  <a:cubicBezTo>
                    <a:pt x="2746233" y="1267654"/>
                    <a:pt x="2764773" y="1285641"/>
                    <a:pt x="2797875" y="1289836"/>
                  </a:cubicBezTo>
                  <a:lnTo>
                    <a:pt x="2812992" y="1290753"/>
                  </a:lnTo>
                  <a:lnTo>
                    <a:pt x="2828318" y="1289836"/>
                  </a:lnTo>
                  <a:cubicBezTo>
                    <a:pt x="2861804" y="1285641"/>
                    <a:pt x="2880408" y="1267654"/>
                    <a:pt x="2901235" y="1248334"/>
                  </a:cubicBezTo>
                  <a:cubicBezTo>
                    <a:pt x="2912209" y="1237711"/>
                    <a:pt x="2923649" y="1226577"/>
                    <a:pt x="2937909" y="1217746"/>
                  </a:cubicBezTo>
                  <a:lnTo>
                    <a:pt x="2957425" y="1208587"/>
                  </a:lnTo>
                  <a:lnTo>
                    <a:pt x="2957425" y="1230016"/>
                  </a:lnTo>
                  <a:lnTo>
                    <a:pt x="2944769" y="1234694"/>
                  </a:lnTo>
                  <a:cubicBezTo>
                    <a:pt x="2933434" y="1242130"/>
                    <a:pt x="2923676" y="1251457"/>
                    <a:pt x="2913429" y="1261118"/>
                  </a:cubicBezTo>
                  <a:cubicBezTo>
                    <a:pt x="2891112" y="1282363"/>
                    <a:pt x="2867269" y="1305652"/>
                    <a:pt x="2822285" y="1308480"/>
                  </a:cubicBezTo>
                  <a:lnTo>
                    <a:pt x="2812992" y="1308766"/>
                  </a:lnTo>
                  <a:lnTo>
                    <a:pt x="2803817" y="1308480"/>
                  </a:lnTo>
                  <a:cubicBezTo>
                    <a:pt x="2759309" y="1305652"/>
                    <a:pt x="2735489" y="1282363"/>
                    <a:pt x="2713719" y="1261118"/>
                  </a:cubicBezTo>
                  <a:cubicBezTo>
                    <a:pt x="2689916" y="1239037"/>
                    <a:pt x="2669016" y="1218699"/>
                    <a:pt x="2625475" y="1218699"/>
                  </a:cubicBezTo>
                  <a:cubicBezTo>
                    <a:pt x="2582521" y="1218699"/>
                    <a:pt x="2561615" y="1239037"/>
                    <a:pt x="2538398" y="1261118"/>
                  </a:cubicBezTo>
                  <a:cubicBezTo>
                    <a:pt x="2516079" y="1282363"/>
                    <a:pt x="2492239" y="1305652"/>
                    <a:pt x="2447253" y="1308480"/>
                  </a:cubicBezTo>
                  <a:lnTo>
                    <a:pt x="2437959" y="1308766"/>
                  </a:lnTo>
                  <a:lnTo>
                    <a:pt x="2428768" y="1308480"/>
                  </a:lnTo>
                  <a:cubicBezTo>
                    <a:pt x="2384205" y="1305652"/>
                    <a:pt x="2360364" y="1282363"/>
                    <a:pt x="2338559" y="1261118"/>
                  </a:cubicBezTo>
                  <a:cubicBezTo>
                    <a:pt x="2318221" y="1241797"/>
                    <a:pt x="2299203" y="1223810"/>
                    <a:pt x="2265570" y="1219616"/>
                  </a:cubicBezTo>
                  <a:lnTo>
                    <a:pt x="2250202" y="1218699"/>
                  </a:lnTo>
                  <a:lnTo>
                    <a:pt x="2235078" y="1219616"/>
                  </a:lnTo>
                  <a:cubicBezTo>
                    <a:pt x="2201989" y="1223810"/>
                    <a:pt x="2183438" y="1241797"/>
                    <a:pt x="2163119" y="1261118"/>
                  </a:cubicBezTo>
                  <a:cubicBezTo>
                    <a:pt x="2140811" y="1282363"/>
                    <a:pt x="2116959" y="1305652"/>
                    <a:pt x="2071970" y="1308480"/>
                  </a:cubicBezTo>
                  <a:lnTo>
                    <a:pt x="2062687" y="1308766"/>
                  </a:lnTo>
                  <a:lnTo>
                    <a:pt x="2053502" y="1308480"/>
                  </a:lnTo>
                  <a:cubicBezTo>
                    <a:pt x="2008993" y="1305652"/>
                    <a:pt x="1985187" y="1282363"/>
                    <a:pt x="1963418" y="1261118"/>
                  </a:cubicBezTo>
                  <a:cubicBezTo>
                    <a:pt x="1943099" y="1241797"/>
                    <a:pt x="1924106" y="1223810"/>
                    <a:pt x="1890508" y="1219616"/>
                  </a:cubicBezTo>
                  <a:lnTo>
                    <a:pt x="1875171" y="1218699"/>
                  </a:lnTo>
                  <a:lnTo>
                    <a:pt x="1860044" y="1219616"/>
                  </a:lnTo>
                  <a:cubicBezTo>
                    <a:pt x="1826946" y="1223810"/>
                    <a:pt x="1808405" y="1241797"/>
                    <a:pt x="1788085" y="1261118"/>
                  </a:cubicBezTo>
                  <a:cubicBezTo>
                    <a:pt x="1765780" y="1282363"/>
                    <a:pt x="1741925" y="1305652"/>
                    <a:pt x="1696936" y="1308480"/>
                  </a:cubicBezTo>
                  <a:lnTo>
                    <a:pt x="1687656" y="1308766"/>
                  </a:lnTo>
                  <a:lnTo>
                    <a:pt x="1678456" y="1308480"/>
                  </a:lnTo>
                  <a:cubicBezTo>
                    <a:pt x="1633891" y="1305652"/>
                    <a:pt x="1610048" y="1282363"/>
                    <a:pt x="1588259" y="1261118"/>
                  </a:cubicBezTo>
                  <a:cubicBezTo>
                    <a:pt x="1567905" y="1241797"/>
                    <a:pt x="1548904" y="1223810"/>
                    <a:pt x="1515254" y="1219616"/>
                  </a:cubicBezTo>
                  <a:lnTo>
                    <a:pt x="1499902" y="1218699"/>
                  </a:lnTo>
                  <a:lnTo>
                    <a:pt x="1484938" y="1219616"/>
                  </a:lnTo>
                  <a:cubicBezTo>
                    <a:pt x="1452117" y="1223810"/>
                    <a:pt x="1433131" y="1241797"/>
                    <a:pt x="1412811" y="1261118"/>
                  </a:cubicBezTo>
                  <a:cubicBezTo>
                    <a:pt x="1389009" y="1283779"/>
                    <a:pt x="1363465" y="1308766"/>
                    <a:pt x="1312377" y="1308766"/>
                  </a:cubicBezTo>
                  <a:cubicBezTo>
                    <a:pt x="1261869" y="1308766"/>
                    <a:pt x="1236325" y="1283779"/>
                    <a:pt x="1213103" y="1261118"/>
                  </a:cubicBezTo>
                  <a:cubicBezTo>
                    <a:pt x="1192784" y="1241797"/>
                    <a:pt x="1173800" y="1223810"/>
                    <a:pt x="1140203" y="1219616"/>
                  </a:cubicBezTo>
                  <a:lnTo>
                    <a:pt x="1124860" y="1218699"/>
                  </a:lnTo>
                  <a:lnTo>
                    <a:pt x="1109907" y="1219616"/>
                  </a:lnTo>
                  <a:cubicBezTo>
                    <a:pt x="1077083" y="1223810"/>
                    <a:pt x="1058099" y="1241797"/>
                    <a:pt x="1037780" y="1261118"/>
                  </a:cubicBezTo>
                  <a:cubicBezTo>
                    <a:pt x="1014563" y="1283779"/>
                    <a:pt x="988431" y="1308766"/>
                    <a:pt x="937343" y="1308766"/>
                  </a:cubicBezTo>
                  <a:cubicBezTo>
                    <a:pt x="887352" y="1308766"/>
                    <a:pt x="861195" y="1283779"/>
                    <a:pt x="837942" y="1261118"/>
                  </a:cubicBezTo>
                  <a:cubicBezTo>
                    <a:pt x="817603" y="1241797"/>
                    <a:pt x="798587" y="1223810"/>
                    <a:pt x="764952" y="1219616"/>
                  </a:cubicBezTo>
                  <a:lnTo>
                    <a:pt x="749586" y="1218699"/>
                  </a:lnTo>
                  <a:lnTo>
                    <a:pt x="734638" y="1219616"/>
                  </a:lnTo>
                  <a:cubicBezTo>
                    <a:pt x="701811" y="1223810"/>
                    <a:pt x="682831" y="1241797"/>
                    <a:pt x="662511" y="1261118"/>
                  </a:cubicBezTo>
                  <a:cubicBezTo>
                    <a:pt x="639282" y="1283779"/>
                    <a:pt x="613157" y="1308766"/>
                    <a:pt x="562069" y="1308766"/>
                  </a:cubicBezTo>
                  <a:cubicBezTo>
                    <a:pt x="512115" y="1308766"/>
                    <a:pt x="485977" y="1283779"/>
                    <a:pt x="462743" y="1261118"/>
                  </a:cubicBezTo>
                  <a:cubicBezTo>
                    <a:pt x="439508" y="1239037"/>
                    <a:pt x="418017" y="1218699"/>
                    <a:pt x="375034" y="1218699"/>
                  </a:cubicBezTo>
                  <a:cubicBezTo>
                    <a:pt x="332073" y="1218699"/>
                    <a:pt x="310593" y="1239037"/>
                    <a:pt x="287371" y="1261118"/>
                  </a:cubicBezTo>
                  <a:cubicBezTo>
                    <a:pt x="264149" y="1283779"/>
                    <a:pt x="238024" y="1308766"/>
                    <a:pt x="187517" y="1308766"/>
                  </a:cubicBezTo>
                  <a:cubicBezTo>
                    <a:pt x="137009" y="1308766"/>
                    <a:pt x="111465" y="1283779"/>
                    <a:pt x="87663" y="1261118"/>
                  </a:cubicBezTo>
                  <a:cubicBezTo>
                    <a:pt x="64441" y="1239037"/>
                    <a:pt x="42960" y="1218699"/>
                    <a:pt x="0" y="1218699"/>
                  </a:cubicBezTo>
                  <a:close/>
                  <a:moveTo>
                    <a:pt x="0" y="1100066"/>
                  </a:moveTo>
                  <a:cubicBezTo>
                    <a:pt x="50507" y="1100066"/>
                    <a:pt x="76632" y="1125053"/>
                    <a:pt x="99855" y="1147715"/>
                  </a:cubicBezTo>
                  <a:cubicBezTo>
                    <a:pt x="123076" y="1169796"/>
                    <a:pt x="144556" y="1190134"/>
                    <a:pt x="187517" y="1190134"/>
                  </a:cubicBezTo>
                  <a:cubicBezTo>
                    <a:pt x="230477" y="1190134"/>
                    <a:pt x="251957" y="1169796"/>
                    <a:pt x="275179" y="1147715"/>
                  </a:cubicBezTo>
                  <a:cubicBezTo>
                    <a:pt x="298982" y="1125053"/>
                    <a:pt x="324526" y="1100066"/>
                    <a:pt x="375034" y="1100066"/>
                  </a:cubicBezTo>
                  <a:cubicBezTo>
                    <a:pt x="425568" y="1100066"/>
                    <a:pt x="451706" y="1125053"/>
                    <a:pt x="474941" y="1147715"/>
                  </a:cubicBezTo>
                  <a:cubicBezTo>
                    <a:pt x="498175" y="1169796"/>
                    <a:pt x="519667" y="1190134"/>
                    <a:pt x="562069" y="1190134"/>
                  </a:cubicBezTo>
                  <a:cubicBezTo>
                    <a:pt x="605610" y="1190134"/>
                    <a:pt x="627090" y="1169796"/>
                    <a:pt x="650315" y="1147715"/>
                  </a:cubicBezTo>
                  <a:cubicBezTo>
                    <a:pt x="672083" y="1126469"/>
                    <a:pt x="696405" y="1103181"/>
                    <a:pt x="740506" y="1100352"/>
                  </a:cubicBezTo>
                  <a:lnTo>
                    <a:pt x="749586" y="1100066"/>
                  </a:lnTo>
                  <a:lnTo>
                    <a:pt x="758889" y="1100352"/>
                  </a:lnTo>
                  <a:cubicBezTo>
                    <a:pt x="803998" y="1103181"/>
                    <a:pt x="828351" y="1126469"/>
                    <a:pt x="850154" y="1147715"/>
                  </a:cubicBezTo>
                  <a:cubicBezTo>
                    <a:pt x="873408" y="1169796"/>
                    <a:pt x="894909" y="1190134"/>
                    <a:pt x="937343" y="1190134"/>
                  </a:cubicBezTo>
                  <a:cubicBezTo>
                    <a:pt x="980892" y="1190134"/>
                    <a:pt x="1002368" y="1169796"/>
                    <a:pt x="1025586" y="1147715"/>
                  </a:cubicBezTo>
                  <a:cubicBezTo>
                    <a:pt x="1047357" y="1126469"/>
                    <a:pt x="1071175" y="1103181"/>
                    <a:pt x="1115684" y="1100352"/>
                  </a:cubicBezTo>
                  <a:lnTo>
                    <a:pt x="1124860" y="1100066"/>
                  </a:lnTo>
                  <a:lnTo>
                    <a:pt x="1134151" y="1100352"/>
                  </a:lnTo>
                  <a:cubicBezTo>
                    <a:pt x="1179136" y="1103181"/>
                    <a:pt x="1202980" y="1126469"/>
                    <a:pt x="1225295" y="1147715"/>
                  </a:cubicBezTo>
                  <a:cubicBezTo>
                    <a:pt x="1248517" y="1169796"/>
                    <a:pt x="1270006" y="1190134"/>
                    <a:pt x="1312377" y="1190134"/>
                  </a:cubicBezTo>
                  <a:cubicBezTo>
                    <a:pt x="1355923" y="1190134"/>
                    <a:pt x="1377398" y="1169796"/>
                    <a:pt x="1400620" y="1147715"/>
                  </a:cubicBezTo>
                  <a:cubicBezTo>
                    <a:pt x="1422391" y="1126469"/>
                    <a:pt x="1446206" y="1103181"/>
                    <a:pt x="1490715" y="1100352"/>
                  </a:cubicBezTo>
                  <a:lnTo>
                    <a:pt x="1499902" y="1100066"/>
                  </a:lnTo>
                  <a:lnTo>
                    <a:pt x="1509200" y="1100352"/>
                  </a:lnTo>
                  <a:cubicBezTo>
                    <a:pt x="1554240" y="1103181"/>
                    <a:pt x="1578118" y="1126469"/>
                    <a:pt x="1600457" y="1147715"/>
                  </a:cubicBezTo>
                  <a:cubicBezTo>
                    <a:pt x="1620811" y="1167036"/>
                    <a:pt x="1639813" y="1185022"/>
                    <a:pt x="1672675" y="1189217"/>
                  </a:cubicBezTo>
                  <a:lnTo>
                    <a:pt x="1687656" y="1190134"/>
                  </a:lnTo>
                  <a:lnTo>
                    <a:pt x="1702991" y="1189217"/>
                  </a:lnTo>
                  <a:cubicBezTo>
                    <a:pt x="1736589" y="1185022"/>
                    <a:pt x="1755583" y="1167036"/>
                    <a:pt x="1775902" y="1147715"/>
                  </a:cubicBezTo>
                  <a:cubicBezTo>
                    <a:pt x="1797671" y="1126469"/>
                    <a:pt x="1821477" y="1103181"/>
                    <a:pt x="1865985" y="1100352"/>
                  </a:cubicBezTo>
                  <a:lnTo>
                    <a:pt x="1875171" y="1100066"/>
                  </a:lnTo>
                  <a:lnTo>
                    <a:pt x="1884453" y="1100352"/>
                  </a:lnTo>
                  <a:cubicBezTo>
                    <a:pt x="1929442" y="1103181"/>
                    <a:pt x="1953295" y="1126469"/>
                    <a:pt x="1975602" y="1147715"/>
                  </a:cubicBezTo>
                  <a:cubicBezTo>
                    <a:pt x="1995922" y="1167036"/>
                    <a:pt x="2014463" y="1185022"/>
                    <a:pt x="2047561" y="1189217"/>
                  </a:cubicBezTo>
                  <a:lnTo>
                    <a:pt x="2062687" y="1190134"/>
                  </a:lnTo>
                  <a:lnTo>
                    <a:pt x="2078025" y="1189217"/>
                  </a:lnTo>
                  <a:cubicBezTo>
                    <a:pt x="2111623" y="1185022"/>
                    <a:pt x="2130614" y="1167036"/>
                    <a:pt x="2150933" y="1147715"/>
                  </a:cubicBezTo>
                  <a:cubicBezTo>
                    <a:pt x="2172701" y="1126469"/>
                    <a:pt x="2196510" y="1103181"/>
                    <a:pt x="2241019" y="1100352"/>
                  </a:cubicBezTo>
                  <a:lnTo>
                    <a:pt x="2250202" y="1100066"/>
                  </a:lnTo>
                  <a:lnTo>
                    <a:pt x="2259500" y="1100352"/>
                  </a:lnTo>
                  <a:cubicBezTo>
                    <a:pt x="2304545" y="1103181"/>
                    <a:pt x="2328421" y="1126469"/>
                    <a:pt x="2350772" y="1147715"/>
                  </a:cubicBezTo>
                  <a:cubicBezTo>
                    <a:pt x="2371110" y="1167036"/>
                    <a:pt x="2389675" y="1185022"/>
                    <a:pt x="2422815" y="1189217"/>
                  </a:cubicBezTo>
                  <a:lnTo>
                    <a:pt x="2437959" y="1190134"/>
                  </a:lnTo>
                  <a:lnTo>
                    <a:pt x="2453275" y="1189217"/>
                  </a:lnTo>
                  <a:cubicBezTo>
                    <a:pt x="2486774" y="1185022"/>
                    <a:pt x="2505375" y="1167036"/>
                    <a:pt x="2526203" y="1147715"/>
                  </a:cubicBezTo>
                  <a:cubicBezTo>
                    <a:pt x="2549424" y="1125053"/>
                    <a:pt x="2574968" y="1100066"/>
                    <a:pt x="2625475" y="1100066"/>
                  </a:cubicBezTo>
                  <a:cubicBezTo>
                    <a:pt x="2676563" y="1100066"/>
                    <a:pt x="2702109" y="1125053"/>
                    <a:pt x="2725913" y="1147715"/>
                  </a:cubicBezTo>
                  <a:cubicBezTo>
                    <a:pt x="2746233" y="1167036"/>
                    <a:pt x="2764773" y="1185022"/>
                    <a:pt x="2797875" y="1189217"/>
                  </a:cubicBezTo>
                  <a:lnTo>
                    <a:pt x="2812992" y="1190134"/>
                  </a:lnTo>
                  <a:lnTo>
                    <a:pt x="2828318" y="1189217"/>
                  </a:lnTo>
                  <a:cubicBezTo>
                    <a:pt x="2861804" y="1185022"/>
                    <a:pt x="2880408" y="1167036"/>
                    <a:pt x="2901235" y="1147715"/>
                  </a:cubicBezTo>
                  <a:cubicBezTo>
                    <a:pt x="2912206" y="1137092"/>
                    <a:pt x="2923644" y="1125959"/>
                    <a:pt x="2937904" y="1117127"/>
                  </a:cubicBezTo>
                  <a:lnTo>
                    <a:pt x="2957425" y="1107966"/>
                  </a:lnTo>
                  <a:lnTo>
                    <a:pt x="2957425" y="1129395"/>
                  </a:lnTo>
                  <a:lnTo>
                    <a:pt x="2944764" y="1134075"/>
                  </a:lnTo>
                  <a:cubicBezTo>
                    <a:pt x="2933430" y="1141511"/>
                    <a:pt x="2923673" y="1150838"/>
                    <a:pt x="2913429" y="1160499"/>
                  </a:cubicBezTo>
                  <a:cubicBezTo>
                    <a:pt x="2891112" y="1181744"/>
                    <a:pt x="2867269" y="1205033"/>
                    <a:pt x="2822285" y="1207861"/>
                  </a:cubicBezTo>
                  <a:lnTo>
                    <a:pt x="2812992" y="1208147"/>
                  </a:lnTo>
                  <a:lnTo>
                    <a:pt x="2803817" y="1207861"/>
                  </a:lnTo>
                  <a:cubicBezTo>
                    <a:pt x="2759309" y="1205033"/>
                    <a:pt x="2735489" y="1181744"/>
                    <a:pt x="2713719" y="1160499"/>
                  </a:cubicBezTo>
                  <a:cubicBezTo>
                    <a:pt x="2689916" y="1138418"/>
                    <a:pt x="2669016" y="1118080"/>
                    <a:pt x="2625475" y="1118080"/>
                  </a:cubicBezTo>
                  <a:cubicBezTo>
                    <a:pt x="2582521" y="1118080"/>
                    <a:pt x="2561615" y="1138418"/>
                    <a:pt x="2538398" y="1160499"/>
                  </a:cubicBezTo>
                  <a:cubicBezTo>
                    <a:pt x="2516079" y="1181744"/>
                    <a:pt x="2492239" y="1205033"/>
                    <a:pt x="2447253" y="1207861"/>
                  </a:cubicBezTo>
                  <a:lnTo>
                    <a:pt x="2437959" y="1208147"/>
                  </a:lnTo>
                  <a:lnTo>
                    <a:pt x="2428768" y="1207861"/>
                  </a:lnTo>
                  <a:cubicBezTo>
                    <a:pt x="2384205" y="1205033"/>
                    <a:pt x="2360364" y="1181744"/>
                    <a:pt x="2338559" y="1160499"/>
                  </a:cubicBezTo>
                  <a:cubicBezTo>
                    <a:pt x="2318221" y="1141178"/>
                    <a:pt x="2299203" y="1123191"/>
                    <a:pt x="2265570" y="1118997"/>
                  </a:cubicBezTo>
                  <a:lnTo>
                    <a:pt x="2250202" y="1118080"/>
                  </a:lnTo>
                  <a:lnTo>
                    <a:pt x="2235078" y="1118997"/>
                  </a:lnTo>
                  <a:cubicBezTo>
                    <a:pt x="2201989" y="1123191"/>
                    <a:pt x="2183438" y="1141178"/>
                    <a:pt x="2163119" y="1160499"/>
                  </a:cubicBezTo>
                  <a:cubicBezTo>
                    <a:pt x="2140811" y="1181744"/>
                    <a:pt x="2116959" y="1205033"/>
                    <a:pt x="2071970" y="1207861"/>
                  </a:cubicBezTo>
                  <a:lnTo>
                    <a:pt x="2062687" y="1208147"/>
                  </a:lnTo>
                  <a:lnTo>
                    <a:pt x="2053502" y="1207861"/>
                  </a:lnTo>
                  <a:cubicBezTo>
                    <a:pt x="2008993" y="1205033"/>
                    <a:pt x="1985187" y="1181744"/>
                    <a:pt x="1963418" y="1160499"/>
                  </a:cubicBezTo>
                  <a:cubicBezTo>
                    <a:pt x="1943099" y="1141178"/>
                    <a:pt x="1924106" y="1123191"/>
                    <a:pt x="1890508" y="1118997"/>
                  </a:cubicBezTo>
                  <a:lnTo>
                    <a:pt x="1875171" y="1118080"/>
                  </a:lnTo>
                  <a:lnTo>
                    <a:pt x="1860044" y="1118997"/>
                  </a:lnTo>
                  <a:cubicBezTo>
                    <a:pt x="1826946" y="1123191"/>
                    <a:pt x="1808405" y="1141178"/>
                    <a:pt x="1788085" y="1160499"/>
                  </a:cubicBezTo>
                  <a:cubicBezTo>
                    <a:pt x="1765780" y="1181744"/>
                    <a:pt x="1741925" y="1205033"/>
                    <a:pt x="1696936" y="1207861"/>
                  </a:cubicBezTo>
                  <a:lnTo>
                    <a:pt x="1687656" y="1208147"/>
                  </a:lnTo>
                  <a:lnTo>
                    <a:pt x="1678456" y="1207861"/>
                  </a:lnTo>
                  <a:cubicBezTo>
                    <a:pt x="1633891" y="1205033"/>
                    <a:pt x="1610048" y="1181744"/>
                    <a:pt x="1588259" y="1160499"/>
                  </a:cubicBezTo>
                  <a:cubicBezTo>
                    <a:pt x="1567905" y="1141178"/>
                    <a:pt x="1548904" y="1123191"/>
                    <a:pt x="1515254" y="1118997"/>
                  </a:cubicBezTo>
                  <a:lnTo>
                    <a:pt x="1499902" y="1118080"/>
                  </a:lnTo>
                  <a:lnTo>
                    <a:pt x="1484938" y="1118997"/>
                  </a:lnTo>
                  <a:cubicBezTo>
                    <a:pt x="1452117" y="1123191"/>
                    <a:pt x="1433131" y="1141178"/>
                    <a:pt x="1412811" y="1160499"/>
                  </a:cubicBezTo>
                  <a:cubicBezTo>
                    <a:pt x="1389009" y="1183161"/>
                    <a:pt x="1363465" y="1208147"/>
                    <a:pt x="1312377" y="1208147"/>
                  </a:cubicBezTo>
                  <a:cubicBezTo>
                    <a:pt x="1261869" y="1208147"/>
                    <a:pt x="1236325" y="1183161"/>
                    <a:pt x="1213103" y="1160499"/>
                  </a:cubicBezTo>
                  <a:cubicBezTo>
                    <a:pt x="1192784" y="1141178"/>
                    <a:pt x="1173800" y="1123191"/>
                    <a:pt x="1140203" y="1118997"/>
                  </a:cubicBezTo>
                  <a:lnTo>
                    <a:pt x="1124860" y="1118080"/>
                  </a:lnTo>
                  <a:lnTo>
                    <a:pt x="1109907" y="1118997"/>
                  </a:lnTo>
                  <a:cubicBezTo>
                    <a:pt x="1077083" y="1123191"/>
                    <a:pt x="1058099" y="1141178"/>
                    <a:pt x="1037780" y="1160499"/>
                  </a:cubicBezTo>
                  <a:cubicBezTo>
                    <a:pt x="1014563" y="1183161"/>
                    <a:pt x="988431" y="1208147"/>
                    <a:pt x="937343" y="1208147"/>
                  </a:cubicBezTo>
                  <a:cubicBezTo>
                    <a:pt x="887352" y="1208147"/>
                    <a:pt x="861195" y="1183161"/>
                    <a:pt x="837942" y="1160499"/>
                  </a:cubicBezTo>
                  <a:cubicBezTo>
                    <a:pt x="817603" y="1141178"/>
                    <a:pt x="798587" y="1123191"/>
                    <a:pt x="764952" y="1118997"/>
                  </a:cubicBezTo>
                  <a:lnTo>
                    <a:pt x="749586" y="1118080"/>
                  </a:lnTo>
                  <a:lnTo>
                    <a:pt x="734638" y="1118997"/>
                  </a:lnTo>
                  <a:cubicBezTo>
                    <a:pt x="701811" y="1123191"/>
                    <a:pt x="682831" y="1141178"/>
                    <a:pt x="662511" y="1160499"/>
                  </a:cubicBezTo>
                  <a:cubicBezTo>
                    <a:pt x="639282" y="1183161"/>
                    <a:pt x="613157" y="1208147"/>
                    <a:pt x="562069" y="1208147"/>
                  </a:cubicBezTo>
                  <a:cubicBezTo>
                    <a:pt x="512115" y="1208147"/>
                    <a:pt x="485977" y="1183161"/>
                    <a:pt x="462743" y="1160499"/>
                  </a:cubicBezTo>
                  <a:cubicBezTo>
                    <a:pt x="439508" y="1138418"/>
                    <a:pt x="418017" y="1118080"/>
                    <a:pt x="375034" y="1118080"/>
                  </a:cubicBezTo>
                  <a:cubicBezTo>
                    <a:pt x="332073" y="1118080"/>
                    <a:pt x="310593" y="1138418"/>
                    <a:pt x="287371" y="1160499"/>
                  </a:cubicBezTo>
                  <a:cubicBezTo>
                    <a:pt x="264149" y="1183161"/>
                    <a:pt x="238024" y="1208147"/>
                    <a:pt x="187517" y="1208147"/>
                  </a:cubicBezTo>
                  <a:cubicBezTo>
                    <a:pt x="137009" y="1208147"/>
                    <a:pt x="111465" y="1183161"/>
                    <a:pt x="87663" y="1160499"/>
                  </a:cubicBezTo>
                  <a:cubicBezTo>
                    <a:pt x="64441" y="1138418"/>
                    <a:pt x="42960" y="1118080"/>
                    <a:pt x="0" y="1118080"/>
                  </a:cubicBezTo>
                  <a:close/>
                  <a:moveTo>
                    <a:pt x="0" y="1000651"/>
                  </a:moveTo>
                  <a:cubicBezTo>
                    <a:pt x="50507" y="1000651"/>
                    <a:pt x="76632" y="1025079"/>
                    <a:pt x="99855" y="1047762"/>
                  </a:cubicBezTo>
                  <a:cubicBezTo>
                    <a:pt x="123076" y="1070445"/>
                    <a:pt x="144556" y="1090220"/>
                    <a:pt x="187517" y="1090220"/>
                  </a:cubicBezTo>
                  <a:cubicBezTo>
                    <a:pt x="230477" y="1090220"/>
                    <a:pt x="251957" y="1070445"/>
                    <a:pt x="275179" y="1047762"/>
                  </a:cubicBezTo>
                  <a:cubicBezTo>
                    <a:pt x="298982" y="1025661"/>
                    <a:pt x="324526" y="1000651"/>
                    <a:pt x="375034" y="1000651"/>
                  </a:cubicBezTo>
                  <a:cubicBezTo>
                    <a:pt x="425568" y="1000651"/>
                    <a:pt x="451706" y="1025079"/>
                    <a:pt x="474941" y="1047762"/>
                  </a:cubicBezTo>
                  <a:cubicBezTo>
                    <a:pt x="498175" y="1070445"/>
                    <a:pt x="519667" y="1090220"/>
                    <a:pt x="562069" y="1090220"/>
                  </a:cubicBezTo>
                  <a:cubicBezTo>
                    <a:pt x="605610" y="1090220"/>
                    <a:pt x="627090" y="1070445"/>
                    <a:pt x="650315" y="1047762"/>
                  </a:cubicBezTo>
                  <a:cubicBezTo>
                    <a:pt x="672083" y="1027042"/>
                    <a:pt x="696405" y="1003766"/>
                    <a:pt x="740506" y="1000937"/>
                  </a:cubicBezTo>
                  <a:lnTo>
                    <a:pt x="749586" y="1000651"/>
                  </a:lnTo>
                  <a:lnTo>
                    <a:pt x="758889" y="1000931"/>
                  </a:lnTo>
                  <a:cubicBezTo>
                    <a:pt x="803998" y="1003698"/>
                    <a:pt x="828351" y="1026497"/>
                    <a:pt x="850154" y="1047762"/>
                  </a:cubicBezTo>
                  <a:cubicBezTo>
                    <a:pt x="873408" y="1070445"/>
                    <a:pt x="894909" y="1090220"/>
                    <a:pt x="937343" y="1090220"/>
                  </a:cubicBezTo>
                  <a:cubicBezTo>
                    <a:pt x="980892" y="1090220"/>
                    <a:pt x="1002368" y="1070445"/>
                    <a:pt x="1025586" y="1047762"/>
                  </a:cubicBezTo>
                  <a:cubicBezTo>
                    <a:pt x="1047357" y="1027042"/>
                    <a:pt x="1071175" y="1003766"/>
                    <a:pt x="1115684" y="1000937"/>
                  </a:cubicBezTo>
                  <a:lnTo>
                    <a:pt x="1124860" y="1000651"/>
                  </a:lnTo>
                  <a:lnTo>
                    <a:pt x="1134151" y="1000931"/>
                  </a:lnTo>
                  <a:cubicBezTo>
                    <a:pt x="1179136" y="1003698"/>
                    <a:pt x="1202980" y="1026497"/>
                    <a:pt x="1225295" y="1047762"/>
                  </a:cubicBezTo>
                  <a:cubicBezTo>
                    <a:pt x="1248517" y="1070445"/>
                    <a:pt x="1270006" y="1090220"/>
                    <a:pt x="1312377" y="1090220"/>
                  </a:cubicBezTo>
                  <a:cubicBezTo>
                    <a:pt x="1355923" y="1090220"/>
                    <a:pt x="1377398" y="1070445"/>
                    <a:pt x="1400620" y="1047762"/>
                  </a:cubicBezTo>
                  <a:cubicBezTo>
                    <a:pt x="1422391" y="1027042"/>
                    <a:pt x="1446206" y="1003766"/>
                    <a:pt x="1490715" y="1000937"/>
                  </a:cubicBezTo>
                  <a:lnTo>
                    <a:pt x="1499902" y="1000651"/>
                  </a:lnTo>
                  <a:lnTo>
                    <a:pt x="1509200" y="1000931"/>
                  </a:lnTo>
                  <a:cubicBezTo>
                    <a:pt x="1554240" y="1003698"/>
                    <a:pt x="1578118" y="1026497"/>
                    <a:pt x="1600457" y="1047762"/>
                  </a:cubicBezTo>
                  <a:cubicBezTo>
                    <a:pt x="1620811" y="1067610"/>
                    <a:pt x="1639813" y="1085231"/>
                    <a:pt x="1672675" y="1089326"/>
                  </a:cubicBezTo>
                  <a:lnTo>
                    <a:pt x="1687656" y="1090220"/>
                  </a:lnTo>
                  <a:lnTo>
                    <a:pt x="1702991" y="1089326"/>
                  </a:lnTo>
                  <a:cubicBezTo>
                    <a:pt x="1736589" y="1085231"/>
                    <a:pt x="1755583" y="1067610"/>
                    <a:pt x="1775902" y="1047762"/>
                  </a:cubicBezTo>
                  <a:cubicBezTo>
                    <a:pt x="1797671" y="1027042"/>
                    <a:pt x="1821477" y="1003766"/>
                    <a:pt x="1865985" y="1000937"/>
                  </a:cubicBezTo>
                  <a:lnTo>
                    <a:pt x="1875171" y="1000651"/>
                  </a:lnTo>
                  <a:lnTo>
                    <a:pt x="1884453" y="1000931"/>
                  </a:lnTo>
                  <a:cubicBezTo>
                    <a:pt x="1929442" y="1003698"/>
                    <a:pt x="1953295" y="1026497"/>
                    <a:pt x="1975602" y="1047762"/>
                  </a:cubicBezTo>
                  <a:cubicBezTo>
                    <a:pt x="1995922" y="1067610"/>
                    <a:pt x="2014463" y="1085231"/>
                    <a:pt x="2047561" y="1089326"/>
                  </a:cubicBezTo>
                  <a:lnTo>
                    <a:pt x="2062687" y="1090220"/>
                  </a:lnTo>
                  <a:lnTo>
                    <a:pt x="2078025" y="1089326"/>
                  </a:lnTo>
                  <a:cubicBezTo>
                    <a:pt x="2111623" y="1085231"/>
                    <a:pt x="2130614" y="1067610"/>
                    <a:pt x="2150933" y="1047762"/>
                  </a:cubicBezTo>
                  <a:cubicBezTo>
                    <a:pt x="2172701" y="1027042"/>
                    <a:pt x="2196510" y="1003766"/>
                    <a:pt x="2241019" y="1000937"/>
                  </a:cubicBezTo>
                  <a:lnTo>
                    <a:pt x="2250202" y="1000651"/>
                  </a:lnTo>
                  <a:lnTo>
                    <a:pt x="2259500" y="1000931"/>
                  </a:lnTo>
                  <a:cubicBezTo>
                    <a:pt x="2304545" y="1003698"/>
                    <a:pt x="2328421" y="1026497"/>
                    <a:pt x="2350772" y="1047762"/>
                  </a:cubicBezTo>
                  <a:cubicBezTo>
                    <a:pt x="2371110" y="1067610"/>
                    <a:pt x="2389675" y="1085231"/>
                    <a:pt x="2422815" y="1089326"/>
                  </a:cubicBezTo>
                  <a:lnTo>
                    <a:pt x="2437959" y="1090220"/>
                  </a:lnTo>
                  <a:lnTo>
                    <a:pt x="2453275" y="1089326"/>
                  </a:lnTo>
                  <a:cubicBezTo>
                    <a:pt x="2486774" y="1085231"/>
                    <a:pt x="2505375" y="1067610"/>
                    <a:pt x="2526203" y="1047762"/>
                  </a:cubicBezTo>
                  <a:cubicBezTo>
                    <a:pt x="2549424" y="1025661"/>
                    <a:pt x="2574968" y="1000651"/>
                    <a:pt x="2625475" y="1000651"/>
                  </a:cubicBezTo>
                  <a:cubicBezTo>
                    <a:pt x="2676563" y="1000651"/>
                    <a:pt x="2702109" y="1025079"/>
                    <a:pt x="2725913" y="1047762"/>
                  </a:cubicBezTo>
                  <a:cubicBezTo>
                    <a:pt x="2746233" y="1067610"/>
                    <a:pt x="2764773" y="1085231"/>
                    <a:pt x="2797875" y="1089326"/>
                  </a:cubicBezTo>
                  <a:lnTo>
                    <a:pt x="2812992" y="1090220"/>
                  </a:lnTo>
                  <a:lnTo>
                    <a:pt x="2828318" y="1089326"/>
                  </a:lnTo>
                  <a:cubicBezTo>
                    <a:pt x="2861804" y="1085231"/>
                    <a:pt x="2880408" y="1067610"/>
                    <a:pt x="2901235" y="1047762"/>
                  </a:cubicBezTo>
                  <a:cubicBezTo>
                    <a:pt x="2912203" y="1037402"/>
                    <a:pt x="2923640" y="1026403"/>
                    <a:pt x="2937898" y="1017641"/>
                  </a:cubicBezTo>
                  <a:lnTo>
                    <a:pt x="2957425" y="1008527"/>
                  </a:lnTo>
                  <a:lnTo>
                    <a:pt x="2957425" y="1029831"/>
                  </a:lnTo>
                  <a:lnTo>
                    <a:pt x="2944759" y="1034450"/>
                  </a:lnTo>
                  <a:cubicBezTo>
                    <a:pt x="2933426" y="1041849"/>
                    <a:pt x="2923670" y="1051216"/>
                    <a:pt x="2913429" y="1061140"/>
                  </a:cubicBezTo>
                  <a:cubicBezTo>
                    <a:pt x="2891112" y="1082405"/>
                    <a:pt x="2867269" y="1105204"/>
                    <a:pt x="2822285" y="1107971"/>
                  </a:cubicBezTo>
                  <a:lnTo>
                    <a:pt x="2812992" y="1108251"/>
                  </a:lnTo>
                  <a:lnTo>
                    <a:pt x="2803817" y="1107971"/>
                  </a:lnTo>
                  <a:cubicBezTo>
                    <a:pt x="2759309" y="1105204"/>
                    <a:pt x="2735489" y="1082405"/>
                    <a:pt x="2713719" y="1061140"/>
                  </a:cubicBezTo>
                  <a:cubicBezTo>
                    <a:pt x="2689916" y="1038456"/>
                    <a:pt x="2669016" y="1018681"/>
                    <a:pt x="2625475" y="1018681"/>
                  </a:cubicBezTo>
                  <a:cubicBezTo>
                    <a:pt x="2582521" y="1018681"/>
                    <a:pt x="2561615" y="1038456"/>
                    <a:pt x="2538398" y="1061140"/>
                  </a:cubicBezTo>
                  <a:cubicBezTo>
                    <a:pt x="2516079" y="1082405"/>
                    <a:pt x="2492239" y="1105204"/>
                    <a:pt x="2447253" y="1107971"/>
                  </a:cubicBezTo>
                  <a:lnTo>
                    <a:pt x="2437959" y="1108251"/>
                  </a:lnTo>
                  <a:lnTo>
                    <a:pt x="2428768" y="1107971"/>
                  </a:lnTo>
                  <a:cubicBezTo>
                    <a:pt x="2384205" y="1105204"/>
                    <a:pt x="2360364" y="1082405"/>
                    <a:pt x="2338559" y="1061140"/>
                  </a:cubicBezTo>
                  <a:cubicBezTo>
                    <a:pt x="2318221" y="1041292"/>
                    <a:pt x="2299203" y="1023671"/>
                    <a:pt x="2265570" y="1019575"/>
                  </a:cubicBezTo>
                  <a:lnTo>
                    <a:pt x="2250202" y="1018681"/>
                  </a:lnTo>
                  <a:lnTo>
                    <a:pt x="2235078" y="1019575"/>
                  </a:lnTo>
                  <a:cubicBezTo>
                    <a:pt x="2201989" y="1023671"/>
                    <a:pt x="2183438" y="1041292"/>
                    <a:pt x="2163119" y="1061140"/>
                  </a:cubicBezTo>
                  <a:cubicBezTo>
                    <a:pt x="2140811" y="1082405"/>
                    <a:pt x="2116959" y="1105204"/>
                    <a:pt x="2071970" y="1107971"/>
                  </a:cubicBezTo>
                  <a:lnTo>
                    <a:pt x="2062687" y="1108251"/>
                  </a:lnTo>
                  <a:lnTo>
                    <a:pt x="2053502" y="1107971"/>
                  </a:lnTo>
                  <a:cubicBezTo>
                    <a:pt x="2008993" y="1105204"/>
                    <a:pt x="1985187" y="1082405"/>
                    <a:pt x="1963418" y="1061140"/>
                  </a:cubicBezTo>
                  <a:cubicBezTo>
                    <a:pt x="1943099" y="1041292"/>
                    <a:pt x="1924106" y="1023671"/>
                    <a:pt x="1890508" y="1019575"/>
                  </a:cubicBezTo>
                  <a:lnTo>
                    <a:pt x="1875171" y="1018681"/>
                  </a:lnTo>
                  <a:lnTo>
                    <a:pt x="1860044" y="1019575"/>
                  </a:lnTo>
                  <a:cubicBezTo>
                    <a:pt x="1826946" y="1023671"/>
                    <a:pt x="1808405" y="1041292"/>
                    <a:pt x="1788085" y="1061140"/>
                  </a:cubicBezTo>
                  <a:cubicBezTo>
                    <a:pt x="1765780" y="1082405"/>
                    <a:pt x="1741925" y="1105204"/>
                    <a:pt x="1696936" y="1107971"/>
                  </a:cubicBezTo>
                  <a:lnTo>
                    <a:pt x="1687656" y="1108251"/>
                  </a:lnTo>
                  <a:lnTo>
                    <a:pt x="1678456" y="1107971"/>
                  </a:lnTo>
                  <a:cubicBezTo>
                    <a:pt x="1633891" y="1105204"/>
                    <a:pt x="1610048" y="1082405"/>
                    <a:pt x="1588259" y="1061140"/>
                  </a:cubicBezTo>
                  <a:cubicBezTo>
                    <a:pt x="1567905" y="1041292"/>
                    <a:pt x="1548904" y="1023671"/>
                    <a:pt x="1515254" y="1019575"/>
                  </a:cubicBezTo>
                  <a:lnTo>
                    <a:pt x="1499902" y="1018681"/>
                  </a:lnTo>
                  <a:lnTo>
                    <a:pt x="1484938" y="1019575"/>
                  </a:lnTo>
                  <a:cubicBezTo>
                    <a:pt x="1452117" y="1023671"/>
                    <a:pt x="1433131" y="1041292"/>
                    <a:pt x="1412811" y="1061140"/>
                  </a:cubicBezTo>
                  <a:cubicBezTo>
                    <a:pt x="1389009" y="1083823"/>
                    <a:pt x="1363465" y="1108251"/>
                    <a:pt x="1312377" y="1108251"/>
                  </a:cubicBezTo>
                  <a:cubicBezTo>
                    <a:pt x="1261869" y="1108251"/>
                    <a:pt x="1236325" y="1083823"/>
                    <a:pt x="1213103" y="1061140"/>
                  </a:cubicBezTo>
                  <a:cubicBezTo>
                    <a:pt x="1192784" y="1041292"/>
                    <a:pt x="1173800" y="1023671"/>
                    <a:pt x="1140203" y="1019575"/>
                  </a:cubicBezTo>
                  <a:lnTo>
                    <a:pt x="1124860" y="1018681"/>
                  </a:lnTo>
                  <a:lnTo>
                    <a:pt x="1109907" y="1019575"/>
                  </a:lnTo>
                  <a:cubicBezTo>
                    <a:pt x="1077083" y="1023671"/>
                    <a:pt x="1058099" y="1041292"/>
                    <a:pt x="1037780" y="1061140"/>
                  </a:cubicBezTo>
                  <a:cubicBezTo>
                    <a:pt x="1014563" y="1083823"/>
                    <a:pt x="988431" y="1108251"/>
                    <a:pt x="937343" y="1108251"/>
                  </a:cubicBezTo>
                  <a:cubicBezTo>
                    <a:pt x="887352" y="1108251"/>
                    <a:pt x="861195" y="1083823"/>
                    <a:pt x="837942" y="1061140"/>
                  </a:cubicBezTo>
                  <a:cubicBezTo>
                    <a:pt x="817603" y="1041292"/>
                    <a:pt x="798587" y="1023671"/>
                    <a:pt x="764952" y="1019575"/>
                  </a:cubicBezTo>
                  <a:lnTo>
                    <a:pt x="749586" y="1018681"/>
                  </a:lnTo>
                  <a:lnTo>
                    <a:pt x="734638" y="1019575"/>
                  </a:lnTo>
                  <a:cubicBezTo>
                    <a:pt x="701811" y="1023671"/>
                    <a:pt x="682831" y="1041292"/>
                    <a:pt x="662511" y="1061140"/>
                  </a:cubicBezTo>
                  <a:cubicBezTo>
                    <a:pt x="639282" y="1083823"/>
                    <a:pt x="613157" y="1108251"/>
                    <a:pt x="562069" y="1108251"/>
                  </a:cubicBezTo>
                  <a:cubicBezTo>
                    <a:pt x="512115" y="1108251"/>
                    <a:pt x="485977" y="1083823"/>
                    <a:pt x="462743" y="1061140"/>
                  </a:cubicBezTo>
                  <a:cubicBezTo>
                    <a:pt x="439508" y="1038456"/>
                    <a:pt x="418017" y="1018681"/>
                    <a:pt x="375034" y="1018681"/>
                  </a:cubicBezTo>
                  <a:cubicBezTo>
                    <a:pt x="332073" y="1018681"/>
                    <a:pt x="310593" y="1038456"/>
                    <a:pt x="287371" y="1061140"/>
                  </a:cubicBezTo>
                  <a:cubicBezTo>
                    <a:pt x="264149" y="1083823"/>
                    <a:pt x="238024" y="1108251"/>
                    <a:pt x="187517" y="1108251"/>
                  </a:cubicBezTo>
                  <a:cubicBezTo>
                    <a:pt x="137009" y="1108251"/>
                    <a:pt x="111465" y="1083823"/>
                    <a:pt x="87663" y="1061140"/>
                  </a:cubicBezTo>
                  <a:cubicBezTo>
                    <a:pt x="64441" y="1038456"/>
                    <a:pt x="42960" y="1018681"/>
                    <a:pt x="0" y="1018681"/>
                  </a:cubicBezTo>
                  <a:close/>
                  <a:moveTo>
                    <a:pt x="0" y="900273"/>
                  </a:moveTo>
                  <a:cubicBezTo>
                    <a:pt x="50507" y="900273"/>
                    <a:pt x="76632" y="924647"/>
                    <a:pt x="99855" y="947279"/>
                  </a:cubicBezTo>
                  <a:cubicBezTo>
                    <a:pt x="123076" y="969911"/>
                    <a:pt x="144556" y="989642"/>
                    <a:pt x="187517" y="989642"/>
                  </a:cubicBezTo>
                  <a:cubicBezTo>
                    <a:pt x="230477" y="989642"/>
                    <a:pt x="251957" y="969911"/>
                    <a:pt x="275179" y="947279"/>
                  </a:cubicBezTo>
                  <a:cubicBezTo>
                    <a:pt x="298982" y="924647"/>
                    <a:pt x="324526" y="900273"/>
                    <a:pt x="375034" y="900273"/>
                  </a:cubicBezTo>
                  <a:cubicBezTo>
                    <a:pt x="425568" y="900273"/>
                    <a:pt x="451706" y="924647"/>
                    <a:pt x="474941" y="947279"/>
                  </a:cubicBezTo>
                  <a:cubicBezTo>
                    <a:pt x="498175" y="969911"/>
                    <a:pt x="519667" y="989642"/>
                    <a:pt x="562069" y="989642"/>
                  </a:cubicBezTo>
                  <a:cubicBezTo>
                    <a:pt x="605610" y="989642"/>
                    <a:pt x="627090" y="969911"/>
                    <a:pt x="650315" y="947279"/>
                  </a:cubicBezTo>
                  <a:cubicBezTo>
                    <a:pt x="672083" y="926061"/>
                    <a:pt x="696405" y="903313"/>
                    <a:pt x="740506" y="900552"/>
                  </a:cubicBezTo>
                  <a:lnTo>
                    <a:pt x="749586" y="900273"/>
                  </a:lnTo>
                  <a:lnTo>
                    <a:pt x="758889" y="900552"/>
                  </a:lnTo>
                  <a:cubicBezTo>
                    <a:pt x="803998" y="903313"/>
                    <a:pt x="828351" y="926061"/>
                    <a:pt x="850154" y="947279"/>
                  </a:cubicBezTo>
                  <a:cubicBezTo>
                    <a:pt x="873408" y="969911"/>
                    <a:pt x="894909" y="989642"/>
                    <a:pt x="937343" y="989642"/>
                  </a:cubicBezTo>
                  <a:cubicBezTo>
                    <a:pt x="980892" y="989642"/>
                    <a:pt x="1002368" y="969911"/>
                    <a:pt x="1025586" y="947279"/>
                  </a:cubicBezTo>
                  <a:cubicBezTo>
                    <a:pt x="1047357" y="926061"/>
                    <a:pt x="1071175" y="903313"/>
                    <a:pt x="1115684" y="900552"/>
                  </a:cubicBezTo>
                  <a:lnTo>
                    <a:pt x="1124860" y="900273"/>
                  </a:lnTo>
                  <a:lnTo>
                    <a:pt x="1134151" y="900552"/>
                  </a:lnTo>
                  <a:cubicBezTo>
                    <a:pt x="1179136" y="903313"/>
                    <a:pt x="1202980" y="926061"/>
                    <a:pt x="1225295" y="947279"/>
                  </a:cubicBezTo>
                  <a:cubicBezTo>
                    <a:pt x="1248517" y="969911"/>
                    <a:pt x="1270006" y="989642"/>
                    <a:pt x="1312377" y="989642"/>
                  </a:cubicBezTo>
                  <a:cubicBezTo>
                    <a:pt x="1355923" y="989642"/>
                    <a:pt x="1377398" y="969911"/>
                    <a:pt x="1400620" y="947279"/>
                  </a:cubicBezTo>
                  <a:cubicBezTo>
                    <a:pt x="1422391" y="926061"/>
                    <a:pt x="1446206" y="903313"/>
                    <a:pt x="1490715" y="900552"/>
                  </a:cubicBezTo>
                  <a:lnTo>
                    <a:pt x="1499902" y="900273"/>
                  </a:lnTo>
                  <a:lnTo>
                    <a:pt x="1509200" y="900552"/>
                  </a:lnTo>
                  <a:cubicBezTo>
                    <a:pt x="1554240" y="903313"/>
                    <a:pt x="1578118" y="926061"/>
                    <a:pt x="1600457" y="947279"/>
                  </a:cubicBezTo>
                  <a:cubicBezTo>
                    <a:pt x="1620811" y="967082"/>
                    <a:pt x="1639813" y="984664"/>
                    <a:pt x="1672675" y="988750"/>
                  </a:cubicBezTo>
                  <a:lnTo>
                    <a:pt x="1687656" y="989642"/>
                  </a:lnTo>
                  <a:lnTo>
                    <a:pt x="1702991" y="988750"/>
                  </a:lnTo>
                  <a:cubicBezTo>
                    <a:pt x="1736589" y="984664"/>
                    <a:pt x="1755583" y="967082"/>
                    <a:pt x="1775902" y="947279"/>
                  </a:cubicBezTo>
                  <a:cubicBezTo>
                    <a:pt x="1797671" y="926061"/>
                    <a:pt x="1821477" y="903313"/>
                    <a:pt x="1865985" y="900552"/>
                  </a:cubicBezTo>
                  <a:lnTo>
                    <a:pt x="1875171" y="900273"/>
                  </a:lnTo>
                  <a:lnTo>
                    <a:pt x="1884453" y="900552"/>
                  </a:lnTo>
                  <a:cubicBezTo>
                    <a:pt x="1929442" y="903313"/>
                    <a:pt x="1953295" y="926061"/>
                    <a:pt x="1975602" y="947279"/>
                  </a:cubicBezTo>
                  <a:cubicBezTo>
                    <a:pt x="1995922" y="967082"/>
                    <a:pt x="2014463" y="984664"/>
                    <a:pt x="2047561" y="988750"/>
                  </a:cubicBezTo>
                  <a:lnTo>
                    <a:pt x="2062687" y="989642"/>
                  </a:lnTo>
                  <a:lnTo>
                    <a:pt x="2078025" y="988750"/>
                  </a:lnTo>
                  <a:cubicBezTo>
                    <a:pt x="2111623" y="984664"/>
                    <a:pt x="2130614" y="967082"/>
                    <a:pt x="2150933" y="947279"/>
                  </a:cubicBezTo>
                  <a:cubicBezTo>
                    <a:pt x="2172701" y="926061"/>
                    <a:pt x="2196510" y="903313"/>
                    <a:pt x="2241019" y="900552"/>
                  </a:cubicBezTo>
                  <a:lnTo>
                    <a:pt x="2250202" y="900273"/>
                  </a:lnTo>
                  <a:lnTo>
                    <a:pt x="2259500" y="900552"/>
                  </a:lnTo>
                  <a:cubicBezTo>
                    <a:pt x="2304545" y="903313"/>
                    <a:pt x="2328421" y="926061"/>
                    <a:pt x="2350772" y="947279"/>
                  </a:cubicBezTo>
                  <a:cubicBezTo>
                    <a:pt x="2371110" y="967082"/>
                    <a:pt x="2389675" y="984664"/>
                    <a:pt x="2422815" y="988750"/>
                  </a:cubicBezTo>
                  <a:lnTo>
                    <a:pt x="2437959" y="989642"/>
                  </a:lnTo>
                  <a:lnTo>
                    <a:pt x="2453275" y="988750"/>
                  </a:lnTo>
                  <a:cubicBezTo>
                    <a:pt x="2486774" y="984664"/>
                    <a:pt x="2505375" y="967082"/>
                    <a:pt x="2526203" y="947279"/>
                  </a:cubicBezTo>
                  <a:cubicBezTo>
                    <a:pt x="2549424" y="924647"/>
                    <a:pt x="2574968" y="900273"/>
                    <a:pt x="2625475" y="900273"/>
                  </a:cubicBezTo>
                  <a:cubicBezTo>
                    <a:pt x="2676563" y="900273"/>
                    <a:pt x="2702109" y="924647"/>
                    <a:pt x="2725913" y="947279"/>
                  </a:cubicBezTo>
                  <a:cubicBezTo>
                    <a:pt x="2746233" y="967082"/>
                    <a:pt x="2764773" y="984664"/>
                    <a:pt x="2797875" y="988750"/>
                  </a:cubicBezTo>
                  <a:lnTo>
                    <a:pt x="2812992" y="989642"/>
                  </a:lnTo>
                  <a:lnTo>
                    <a:pt x="2828318" y="988750"/>
                  </a:lnTo>
                  <a:cubicBezTo>
                    <a:pt x="2861804" y="984664"/>
                    <a:pt x="2880408" y="967082"/>
                    <a:pt x="2901235" y="947279"/>
                  </a:cubicBezTo>
                  <a:cubicBezTo>
                    <a:pt x="2912200" y="936670"/>
                    <a:pt x="2923635" y="925679"/>
                    <a:pt x="2937893" y="916994"/>
                  </a:cubicBezTo>
                  <a:lnTo>
                    <a:pt x="2957425" y="907999"/>
                  </a:lnTo>
                  <a:lnTo>
                    <a:pt x="2957425" y="929386"/>
                  </a:lnTo>
                  <a:lnTo>
                    <a:pt x="2944754" y="933997"/>
                  </a:lnTo>
                  <a:cubicBezTo>
                    <a:pt x="2933421" y="941378"/>
                    <a:pt x="2923667" y="950724"/>
                    <a:pt x="2913429" y="960626"/>
                  </a:cubicBezTo>
                  <a:cubicBezTo>
                    <a:pt x="2891112" y="981844"/>
                    <a:pt x="2867269" y="1004592"/>
                    <a:pt x="2822285" y="1007353"/>
                  </a:cubicBezTo>
                  <a:lnTo>
                    <a:pt x="2812992" y="1007632"/>
                  </a:lnTo>
                  <a:lnTo>
                    <a:pt x="2803817" y="1007346"/>
                  </a:lnTo>
                  <a:cubicBezTo>
                    <a:pt x="2759309" y="1004524"/>
                    <a:pt x="2735489" y="981300"/>
                    <a:pt x="2713719" y="960626"/>
                  </a:cubicBezTo>
                  <a:cubicBezTo>
                    <a:pt x="2689916" y="937994"/>
                    <a:pt x="2669016" y="918263"/>
                    <a:pt x="2625475" y="918263"/>
                  </a:cubicBezTo>
                  <a:cubicBezTo>
                    <a:pt x="2582521" y="918263"/>
                    <a:pt x="2561615" y="937994"/>
                    <a:pt x="2538398" y="960626"/>
                  </a:cubicBezTo>
                  <a:cubicBezTo>
                    <a:pt x="2516079" y="981844"/>
                    <a:pt x="2492239" y="1004592"/>
                    <a:pt x="2447253" y="1007353"/>
                  </a:cubicBezTo>
                  <a:lnTo>
                    <a:pt x="2437959" y="1007632"/>
                  </a:lnTo>
                  <a:lnTo>
                    <a:pt x="2428768" y="1007346"/>
                  </a:lnTo>
                  <a:cubicBezTo>
                    <a:pt x="2384205" y="1004524"/>
                    <a:pt x="2360364" y="981300"/>
                    <a:pt x="2338559" y="960626"/>
                  </a:cubicBezTo>
                  <a:cubicBezTo>
                    <a:pt x="2318221" y="940823"/>
                    <a:pt x="2299203" y="923241"/>
                    <a:pt x="2265570" y="919155"/>
                  </a:cubicBezTo>
                  <a:lnTo>
                    <a:pt x="2250202" y="918263"/>
                  </a:lnTo>
                  <a:lnTo>
                    <a:pt x="2235078" y="919155"/>
                  </a:lnTo>
                  <a:cubicBezTo>
                    <a:pt x="2201989" y="923241"/>
                    <a:pt x="2183438" y="940823"/>
                    <a:pt x="2163119" y="960626"/>
                  </a:cubicBezTo>
                  <a:cubicBezTo>
                    <a:pt x="2140811" y="981844"/>
                    <a:pt x="2116959" y="1004592"/>
                    <a:pt x="2071970" y="1007353"/>
                  </a:cubicBezTo>
                  <a:lnTo>
                    <a:pt x="2062687" y="1007632"/>
                  </a:lnTo>
                  <a:lnTo>
                    <a:pt x="2053502" y="1007346"/>
                  </a:lnTo>
                  <a:cubicBezTo>
                    <a:pt x="2008993" y="1004524"/>
                    <a:pt x="1985187" y="981300"/>
                    <a:pt x="1963418" y="960626"/>
                  </a:cubicBezTo>
                  <a:cubicBezTo>
                    <a:pt x="1943099" y="940823"/>
                    <a:pt x="1924106" y="923241"/>
                    <a:pt x="1890508" y="919155"/>
                  </a:cubicBezTo>
                  <a:lnTo>
                    <a:pt x="1875171" y="918263"/>
                  </a:lnTo>
                  <a:lnTo>
                    <a:pt x="1860044" y="919155"/>
                  </a:lnTo>
                  <a:cubicBezTo>
                    <a:pt x="1826946" y="923241"/>
                    <a:pt x="1808405" y="940823"/>
                    <a:pt x="1788085" y="960626"/>
                  </a:cubicBezTo>
                  <a:cubicBezTo>
                    <a:pt x="1765780" y="981844"/>
                    <a:pt x="1741925" y="1004592"/>
                    <a:pt x="1696936" y="1007353"/>
                  </a:cubicBezTo>
                  <a:lnTo>
                    <a:pt x="1687656" y="1007632"/>
                  </a:lnTo>
                  <a:lnTo>
                    <a:pt x="1678456" y="1007346"/>
                  </a:lnTo>
                  <a:cubicBezTo>
                    <a:pt x="1633891" y="1004524"/>
                    <a:pt x="1610048" y="981300"/>
                    <a:pt x="1588259" y="960626"/>
                  </a:cubicBezTo>
                  <a:cubicBezTo>
                    <a:pt x="1567905" y="940823"/>
                    <a:pt x="1548904" y="923241"/>
                    <a:pt x="1515254" y="919155"/>
                  </a:cubicBezTo>
                  <a:lnTo>
                    <a:pt x="1499902" y="918263"/>
                  </a:lnTo>
                  <a:lnTo>
                    <a:pt x="1484938" y="919155"/>
                  </a:lnTo>
                  <a:cubicBezTo>
                    <a:pt x="1452117" y="923241"/>
                    <a:pt x="1433131" y="940823"/>
                    <a:pt x="1412811" y="960626"/>
                  </a:cubicBezTo>
                  <a:cubicBezTo>
                    <a:pt x="1389009" y="983259"/>
                    <a:pt x="1363465" y="1007632"/>
                    <a:pt x="1312377" y="1007632"/>
                  </a:cubicBezTo>
                  <a:cubicBezTo>
                    <a:pt x="1261869" y="1007632"/>
                    <a:pt x="1236325" y="982678"/>
                    <a:pt x="1213103" y="960626"/>
                  </a:cubicBezTo>
                  <a:cubicBezTo>
                    <a:pt x="1192784" y="940823"/>
                    <a:pt x="1173800" y="923241"/>
                    <a:pt x="1140203" y="919155"/>
                  </a:cubicBezTo>
                  <a:lnTo>
                    <a:pt x="1124860" y="918263"/>
                  </a:lnTo>
                  <a:lnTo>
                    <a:pt x="1109907" y="919155"/>
                  </a:lnTo>
                  <a:cubicBezTo>
                    <a:pt x="1077083" y="923241"/>
                    <a:pt x="1058099" y="940823"/>
                    <a:pt x="1037780" y="960626"/>
                  </a:cubicBezTo>
                  <a:cubicBezTo>
                    <a:pt x="1014563" y="983259"/>
                    <a:pt x="988431" y="1007632"/>
                    <a:pt x="937343" y="1007632"/>
                  </a:cubicBezTo>
                  <a:cubicBezTo>
                    <a:pt x="887352" y="1007632"/>
                    <a:pt x="861195" y="982678"/>
                    <a:pt x="837942" y="960626"/>
                  </a:cubicBezTo>
                  <a:cubicBezTo>
                    <a:pt x="817603" y="940823"/>
                    <a:pt x="798587" y="923241"/>
                    <a:pt x="764952" y="919155"/>
                  </a:cubicBezTo>
                  <a:lnTo>
                    <a:pt x="749586" y="918263"/>
                  </a:lnTo>
                  <a:lnTo>
                    <a:pt x="734638" y="919155"/>
                  </a:lnTo>
                  <a:cubicBezTo>
                    <a:pt x="701811" y="923241"/>
                    <a:pt x="682831" y="940823"/>
                    <a:pt x="662511" y="960626"/>
                  </a:cubicBezTo>
                  <a:cubicBezTo>
                    <a:pt x="639282" y="983259"/>
                    <a:pt x="613157" y="1007632"/>
                    <a:pt x="562069" y="1007632"/>
                  </a:cubicBezTo>
                  <a:cubicBezTo>
                    <a:pt x="512115" y="1007632"/>
                    <a:pt x="485977" y="982678"/>
                    <a:pt x="462743" y="960626"/>
                  </a:cubicBezTo>
                  <a:cubicBezTo>
                    <a:pt x="439508" y="937994"/>
                    <a:pt x="418017" y="918263"/>
                    <a:pt x="375034" y="918263"/>
                  </a:cubicBezTo>
                  <a:cubicBezTo>
                    <a:pt x="332073" y="918263"/>
                    <a:pt x="310593" y="937994"/>
                    <a:pt x="287371" y="960626"/>
                  </a:cubicBezTo>
                  <a:cubicBezTo>
                    <a:pt x="264149" y="983259"/>
                    <a:pt x="238024" y="1007632"/>
                    <a:pt x="187517" y="1007632"/>
                  </a:cubicBezTo>
                  <a:cubicBezTo>
                    <a:pt x="137009" y="1007632"/>
                    <a:pt x="111465" y="982678"/>
                    <a:pt x="87663" y="960626"/>
                  </a:cubicBezTo>
                  <a:cubicBezTo>
                    <a:pt x="64441" y="937994"/>
                    <a:pt x="42960" y="918263"/>
                    <a:pt x="0" y="918263"/>
                  </a:cubicBezTo>
                  <a:close/>
                  <a:moveTo>
                    <a:pt x="0" y="800136"/>
                  </a:moveTo>
                  <a:cubicBezTo>
                    <a:pt x="50507" y="800136"/>
                    <a:pt x="76632" y="825122"/>
                    <a:pt x="99855" y="847784"/>
                  </a:cubicBezTo>
                  <a:cubicBezTo>
                    <a:pt x="123076" y="869865"/>
                    <a:pt x="144556" y="890203"/>
                    <a:pt x="187517" y="890203"/>
                  </a:cubicBezTo>
                  <a:cubicBezTo>
                    <a:pt x="230477" y="890203"/>
                    <a:pt x="251957" y="869865"/>
                    <a:pt x="275179" y="847784"/>
                  </a:cubicBezTo>
                  <a:cubicBezTo>
                    <a:pt x="298982" y="825122"/>
                    <a:pt x="324526" y="800136"/>
                    <a:pt x="375034" y="800136"/>
                  </a:cubicBezTo>
                  <a:cubicBezTo>
                    <a:pt x="425568" y="800136"/>
                    <a:pt x="451706" y="825122"/>
                    <a:pt x="474941" y="847784"/>
                  </a:cubicBezTo>
                  <a:cubicBezTo>
                    <a:pt x="498175" y="869865"/>
                    <a:pt x="519667" y="890203"/>
                    <a:pt x="562069" y="890203"/>
                  </a:cubicBezTo>
                  <a:cubicBezTo>
                    <a:pt x="605610" y="890203"/>
                    <a:pt x="627090" y="869865"/>
                    <a:pt x="650315" y="847784"/>
                  </a:cubicBezTo>
                  <a:cubicBezTo>
                    <a:pt x="672083" y="826539"/>
                    <a:pt x="696405" y="803250"/>
                    <a:pt x="740506" y="800422"/>
                  </a:cubicBezTo>
                  <a:lnTo>
                    <a:pt x="749586" y="800136"/>
                  </a:lnTo>
                  <a:lnTo>
                    <a:pt x="758889" y="800422"/>
                  </a:lnTo>
                  <a:cubicBezTo>
                    <a:pt x="803998" y="803250"/>
                    <a:pt x="828351" y="826539"/>
                    <a:pt x="850154" y="847784"/>
                  </a:cubicBezTo>
                  <a:cubicBezTo>
                    <a:pt x="873408" y="869865"/>
                    <a:pt x="894909" y="890203"/>
                    <a:pt x="937343" y="890203"/>
                  </a:cubicBezTo>
                  <a:cubicBezTo>
                    <a:pt x="980892" y="890203"/>
                    <a:pt x="1002368" y="869865"/>
                    <a:pt x="1025586" y="847784"/>
                  </a:cubicBezTo>
                  <a:cubicBezTo>
                    <a:pt x="1047357" y="826539"/>
                    <a:pt x="1071175" y="803250"/>
                    <a:pt x="1115684" y="800422"/>
                  </a:cubicBezTo>
                  <a:lnTo>
                    <a:pt x="1124860" y="800136"/>
                  </a:lnTo>
                  <a:lnTo>
                    <a:pt x="1134151" y="800422"/>
                  </a:lnTo>
                  <a:cubicBezTo>
                    <a:pt x="1179136" y="803250"/>
                    <a:pt x="1202980" y="826539"/>
                    <a:pt x="1225295" y="847784"/>
                  </a:cubicBezTo>
                  <a:cubicBezTo>
                    <a:pt x="1248517" y="869865"/>
                    <a:pt x="1270006" y="890203"/>
                    <a:pt x="1312377" y="890203"/>
                  </a:cubicBezTo>
                  <a:cubicBezTo>
                    <a:pt x="1355923" y="890203"/>
                    <a:pt x="1377398" y="869865"/>
                    <a:pt x="1400620" y="847784"/>
                  </a:cubicBezTo>
                  <a:cubicBezTo>
                    <a:pt x="1422391" y="826539"/>
                    <a:pt x="1446206" y="803250"/>
                    <a:pt x="1490715" y="800422"/>
                  </a:cubicBezTo>
                  <a:lnTo>
                    <a:pt x="1499902" y="800136"/>
                  </a:lnTo>
                  <a:lnTo>
                    <a:pt x="1509200" y="800422"/>
                  </a:lnTo>
                  <a:cubicBezTo>
                    <a:pt x="1554240" y="803250"/>
                    <a:pt x="1578118" y="826539"/>
                    <a:pt x="1600457" y="847784"/>
                  </a:cubicBezTo>
                  <a:cubicBezTo>
                    <a:pt x="1620811" y="867105"/>
                    <a:pt x="1639813" y="885092"/>
                    <a:pt x="1672675" y="889286"/>
                  </a:cubicBezTo>
                  <a:lnTo>
                    <a:pt x="1687656" y="890203"/>
                  </a:lnTo>
                  <a:lnTo>
                    <a:pt x="1702991" y="889286"/>
                  </a:lnTo>
                  <a:cubicBezTo>
                    <a:pt x="1736589" y="885092"/>
                    <a:pt x="1755583" y="867105"/>
                    <a:pt x="1775902" y="847784"/>
                  </a:cubicBezTo>
                  <a:cubicBezTo>
                    <a:pt x="1797671" y="826539"/>
                    <a:pt x="1821477" y="803250"/>
                    <a:pt x="1865985" y="800422"/>
                  </a:cubicBezTo>
                  <a:lnTo>
                    <a:pt x="1875171" y="800136"/>
                  </a:lnTo>
                  <a:lnTo>
                    <a:pt x="1884453" y="800422"/>
                  </a:lnTo>
                  <a:cubicBezTo>
                    <a:pt x="1929442" y="803250"/>
                    <a:pt x="1953295" y="826539"/>
                    <a:pt x="1975602" y="847784"/>
                  </a:cubicBezTo>
                  <a:cubicBezTo>
                    <a:pt x="1995922" y="867105"/>
                    <a:pt x="2014463" y="885092"/>
                    <a:pt x="2047561" y="889286"/>
                  </a:cubicBezTo>
                  <a:lnTo>
                    <a:pt x="2062687" y="890203"/>
                  </a:lnTo>
                  <a:lnTo>
                    <a:pt x="2078025" y="889286"/>
                  </a:lnTo>
                  <a:cubicBezTo>
                    <a:pt x="2111623" y="885092"/>
                    <a:pt x="2130614" y="867105"/>
                    <a:pt x="2150933" y="847784"/>
                  </a:cubicBezTo>
                  <a:cubicBezTo>
                    <a:pt x="2172701" y="826539"/>
                    <a:pt x="2196510" y="803250"/>
                    <a:pt x="2241019" y="800422"/>
                  </a:cubicBezTo>
                  <a:lnTo>
                    <a:pt x="2250202" y="800136"/>
                  </a:lnTo>
                  <a:lnTo>
                    <a:pt x="2259500" y="800422"/>
                  </a:lnTo>
                  <a:cubicBezTo>
                    <a:pt x="2304545" y="803250"/>
                    <a:pt x="2328421" y="826539"/>
                    <a:pt x="2350772" y="847784"/>
                  </a:cubicBezTo>
                  <a:cubicBezTo>
                    <a:pt x="2371110" y="867105"/>
                    <a:pt x="2389675" y="885092"/>
                    <a:pt x="2422815" y="889286"/>
                  </a:cubicBezTo>
                  <a:lnTo>
                    <a:pt x="2437959" y="890203"/>
                  </a:lnTo>
                  <a:lnTo>
                    <a:pt x="2453275" y="889286"/>
                  </a:lnTo>
                  <a:cubicBezTo>
                    <a:pt x="2486774" y="885092"/>
                    <a:pt x="2505375" y="867105"/>
                    <a:pt x="2526203" y="847784"/>
                  </a:cubicBezTo>
                  <a:cubicBezTo>
                    <a:pt x="2549424" y="825122"/>
                    <a:pt x="2574968" y="800136"/>
                    <a:pt x="2625475" y="800136"/>
                  </a:cubicBezTo>
                  <a:cubicBezTo>
                    <a:pt x="2676563" y="800136"/>
                    <a:pt x="2702109" y="825122"/>
                    <a:pt x="2725913" y="847784"/>
                  </a:cubicBezTo>
                  <a:cubicBezTo>
                    <a:pt x="2746233" y="867105"/>
                    <a:pt x="2764773" y="885092"/>
                    <a:pt x="2797875" y="889286"/>
                  </a:cubicBezTo>
                  <a:lnTo>
                    <a:pt x="2812992" y="890203"/>
                  </a:lnTo>
                  <a:lnTo>
                    <a:pt x="2828318" y="889286"/>
                  </a:lnTo>
                  <a:cubicBezTo>
                    <a:pt x="2861804" y="885092"/>
                    <a:pt x="2880408" y="867105"/>
                    <a:pt x="2901235" y="847784"/>
                  </a:cubicBezTo>
                  <a:cubicBezTo>
                    <a:pt x="2912197" y="837162"/>
                    <a:pt x="2923631" y="826028"/>
                    <a:pt x="2937888" y="817197"/>
                  </a:cubicBezTo>
                  <a:lnTo>
                    <a:pt x="2957425" y="808027"/>
                  </a:lnTo>
                  <a:lnTo>
                    <a:pt x="2957425" y="829459"/>
                  </a:lnTo>
                  <a:lnTo>
                    <a:pt x="2944748" y="834145"/>
                  </a:lnTo>
                  <a:cubicBezTo>
                    <a:pt x="2933417" y="841581"/>
                    <a:pt x="2923664" y="850908"/>
                    <a:pt x="2913429" y="860568"/>
                  </a:cubicBezTo>
                  <a:cubicBezTo>
                    <a:pt x="2891112" y="881814"/>
                    <a:pt x="2867269" y="905103"/>
                    <a:pt x="2822285" y="907931"/>
                  </a:cubicBezTo>
                  <a:lnTo>
                    <a:pt x="2812992" y="908217"/>
                  </a:lnTo>
                  <a:lnTo>
                    <a:pt x="2803817" y="907931"/>
                  </a:lnTo>
                  <a:cubicBezTo>
                    <a:pt x="2759309" y="905103"/>
                    <a:pt x="2735489" y="881814"/>
                    <a:pt x="2713719" y="860568"/>
                  </a:cubicBezTo>
                  <a:cubicBezTo>
                    <a:pt x="2689916" y="838487"/>
                    <a:pt x="2669016" y="818149"/>
                    <a:pt x="2625475" y="818149"/>
                  </a:cubicBezTo>
                  <a:cubicBezTo>
                    <a:pt x="2582521" y="818149"/>
                    <a:pt x="2561615" y="838487"/>
                    <a:pt x="2538398" y="860568"/>
                  </a:cubicBezTo>
                  <a:cubicBezTo>
                    <a:pt x="2516079" y="881814"/>
                    <a:pt x="2492239" y="905103"/>
                    <a:pt x="2447253" y="907931"/>
                  </a:cubicBezTo>
                  <a:lnTo>
                    <a:pt x="2437959" y="908217"/>
                  </a:lnTo>
                  <a:lnTo>
                    <a:pt x="2428768" y="907931"/>
                  </a:lnTo>
                  <a:cubicBezTo>
                    <a:pt x="2384205" y="905103"/>
                    <a:pt x="2360364" y="881814"/>
                    <a:pt x="2338559" y="860568"/>
                  </a:cubicBezTo>
                  <a:cubicBezTo>
                    <a:pt x="2318221" y="841247"/>
                    <a:pt x="2299203" y="823261"/>
                    <a:pt x="2265570" y="819066"/>
                  </a:cubicBezTo>
                  <a:lnTo>
                    <a:pt x="2250202" y="818149"/>
                  </a:lnTo>
                  <a:lnTo>
                    <a:pt x="2235078" y="819066"/>
                  </a:lnTo>
                  <a:cubicBezTo>
                    <a:pt x="2201989" y="823261"/>
                    <a:pt x="2183438" y="841247"/>
                    <a:pt x="2163119" y="860568"/>
                  </a:cubicBezTo>
                  <a:cubicBezTo>
                    <a:pt x="2140811" y="881814"/>
                    <a:pt x="2116959" y="905103"/>
                    <a:pt x="2071970" y="907931"/>
                  </a:cubicBezTo>
                  <a:lnTo>
                    <a:pt x="2062687" y="908217"/>
                  </a:lnTo>
                  <a:lnTo>
                    <a:pt x="2053502" y="907931"/>
                  </a:lnTo>
                  <a:cubicBezTo>
                    <a:pt x="2008993" y="905103"/>
                    <a:pt x="1985187" y="881814"/>
                    <a:pt x="1963418" y="860568"/>
                  </a:cubicBezTo>
                  <a:cubicBezTo>
                    <a:pt x="1943099" y="841247"/>
                    <a:pt x="1924106" y="823261"/>
                    <a:pt x="1890508" y="819066"/>
                  </a:cubicBezTo>
                  <a:lnTo>
                    <a:pt x="1875171" y="818149"/>
                  </a:lnTo>
                  <a:lnTo>
                    <a:pt x="1860044" y="819066"/>
                  </a:lnTo>
                  <a:cubicBezTo>
                    <a:pt x="1826946" y="823261"/>
                    <a:pt x="1808405" y="841247"/>
                    <a:pt x="1788085" y="860568"/>
                  </a:cubicBezTo>
                  <a:cubicBezTo>
                    <a:pt x="1765780" y="881814"/>
                    <a:pt x="1741925" y="905103"/>
                    <a:pt x="1696936" y="907931"/>
                  </a:cubicBezTo>
                  <a:lnTo>
                    <a:pt x="1687656" y="908217"/>
                  </a:lnTo>
                  <a:lnTo>
                    <a:pt x="1678456" y="907931"/>
                  </a:lnTo>
                  <a:cubicBezTo>
                    <a:pt x="1633891" y="905103"/>
                    <a:pt x="1610048" y="881814"/>
                    <a:pt x="1588259" y="860568"/>
                  </a:cubicBezTo>
                  <a:cubicBezTo>
                    <a:pt x="1567905" y="841247"/>
                    <a:pt x="1548904" y="823261"/>
                    <a:pt x="1515254" y="819066"/>
                  </a:cubicBezTo>
                  <a:lnTo>
                    <a:pt x="1499902" y="818149"/>
                  </a:lnTo>
                  <a:lnTo>
                    <a:pt x="1484938" y="819066"/>
                  </a:lnTo>
                  <a:cubicBezTo>
                    <a:pt x="1452117" y="823261"/>
                    <a:pt x="1433131" y="841247"/>
                    <a:pt x="1412811" y="860568"/>
                  </a:cubicBezTo>
                  <a:cubicBezTo>
                    <a:pt x="1389009" y="883230"/>
                    <a:pt x="1363465" y="908217"/>
                    <a:pt x="1312377" y="908217"/>
                  </a:cubicBezTo>
                  <a:cubicBezTo>
                    <a:pt x="1261869" y="908217"/>
                    <a:pt x="1236325" y="883230"/>
                    <a:pt x="1213103" y="860568"/>
                  </a:cubicBezTo>
                  <a:cubicBezTo>
                    <a:pt x="1192784" y="841247"/>
                    <a:pt x="1173800" y="823261"/>
                    <a:pt x="1140203" y="819066"/>
                  </a:cubicBezTo>
                  <a:lnTo>
                    <a:pt x="1124860" y="818149"/>
                  </a:lnTo>
                  <a:lnTo>
                    <a:pt x="1109907" y="819066"/>
                  </a:lnTo>
                  <a:cubicBezTo>
                    <a:pt x="1077083" y="823261"/>
                    <a:pt x="1058099" y="841247"/>
                    <a:pt x="1037780" y="860568"/>
                  </a:cubicBezTo>
                  <a:cubicBezTo>
                    <a:pt x="1014563" y="883230"/>
                    <a:pt x="988431" y="908217"/>
                    <a:pt x="937343" y="908217"/>
                  </a:cubicBezTo>
                  <a:cubicBezTo>
                    <a:pt x="887352" y="908217"/>
                    <a:pt x="861195" y="883230"/>
                    <a:pt x="837942" y="860568"/>
                  </a:cubicBezTo>
                  <a:cubicBezTo>
                    <a:pt x="817603" y="841247"/>
                    <a:pt x="798587" y="823261"/>
                    <a:pt x="764952" y="819066"/>
                  </a:cubicBezTo>
                  <a:lnTo>
                    <a:pt x="749586" y="818149"/>
                  </a:lnTo>
                  <a:lnTo>
                    <a:pt x="734638" y="819066"/>
                  </a:lnTo>
                  <a:cubicBezTo>
                    <a:pt x="701811" y="823261"/>
                    <a:pt x="682831" y="841247"/>
                    <a:pt x="662511" y="860568"/>
                  </a:cubicBezTo>
                  <a:cubicBezTo>
                    <a:pt x="639282" y="883230"/>
                    <a:pt x="613157" y="908217"/>
                    <a:pt x="562069" y="908217"/>
                  </a:cubicBezTo>
                  <a:cubicBezTo>
                    <a:pt x="512115" y="908217"/>
                    <a:pt x="485977" y="883230"/>
                    <a:pt x="462743" y="860568"/>
                  </a:cubicBezTo>
                  <a:cubicBezTo>
                    <a:pt x="439508" y="838487"/>
                    <a:pt x="418017" y="818149"/>
                    <a:pt x="375034" y="818149"/>
                  </a:cubicBezTo>
                  <a:cubicBezTo>
                    <a:pt x="332073" y="818149"/>
                    <a:pt x="310593" y="838487"/>
                    <a:pt x="287371" y="860568"/>
                  </a:cubicBezTo>
                  <a:cubicBezTo>
                    <a:pt x="264149" y="883230"/>
                    <a:pt x="238024" y="908217"/>
                    <a:pt x="187517" y="908217"/>
                  </a:cubicBezTo>
                  <a:cubicBezTo>
                    <a:pt x="137009" y="908217"/>
                    <a:pt x="111465" y="883230"/>
                    <a:pt x="87663" y="860568"/>
                  </a:cubicBezTo>
                  <a:cubicBezTo>
                    <a:pt x="64441" y="838487"/>
                    <a:pt x="42960" y="818149"/>
                    <a:pt x="0" y="818149"/>
                  </a:cubicBezTo>
                  <a:close/>
                  <a:moveTo>
                    <a:pt x="0" y="700961"/>
                  </a:moveTo>
                  <a:cubicBezTo>
                    <a:pt x="50507" y="700961"/>
                    <a:pt x="76632" y="725335"/>
                    <a:pt x="99855" y="747967"/>
                  </a:cubicBezTo>
                  <a:cubicBezTo>
                    <a:pt x="123076" y="770599"/>
                    <a:pt x="144556" y="790330"/>
                    <a:pt x="187517" y="790330"/>
                  </a:cubicBezTo>
                  <a:cubicBezTo>
                    <a:pt x="230477" y="790330"/>
                    <a:pt x="251957" y="770599"/>
                    <a:pt x="275179" y="747967"/>
                  </a:cubicBezTo>
                  <a:cubicBezTo>
                    <a:pt x="298982" y="725335"/>
                    <a:pt x="324526" y="700961"/>
                    <a:pt x="375034" y="700961"/>
                  </a:cubicBezTo>
                  <a:cubicBezTo>
                    <a:pt x="425568" y="700961"/>
                    <a:pt x="451706" y="725335"/>
                    <a:pt x="474941" y="747967"/>
                  </a:cubicBezTo>
                  <a:cubicBezTo>
                    <a:pt x="498175" y="770599"/>
                    <a:pt x="519667" y="790330"/>
                    <a:pt x="562069" y="790330"/>
                  </a:cubicBezTo>
                  <a:cubicBezTo>
                    <a:pt x="605610" y="790330"/>
                    <a:pt x="627090" y="770599"/>
                    <a:pt x="650315" y="747967"/>
                  </a:cubicBezTo>
                  <a:cubicBezTo>
                    <a:pt x="672083" y="726749"/>
                    <a:pt x="696405" y="704001"/>
                    <a:pt x="740506" y="701241"/>
                  </a:cubicBezTo>
                  <a:lnTo>
                    <a:pt x="749586" y="700961"/>
                  </a:lnTo>
                  <a:lnTo>
                    <a:pt x="758889" y="701241"/>
                  </a:lnTo>
                  <a:cubicBezTo>
                    <a:pt x="803998" y="704001"/>
                    <a:pt x="828351" y="726749"/>
                    <a:pt x="850154" y="747967"/>
                  </a:cubicBezTo>
                  <a:cubicBezTo>
                    <a:pt x="873408" y="770599"/>
                    <a:pt x="894909" y="790330"/>
                    <a:pt x="937343" y="790330"/>
                  </a:cubicBezTo>
                  <a:cubicBezTo>
                    <a:pt x="980892" y="790330"/>
                    <a:pt x="1002368" y="770599"/>
                    <a:pt x="1025586" y="747967"/>
                  </a:cubicBezTo>
                  <a:cubicBezTo>
                    <a:pt x="1047357" y="726749"/>
                    <a:pt x="1071175" y="704001"/>
                    <a:pt x="1115684" y="701241"/>
                  </a:cubicBezTo>
                  <a:lnTo>
                    <a:pt x="1124860" y="700961"/>
                  </a:lnTo>
                  <a:lnTo>
                    <a:pt x="1134151" y="701241"/>
                  </a:lnTo>
                  <a:cubicBezTo>
                    <a:pt x="1179136" y="704001"/>
                    <a:pt x="1202980" y="726749"/>
                    <a:pt x="1225295" y="747967"/>
                  </a:cubicBezTo>
                  <a:cubicBezTo>
                    <a:pt x="1248517" y="770599"/>
                    <a:pt x="1270006" y="790330"/>
                    <a:pt x="1312377" y="790330"/>
                  </a:cubicBezTo>
                  <a:cubicBezTo>
                    <a:pt x="1355923" y="790330"/>
                    <a:pt x="1377398" y="770599"/>
                    <a:pt x="1400620" y="747967"/>
                  </a:cubicBezTo>
                  <a:cubicBezTo>
                    <a:pt x="1422391" y="726749"/>
                    <a:pt x="1446206" y="704001"/>
                    <a:pt x="1490715" y="701241"/>
                  </a:cubicBezTo>
                  <a:lnTo>
                    <a:pt x="1499902" y="700961"/>
                  </a:lnTo>
                  <a:lnTo>
                    <a:pt x="1509200" y="701241"/>
                  </a:lnTo>
                  <a:cubicBezTo>
                    <a:pt x="1554240" y="704001"/>
                    <a:pt x="1578118" y="726749"/>
                    <a:pt x="1600457" y="747967"/>
                  </a:cubicBezTo>
                  <a:cubicBezTo>
                    <a:pt x="1620811" y="767771"/>
                    <a:pt x="1639813" y="785352"/>
                    <a:pt x="1672675" y="789438"/>
                  </a:cubicBezTo>
                  <a:lnTo>
                    <a:pt x="1687656" y="790330"/>
                  </a:lnTo>
                  <a:lnTo>
                    <a:pt x="1702991" y="789438"/>
                  </a:lnTo>
                  <a:cubicBezTo>
                    <a:pt x="1736589" y="785352"/>
                    <a:pt x="1755583" y="767771"/>
                    <a:pt x="1775902" y="747967"/>
                  </a:cubicBezTo>
                  <a:cubicBezTo>
                    <a:pt x="1797671" y="726749"/>
                    <a:pt x="1821477" y="704001"/>
                    <a:pt x="1865985" y="701241"/>
                  </a:cubicBezTo>
                  <a:lnTo>
                    <a:pt x="1875171" y="700961"/>
                  </a:lnTo>
                  <a:lnTo>
                    <a:pt x="1884453" y="701241"/>
                  </a:lnTo>
                  <a:cubicBezTo>
                    <a:pt x="1929442" y="704001"/>
                    <a:pt x="1953295" y="726749"/>
                    <a:pt x="1975602" y="747967"/>
                  </a:cubicBezTo>
                  <a:cubicBezTo>
                    <a:pt x="1995922" y="767771"/>
                    <a:pt x="2014463" y="785352"/>
                    <a:pt x="2047561" y="789438"/>
                  </a:cubicBezTo>
                  <a:lnTo>
                    <a:pt x="2062687" y="790330"/>
                  </a:lnTo>
                  <a:lnTo>
                    <a:pt x="2078025" y="789438"/>
                  </a:lnTo>
                  <a:cubicBezTo>
                    <a:pt x="2111623" y="785352"/>
                    <a:pt x="2130614" y="767771"/>
                    <a:pt x="2150933" y="747967"/>
                  </a:cubicBezTo>
                  <a:cubicBezTo>
                    <a:pt x="2172701" y="726749"/>
                    <a:pt x="2196510" y="704001"/>
                    <a:pt x="2241019" y="701241"/>
                  </a:cubicBezTo>
                  <a:lnTo>
                    <a:pt x="2250202" y="700961"/>
                  </a:lnTo>
                  <a:lnTo>
                    <a:pt x="2259500" y="701241"/>
                  </a:lnTo>
                  <a:cubicBezTo>
                    <a:pt x="2304545" y="704001"/>
                    <a:pt x="2328421" y="726749"/>
                    <a:pt x="2350772" y="747967"/>
                  </a:cubicBezTo>
                  <a:cubicBezTo>
                    <a:pt x="2371110" y="767771"/>
                    <a:pt x="2389675" y="785352"/>
                    <a:pt x="2422815" y="789438"/>
                  </a:cubicBezTo>
                  <a:lnTo>
                    <a:pt x="2437959" y="790330"/>
                  </a:lnTo>
                  <a:lnTo>
                    <a:pt x="2453275" y="789438"/>
                  </a:lnTo>
                  <a:cubicBezTo>
                    <a:pt x="2486774" y="785352"/>
                    <a:pt x="2505375" y="767771"/>
                    <a:pt x="2526203" y="747967"/>
                  </a:cubicBezTo>
                  <a:cubicBezTo>
                    <a:pt x="2549424" y="725335"/>
                    <a:pt x="2574968" y="700961"/>
                    <a:pt x="2625475" y="700961"/>
                  </a:cubicBezTo>
                  <a:cubicBezTo>
                    <a:pt x="2676563" y="700961"/>
                    <a:pt x="2702109" y="725335"/>
                    <a:pt x="2725913" y="747967"/>
                  </a:cubicBezTo>
                  <a:cubicBezTo>
                    <a:pt x="2746233" y="767771"/>
                    <a:pt x="2764773" y="785352"/>
                    <a:pt x="2797875" y="789438"/>
                  </a:cubicBezTo>
                  <a:lnTo>
                    <a:pt x="2812992" y="790330"/>
                  </a:lnTo>
                  <a:lnTo>
                    <a:pt x="2828318" y="789438"/>
                  </a:lnTo>
                  <a:cubicBezTo>
                    <a:pt x="2861804" y="785352"/>
                    <a:pt x="2880408" y="767771"/>
                    <a:pt x="2901235" y="747967"/>
                  </a:cubicBezTo>
                  <a:cubicBezTo>
                    <a:pt x="2912194" y="737358"/>
                    <a:pt x="2923626" y="726367"/>
                    <a:pt x="2937883" y="717682"/>
                  </a:cubicBezTo>
                  <a:lnTo>
                    <a:pt x="2957425" y="708682"/>
                  </a:lnTo>
                  <a:lnTo>
                    <a:pt x="2957425" y="730070"/>
                  </a:lnTo>
                  <a:lnTo>
                    <a:pt x="2944743" y="734685"/>
                  </a:lnTo>
                  <a:cubicBezTo>
                    <a:pt x="2933412" y="742067"/>
                    <a:pt x="2923661" y="751413"/>
                    <a:pt x="2913429" y="761314"/>
                  </a:cubicBezTo>
                  <a:cubicBezTo>
                    <a:pt x="2891112" y="781988"/>
                    <a:pt x="2867269" y="805212"/>
                    <a:pt x="2822285" y="808035"/>
                  </a:cubicBezTo>
                  <a:lnTo>
                    <a:pt x="2812992" y="808320"/>
                  </a:lnTo>
                  <a:lnTo>
                    <a:pt x="2803817" y="808035"/>
                  </a:lnTo>
                  <a:cubicBezTo>
                    <a:pt x="2759309" y="805212"/>
                    <a:pt x="2735489" y="781988"/>
                    <a:pt x="2713719" y="761314"/>
                  </a:cubicBezTo>
                  <a:cubicBezTo>
                    <a:pt x="2689916" y="738682"/>
                    <a:pt x="2669016" y="718951"/>
                    <a:pt x="2625475" y="718951"/>
                  </a:cubicBezTo>
                  <a:cubicBezTo>
                    <a:pt x="2582521" y="718951"/>
                    <a:pt x="2561615" y="738682"/>
                    <a:pt x="2538398" y="761314"/>
                  </a:cubicBezTo>
                  <a:cubicBezTo>
                    <a:pt x="2516079" y="781988"/>
                    <a:pt x="2492239" y="805212"/>
                    <a:pt x="2447253" y="808035"/>
                  </a:cubicBezTo>
                  <a:lnTo>
                    <a:pt x="2437959" y="808320"/>
                  </a:lnTo>
                  <a:lnTo>
                    <a:pt x="2428768" y="808035"/>
                  </a:lnTo>
                  <a:cubicBezTo>
                    <a:pt x="2384205" y="805212"/>
                    <a:pt x="2360364" y="781988"/>
                    <a:pt x="2338559" y="761314"/>
                  </a:cubicBezTo>
                  <a:cubicBezTo>
                    <a:pt x="2318221" y="741511"/>
                    <a:pt x="2299203" y="723929"/>
                    <a:pt x="2265570" y="719843"/>
                  </a:cubicBezTo>
                  <a:lnTo>
                    <a:pt x="2250202" y="718951"/>
                  </a:lnTo>
                  <a:lnTo>
                    <a:pt x="2235078" y="719843"/>
                  </a:lnTo>
                  <a:cubicBezTo>
                    <a:pt x="2201989" y="723929"/>
                    <a:pt x="2183438" y="741511"/>
                    <a:pt x="2163119" y="761314"/>
                  </a:cubicBezTo>
                  <a:cubicBezTo>
                    <a:pt x="2140811" y="781988"/>
                    <a:pt x="2116959" y="805212"/>
                    <a:pt x="2071970" y="808035"/>
                  </a:cubicBezTo>
                  <a:lnTo>
                    <a:pt x="2062687" y="808320"/>
                  </a:lnTo>
                  <a:lnTo>
                    <a:pt x="2053502" y="808035"/>
                  </a:lnTo>
                  <a:cubicBezTo>
                    <a:pt x="2008993" y="805212"/>
                    <a:pt x="1985187" y="781988"/>
                    <a:pt x="1963418" y="761314"/>
                  </a:cubicBezTo>
                  <a:cubicBezTo>
                    <a:pt x="1943099" y="741511"/>
                    <a:pt x="1924106" y="723929"/>
                    <a:pt x="1890508" y="719843"/>
                  </a:cubicBezTo>
                  <a:lnTo>
                    <a:pt x="1875171" y="718951"/>
                  </a:lnTo>
                  <a:lnTo>
                    <a:pt x="1860044" y="719843"/>
                  </a:lnTo>
                  <a:cubicBezTo>
                    <a:pt x="1826946" y="723929"/>
                    <a:pt x="1808405" y="741511"/>
                    <a:pt x="1788085" y="761314"/>
                  </a:cubicBezTo>
                  <a:cubicBezTo>
                    <a:pt x="1765780" y="781988"/>
                    <a:pt x="1741925" y="805212"/>
                    <a:pt x="1696936" y="808035"/>
                  </a:cubicBezTo>
                  <a:lnTo>
                    <a:pt x="1687656" y="808320"/>
                  </a:lnTo>
                  <a:lnTo>
                    <a:pt x="1678456" y="808035"/>
                  </a:lnTo>
                  <a:cubicBezTo>
                    <a:pt x="1633891" y="805212"/>
                    <a:pt x="1610048" y="781988"/>
                    <a:pt x="1588259" y="761314"/>
                  </a:cubicBezTo>
                  <a:cubicBezTo>
                    <a:pt x="1567905" y="741511"/>
                    <a:pt x="1548904" y="723929"/>
                    <a:pt x="1515254" y="719843"/>
                  </a:cubicBezTo>
                  <a:lnTo>
                    <a:pt x="1499902" y="718951"/>
                  </a:lnTo>
                  <a:lnTo>
                    <a:pt x="1484938" y="719843"/>
                  </a:lnTo>
                  <a:cubicBezTo>
                    <a:pt x="1452117" y="723929"/>
                    <a:pt x="1433131" y="741511"/>
                    <a:pt x="1412811" y="761314"/>
                  </a:cubicBezTo>
                  <a:cubicBezTo>
                    <a:pt x="1389009" y="783367"/>
                    <a:pt x="1363465" y="808320"/>
                    <a:pt x="1312377" y="808320"/>
                  </a:cubicBezTo>
                  <a:cubicBezTo>
                    <a:pt x="1261869" y="808320"/>
                    <a:pt x="1236325" y="783367"/>
                    <a:pt x="1213103" y="761314"/>
                  </a:cubicBezTo>
                  <a:cubicBezTo>
                    <a:pt x="1192784" y="741511"/>
                    <a:pt x="1173800" y="723929"/>
                    <a:pt x="1140203" y="719843"/>
                  </a:cubicBezTo>
                  <a:lnTo>
                    <a:pt x="1124860" y="718951"/>
                  </a:lnTo>
                  <a:lnTo>
                    <a:pt x="1109907" y="719843"/>
                  </a:lnTo>
                  <a:cubicBezTo>
                    <a:pt x="1077083" y="723929"/>
                    <a:pt x="1058099" y="741511"/>
                    <a:pt x="1037780" y="761314"/>
                  </a:cubicBezTo>
                  <a:cubicBezTo>
                    <a:pt x="1014563" y="783367"/>
                    <a:pt x="988431" y="808320"/>
                    <a:pt x="937343" y="808320"/>
                  </a:cubicBezTo>
                  <a:cubicBezTo>
                    <a:pt x="887352" y="808320"/>
                    <a:pt x="861195" y="783367"/>
                    <a:pt x="837942" y="761314"/>
                  </a:cubicBezTo>
                  <a:cubicBezTo>
                    <a:pt x="817603" y="741511"/>
                    <a:pt x="798587" y="723929"/>
                    <a:pt x="764952" y="719843"/>
                  </a:cubicBezTo>
                  <a:lnTo>
                    <a:pt x="749586" y="718951"/>
                  </a:lnTo>
                  <a:lnTo>
                    <a:pt x="734638" y="719843"/>
                  </a:lnTo>
                  <a:cubicBezTo>
                    <a:pt x="701811" y="723929"/>
                    <a:pt x="682831" y="741511"/>
                    <a:pt x="662511" y="761314"/>
                  </a:cubicBezTo>
                  <a:cubicBezTo>
                    <a:pt x="639282" y="783367"/>
                    <a:pt x="613157" y="808320"/>
                    <a:pt x="562069" y="808320"/>
                  </a:cubicBezTo>
                  <a:cubicBezTo>
                    <a:pt x="512115" y="808320"/>
                    <a:pt x="485977" y="783367"/>
                    <a:pt x="462743" y="761314"/>
                  </a:cubicBezTo>
                  <a:cubicBezTo>
                    <a:pt x="439508" y="738682"/>
                    <a:pt x="418017" y="718951"/>
                    <a:pt x="375034" y="718951"/>
                  </a:cubicBezTo>
                  <a:cubicBezTo>
                    <a:pt x="332073" y="718951"/>
                    <a:pt x="310593" y="738682"/>
                    <a:pt x="287371" y="761314"/>
                  </a:cubicBezTo>
                  <a:cubicBezTo>
                    <a:pt x="264149" y="783367"/>
                    <a:pt x="238024" y="808320"/>
                    <a:pt x="187517" y="808320"/>
                  </a:cubicBezTo>
                  <a:cubicBezTo>
                    <a:pt x="137009" y="808320"/>
                    <a:pt x="111465" y="783367"/>
                    <a:pt x="87663" y="761314"/>
                  </a:cubicBezTo>
                  <a:cubicBezTo>
                    <a:pt x="64441" y="738682"/>
                    <a:pt x="42960" y="718951"/>
                    <a:pt x="0" y="718951"/>
                  </a:cubicBezTo>
                  <a:close/>
                  <a:moveTo>
                    <a:pt x="0" y="600343"/>
                  </a:moveTo>
                  <a:cubicBezTo>
                    <a:pt x="50507" y="600343"/>
                    <a:pt x="76632" y="624716"/>
                    <a:pt x="99855" y="647348"/>
                  </a:cubicBezTo>
                  <a:cubicBezTo>
                    <a:pt x="123076" y="669981"/>
                    <a:pt x="144556" y="689712"/>
                    <a:pt x="187517" y="689712"/>
                  </a:cubicBezTo>
                  <a:cubicBezTo>
                    <a:pt x="230477" y="689712"/>
                    <a:pt x="251957" y="669400"/>
                    <a:pt x="275179" y="647348"/>
                  </a:cubicBezTo>
                  <a:cubicBezTo>
                    <a:pt x="298982" y="624716"/>
                    <a:pt x="324526" y="600343"/>
                    <a:pt x="375034" y="600343"/>
                  </a:cubicBezTo>
                  <a:cubicBezTo>
                    <a:pt x="425568" y="600343"/>
                    <a:pt x="451706" y="624716"/>
                    <a:pt x="474941" y="647348"/>
                  </a:cubicBezTo>
                  <a:cubicBezTo>
                    <a:pt x="498175" y="669981"/>
                    <a:pt x="519667" y="689712"/>
                    <a:pt x="562069" y="689712"/>
                  </a:cubicBezTo>
                  <a:cubicBezTo>
                    <a:pt x="605610" y="689712"/>
                    <a:pt x="627090" y="669400"/>
                    <a:pt x="650315" y="647348"/>
                  </a:cubicBezTo>
                  <a:cubicBezTo>
                    <a:pt x="672083" y="626131"/>
                    <a:pt x="696405" y="603383"/>
                    <a:pt x="740506" y="600622"/>
                  </a:cubicBezTo>
                  <a:lnTo>
                    <a:pt x="749586" y="600343"/>
                  </a:lnTo>
                  <a:lnTo>
                    <a:pt x="758889" y="600622"/>
                  </a:lnTo>
                  <a:cubicBezTo>
                    <a:pt x="803998" y="603383"/>
                    <a:pt x="828351" y="626131"/>
                    <a:pt x="850154" y="647348"/>
                  </a:cubicBezTo>
                  <a:cubicBezTo>
                    <a:pt x="873408" y="669981"/>
                    <a:pt x="894909" y="689712"/>
                    <a:pt x="937343" y="689712"/>
                  </a:cubicBezTo>
                  <a:cubicBezTo>
                    <a:pt x="980892" y="689712"/>
                    <a:pt x="1002368" y="669400"/>
                    <a:pt x="1025586" y="647348"/>
                  </a:cubicBezTo>
                  <a:cubicBezTo>
                    <a:pt x="1047357" y="626131"/>
                    <a:pt x="1071175" y="603383"/>
                    <a:pt x="1115684" y="600622"/>
                  </a:cubicBezTo>
                  <a:lnTo>
                    <a:pt x="1124860" y="600343"/>
                  </a:lnTo>
                  <a:lnTo>
                    <a:pt x="1134151" y="600622"/>
                  </a:lnTo>
                  <a:cubicBezTo>
                    <a:pt x="1179136" y="603383"/>
                    <a:pt x="1202980" y="626131"/>
                    <a:pt x="1225295" y="647348"/>
                  </a:cubicBezTo>
                  <a:cubicBezTo>
                    <a:pt x="1248517" y="669981"/>
                    <a:pt x="1270006" y="689712"/>
                    <a:pt x="1312377" y="689712"/>
                  </a:cubicBezTo>
                  <a:cubicBezTo>
                    <a:pt x="1355923" y="689712"/>
                    <a:pt x="1377398" y="669400"/>
                    <a:pt x="1400620" y="647348"/>
                  </a:cubicBezTo>
                  <a:cubicBezTo>
                    <a:pt x="1422391" y="626131"/>
                    <a:pt x="1446206" y="603383"/>
                    <a:pt x="1490715" y="600622"/>
                  </a:cubicBezTo>
                  <a:lnTo>
                    <a:pt x="1499902" y="600343"/>
                  </a:lnTo>
                  <a:lnTo>
                    <a:pt x="1509200" y="600622"/>
                  </a:lnTo>
                  <a:cubicBezTo>
                    <a:pt x="1554240" y="603383"/>
                    <a:pt x="1578118" y="626131"/>
                    <a:pt x="1600457" y="647348"/>
                  </a:cubicBezTo>
                  <a:cubicBezTo>
                    <a:pt x="1620811" y="667152"/>
                    <a:pt x="1639813" y="684734"/>
                    <a:pt x="1672675" y="688820"/>
                  </a:cubicBezTo>
                  <a:lnTo>
                    <a:pt x="1687656" y="689712"/>
                  </a:lnTo>
                  <a:lnTo>
                    <a:pt x="1702991" y="688796"/>
                  </a:lnTo>
                  <a:cubicBezTo>
                    <a:pt x="1736589" y="684607"/>
                    <a:pt x="1755583" y="666644"/>
                    <a:pt x="1775902" y="647348"/>
                  </a:cubicBezTo>
                  <a:cubicBezTo>
                    <a:pt x="1797671" y="626131"/>
                    <a:pt x="1821477" y="603383"/>
                    <a:pt x="1865985" y="600622"/>
                  </a:cubicBezTo>
                  <a:lnTo>
                    <a:pt x="1875171" y="600343"/>
                  </a:lnTo>
                  <a:lnTo>
                    <a:pt x="1884453" y="600622"/>
                  </a:lnTo>
                  <a:cubicBezTo>
                    <a:pt x="1929442" y="603383"/>
                    <a:pt x="1953295" y="626131"/>
                    <a:pt x="1975602" y="647348"/>
                  </a:cubicBezTo>
                  <a:cubicBezTo>
                    <a:pt x="1995922" y="667152"/>
                    <a:pt x="2014463" y="684734"/>
                    <a:pt x="2047561" y="688820"/>
                  </a:cubicBezTo>
                  <a:lnTo>
                    <a:pt x="2062687" y="689712"/>
                  </a:lnTo>
                  <a:lnTo>
                    <a:pt x="2078025" y="688796"/>
                  </a:lnTo>
                  <a:cubicBezTo>
                    <a:pt x="2111623" y="684607"/>
                    <a:pt x="2130614" y="666644"/>
                    <a:pt x="2150933" y="647348"/>
                  </a:cubicBezTo>
                  <a:cubicBezTo>
                    <a:pt x="2172701" y="626131"/>
                    <a:pt x="2196510" y="603383"/>
                    <a:pt x="2241019" y="600622"/>
                  </a:cubicBezTo>
                  <a:lnTo>
                    <a:pt x="2250202" y="600343"/>
                  </a:lnTo>
                  <a:lnTo>
                    <a:pt x="2259500" y="600622"/>
                  </a:lnTo>
                  <a:cubicBezTo>
                    <a:pt x="2304545" y="603383"/>
                    <a:pt x="2328421" y="626131"/>
                    <a:pt x="2350772" y="647348"/>
                  </a:cubicBezTo>
                  <a:cubicBezTo>
                    <a:pt x="2371110" y="667152"/>
                    <a:pt x="2389675" y="684734"/>
                    <a:pt x="2422815" y="688820"/>
                  </a:cubicBezTo>
                  <a:lnTo>
                    <a:pt x="2437959" y="689712"/>
                  </a:lnTo>
                  <a:lnTo>
                    <a:pt x="2453275" y="688796"/>
                  </a:lnTo>
                  <a:cubicBezTo>
                    <a:pt x="2486774" y="684607"/>
                    <a:pt x="2505375" y="666644"/>
                    <a:pt x="2526203" y="647348"/>
                  </a:cubicBezTo>
                  <a:cubicBezTo>
                    <a:pt x="2549424" y="624716"/>
                    <a:pt x="2574968" y="600343"/>
                    <a:pt x="2625475" y="600343"/>
                  </a:cubicBezTo>
                  <a:cubicBezTo>
                    <a:pt x="2676563" y="600343"/>
                    <a:pt x="2702109" y="624716"/>
                    <a:pt x="2725913" y="647348"/>
                  </a:cubicBezTo>
                  <a:cubicBezTo>
                    <a:pt x="2746233" y="667152"/>
                    <a:pt x="2764773" y="684734"/>
                    <a:pt x="2797875" y="688820"/>
                  </a:cubicBezTo>
                  <a:lnTo>
                    <a:pt x="2812992" y="689712"/>
                  </a:lnTo>
                  <a:lnTo>
                    <a:pt x="2828318" y="688796"/>
                  </a:lnTo>
                  <a:cubicBezTo>
                    <a:pt x="2861804" y="684607"/>
                    <a:pt x="2880408" y="666644"/>
                    <a:pt x="2901235" y="647348"/>
                  </a:cubicBezTo>
                  <a:cubicBezTo>
                    <a:pt x="2912191" y="636740"/>
                    <a:pt x="2923622" y="625748"/>
                    <a:pt x="2937877" y="617064"/>
                  </a:cubicBezTo>
                  <a:lnTo>
                    <a:pt x="2957425" y="608060"/>
                  </a:lnTo>
                  <a:lnTo>
                    <a:pt x="2957425" y="629043"/>
                  </a:lnTo>
                  <a:lnTo>
                    <a:pt x="2944738" y="633727"/>
                  </a:lnTo>
                  <a:cubicBezTo>
                    <a:pt x="2933408" y="641153"/>
                    <a:pt x="2923658" y="650468"/>
                    <a:pt x="2913429" y="660115"/>
                  </a:cubicBezTo>
                  <a:cubicBezTo>
                    <a:pt x="2891112" y="681333"/>
                    <a:pt x="2867269" y="704591"/>
                    <a:pt x="2822285" y="707416"/>
                  </a:cubicBezTo>
                  <a:lnTo>
                    <a:pt x="2812992" y="707701"/>
                  </a:lnTo>
                  <a:lnTo>
                    <a:pt x="2803817" y="707416"/>
                  </a:lnTo>
                  <a:cubicBezTo>
                    <a:pt x="2759309" y="704591"/>
                    <a:pt x="2735489" y="681333"/>
                    <a:pt x="2713719" y="660115"/>
                  </a:cubicBezTo>
                  <a:cubicBezTo>
                    <a:pt x="2689916" y="638063"/>
                    <a:pt x="2669016" y="617752"/>
                    <a:pt x="2625475" y="617752"/>
                  </a:cubicBezTo>
                  <a:cubicBezTo>
                    <a:pt x="2582521" y="617752"/>
                    <a:pt x="2561615" y="638063"/>
                    <a:pt x="2538398" y="660115"/>
                  </a:cubicBezTo>
                  <a:cubicBezTo>
                    <a:pt x="2516079" y="681333"/>
                    <a:pt x="2492239" y="704591"/>
                    <a:pt x="2447253" y="707416"/>
                  </a:cubicBezTo>
                  <a:lnTo>
                    <a:pt x="2437959" y="707701"/>
                  </a:lnTo>
                  <a:lnTo>
                    <a:pt x="2428768" y="707416"/>
                  </a:lnTo>
                  <a:cubicBezTo>
                    <a:pt x="2384205" y="704591"/>
                    <a:pt x="2360364" y="681333"/>
                    <a:pt x="2338559" y="660115"/>
                  </a:cubicBezTo>
                  <a:cubicBezTo>
                    <a:pt x="2318221" y="640820"/>
                    <a:pt x="2299203" y="622857"/>
                    <a:pt x="2265570" y="618668"/>
                  </a:cubicBezTo>
                  <a:lnTo>
                    <a:pt x="2250202" y="617752"/>
                  </a:lnTo>
                  <a:lnTo>
                    <a:pt x="2235078" y="618668"/>
                  </a:lnTo>
                  <a:cubicBezTo>
                    <a:pt x="2201989" y="622857"/>
                    <a:pt x="2183438" y="640820"/>
                    <a:pt x="2163119" y="660115"/>
                  </a:cubicBezTo>
                  <a:cubicBezTo>
                    <a:pt x="2140811" y="681333"/>
                    <a:pt x="2116959" y="704591"/>
                    <a:pt x="2071970" y="707416"/>
                  </a:cubicBezTo>
                  <a:lnTo>
                    <a:pt x="2062687" y="707701"/>
                  </a:lnTo>
                  <a:lnTo>
                    <a:pt x="2053502" y="707416"/>
                  </a:lnTo>
                  <a:cubicBezTo>
                    <a:pt x="2008993" y="704591"/>
                    <a:pt x="1985187" y="681333"/>
                    <a:pt x="1963418" y="660115"/>
                  </a:cubicBezTo>
                  <a:cubicBezTo>
                    <a:pt x="1943099" y="640820"/>
                    <a:pt x="1924106" y="622857"/>
                    <a:pt x="1890508" y="618668"/>
                  </a:cubicBezTo>
                  <a:lnTo>
                    <a:pt x="1875171" y="617752"/>
                  </a:lnTo>
                  <a:lnTo>
                    <a:pt x="1860044" y="618668"/>
                  </a:lnTo>
                  <a:cubicBezTo>
                    <a:pt x="1826946" y="622857"/>
                    <a:pt x="1808405" y="640820"/>
                    <a:pt x="1788085" y="660115"/>
                  </a:cubicBezTo>
                  <a:cubicBezTo>
                    <a:pt x="1765780" y="681333"/>
                    <a:pt x="1741925" y="704591"/>
                    <a:pt x="1696936" y="707416"/>
                  </a:cubicBezTo>
                  <a:lnTo>
                    <a:pt x="1687656" y="707701"/>
                  </a:lnTo>
                  <a:lnTo>
                    <a:pt x="1678456" y="707416"/>
                  </a:lnTo>
                  <a:cubicBezTo>
                    <a:pt x="1633891" y="704591"/>
                    <a:pt x="1610048" y="681333"/>
                    <a:pt x="1588259" y="660115"/>
                  </a:cubicBezTo>
                  <a:cubicBezTo>
                    <a:pt x="1567905" y="640820"/>
                    <a:pt x="1548904" y="622857"/>
                    <a:pt x="1515254" y="618668"/>
                  </a:cubicBezTo>
                  <a:lnTo>
                    <a:pt x="1499902" y="617752"/>
                  </a:lnTo>
                  <a:lnTo>
                    <a:pt x="1484938" y="618668"/>
                  </a:lnTo>
                  <a:cubicBezTo>
                    <a:pt x="1452117" y="622857"/>
                    <a:pt x="1433131" y="640820"/>
                    <a:pt x="1412811" y="660115"/>
                  </a:cubicBezTo>
                  <a:cubicBezTo>
                    <a:pt x="1389009" y="682748"/>
                    <a:pt x="1363465" y="707701"/>
                    <a:pt x="1312377" y="707701"/>
                  </a:cubicBezTo>
                  <a:cubicBezTo>
                    <a:pt x="1261869" y="707701"/>
                    <a:pt x="1236325" y="682748"/>
                    <a:pt x="1213103" y="660115"/>
                  </a:cubicBezTo>
                  <a:cubicBezTo>
                    <a:pt x="1192784" y="640820"/>
                    <a:pt x="1173800" y="622857"/>
                    <a:pt x="1140203" y="618668"/>
                  </a:cubicBezTo>
                  <a:lnTo>
                    <a:pt x="1124860" y="617752"/>
                  </a:lnTo>
                  <a:lnTo>
                    <a:pt x="1109907" y="618668"/>
                  </a:lnTo>
                  <a:cubicBezTo>
                    <a:pt x="1077083" y="622857"/>
                    <a:pt x="1058099" y="640820"/>
                    <a:pt x="1037780" y="660115"/>
                  </a:cubicBezTo>
                  <a:cubicBezTo>
                    <a:pt x="1014563" y="682748"/>
                    <a:pt x="988431" y="707701"/>
                    <a:pt x="937343" y="707701"/>
                  </a:cubicBezTo>
                  <a:cubicBezTo>
                    <a:pt x="887352" y="707701"/>
                    <a:pt x="861195" y="682748"/>
                    <a:pt x="837942" y="660115"/>
                  </a:cubicBezTo>
                  <a:cubicBezTo>
                    <a:pt x="817603" y="640820"/>
                    <a:pt x="798587" y="622857"/>
                    <a:pt x="764952" y="618668"/>
                  </a:cubicBezTo>
                  <a:lnTo>
                    <a:pt x="749586" y="617752"/>
                  </a:lnTo>
                  <a:lnTo>
                    <a:pt x="734638" y="618668"/>
                  </a:lnTo>
                  <a:cubicBezTo>
                    <a:pt x="701811" y="622857"/>
                    <a:pt x="682831" y="640820"/>
                    <a:pt x="662511" y="660115"/>
                  </a:cubicBezTo>
                  <a:cubicBezTo>
                    <a:pt x="639282" y="682748"/>
                    <a:pt x="613157" y="707701"/>
                    <a:pt x="562069" y="707701"/>
                  </a:cubicBezTo>
                  <a:cubicBezTo>
                    <a:pt x="512115" y="707701"/>
                    <a:pt x="485977" y="682748"/>
                    <a:pt x="462743" y="660115"/>
                  </a:cubicBezTo>
                  <a:cubicBezTo>
                    <a:pt x="439508" y="638063"/>
                    <a:pt x="418017" y="617752"/>
                    <a:pt x="375034" y="617752"/>
                  </a:cubicBezTo>
                  <a:cubicBezTo>
                    <a:pt x="332073" y="617752"/>
                    <a:pt x="310593" y="638063"/>
                    <a:pt x="287371" y="660115"/>
                  </a:cubicBezTo>
                  <a:cubicBezTo>
                    <a:pt x="264149" y="682748"/>
                    <a:pt x="238024" y="707701"/>
                    <a:pt x="187517" y="707701"/>
                  </a:cubicBezTo>
                  <a:cubicBezTo>
                    <a:pt x="137009" y="707701"/>
                    <a:pt x="111465" y="682748"/>
                    <a:pt x="87663" y="660115"/>
                  </a:cubicBezTo>
                  <a:cubicBezTo>
                    <a:pt x="64441" y="638063"/>
                    <a:pt x="42960" y="617752"/>
                    <a:pt x="0" y="617752"/>
                  </a:cubicBezTo>
                  <a:close/>
                  <a:moveTo>
                    <a:pt x="0" y="500446"/>
                  </a:moveTo>
                  <a:cubicBezTo>
                    <a:pt x="50507" y="500446"/>
                    <a:pt x="76632" y="525400"/>
                    <a:pt x="99855" y="548032"/>
                  </a:cubicBezTo>
                  <a:cubicBezTo>
                    <a:pt x="123076" y="570084"/>
                    <a:pt x="144556" y="590395"/>
                    <a:pt x="187517" y="590395"/>
                  </a:cubicBezTo>
                  <a:cubicBezTo>
                    <a:pt x="230477" y="590395"/>
                    <a:pt x="251957" y="570084"/>
                    <a:pt x="275179" y="548032"/>
                  </a:cubicBezTo>
                  <a:cubicBezTo>
                    <a:pt x="298982" y="525400"/>
                    <a:pt x="324526" y="500446"/>
                    <a:pt x="375034" y="500446"/>
                  </a:cubicBezTo>
                  <a:cubicBezTo>
                    <a:pt x="425568" y="500446"/>
                    <a:pt x="451706" y="525400"/>
                    <a:pt x="474941" y="548032"/>
                  </a:cubicBezTo>
                  <a:cubicBezTo>
                    <a:pt x="498175" y="570084"/>
                    <a:pt x="519667" y="590395"/>
                    <a:pt x="562069" y="590395"/>
                  </a:cubicBezTo>
                  <a:cubicBezTo>
                    <a:pt x="605610" y="590395"/>
                    <a:pt x="627090" y="570084"/>
                    <a:pt x="650315" y="548032"/>
                  </a:cubicBezTo>
                  <a:cubicBezTo>
                    <a:pt x="672083" y="526814"/>
                    <a:pt x="696405" y="503556"/>
                    <a:pt x="740506" y="500732"/>
                  </a:cubicBezTo>
                  <a:lnTo>
                    <a:pt x="749586" y="500446"/>
                  </a:lnTo>
                  <a:lnTo>
                    <a:pt x="758889" y="500732"/>
                  </a:lnTo>
                  <a:cubicBezTo>
                    <a:pt x="803998" y="503556"/>
                    <a:pt x="828351" y="526814"/>
                    <a:pt x="850154" y="548032"/>
                  </a:cubicBezTo>
                  <a:cubicBezTo>
                    <a:pt x="873408" y="570084"/>
                    <a:pt x="894909" y="590395"/>
                    <a:pt x="937343" y="590395"/>
                  </a:cubicBezTo>
                  <a:cubicBezTo>
                    <a:pt x="980892" y="590395"/>
                    <a:pt x="1002368" y="570084"/>
                    <a:pt x="1025586" y="548032"/>
                  </a:cubicBezTo>
                  <a:cubicBezTo>
                    <a:pt x="1047357" y="526814"/>
                    <a:pt x="1071175" y="503556"/>
                    <a:pt x="1115684" y="500732"/>
                  </a:cubicBezTo>
                  <a:lnTo>
                    <a:pt x="1124860" y="500446"/>
                  </a:lnTo>
                  <a:lnTo>
                    <a:pt x="1134151" y="500732"/>
                  </a:lnTo>
                  <a:cubicBezTo>
                    <a:pt x="1179136" y="503556"/>
                    <a:pt x="1202980" y="526814"/>
                    <a:pt x="1225295" y="548032"/>
                  </a:cubicBezTo>
                  <a:cubicBezTo>
                    <a:pt x="1248517" y="570084"/>
                    <a:pt x="1270006" y="590395"/>
                    <a:pt x="1312377" y="590395"/>
                  </a:cubicBezTo>
                  <a:cubicBezTo>
                    <a:pt x="1355923" y="590395"/>
                    <a:pt x="1377398" y="570084"/>
                    <a:pt x="1400620" y="548032"/>
                  </a:cubicBezTo>
                  <a:cubicBezTo>
                    <a:pt x="1422391" y="526814"/>
                    <a:pt x="1446206" y="503556"/>
                    <a:pt x="1490715" y="500732"/>
                  </a:cubicBezTo>
                  <a:lnTo>
                    <a:pt x="1499902" y="500446"/>
                  </a:lnTo>
                  <a:lnTo>
                    <a:pt x="1509200" y="500732"/>
                  </a:lnTo>
                  <a:cubicBezTo>
                    <a:pt x="1554240" y="503556"/>
                    <a:pt x="1578118" y="526814"/>
                    <a:pt x="1600457" y="548032"/>
                  </a:cubicBezTo>
                  <a:cubicBezTo>
                    <a:pt x="1620811" y="567328"/>
                    <a:pt x="1639813" y="585290"/>
                    <a:pt x="1672675" y="589480"/>
                  </a:cubicBezTo>
                  <a:lnTo>
                    <a:pt x="1687656" y="590395"/>
                  </a:lnTo>
                  <a:lnTo>
                    <a:pt x="1702991" y="589480"/>
                  </a:lnTo>
                  <a:cubicBezTo>
                    <a:pt x="1736589" y="585290"/>
                    <a:pt x="1755583" y="567328"/>
                    <a:pt x="1775902" y="548032"/>
                  </a:cubicBezTo>
                  <a:cubicBezTo>
                    <a:pt x="1797671" y="526814"/>
                    <a:pt x="1821477" y="503556"/>
                    <a:pt x="1865985" y="500732"/>
                  </a:cubicBezTo>
                  <a:lnTo>
                    <a:pt x="1875171" y="500446"/>
                  </a:lnTo>
                  <a:lnTo>
                    <a:pt x="1884453" y="500732"/>
                  </a:lnTo>
                  <a:cubicBezTo>
                    <a:pt x="1929442" y="503556"/>
                    <a:pt x="1953295" y="526814"/>
                    <a:pt x="1975602" y="548032"/>
                  </a:cubicBezTo>
                  <a:cubicBezTo>
                    <a:pt x="1995922" y="567328"/>
                    <a:pt x="2014463" y="585290"/>
                    <a:pt x="2047561" y="589480"/>
                  </a:cubicBezTo>
                  <a:lnTo>
                    <a:pt x="2062687" y="590395"/>
                  </a:lnTo>
                  <a:lnTo>
                    <a:pt x="2078025" y="589480"/>
                  </a:lnTo>
                  <a:cubicBezTo>
                    <a:pt x="2111623" y="585290"/>
                    <a:pt x="2130614" y="567328"/>
                    <a:pt x="2150933" y="548032"/>
                  </a:cubicBezTo>
                  <a:cubicBezTo>
                    <a:pt x="2172701" y="526814"/>
                    <a:pt x="2196510" y="503556"/>
                    <a:pt x="2241019" y="500732"/>
                  </a:cubicBezTo>
                  <a:lnTo>
                    <a:pt x="2250202" y="500446"/>
                  </a:lnTo>
                  <a:lnTo>
                    <a:pt x="2259500" y="500732"/>
                  </a:lnTo>
                  <a:cubicBezTo>
                    <a:pt x="2304545" y="503556"/>
                    <a:pt x="2328421" y="526814"/>
                    <a:pt x="2350772" y="548032"/>
                  </a:cubicBezTo>
                  <a:cubicBezTo>
                    <a:pt x="2371110" y="567328"/>
                    <a:pt x="2389675" y="585290"/>
                    <a:pt x="2422815" y="589480"/>
                  </a:cubicBezTo>
                  <a:lnTo>
                    <a:pt x="2437959" y="590395"/>
                  </a:lnTo>
                  <a:lnTo>
                    <a:pt x="2453275" y="589480"/>
                  </a:lnTo>
                  <a:cubicBezTo>
                    <a:pt x="2486774" y="585290"/>
                    <a:pt x="2505375" y="567328"/>
                    <a:pt x="2526203" y="548032"/>
                  </a:cubicBezTo>
                  <a:cubicBezTo>
                    <a:pt x="2549424" y="525400"/>
                    <a:pt x="2574968" y="500446"/>
                    <a:pt x="2625475" y="500446"/>
                  </a:cubicBezTo>
                  <a:cubicBezTo>
                    <a:pt x="2676563" y="500446"/>
                    <a:pt x="2702109" y="525400"/>
                    <a:pt x="2725913" y="548032"/>
                  </a:cubicBezTo>
                  <a:cubicBezTo>
                    <a:pt x="2746233" y="567328"/>
                    <a:pt x="2764773" y="585290"/>
                    <a:pt x="2797875" y="589480"/>
                  </a:cubicBezTo>
                  <a:lnTo>
                    <a:pt x="2812992" y="590395"/>
                  </a:lnTo>
                  <a:lnTo>
                    <a:pt x="2828318" y="589480"/>
                  </a:lnTo>
                  <a:cubicBezTo>
                    <a:pt x="2861804" y="585290"/>
                    <a:pt x="2880408" y="567328"/>
                    <a:pt x="2901235" y="548032"/>
                  </a:cubicBezTo>
                  <a:cubicBezTo>
                    <a:pt x="2912188" y="537423"/>
                    <a:pt x="2923617" y="526304"/>
                    <a:pt x="2937872" y="517484"/>
                  </a:cubicBezTo>
                  <a:lnTo>
                    <a:pt x="2957425" y="508319"/>
                  </a:lnTo>
                  <a:lnTo>
                    <a:pt x="2957425" y="529725"/>
                  </a:lnTo>
                  <a:lnTo>
                    <a:pt x="2944732" y="534411"/>
                  </a:lnTo>
                  <a:cubicBezTo>
                    <a:pt x="2933403" y="541837"/>
                    <a:pt x="2923655" y="551152"/>
                    <a:pt x="2913429" y="560799"/>
                  </a:cubicBezTo>
                  <a:cubicBezTo>
                    <a:pt x="2891112" y="582017"/>
                    <a:pt x="2867269" y="604765"/>
                    <a:pt x="2822285" y="607526"/>
                  </a:cubicBezTo>
                  <a:lnTo>
                    <a:pt x="2812992" y="607805"/>
                  </a:lnTo>
                  <a:lnTo>
                    <a:pt x="2803817" y="607526"/>
                  </a:lnTo>
                  <a:cubicBezTo>
                    <a:pt x="2759309" y="604765"/>
                    <a:pt x="2735489" y="582017"/>
                    <a:pt x="2713719" y="560799"/>
                  </a:cubicBezTo>
                  <a:cubicBezTo>
                    <a:pt x="2689916" y="538747"/>
                    <a:pt x="2669016" y="518436"/>
                    <a:pt x="2625475" y="518436"/>
                  </a:cubicBezTo>
                  <a:cubicBezTo>
                    <a:pt x="2582521" y="518436"/>
                    <a:pt x="2561615" y="538747"/>
                    <a:pt x="2538398" y="560799"/>
                  </a:cubicBezTo>
                  <a:cubicBezTo>
                    <a:pt x="2516079" y="582017"/>
                    <a:pt x="2492239" y="604765"/>
                    <a:pt x="2447253" y="607526"/>
                  </a:cubicBezTo>
                  <a:lnTo>
                    <a:pt x="2437959" y="607805"/>
                  </a:lnTo>
                  <a:lnTo>
                    <a:pt x="2428768" y="607526"/>
                  </a:lnTo>
                  <a:cubicBezTo>
                    <a:pt x="2384205" y="604765"/>
                    <a:pt x="2360364" y="582017"/>
                    <a:pt x="2338559" y="560799"/>
                  </a:cubicBezTo>
                  <a:cubicBezTo>
                    <a:pt x="2318221" y="541504"/>
                    <a:pt x="2299203" y="523541"/>
                    <a:pt x="2265570" y="519352"/>
                  </a:cubicBezTo>
                  <a:lnTo>
                    <a:pt x="2250202" y="518436"/>
                  </a:lnTo>
                  <a:lnTo>
                    <a:pt x="2235078" y="519352"/>
                  </a:lnTo>
                  <a:cubicBezTo>
                    <a:pt x="2201989" y="523541"/>
                    <a:pt x="2183438" y="541504"/>
                    <a:pt x="2163119" y="560799"/>
                  </a:cubicBezTo>
                  <a:cubicBezTo>
                    <a:pt x="2140811" y="582017"/>
                    <a:pt x="2116959" y="604765"/>
                    <a:pt x="2071970" y="607526"/>
                  </a:cubicBezTo>
                  <a:lnTo>
                    <a:pt x="2062687" y="607805"/>
                  </a:lnTo>
                  <a:lnTo>
                    <a:pt x="2053502" y="607526"/>
                  </a:lnTo>
                  <a:cubicBezTo>
                    <a:pt x="2008993" y="604765"/>
                    <a:pt x="1985187" y="582017"/>
                    <a:pt x="1963418" y="560799"/>
                  </a:cubicBezTo>
                  <a:cubicBezTo>
                    <a:pt x="1943099" y="541504"/>
                    <a:pt x="1924106" y="523541"/>
                    <a:pt x="1890508" y="519352"/>
                  </a:cubicBezTo>
                  <a:lnTo>
                    <a:pt x="1875171" y="518436"/>
                  </a:lnTo>
                  <a:lnTo>
                    <a:pt x="1860044" y="519352"/>
                  </a:lnTo>
                  <a:cubicBezTo>
                    <a:pt x="1826946" y="523541"/>
                    <a:pt x="1808405" y="541504"/>
                    <a:pt x="1788085" y="560799"/>
                  </a:cubicBezTo>
                  <a:cubicBezTo>
                    <a:pt x="1765780" y="582017"/>
                    <a:pt x="1741925" y="604765"/>
                    <a:pt x="1696936" y="607526"/>
                  </a:cubicBezTo>
                  <a:lnTo>
                    <a:pt x="1687656" y="607805"/>
                  </a:lnTo>
                  <a:lnTo>
                    <a:pt x="1678456" y="607526"/>
                  </a:lnTo>
                  <a:cubicBezTo>
                    <a:pt x="1633891" y="604765"/>
                    <a:pt x="1610048" y="582017"/>
                    <a:pt x="1588259" y="560799"/>
                  </a:cubicBezTo>
                  <a:cubicBezTo>
                    <a:pt x="1567905" y="541504"/>
                    <a:pt x="1548904" y="523541"/>
                    <a:pt x="1515254" y="519352"/>
                  </a:cubicBezTo>
                  <a:lnTo>
                    <a:pt x="1499902" y="518436"/>
                  </a:lnTo>
                  <a:lnTo>
                    <a:pt x="1484938" y="519352"/>
                  </a:lnTo>
                  <a:cubicBezTo>
                    <a:pt x="1452117" y="523541"/>
                    <a:pt x="1433131" y="541504"/>
                    <a:pt x="1412811" y="560799"/>
                  </a:cubicBezTo>
                  <a:cubicBezTo>
                    <a:pt x="1389009" y="583432"/>
                    <a:pt x="1363465" y="607805"/>
                    <a:pt x="1312377" y="607805"/>
                  </a:cubicBezTo>
                  <a:cubicBezTo>
                    <a:pt x="1261869" y="607805"/>
                    <a:pt x="1236325" y="583432"/>
                    <a:pt x="1213103" y="560799"/>
                  </a:cubicBezTo>
                  <a:cubicBezTo>
                    <a:pt x="1192784" y="541504"/>
                    <a:pt x="1173800" y="523541"/>
                    <a:pt x="1140203" y="519352"/>
                  </a:cubicBezTo>
                  <a:lnTo>
                    <a:pt x="1124860" y="518436"/>
                  </a:lnTo>
                  <a:lnTo>
                    <a:pt x="1109907" y="519352"/>
                  </a:lnTo>
                  <a:cubicBezTo>
                    <a:pt x="1077083" y="523541"/>
                    <a:pt x="1058099" y="541504"/>
                    <a:pt x="1037780" y="560799"/>
                  </a:cubicBezTo>
                  <a:cubicBezTo>
                    <a:pt x="1014563" y="583432"/>
                    <a:pt x="988431" y="607805"/>
                    <a:pt x="937343" y="607805"/>
                  </a:cubicBezTo>
                  <a:cubicBezTo>
                    <a:pt x="887352" y="607805"/>
                    <a:pt x="861195" y="583432"/>
                    <a:pt x="837942" y="560799"/>
                  </a:cubicBezTo>
                  <a:cubicBezTo>
                    <a:pt x="817603" y="541504"/>
                    <a:pt x="798587" y="523541"/>
                    <a:pt x="764952" y="519352"/>
                  </a:cubicBezTo>
                  <a:lnTo>
                    <a:pt x="749586" y="518436"/>
                  </a:lnTo>
                  <a:lnTo>
                    <a:pt x="734638" y="519352"/>
                  </a:lnTo>
                  <a:cubicBezTo>
                    <a:pt x="701811" y="523541"/>
                    <a:pt x="682831" y="541504"/>
                    <a:pt x="662511" y="560799"/>
                  </a:cubicBezTo>
                  <a:cubicBezTo>
                    <a:pt x="639282" y="583432"/>
                    <a:pt x="613157" y="607805"/>
                    <a:pt x="562069" y="607805"/>
                  </a:cubicBezTo>
                  <a:cubicBezTo>
                    <a:pt x="512115" y="607805"/>
                    <a:pt x="485977" y="583432"/>
                    <a:pt x="462743" y="560799"/>
                  </a:cubicBezTo>
                  <a:cubicBezTo>
                    <a:pt x="439508" y="538747"/>
                    <a:pt x="418017" y="518436"/>
                    <a:pt x="375034" y="518436"/>
                  </a:cubicBezTo>
                  <a:cubicBezTo>
                    <a:pt x="332073" y="518436"/>
                    <a:pt x="310593" y="538747"/>
                    <a:pt x="287371" y="560799"/>
                  </a:cubicBezTo>
                  <a:cubicBezTo>
                    <a:pt x="264149" y="583432"/>
                    <a:pt x="238024" y="607805"/>
                    <a:pt x="187517" y="607805"/>
                  </a:cubicBezTo>
                  <a:cubicBezTo>
                    <a:pt x="137009" y="607805"/>
                    <a:pt x="111465" y="583432"/>
                    <a:pt x="87663" y="560799"/>
                  </a:cubicBezTo>
                  <a:cubicBezTo>
                    <a:pt x="64441" y="538747"/>
                    <a:pt x="42960" y="518436"/>
                    <a:pt x="0" y="518436"/>
                  </a:cubicBezTo>
                  <a:close/>
                  <a:moveTo>
                    <a:pt x="0" y="399827"/>
                  </a:moveTo>
                  <a:cubicBezTo>
                    <a:pt x="50507" y="399827"/>
                    <a:pt x="76632" y="424837"/>
                    <a:pt x="99855" y="447520"/>
                  </a:cubicBezTo>
                  <a:cubicBezTo>
                    <a:pt x="123076" y="469622"/>
                    <a:pt x="144556" y="489978"/>
                    <a:pt x="187517" y="489978"/>
                  </a:cubicBezTo>
                  <a:cubicBezTo>
                    <a:pt x="230477" y="489978"/>
                    <a:pt x="251957" y="469622"/>
                    <a:pt x="275179" y="447520"/>
                  </a:cubicBezTo>
                  <a:cubicBezTo>
                    <a:pt x="298982" y="424837"/>
                    <a:pt x="324526" y="399827"/>
                    <a:pt x="375034" y="399827"/>
                  </a:cubicBezTo>
                  <a:cubicBezTo>
                    <a:pt x="425568" y="399827"/>
                    <a:pt x="451706" y="424837"/>
                    <a:pt x="474941" y="447520"/>
                  </a:cubicBezTo>
                  <a:cubicBezTo>
                    <a:pt x="498175" y="469622"/>
                    <a:pt x="519667" y="489978"/>
                    <a:pt x="562069" y="489978"/>
                  </a:cubicBezTo>
                  <a:cubicBezTo>
                    <a:pt x="605610" y="489978"/>
                    <a:pt x="627090" y="469622"/>
                    <a:pt x="650315" y="447520"/>
                  </a:cubicBezTo>
                  <a:cubicBezTo>
                    <a:pt x="672083" y="426255"/>
                    <a:pt x="696405" y="402944"/>
                    <a:pt x="740506" y="400114"/>
                  </a:cubicBezTo>
                  <a:lnTo>
                    <a:pt x="749586" y="399827"/>
                  </a:lnTo>
                  <a:lnTo>
                    <a:pt x="758889" y="400114"/>
                  </a:lnTo>
                  <a:cubicBezTo>
                    <a:pt x="803998" y="402944"/>
                    <a:pt x="828351" y="426255"/>
                    <a:pt x="850154" y="447520"/>
                  </a:cubicBezTo>
                  <a:cubicBezTo>
                    <a:pt x="873408" y="469622"/>
                    <a:pt x="894909" y="489978"/>
                    <a:pt x="937343" y="489978"/>
                  </a:cubicBezTo>
                  <a:cubicBezTo>
                    <a:pt x="980892" y="489978"/>
                    <a:pt x="1002368" y="469622"/>
                    <a:pt x="1025586" y="447520"/>
                  </a:cubicBezTo>
                  <a:cubicBezTo>
                    <a:pt x="1047357" y="426255"/>
                    <a:pt x="1071175" y="402944"/>
                    <a:pt x="1115684" y="400114"/>
                  </a:cubicBezTo>
                  <a:lnTo>
                    <a:pt x="1124860" y="399827"/>
                  </a:lnTo>
                  <a:lnTo>
                    <a:pt x="1134151" y="400114"/>
                  </a:lnTo>
                  <a:cubicBezTo>
                    <a:pt x="1179136" y="402944"/>
                    <a:pt x="1202980" y="426255"/>
                    <a:pt x="1225295" y="447520"/>
                  </a:cubicBezTo>
                  <a:cubicBezTo>
                    <a:pt x="1248517" y="469622"/>
                    <a:pt x="1270006" y="489978"/>
                    <a:pt x="1312377" y="489978"/>
                  </a:cubicBezTo>
                  <a:cubicBezTo>
                    <a:pt x="1355923" y="489978"/>
                    <a:pt x="1377398" y="469622"/>
                    <a:pt x="1400620" y="447520"/>
                  </a:cubicBezTo>
                  <a:cubicBezTo>
                    <a:pt x="1422391" y="426255"/>
                    <a:pt x="1446206" y="402944"/>
                    <a:pt x="1490715" y="400114"/>
                  </a:cubicBezTo>
                  <a:lnTo>
                    <a:pt x="1499902" y="399827"/>
                  </a:lnTo>
                  <a:lnTo>
                    <a:pt x="1509200" y="400114"/>
                  </a:lnTo>
                  <a:cubicBezTo>
                    <a:pt x="1554240" y="402944"/>
                    <a:pt x="1578118" y="426255"/>
                    <a:pt x="1600457" y="447520"/>
                  </a:cubicBezTo>
                  <a:cubicBezTo>
                    <a:pt x="1620811" y="466859"/>
                    <a:pt x="1639813" y="484862"/>
                    <a:pt x="1672675" y="489060"/>
                  </a:cubicBezTo>
                  <a:lnTo>
                    <a:pt x="1687656" y="489978"/>
                  </a:lnTo>
                  <a:lnTo>
                    <a:pt x="1702991" y="489060"/>
                  </a:lnTo>
                  <a:cubicBezTo>
                    <a:pt x="1736589" y="484862"/>
                    <a:pt x="1755583" y="466859"/>
                    <a:pt x="1775902" y="447520"/>
                  </a:cubicBezTo>
                  <a:cubicBezTo>
                    <a:pt x="1797671" y="426255"/>
                    <a:pt x="1821477" y="402944"/>
                    <a:pt x="1865985" y="400114"/>
                  </a:cubicBezTo>
                  <a:lnTo>
                    <a:pt x="1875171" y="399827"/>
                  </a:lnTo>
                  <a:lnTo>
                    <a:pt x="1884453" y="400114"/>
                  </a:lnTo>
                  <a:cubicBezTo>
                    <a:pt x="1929442" y="402944"/>
                    <a:pt x="1953295" y="426255"/>
                    <a:pt x="1975602" y="447520"/>
                  </a:cubicBezTo>
                  <a:cubicBezTo>
                    <a:pt x="1995922" y="466859"/>
                    <a:pt x="2014463" y="484862"/>
                    <a:pt x="2047561" y="489060"/>
                  </a:cubicBezTo>
                  <a:lnTo>
                    <a:pt x="2062687" y="489978"/>
                  </a:lnTo>
                  <a:lnTo>
                    <a:pt x="2078025" y="489060"/>
                  </a:lnTo>
                  <a:cubicBezTo>
                    <a:pt x="2111623" y="484862"/>
                    <a:pt x="2130614" y="466859"/>
                    <a:pt x="2150933" y="447520"/>
                  </a:cubicBezTo>
                  <a:cubicBezTo>
                    <a:pt x="2172701" y="426255"/>
                    <a:pt x="2196510" y="402944"/>
                    <a:pt x="2241019" y="400114"/>
                  </a:cubicBezTo>
                  <a:lnTo>
                    <a:pt x="2250202" y="399827"/>
                  </a:lnTo>
                  <a:lnTo>
                    <a:pt x="2259500" y="400114"/>
                  </a:lnTo>
                  <a:cubicBezTo>
                    <a:pt x="2304545" y="402944"/>
                    <a:pt x="2328421" y="426255"/>
                    <a:pt x="2350772" y="447520"/>
                  </a:cubicBezTo>
                  <a:cubicBezTo>
                    <a:pt x="2371110" y="466859"/>
                    <a:pt x="2389675" y="484862"/>
                    <a:pt x="2422815" y="489060"/>
                  </a:cubicBezTo>
                  <a:lnTo>
                    <a:pt x="2437959" y="489978"/>
                  </a:lnTo>
                  <a:lnTo>
                    <a:pt x="2453275" y="489060"/>
                  </a:lnTo>
                  <a:cubicBezTo>
                    <a:pt x="2486774" y="484862"/>
                    <a:pt x="2505375" y="466859"/>
                    <a:pt x="2526203" y="447520"/>
                  </a:cubicBezTo>
                  <a:cubicBezTo>
                    <a:pt x="2549424" y="424837"/>
                    <a:pt x="2574968" y="399827"/>
                    <a:pt x="2625475" y="399827"/>
                  </a:cubicBezTo>
                  <a:cubicBezTo>
                    <a:pt x="2676563" y="399827"/>
                    <a:pt x="2702109" y="424837"/>
                    <a:pt x="2725913" y="447520"/>
                  </a:cubicBezTo>
                  <a:cubicBezTo>
                    <a:pt x="2746233" y="466859"/>
                    <a:pt x="2764773" y="484862"/>
                    <a:pt x="2797875" y="489060"/>
                  </a:cubicBezTo>
                  <a:lnTo>
                    <a:pt x="2812992" y="489978"/>
                  </a:lnTo>
                  <a:lnTo>
                    <a:pt x="2828318" y="489060"/>
                  </a:lnTo>
                  <a:cubicBezTo>
                    <a:pt x="2861804" y="484862"/>
                    <a:pt x="2880408" y="466859"/>
                    <a:pt x="2901235" y="447520"/>
                  </a:cubicBezTo>
                  <a:cubicBezTo>
                    <a:pt x="2912185" y="436888"/>
                    <a:pt x="2923613" y="425744"/>
                    <a:pt x="2937867" y="416904"/>
                  </a:cubicBezTo>
                  <a:lnTo>
                    <a:pt x="2957425" y="407715"/>
                  </a:lnTo>
                  <a:lnTo>
                    <a:pt x="2957425" y="428996"/>
                  </a:lnTo>
                  <a:lnTo>
                    <a:pt x="2944727" y="433627"/>
                  </a:lnTo>
                  <a:cubicBezTo>
                    <a:pt x="2933399" y="441025"/>
                    <a:pt x="2923652" y="450392"/>
                    <a:pt x="2913429" y="460316"/>
                  </a:cubicBezTo>
                  <a:cubicBezTo>
                    <a:pt x="2891112" y="481581"/>
                    <a:pt x="2867269" y="504380"/>
                    <a:pt x="2822285" y="507147"/>
                  </a:cubicBezTo>
                  <a:lnTo>
                    <a:pt x="2812992" y="507427"/>
                  </a:lnTo>
                  <a:lnTo>
                    <a:pt x="2803817" y="507147"/>
                  </a:lnTo>
                  <a:cubicBezTo>
                    <a:pt x="2759309" y="504380"/>
                    <a:pt x="2735489" y="481581"/>
                    <a:pt x="2713719" y="460316"/>
                  </a:cubicBezTo>
                  <a:cubicBezTo>
                    <a:pt x="2689916" y="438214"/>
                    <a:pt x="2669016" y="417857"/>
                    <a:pt x="2625475" y="417857"/>
                  </a:cubicBezTo>
                  <a:cubicBezTo>
                    <a:pt x="2582521" y="417857"/>
                    <a:pt x="2561615" y="437633"/>
                    <a:pt x="2538398" y="460316"/>
                  </a:cubicBezTo>
                  <a:cubicBezTo>
                    <a:pt x="2516079" y="481581"/>
                    <a:pt x="2492239" y="504380"/>
                    <a:pt x="2447253" y="507147"/>
                  </a:cubicBezTo>
                  <a:lnTo>
                    <a:pt x="2437959" y="507427"/>
                  </a:lnTo>
                  <a:lnTo>
                    <a:pt x="2428768" y="507147"/>
                  </a:lnTo>
                  <a:cubicBezTo>
                    <a:pt x="2384205" y="504380"/>
                    <a:pt x="2360364" y="481581"/>
                    <a:pt x="2338559" y="460316"/>
                  </a:cubicBezTo>
                  <a:cubicBezTo>
                    <a:pt x="2318221" y="440977"/>
                    <a:pt x="2299203" y="422974"/>
                    <a:pt x="2265570" y="418775"/>
                  </a:cubicBezTo>
                  <a:lnTo>
                    <a:pt x="2250202" y="417857"/>
                  </a:lnTo>
                  <a:lnTo>
                    <a:pt x="2235078" y="418752"/>
                  </a:lnTo>
                  <a:cubicBezTo>
                    <a:pt x="2201989" y="422847"/>
                    <a:pt x="2183438" y="440468"/>
                    <a:pt x="2163119" y="460316"/>
                  </a:cubicBezTo>
                  <a:cubicBezTo>
                    <a:pt x="2140811" y="481581"/>
                    <a:pt x="2116959" y="504380"/>
                    <a:pt x="2071970" y="507147"/>
                  </a:cubicBezTo>
                  <a:lnTo>
                    <a:pt x="2062687" y="507427"/>
                  </a:lnTo>
                  <a:lnTo>
                    <a:pt x="2053502" y="507147"/>
                  </a:lnTo>
                  <a:cubicBezTo>
                    <a:pt x="2008993" y="504380"/>
                    <a:pt x="1985187" y="481581"/>
                    <a:pt x="1963418" y="460316"/>
                  </a:cubicBezTo>
                  <a:cubicBezTo>
                    <a:pt x="1943099" y="440977"/>
                    <a:pt x="1924106" y="422974"/>
                    <a:pt x="1890508" y="418775"/>
                  </a:cubicBezTo>
                  <a:lnTo>
                    <a:pt x="1875171" y="417857"/>
                  </a:lnTo>
                  <a:lnTo>
                    <a:pt x="1860044" y="418752"/>
                  </a:lnTo>
                  <a:cubicBezTo>
                    <a:pt x="1826946" y="422847"/>
                    <a:pt x="1808405" y="440468"/>
                    <a:pt x="1788085" y="460316"/>
                  </a:cubicBezTo>
                  <a:cubicBezTo>
                    <a:pt x="1765780" y="481581"/>
                    <a:pt x="1741925" y="504380"/>
                    <a:pt x="1696936" y="507147"/>
                  </a:cubicBezTo>
                  <a:lnTo>
                    <a:pt x="1687656" y="507427"/>
                  </a:lnTo>
                  <a:lnTo>
                    <a:pt x="1678456" y="507147"/>
                  </a:lnTo>
                  <a:cubicBezTo>
                    <a:pt x="1633891" y="504380"/>
                    <a:pt x="1610048" y="481581"/>
                    <a:pt x="1588259" y="460316"/>
                  </a:cubicBezTo>
                  <a:cubicBezTo>
                    <a:pt x="1567905" y="440977"/>
                    <a:pt x="1548904" y="422974"/>
                    <a:pt x="1515254" y="418775"/>
                  </a:cubicBezTo>
                  <a:lnTo>
                    <a:pt x="1499902" y="417857"/>
                  </a:lnTo>
                  <a:lnTo>
                    <a:pt x="1484938" y="418752"/>
                  </a:lnTo>
                  <a:cubicBezTo>
                    <a:pt x="1452117" y="422847"/>
                    <a:pt x="1433131" y="440468"/>
                    <a:pt x="1412811" y="460316"/>
                  </a:cubicBezTo>
                  <a:cubicBezTo>
                    <a:pt x="1389009" y="482999"/>
                    <a:pt x="1363465" y="507427"/>
                    <a:pt x="1312377" y="507427"/>
                  </a:cubicBezTo>
                  <a:cubicBezTo>
                    <a:pt x="1261869" y="507427"/>
                    <a:pt x="1236325" y="482999"/>
                    <a:pt x="1213103" y="460316"/>
                  </a:cubicBezTo>
                  <a:cubicBezTo>
                    <a:pt x="1192784" y="440977"/>
                    <a:pt x="1173800" y="422974"/>
                    <a:pt x="1140203" y="418775"/>
                  </a:cubicBezTo>
                  <a:lnTo>
                    <a:pt x="1124860" y="417857"/>
                  </a:lnTo>
                  <a:lnTo>
                    <a:pt x="1109907" y="418752"/>
                  </a:lnTo>
                  <a:cubicBezTo>
                    <a:pt x="1077083" y="422847"/>
                    <a:pt x="1058099" y="440468"/>
                    <a:pt x="1037780" y="460316"/>
                  </a:cubicBezTo>
                  <a:cubicBezTo>
                    <a:pt x="1014563" y="482999"/>
                    <a:pt x="988431" y="507427"/>
                    <a:pt x="937343" y="507427"/>
                  </a:cubicBezTo>
                  <a:cubicBezTo>
                    <a:pt x="887352" y="507427"/>
                    <a:pt x="861195" y="482999"/>
                    <a:pt x="837942" y="460316"/>
                  </a:cubicBezTo>
                  <a:cubicBezTo>
                    <a:pt x="817603" y="440977"/>
                    <a:pt x="798587" y="422974"/>
                    <a:pt x="764952" y="418775"/>
                  </a:cubicBezTo>
                  <a:lnTo>
                    <a:pt x="749586" y="417857"/>
                  </a:lnTo>
                  <a:lnTo>
                    <a:pt x="734638" y="418752"/>
                  </a:lnTo>
                  <a:cubicBezTo>
                    <a:pt x="701811" y="422847"/>
                    <a:pt x="682831" y="440468"/>
                    <a:pt x="662511" y="460316"/>
                  </a:cubicBezTo>
                  <a:cubicBezTo>
                    <a:pt x="639282" y="482999"/>
                    <a:pt x="613157" y="507427"/>
                    <a:pt x="562069" y="507427"/>
                  </a:cubicBezTo>
                  <a:cubicBezTo>
                    <a:pt x="512115" y="507427"/>
                    <a:pt x="485977" y="482999"/>
                    <a:pt x="462743" y="460316"/>
                  </a:cubicBezTo>
                  <a:cubicBezTo>
                    <a:pt x="439508" y="438214"/>
                    <a:pt x="418017" y="417857"/>
                    <a:pt x="375034" y="417857"/>
                  </a:cubicBezTo>
                  <a:cubicBezTo>
                    <a:pt x="332073" y="417857"/>
                    <a:pt x="310593" y="437633"/>
                    <a:pt x="287371" y="460316"/>
                  </a:cubicBezTo>
                  <a:cubicBezTo>
                    <a:pt x="264149" y="482999"/>
                    <a:pt x="238024" y="507427"/>
                    <a:pt x="187517" y="507427"/>
                  </a:cubicBezTo>
                  <a:cubicBezTo>
                    <a:pt x="137009" y="507427"/>
                    <a:pt x="111465" y="482999"/>
                    <a:pt x="87663" y="460316"/>
                  </a:cubicBezTo>
                  <a:cubicBezTo>
                    <a:pt x="64441" y="438214"/>
                    <a:pt x="42960" y="417857"/>
                    <a:pt x="0" y="417857"/>
                  </a:cubicBezTo>
                  <a:close/>
                  <a:moveTo>
                    <a:pt x="0" y="299931"/>
                  </a:moveTo>
                  <a:cubicBezTo>
                    <a:pt x="50507" y="299931"/>
                    <a:pt x="76632" y="324917"/>
                    <a:pt x="99855" y="347579"/>
                  </a:cubicBezTo>
                  <a:cubicBezTo>
                    <a:pt x="123076" y="369660"/>
                    <a:pt x="144556" y="389998"/>
                    <a:pt x="187517" y="389998"/>
                  </a:cubicBezTo>
                  <a:cubicBezTo>
                    <a:pt x="230477" y="389998"/>
                    <a:pt x="251957" y="369660"/>
                    <a:pt x="275179" y="347579"/>
                  </a:cubicBezTo>
                  <a:cubicBezTo>
                    <a:pt x="298982" y="324917"/>
                    <a:pt x="324526" y="299931"/>
                    <a:pt x="375034" y="299931"/>
                  </a:cubicBezTo>
                  <a:cubicBezTo>
                    <a:pt x="425568" y="299931"/>
                    <a:pt x="451706" y="324917"/>
                    <a:pt x="474941" y="347579"/>
                  </a:cubicBezTo>
                  <a:cubicBezTo>
                    <a:pt x="498175" y="369660"/>
                    <a:pt x="519667" y="389998"/>
                    <a:pt x="562069" y="389998"/>
                  </a:cubicBezTo>
                  <a:cubicBezTo>
                    <a:pt x="605610" y="389998"/>
                    <a:pt x="627090" y="369660"/>
                    <a:pt x="650315" y="347579"/>
                  </a:cubicBezTo>
                  <a:cubicBezTo>
                    <a:pt x="672083" y="326334"/>
                    <a:pt x="696405" y="303045"/>
                    <a:pt x="740506" y="300217"/>
                  </a:cubicBezTo>
                  <a:lnTo>
                    <a:pt x="749586" y="299931"/>
                  </a:lnTo>
                  <a:lnTo>
                    <a:pt x="758889" y="300217"/>
                  </a:lnTo>
                  <a:cubicBezTo>
                    <a:pt x="803998" y="303045"/>
                    <a:pt x="828351" y="326334"/>
                    <a:pt x="850154" y="347579"/>
                  </a:cubicBezTo>
                  <a:cubicBezTo>
                    <a:pt x="873408" y="369660"/>
                    <a:pt x="894909" y="389998"/>
                    <a:pt x="937343" y="389998"/>
                  </a:cubicBezTo>
                  <a:cubicBezTo>
                    <a:pt x="980892" y="389998"/>
                    <a:pt x="1002368" y="369660"/>
                    <a:pt x="1025586" y="347579"/>
                  </a:cubicBezTo>
                  <a:cubicBezTo>
                    <a:pt x="1047357" y="326334"/>
                    <a:pt x="1071175" y="303045"/>
                    <a:pt x="1115684" y="300217"/>
                  </a:cubicBezTo>
                  <a:lnTo>
                    <a:pt x="1124860" y="299931"/>
                  </a:lnTo>
                  <a:lnTo>
                    <a:pt x="1134151" y="300217"/>
                  </a:lnTo>
                  <a:cubicBezTo>
                    <a:pt x="1179136" y="303045"/>
                    <a:pt x="1202980" y="326334"/>
                    <a:pt x="1225295" y="347579"/>
                  </a:cubicBezTo>
                  <a:cubicBezTo>
                    <a:pt x="1248517" y="369660"/>
                    <a:pt x="1270006" y="389998"/>
                    <a:pt x="1312377" y="389998"/>
                  </a:cubicBezTo>
                  <a:cubicBezTo>
                    <a:pt x="1355923" y="389998"/>
                    <a:pt x="1377398" y="369660"/>
                    <a:pt x="1400620" y="347579"/>
                  </a:cubicBezTo>
                  <a:cubicBezTo>
                    <a:pt x="1422391" y="326334"/>
                    <a:pt x="1446206" y="303045"/>
                    <a:pt x="1490715" y="300217"/>
                  </a:cubicBezTo>
                  <a:lnTo>
                    <a:pt x="1499902" y="299931"/>
                  </a:lnTo>
                  <a:lnTo>
                    <a:pt x="1509200" y="300217"/>
                  </a:lnTo>
                  <a:cubicBezTo>
                    <a:pt x="1554240" y="303045"/>
                    <a:pt x="1578118" y="326334"/>
                    <a:pt x="1600457" y="347579"/>
                  </a:cubicBezTo>
                  <a:cubicBezTo>
                    <a:pt x="1620811" y="366900"/>
                    <a:pt x="1639813" y="384886"/>
                    <a:pt x="1672675" y="389081"/>
                  </a:cubicBezTo>
                  <a:lnTo>
                    <a:pt x="1687656" y="389998"/>
                  </a:lnTo>
                  <a:lnTo>
                    <a:pt x="1702991" y="389081"/>
                  </a:lnTo>
                  <a:cubicBezTo>
                    <a:pt x="1736589" y="384886"/>
                    <a:pt x="1755583" y="366900"/>
                    <a:pt x="1775902" y="347579"/>
                  </a:cubicBezTo>
                  <a:cubicBezTo>
                    <a:pt x="1797671" y="326334"/>
                    <a:pt x="1821477" y="303045"/>
                    <a:pt x="1865985" y="300217"/>
                  </a:cubicBezTo>
                  <a:lnTo>
                    <a:pt x="1875171" y="299931"/>
                  </a:lnTo>
                  <a:lnTo>
                    <a:pt x="1884453" y="300217"/>
                  </a:lnTo>
                  <a:cubicBezTo>
                    <a:pt x="1929442" y="303045"/>
                    <a:pt x="1953295" y="326334"/>
                    <a:pt x="1975602" y="347579"/>
                  </a:cubicBezTo>
                  <a:cubicBezTo>
                    <a:pt x="1995922" y="366900"/>
                    <a:pt x="2014463" y="384886"/>
                    <a:pt x="2047561" y="389081"/>
                  </a:cubicBezTo>
                  <a:lnTo>
                    <a:pt x="2062687" y="389998"/>
                  </a:lnTo>
                  <a:lnTo>
                    <a:pt x="2078025" y="389081"/>
                  </a:lnTo>
                  <a:cubicBezTo>
                    <a:pt x="2111623" y="384886"/>
                    <a:pt x="2130614" y="366900"/>
                    <a:pt x="2150933" y="347579"/>
                  </a:cubicBezTo>
                  <a:cubicBezTo>
                    <a:pt x="2172701" y="326334"/>
                    <a:pt x="2196510" y="303045"/>
                    <a:pt x="2241019" y="300217"/>
                  </a:cubicBezTo>
                  <a:lnTo>
                    <a:pt x="2250202" y="299931"/>
                  </a:lnTo>
                  <a:lnTo>
                    <a:pt x="2259500" y="300217"/>
                  </a:lnTo>
                  <a:cubicBezTo>
                    <a:pt x="2304545" y="303045"/>
                    <a:pt x="2328421" y="326334"/>
                    <a:pt x="2350772" y="347579"/>
                  </a:cubicBezTo>
                  <a:cubicBezTo>
                    <a:pt x="2371110" y="366900"/>
                    <a:pt x="2389675" y="384886"/>
                    <a:pt x="2422815" y="389081"/>
                  </a:cubicBezTo>
                  <a:lnTo>
                    <a:pt x="2437959" y="389998"/>
                  </a:lnTo>
                  <a:lnTo>
                    <a:pt x="2453275" y="389081"/>
                  </a:lnTo>
                  <a:cubicBezTo>
                    <a:pt x="2486774" y="384886"/>
                    <a:pt x="2505375" y="366900"/>
                    <a:pt x="2526203" y="347579"/>
                  </a:cubicBezTo>
                  <a:cubicBezTo>
                    <a:pt x="2549424" y="324917"/>
                    <a:pt x="2574968" y="299931"/>
                    <a:pt x="2625475" y="299931"/>
                  </a:cubicBezTo>
                  <a:cubicBezTo>
                    <a:pt x="2676563" y="299931"/>
                    <a:pt x="2702109" y="324917"/>
                    <a:pt x="2725913" y="347579"/>
                  </a:cubicBezTo>
                  <a:cubicBezTo>
                    <a:pt x="2746233" y="366900"/>
                    <a:pt x="2764773" y="384886"/>
                    <a:pt x="2797875" y="389081"/>
                  </a:cubicBezTo>
                  <a:lnTo>
                    <a:pt x="2812992" y="389998"/>
                  </a:lnTo>
                  <a:lnTo>
                    <a:pt x="2828318" y="389081"/>
                  </a:lnTo>
                  <a:cubicBezTo>
                    <a:pt x="2861804" y="384886"/>
                    <a:pt x="2880408" y="366900"/>
                    <a:pt x="2901235" y="347579"/>
                  </a:cubicBezTo>
                  <a:cubicBezTo>
                    <a:pt x="2912182" y="336957"/>
                    <a:pt x="2923608" y="325823"/>
                    <a:pt x="2937862" y="316992"/>
                  </a:cubicBezTo>
                  <a:lnTo>
                    <a:pt x="2957425" y="307808"/>
                  </a:lnTo>
                  <a:lnTo>
                    <a:pt x="2957425" y="329243"/>
                  </a:lnTo>
                  <a:lnTo>
                    <a:pt x="2944722" y="333940"/>
                  </a:lnTo>
                  <a:cubicBezTo>
                    <a:pt x="2933394" y="341376"/>
                    <a:pt x="2923649" y="350703"/>
                    <a:pt x="2913429" y="360363"/>
                  </a:cubicBezTo>
                  <a:cubicBezTo>
                    <a:pt x="2891112" y="381609"/>
                    <a:pt x="2867269" y="404897"/>
                    <a:pt x="2822285" y="407725"/>
                  </a:cubicBezTo>
                  <a:lnTo>
                    <a:pt x="2812992" y="408011"/>
                  </a:lnTo>
                  <a:lnTo>
                    <a:pt x="2803817" y="407725"/>
                  </a:lnTo>
                  <a:cubicBezTo>
                    <a:pt x="2759309" y="404897"/>
                    <a:pt x="2735489" y="381609"/>
                    <a:pt x="2713719" y="360363"/>
                  </a:cubicBezTo>
                  <a:cubicBezTo>
                    <a:pt x="2689916" y="338282"/>
                    <a:pt x="2669016" y="317944"/>
                    <a:pt x="2625475" y="317944"/>
                  </a:cubicBezTo>
                  <a:cubicBezTo>
                    <a:pt x="2582521" y="317944"/>
                    <a:pt x="2561615" y="338282"/>
                    <a:pt x="2538398" y="360363"/>
                  </a:cubicBezTo>
                  <a:cubicBezTo>
                    <a:pt x="2516079" y="381609"/>
                    <a:pt x="2492239" y="404897"/>
                    <a:pt x="2447253" y="407725"/>
                  </a:cubicBezTo>
                  <a:lnTo>
                    <a:pt x="2437959" y="408011"/>
                  </a:lnTo>
                  <a:lnTo>
                    <a:pt x="2428768" y="407725"/>
                  </a:lnTo>
                  <a:cubicBezTo>
                    <a:pt x="2384205" y="404897"/>
                    <a:pt x="2360364" y="381609"/>
                    <a:pt x="2338559" y="360363"/>
                  </a:cubicBezTo>
                  <a:cubicBezTo>
                    <a:pt x="2318221" y="341042"/>
                    <a:pt x="2299203" y="323056"/>
                    <a:pt x="2265570" y="318861"/>
                  </a:cubicBezTo>
                  <a:lnTo>
                    <a:pt x="2250202" y="317944"/>
                  </a:lnTo>
                  <a:lnTo>
                    <a:pt x="2235078" y="318861"/>
                  </a:lnTo>
                  <a:cubicBezTo>
                    <a:pt x="2201989" y="323056"/>
                    <a:pt x="2183438" y="341042"/>
                    <a:pt x="2163119" y="360363"/>
                  </a:cubicBezTo>
                  <a:cubicBezTo>
                    <a:pt x="2140811" y="381609"/>
                    <a:pt x="2116959" y="404897"/>
                    <a:pt x="2071970" y="407725"/>
                  </a:cubicBezTo>
                  <a:lnTo>
                    <a:pt x="2062687" y="408011"/>
                  </a:lnTo>
                  <a:lnTo>
                    <a:pt x="2053502" y="407725"/>
                  </a:lnTo>
                  <a:cubicBezTo>
                    <a:pt x="2008993" y="404897"/>
                    <a:pt x="1985187" y="381609"/>
                    <a:pt x="1963418" y="360363"/>
                  </a:cubicBezTo>
                  <a:cubicBezTo>
                    <a:pt x="1943099" y="341042"/>
                    <a:pt x="1924106" y="323056"/>
                    <a:pt x="1890508" y="318861"/>
                  </a:cubicBezTo>
                  <a:lnTo>
                    <a:pt x="1875171" y="317944"/>
                  </a:lnTo>
                  <a:lnTo>
                    <a:pt x="1860044" y="318861"/>
                  </a:lnTo>
                  <a:cubicBezTo>
                    <a:pt x="1826946" y="323056"/>
                    <a:pt x="1808405" y="341042"/>
                    <a:pt x="1788085" y="360363"/>
                  </a:cubicBezTo>
                  <a:cubicBezTo>
                    <a:pt x="1765780" y="381609"/>
                    <a:pt x="1741925" y="404897"/>
                    <a:pt x="1696936" y="407725"/>
                  </a:cubicBezTo>
                  <a:lnTo>
                    <a:pt x="1687656" y="408011"/>
                  </a:lnTo>
                  <a:lnTo>
                    <a:pt x="1678456" y="407725"/>
                  </a:lnTo>
                  <a:cubicBezTo>
                    <a:pt x="1633891" y="404897"/>
                    <a:pt x="1610048" y="381609"/>
                    <a:pt x="1588259" y="360363"/>
                  </a:cubicBezTo>
                  <a:cubicBezTo>
                    <a:pt x="1567905" y="341042"/>
                    <a:pt x="1548904" y="323056"/>
                    <a:pt x="1515254" y="318861"/>
                  </a:cubicBezTo>
                  <a:lnTo>
                    <a:pt x="1499902" y="317944"/>
                  </a:lnTo>
                  <a:lnTo>
                    <a:pt x="1484938" y="318861"/>
                  </a:lnTo>
                  <a:cubicBezTo>
                    <a:pt x="1452117" y="323056"/>
                    <a:pt x="1433131" y="341042"/>
                    <a:pt x="1412811" y="360363"/>
                  </a:cubicBezTo>
                  <a:cubicBezTo>
                    <a:pt x="1389009" y="383025"/>
                    <a:pt x="1363465" y="408011"/>
                    <a:pt x="1312377" y="408011"/>
                  </a:cubicBezTo>
                  <a:cubicBezTo>
                    <a:pt x="1261869" y="408011"/>
                    <a:pt x="1236325" y="383025"/>
                    <a:pt x="1213103" y="360363"/>
                  </a:cubicBezTo>
                  <a:cubicBezTo>
                    <a:pt x="1192784" y="341042"/>
                    <a:pt x="1173800" y="323056"/>
                    <a:pt x="1140203" y="318861"/>
                  </a:cubicBezTo>
                  <a:lnTo>
                    <a:pt x="1124860" y="317944"/>
                  </a:lnTo>
                  <a:lnTo>
                    <a:pt x="1109907" y="318861"/>
                  </a:lnTo>
                  <a:cubicBezTo>
                    <a:pt x="1077083" y="323056"/>
                    <a:pt x="1058099" y="341042"/>
                    <a:pt x="1037780" y="360363"/>
                  </a:cubicBezTo>
                  <a:cubicBezTo>
                    <a:pt x="1014563" y="383025"/>
                    <a:pt x="988431" y="408011"/>
                    <a:pt x="937343" y="408011"/>
                  </a:cubicBezTo>
                  <a:cubicBezTo>
                    <a:pt x="887352" y="408011"/>
                    <a:pt x="861195" y="383025"/>
                    <a:pt x="837942" y="360363"/>
                  </a:cubicBezTo>
                  <a:cubicBezTo>
                    <a:pt x="817603" y="341042"/>
                    <a:pt x="798587" y="323056"/>
                    <a:pt x="764952" y="318861"/>
                  </a:cubicBezTo>
                  <a:lnTo>
                    <a:pt x="749586" y="317944"/>
                  </a:lnTo>
                  <a:lnTo>
                    <a:pt x="734638" y="318861"/>
                  </a:lnTo>
                  <a:cubicBezTo>
                    <a:pt x="701811" y="323056"/>
                    <a:pt x="682831" y="341042"/>
                    <a:pt x="662511" y="360363"/>
                  </a:cubicBezTo>
                  <a:cubicBezTo>
                    <a:pt x="639282" y="383025"/>
                    <a:pt x="613157" y="408011"/>
                    <a:pt x="562069" y="408011"/>
                  </a:cubicBezTo>
                  <a:cubicBezTo>
                    <a:pt x="512115" y="408011"/>
                    <a:pt x="485977" y="383025"/>
                    <a:pt x="462743" y="360363"/>
                  </a:cubicBezTo>
                  <a:cubicBezTo>
                    <a:pt x="439508" y="338282"/>
                    <a:pt x="418017" y="317944"/>
                    <a:pt x="375034" y="317944"/>
                  </a:cubicBezTo>
                  <a:cubicBezTo>
                    <a:pt x="332073" y="317944"/>
                    <a:pt x="310593" y="338282"/>
                    <a:pt x="287371" y="360363"/>
                  </a:cubicBezTo>
                  <a:cubicBezTo>
                    <a:pt x="264149" y="383025"/>
                    <a:pt x="238024" y="408011"/>
                    <a:pt x="187517" y="408011"/>
                  </a:cubicBezTo>
                  <a:cubicBezTo>
                    <a:pt x="137009" y="408011"/>
                    <a:pt x="111465" y="383025"/>
                    <a:pt x="87663" y="360363"/>
                  </a:cubicBezTo>
                  <a:cubicBezTo>
                    <a:pt x="64441" y="338282"/>
                    <a:pt x="42960" y="317944"/>
                    <a:pt x="0" y="317944"/>
                  </a:cubicBezTo>
                  <a:close/>
                  <a:moveTo>
                    <a:pt x="0" y="200515"/>
                  </a:moveTo>
                  <a:cubicBezTo>
                    <a:pt x="50507" y="200515"/>
                    <a:pt x="76632" y="225469"/>
                    <a:pt x="99855" y="247521"/>
                  </a:cubicBezTo>
                  <a:cubicBezTo>
                    <a:pt x="123076" y="270154"/>
                    <a:pt x="144556" y="289884"/>
                    <a:pt x="187517" y="289884"/>
                  </a:cubicBezTo>
                  <a:cubicBezTo>
                    <a:pt x="230477" y="289884"/>
                    <a:pt x="251957" y="270154"/>
                    <a:pt x="275179" y="247521"/>
                  </a:cubicBezTo>
                  <a:cubicBezTo>
                    <a:pt x="298982" y="225469"/>
                    <a:pt x="324526" y="200515"/>
                    <a:pt x="375034" y="200515"/>
                  </a:cubicBezTo>
                  <a:cubicBezTo>
                    <a:pt x="425568" y="200515"/>
                    <a:pt x="451706" y="225469"/>
                    <a:pt x="474941" y="247521"/>
                  </a:cubicBezTo>
                  <a:cubicBezTo>
                    <a:pt x="498175" y="270154"/>
                    <a:pt x="519667" y="289884"/>
                    <a:pt x="562069" y="289884"/>
                  </a:cubicBezTo>
                  <a:cubicBezTo>
                    <a:pt x="605610" y="289884"/>
                    <a:pt x="627090" y="270154"/>
                    <a:pt x="650315" y="247521"/>
                  </a:cubicBezTo>
                  <a:cubicBezTo>
                    <a:pt x="672083" y="226847"/>
                    <a:pt x="696405" y="203623"/>
                    <a:pt x="740506" y="200801"/>
                  </a:cubicBezTo>
                  <a:lnTo>
                    <a:pt x="749586" y="200515"/>
                  </a:lnTo>
                  <a:lnTo>
                    <a:pt x="758889" y="200801"/>
                  </a:lnTo>
                  <a:cubicBezTo>
                    <a:pt x="803998" y="203623"/>
                    <a:pt x="828351" y="226847"/>
                    <a:pt x="850154" y="247521"/>
                  </a:cubicBezTo>
                  <a:cubicBezTo>
                    <a:pt x="873408" y="270154"/>
                    <a:pt x="894909" y="289884"/>
                    <a:pt x="937343" y="289884"/>
                  </a:cubicBezTo>
                  <a:cubicBezTo>
                    <a:pt x="980892" y="289884"/>
                    <a:pt x="1002368" y="270154"/>
                    <a:pt x="1025586" y="247521"/>
                  </a:cubicBezTo>
                  <a:cubicBezTo>
                    <a:pt x="1047357" y="226847"/>
                    <a:pt x="1071175" y="203623"/>
                    <a:pt x="1115684" y="200801"/>
                  </a:cubicBezTo>
                  <a:lnTo>
                    <a:pt x="1124860" y="200515"/>
                  </a:lnTo>
                  <a:lnTo>
                    <a:pt x="1134151" y="200801"/>
                  </a:lnTo>
                  <a:cubicBezTo>
                    <a:pt x="1179136" y="203623"/>
                    <a:pt x="1202980" y="226847"/>
                    <a:pt x="1225295" y="247521"/>
                  </a:cubicBezTo>
                  <a:cubicBezTo>
                    <a:pt x="1248517" y="270154"/>
                    <a:pt x="1270006" y="289884"/>
                    <a:pt x="1312377" y="289884"/>
                  </a:cubicBezTo>
                  <a:cubicBezTo>
                    <a:pt x="1355923" y="289884"/>
                    <a:pt x="1377398" y="270154"/>
                    <a:pt x="1400620" y="247521"/>
                  </a:cubicBezTo>
                  <a:cubicBezTo>
                    <a:pt x="1422391" y="226847"/>
                    <a:pt x="1446206" y="203623"/>
                    <a:pt x="1490715" y="200801"/>
                  </a:cubicBezTo>
                  <a:lnTo>
                    <a:pt x="1499902" y="200515"/>
                  </a:lnTo>
                  <a:lnTo>
                    <a:pt x="1509200" y="200801"/>
                  </a:lnTo>
                  <a:cubicBezTo>
                    <a:pt x="1554240" y="203623"/>
                    <a:pt x="1578118" y="226847"/>
                    <a:pt x="1600457" y="247521"/>
                  </a:cubicBezTo>
                  <a:cubicBezTo>
                    <a:pt x="1620811" y="267325"/>
                    <a:pt x="1639813" y="284906"/>
                    <a:pt x="1672675" y="288992"/>
                  </a:cubicBezTo>
                  <a:lnTo>
                    <a:pt x="1687656" y="289884"/>
                  </a:lnTo>
                  <a:lnTo>
                    <a:pt x="1702991" y="288992"/>
                  </a:lnTo>
                  <a:cubicBezTo>
                    <a:pt x="1736589" y="284906"/>
                    <a:pt x="1755583" y="267325"/>
                    <a:pt x="1775902" y="247521"/>
                  </a:cubicBezTo>
                  <a:cubicBezTo>
                    <a:pt x="1797671" y="226847"/>
                    <a:pt x="1821477" y="203623"/>
                    <a:pt x="1865985" y="200801"/>
                  </a:cubicBezTo>
                  <a:lnTo>
                    <a:pt x="1875171" y="200515"/>
                  </a:lnTo>
                  <a:lnTo>
                    <a:pt x="1884453" y="200801"/>
                  </a:lnTo>
                  <a:cubicBezTo>
                    <a:pt x="1929442" y="203623"/>
                    <a:pt x="1953295" y="226847"/>
                    <a:pt x="1975602" y="247521"/>
                  </a:cubicBezTo>
                  <a:cubicBezTo>
                    <a:pt x="1995922" y="267325"/>
                    <a:pt x="2014463" y="284906"/>
                    <a:pt x="2047561" y="288992"/>
                  </a:cubicBezTo>
                  <a:lnTo>
                    <a:pt x="2062687" y="289884"/>
                  </a:lnTo>
                  <a:lnTo>
                    <a:pt x="2078025" y="288992"/>
                  </a:lnTo>
                  <a:cubicBezTo>
                    <a:pt x="2111623" y="284906"/>
                    <a:pt x="2130614" y="267325"/>
                    <a:pt x="2150933" y="247521"/>
                  </a:cubicBezTo>
                  <a:cubicBezTo>
                    <a:pt x="2172701" y="226847"/>
                    <a:pt x="2196510" y="203623"/>
                    <a:pt x="2241019" y="200801"/>
                  </a:cubicBezTo>
                  <a:lnTo>
                    <a:pt x="2250202" y="200515"/>
                  </a:lnTo>
                  <a:lnTo>
                    <a:pt x="2259500" y="200801"/>
                  </a:lnTo>
                  <a:cubicBezTo>
                    <a:pt x="2304545" y="203623"/>
                    <a:pt x="2328421" y="226847"/>
                    <a:pt x="2350772" y="247521"/>
                  </a:cubicBezTo>
                  <a:cubicBezTo>
                    <a:pt x="2371110" y="267325"/>
                    <a:pt x="2389675" y="284906"/>
                    <a:pt x="2422815" y="288992"/>
                  </a:cubicBezTo>
                  <a:lnTo>
                    <a:pt x="2437959" y="289884"/>
                  </a:lnTo>
                  <a:lnTo>
                    <a:pt x="2453275" y="288992"/>
                  </a:lnTo>
                  <a:cubicBezTo>
                    <a:pt x="2486774" y="284906"/>
                    <a:pt x="2505375" y="267325"/>
                    <a:pt x="2526203" y="247521"/>
                  </a:cubicBezTo>
                  <a:cubicBezTo>
                    <a:pt x="2549424" y="225469"/>
                    <a:pt x="2574968" y="200515"/>
                    <a:pt x="2625475" y="200515"/>
                  </a:cubicBezTo>
                  <a:cubicBezTo>
                    <a:pt x="2676563" y="200515"/>
                    <a:pt x="2702109" y="225469"/>
                    <a:pt x="2725913" y="247521"/>
                  </a:cubicBezTo>
                  <a:cubicBezTo>
                    <a:pt x="2746233" y="267325"/>
                    <a:pt x="2764773" y="284906"/>
                    <a:pt x="2797875" y="288992"/>
                  </a:cubicBezTo>
                  <a:lnTo>
                    <a:pt x="2812992" y="289884"/>
                  </a:lnTo>
                  <a:lnTo>
                    <a:pt x="2828318" y="288992"/>
                  </a:lnTo>
                  <a:cubicBezTo>
                    <a:pt x="2861804" y="284906"/>
                    <a:pt x="2880408" y="267325"/>
                    <a:pt x="2901235" y="247521"/>
                  </a:cubicBezTo>
                  <a:cubicBezTo>
                    <a:pt x="2912179" y="237184"/>
                    <a:pt x="2923604" y="226210"/>
                    <a:pt x="2937856" y="217467"/>
                  </a:cubicBezTo>
                  <a:lnTo>
                    <a:pt x="2957425" y="208352"/>
                  </a:lnTo>
                  <a:lnTo>
                    <a:pt x="2957425" y="229614"/>
                  </a:lnTo>
                  <a:lnTo>
                    <a:pt x="2944716" y="234239"/>
                  </a:lnTo>
                  <a:cubicBezTo>
                    <a:pt x="2933390" y="241621"/>
                    <a:pt x="2923646" y="250967"/>
                    <a:pt x="2913429" y="260869"/>
                  </a:cubicBezTo>
                  <a:cubicBezTo>
                    <a:pt x="2891112" y="282086"/>
                    <a:pt x="2867269" y="304835"/>
                    <a:pt x="2822285" y="307595"/>
                  </a:cubicBezTo>
                  <a:lnTo>
                    <a:pt x="2812992" y="307874"/>
                  </a:lnTo>
                  <a:lnTo>
                    <a:pt x="2803817" y="307595"/>
                  </a:lnTo>
                  <a:cubicBezTo>
                    <a:pt x="2759309" y="304835"/>
                    <a:pt x="2735489" y="282086"/>
                    <a:pt x="2713719" y="260869"/>
                  </a:cubicBezTo>
                  <a:cubicBezTo>
                    <a:pt x="2689916" y="238236"/>
                    <a:pt x="2669016" y="218505"/>
                    <a:pt x="2625475" y="218505"/>
                  </a:cubicBezTo>
                  <a:cubicBezTo>
                    <a:pt x="2582521" y="218505"/>
                    <a:pt x="2561615" y="238236"/>
                    <a:pt x="2538398" y="260869"/>
                  </a:cubicBezTo>
                  <a:cubicBezTo>
                    <a:pt x="2516079" y="282086"/>
                    <a:pt x="2492239" y="304835"/>
                    <a:pt x="2447253" y="307595"/>
                  </a:cubicBezTo>
                  <a:lnTo>
                    <a:pt x="2437959" y="307874"/>
                  </a:lnTo>
                  <a:lnTo>
                    <a:pt x="2428768" y="307595"/>
                  </a:lnTo>
                  <a:cubicBezTo>
                    <a:pt x="2384205" y="304835"/>
                    <a:pt x="2360364" y="282086"/>
                    <a:pt x="2338559" y="260869"/>
                  </a:cubicBezTo>
                  <a:cubicBezTo>
                    <a:pt x="2318221" y="241065"/>
                    <a:pt x="2299203" y="223484"/>
                    <a:pt x="2265570" y="219397"/>
                  </a:cubicBezTo>
                  <a:lnTo>
                    <a:pt x="2250202" y="218505"/>
                  </a:lnTo>
                  <a:lnTo>
                    <a:pt x="2235078" y="219397"/>
                  </a:lnTo>
                  <a:cubicBezTo>
                    <a:pt x="2201989" y="223484"/>
                    <a:pt x="2183438" y="241065"/>
                    <a:pt x="2163119" y="260869"/>
                  </a:cubicBezTo>
                  <a:cubicBezTo>
                    <a:pt x="2140811" y="282086"/>
                    <a:pt x="2116959" y="304835"/>
                    <a:pt x="2071970" y="307595"/>
                  </a:cubicBezTo>
                  <a:lnTo>
                    <a:pt x="2062687" y="307874"/>
                  </a:lnTo>
                  <a:lnTo>
                    <a:pt x="2053502" y="307595"/>
                  </a:lnTo>
                  <a:cubicBezTo>
                    <a:pt x="2008993" y="304835"/>
                    <a:pt x="1985187" y="282086"/>
                    <a:pt x="1963418" y="260869"/>
                  </a:cubicBezTo>
                  <a:cubicBezTo>
                    <a:pt x="1943099" y="241065"/>
                    <a:pt x="1924106" y="223484"/>
                    <a:pt x="1890508" y="219397"/>
                  </a:cubicBezTo>
                  <a:lnTo>
                    <a:pt x="1875171" y="218505"/>
                  </a:lnTo>
                  <a:lnTo>
                    <a:pt x="1860044" y="219397"/>
                  </a:lnTo>
                  <a:cubicBezTo>
                    <a:pt x="1826946" y="223484"/>
                    <a:pt x="1808405" y="241065"/>
                    <a:pt x="1788085" y="260869"/>
                  </a:cubicBezTo>
                  <a:cubicBezTo>
                    <a:pt x="1765780" y="282086"/>
                    <a:pt x="1741925" y="304835"/>
                    <a:pt x="1696936" y="307595"/>
                  </a:cubicBezTo>
                  <a:lnTo>
                    <a:pt x="1687656" y="307874"/>
                  </a:lnTo>
                  <a:lnTo>
                    <a:pt x="1678456" y="307595"/>
                  </a:lnTo>
                  <a:cubicBezTo>
                    <a:pt x="1633891" y="304835"/>
                    <a:pt x="1610048" y="282086"/>
                    <a:pt x="1588259" y="260869"/>
                  </a:cubicBezTo>
                  <a:cubicBezTo>
                    <a:pt x="1567905" y="241065"/>
                    <a:pt x="1548904" y="223484"/>
                    <a:pt x="1515254" y="219397"/>
                  </a:cubicBezTo>
                  <a:lnTo>
                    <a:pt x="1499902" y="218505"/>
                  </a:lnTo>
                  <a:lnTo>
                    <a:pt x="1484938" y="219397"/>
                  </a:lnTo>
                  <a:cubicBezTo>
                    <a:pt x="1452117" y="223484"/>
                    <a:pt x="1433131" y="241065"/>
                    <a:pt x="1412811" y="260869"/>
                  </a:cubicBezTo>
                  <a:cubicBezTo>
                    <a:pt x="1389009" y="283501"/>
                    <a:pt x="1363465" y="307874"/>
                    <a:pt x="1312377" y="307874"/>
                  </a:cubicBezTo>
                  <a:cubicBezTo>
                    <a:pt x="1261869" y="307874"/>
                    <a:pt x="1236325" y="283501"/>
                    <a:pt x="1213103" y="260869"/>
                  </a:cubicBezTo>
                  <a:cubicBezTo>
                    <a:pt x="1192784" y="241065"/>
                    <a:pt x="1173800" y="223484"/>
                    <a:pt x="1140203" y="219397"/>
                  </a:cubicBezTo>
                  <a:lnTo>
                    <a:pt x="1124860" y="218505"/>
                  </a:lnTo>
                  <a:lnTo>
                    <a:pt x="1109907" y="219397"/>
                  </a:lnTo>
                  <a:cubicBezTo>
                    <a:pt x="1077083" y="223484"/>
                    <a:pt x="1058099" y="241065"/>
                    <a:pt x="1037780" y="260869"/>
                  </a:cubicBezTo>
                  <a:cubicBezTo>
                    <a:pt x="1014563" y="283501"/>
                    <a:pt x="988431" y="307874"/>
                    <a:pt x="937343" y="307874"/>
                  </a:cubicBezTo>
                  <a:cubicBezTo>
                    <a:pt x="887352" y="307874"/>
                    <a:pt x="861195" y="283501"/>
                    <a:pt x="837942" y="260869"/>
                  </a:cubicBezTo>
                  <a:cubicBezTo>
                    <a:pt x="817603" y="241065"/>
                    <a:pt x="798587" y="223484"/>
                    <a:pt x="764952" y="219397"/>
                  </a:cubicBezTo>
                  <a:lnTo>
                    <a:pt x="749586" y="218505"/>
                  </a:lnTo>
                  <a:lnTo>
                    <a:pt x="734638" y="219397"/>
                  </a:lnTo>
                  <a:cubicBezTo>
                    <a:pt x="701811" y="223484"/>
                    <a:pt x="682831" y="241065"/>
                    <a:pt x="662511" y="260869"/>
                  </a:cubicBezTo>
                  <a:cubicBezTo>
                    <a:pt x="639282" y="283501"/>
                    <a:pt x="613157" y="307874"/>
                    <a:pt x="562069" y="307874"/>
                  </a:cubicBezTo>
                  <a:cubicBezTo>
                    <a:pt x="512115" y="307874"/>
                    <a:pt x="485977" y="283501"/>
                    <a:pt x="462743" y="260869"/>
                  </a:cubicBezTo>
                  <a:cubicBezTo>
                    <a:pt x="439508" y="238236"/>
                    <a:pt x="418017" y="218505"/>
                    <a:pt x="375034" y="218505"/>
                  </a:cubicBezTo>
                  <a:cubicBezTo>
                    <a:pt x="332073" y="218505"/>
                    <a:pt x="310593" y="238236"/>
                    <a:pt x="287371" y="260869"/>
                  </a:cubicBezTo>
                  <a:cubicBezTo>
                    <a:pt x="264149" y="283501"/>
                    <a:pt x="238024" y="307874"/>
                    <a:pt x="187517" y="307874"/>
                  </a:cubicBezTo>
                  <a:cubicBezTo>
                    <a:pt x="137009" y="307874"/>
                    <a:pt x="111465" y="283501"/>
                    <a:pt x="87663" y="260869"/>
                  </a:cubicBezTo>
                  <a:cubicBezTo>
                    <a:pt x="64441" y="238236"/>
                    <a:pt x="42960" y="218505"/>
                    <a:pt x="0" y="218505"/>
                  </a:cubicBezTo>
                  <a:close/>
                  <a:moveTo>
                    <a:pt x="0" y="99897"/>
                  </a:moveTo>
                  <a:cubicBezTo>
                    <a:pt x="50507" y="99897"/>
                    <a:pt x="76632" y="124325"/>
                    <a:pt x="99855" y="147008"/>
                  </a:cubicBezTo>
                  <a:cubicBezTo>
                    <a:pt x="123076" y="169691"/>
                    <a:pt x="144556" y="189466"/>
                    <a:pt x="187517" y="189466"/>
                  </a:cubicBezTo>
                  <a:cubicBezTo>
                    <a:pt x="230477" y="189466"/>
                    <a:pt x="251957" y="169691"/>
                    <a:pt x="275179" y="147008"/>
                  </a:cubicBezTo>
                  <a:cubicBezTo>
                    <a:pt x="298982" y="124906"/>
                    <a:pt x="324526" y="99897"/>
                    <a:pt x="375034" y="99897"/>
                  </a:cubicBezTo>
                  <a:cubicBezTo>
                    <a:pt x="425568" y="99897"/>
                    <a:pt x="451706" y="124325"/>
                    <a:pt x="474941" y="147008"/>
                  </a:cubicBezTo>
                  <a:cubicBezTo>
                    <a:pt x="498175" y="169691"/>
                    <a:pt x="519667" y="189466"/>
                    <a:pt x="562069" y="189466"/>
                  </a:cubicBezTo>
                  <a:cubicBezTo>
                    <a:pt x="605610" y="189466"/>
                    <a:pt x="627090" y="169691"/>
                    <a:pt x="650315" y="147008"/>
                  </a:cubicBezTo>
                  <a:cubicBezTo>
                    <a:pt x="672083" y="126288"/>
                    <a:pt x="696405" y="103012"/>
                    <a:pt x="740506" y="100183"/>
                  </a:cubicBezTo>
                  <a:lnTo>
                    <a:pt x="749586" y="99897"/>
                  </a:lnTo>
                  <a:lnTo>
                    <a:pt x="758889" y="100177"/>
                  </a:lnTo>
                  <a:cubicBezTo>
                    <a:pt x="803998" y="102943"/>
                    <a:pt x="828351" y="125742"/>
                    <a:pt x="850154" y="147008"/>
                  </a:cubicBezTo>
                  <a:cubicBezTo>
                    <a:pt x="873408" y="169691"/>
                    <a:pt x="894909" y="189466"/>
                    <a:pt x="937343" y="189466"/>
                  </a:cubicBezTo>
                  <a:cubicBezTo>
                    <a:pt x="980892" y="189466"/>
                    <a:pt x="1002368" y="169691"/>
                    <a:pt x="1025586" y="147008"/>
                  </a:cubicBezTo>
                  <a:cubicBezTo>
                    <a:pt x="1047357" y="126288"/>
                    <a:pt x="1071175" y="103012"/>
                    <a:pt x="1115684" y="100183"/>
                  </a:cubicBezTo>
                  <a:lnTo>
                    <a:pt x="1124860" y="99897"/>
                  </a:lnTo>
                  <a:lnTo>
                    <a:pt x="1134151" y="100177"/>
                  </a:lnTo>
                  <a:cubicBezTo>
                    <a:pt x="1179136" y="102943"/>
                    <a:pt x="1202980" y="125742"/>
                    <a:pt x="1225295" y="147008"/>
                  </a:cubicBezTo>
                  <a:cubicBezTo>
                    <a:pt x="1248517" y="169691"/>
                    <a:pt x="1270006" y="189466"/>
                    <a:pt x="1312377" y="189466"/>
                  </a:cubicBezTo>
                  <a:cubicBezTo>
                    <a:pt x="1355923" y="189466"/>
                    <a:pt x="1377398" y="169691"/>
                    <a:pt x="1400620" y="147008"/>
                  </a:cubicBezTo>
                  <a:cubicBezTo>
                    <a:pt x="1422391" y="126288"/>
                    <a:pt x="1446206" y="103012"/>
                    <a:pt x="1490715" y="100183"/>
                  </a:cubicBezTo>
                  <a:lnTo>
                    <a:pt x="1499902" y="99897"/>
                  </a:lnTo>
                  <a:lnTo>
                    <a:pt x="1509200" y="100177"/>
                  </a:lnTo>
                  <a:cubicBezTo>
                    <a:pt x="1554240" y="102943"/>
                    <a:pt x="1578118" y="125742"/>
                    <a:pt x="1600457" y="147008"/>
                  </a:cubicBezTo>
                  <a:cubicBezTo>
                    <a:pt x="1620811" y="166856"/>
                    <a:pt x="1639813" y="184477"/>
                    <a:pt x="1672675" y="188572"/>
                  </a:cubicBezTo>
                  <a:lnTo>
                    <a:pt x="1687656" y="189466"/>
                  </a:lnTo>
                  <a:lnTo>
                    <a:pt x="1702991" y="188572"/>
                  </a:lnTo>
                  <a:cubicBezTo>
                    <a:pt x="1736589" y="184477"/>
                    <a:pt x="1755583" y="166856"/>
                    <a:pt x="1775902" y="147008"/>
                  </a:cubicBezTo>
                  <a:cubicBezTo>
                    <a:pt x="1797671" y="126288"/>
                    <a:pt x="1821477" y="103012"/>
                    <a:pt x="1865985" y="100183"/>
                  </a:cubicBezTo>
                  <a:lnTo>
                    <a:pt x="1875171" y="99897"/>
                  </a:lnTo>
                  <a:lnTo>
                    <a:pt x="1884453" y="100177"/>
                  </a:lnTo>
                  <a:cubicBezTo>
                    <a:pt x="1929442" y="102943"/>
                    <a:pt x="1953295" y="125742"/>
                    <a:pt x="1975602" y="147008"/>
                  </a:cubicBezTo>
                  <a:cubicBezTo>
                    <a:pt x="1995922" y="166856"/>
                    <a:pt x="2014463" y="184477"/>
                    <a:pt x="2047561" y="188572"/>
                  </a:cubicBezTo>
                  <a:lnTo>
                    <a:pt x="2062687" y="189466"/>
                  </a:lnTo>
                  <a:lnTo>
                    <a:pt x="2078025" y="188572"/>
                  </a:lnTo>
                  <a:cubicBezTo>
                    <a:pt x="2111623" y="184477"/>
                    <a:pt x="2130614" y="166856"/>
                    <a:pt x="2150933" y="147008"/>
                  </a:cubicBezTo>
                  <a:cubicBezTo>
                    <a:pt x="2172701" y="126288"/>
                    <a:pt x="2196510" y="103012"/>
                    <a:pt x="2241019" y="100183"/>
                  </a:cubicBezTo>
                  <a:lnTo>
                    <a:pt x="2250202" y="99897"/>
                  </a:lnTo>
                  <a:lnTo>
                    <a:pt x="2259500" y="100177"/>
                  </a:lnTo>
                  <a:cubicBezTo>
                    <a:pt x="2304545" y="102943"/>
                    <a:pt x="2328421" y="125742"/>
                    <a:pt x="2350772" y="147008"/>
                  </a:cubicBezTo>
                  <a:cubicBezTo>
                    <a:pt x="2371110" y="166856"/>
                    <a:pt x="2389675" y="184477"/>
                    <a:pt x="2422815" y="188572"/>
                  </a:cubicBezTo>
                  <a:lnTo>
                    <a:pt x="2437959" y="189466"/>
                  </a:lnTo>
                  <a:lnTo>
                    <a:pt x="2453275" y="188572"/>
                  </a:lnTo>
                  <a:cubicBezTo>
                    <a:pt x="2486774" y="184477"/>
                    <a:pt x="2505375" y="166856"/>
                    <a:pt x="2526203" y="147008"/>
                  </a:cubicBezTo>
                  <a:cubicBezTo>
                    <a:pt x="2549424" y="124906"/>
                    <a:pt x="2574968" y="99897"/>
                    <a:pt x="2625475" y="99897"/>
                  </a:cubicBezTo>
                  <a:cubicBezTo>
                    <a:pt x="2676563" y="99897"/>
                    <a:pt x="2702109" y="124325"/>
                    <a:pt x="2725913" y="147008"/>
                  </a:cubicBezTo>
                  <a:cubicBezTo>
                    <a:pt x="2746233" y="166856"/>
                    <a:pt x="2764773" y="184477"/>
                    <a:pt x="2797875" y="188572"/>
                  </a:cubicBezTo>
                  <a:lnTo>
                    <a:pt x="2812992" y="189466"/>
                  </a:lnTo>
                  <a:lnTo>
                    <a:pt x="2828318" y="188572"/>
                  </a:lnTo>
                  <a:cubicBezTo>
                    <a:pt x="2861804" y="184477"/>
                    <a:pt x="2880408" y="166856"/>
                    <a:pt x="2901235" y="147008"/>
                  </a:cubicBezTo>
                  <a:cubicBezTo>
                    <a:pt x="2912176" y="136648"/>
                    <a:pt x="2923599" y="125649"/>
                    <a:pt x="2937851" y="116886"/>
                  </a:cubicBezTo>
                  <a:lnTo>
                    <a:pt x="2957425" y="107748"/>
                  </a:lnTo>
                  <a:lnTo>
                    <a:pt x="2957425" y="129059"/>
                  </a:lnTo>
                  <a:lnTo>
                    <a:pt x="2944711" y="133696"/>
                  </a:lnTo>
                  <a:cubicBezTo>
                    <a:pt x="2933385" y="141094"/>
                    <a:pt x="2923643" y="150461"/>
                    <a:pt x="2913429" y="160385"/>
                  </a:cubicBezTo>
                  <a:cubicBezTo>
                    <a:pt x="2891112" y="181651"/>
                    <a:pt x="2867269" y="204450"/>
                    <a:pt x="2822285" y="207216"/>
                  </a:cubicBezTo>
                  <a:lnTo>
                    <a:pt x="2812992" y="207496"/>
                  </a:lnTo>
                  <a:lnTo>
                    <a:pt x="2803817" y="207216"/>
                  </a:lnTo>
                  <a:cubicBezTo>
                    <a:pt x="2759309" y="204450"/>
                    <a:pt x="2735489" y="181651"/>
                    <a:pt x="2713719" y="160385"/>
                  </a:cubicBezTo>
                  <a:cubicBezTo>
                    <a:pt x="2689916" y="137702"/>
                    <a:pt x="2669016" y="117927"/>
                    <a:pt x="2625475" y="117927"/>
                  </a:cubicBezTo>
                  <a:cubicBezTo>
                    <a:pt x="2582521" y="117927"/>
                    <a:pt x="2561615" y="137702"/>
                    <a:pt x="2538398" y="160385"/>
                  </a:cubicBezTo>
                  <a:cubicBezTo>
                    <a:pt x="2516079" y="181651"/>
                    <a:pt x="2492239" y="204450"/>
                    <a:pt x="2447253" y="207216"/>
                  </a:cubicBezTo>
                  <a:lnTo>
                    <a:pt x="2437959" y="207496"/>
                  </a:lnTo>
                  <a:lnTo>
                    <a:pt x="2428768" y="207216"/>
                  </a:lnTo>
                  <a:cubicBezTo>
                    <a:pt x="2384205" y="204450"/>
                    <a:pt x="2360364" y="181651"/>
                    <a:pt x="2338559" y="160385"/>
                  </a:cubicBezTo>
                  <a:cubicBezTo>
                    <a:pt x="2318221" y="140537"/>
                    <a:pt x="2299203" y="122916"/>
                    <a:pt x="2265570" y="118821"/>
                  </a:cubicBezTo>
                  <a:lnTo>
                    <a:pt x="2250202" y="117927"/>
                  </a:lnTo>
                  <a:lnTo>
                    <a:pt x="2235078" y="118821"/>
                  </a:lnTo>
                  <a:cubicBezTo>
                    <a:pt x="2201989" y="122916"/>
                    <a:pt x="2183438" y="140537"/>
                    <a:pt x="2163119" y="160385"/>
                  </a:cubicBezTo>
                  <a:cubicBezTo>
                    <a:pt x="2140811" y="181651"/>
                    <a:pt x="2116959" y="204450"/>
                    <a:pt x="2071970" y="207216"/>
                  </a:cubicBezTo>
                  <a:lnTo>
                    <a:pt x="2062687" y="207496"/>
                  </a:lnTo>
                  <a:lnTo>
                    <a:pt x="2053502" y="207216"/>
                  </a:lnTo>
                  <a:cubicBezTo>
                    <a:pt x="2008993" y="204450"/>
                    <a:pt x="1985187" y="181651"/>
                    <a:pt x="1963418" y="160385"/>
                  </a:cubicBezTo>
                  <a:cubicBezTo>
                    <a:pt x="1943099" y="140537"/>
                    <a:pt x="1924106" y="122916"/>
                    <a:pt x="1890508" y="118821"/>
                  </a:cubicBezTo>
                  <a:lnTo>
                    <a:pt x="1875171" y="117927"/>
                  </a:lnTo>
                  <a:lnTo>
                    <a:pt x="1860044" y="118821"/>
                  </a:lnTo>
                  <a:cubicBezTo>
                    <a:pt x="1826946" y="122916"/>
                    <a:pt x="1808405" y="140537"/>
                    <a:pt x="1788085" y="160385"/>
                  </a:cubicBezTo>
                  <a:cubicBezTo>
                    <a:pt x="1765780" y="181651"/>
                    <a:pt x="1741925" y="204450"/>
                    <a:pt x="1696936" y="207216"/>
                  </a:cubicBezTo>
                  <a:lnTo>
                    <a:pt x="1687656" y="207496"/>
                  </a:lnTo>
                  <a:lnTo>
                    <a:pt x="1678456" y="207216"/>
                  </a:lnTo>
                  <a:cubicBezTo>
                    <a:pt x="1633891" y="204450"/>
                    <a:pt x="1610048" y="181651"/>
                    <a:pt x="1588259" y="160385"/>
                  </a:cubicBezTo>
                  <a:cubicBezTo>
                    <a:pt x="1567905" y="140537"/>
                    <a:pt x="1548904" y="122916"/>
                    <a:pt x="1515254" y="118821"/>
                  </a:cubicBezTo>
                  <a:lnTo>
                    <a:pt x="1499902" y="117927"/>
                  </a:lnTo>
                  <a:lnTo>
                    <a:pt x="1484938" y="118821"/>
                  </a:lnTo>
                  <a:cubicBezTo>
                    <a:pt x="1452117" y="122916"/>
                    <a:pt x="1433131" y="140537"/>
                    <a:pt x="1412811" y="160385"/>
                  </a:cubicBezTo>
                  <a:cubicBezTo>
                    <a:pt x="1389009" y="183068"/>
                    <a:pt x="1363465" y="207496"/>
                    <a:pt x="1312377" y="207496"/>
                  </a:cubicBezTo>
                  <a:cubicBezTo>
                    <a:pt x="1261869" y="207496"/>
                    <a:pt x="1236325" y="183068"/>
                    <a:pt x="1213103" y="160385"/>
                  </a:cubicBezTo>
                  <a:cubicBezTo>
                    <a:pt x="1192784" y="140537"/>
                    <a:pt x="1173800" y="122916"/>
                    <a:pt x="1140203" y="118821"/>
                  </a:cubicBezTo>
                  <a:lnTo>
                    <a:pt x="1124860" y="117927"/>
                  </a:lnTo>
                  <a:lnTo>
                    <a:pt x="1109907" y="118821"/>
                  </a:lnTo>
                  <a:cubicBezTo>
                    <a:pt x="1077083" y="122916"/>
                    <a:pt x="1058099" y="140537"/>
                    <a:pt x="1037780" y="160385"/>
                  </a:cubicBezTo>
                  <a:cubicBezTo>
                    <a:pt x="1014563" y="183068"/>
                    <a:pt x="988431" y="207496"/>
                    <a:pt x="937343" y="207496"/>
                  </a:cubicBezTo>
                  <a:cubicBezTo>
                    <a:pt x="887352" y="207496"/>
                    <a:pt x="861195" y="183068"/>
                    <a:pt x="837942" y="160385"/>
                  </a:cubicBezTo>
                  <a:cubicBezTo>
                    <a:pt x="817603" y="140537"/>
                    <a:pt x="798587" y="122916"/>
                    <a:pt x="764952" y="118821"/>
                  </a:cubicBezTo>
                  <a:lnTo>
                    <a:pt x="749586" y="117927"/>
                  </a:lnTo>
                  <a:lnTo>
                    <a:pt x="734638" y="118821"/>
                  </a:lnTo>
                  <a:cubicBezTo>
                    <a:pt x="701811" y="122916"/>
                    <a:pt x="682831" y="140537"/>
                    <a:pt x="662511" y="160385"/>
                  </a:cubicBezTo>
                  <a:cubicBezTo>
                    <a:pt x="639282" y="183068"/>
                    <a:pt x="613157" y="207496"/>
                    <a:pt x="562069" y="207496"/>
                  </a:cubicBezTo>
                  <a:cubicBezTo>
                    <a:pt x="512115" y="207496"/>
                    <a:pt x="485977" y="183068"/>
                    <a:pt x="462743" y="160385"/>
                  </a:cubicBezTo>
                  <a:cubicBezTo>
                    <a:pt x="439508" y="137702"/>
                    <a:pt x="418017" y="117927"/>
                    <a:pt x="375034" y="117927"/>
                  </a:cubicBezTo>
                  <a:cubicBezTo>
                    <a:pt x="332073" y="117927"/>
                    <a:pt x="310593" y="137702"/>
                    <a:pt x="287371" y="160385"/>
                  </a:cubicBezTo>
                  <a:cubicBezTo>
                    <a:pt x="264149" y="183068"/>
                    <a:pt x="238024" y="207496"/>
                    <a:pt x="187517" y="207496"/>
                  </a:cubicBezTo>
                  <a:cubicBezTo>
                    <a:pt x="137009" y="207496"/>
                    <a:pt x="111465" y="183068"/>
                    <a:pt x="87663" y="160385"/>
                  </a:cubicBezTo>
                  <a:cubicBezTo>
                    <a:pt x="64441" y="137702"/>
                    <a:pt x="42960" y="117927"/>
                    <a:pt x="0" y="117927"/>
                  </a:cubicBezTo>
                  <a:close/>
                  <a:moveTo>
                    <a:pt x="0" y="0"/>
                  </a:moveTo>
                  <a:cubicBezTo>
                    <a:pt x="50507" y="0"/>
                    <a:pt x="76632" y="24987"/>
                    <a:pt x="99855" y="47649"/>
                  </a:cubicBezTo>
                  <a:cubicBezTo>
                    <a:pt x="123076" y="69730"/>
                    <a:pt x="144556" y="90068"/>
                    <a:pt x="187517" y="90068"/>
                  </a:cubicBezTo>
                  <a:cubicBezTo>
                    <a:pt x="230477" y="90068"/>
                    <a:pt x="251957" y="69730"/>
                    <a:pt x="275179" y="47649"/>
                  </a:cubicBezTo>
                  <a:cubicBezTo>
                    <a:pt x="298982" y="24987"/>
                    <a:pt x="324526" y="0"/>
                    <a:pt x="375034" y="0"/>
                  </a:cubicBezTo>
                  <a:cubicBezTo>
                    <a:pt x="425568" y="0"/>
                    <a:pt x="451706" y="24987"/>
                    <a:pt x="474941" y="47649"/>
                  </a:cubicBezTo>
                  <a:cubicBezTo>
                    <a:pt x="498175" y="69730"/>
                    <a:pt x="519667" y="90068"/>
                    <a:pt x="562069" y="90068"/>
                  </a:cubicBezTo>
                  <a:cubicBezTo>
                    <a:pt x="605610" y="90068"/>
                    <a:pt x="627090" y="69730"/>
                    <a:pt x="650315" y="47649"/>
                  </a:cubicBezTo>
                  <a:cubicBezTo>
                    <a:pt x="672083" y="26403"/>
                    <a:pt x="696405" y="3114"/>
                    <a:pt x="740506" y="286"/>
                  </a:cubicBezTo>
                  <a:lnTo>
                    <a:pt x="749586" y="0"/>
                  </a:lnTo>
                  <a:cubicBezTo>
                    <a:pt x="800739" y="0"/>
                    <a:pt x="826901" y="24987"/>
                    <a:pt x="850154" y="47649"/>
                  </a:cubicBezTo>
                  <a:cubicBezTo>
                    <a:pt x="873408" y="69730"/>
                    <a:pt x="894909" y="90068"/>
                    <a:pt x="937343" y="90068"/>
                  </a:cubicBezTo>
                  <a:cubicBezTo>
                    <a:pt x="980892" y="90068"/>
                    <a:pt x="1002368" y="69730"/>
                    <a:pt x="1025586" y="47649"/>
                  </a:cubicBezTo>
                  <a:cubicBezTo>
                    <a:pt x="1047357" y="26403"/>
                    <a:pt x="1071175" y="3114"/>
                    <a:pt x="1115684" y="286"/>
                  </a:cubicBezTo>
                  <a:lnTo>
                    <a:pt x="1124860" y="0"/>
                  </a:lnTo>
                  <a:cubicBezTo>
                    <a:pt x="1175948" y="0"/>
                    <a:pt x="1201492" y="24987"/>
                    <a:pt x="1225295" y="47649"/>
                  </a:cubicBezTo>
                  <a:cubicBezTo>
                    <a:pt x="1248517" y="69730"/>
                    <a:pt x="1270006" y="90068"/>
                    <a:pt x="1312377" y="90068"/>
                  </a:cubicBezTo>
                  <a:cubicBezTo>
                    <a:pt x="1355923" y="90068"/>
                    <a:pt x="1377398" y="69730"/>
                    <a:pt x="1400620" y="47649"/>
                  </a:cubicBezTo>
                  <a:cubicBezTo>
                    <a:pt x="1422391" y="26403"/>
                    <a:pt x="1446206" y="3114"/>
                    <a:pt x="1490715" y="286"/>
                  </a:cubicBezTo>
                  <a:lnTo>
                    <a:pt x="1499902" y="0"/>
                  </a:lnTo>
                  <a:cubicBezTo>
                    <a:pt x="1551049" y="0"/>
                    <a:pt x="1576632" y="24987"/>
                    <a:pt x="1600457" y="47649"/>
                  </a:cubicBezTo>
                  <a:cubicBezTo>
                    <a:pt x="1620811" y="66970"/>
                    <a:pt x="1639813" y="84956"/>
                    <a:pt x="1672675" y="89151"/>
                  </a:cubicBezTo>
                  <a:lnTo>
                    <a:pt x="1687656" y="90068"/>
                  </a:lnTo>
                  <a:lnTo>
                    <a:pt x="1702991" y="89151"/>
                  </a:lnTo>
                  <a:cubicBezTo>
                    <a:pt x="1736589" y="84956"/>
                    <a:pt x="1755583" y="66970"/>
                    <a:pt x="1775902" y="47649"/>
                  </a:cubicBezTo>
                  <a:cubicBezTo>
                    <a:pt x="1797671" y="26403"/>
                    <a:pt x="1821477" y="3114"/>
                    <a:pt x="1865985" y="286"/>
                  </a:cubicBezTo>
                  <a:lnTo>
                    <a:pt x="1875171" y="0"/>
                  </a:lnTo>
                  <a:cubicBezTo>
                    <a:pt x="1926263" y="0"/>
                    <a:pt x="1951800" y="24987"/>
                    <a:pt x="1975602" y="47649"/>
                  </a:cubicBezTo>
                  <a:cubicBezTo>
                    <a:pt x="1995922" y="66970"/>
                    <a:pt x="2014463" y="84956"/>
                    <a:pt x="2047561" y="89151"/>
                  </a:cubicBezTo>
                  <a:lnTo>
                    <a:pt x="2062687" y="90068"/>
                  </a:lnTo>
                  <a:lnTo>
                    <a:pt x="2078025" y="89151"/>
                  </a:lnTo>
                  <a:cubicBezTo>
                    <a:pt x="2111623" y="84956"/>
                    <a:pt x="2130614" y="66970"/>
                    <a:pt x="2150933" y="47649"/>
                  </a:cubicBezTo>
                  <a:cubicBezTo>
                    <a:pt x="2172701" y="26403"/>
                    <a:pt x="2196510" y="3114"/>
                    <a:pt x="2241019" y="286"/>
                  </a:cubicBezTo>
                  <a:lnTo>
                    <a:pt x="2250202" y="0"/>
                  </a:lnTo>
                  <a:cubicBezTo>
                    <a:pt x="2301355" y="0"/>
                    <a:pt x="2326932" y="24987"/>
                    <a:pt x="2350772" y="47649"/>
                  </a:cubicBezTo>
                  <a:cubicBezTo>
                    <a:pt x="2371110" y="66970"/>
                    <a:pt x="2389675" y="84956"/>
                    <a:pt x="2422815" y="89151"/>
                  </a:cubicBezTo>
                  <a:lnTo>
                    <a:pt x="2437959" y="90068"/>
                  </a:lnTo>
                  <a:lnTo>
                    <a:pt x="2453275" y="89151"/>
                  </a:lnTo>
                  <a:cubicBezTo>
                    <a:pt x="2486774" y="84956"/>
                    <a:pt x="2505375" y="66970"/>
                    <a:pt x="2526203" y="47649"/>
                  </a:cubicBezTo>
                  <a:cubicBezTo>
                    <a:pt x="2549424" y="24987"/>
                    <a:pt x="2574968" y="0"/>
                    <a:pt x="2625475" y="0"/>
                  </a:cubicBezTo>
                  <a:cubicBezTo>
                    <a:pt x="2676563" y="0"/>
                    <a:pt x="2702109" y="24987"/>
                    <a:pt x="2725913" y="47649"/>
                  </a:cubicBezTo>
                  <a:cubicBezTo>
                    <a:pt x="2746233" y="66970"/>
                    <a:pt x="2764773" y="84956"/>
                    <a:pt x="2797875" y="89151"/>
                  </a:cubicBezTo>
                  <a:lnTo>
                    <a:pt x="2812992" y="90068"/>
                  </a:lnTo>
                  <a:lnTo>
                    <a:pt x="2828318" y="89151"/>
                  </a:lnTo>
                  <a:cubicBezTo>
                    <a:pt x="2861804" y="84956"/>
                    <a:pt x="2880408" y="66970"/>
                    <a:pt x="2901235" y="47649"/>
                  </a:cubicBezTo>
                  <a:cubicBezTo>
                    <a:pt x="2912173" y="37026"/>
                    <a:pt x="2923594" y="25892"/>
                    <a:pt x="2937846" y="17061"/>
                  </a:cubicBezTo>
                  <a:lnTo>
                    <a:pt x="2957425" y="7869"/>
                  </a:lnTo>
                  <a:lnTo>
                    <a:pt x="2957425" y="29307"/>
                  </a:lnTo>
                  <a:lnTo>
                    <a:pt x="2944706" y="34009"/>
                  </a:lnTo>
                  <a:cubicBezTo>
                    <a:pt x="2933381" y="41445"/>
                    <a:pt x="2923640" y="50772"/>
                    <a:pt x="2913429" y="60433"/>
                  </a:cubicBezTo>
                  <a:cubicBezTo>
                    <a:pt x="2891112" y="81678"/>
                    <a:pt x="2867269" y="104967"/>
                    <a:pt x="2822285" y="107795"/>
                  </a:cubicBezTo>
                  <a:lnTo>
                    <a:pt x="2812992" y="108081"/>
                  </a:lnTo>
                  <a:lnTo>
                    <a:pt x="2803817" y="107795"/>
                  </a:lnTo>
                  <a:cubicBezTo>
                    <a:pt x="2759309" y="104967"/>
                    <a:pt x="2735489" y="81678"/>
                    <a:pt x="2713719" y="60433"/>
                  </a:cubicBezTo>
                  <a:cubicBezTo>
                    <a:pt x="2689916" y="38351"/>
                    <a:pt x="2669016" y="18014"/>
                    <a:pt x="2625475" y="18014"/>
                  </a:cubicBezTo>
                  <a:cubicBezTo>
                    <a:pt x="2582521" y="18014"/>
                    <a:pt x="2561615" y="38351"/>
                    <a:pt x="2538398" y="60433"/>
                  </a:cubicBezTo>
                  <a:cubicBezTo>
                    <a:pt x="2516079" y="81678"/>
                    <a:pt x="2492239" y="104967"/>
                    <a:pt x="2447253" y="107795"/>
                  </a:cubicBezTo>
                  <a:lnTo>
                    <a:pt x="2437959" y="108081"/>
                  </a:lnTo>
                  <a:lnTo>
                    <a:pt x="2428768" y="107795"/>
                  </a:lnTo>
                  <a:cubicBezTo>
                    <a:pt x="2384205" y="104967"/>
                    <a:pt x="2360364" y="81678"/>
                    <a:pt x="2338559" y="60433"/>
                  </a:cubicBezTo>
                  <a:cubicBezTo>
                    <a:pt x="2318221" y="41112"/>
                    <a:pt x="2299203" y="23125"/>
                    <a:pt x="2265570" y="18931"/>
                  </a:cubicBezTo>
                  <a:lnTo>
                    <a:pt x="2250202" y="18014"/>
                  </a:lnTo>
                  <a:lnTo>
                    <a:pt x="2235078" y="18931"/>
                  </a:lnTo>
                  <a:cubicBezTo>
                    <a:pt x="2201989" y="23125"/>
                    <a:pt x="2183438" y="41112"/>
                    <a:pt x="2163119" y="60433"/>
                  </a:cubicBezTo>
                  <a:cubicBezTo>
                    <a:pt x="2140811" y="81678"/>
                    <a:pt x="2116959" y="104967"/>
                    <a:pt x="2071970" y="107795"/>
                  </a:cubicBezTo>
                  <a:lnTo>
                    <a:pt x="2062687" y="108081"/>
                  </a:lnTo>
                  <a:lnTo>
                    <a:pt x="2053502" y="107795"/>
                  </a:lnTo>
                  <a:cubicBezTo>
                    <a:pt x="2008993" y="104967"/>
                    <a:pt x="1985187" y="81678"/>
                    <a:pt x="1963418" y="60433"/>
                  </a:cubicBezTo>
                  <a:cubicBezTo>
                    <a:pt x="1943099" y="41112"/>
                    <a:pt x="1924106" y="23125"/>
                    <a:pt x="1890508" y="18931"/>
                  </a:cubicBezTo>
                  <a:lnTo>
                    <a:pt x="1875171" y="18014"/>
                  </a:lnTo>
                  <a:lnTo>
                    <a:pt x="1860044" y="18931"/>
                  </a:lnTo>
                  <a:cubicBezTo>
                    <a:pt x="1826946" y="23125"/>
                    <a:pt x="1808405" y="41112"/>
                    <a:pt x="1788085" y="60433"/>
                  </a:cubicBezTo>
                  <a:cubicBezTo>
                    <a:pt x="1765780" y="81678"/>
                    <a:pt x="1741925" y="104967"/>
                    <a:pt x="1696936" y="107795"/>
                  </a:cubicBezTo>
                  <a:lnTo>
                    <a:pt x="1687656" y="108081"/>
                  </a:lnTo>
                  <a:lnTo>
                    <a:pt x="1678456" y="107795"/>
                  </a:lnTo>
                  <a:cubicBezTo>
                    <a:pt x="1633891" y="104967"/>
                    <a:pt x="1610048" y="81678"/>
                    <a:pt x="1588259" y="60433"/>
                  </a:cubicBezTo>
                  <a:cubicBezTo>
                    <a:pt x="1567905" y="41112"/>
                    <a:pt x="1548904" y="23125"/>
                    <a:pt x="1515254" y="18931"/>
                  </a:cubicBezTo>
                  <a:lnTo>
                    <a:pt x="1499902" y="18014"/>
                  </a:lnTo>
                  <a:lnTo>
                    <a:pt x="1484938" y="18931"/>
                  </a:lnTo>
                  <a:cubicBezTo>
                    <a:pt x="1452117" y="23125"/>
                    <a:pt x="1433131" y="41112"/>
                    <a:pt x="1412811" y="60433"/>
                  </a:cubicBezTo>
                  <a:cubicBezTo>
                    <a:pt x="1389009" y="83095"/>
                    <a:pt x="1363465" y="108081"/>
                    <a:pt x="1312377" y="108081"/>
                  </a:cubicBezTo>
                  <a:cubicBezTo>
                    <a:pt x="1261869" y="108081"/>
                    <a:pt x="1236325" y="83095"/>
                    <a:pt x="1213103" y="60433"/>
                  </a:cubicBezTo>
                  <a:cubicBezTo>
                    <a:pt x="1192784" y="41112"/>
                    <a:pt x="1173800" y="23125"/>
                    <a:pt x="1140203" y="18931"/>
                  </a:cubicBezTo>
                  <a:lnTo>
                    <a:pt x="1124860" y="18014"/>
                  </a:lnTo>
                  <a:lnTo>
                    <a:pt x="1109907" y="18931"/>
                  </a:lnTo>
                  <a:cubicBezTo>
                    <a:pt x="1077083" y="23125"/>
                    <a:pt x="1058099" y="41112"/>
                    <a:pt x="1037780" y="60433"/>
                  </a:cubicBezTo>
                  <a:cubicBezTo>
                    <a:pt x="1014563" y="83095"/>
                    <a:pt x="988431" y="108081"/>
                    <a:pt x="937343" y="108081"/>
                  </a:cubicBezTo>
                  <a:cubicBezTo>
                    <a:pt x="887352" y="108081"/>
                    <a:pt x="861195" y="83095"/>
                    <a:pt x="837942" y="60433"/>
                  </a:cubicBezTo>
                  <a:cubicBezTo>
                    <a:pt x="817603" y="41112"/>
                    <a:pt x="798587" y="23125"/>
                    <a:pt x="764952" y="18931"/>
                  </a:cubicBezTo>
                  <a:lnTo>
                    <a:pt x="749586" y="18014"/>
                  </a:lnTo>
                  <a:lnTo>
                    <a:pt x="734638" y="18931"/>
                  </a:lnTo>
                  <a:cubicBezTo>
                    <a:pt x="701811" y="23125"/>
                    <a:pt x="682831" y="41112"/>
                    <a:pt x="662511" y="60433"/>
                  </a:cubicBezTo>
                  <a:cubicBezTo>
                    <a:pt x="639282" y="83095"/>
                    <a:pt x="613157" y="108081"/>
                    <a:pt x="562069" y="108081"/>
                  </a:cubicBezTo>
                  <a:cubicBezTo>
                    <a:pt x="512115" y="108081"/>
                    <a:pt x="485977" y="83095"/>
                    <a:pt x="462743" y="60433"/>
                  </a:cubicBezTo>
                  <a:cubicBezTo>
                    <a:pt x="439508" y="38351"/>
                    <a:pt x="418017" y="18014"/>
                    <a:pt x="375034" y="18014"/>
                  </a:cubicBezTo>
                  <a:cubicBezTo>
                    <a:pt x="332073" y="18014"/>
                    <a:pt x="310593" y="38351"/>
                    <a:pt x="287371" y="60433"/>
                  </a:cubicBezTo>
                  <a:cubicBezTo>
                    <a:pt x="264149" y="83095"/>
                    <a:pt x="238024" y="108081"/>
                    <a:pt x="187517" y="108081"/>
                  </a:cubicBezTo>
                  <a:cubicBezTo>
                    <a:pt x="137009" y="108081"/>
                    <a:pt x="111465" y="83095"/>
                    <a:pt x="87663" y="60433"/>
                  </a:cubicBezTo>
                  <a:cubicBezTo>
                    <a:pt x="64441" y="38351"/>
                    <a:pt x="42960" y="18014"/>
                    <a:pt x="0" y="18014"/>
                  </a:cubicBezTo>
                  <a:close/>
                </a:path>
              </a:pathLst>
            </a:custGeom>
            <a:solidFill>
              <a:srgbClr val="1B3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dirty="0"/>
                <a:t> </a:t>
              </a: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410CFD4-5D3A-45B1-8A64-D8D7C2D63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4576" y="3432938"/>
              <a:ext cx="2957425" cy="1708593"/>
            </a:xfrm>
            <a:custGeom>
              <a:avLst/>
              <a:gdLst>
                <a:gd name="connsiteX0" fmla="*/ 0 w 2957425"/>
                <a:gd name="connsiteY0" fmla="*/ 1600512 h 1708593"/>
                <a:gd name="connsiteX1" fmla="*/ 99855 w 2957425"/>
                <a:gd name="connsiteY1" fmla="*/ 1648161 h 1708593"/>
                <a:gd name="connsiteX2" fmla="*/ 187517 w 2957425"/>
                <a:gd name="connsiteY2" fmla="*/ 1690580 h 1708593"/>
                <a:gd name="connsiteX3" fmla="*/ 275179 w 2957425"/>
                <a:gd name="connsiteY3" fmla="*/ 1648161 h 1708593"/>
                <a:gd name="connsiteX4" fmla="*/ 375034 w 2957425"/>
                <a:gd name="connsiteY4" fmla="*/ 1600512 h 1708593"/>
                <a:gd name="connsiteX5" fmla="*/ 474941 w 2957425"/>
                <a:gd name="connsiteY5" fmla="*/ 1648161 h 1708593"/>
                <a:gd name="connsiteX6" fmla="*/ 562069 w 2957425"/>
                <a:gd name="connsiteY6" fmla="*/ 1690580 h 1708593"/>
                <a:gd name="connsiteX7" fmla="*/ 650315 w 2957425"/>
                <a:gd name="connsiteY7" fmla="*/ 1648161 h 1708593"/>
                <a:gd name="connsiteX8" fmla="*/ 740506 w 2957425"/>
                <a:gd name="connsiteY8" fmla="*/ 1600798 h 1708593"/>
                <a:gd name="connsiteX9" fmla="*/ 749586 w 2957425"/>
                <a:gd name="connsiteY9" fmla="*/ 1600512 h 1708593"/>
                <a:gd name="connsiteX10" fmla="*/ 758889 w 2957425"/>
                <a:gd name="connsiteY10" fmla="*/ 1600798 h 1708593"/>
                <a:gd name="connsiteX11" fmla="*/ 850154 w 2957425"/>
                <a:gd name="connsiteY11" fmla="*/ 1648161 h 1708593"/>
                <a:gd name="connsiteX12" fmla="*/ 937343 w 2957425"/>
                <a:gd name="connsiteY12" fmla="*/ 1690580 h 1708593"/>
                <a:gd name="connsiteX13" fmla="*/ 1025586 w 2957425"/>
                <a:gd name="connsiteY13" fmla="*/ 1648161 h 1708593"/>
                <a:gd name="connsiteX14" fmla="*/ 1115684 w 2957425"/>
                <a:gd name="connsiteY14" fmla="*/ 1600798 h 1708593"/>
                <a:gd name="connsiteX15" fmla="*/ 1124860 w 2957425"/>
                <a:gd name="connsiteY15" fmla="*/ 1600512 h 1708593"/>
                <a:gd name="connsiteX16" fmla="*/ 1134151 w 2957425"/>
                <a:gd name="connsiteY16" fmla="*/ 1600798 h 1708593"/>
                <a:gd name="connsiteX17" fmla="*/ 1225295 w 2957425"/>
                <a:gd name="connsiteY17" fmla="*/ 1648161 h 1708593"/>
                <a:gd name="connsiteX18" fmla="*/ 1312377 w 2957425"/>
                <a:gd name="connsiteY18" fmla="*/ 1690580 h 1708593"/>
                <a:gd name="connsiteX19" fmla="*/ 1400620 w 2957425"/>
                <a:gd name="connsiteY19" fmla="*/ 1648161 h 1708593"/>
                <a:gd name="connsiteX20" fmla="*/ 1490715 w 2957425"/>
                <a:gd name="connsiteY20" fmla="*/ 1600798 h 1708593"/>
                <a:gd name="connsiteX21" fmla="*/ 1499902 w 2957425"/>
                <a:gd name="connsiteY21" fmla="*/ 1600512 h 1708593"/>
                <a:gd name="connsiteX22" fmla="*/ 1509200 w 2957425"/>
                <a:gd name="connsiteY22" fmla="*/ 1600798 h 1708593"/>
                <a:gd name="connsiteX23" fmla="*/ 1600457 w 2957425"/>
                <a:gd name="connsiteY23" fmla="*/ 1648161 h 1708593"/>
                <a:gd name="connsiteX24" fmla="*/ 1672675 w 2957425"/>
                <a:gd name="connsiteY24" fmla="*/ 1689663 h 1708593"/>
                <a:gd name="connsiteX25" fmla="*/ 1687656 w 2957425"/>
                <a:gd name="connsiteY25" fmla="*/ 1690580 h 1708593"/>
                <a:gd name="connsiteX26" fmla="*/ 1702991 w 2957425"/>
                <a:gd name="connsiteY26" fmla="*/ 1689663 h 1708593"/>
                <a:gd name="connsiteX27" fmla="*/ 1775902 w 2957425"/>
                <a:gd name="connsiteY27" fmla="*/ 1648161 h 1708593"/>
                <a:gd name="connsiteX28" fmla="*/ 1865985 w 2957425"/>
                <a:gd name="connsiteY28" fmla="*/ 1600798 h 1708593"/>
                <a:gd name="connsiteX29" fmla="*/ 1875171 w 2957425"/>
                <a:gd name="connsiteY29" fmla="*/ 1600512 h 1708593"/>
                <a:gd name="connsiteX30" fmla="*/ 1884453 w 2957425"/>
                <a:gd name="connsiteY30" fmla="*/ 1600798 h 1708593"/>
                <a:gd name="connsiteX31" fmla="*/ 1975602 w 2957425"/>
                <a:gd name="connsiteY31" fmla="*/ 1648161 h 1708593"/>
                <a:gd name="connsiteX32" fmla="*/ 2047561 w 2957425"/>
                <a:gd name="connsiteY32" fmla="*/ 1689663 h 1708593"/>
                <a:gd name="connsiteX33" fmla="*/ 2062687 w 2957425"/>
                <a:gd name="connsiteY33" fmla="*/ 1690580 h 1708593"/>
                <a:gd name="connsiteX34" fmla="*/ 2078025 w 2957425"/>
                <a:gd name="connsiteY34" fmla="*/ 1689663 h 1708593"/>
                <a:gd name="connsiteX35" fmla="*/ 2150933 w 2957425"/>
                <a:gd name="connsiteY35" fmla="*/ 1648161 h 1708593"/>
                <a:gd name="connsiteX36" fmla="*/ 2241019 w 2957425"/>
                <a:gd name="connsiteY36" fmla="*/ 1600798 h 1708593"/>
                <a:gd name="connsiteX37" fmla="*/ 2250202 w 2957425"/>
                <a:gd name="connsiteY37" fmla="*/ 1600512 h 1708593"/>
                <a:gd name="connsiteX38" fmla="*/ 2259500 w 2957425"/>
                <a:gd name="connsiteY38" fmla="*/ 1600798 h 1708593"/>
                <a:gd name="connsiteX39" fmla="*/ 2350772 w 2957425"/>
                <a:gd name="connsiteY39" fmla="*/ 1648161 h 1708593"/>
                <a:gd name="connsiteX40" fmla="*/ 2422815 w 2957425"/>
                <a:gd name="connsiteY40" fmla="*/ 1689663 h 1708593"/>
                <a:gd name="connsiteX41" fmla="*/ 2437959 w 2957425"/>
                <a:gd name="connsiteY41" fmla="*/ 1690580 h 1708593"/>
                <a:gd name="connsiteX42" fmla="*/ 2453275 w 2957425"/>
                <a:gd name="connsiteY42" fmla="*/ 1689663 h 1708593"/>
                <a:gd name="connsiteX43" fmla="*/ 2526203 w 2957425"/>
                <a:gd name="connsiteY43" fmla="*/ 1648161 h 1708593"/>
                <a:gd name="connsiteX44" fmla="*/ 2625475 w 2957425"/>
                <a:gd name="connsiteY44" fmla="*/ 1600512 h 1708593"/>
                <a:gd name="connsiteX45" fmla="*/ 2725913 w 2957425"/>
                <a:gd name="connsiteY45" fmla="*/ 1648161 h 1708593"/>
                <a:gd name="connsiteX46" fmla="*/ 2797875 w 2957425"/>
                <a:gd name="connsiteY46" fmla="*/ 1689663 h 1708593"/>
                <a:gd name="connsiteX47" fmla="*/ 2812992 w 2957425"/>
                <a:gd name="connsiteY47" fmla="*/ 1690580 h 1708593"/>
                <a:gd name="connsiteX48" fmla="*/ 2828318 w 2957425"/>
                <a:gd name="connsiteY48" fmla="*/ 1689663 h 1708593"/>
                <a:gd name="connsiteX49" fmla="*/ 2901235 w 2957425"/>
                <a:gd name="connsiteY49" fmla="*/ 1648161 h 1708593"/>
                <a:gd name="connsiteX50" fmla="*/ 2937929 w 2957425"/>
                <a:gd name="connsiteY50" fmla="*/ 1617573 h 1708593"/>
                <a:gd name="connsiteX51" fmla="*/ 2957425 w 2957425"/>
                <a:gd name="connsiteY51" fmla="*/ 1608425 h 1708593"/>
                <a:gd name="connsiteX52" fmla="*/ 2957425 w 2957425"/>
                <a:gd name="connsiteY52" fmla="*/ 1629852 h 1708593"/>
                <a:gd name="connsiteX53" fmla="*/ 2944790 w 2957425"/>
                <a:gd name="connsiteY53" fmla="*/ 1634522 h 1708593"/>
                <a:gd name="connsiteX54" fmla="*/ 2913429 w 2957425"/>
                <a:gd name="connsiteY54" fmla="*/ 1660945 h 1708593"/>
                <a:gd name="connsiteX55" fmla="*/ 2822285 w 2957425"/>
                <a:gd name="connsiteY55" fmla="*/ 1708307 h 1708593"/>
                <a:gd name="connsiteX56" fmla="*/ 2812992 w 2957425"/>
                <a:gd name="connsiteY56" fmla="*/ 1708593 h 1708593"/>
                <a:gd name="connsiteX57" fmla="*/ 2803817 w 2957425"/>
                <a:gd name="connsiteY57" fmla="*/ 1708307 h 1708593"/>
                <a:gd name="connsiteX58" fmla="*/ 2713719 w 2957425"/>
                <a:gd name="connsiteY58" fmla="*/ 1660945 h 1708593"/>
                <a:gd name="connsiteX59" fmla="*/ 2625475 w 2957425"/>
                <a:gd name="connsiteY59" fmla="*/ 1618526 h 1708593"/>
                <a:gd name="connsiteX60" fmla="*/ 2538398 w 2957425"/>
                <a:gd name="connsiteY60" fmla="*/ 1660945 h 1708593"/>
                <a:gd name="connsiteX61" fmla="*/ 2447253 w 2957425"/>
                <a:gd name="connsiteY61" fmla="*/ 1708307 h 1708593"/>
                <a:gd name="connsiteX62" fmla="*/ 2437959 w 2957425"/>
                <a:gd name="connsiteY62" fmla="*/ 1708593 h 1708593"/>
                <a:gd name="connsiteX63" fmla="*/ 2428768 w 2957425"/>
                <a:gd name="connsiteY63" fmla="*/ 1708307 h 1708593"/>
                <a:gd name="connsiteX64" fmla="*/ 2338559 w 2957425"/>
                <a:gd name="connsiteY64" fmla="*/ 1660945 h 1708593"/>
                <a:gd name="connsiteX65" fmla="*/ 2265570 w 2957425"/>
                <a:gd name="connsiteY65" fmla="*/ 1619443 h 1708593"/>
                <a:gd name="connsiteX66" fmla="*/ 2250202 w 2957425"/>
                <a:gd name="connsiteY66" fmla="*/ 1618526 h 1708593"/>
                <a:gd name="connsiteX67" fmla="*/ 2235078 w 2957425"/>
                <a:gd name="connsiteY67" fmla="*/ 1619443 h 1708593"/>
                <a:gd name="connsiteX68" fmla="*/ 2163119 w 2957425"/>
                <a:gd name="connsiteY68" fmla="*/ 1660945 h 1708593"/>
                <a:gd name="connsiteX69" fmla="*/ 2071970 w 2957425"/>
                <a:gd name="connsiteY69" fmla="*/ 1708307 h 1708593"/>
                <a:gd name="connsiteX70" fmla="*/ 2062687 w 2957425"/>
                <a:gd name="connsiteY70" fmla="*/ 1708593 h 1708593"/>
                <a:gd name="connsiteX71" fmla="*/ 2053502 w 2957425"/>
                <a:gd name="connsiteY71" fmla="*/ 1708307 h 1708593"/>
                <a:gd name="connsiteX72" fmla="*/ 1963418 w 2957425"/>
                <a:gd name="connsiteY72" fmla="*/ 1660945 h 1708593"/>
                <a:gd name="connsiteX73" fmla="*/ 1890508 w 2957425"/>
                <a:gd name="connsiteY73" fmla="*/ 1619443 h 1708593"/>
                <a:gd name="connsiteX74" fmla="*/ 1875171 w 2957425"/>
                <a:gd name="connsiteY74" fmla="*/ 1618526 h 1708593"/>
                <a:gd name="connsiteX75" fmla="*/ 1860044 w 2957425"/>
                <a:gd name="connsiteY75" fmla="*/ 1619443 h 1708593"/>
                <a:gd name="connsiteX76" fmla="*/ 1788085 w 2957425"/>
                <a:gd name="connsiteY76" fmla="*/ 1660945 h 1708593"/>
                <a:gd name="connsiteX77" fmla="*/ 1696936 w 2957425"/>
                <a:gd name="connsiteY77" fmla="*/ 1708307 h 1708593"/>
                <a:gd name="connsiteX78" fmla="*/ 1687656 w 2957425"/>
                <a:gd name="connsiteY78" fmla="*/ 1708593 h 1708593"/>
                <a:gd name="connsiteX79" fmla="*/ 1678456 w 2957425"/>
                <a:gd name="connsiteY79" fmla="*/ 1708307 h 1708593"/>
                <a:gd name="connsiteX80" fmla="*/ 1588259 w 2957425"/>
                <a:gd name="connsiteY80" fmla="*/ 1660945 h 1708593"/>
                <a:gd name="connsiteX81" fmla="*/ 1515254 w 2957425"/>
                <a:gd name="connsiteY81" fmla="*/ 1619443 h 1708593"/>
                <a:gd name="connsiteX82" fmla="*/ 1499902 w 2957425"/>
                <a:gd name="connsiteY82" fmla="*/ 1618526 h 1708593"/>
                <a:gd name="connsiteX83" fmla="*/ 1484938 w 2957425"/>
                <a:gd name="connsiteY83" fmla="*/ 1619443 h 1708593"/>
                <a:gd name="connsiteX84" fmla="*/ 1412811 w 2957425"/>
                <a:gd name="connsiteY84" fmla="*/ 1660945 h 1708593"/>
                <a:gd name="connsiteX85" fmla="*/ 1312377 w 2957425"/>
                <a:gd name="connsiteY85" fmla="*/ 1708593 h 1708593"/>
                <a:gd name="connsiteX86" fmla="*/ 1213103 w 2957425"/>
                <a:gd name="connsiteY86" fmla="*/ 1660945 h 1708593"/>
                <a:gd name="connsiteX87" fmla="*/ 1140203 w 2957425"/>
                <a:gd name="connsiteY87" fmla="*/ 1619443 h 1708593"/>
                <a:gd name="connsiteX88" fmla="*/ 1124860 w 2957425"/>
                <a:gd name="connsiteY88" fmla="*/ 1618526 h 1708593"/>
                <a:gd name="connsiteX89" fmla="*/ 1109907 w 2957425"/>
                <a:gd name="connsiteY89" fmla="*/ 1619443 h 1708593"/>
                <a:gd name="connsiteX90" fmla="*/ 1037780 w 2957425"/>
                <a:gd name="connsiteY90" fmla="*/ 1660945 h 1708593"/>
                <a:gd name="connsiteX91" fmla="*/ 937343 w 2957425"/>
                <a:gd name="connsiteY91" fmla="*/ 1708593 h 1708593"/>
                <a:gd name="connsiteX92" fmla="*/ 837942 w 2957425"/>
                <a:gd name="connsiteY92" fmla="*/ 1660945 h 1708593"/>
                <a:gd name="connsiteX93" fmla="*/ 764952 w 2957425"/>
                <a:gd name="connsiteY93" fmla="*/ 1619443 h 1708593"/>
                <a:gd name="connsiteX94" fmla="*/ 749586 w 2957425"/>
                <a:gd name="connsiteY94" fmla="*/ 1618526 h 1708593"/>
                <a:gd name="connsiteX95" fmla="*/ 734638 w 2957425"/>
                <a:gd name="connsiteY95" fmla="*/ 1619443 h 1708593"/>
                <a:gd name="connsiteX96" fmla="*/ 662511 w 2957425"/>
                <a:gd name="connsiteY96" fmla="*/ 1660945 h 1708593"/>
                <a:gd name="connsiteX97" fmla="*/ 562069 w 2957425"/>
                <a:gd name="connsiteY97" fmla="*/ 1708593 h 1708593"/>
                <a:gd name="connsiteX98" fmla="*/ 462743 w 2957425"/>
                <a:gd name="connsiteY98" fmla="*/ 1660945 h 1708593"/>
                <a:gd name="connsiteX99" fmla="*/ 375034 w 2957425"/>
                <a:gd name="connsiteY99" fmla="*/ 1618526 h 1708593"/>
                <a:gd name="connsiteX100" fmla="*/ 287371 w 2957425"/>
                <a:gd name="connsiteY100" fmla="*/ 1660945 h 1708593"/>
                <a:gd name="connsiteX101" fmla="*/ 187517 w 2957425"/>
                <a:gd name="connsiteY101" fmla="*/ 1708593 h 1708593"/>
                <a:gd name="connsiteX102" fmla="*/ 87663 w 2957425"/>
                <a:gd name="connsiteY102" fmla="*/ 1660945 h 1708593"/>
                <a:gd name="connsiteX103" fmla="*/ 0 w 2957425"/>
                <a:gd name="connsiteY103" fmla="*/ 1618526 h 1708593"/>
                <a:gd name="connsiteX104" fmla="*/ 0 w 2957425"/>
                <a:gd name="connsiteY104" fmla="*/ 1501097 h 1708593"/>
                <a:gd name="connsiteX105" fmla="*/ 99855 w 2957425"/>
                <a:gd name="connsiteY105" fmla="*/ 1548208 h 1708593"/>
                <a:gd name="connsiteX106" fmla="*/ 187517 w 2957425"/>
                <a:gd name="connsiteY106" fmla="*/ 1590666 h 1708593"/>
                <a:gd name="connsiteX107" fmla="*/ 275179 w 2957425"/>
                <a:gd name="connsiteY107" fmla="*/ 1548208 h 1708593"/>
                <a:gd name="connsiteX108" fmla="*/ 375034 w 2957425"/>
                <a:gd name="connsiteY108" fmla="*/ 1501097 h 1708593"/>
                <a:gd name="connsiteX109" fmla="*/ 474941 w 2957425"/>
                <a:gd name="connsiteY109" fmla="*/ 1548208 h 1708593"/>
                <a:gd name="connsiteX110" fmla="*/ 562069 w 2957425"/>
                <a:gd name="connsiteY110" fmla="*/ 1590666 h 1708593"/>
                <a:gd name="connsiteX111" fmla="*/ 650315 w 2957425"/>
                <a:gd name="connsiteY111" fmla="*/ 1548208 h 1708593"/>
                <a:gd name="connsiteX112" fmla="*/ 740506 w 2957425"/>
                <a:gd name="connsiteY112" fmla="*/ 1501377 h 1708593"/>
                <a:gd name="connsiteX113" fmla="*/ 749586 w 2957425"/>
                <a:gd name="connsiteY113" fmla="*/ 1501097 h 1708593"/>
                <a:gd name="connsiteX114" fmla="*/ 758889 w 2957425"/>
                <a:gd name="connsiteY114" fmla="*/ 1501377 h 1708593"/>
                <a:gd name="connsiteX115" fmla="*/ 850154 w 2957425"/>
                <a:gd name="connsiteY115" fmla="*/ 1548208 h 1708593"/>
                <a:gd name="connsiteX116" fmla="*/ 937343 w 2957425"/>
                <a:gd name="connsiteY116" fmla="*/ 1590666 h 1708593"/>
                <a:gd name="connsiteX117" fmla="*/ 1025586 w 2957425"/>
                <a:gd name="connsiteY117" fmla="*/ 1548208 h 1708593"/>
                <a:gd name="connsiteX118" fmla="*/ 1115684 w 2957425"/>
                <a:gd name="connsiteY118" fmla="*/ 1501377 h 1708593"/>
                <a:gd name="connsiteX119" fmla="*/ 1124860 w 2957425"/>
                <a:gd name="connsiteY119" fmla="*/ 1501097 h 1708593"/>
                <a:gd name="connsiteX120" fmla="*/ 1134151 w 2957425"/>
                <a:gd name="connsiteY120" fmla="*/ 1501377 h 1708593"/>
                <a:gd name="connsiteX121" fmla="*/ 1225295 w 2957425"/>
                <a:gd name="connsiteY121" fmla="*/ 1548208 h 1708593"/>
                <a:gd name="connsiteX122" fmla="*/ 1312377 w 2957425"/>
                <a:gd name="connsiteY122" fmla="*/ 1590666 h 1708593"/>
                <a:gd name="connsiteX123" fmla="*/ 1400620 w 2957425"/>
                <a:gd name="connsiteY123" fmla="*/ 1548208 h 1708593"/>
                <a:gd name="connsiteX124" fmla="*/ 1490715 w 2957425"/>
                <a:gd name="connsiteY124" fmla="*/ 1501377 h 1708593"/>
                <a:gd name="connsiteX125" fmla="*/ 1499902 w 2957425"/>
                <a:gd name="connsiteY125" fmla="*/ 1501097 h 1708593"/>
                <a:gd name="connsiteX126" fmla="*/ 1509200 w 2957425"/>
                <a:gd name="connsiteY126" fmla="*/ 1501377 h 1708593"/>
                <a:gd name="connsiteX127" fmla="*/ 1600457 w 2957425"/>
                <a:gd name="connsiteY127" fmla="*/ 1548208 h 1708593"/>
                <a:gd name="connsiteX128" fmla="*/ 1672675 w 2957425"/>
                <a:gd name="connsiteY128" fmla="*/ 1589772 h 1708593"/>
                <a:gd name="connsiteX129" fmla="*/ 1687656 w 2957425"/>
                <a:gd name="connsiteY129" fmla="*/ 1590666 h 1708593"/>
                <a:gd name="connsiteX130" fmla="*/ 1702991 w 2957425"/>
                <a:gd name="connsiteY130" fmla="*/ 1589748 h 1708593"/>
                <a:gd name="connsiteX131" fmla="*/ 1775902 w 2957425"/>
                <a:gd name="connsiteY131" fmla="*/ 1548208 h 1708593"/>
                <a:gd name="connsiteX132" fmla="*/ 1865985 w 2957425"/>
                <a:gd name="connsiteY132" fmla="*/ 1501377 h 1708593"/>
                <a:gd name="connsiteX133" fmla="*/ 1875171 w 2957425"/>
                <a:gd name="connsiteY133" fmla="*/ 1501097 h 1708593"/>
                <a:gd name="connsiteX134" fmla="*/ 1884453 w 2957425"/>
                <a:gd name="connsiteY134" fmla="*/ 1501377 h 1708593"/>
                <a:gd name="connsiteX135" fmla="*/ 1975602 w 2957425"/>
                <a:gd name="connsiteY135" fmla="*/ 1548208 h 1708593"/>
                <a:gd name="connsiteX136" fmla="*/ 2047561 w 2957425"/>
                <a:gd name="connsiteY136" fmla="*/ 1589772 h 1708593"/>
                <a:gd name="connsiteX137" fmla="*/ 2062687 w 2957425"/>
                <a:gd name="connsiteY137" fmla="*/ 1590666 h 1708593"/>
                <a:gd name="connsiteX138" fmla="*/ 2078025 w 2957425"/>
                <a:gd name="connsiteY138" fmla="*/ 1589748 h 1708593"/>
                <a:gd name="connsiteX139" fmla="*/ 2150933 w 2957425"/>
                <a:gd name="connsiteY139" fmla="*/ 1548208 h 1708593"/>
                <a:gd name="connsiteX140" fmla="*/ 2241019 w 2957425"/>
                <a:gd name="connsiteY140" fmla="*/ 1501377 h 1708593"/>
                <a:gd name="connsiteX141" fmla="*/ 2250202 w 2957425"/>
                <a:gd name="connsiteY141" fmla="*/ 1501097 h 1708593"/>
                <a:gd name="connsiteX142" fmla="*/ 2259500 w 2957425"/>
                <a:gd name="connsiteY142" fmla="*/ 1501377 h 1708593"/>
                <a:gd name="connsiteX143" fmla="*/ 2350772 w 2957425"/>
                <a:gd name="connsiteY143" fmla="*/ 1548208 h 1708593"/>
                <a:gd name="connsiteX144" fmla="*/ 2422815 w 2957425"/>
                <a:gd name="connsiteY144" fmla="*/ 1589772 h 1708593"/>
                <a:gd name="connsiteX145" fmla="*/ 2437959 w 2957425"/>
                <a:gd name="connsiteY145" fmla="*/ 1590666 h 1708593"/>
                <a:gd name="connsiteX146" fmla="*/ 2453275 w 2957425"/>
                <a:gd name="connsiteY146" fmla="*/ 1589748 h 1708593"/>
                <a:gd name="connsiteX147" fmla="*/ 2526203 w 2957425"/>
                <a:gd name="connsiteY147" fmla="*/ 1548208 h 1708593"/>
                <a:gd name="connsiteX148" fmla="*/ 2625475 w 2957425"/>
                <a:gd name="connsiteY148" fmla="*/ 1501097 h 1708593"/>
                <a:gd name="connsiteX149" fmla="*/ 2725913 w 2957425"/>
                <a:gd name="connsiteY149" fmla="*/ 1548208 h 1708593"/>
                <a:gd name="connsiteX150" fmla="*/ 2797875 w 2957425"/>
                <a:gd name="connsiteY150" fmla="*/ 1589772 h 1708593"/>
                <a:gd name="connsiteX151" fmla="*/ 2812992 w 2957425"/>
                <a:gd name="connsiteY151" fmla="*/ 1590666 h 1708593"/>
                <a:gd name="connsiteX152" fmla="*/ 2828318 w 2957425"/>
                <a:gd name="connsiteY152" fmla="*/ 1589748 h 1708593"/>
                <a:gd name="connsiteX153" fmla="*/ 2901235 w 2957425"/>
                <a:gd name="connsiteY153" fmla="*/ 1548208 h 1708593"/>
                <a:gd name="connsiteX154" fmla="*/ 2937924 w 2957425"/>
                <a:gd name="connsiteY154" fmla="*/ 1517856 h 1708593"/>
                <a:gd name="connsiteX155" fmla="*/ 2957425 w 2957425"/>
                <a:gd name="connsiteY155" fmla="*/ 1508856 h 1708593"/>
                <a:gd name="connsiteX156" fmla="*/ 2957425 w 2957425"/>
                <a:gd name="connsiteY156" fmla="*/ 1529880 h 1708593"/>
                <a:gd name="connsiteX157" fmla="*/ 2944785 w 2957425"/>
                <a:gd name="connsiteY157" fmla="*/ 1534556 h 1708593"/>
                <a:gd name="connsiteX158" fmla="*/ 2913429 w 2957425"/>
                <a:gd name="connsiteY158" fmla="*/ 1561004 h 1708593"/>
                <a:gd name="connsiteX159" fmla="*/ 2822285 w 2957425"/>
                <a:gd name="connsiteY159" fmla="*/ 1608410 h 1708593"/>
                <a:gd name="connsiteX160" fmla="*/ 2812992 w 2957425"/>
                <a:gd name="connsiteY160" fmla="*/ 1608697 h 1708593"/>
                <a:gd name="connsiteX161" fmla="*/ 2803817 w 2957425"/>
                <a:gd name="connsiteY161" fmla="*/ 1608410 h 1708593"/>
                <a:gd name="connsiteX162" fmla="*/ 2713719 w 2957425"/>
                <a:gd name="connsiteY162" fmla="*/ 1561004 h 1708593"/>
                <a:gd name="connsiteX163" fmla="*/ 2625475 w 2957425"/>
                <a:gd name="connsiteY163" fmla="*/ 1518546 h 1708593"/>
                <a:gd name="connsiteX164" fmla="*/ 2538398 w 2957425"/>
                <a:gd name="connsiteY164" fmla="*/ 1561004 h 1708593"/>
                <a:gd name="connsiteX165" fmla="*/ 2447253 w 2957425"/>
                <a:gd name="connsiteY165" fmla="*/ 1608410 h 1708593"/>
                <a:gd name="connsiteX166" fmla="*/ 2437959 w 2957425"/>
                <a:gd name="connsiteY166" fmla="*/ 1608697 h 1708593"/>
                <a:gd name="connsiteX167" fmla="*/ 2428768 w 2957425"/>
                <a:gd name="connsiteY167" fmla="*/ 1608410 h 1708593"/>
                <a:gd name="connsiteX168" fmla="*/ 2338559 w 2957425"/>
                <a:gd name="connsiteY168" fmla="*/ 1561004 h 1708593"/>
                <a:gd name="connsiteX169" fmla="*/ 2265570 w 2957425"/>
                <a:gd name="connsiteY169" fmla="*/ 1519464 h 1708593"/>
                <a:gd name="connsiteX170" fmla="*/ 2250202 w 2957425"/>
                <a:gd name="connsiteY170" fmla="*/ 1518546 h 1708593"/>
                <a:gd name="connsiteX171" fmla="*/ 2235078 w 2957425"/>
                <a:gd name="connsiteY171" fmla="*/ 1519464 h 1708593"/>
                <a:gd name="connsiteX172" fmla="*/ 2163119 w 2957425"/>
                <a:gd name="connsiteY172" fmla="*/ 1561004 h 1708593"/>
                <a:gd name="connsiteX173" fmla="*/ 2071970 w 2957425"/>
                <a:gd name="connsiteY173" fmla="*/ 1608410 h 1708593"/>
                <a:gd name="connsiteX174" fmla="*/ 2062687 w 2957425"/>
                <a:gd name="connsiteY174" fmla="*/ 1608697 h 1708593"/>
                <a:gd name="connsiteX175" fmla="*/ 2053502 w 2957425"/>
                <a:gd name="connsiteY175" fmla="*/ 1608410 h 1708593"/>
                <a:gd name="connsiteX176" fmla="*/ 1963418 w 2957425"/>
                <a:gd name="connsiteY176" fmla="*/ 1561004 h 1708593"/>
                <a:gd name="connsiteX177" fmla="*/ 1890508 w 2957425"/>
                <a:gd name="connsiteY177" fmla="*/ 1519464 h 1708593"/>
                <a:gd name="connsiteX178" fmla="*/ 1875171 w 2957425"/>
                <a:gd name="connsiteY178" fmla="*/ 1518546 h 1708593"/>
                <a:gd name="connsiteX179" fmla="*/ 1860044 w 2957425"/>
                <a:gd name="connsiteY179" fmla="*/ 1519464 h 1708593"/>
                <a:gd name="connsiteX180" fmla="*/ 1788085 w 2957425"/>
                <a:gd name="connsiteY180" fmla="*/ 1561004 h 1708593"/>
                <a:gd name="connsiteX181" fmla="*/ 1696936 w 2957425"/>
                <a:gd name="connsiteY181" fmla="*/ 1608410 h 1708593"/>
                <a:gd name="connsiteX182" fmla="*/ 1687656 w 2957425"/>
                <a:gd name="connsiteY182" fmla="*/ 1608697 h 1708593"/>
                <a:gd name="connsiteX183" fmla="*/ 1678456 w 2957425"/>
                <a:gd name="connsiteY183" fmla="*/ 1608410 h 1708593"/>
                <a:gd name="connsiteX184" fmla="*/ 1588259 w 2957425"/>
                <a:gd name="connsiteY184" fmla="*/ 1561004 h 1708593"/>
                <a:gd name="connsiteX185" fmla="*/ 1515254 w 2957425"/>
                <a:gd name="connsiteY185" fmla="*/ 1519464 h 1708593"/>
                <a:gd name="connsiteX186" fmla="*/ 1499902 w 2957425"/>
                <a:gd name="connsiteY186" fmla="*/ 1518546 h 1708593"/>
                <a:gd name="connsiteX187" fmla="*/ 1484938 w 2957425"/>
                <a:gd name="connsiteY187" fmla="*/ 1519464 h 1708593"/>
                <a:gd name="connsiteX188" fmla="*/ 1412811 w 2957425"/>
                <a:gd name="connsiteY188" fmla="*/ 1561004 h 1708593"/>
                <a:gd name="connsiteX189" fmla="*/ 1312377 w 2957425"/>
                <a:gd name="connsiteY189" fmla="*/ 1608697 h 1708593"/>
                <a:gd name="connsiteX190" fmla="*/ 1213103 w 2957425"/>
                <a:gd name="connsiteY190" fmla="*/ 1561004 h 1708593"/>
                <a:gd name="connsiteX191" fmla="*/ 1140203 w 2957425"/>
                <a:gd name="connsiteY191" fmla="*/ 1519464 h 1708593"/>
                <a:gd name="connsiteX192" fmla="*/ 1124860 w 2957425"/>
                <a:gd name="connsiteY192" fmla="*/ 1518546 h 1708593"/>
                <a:gd name="connsiteX193" fmla="*/ 1109907 w 2957425"/>
                <a:gd name="connsiteY193" fmla="*/ 1519464 h 1708593"/>
                <a:gd name="connsiteX194" fmla="*/ 1037780 w 2957425"/>
                <a:gd name="connsiteY194" fmla="*/ 1561004 h 1708593"/>
                <a:gd name="connsiteX195" fmla="*/ 937343 w 2957425"/>
                <a:gd name="connsiteY195" fmla="*/ 1608697 h 1708593"/>
                <a:gd name="connsiteX196" fmla="*/ 837942 w 2957425"/>
                <a:gd name="connsiteY196" fmla="*/ 1561004 h 1708593"/>
                <a:gd name="connsiteX197" fmla="*/ 764952 w 2957425"/>
                <a:gd name="connsiteY197" fmla="*/ 1519464 h 1708593"/>
                <a:gd name="connsiteX198" fmla="*/ 749586 w 2957425"/>
                <a:gd name="connsiteY198" fmla="*/ 1518546 h 1708593"/>
                <a:gd name="connsiteX199" fmla="*/ 734638 w 2957425"/>
                <a:gd name="connsiteY199" fmla="*/ 1519464 h 1708593"/>
                <a:gd name="connsiteX200" fmla="*/ 662511 w 2957425"/>
                <a:gd name="connsiteY200" fmla="*/ 1561004 h 1708593"/>
                <a:gd name="connsiteX201" fmla="*/ 562069 w 2957425"/>
                <a:gd name="connsiteY201" fmla="*/ 1608697 h 1708593"/>
                <a:gd name="connsiteX202" fmla="*/ 462743 w 2957425"/>
                <a:gd name="connsiteY202" fmla="*/ 1561004 h 1708593"/>
                <a:gd name="connsiteX203" fmla="*/ 375034 w 2957425"/>
                <a:gd name="connsiteY203" fmla="*/ 1518546 h 1708593"/>
                <a:gd name="connsiteX204" fmla="*/ 287371 w 2957425"/>
                <a:gd name="connsiteY204" fmla="*/ 1561004 h 1708593"/>
                <a:gd name="connsiteX205" fmla="*/ 187517 w 2957425"/>
                <a:gd name="connsiteY205" fmla="*/ 1608697 h 1708593"/>
                <a:gd name="connsiteX206" fmla="*/ 87663 w 2957425"/>
                <a:gd name="connsiteY206" fmla="*/ 1561004 h 1708593"/>
                <a:gd name="connsiteX207" fmla="*/ 0 w 2957425"/>
                <a:gd name="connsiteY207" fmla="*/ 1518546 h 1708593"/>
                <a:gd name="connsiteX208" fmla="*/ 0 w 2957425"/>
                <a:gd name="connsiteY208" fmla="*/ 1399997 h 1708593"/>
                <a:gd name="connsiteX209" fmla="*/ 99855 w 2957425"/>
                <a:gd name="connsiteY209" fmla="*/ 1447645 h 1708593"/>
                <a:gd name="connsiteX210" fmla="*/ 187517 w 2957425"/>
                <a:gd name="connsiteY210" fmla="*/ 1490064 h 1708593"/>
                <a:gd name="connsiteX211" fmla="*/ 275179 w 2957425"/>
                <a:gd name="connsiteY211" fmla="*/ 1447645 h 1708593"/>
                <a:gd name="connsiteX212" fmla="*/ 375034 w 2957425"/>
                <a:gd name="connsiteY212" fmla="*/ 1399997 h 1708593"/>
                <a:gd name="connsiteX213" fmla="*/ 474941 w 2957425"/>
                <a:gd name="connsiteY213" fmla="*/ 1447645 h 1708593"/>
                <a:gd name="connsiteX214" fmla="*/ 562069 w 2957425"/>
                <a:gd name="connsiteY214" fmla="*/ 1490064 h 1708593"/>
                <a:gd name="connsiteX215" fmla="*/ 650315 w 2957425"/>
                <a:gd name="connsiteY215" fmla="*/ 1447645 h 1708593"/>
                <a:gd name="connsiteX216" fmla="*/ 740506 w 2957425"/>
                <a:gd name="connsiteY216" fmla="*/ 1400283 h 1708593"/>
                <a:gd name="connsiteX217" fmla="*/ 749586 w 2957425"/>
                <a:gd name="connsiteY217" fmla="*/ 1399997 h 1708593"/>
                <a:gd name="connsiteX218" fmla="*/ 758889 w 2957425"/>
                <a:gd name="connsiteY218" fmla="*/ 1400283 h 1708593"/>
                <a:gd name="connsiteX219" fmla="*/ 850154 w 2957425"/>
                <a:gd name="connsiteY219" fmla="*/ 1447645 h 1708593"/>
                <a:gd name="connsiteX220" fmla="*/ 937343 w 2957425"/>
                <a:gd name="connsiteY220" fmla="*/ 1490064 h 1708593"/>
                <a:gd name="connsiteX221" fmla="*/ 1025586 w 2957425"/>
                <a:gd name="connsiteY221" fmla="*/ 1447645 h 1708593"/>
                <a:gd name="connsiteX222" fmla="*/ 1115684 w 2957425"/>
                <a:gd name="connsiteY222" fmla="*/ 1400283 h 1708593"/>
                <a:gd name="connsiteX223" fmla="*/ 1124860 w 2957425"/>
                <a:gd name="connsiteY223" fmla="*/ 1399997 h 1708593"/>
                <a:gd name="connsiteX224" fmla="*/ 1134151 w 2957425"/>
                <a:gd name="connsiteY224" fmla="*/ 1400283 h 1708593"/>
                <a:gd name="connsiteX225" fmla="*/ 1225295 w 2957425"/>
                <a:gd name="connsiteY225" fmla="*/ 1447645 h 1708593"/>
                <a:gd name="connsiteX226" fmla="*/ 1312377 w 2957425"/>
                <a:gd name="connsiteY226" fmla="*/ 1490064 h 1708593"/>
                <a:gd name="connsiteX227" fmla="*/ 1400620 w 2957425"/>
                <a:gd name="connsiteY227" fmla="*/ 1447645 h 1708593"/>
                <a:gd name="connsiteX228" fmla="*/ 1490715 w 2957425"/>
                <a:gd name="connsiteY228" fmla="*/ 1400283 h 1708593"/>
                <a:gd name="connsiteX229" fmla="*/ 1499902 w 2957425"/>
                <a:gd name="connsiteY229" fmla="*/ 1399997 h 1708593"/>
                <a:gd name="connsiteX230" fmla="*/ 1509200 w 2957425"/>
                <a:gd name="connsiteY230" fmla="*/ 1400283 h 1708593"/>
                <a:gd name="connsiteX231" fmla="*/ 1600457 w 2957425"/>
                <a:gd name="connsiteY231" fmla="*/ 1447645 h 1708593"/>
                <a:gd name="connsiteX232" fmla="*/ 1672675 w 2957425"/>
                <a:gd name="connsiteY232" fmla="*/ 1489147 h 1708593"/>
                <a:gd name="connsiteX233" fmla="*/ 1687656 w 2957425"/>
                <a:gd name="connsiteY233" fmla="*/ 1490064 h 1708593"/>
                <a:gd name="connsiteX234" fmla="*/ 1702991 w 2957425"/>
                <a:gd name="connsiteY234" fmla="*/ 1489147 h 1708593"/>
                <a:gd name="connsiteX235" fmla="*/ 1775902 w 2957425"/>
                <a:gd name="connsiteY235" fmla="*/ 1447645 h 1708593"/>
                <a:gd name="connsiteX236" fmla="*/ 1865985 w 2957425"/>
                <a:gd name="connsiteY236" fmla="*/ 1400283 h 1708593"/>
                <a:gd name="connsiteX237" fmla="*/ 1875171 w 2957425"/>
                <a:gd name="connsiteY237" fmla="*/ 1399997 h 1708593"/>
                <a:gd name="connsiteX238" fmla="*/ 1884453 w 2957425"/>
                <a:gd name="connsiteY238" fmla="*/ 1400283 h 1708593"/>
                <a:gd name="connsiteX239" fmla="*/ 1975602 w 2957425"/>
                <a:gd name="connsiteY239" fmla="*/ 1447645 h 1708593"/>
                <a:gd name="connsiteX240" fmla="*/ 2047561 w 2957425"/>
                <a:gd name="connsiteY240" fmla="*/ 1489147 h 1708593"/>
                <a:gd name="connsiteX241" fmla="*/ 2062687 w 2957425"/>
                <a:gd name="connsiteY241" fmla="*/ 1490064 h 1708593"/>
                <a:gd name="connsiteX242" fmla="*/ 2078025 w 2957425"/>
                <a:gd name="connsiteY242" fmla="*/ 1489147 h 1708593"/>
                <a:gd name="connsiteX243" fmla="*/ 2150933 w 2957425"/>
                <a:gd name="connsiteY243" fmla="*/ 1447645 h 1708593"/>
                <a:gd name="connsiteX244" fmla="*/ 2241019 w 2957425"/>
                <a:gd name="connsiteY244" fmla="*/ 1400283 h 1708593"/>
                <a:gd name="connsiteX245" fmla="*/ 2250202 w 2957425"/>
                <a:gd name="connsiteY245" fmla="*/ 1399997 h 1708593"/>
                <a:gd name="connsiteX246" fmla="*/ 2259500 w 2957425"/>
                <a:gd name="connsiteY246" fmla="*/ 1400283 h 1708593"/>
                <a:gd name="connsiteX247" fmla="*/ 2350772 w 2957425"/>
                <a:gd name="connsiteY247" fmla="*/ 1447645 h 1708593"/>
                <a:gd name="connsiteX248" fmla="*/ 2422815 w 2957425"/>
                <a:gd name="connsiteY248" fmla="*/ 1489147 h 1708593"/>
                <a:gd name="connsiteX249" fmla="*/ 2437959 w 2957425"/>
                <a:gd name="connsiteY249" fmla="*/ 1490064 h 1708593"/>
                <a:gd name="connsiteX250" fmla="*/ 2453275 w 2957425"/>
                <a:gd name="connsiteY250" fmla="*/ 1489147 h 1708593"/>
                <a:gd name="connsiteX251" fmla="*/ 2526203 w 2957425"/>
                <a:gd name="connsiteY251" fmla="*/ 1447645 h 1708593"/>
                <a:gd name="connsiteX252" fmla="*/ 2625475 w 2957425"/>
                <a:gd name="connsiteY252" fmla="*/ 1399997 h 1708593"/>
                <a:gd name="connsiteX253" fmla="*/ 2725913 w 2957425"/>
                <a:gd name="connsiteY253" fmla="*/ 1447645 h 1708593"/>
                <a:gd name="connsiteX254" fmla="*/ 2797875 w 2957425"/>
                <a:gd name="connsiteY254" fmla="*/ 1489147 h 1708593"/>
                <a:gd name="connsiteX255" fmla="*/ 2812992 w 2957425"/>
                <a:gd name="connsiteY255" fmla="*/ 1490064 h 1708593"/>
                <a:gd name="connsiteX256" fmla="*/ 2828318 w 2957425"/>
                <a:gd name="connsiteY256" fmla="*/ 1489147 h 1708593"/>
                <a:gd name="connsiteX257" fmla="*/ 2901235 w 2957425"/>
                <a:gd name="connsiteY257" fmla="*/ 1447645 h 1708593"/>
                <a:gd name="connsiteX258" fmla="*/ 2937919 w 2957425"/>
                <a:gd name="connsiteY258" fmla="*/ 1417058 h 1708593"/>
                <a:gd name="connsiteX259" fmla="*/ 2957425 w 2957425"/>
                <a:gd name="connsiteY259" fmla="*/ 1407904 h 1708593"/>
                <a:gd name="connsiteX260" fmla="*/ 2957425 w 2957425"/>
                <a:gd name="connsiteY260" fmla="*/ 1429332 h 1708593"/>
                <a:gd name="connsiteX261" fmla="*/ 2944779 w 2957425"/>
                <a:gd name="connsiteY261" fmla="*/ 1434006 h 1708593"/>
                <a:gd name="connsiteX262" fmla="*/ 2913429 w 2957425"/>
                <a:gd name="connsiteY262" fmla="*/ 1460429 h 1708593"/>
                <a:gd name="connsiteX263" fmla="*/ 2822285 w 2957425"/>
                <a:gd name="connsiteY263" fmla="*/ 1507792 h 1708593"/>
                <a:gd name="connsiteX264" fmla="*/ 2812992 w 2957425"/>
                <a:gd name="connsiteY264" fmla="*/ 1508078 h 1708593"/>
                <a:gd name="connsiteX265" fmla="*/ 2803817 w 2957425"/>
                <a:gd name="connsiteY265" fmla="*/ 1507792 h 1708593"/>
                <a:gd name="connsiteX266" fmla="*/ 2713719 w 2957425"/>
                <a:gd name="connsiteY266" fmla="*/ 1460429 h 1708593"/>
                <a:gd name="connsiteX267" fmla="*/ 2625475 w 2957425"/>
                <a:gd name="connsiteY267" fmla="*/ 1418010 h 1708593"/>
                <a:gd name="connsiteX268" fmla="*/ 2538398 w 2957425"/>
                <a:gd name="connsiteY268" fmla="*/ 1460429 h 1708593"/>
                <a:gd name="connsiteX269" fmla="*/ 2447253 w 2957425"/>
                <a:gd name="connsiteY269" fmla="*/ 1507792 h 1708593"/>
                <a:gd name="connsiteX270" fmla="*/ 2437959 w 2957425"/>
                <a:gd name="connsiteY270" fmla="*/ 1508078 h 1708593"/>
                <a:gd name="connsiteX271" fmla="*/ 2428768 w 2957425"/>
                <a:gd name="connsiteY271" fmla="*/ 1507792 h 1708593"/>
                <a:gd name="connsiteX272" fmla="*/ 2338559 w 2957425"/>
                <a:gd name="connsiteY272" fmla="*/ 1460429 h 1708593"/>
                <a:gd name="connsiteX273" fmla="*/ 2265570 w 2957425"/>
                <a:gd name="connsiteY273" fmla="*/ 1418928 h 1708593"/>
                <a:gd name="connsiteX274" fmla="*/ 2250202 w 2957425"/>
                <a:gd name="connsiteY274" fmla="*/ 1418010 h 1708593"/>
                <a:gd name="connsiteX275" fmla="*/ 2235078 w 2957425"/>
                <a:gd name="connsiteY275" fmla="*/ 1418928 h 1708593"/>
                <a:gd name="connsiteX276" fmla="*/ 2163119 w 2957425"/>
                <a:gd name="connsiteY276" fmla="*/ 1460429 h 1708593"/>
                <a:gd name="connsiteX277" fmla="*/ 2071970 w 2957425"/>
                <a:gd name="connsiteY277" fmla="*/ 1507792 h 1708593"/>
                <a:gd name="connsiteX278" fmla="*/ 2062687 w 2957425"/>
                <a:gd name="connsiteY278" fmla="*/ 1508078 h 1708593"/>
                <a:gd name="connsiteX279" fmla="*/ 2053502 w 2957425"/>
                <a:gd name="connsiteY279" fmla="*/ 1507792 h 1708593"/>
                <a:gd name="connsiteX280" fmla="*/ 1963418 w 2957425"/>
                <a:gd name="connsiteY280" fmla="*/ 1460429 h 1708593"/>
                <a:gd name="connsiteX281" fmla="*/ 1890508 w 2957425"/>
                <a:gd name="connsiteY281" fmla="*/ 1418928 h 1708593"/>
                <a:gd name="connsiteX282" fmla="*/ 1875171 w 2957425"/>
                <a:gd name="connsiteY282" fmla="*/ 1418010 h 1708593"/>
                <a:gd name="connsiteX283" fmla="*/ 1860044 w 2957425"/>
                <a:gd name="connsiteY283" fmla="*/ 1418928 h 1708593"/>
                <a:gd name="connsiteX284" fmla="*/ 1788085 w 2957425"/>
                <a:gd name="connsiteY284" fmla="*/ 1460429 h 1708593"/>
                <a:gd name="connsiteX285" fmla="*/ 1696936 w 2957425"/>
                <a:gd name="connsiteY285" fmla="*/ 1507792 h 1708593"/>
                <a:gd name="connsiteX286" fmla="*/ 1687656 w 2957425"/>
                <a:gd name="connsiteY286" fmla="*/ 1508078 h 1708593"/>
                <a:gd name="connsiteX287" fmla="*/ 1678456 w 2957425"/>
                <a:gd name="connsiteY287" fmla="*/ 1507792 h 1708593"/>
                <a:gd name="connsiteX288" fmla="*/ 1588259 w 2957425"/>
                <a:gd name="connsiteY288" fmla="*/ 1460429 h 1708593"/>
                <a:gd name="connsiteX289" fmla="*/ 1515254 w 2957425"/>
                <a:gd name="connsiteY289" fmla="*/ 1418928 h 1708593"/>
                <a:gd name="connsiteX290" fmla="*/ 1499902 w 2957425"/>
                <a:gd name="connsiteY290" fmla="*/ 1418010 h 1708593"/>
                <a:gd name="connsiteX291" fmla="*/ 1484938 w 2957425"/>
                <a:gd name="connsiteY291" fmla="*/ 1418928 h 1708593"/>
                <a:gd name="connsiteX292" fmla="*/ 1412811 w 2957425"/>
                <a:gd name="connsiteY292" fmla="*/ 1460429 h 1708593"/>
                <a:gd name="connsiteX293" fmla="*/ 1312377 w 2957425"/>
                <a:gd name="connsiteY293" fmla="*/ 1508078 h 1708593"/>
                <a:gd name="connsiteX294" fmla="*/ 1213103 w 2957425"/>
                <a:gd name="connsiteY294" fmla="*/ 1460429 h 1708593"/>
                <a:gd name="connsiteX295" fmla="*/ 1140203 w 2957425"/>
                <a:gd name="connsiteY295" fmla="*/ 1418928 h 1708593"/>
                <a:gd name="connsiteX296" fmla="*/ 1124860 w 2957425"/>
                <a:gd name="connsiteY296" fmla="*/ 1418010 h 1708593"/>
                <a:gd name="connsiteX297" fmla="*/ 1109907 w 2957425"/>
                <a:gd name="connsiteY297" fmla="*/ 1418928 h 1708593"/>
                <a:gd name="connsiteX298" fmla="*/ 1037780 w 2957425"/>
                <a:gd name="connsiteY298" fmla="*/ 1460429 h 1708593"/>
                <a:gd name="connsiteX299" fmla="*/ 937343 w 2957425"/>
                <a:gd name="connsiteY299" fmla="*/ 1508078 h 1708593"/>
                <a:gd name="connsiteX300" fmla="*/ 837942 w 2957425"/>
                <a:gd name="connsiteY300" fmla="*/ 1460429 h 1708593"/>
                <a:gd name="connsiteX301" fmla="*/ 764952 w 2957425"/>
                <a:gd name="connsiteY301" fmla="*/ 1418928 h 1708593"/>
                <a:gd name="connsiteX302" fmla="*/ 749586 w 2957425"/>
                <a:gd name="connsiteY302" fmla="*/ 1418010 h 1708593"/>
                <a:gd name="connsiteX303" fmla="*/ 734638 w 2957425"/>
                <a:gd name="connsiteY303" fmla="*/ 1418928 h 1708593"/>
                <a:gd name="connsiteX304" fmla="*/ 662511 w 2957425"/>
                <a:gd name="connsiteY304" fmla="*/ 1460429 h 1708593"/>
                <a:gd name="connsiteX305" fmla="*/ 562069 w 2957425"/>
                <a:gd name="connsiteY305" fmla="*/ 1508078 h 1708593"/>
                <a:gd name="connsiteX306" fmla="*/ 462743 w 2957425"/>
                <a:gd name="connsiteY306" fmla="*/ 1460429 h 1708593"/>
                <a:gd name="connsiteX307" fmla="*/ 375034 w 2957425"/>
                <a:gd name="connsiteY307" fmla="*/ 1418010 h 1708593"/>
                <a:gd name="connsiteX308" fmla="*/ 287371 w 2957425"/>
                <a:gd name="connsiteY308" fmla="*/ 1460429 h 1708593"/>
                <a:gd name="connsiteX309" fmla="*/ 187517 w 2957425"/>
                <a:gd name="connsiteY309" fmla="*/ 1508078 h 1708593"/>
                <a:gd name="connsiteX310" fmla="*/ 87663 w 2957425"/>
                <a:gd name="connsiteY310" fmla="*/ 1460429 h 1708593"/>
                <a:gd name="connsiteX311" fmla="*/ 0 w 2957425"/>
                <a:gd name="connsiteY311" fmla="*/ 1418010 h 1708593"/>
                <a:gd name="connsiteX312" fmla="*/ 0 w 2957425"/>
                <a:gd name="connsiteY312" fmla="*/ 1300582 h 1708593"/>
                <a:gd name="connsiteX313" fmla="*/ 99855 w 2957425"/>
                <a:gd name="connsiteY313" fmla="*/ 1347693 h 1708593"/>
                <a:gd name="connsiteX314" fmla="*/ 187517 w 2957425"/>
                <a:gd name="connsiteY314" fmla="*/ 1390151 h 1708593"/>
                <a:gd name="connsiteX315" fmla="*/ 275179 w 2957425"/>
                <a:gd name="connsiteY315" fmla="*/ 1347693 h 1708593"/>
                <a:gd name="connsiteX316" fmla="*/ 375034 w 2957425"/>
                <a:gd name="connsiteY316" fmla="*/ 1300582 h 1708593"/>
                <a:gd name="connsiteX317" fmla="*/ 474941 w 2957425"/>
                <a:gd name="connsiteY317" fmla="*/ 1347693 h 1708593"/>
                <a:gd name="connsiteX318" fmla="*/ 562069 w 2957425"/>
                <a:gd name="connsiteY318" fmla="*/ 1390151 h 1708593"/>
                <a:gd name="connsiteX319" fmla="*/ 650315 w 2957425"/>
                <a:gd name="connsiteY319" fmla="*/ 1347693 h 1708593"/>
                <a:gd name="connsiteX320" fmla="*/ 740506 w 2957425"/>
                <a:gd name="connsiteY320" fmla="*/ 1300868 h 1708593"/>
                <a:gd name="connsiteX321" fmla="*/ 749586 w 2957425"/>
                <a:gd name="connsiteY321" fmla="*/ 1300582 h 1708593"/>
                <a:gd name="connsiteX322" fmla="*/ 758889 w 2957425"/>
                <a:gd name="connsiteY322" fmla="*/ 1300868 h 1708593"/>
                <a:gd name="connsiteX323" fmla="*/ 850154 w 2957425"/>
                <a:gd name="connsiteY323" fmla="*/ 1347693 h 1708593"/>
                <a:gd name="connsiteX324" fmla="*/ 937343 w 2957425"/>
                <a:gd name="connsiteY324" fmla="*/ 1390151 h 1708593"/>
                <a:gd name="connsiteX325" fmla="*/ 1025586 w 2957425"/>
                <a:gd name="connsiteY325" fmla="*/ 1347693 h 1708593"/>
                <a:gd name="connsiteX326" fmla="*/ 1115684 w 2957425"/>
                <a:gd name="connsiteY326" fmla="*/ 1300868 h 1708593"/>
                <a:gd name="connsiteX327" fmla="*/ 1124860 w 2957425"/>
                <a:gd name="connsiteY327" fmla="*/ 1300582 h 1708593"/>
                <a:gd name="connsiteX328" fmla="*/ 1134151 w 2957425"/>
                <a:gd name="connsiteY328" fmla="*/ 1300868 h 1708593"/>
                <a:gd name="connsiteX329" fmla="*/ 1225295 w 2957425"/>
                <a:gd name="connsiteY329" fmla="*/ 1347693 h 1708593"/>
                <a:gd name="connsiteX330" fmla="*/ 1312377 w 2957425"/>
                <a:gd name="connsiteY330" fmla="*/ 1390151 h 1708593"/>
                <a:gd name="connsiteX331" fmla="*/ 1400620 w 2957425"/>
                <a:gd name="connsiteY331" fmla="*/ 1347693 h 1708593"/>
                <a:gd name="connsiteX332" fmla="*/ 1490715 w 2957425"/>
                <a:gd name="connsiteY332" fmla="*/ 1300868 h 1708593"/>
                <a:gd name="connsiteX333" fmla="*/ 1499902 w 2957425"/>
                <a:gd name="connsiteY333" fmla="*/ 1300582 h 1708593"/>
                <a:gd name="connsiteX334" fmla="*/ 1509200 w 2957425"/>
                <a:gd name="connsiteY334" fmla="*/ 1300868 h 1708593"/>
                <a:gd name="connsiteX335" fmla="*/ 1600457 w 2957425"/>
                <a:gd name="connsiteY335" fmla="*/ 1347693 h 1708593"/>
                <a:gd name="connsiteX336" fmla="*/ 1672675 w 2957425"/>
                <a:gd name="connsiteY336" fmla="*/ 1389257 h 1708593"/>
                <a:gd name="connsiteX337" fmla="*/ 1687656 w 2957425"/>
                <a:gd name="connsiteY337" fmla="*/ 1390151 h 1708593"/>
                <a:gd name="connsiteX338" fmla="*/ 1702991 w 2957425"/>
                <a:gd name="connsiteY338" fmla="*/ 1389257 h 1708593"/>
                <a:gd name="connsiteX339" fmla="*/ 1775902 w 2957425"/>
                <a:gd name="connsiteY339" fmla="*/ 1347693 h 1708593"/>
                <a:gd name="connsiteX340" fmla="*/ 1865985 w 2957425"/>
                <a:gd name="connsiteY340" fmla="*/ 1300868 h 1708593"/>
                <a:gd name="connsiteX341" fmla="*/ 1875171 w 2957425"/>
                <a:gd name="connsiteY341" fmla="*/ 1300582 h 1708593"/>
                <a:gd name="connsiteX342" fmla="*/ 1884453 w 2957425"/>
                <a:gd name="connsiteY342" fmla="*/ 1300868 h 1708593"/>
                <a:gd name="connsiteX343" fmla="*/ 1975602 w 2957425"/>
                <a:gd name="connsiteY343" fmla="*/ 1347693 h 1708593"/>
                <a:gd name="connsiteX344" fmla="*/ 2047561 w 2957425"/>
                <a:gd name="connsiteY344" fmla="*/ 1389257 h 1708593"/>
                <a:gd name="connsiteX345" fmla="*/ 2062687 w 2957425"/>
                <a:gd name="connsiteY345" fmla="*/ 1390151 h 1708593"/>
                <a:gd name="connsiteX346" fmla="*/ 2078025 w 2957425"/>
                <a:gd name="connsiteY346" fmla="*/ 1389257 h 1708593"/>
                <a:gd name="connsiteX347" fmla="*/ 2150933 w 2957425"/>
                <a:gd name="connsiteY347" fmla="*/ 1347693 h 1708593"/>
                <a:gd name="connsiteX348" fmla="*/ 2241019 w 2957425"/>
                <a:gd name="connsiteY348" fmla="*/ 1300868 h 1708593"/>
                <a:gd name="connsiteX349" fmla="*/ 2250202 w 2957425"/>
                <a:gd name="connsiteY349" fmla="*/ 1300582 h 1708593"/>
                <a:gd name="connsiteX350" fmla="*/ 2259500 w 2957425"/>
                <a:gd name="connsiteY350" fmla="*/ 1300868 h 1708593"/>
                <a:gd name="connsiteX351" fmla="*/ 2350772 w 2957425"/>
                <a:gd name="connsiteY351" fmla="*/ 1347693 h 1708593"/>
                <a:gd name="connsiteX352" fmla="*/ 2422815 w 2957425"/>
                <a:gd name="connsiteY352" fmla="*/ 1389257 h 1708593"/>
                <a:gd name="connsiteX353" fmla="*/ 2437959 w 2957425"/>
                <a:gd name="connsiteY353" fmla="*/ 1390151 h 1708593"/>
                <a:gd name="connsiteX354" fmla="*/ 2453275 w 2957425"/>
                <a:gd name="connsiteY354" fmla="*/ 1389257 h 1708593"/>
                <a:gd name="connsiteX355" fmla="*/ 2526203 w 2957425"/>
                <a:gd name="connsiteY355" fmla="*/ 1347693 h 1708593"/>
                <a:gd name="connsiteX356" fmla="*/ 2625475 w 2957425"/>
                <a:gd name="connsiteY356" fmla="*/ 1300582 h 1708593"/>
                <a:gd name="connsiteX357" fmla="*/ 2725913 w 2957425"/>
                <a:gd name="connsiteY357" fmla="*/ 1347693 h 1708593"/>
                <a:gd name="connsiteX358" fmla="*/ 2797875 w 2957425"/>
                <a:gd name="connsiteY358" fmla="*/ 1389257 h 1708593"/>
                <a:gd name="connsiteX359" fmla="*/ 2812992 w 2957425"/>
                <a:gd name="connsiteY359" fmla="*/ 1390151 h 1708593"/>
                <a:gd name="connsiteX360" fmla="*/ 2828318 w 2957425"/>
                <a:gd name="connsiteY360" fmla="*/ 1389257 h 1708593"/>
                <a:gd name="connsiteX361" fmla="*/ 2901235 w 2957425"/>
                <a:gd name="connsiteY361" fmla="*/ 1347693 h 1708593"/>
                <a:gd name="connsiteX362" fmla="*/ 2937914 w 2957425"/>
                <a:gd name="connsiteY362" fmla="*/ 1317571 h 1708593"/>
                <a:gd name="connsiteX363" fmla="*/ 2957425 w 2957425"/>
                <a:gd name="connsiteY363" fmla="*/ 1308466 h 1708593"/>
                <a:gd name="connsiteX364" fmla="*/ 2957425 w 2957425"/>
                <a:gd name="connsiteY364" fmla="*/ 1329768 h 1708593"/>
                <a:gd name="connsiteX365" fmla="*/ 2944774 w 2957425"/>
                <a:gd name="connsiteY365" fmla="*/ 1334381 h 1708593"/>
                <a:gd name="connsiteX366" fmla="*/ 2913429 w 2957425"/>
                <a:gd name="connsiteY366" fmla="*/ 1361070 h 1708593"/>
                <a:gd name="connsiteX367" fmla="*/ 2822285 w 2957425"/>
                <a:gd name="connsiteY367" fmla="*/ 1407901 h 1708593"/>
                <a:gd name="connsiteX368" fmla="*/ 2812992 w 2957425"/>
                <a:gd name="connsiteY368" fmla="*/ 1408181 h 1708593"/>
                <a:gd name="connsiteX369" fmla="*/ 2803817 w 2957425"/>
                <a:gd name="connsiteY369" fmla="*/ 1407901 h 1708593"/>
                <a:gd name="connsiteX370" fmla="*/ 2713719 w 2957425"/>
                <a:gd name="connsiteY370" fmla="*/ 1361070 h 1708593"/>
                <a:gd name="connsiteX371" fmla="*/ 2625475 w 2957425"/>
                <a:gd name="connsiteY371" fmla="*/ 1318612 h 1708593"/>
                <a:gd name="connsiteX372" fmla="*/ 2538398 w 2957425"/>
                <a:gd name="connsiteY372" fmla="*/ 1361070 h 1708593"/>
                <a:gd name="connsiteX373" fmla="*/ 2447253 w 2957425"/>
                <a:gd name="connsiteY373" fmla="*/ 1407901 h 1708593"/>
                <a:gd name="connsiteX374" fmla="*/ 2437959 w 2957425"/>
                <a:gd name="connsiteY374" fmla="*/ 1408181 h 1708593"/>
                <a:gd name="connsiteX375" fmla="*/ 2428768 w 2957425"/>
                <a:gd name="connsiteY375" fmla="*/ 1407901 h 1708593"/>
                <a:gd name="connsiteX376" fmla="*/ 2338559 w 2957425"/>
                <a:gd name="connsiteY376" fmla="*/ 1361070 h 1708593"/>
                <a:gd name="connsiteX377" fmla="*/ 2265570 w 2957425"/>
                <a:gd name="connsiteY377" fmla="*/ 1319506 h 1708593"/>
                <a:gd name="connsiteX378" fmla="*/ 2250202 w 2957425"/>
                <a:gd name="connsiteY378" fmla="*/ 1318612 h 1708593"/>
                <a:gd name="connsiteX379" fmla="*/ 2235078 w 2957425"/>
                <a:gd name="connsiteY379" fmla="*/ 1319506 h 1708593"/>
                <a:gd name="connsiteX380" fmla="*/ 2163119 w 2957425"/>
                <a:gd name="connsiteY380" fmla="*/ 1361070 h 1708593"/>
                <a:gd name="connsiteX381" fmla="*/ 2071970 w 2957425"/>
                <a:gd name="connsiteY381" fmla="*/ 1407901 h 1708593"/>
                <a:gd name="connsiteX382" fmla="*/ 2062687 w 2957425"/>
                <a:gd name="connsiteY382" fmla="*/ 1408181 h 1708593"/>
                <a:gd name="connsiteX383" fmla="*/ 2053502 w 2957425"/>
                <a:gd name="connsiteY383" fmla="*/ 1407901 h 1708593"/>
                <a:gd name="connsiteX384" fmla="*/ 1963418 w 2957425"/>
                <a:gd name="connsiteY384" fmla="*/ 1361070 h 1708593"/>
                <a:gd name="connsiteX385" fmla="*/ 1890508 w 2957425"/>
                <a:gd name="connsiteY385" fmla="*/ 1319506 h 1708593"/>
                <a:gd name="connsiteX386" fmla="*/ 1875171 w 2957425"/>
                <a:gd name="connsiteY386" fmla="*/ 1318612 h 1708593"/>
                <a:gd name="connsiteX387" fmla="*/ 1860044 w 2957425"/>
                <a:gd name="connsiteY387" fmla="*/ 1319506 h 1708593"/>
                <a:gd name="connsiteX388" fmla="*/ 1788085 w 2957425"/>
                <a:gd name="connsiteY388" fmla="*/ 1361070 h 1708593"/>
                <a:gd name="connsiteX389" fmla="*/ 1696936 w 2957425"/>
                <a:gd name="connsiteY389" fmla="*/ 1407901 h 1708593"/>
                <a:gd name="connsiteX390" fmla="*/ 1687656 w 2957425"/>
                <a:gd name="connsiteY390" fmla="*/ 1408181 h 1708593"/>
                <a:gd name="connsiteX391" fmla="*/ 1678456 w 2957425"/>
                <a:gd name="connsiteY391" fmla="*/ 1407901 h 1708593"/>
                <a:gd name="connsiteX392" fmla="*/ 1588259 w 2957425"/>
                <a:gd name="connsiteY392" fmla="*/ 1361070 h 1708593"/>
                <a:gd name="connsiteX393" fmla="*/ 1515254 w 2957425"/>
                <a:gd name="connsiteY393" fmla="*/ 1319506 h 1708593"/>
                <a:gd name="connsiteX394" fmla="*/ 1499902 w 2957425"/>
                <a:gd name="connsiteY394" fmla="*/ 1318612 h 1708593"/>
                <a:gd name="connsiteX395" fmla="*/ 1484938 w 2957425"/>
                <a:gd name="connsiteY395" fmla="*/ 1319506 h 1708593"/>
                <a:gd name="connsiteX396" fmla="*/ 1412811 w 2957425"/>
                <a:gd name="connsiteY396" fmla="*/ 1361070 h 1708593"/>
                <a:gd name="connsiteX397" fmla="*/ 1312377 w 2957425"/>
                <a:gd name="connsiteY397" fmla="*/ 1408181 h 1708593"/>
                <a:gd name="connsiteX398" fmla="*/ 1213103 w 2957425"/>
                <a:gd name="connsiteY398" fmla="*/ 1361070 h 1708593"/>
                <a:gd name="connsiteX399" fmla="*/ 1140203 w 2957425"/>
                <a:gd name="connsiteY399" fmla="*/ 1319506 h 1708593"/>
                <a:gd name="connsiteX400" fmla="*/ 1124860 w 2957425"/>
                <a:gd name="connsiteY400" fmla="*/ 1318612 h 1708593"/>
                <a:gd name="connsiteX401" fmla="*/ 1109907 w 2957425"/>
                <a:gd name="connsiteY401" fmla="*/ 1319506 h 1708593"/>
                <a:gd name="connsiteX402" fmla="*/ 1037780 w 2957425"/>
                <a:gd name="connsiteY402" fmla="*/ 1361070 h 1708593"/>
                <a:gd name="connsiteX403" fmla="*/ 937343 w 2957425"/>
                <a:gd name="connsiteY403" fmla="*/ 1408181 h 1708593"/>
                <a:gd name="connsiteX404" fmla="*/ 837942 w 2957425"/>
                <a:gd name="connsiteY404" fmla="*/ 1361070 h 1708593"/>
                <a:gd name="connsiteX405" fmla="*/ 764952 w 2957425"/>
                <a:gd name="connsiteY405" fmla="*/ 1319506 h 1708593"/>
                <a:gd name="connsiteX406" fmla="*/ 749586 w 2957425"/>
                <a:gd name="connsiteY406" fmla="*/ 1318612 h 1708593"/>
                <a:gd name="connsiteX407" fmla="*/ 734638 w 2957425"/>
                <a:gd name="connsiteY407" fmla="*/ 1319506 h 1708593"/>
                <a:gd name="connsiteX408" fmla="*/ 662511 w 2957425"/>
                <a:gd name="connsiteY408" fmla="*/ 1361070 h 1708593"/>
                <a:gd name="connsiteX409" fmla="*/ 562069 w 2957425"/>
                <a:gd name="connsiteY409" fmla="*/ 1408181 h 1708593"/>
                <a:gd name="connsiteX410" fmla="*/ 462743 w 2957425"/>
                <a:gd name="connsiteY410" fmla="*/ 1361070 h 1708593"/>
                <a:gd name="connsiteX411" fmla="*/ 375034 w 2957425"/>
                <a:gd name="connsiteY411" fmla="*/ 1318612 h 1708593"/>
                <a:gd name="connsiteX412" fmla="*/ 287371 w 2957425"/>
                <a:gd name="connsiteY412" fmla="*/ 1361070 h 1708593"/>
                <a:gd name="connsiteX413" fmla="*/ 187517 w 2957425"/>
                <a:gd name="connsiteY413" fmla="*/ 1408181 h 1708593"/>
                <a:gd name="connsiteX414" fmla="*/ 87663 w 2957425"/>
                <a:gd name="connsiteY414" fmla="*/ 1361070 h 1708593"/>
                <a:gd name="connsiteX415" fmla="*/ 0 w 2957425"/>
                <a:gd name="connsiteY415" fmla="*/ 1318612 h 1708593"/>
                <a:gd name="connsiteX416" fmla="*/ 0 w 2957425"/>
                <a:gd name="connsiteY416" fmla="*/ 1200685 h 1708593"/>
                <a:gd name="connsiteX417" fmla="*/ 99855 w 2957425"/>
                <a:gd name="connsiteY417" fmla="*/ 1248334 h 1708593"/>
                <a:gd name="connsiteX418" fmla="*/ 187517 w 2957425"/>
                <a:gd name="connsiteY418" fmla="*/ 1290753 h 1708593"/>
                <a:gd name="connsiteX419" fmla="*/ 275179 w 2957425"/>
                <a:gd name="connsiteY419" fmla="*/ 1248334 h 1708593"/>
                <a:gd name="connsiteX420" fmla="*/ 375034 w 2957425"/>
                <a:gd name="connsiteY420" fmla="*/ 1200685 h 1708593"/>
                <a:gd name="connsiteX421" fmla="*/ 474941 w 2957425"/>
                <a:gd name="connsiteY421" fmla="*/ 1248334 h 1708593"/>
                <a:gd name="connsiteX422" fmla="*/ 562069 w 2957425"/>
                <a:gd name="connsiteY422" fmla="*/ 1290753 h 1708593"/>
                <a:gd name="connsiteX423" fmla="*/ 650315 w 2957425"/>
                <a:gd name="connsiteY423" fmla="*/ 1248334 h 1708593"/>
                <a:gd name="connsiteX424" fmla="*/ 740506 w 2957425"/>
                <a:gd name="connsiteY424" fmla="*/ 1200971 h 1708593"/>
                <a:gd name="connsiteX425" fmla="*/ 749586 w 2957425"/>
                <a:gd name="connsiteY425" fmla="*/ 1200685 h 1708593"/>
                <a:gd name="connsiteX426" fmla="*/ 758889 w 2957425"/>
                <a:gd name="connsiteY426" fmla="*/ 1200971 h 1708593"/>
                <a:gd name="connsiteX427" fmla="*/ 850154 w 2957425"/>
                <a:gd name="connsiteY427" fmla="*/ 1248334 h 1708593"/>
                <a:gd name="connsiteX428" fmla="*/ 937343 w 2957425"/>
                <a:gd name="connsiteY428" fmla="*/ 1290753 h 1708593"/>
                <a:gd name="connsiteX429" fmla="*/ 1025586 w 2957425"/>
                <a:gd name="connsiteY429" fmla="*/ 1248334 h 1708593"/>
                <a:gd name="connsiteX430" fmla="*/ 1115684 w 2957425"/>
                <a:gd name="connsiteY430" fmla="*/ 1200971 h 1708593"/>
                <a:gd name="connsiteX431" fmla="*/ 1124860 w 2957425"/>
                <a:gd name="connsiteY431" fmla="*/ 1200685 h 1708593"/>
                <a:gd name="connsiteX432" fmla="*/ 1134151 w 2957425"/>
                <a:gd name="connsiteY432" fmla="*/ 1200971 h 1708593"/>
                <a:gd name="connsiteX433" fmla="*/ 1225295 w 2957425"/>
                <a:gd name="connsiteY433" fmla="*/ 1248334 h 1708593"/>
                <a:gd name="connsiteX434" fmla="*/ 1312377 w 2957425"/>
                <a:gd name="connsiteY434" fmla="*/ 1290753 h 1708593"/>
                <a:gd name="connsiteX435" fmla="*/ 1400620 w 2957425"/>
                <a:gd name="connsiteY435" fmla="*/ 1248334 h 1708593"/>
                <a:gd name="connsiteX436" fmla="*/ 1490715 w 2957425"/>
                <a:gd name="connsiteY436" fmla="*/ 1200971 h 1708593"/>
                <a:gd name="connsiteX437" fmla="*/ 1499902 w 2957425"/>
                <a:gd name="connsiteY437" fmla="*/ 1200685 h 1708593"/>
                <a:gd name="connsiteX438" fmla="*/ 1509200 w 2957425"/>
                <a:gd name="connsiteY438" fmla="*/ 1200971 h 1708593"/>
                <a:gd name="connsiteX439" fmla="*/ 1600457 w 2957425"/>
                <a:gd name="connsiteY439" fmla="*/ 1248334 h 1708593"/>
                <a:gd name="connsiteX440" fmla="*/ 1672675 w 2957425"/>
                <a:gd name="connsiteY440" fmla="*/ 1289836 h 1708593"/>
                <a:gd name="connsiteX441" fmla="*/ 1687656 w 2957425"/>
                <a:gd name="connsiteY441" fmla="*/ 1290753 h 1708593"/>
                <a:gd name="connsiteX442" fmla="*/ 1702991 w 2957425"/>
                <a:gd name="connsiteY442" fmla="*/ 1289836 h 1708593"/>
                <a:gd name="connsiteX443" fmla="*/ 1775902 w 2957425"/>
                <a:gd name="connsiteY443" fmla="*/ 1248334 h 1708593"/>
                <a:gd name="connsiteX444" fmla="*/ 1865985 w 2957425"/>
                <a:gd name="connsiteY444" fmla="*/ 1200971 h 1708593"/>
                <a:gd name="connsiteX445" fmla="*/ 1875171 w 2957425"/>
                <a:gd name="connsiteY445" fmla="*/ 1200685 h 1708593"/>
                <a:gd name="connsiteX446" fmla="*/ 1884453 w 2957425"/>
                <a:gd name="connsiteY446" fmla="*/ 1200971 h 1708593"/>
                <a:gd name="connsiteX447" fmla="*/ 1975602 w 2957425"/>
                <a:gd name="connsiteY447" fmla="*/ 1248334 h 1708593"/>
                <a:gd name="connsiteX448" fmla="*/ 2047561 w 2957425"/>
                <a:gd name="connsiteY448" fmla="*/ 1289836 h 1708593"/>
                <a:gd name="connsiteX449" fmla="*/ 2062687 w 2957425"/>
                <a:gd name="connsiteY449" fmla="*/ 1290753 h 1708593"/>
                <a:gd name="connsiteX450" fmla="*/ 2078025 w 2957425"/>
                <a:gd name="connsiteY450" fmla="*/ 1289836 h 1708593"/>
                <a:gd name="connsiteX451" fmla="*/ 2150933 w 2957425"/>
                <a:gd name="connsiteY451" fmla="*/ 1248334 h 1708593"/>
                <a:gd name="connsiteX452" fmla="*/ 2241019 w 2957425"/>
                <a:gd name="connsiteY452" fmla="*/ 1200971 h 1708593"/>
                <a:gd name="connsiteX453" fmla="*/ 2250202 w 2957425"/>
                <a:gd name="connsiteY453" fmla="*/ 1200685 h 1708593"/>
                <a:gd name="connsiteX454" fmla="*/ 2259500 w 2957425"/>
                <a:gd name="connsiteY454" fmla="*/ 1200971 h 1708593"/>
                <a:gd name="connsiteX455" fmla="*/ 2350772 w 2957425"/>
                <a:gd name="connsiteY455" fmla="*/ 1248334 h 1708593"/>
                <a:gd name="connsiteX456" fmla="*/ 2422815 w 2957425"/>
                <a:gd name="connsiteY456" fmla="*/ 1289836 h 1708593"/>
                <a:gd name="connsiteX457" fmla="*/ 2437959 w 2957425"/>
                <a:gd name="connsiteY457" fmla="*/ 1290753 h 1708593"/>
                <a:gd name="connsiteX458" fmla="*/ 2453275 w 2957425"/>
                <a:gd name="connsiteY458" fmla="*/ 1289836 h 1708593"/>
                <a:gd name="connsiteX459" fmla="*/ 2526203 w 2957425"/>
                <a:gd name="connsiteY459" fmla="*/ 1248334 h 1708593"/>
                <a:gd name="connsiteX460" fmla="*/ 2625475 w 2957425"/>
                <a:gd name="connsiteY460" fmla="*/ 1200685 h 1708593"/>
                <a:gd name="connsiteX461" fmla="*/ 2725913 w 2957425"/>
                <a:gd name="connsiteY461" fmla="*/ 1248334 h 1708593"/>
                <a:gd name="connsiteX462" fmla="*/ 2797875 w 2957425"/>
                <a:gd name="connsiteY462" fmla="*/ 1289836 h 1708593"/>
                <a:gd name="connsiteX463" fmla="*/ 2812992 w 2957425"/>
                <a:gd name="connsiteY463" fmla="*/ 1290753 h 1708593"/>
                <a:gd name="connsiteX464" fmla="*/ 2828318 w 2957425"/>
                <a:gd name="connsiteY464" fmla="*/ 1289836 h 1708593"/>
                <a:gd name="connsiteX465" fmla="*/ 2901235 w 2957425"/>
                <a:gd name="connsiteY465" fmla="*/ 1248334 h 1708593"/>
                <a:gd name="connsiteX466" fmla="*/ 2937909 w 2957425"/>
                <a:gd name="connsiteY466" fmla="*/ 1217746 h 1708593"/>
                <a:gd name="connsiteX467" fmla="*/ 2957425 w 2957425"/>
                <a:gd name="connsiteY467" fmla="*/ 1208587 h 1708593"/>
                <a:gd name="connsiteX468" fmla="*/ 2957425 w 2957425"/>
                <a:gd name="connsiteY468" fmla="*/ 1230016 h 1708593"/>
                <a:gd name="connsiteX469" fmla="*/ 2944769 w 2957425"/>
                <a:gd name="connsiteY469" fmla="*/ 1234694 h 1708593"/>
                <a:gd name="connsiteX470" fmla="*/ 2913429 w 2957425"/>
                <a:gd name="connsiteY470" fmla="*/ 1261118 h 1708593"/>
                <a:gd name="connsiteX471" fmla="*/ 2822285 w 2957425"/>
                <a:gd name="connsiteY471" fmla="*/ 1308480 h 1708593"/>
                <a:gd name="connsiteX472" fmla="*/ 2812992 w 2957425"/>
                <a:gd name="connsiteY472" fmla="*/ 1308766 h 1708593"/>
                <a:gd name="connsiteX473" fmla="*/ 2803817 w 2957425"/>
                <a:gd name="connsiteY473" fmla="*/ 1308480 h 1708593"/>
                <a:gd name="connsiteX474" fmla="*/ 2713719 w 2957425"/>
                <a:gd name="connsiteY474" fmla="*/ 1261118 h 1708593"/>
                <a:gd name="connsiteX475" fmla="*/ 2625475 w 2957425"/>
                <a:gd name="connsiteY475" fmla="*/ 1218699 h 1708593"/>
                <a:gd name="connsiteX476" fmla="*/ 2538398 w 2957425"/>
                <a:gd name="connsiteY476" fmla="*/ 1261118 h 1708593"/>
                <a:gd name="connsiteX477" fmla="*/ 2447253 w 2957425"/>
                <a:gd name="connsiteY477" fmla="*/ 1308480 h 1708593"/>
                <a:gd name="connsiteX478" fmla="*/ 2437959 w 2957425"/>
                <a:gd name="connsiteY478" fmla="*/ 1308766 h 1708593"/>
                <a:gd name="connsiteX479" fmla="*/ 2428768 w 2957425"/>
                <a:gd name="connsiteY479" fmla="*/ 1308480 h 1708593"/>
                <a:gd name="connsiteX480" fmla="*/ 2338559 w 2957425"/>
                <a:gd name="connsiteY480" fmla="*/ 1261118 h 1708593"/>
                <a:gd name="connsiteX481" fmla="*/ 2265570 w 2957425"/>
                <a:gd name="connsiteY481" fmla="*/ 1219616 h 1708593"/>
                <a:gd name="connsiteX482" fmla="*/ 2250202 w 2957425"/>
                <a:gd name="connsiteY482" fmla="*/ 1218699 h 1708593"/>
                <a:gd name="connsiteX483" fmla="*/ 2235078 w 2957425"/>
                <a:gd name="connsiteY483" fmla="*/ 1219616 h 1708593"/>
                <a:gd name="connsiteX484" fmla="*/ 2163119 w 2957425"/>
                <a:gd name="connsiteY484" fmla="*/ 1261118 h 1708593"/>
                <a:gd name="connsiteX485" fmla="*/ 2071970 w 2957425"/>
                <a:gd name="connsiteY485" fmla="*/ 1308480 h 1708593"/>
                <a:gd name="connsiteX486" fmla="*/ 2062687 w 2957425"/>
                <a:gd name="connsiteY486" fmla="*/ 1308766 h 1708593"/>
                <a:gd name="connsiteX487" fmla="*/ 2053502 w 2957425"/>
                <a:gd name="connsiteY487" fmla="*/ 1308480 h 1708593"/>
                <a:gd name="connsiteX488" fmla="*/ 1963418 w 2957425"/>
                <a:gd name="connsiteY488" fmla="*/ 1261118 h 1708593"/>
                <a:gd name="connsiteX489" fmla="*/ 1890508 w 2957425"/>
                <a:gd name="connsiteY489" fmla="*/ 1219616 h 1708593"/>
                <a:gd name="connsiteX490" fmla="*/ 1875171 w 2957425"/>
                <a:gd name="connsiteY490" fmla="*/ 1218699 h 1708593"/>
                <a:gd name="connsiteX491" fmla="*/ 1860044 w 2957425"/>
                <a:gd name="connsiteY491" fmla="*/ 1219616 h 1708593"/>
                <a:gd name="connsiteX492" fmla="*/ 1788085 w 2957425"/>
                <a:gd name="connsiteY492" fmla="*/ 1261118 h 1708593"/>
                <a:gd name="connsiteX493" fmla="*/ 1696936 w 2957425"/>
                <a:gd name="connsiteY493" fmla="*/ 1308480 h 1708593"/>
                <a:gd name="connsiteX494" fmla="*/ 1687656 w 2957425"/>
                <a:gd name="connsiteY494" fmla="*/ 1308766 h 1708593"/>
                <a:gd name="connsiteX495" fmla="*/ 1678456 w 2957425"/>
                <a:gd name="connsiteY495" fmla="*/ 1308480 h 1708593"/>
                <a:gd name="connsiteX496" fmla="*/ 1588259 w 2957425"/>
                <a:gd name="connsiteY496" fmla="*/ 1261118 h 1708593"/>
                <a:gd name="connsiteX497" fmla="*/ 1515254 w 2957425"/>
                <a:gd name="connsiteY497" fmla="*/ 1219616 h 1708593"/>
                <a:gd name="connsiteX498" fmla="*/ 1499902 w 2957425"/>
                <a:gd name="connsiteY498" fmla="*/ 1218699 h 1708593"/>
                <a:gd name="connsiteX499" fmla="*/ 1484938 w 2957425"/>
                <a:gd name="connsiteY499" fmla="*/ 1219616 h 1708593"/>
                <a:gd name="connsiteX500" fmla="*/ 1412811 w 2957425"/>
                <a:gd name="connsiteY500" fmla="*/ 1261118 h 1708593"/>
                <a:gd name="connsiteX501" fmla="*/ 1312377 w 2957425"/>
                <a:gd name="connsiteY501" fmla="*/ 1308766 h 1708593"/>
                <a:gd name="connsiteX502" fmla="*/ 1213103 w 2957425"/>
                <a:gd name="connsiteY502" fmla="*/ 1261118 h 1708593"/>
                <a:gd name="connsiteX503" fmla="*/ 1140203 w 2957425"/>
                <a:gd name="connsiteY503" fmla="*/ 1219616 h 1708593"/>
                <a:gd name="connsiteX504" fmla="*/ 1124860 w 2957425"/>
                <a:gd name="connsiteY504" fmla="*/ 1218699 h 1708593"/>
                <a:gd name="connsiteX505" fmla="*/ 1109907 w 2957425"/>
                <a:gd name="connsiteY505" fmla="*/ 1219616 h 1708593"/>
                <a:gd name="connsiteX506" fmla="*/ 1037780 w 2957425"/>
                <a:gd name="connsiteY506" fmla="*/ 1261118 h 1708593"/>
                <a:gd name="connsiteX507" fmla="*/ 937343 w 2957425"/>
                <a:gd name="connsiteY507" fmla="*/ 1308766 h 1708593"/>
                <a:gd name="connsiteX508" fmla="*/ 837942 w 2957425"/>
                <a:gd name="connsiteY508" fmla="*/ 1261118 h 1708593"/>
                <a:gd name="connsiteX509" fmla="*/ 764952 w 2957425"/>
                <a:gd name="connsiteY509" fmla="*/ 1219616 h 1708593"/>
                <a:gd name="connsiteX510" fmla="*/ 749586 w 2957425"/>
                <a:gd name="connsiteY510" fmla="*/ 1218699 h 1708593"/>
                <a:gd name="connsiteX511" fmla="*/ 734638 w 2957425"/>
                <a:gd name="connsiteY511" fmla="*/ 1219616 h 1708593"/>
                <a:gd name="connsiteX512" fmla="*/ 662511 w 2957425"/>
                <a:gd name="connsiteY512" fmla="*/ 1261118 h 1708593"/>
                <a:gd name="connsiteX513" fmla="*/ 562069 w 2957425"/>
                <a:gd name="connsiteY513" fmla="*/ 1308766 h 1708593"/>
                <a:gd name="connsiteX514" fmla="*/ 462743 w 2957425"/>
                <a:gd name="connsiteY514" fmla="*/ 1261118 h 1708593"/>
                <a:gd name="connsiteX515" fmla="*/ 375034 w 2957425"/>
                <a:gd name="connsiteY515" fmla="*/ 1218699 h 1708593"/>
                <a:gd name="connsiteX516" fmla="*/ 287371 w 2957425"/>
                <a:gd name="connsiteY516" fmla="*/ 1261118 h 1708593"/>
                <a:gd name="connsiteX517" fmla="*/ 187517 w 2957425"/>
                <a:gd name="connsiteY517" fmla="*/ 1308766 h 1708593"/>
                <a:gd name="connsiteX518" fmla="*/ 87663 w 2957425"/>
                <a:gd name="connsiteY518" fmla="*/ 1261118 h 1708593"/>
                <a:gd name="connsiteX519" fmla="*/ 0 w 2957425"/>
                <a:gd name="connsiteY519" fmla="*/ 1218699 h 1708593"/>
                <a:gd name="connsiteX520" fmla="*/ 0 w 2957425"/>
                <a:gd name="connsiteY520" fmla="*/ 1100066 h 1708593"/>
                <a:gd name="connsiteX521" fmla="*/ 99855 w 2957425"/>
                <a:gd name="connsiteY521" fmla="*/ 1147715 h 1708593"/>
                <a:gd name="connsiteX522" fmla="*/ 187517 w 2957425"/>
                <a:gd name="connsiteY522" fmla="*/ 1190134 h 1708593"/>
                <a:gd name="connsiteX523" fmla="*/ 275179 w 2957425"/>
                <a:gd name="connsiteY523" fmla="*/ 1147715 h 1708593"/>
                <a:gd name="connsiteX524" fmla="*/ 375034 w 2957425"/>
                <a:gd name="connsiteY524" fmla="*/ 1100066 h 1708593"/>
                <a:gd name="connsiteX525" fmla="*/ 474941 w 2957425"/>
                <a:gd name="connsiteY525" fmla="*/ 1147715 h 1708593"/>
                <a:gd name="connsiteX526" fmla="*/ 562069 w 2957425"/>
                <a:gd name="connsiteY526" fmla="*/ 1190134 h 1708593"/>
                <a:gd name="connsiteX527" fmla="*/ 650315 w 2957425"/>
                <a:gd name="connsiteY527" fmla="*/ 1147715 h 1708593"/>
                <a:gd name="connsiteX528" fmla="*/ 740506 w 2957425"/>
                <a:gd name="connsiteY528" fmla="*/ 1100352 h 1708593"/>
                <a:gd name="connsiteX529" fmla="*/ 749586 w 2957425"/>
                <a:gd name="connsiteY529" fmla="*/ 1100066 h 1708593"/>
                <a:gd name="connsiteX530" fmla="*/ 758889 w 2957425"/>
                <a:gd name="connsiteY530" fmla="*/ 1100352 h 1708593"/>
                <a:gd name="connsiteX531" fmla="*/ 850154 w 2957425"/>
                <a:gd name="connsiteY531" fmla="*/ 1147715 h 1708593"/>
                <a:gd name="connsiteX532" fmla="*/ 937343 w 2957425"/>
                <a:gd name="connsiteY532" fmla="*/ 1190134 h 1708593"/>
                <a:gd name="connsiteX533" fmla="*/ 1025586 w 2957425"/>
                <a:gd name="connsiteY533" fmla="*/ 1147715 h 1708593"/>
                <a:gd name="connsiteX534" fmla="*/ 1115684 w 2957425"/>
                <a:gd name="connsiteY534" fmla="*/ 1100352 h 1708593"/>
                <a:gd name="connsiteX535" fmla="*/ 1124860 w 2957425"/>
                <a:gd name="connsiteY535" fmla="*/ 1100066 h 1708593"/>
                <a:gd name="connsiteX536" fmla="*/ 1134151 w 2957425"/>
                <a:gd name="connsiteY536" fmla="*/ 1100352 h 1708593"/>
                <a:gd name="connsiteX537" fmla="*/ 1225295 w 2957425"/>
                <a:gd name="connsiteY537" fmla="*/ 1147715 h 1708593"/>
                <a:gd name="connsiteX538" fmla="*/ 1312377 w 2957425"/>
                <a:gd name="connsiteY538" fmla="*/ 1190134 h 1708593"/>
                <a:gd name="connsiteX539" fmla="*/ 1400620 w 2957425"/>
                <a:gd name="connsiteY539" fmla="*/ 1147715 h 1708593"/>
                <a:gd name="connsiteX540" fmla="*/ 1490715 w 2957425"/>
                <a:gd name="connsiteY540" fmla="*/ 1100352 h 1708593"/>
                <a:gd name="connsiteX541" fmla="*/ 1499902 w 2957425"/>
                <a:gd name="connsiteY541" fmla="*/ 1100066 h 1708593"/>
                <a:gd name="connsiteX542" fmla="*/ 1509200 w 2957425"/>
                <a:gd name="connsiteY542" fmla="*/ 1100352 h 1708593"/>
                <a:gd name="connsiteX543" fmla="*/ 1600457 w 2957425"/>
                <a:gd name="connsiteY543" fmla="*/ 1147715 h 1708593"/>
                <a:gd name="connsiteX544" fmla="*/ 1672675 w 2957425"/>
                <a:gd name="connsiteY544" fmla="*/ 1189217 h 1708593"/>
                <a:gd name="connsiteX545" fmla="*/ 1687656 w 2957425"/>
                <a:gd name="connsiteY545" fmla="*/ 1190134 h 1708593"/>
                <a:gd name="connsiteX546" fmla="*/ 1702991 w 2957425"/>
                <a:gd name="connsiteY546" fmla="*/ 1189217 h 1708593"/>
                <a:gd name="connsiteX547" fmla="*/ 1775902 w 2957425"/>
                <a:gd name="connsiteY547" fmla="*/ 1147715 h 1708593"/>
                <a:gd name="connsiteX548" fmla="*/ 1865985 w 2957425"/>
                <a:gd name="connsiteY548" fmla="*/ 1100352 h 1708593"/>
                <a:gd name="connsiteX549" fmla="*/ 1875171 w 2957425"/>
                <a:gd name="connsiteY549" fmla="*/ 1100066 h 1708593"/>
                <a:gd name="connsiteX550" fmla="*/ 1884453 w 2957425"/>
                <a:gd name="connsiteY550" fmla="*/ 1100352 h 1708593"/>
                <a:gd name="connsiteX551" fmla="*/ 1975602 w 2957425"/>
                <a:gd name="connsiteY551" fmla="*/ 1147715 h 1708593"/>
                <a:gd name="connsiteX552" fmla="*/ 2047561 w 2957425"/>
                <a:gd name="connsiteY552" fmla="*/ 1189217 h 1708593"/>
                <a:gd name="connsiteX553" fmla="*/ 2062687 w 2957425"/>
                <a:gd name="connsiteY553" fmla="*/ 1190134 h 1708593"/>
                <a:gd name="connsiteX554" fmla="*/ 2078025 w 2957425"/>
                <a:gd name="connsiteY554" fmla="*/ 1189217 h 1708593"/>
                <a:gd name="connsiteX555" fmla="*/ 2150933 w 2957425"/>
                <a:gd name="connsiteY555" fmla="*/ 1147715 h 1708593"/>
                <a:gd name="connsiteX556" fmla="*/ 2241019 w 2957425"/>
                <a:gd name="connsiteY556" fmla="*/ 1100352 h 1708593"/>
                <a:gd name="connsiteX557" fmla="*/ 2250202 w 2957425"/>
                <a:gd name="connsiteY557" fmla="*/ 1100066 h 1708593"/>
                <a:gd name="connsiteX558" fmla="*/ 2259500 w 2957425"/>
                <a:gd name="connsiteY558" fmla="*/ 1100352 h 1708593"/>
                <a:gd name="connsiteX559" fmla="*/ 2350772 w 2957425"/>
                <a:gd name="connsiteY559" fmla="*/ 1147715 h 1708593"/>
                <a:gd name="connsiteX560" fmla="*/ 2422815 w 2957425"/>
                <a:gd name="connsiteY560" fmla="*/ 1189217 h 1708593"/>
                <a:gd name="connsiteX561" fmla="*/ 2437959 w 2957425"/>
                <a:gd name="connsiteY561" fmla="*/ 1190134 h 1708593"/>
                <a:gd name="connsiteX562" fmla="*/ 2453275 w 2957425"/>
                <a:gd name="connsiteY562" fmla="*/ 1189217 h 1708593"/>
                <a:gd name="connsiteX563" fmla="*/ 2526203 w 2957425"/>
                <a:gd name="connsiteY563" fmla="*/ 1147715 h 1708593"/>
                <a:gd name="connsiteX564" fmla="*/ 2625475 w 2957425"/>
                <a:gd name="connsiteY564" fmla="*/ 1100066 h 1708593"/>
                <a:gd name="connsiteX565" fmla="*/ 2725913 w 2957425"/>
                <a:gd name="connsiteY565" fmla="*/ 1147715 h 1708593"/>
                <a:gd name="connsiteX566" fmla="*/ 2797875 w 2957425"/>
                <a:gd name="connsiteY566" fmla="*/ 1189217 h 1708593"/>
                <a:gd name="connsiteX567" fmla="*/ 2812992 w 2957425"/>
                <a:gd name="connsiteY567" fmla="*/ 1190134 h 1708593"/>
                <a:gd name="connsiteX568" fmla="*/ 2828318 w 2957425"/>
                <a:gd name="connsiteY568" fmla="*/ 1189217 h 1708593"/>
                <a:gd name="connsiteX569" fmla="*/ 2901235 w 2957425"/>
                <a:gd name="connsiteY569" fmla="*/ 1147715 h 1708593"/>
                <a:gd name="connsiteX570" fmla="*/ 2937904 w 2957425"/>
                <a:gd name="connsiteY570" fmla="*/ 1117127 h 1708593"/>
                <a:gd name="connsiteX571" fmla="*/ 2957425 w 2957425"/>
                <a:gd name="connsiteY571" fmla="*/ 1107966 h 1708593"/>
                <a:gd name="connsiteX572" fmla="*/ 2957425 w 2957425"/>
                <a:gd name="connsiteY572" fmla="*/ 1129395 h 1708593"/>
                <a:gd name="connsiteX573" fmla="*/ 2944764 w 2957425"/>
                <a:gd name="connsiteY573" fmla="*/ 1134075 h 1708593"/>
                <a:gd name="connsiteX574" fmla="*/ 2913429 w 2957425"/>
                <a:gd name="connsiteY574" fmla="*/ 1160499 h 1708593"/>
                <a:gd name="connsiteX575" fmla="*/ 2822285 w 2957425"/>
                <a:gd name="connsiteY575" fmla="*/ 1207861 h 1708593"/>
                <a:gd name="connsiteX576" fmla="*/ 2812992 w 2957425"/>
                <a:gd name="connsiteY576" fmla="*/ 1208147 h 1708593"/>
                <a:gd name="connsiteX577" fmla="*/ 2803817 w 2957425"/>
                <a:gd name="connsiteY577" fmla="*/ 1207861 h 1708593"/>
                <a:gd name="connsiteX578" fmla="*/ 2713719 w 2957425"/>
                <a:gd name="connsiteY578" fmla="*/ 1160499 h 1708593"/>
                <a:gd name="connsiteX579" fmla="*/ 2625475 w 2957425"/>
                <a:gd name="connsiteY579" fmla="*/ 1118080 h 1708593"/>
                <a:gd name="connsiteX580" fmla="*/ 2538398 w 2957425"/>
                <a:gd name="connsiteY580" fmla="*/ 1160499 h 1708593"/>
                <a:gd name="connsiteX581" fmla="*/ 2447253 w 2957425"/>
                <a:gd name="connsiteY581" fmla="*/ 1207861 h 1708593"/>
                <a:gd name="connsiteX582" fmla="*/ 2437959 w 2957425"/>
                <a:gd name="connsiteY582" fmla="*/ 1208147 h 1708593"/>
                <a:gd name="connsiteX583" fmla="*/ 2428768 w 2957425"/>
                <a:gd name="connsiteY583" fmla="*/ 1207861 h 1708593"/>
                <a:gd name="connsiteX584" fmla="*/ 2338559 w 2957425"/>
                <a:gd name="connsiteY584" fmla="*/ 1160499 h 1708593"/>
                <a:gd name="connsiteX585" fmla="*/ 2265570 w 2957425"/>
                <a:gd name="connsiteY585" fmla="*/ 1118997 h 1708593"/>
                <a:gd name="connsiteX586" fmla="*/ 2250202 w 2957425"/>
                <a:gd name="connsiteY586" fmla="*/ 1118080 h 1708593"/>
                <a:gd name="connsiteX587" fmla="*/ 2235078 w 2957425"/>
                <a:gd name="connsiteY587" fmla="*/ 1118997 h 1708593"/>
                <a:gd name="connsiteX588" fmla="*/ 2163119 w 2957425"/>
                <a:gd name="connsiteY588" fmla="*/ 1160499 h 1708593"/>
                <a:gd name="connsiteX589" fmla="*/ 2071970 w 2957425"/>
                <a:gd name="connsiteY589" fmla="*/ 1207861 h 1708593"/>
                <a:gd name="connsiteX590" fmla="*/ 2062687 w 2957425"/>
                <a:gd name="connsiteY590" fmla="*/ 1208147 h 1708593"/>
                <a:gd name="connsiteX591" fmla="*/ 2053502 w 2957425"/>
                <a:gd name="connsiteY591" fmla="*/ 1207861 h 1708593"/>
                <a:gd name="connsiteX592" fmla="*/ 1963418 w 2957425"/>
                <a:gd name="connsiteY592" fmla="*/ 1160499 h 1708593"/>
                <a:gd name="connsiteX593" fmla="*/ 1890508 w 2957425"/>
                <a:gd name="connsiteY593" fmla="*/ 1118997 h 1708593"/>
                <a:gd name="connsiteX594" fmla="*/ 1875171 w 2957425"/>
                <a:gd name="connsiteY594" fmla="*/ 1118080 h 1708593"/>
                <a:gd name="connsiteX595" fmla="*/ 1860044 w 2957425"/>
                <a:gd name="connsiteY595" fmla="*/ 1118997 h 1708593"/>
                <a:gd name="connsiteX596" fmla="*/ 1788085 w 2957425"/>
                <a:gd name="connsiteY596" fmla="*/ 1160499 h 1708593"/>
                <a:gd name="connsiteX597" fmla="*/ 1696936 w 2957425"/>
                <a:gd name="connsiteY597" fmla="*/ 1207861 h 1708593"/>
                <a:gd name="connsiteX598" fmla="*/ 1687656 w 2957425"/>
                <a:gd name="connsiteY598" fmla="*/ 1208147 h 1708593"/>
                <a:gd name="connsiteX599" fmla="*/ 1678456 w 2957425"/>
                <a:gd name="connsiteY599" fmla="*/ 1207861 h 1708593"/>
                <a:gd name="connsiteX600" fmla="*/ 1588259 w 2957425"/>
                <a:gd name="connsiteY600" fmla="*/ 1160499 h 1708593"/>
                <a:gd name="connsiteX601" fmla="*/ 1515254 w 2957425"/>
                <a:gd name="connsiteY601" fmla="*/ 1118997 h 1708593"/>
                <a:gd name="connsiteX602" fmla="*/ 1499902 w 2957425"/>
                <a:gd name="connsiteY602" fmla="*/ 1118080 h 1708593"/>
                <a:gd name="connsiteX603" fmla="*/ 1484938 w 2957425"/>
                <a:gd name="connsiteY603" fmla="*/ 1118997 h 1708593"/>
                <a:gd name="connsiteX604" fmla="*/ 1412811 w 2957425"/>
                <a:gd name="connsiteY604" fmla="*/ 1160499 h 1708593"/>
                <a:gd name="connsiteX605" fmla="*/ 1312377 w 2957425"/>
                <a:gd name="connsiteY605" fmla="*/ 1208147 h 1708593"/>
                <a:gd name="connsiteX606" fmla="*/ 1213103 w 2957425"/>
                <a:gd name="connsiteY606" fmla="*/ 1160499 h 1708593"/>
                <a:gd name="connsiteX607" fmla="*/ 1140203 w 2957425"/>
                <a:gd name="connsiteY607" fmla="*/ 1118997 h 1708593"/>
                <a:gd name="connsiteX608" fmla="*/ 1124860 w 2957425"/>
                <a:gd name="connsiteY608" fmla="*/ 1118080 h 1708593"/>
                <a:gd name="connsiteX609" fmla="*/ 1109907 w 2957425"/>
                <a:gd name="connsiteY609" fmla="*/ 1118997 h 1708593"/>
                <a:gd name="connsiteX610" fmla="*/ 1037780 w 2957425"/>
                <a:gd name="connsiteY610" fmla="*/ 1160499 h 1708593"/>
                <a:gd name="connsiteX611" fmla="*/ 937343 w 2957425"/>
                <a:gd name="connsiteY611" fmla="*/ 1208147 h 1708593"/>
                <a:gd name="connsiteX612" fmla="*/ 837942 w 2957425"/>
                <a:gd name="connsiteY612" fmla="*/ 1160499 h 1708593"/>
                <a:gd name="connsiteX613" fmla="*/ 764952 w 2957425"/>
                <a:gd name="connsiteY613" fmla="*/ 1118997 h 1708593"/>
                <a:gd name="connsiteX614" fmla="*/ 749586 w 2957425"/>
                <a:gd name="connsiteY614" fmla="*/ 1118080 h 1708593"/>
                <a:gd name="connsiteX615" fmla="*/ 734638 w 2957425"/>
                <a:gd name="connsiteY615" fmla="*/ 1118997 h 1708593"/>
                <a:gd name="connsiteX616" fmla="*/ 662511 w 2957425"/>
                <a:gd name="connsiteY616" fmla="*/ 1160499 h 1708593"/>
                <a:gd name="connsiteX617" fmla="*/ 562069 w 2957425"/>
                <a:gd name="connsiteY617" fmla="*/ 1208147 h 1708593"/>
                <a:gd name="connsiteX618" fmla="*/ 462743 w 2957425"/>
                <a:gd name="connsiteY618" fmla="*/ 1160499 h 1708593"/>
                <a:gd name="connsiteX619" fmla="*/ 375034 w 2957425"/>
                <a:gd name="connsiteY619" fmla="*/ 1118080 h 1708593"/>
                <a:gd name="connsiteX620" fmla="*/ 287371 w 2957425"/>
                <a:gd name="connsiteY620" fmla="*/ 1160499 h 1708593"/>
                <a:gd name="connsiteX621" fmla="*/ 187517 w 2957425"/>
                <a:gd name="connsiteY621" fmla="*/ 1208147 h 1708593"/>
                <a:gd name="connsiteX622" fmla="*/ 87663 w 2957425"/>
                <a:gd name="connsiteY622" fmla="*/ 1160499 h 1708593"/>
                <a:gd name="connsiteX623" fmla="*/ 0 w 2957425"/>
                <a:gd name="connsiteY623" fmla="*/ 1118080 h 1708593"/>
                <a:gd name="connsiteX624" fmla="*/ 0 w 2957425"/>
                <a:gd name="connsiteY624" fmla="*/ 1000651 h 1708593"/>
                <a:gd name="connsiteX625" fmla="*/ 99855 w 2957425"/>
                <a:gd name="connsiteY625" fmla="*/ 1047762 h 1708593"/>
                <a:gd name="connsiteX626" fmla="*/ 187517 w 2957425"/>
                <a:gd name="connsiteY626" fmla="*/ 1090220 h 1708593"/>
                <a:gd name="connsiteX627" fmla="*/ 275179 w 2957425"/>
                <a:gd name="connsiteY627" fmla="*/ 1047762 h 1708593"/>
                <a:gd name="connsiteX628" fmla="*/ 375034 w 2957425"/>
                <a:gd name="connsiteY628" fmla="*/ 1000651 h 1708593"/>
                <a:gd name="connsiteX629" fmla="*/ 474941 w 2957425"/>
                <a:gd name="connsiteY629" fmla="*/ 1047762 h 1708593"/>
                <a:gd name="connsiteX630" fmla="*/ 562069 w 2957425"/>
                <a:gd name="connsiteY630" fmla="*/ 1090220 h 1708593"/>
                <a:gd name="connsiteX631" fmla="*/ 650315 w 2957425"/>
                <a:gd name="connsiteY631" fmla="*/ 1047762 h 1708593"/>
                <a:gd name="connsiteX632" fmla="*/ 740506 w 2957425"/>
                <a:gd name="connsiteY632" fmla="*/ 1000937 h 1708593"/>
                <a:gd name="connsiteX633" fmla="*/ 749586 w 2957425"/>
                <a:gd name="connsiteY633" fmla="*/ 1000651 h 1708593"/>
                <a:gd name="connsiteX634" fmla="*/ 758889 w 2957425"/>
                <a:gd name="connsiteY634" fmla="*/ 1000931 h 1708593"/>
                <a:gd name="connsiteX635" fmla="*/ 850154 w 2957425"/>
                <a:gd name="connsiteY635" fmla="*/ 1047762 h 1708593"/>
                <a:gd name="connsiteX636" fmla="*/ 937343 w 2957425"/>
                <a:gd name="connsiteY636" fmla="*/ 1090220 h 1708593"/>
                <a:gd name="connsiteX637" fmla="*/ 1025586 w 2957425"/>
                <a:gd name="connsiteY637" fmla="*/ 1047762 h 1708593"/>
                <a:gd name="connsiteX638" fmla="*/ 1115684 w 2957425"/>
                <a:gd name="connsiteY638" fmla="*/ 1000937 h 1708593"/>
                <a:gd name="connsiteX639" fmla="*/ 1124860 w 2957425"/>
                <a:gd name="connsiteY639" fmla="*/ 1000651 h 1708593"/>
                <a:gd name="connsiteX640" fmla="*/ 1134151 w 2957425"/>
                <a:gd name="connsiteY640" fmla="*/ 1000931 h 1708593"/>
                <a:gd name="connsiteX641" fmla="*/ 1225295 w 2957425"/>
                <a:gd name="connsiteY641" fmla="*/ 1047762 h 1708593"/>
                <a:gd name="connsiteX642" fmla="*/ 1312377 w 2957425"/>
                <a:gd name="connsiteY642" fmla="*/ 1090220 h 1708593"/>
                <a:gd name="connsiteX643" fmla="*/ 1400620 w 2957425"/>
                <a:gd name="connsiteY643" fmla="*/ 1047762 h 1708593"/>
                <a:gd name="connsiteX644" fmla="*/ 1490715 w 2957425"/>
                <a:gd name="connsiteY644" fmla="*/ 1000937 h 1708593"/>
                <a:gd name="connsiteX645" fmla="*/ 1499902 w 2957425"/>
                <a:gd name="connsiteY645" fmla="*/ 1000651 h 1708593"/>
                <a:gd name="connsiteX646" fmla="*/ 1509200 w 2957425"/>
                <a:gd name="connsiteY646" fmla="*/ 1000931 h 1708593"/>
                <a:gd name="connsiteX647" fmla="*/ 1600457 w 2957425"/>
                <a:gd name="connsiteY647" fmla="*/ 1047762 h 1708593"/>
                <a:gd name="connsiteX648" fmla="*/ 1672675 w 2957425"/>
                <a:gd name="connsiteY648" fmla="*/ 1089326 h 1708593"/>
                <a:gd name="connsiteX649" fmla="*/ 1687656 w 2957425"/>
                <a:gd name="connsiteY649" fmla="*/ 1090220 h 1708593"/>
                <a:gd name="connsiteX650" fmla="*/ 1702991 w 2957425"/>
                <a:gd name="connsiteY650" fmla="*/ 1089326 h 1708593"/>
                <a:gd name="connsiteX651" fmla="*/ 1775902 w 2957425"/>
                <a:gd name="connsiteY651" fmla="*/ 1047762 h 1708593"/>
                <a:gd name="connsiteX652" fmla="*/ 1865985 w 2957425"/>
                <a:gd name="connsiteY652" fmla="*/ 1000937 h 1708593"/>
                <a:gd name="connsiteX653" fmla="*/ 1875171 w 2957425"/>
                <a:gd name="connsiteY653" fmla="*/ 1000651 h 1708593"/>
                <a:gd name="connsiteX654" fmla="*/ 1884453 w 2957425"/>
                <a:gd name="connsiteY654" fmla="*/ 1000931 h 1708593"/>
                <a:gd name="connsiteX655" fmla="*/ 1975602 w 2957425"/>
                <a:gd name="connsiteY655" fmla="*/ 1047762 h 1708593"/>
                <a:gd name="connsiteX656" fmla="*/ 2047561 w 2957425"/>
                <a:gd name="connsiteY656" fmla="*/ 1089326 h 1708593"/>
                <a:gd name="connsiteX657" fmla="*/ 2062687 w 2957425"/>
                <a:gd name="connsiteY657" fmla="*/ 1090220 h 1708593"/>
                <a:gd name="connsiteX658" fmla="*/ 2078025 w 2957425"/>
                <a:gd name="connsiteY658" fmla="*/ 1089326 h 1708593"/>
                <a:gd name="connsiteX659" fmla="*/ 2150933 w 2957425"/>
                <a:gd name="connsiteY659" fmla="*/ 1047762 h 1708593"/>
                <a:gd name="connsiteX660" fmla="*/ 2241019 w 2957425"/>
                <a:gd name="connsiteY660" fmla="*/ 1000937 h 1708593"/>
                <a:gd name="connsiteX661" fmla="*/ 2250202 w 2957425"/>
                <a:gd name="connsiteY661" fmla="*/ 1000651 h 1708593"/>
                <a:gd name="connsiteX662" fmla="*/ 2259500 w 2957425"/>
                <a:gd name="connsiteY662" fmla="*/ 1000931 h 1708593"/>
                <a:gd name="connsiteX663" fmla="*/ 2350772 w 2957425"/>
                <a:gd name="connsiteY663" fmla="*/ 1047762 h 1708593"/>
                <a:gd name="connsiteX664" fmla="*/ 2422815 w 2957425"/>
                <a:gd name="connsiteY664" fmla="*/ 1089326 h 1708593"/>
                <a:gd name="connsiteX665" fmla="*/ 2437959 w 2957425"/>
                <a:gd name="connsiteY665" fmla="*/ 1090220 h 1708593"/>
                <a:gd name="connsiteX666" fmla="*/ 2453275 w 2957425"/>
                <a:gd name="connsiteY666" fmla="*/ 1089326 h 1708593"/>
                <a:gd name="connsiteX667" fmla="*/ 2526203 w 2957425"/>
                <a:gd name="connsiteY667" fmla="*/ 1047762 h 1708593"/>
                <a:gd name="connsiteX668" fmla="*/ 2625475 w 2957425"/>
                <a:gd name="connsiteY668" fmla="*/ 1000651 h 1708593"/>
                <a:gd name="connsiteX669" fmla="*/ 2725913 w 2957425"/>
                <a:gd name="connsiteY669" fmla="*/ 1047762 h 1708593"/>
                <a:gd name="connsiteX670" fmla="*/ 2797875 w 2957425"/>
                <a:gd name="connsiteY670" fmla="*/ 1089326 h 1708593"/>
                <a:gd name="connsiteX671" fmla="*/ 2812992 w 2957425"/>
                <a:gd name="connsiteY671" fmla="*/ 1090220 h 1708593"/>
                <a:gd name="connsiteX672" fmla="*/ 2828318 w 2957425"/>
                <a:gd name="connsiteY672" fmla="*/ 1089326 h 1708593"/>
                <a:gd name="connsiteX673" fmla="*/ 2901235 w 2957425"/>
                <a:gd name="connsiteY673" fmla="*/ 1047762 h 1708593"/>
                <a:gd name="connsiteX674" fmla="*/ 2937898 w 2957425"/>
                <a:gd name="connsiteY674" fmla="*/ 1017641 h 1708593"/>
                <a:gd name="connsiteX675" fmla="*/ 2957425 w 2957425"/>
                <a:gd name="connsiteY675" fmla="*/ 1008527 h 1708593"/>
                <a:gd name="connsiteX676" fmla="*/ 2957425 w 2957425"/>
                <a:gd name="connsiteY676" fmla="*/ 1029831 h 1708593"/>
                <a:gd name="connsiteX677" fmla="*/ 2944759 w 2957425"/>
                <a:gd name="connsiteY677" fmla="*/ 1034450 h 1708593"/>
                <a:gd name="connsiteX678" fmla="*/ 2913429 w 2957425"/>
                <a:gd name="connsiteY678" fmla="*/ 1061140 h 1708593"/>
                <a:gd name="connsiteX679" fmla="*/ 2822285 w 2957425"/>
                <a:gd name="connsiteY679" fmla="*/ 1107971 h 1708593"/>
                <a:gd name="connsiteX680" fmla="*/ 2812992 w 2957425"/>
                <a:gd name="connsiteY680" fmla="*/ 1108251 h 1708593"/>
                <a:gd name="connsiteX681" fmla="*/ 2803817 w 2957425"/>
                <a:gd name="connsiteY681" fmla="*/ 1107971 h 1708593"/>
                <a:gd name="connsiteX682" fmla="*/ 2713719 w 2957425"/>
                <a:gd name="connsiteY682" fmla="*/ 1061140 h 1708593"/>
                <a:gd name="connsiteX683" fmla="*/ 2625475 w 2957425"/>
                <a:gd name="connsiteY683" fmla="*/ 1018681 h 1708593"/>
                <a:gd name="connsiteX684" fmla="*/ 2538398 w 2957425"/>
                <a:gd name="connsiteY684" fmla="*/ 1061140 h 1708593"/>
                <a:gd name="connsiteX685" fmla="*/ 2447253 w 2957425"/>
                <a:gd name="connsiteY685" fmla="*/ 1107971 h 1708593"/>
                <a:gd name="connsiteX686" fmla="*/ 2437959 w 2957425"/>
                <a:gd name="connsiteY686" fmla="*/ 1108251 h 1708593"/>
                <a:gd name="connsiteX687" fmla="*/ 2428768 w 2957425"/>
                <a:gd name="connsiteY687" fmla="*/ 1107971 h 1708593"/>
                <a:gd name="connsiteX688" fmla="*/ 2338559 w 2957425"/>
                <a:gd name="connsiteY688" fmla="*/ 1061140 h 1708593"/>
                <a:gd name="connsiteX689" fmla="*/ 2265570 w 2957425"/>
                <a:gd name="connsiteY689" fmla="*/ 1019575 h 1708593"/>
                <a:gd name="connsiteX690" fmla="*/ 2250202 w 2957425"/>
                <a:gd name="connsiteY690" fmla="*/ 1018681 h 1708593"/>
                <a:gd name="connsiteX691" fmla="*/ 2235078 w 2957425"/>
                <a:gd name="connsiteY691" fmla="*/ 1019575 h 1708593"/>
                <a:gd name="connsiteX692" fmla="*/ 2163119 w 2957425"/>
                <a:gd name="connsiteY692" fmla="*/ 1061140 h 1708593"/>
                <a:gd name="connsiteX693" fmla="*/ 2071970 w 2957425"/>
                <a:gd name="connsiteY693" fmla="*/ 1107971 h 1708593"/>
                <a:gd name="connsiteX694" fmla="*/ 2062687 w 2957425"/>
                <a:gd name="connsiteY694" fmla="*/ 1108251 h 1708593"/>
                <a:gd name="connsiteX695" fmla="*/ 2053502 w 2957425"/>
                <a:gd name="connsiteY695" fmla="*/ 1107971 h 1708593"/>
                <a:gd name="connsiteX696" fmla="*/ 1963418 w 2957425"/>
                <a:gd name="connsiteY696" fmla="*/ 1061140 h 1708593"/>
                <a:gd name="connsiteX697" fmla="*/ 1890508 w 2957425"/>
                <a:gd name="connsiteY697" fmla="*/ 1019575 h 1708593"/>
                <a:gd name="connsiteX698" fmla="*/ 1875171 w 2957425"/>
                <a:gd name="connsiteY698" fmla="*/ 1018681 h 1708593"/>
                <a:gd name="connsiteX699" fmla="*/ 1860044 w 2957425"/>
                <a:gd name="connsiteY699" fmla="*/ 1019575 h 1708593"/>
                <a:gd name="connsiteX700" fmla="*/ 1788085 w 2957425"/>
                <a:gd name="connsiteY700" fmla="*/ 1061140 h 1708593"/>
                <a:gd name="connsiteX701" fmla="*/ 1696936 w 2957425"/>
                <a:gd name="connsiteY701" fmla="*/ 1107971 h 1708593"/>
                <a:gd name="connsiteX702" fmla="*/ 1687656 w 2957425"/>
                <a:gd name="connsiteY702" fmla="*/ 1108251 h 1708593"/>
                <a:gd name="connsiteX703" fmla="*/ 1678456 w 2957425"/>
                <a:gd name="connsiteY703" fmla="*/ 1107971 h 1708593"/>
                <a:gd name="connsiteX704" fmla="*/ 1588259 w 2957425"/>
                <a:gd name="connsiteY704" fmla="*/ 1061140 h 1708593"/>
                <a:gd name="connsiteX705" fmla="*/ 1515254 w 2957425"/>
                <a:gd name="connsiteY705" fmla="*/ 1019575 h 1708593"/>
                <a:gd name="connsiteX706" fmla="*/ 1499902 w 2957425"/>
                <a:gd name="connsiteY706" fmla="*/ 1018681 h 1708593"/>
                <a:gd name="connsiteX707" fmla="*/ 1484938 w 2957425"/>
                <a:gd name="connsiteY707" fmla="*/ 1019575 h 1708593"/>
                <a:gd name="connsiteX708" fmla="*/ 1412811 w 2957425"/>
                <a:gd name="connsiteY708" fmla="*/ 1061140 h 1708593"/>
                <a:gd name="connsiteX709" fmla="*/ 1312377 w 2957425"/>
                <a:gd name="connsiteY709" fmla="*/ 1108251 h 1708593"/>
                <a:gd name="connsiteX710" fmla="*/ 1213103 w 2957425"/>
                <a:gd name="connsiteY710" fmla="*/ 1061140 h 1708593"/>
                <a:gd name="connsiteX711" fmla="*/ 1140203 w 2957425"/>
                <a:gd name="connsiteY711" fmla="*/ 1019575 h 1708593"/>
                <a:gd name="connsiteX712" fmla="*/ 1124860 w 2957425"/>
                <a:gd name="connsiteY712" fmla="*/ 1018681 h 1708593"/>
                <a:gd name="connsiteX713" fmla="*/ 1109907 w 2957425"/>
                <a:gd name="connsiteY713" fmla="*/ 1019575 h 1708593"/>
                <a:gd name="connsiteX714" fmla="*/ 1037780 w 2957425"/>
                <a:gd name="connsiteY714" fmla="*/ 1061140 h 1708593"/>
                <a:gd name="connsiteX715" fmla="*/ 937343 w 2957425"/>
                <a:gd name="connsiteY715" fmla="*/ 1108251 h 1708593"/>
                <a:gd name="connsiteX716" fmla="*/ 837942 w 2957425"/>
                <a:gd name="connsiteY716" fmla="*/ 1061140 h 1708593"/>
                <a:gd name="connsiteX717" fmla="*/ 764952 w 2957425"/>
                <a:gd name="connsiteY717" fmla="*/ 1019575 h 1708593"/>
                <a:gd name="connsiteX718" fmla="*/ 749586 w 2957425"/>
                <a:gd name="connsiteY718" fmla="*/ 1018681 h 1708593"/>
                <a:gd name="connsiteX719" fmla="*/ 734638 w 2957425"/>
                <a:gd name="connsiteY719" fmla="*/ 1019575 h 1708593"/>
                <a:gd name="connsiteX720" fmla="*/ 662511 w 2957425"/>
                <a:gd name="connsiteY720" fmla="*/ 1061140 h 1708593"/>
                <a:gd name="connsiteX721" fmla="*/ 562069 w 2957425"/>
                <a:gd name="connsiteY721" fmla="*/ 1108251 h 1708593"/>
                <a:gd name="connsiteX722" fmla="*/ 462743 w 2957425"/>
                <a:gd name="connsiteY722" fmla="*/ 1061140 h 1708593"/>
                <a:gd name="connsiteX723" fmla="*/ 375034 w 2957425"/>
                <a:gd name="connsiteY723" fmla="*/ 1018681 h 1708593"/>
                <a:gd name="connsiteX724" fmla="*/ 287371 w 2957425"/>
                <a:gd name="connsiteY724" fmla="*/ 1061140 h 1708593"/>
                <a:gd name="connsiteX725" fmla="*/ 187517 w 2957425"/>
                <a:gd name="connsiteY725" fmla="*/ 1108251 h 1708593"/>
                <a:gd name="connsiteX726" fmla="*/ 87663 w 2957425"/>
                <a:gd name="connsiteY726" fmla="*/ 1061140 h 1708593"/>
                <a:gd name="connsiteX727" fmla="*/ 0 w 2957425"/>
                <a:gd name="connsiteY727" fmla="*/ 1018681 h 1708593"/>
                <a:gd name="connsiteX728" fmla="*/ 0 w 2957425"/>
                <a:gd name="connsiteY728" fmla="*/ 900273 h 1708593"/>
                <a:gd name="connsiteX729" fmla="*/ 99855 w 2957425"/>
                <a:gd name="connsiteY729" fmla="*/ 947279 h 1708593"/>
                <a:gd name="connsiteX730" fmla="*/ 187517 w 2957425"/>
                <a:gd name="connsiteY730" fmla="*/ 989642 h 1708593"/>
                <a:gd name="connsiteX731" fmla="*/ 275179 w 2957425"/>
                <a:gd name="connsiteY731" fmla="*/ 947279 h 1708593"/>
                <a:gd name="connsiteX732" fmla="*/ 375034 w 2957425"/>
                <a:gd name="connsiteY732" fmla="*/ 900273 h 1708593"/>
                <a:gd name="connsiteX733" fmla="*/ 474941 w 2957425"/>
                <a:gd name="connsiteY733" fmla="*/ 947279 h 1708593"/>
                <a:gd name="connsiteX734" fmla="*/ 562069 w 2957425"/>
                <a:gd name="connsiteY734" fmla="*/ 989642 h 1708593"/>
                <a:gd name="connsiteX735" fmla="*/ 650315 w 2957425"/>
                <a:gd name="connsiteY735" fmla="*/ 947279 h 1708593"/>
                <a:gd name="connsiteX736" fmla="*/ 740506 w 2957425"/>
                <a:gd name="connsiteY736" fmla="*/ 900552 h 1708593"/>
                <a:gd name="connsiteX737" fmla="*/ 749586 w 2957425"/>
                <a:gd name="connsiteY737" fmla="*/ 900273 h 1708593"/>
                <a:gd name="connsiteX738" fmla="*/ 758889 w 2957425"/>
                <a:gd name="connsiteY738" fmla="*/ 900552 h 1708593"/>
                <a:gd name="connsiteX739" fmla="*/ 850154 w 2957425"/>
                <a:gd name="connsiteY739" fmla="*/ 947279 h 1708593"/>
                <a:gd name="connsiteX740" fmla="*/ 937343 w 2957425"/>
                <a:gd name="connsiteY740" fmla="*/ 989642 h 1708593"/>
                <a:gd name="connsiteX741" fmla="*/ 1025586 w 2957425"/>
                <a:gd name="connsiteY741" fmla="*/ 947279 h 1708593"/>
                <a:gd name="connsiteX742" fmla="*/ 1115684 w 2957425"/>
                <a:gd name="connsiteY742" fmla="*/ 900552 h 1708593"/>
                <a:gd name="connsiteX743" fmla="*/ 1124860 w 2957425"/>
                <a:gd name="connsiteY743" fmla="*/ 900273 h 1708593"/>
                <a:gd name="connsiteX744" fmla="*/ 1134151 w 2957425"/>
                <a:gd name="connsiteY744" fmla="*/ 900552 h 1708593"/>
                <a:gd name="connsiteX745" fmla="*/ 1225295 w 2957425"/>
                <a:gd name="connsiteY745" fmla="*/ 947279 h 1708593"/>
                <a:gd name="connsiteX746" fmla="*/ 1312377 w 2957425"/>
                <a:gd name="connsiteY746" fmla="*/ 989642 h 1708593"/>
                <a:gd name="connsiteX747" fmla="*/ 1400620 w 2957425"/>
                <a:gd name="connsiteY747" fmla="*/ 947279 h 1708593"/>
                <a:gd name="connsiteX748" fmla="*/ 1490715 w 2957425"/>
                <a:gd name="connsiteY748" fmla="*/ 900552 h 1708593"/>
                <a:gd name="connsiteX749" fmla="*/ 1499902 w 2957425"/>
                <a:gd name="connsiteY749" fmla="*/ 900273 h 1708593"/>
                <a:gd name="connsiteX750" fmla="*/ 1509200 w 2957425"/>
                <a:gd name="connsiteY750" fmla="*/ 900552 h 1708593"/>
                <a:gd name="connsiteX751" fmla="*/ 1600457 w 2957425"/>
                <a:gd name="connsiteY751" fmla="*/ 947279 h 1708593"/>
                <a:gd name="connsiteX752" fmla="*/ 1672675 w 2957425"/>
                <a:gd name="connsiteY752" fmla="*/ 988750 h 1708593"/>
                <a:gd name="connsiteX753" fmla="*/ 1687656 w 2957425"/>
                <a:gd name="connsiteY753" fmla="*/ 989642 h 1708593"/>
                <a:gd name="connsiteX754" fmla="*/ 1702991 w 2957425"/>
                <a:gd name="connsiteY754" fmla="*/ 988750 h 1708593"/>
                <a:gd name="connsiteX755" fmla="*/ 1775902 w 2957425"/>
                <a:gd name="connsiteY755" fmla="*/ 947279 h 1708593"/>
                <a:gd name="connsiteX756" fmla="*/ 1865985 w 2957425"/>
                <a:gd name="connsiteY756" fmla="*/ 900552 h 1708593"/>
                <a:gd name="connsiteX757" fmla="*/ 1875171 w 2957425"/>
                <a:gd name="connsiteY757" fmla="*/ 900273 h 1708593"/>
                <a:gd name="connsiteX758" fmla="*/ 1884453 w 2957425"/>
                <a:gd name="connsiteY758" fmla="*/ 900552 h 1708593"/>
                <a:gd name="connsiteX759" fmla="*/ 1975602 w 2957425"/>
                <a:gd name="connsiteY759" fmla="*/ 947279 h 1708593"/>
                <a:gd name="connsiteX760" fmla="*/ 2047561 w 2957425"/>
                <a:gd name="connsiteY760" fmla="*/ 988750 h 1708593"/>
                <a:gd name="connsiteX761" fmla="*/ 2062687 w 2957425"/>
                <a:gd name="connsiteY761" fmla="*/ 989642 h 1708593"/>
                <a:gd name="connsiteX762" fmla="*/ 2078025 w 2957425"/>
                <a:gd name="connsiteY762" fmla="*/ 988750 h 1708593"/>
                <a:gd name="connsiteX763" fmla="*/ 2150933 w 2957425"/>
                <a:gd name="connsiteY763" fmla="*/ 947279 h 1708593"/>
                <a:gd name="connsiteX764" fmla="*/ 2241019 w 2957425"/>
                <a:gd name="connsiteY764" fmla="*/ 900552 h 1708593"/>
                <a:gd name="connsiteX765" fmla="*/ 2250202 w 2957425"/>
                <a:gd name="connsiteY765" fmla="*/ 900273 h 1708593"/>
                <a:gd name="connsiteX766" fmla="*/ 2259500 w 2957425"/>
                <a:gd name="connsiteY766" fmla="*/ 900552 h 1708593"/>
                <a:gd name="connsiteX767" fmla="*/ 2350772 w 2957425"/>
                <a:gd name="connsiteY767" fmla="*/ 947279 h 1708593"/>
                <a:gd name="connsiteX768" fmla="*/ 2422815 w 2957425"/>
                <a:gd name="connsiteY768" fmla="*/ 988750 h 1708593"/>
                <a:gd name="connsiteX769" fmla="*/ 2437959 w 2957425"/>
                <a:gd name="connsiteY769" fmla="*/ 989642 h 1708593"/>
                <a:gd name="connsiteX770" fmla="*/ 2453275 w 2957425"/>
                <a:gd name="connsiteY770" fmla="*/ 988750 h 1708593"/>
                <a:gd name="connsiteX771" fmla="*/ 2526203 w 2957425"/>
                <a:gd name="connsiteY771" fmla="*/ 947279 h 1708593"/>
                <a:gd name="connsiteX772" fmla="*/ 2625475 w 2957425"/>
                <a:gd name="connsiteY772" fmla="*/ 900273 h 1708593"/>
                <a:gd name="connsiteX773" fmla="*/ 2725913 w 2957425"/>
                <a:gd name="connsiteY773" fmla="*/ 947279 h 1708593"/>
                <a:gd name="connsiteX774" fmla="*/ 2797875 w 2957425"/>
                <a:gd name="connsiteY774" fmla="*/ 988750 h 1708593"/>
                <a:gd name="connsiteX775" fmla="*/ 2812992 w 2957425"/>
                <a:gd name="connsiteY775" fmla="*/ 989642 h 1708593"/>
                <a:gd name="connsiteX776" fmla="*/ 2828318 w 2957425"/>
                <a:gd name="connsiteY776" fmla="*/ 988750 h 1708593"/>
                <a:gd name="connsiteX777" fmla="*/ 2901235 w 2957425"/>
                <a:gd name="connsiteY777" fmla="*/ 947279 h 1708593"/>
                <a:gd name="connsiteX778" fmla="*/ 2937893 w 2957425"/>
                <a:gd name="connsiteY778" fmla="*/ 916994 h 1708593"/>
                <a:gd name="connsiteX779" fmla="*/ 2957425 w 2957425"/>
                <a:gd name="connsiteY779" fmla="*/ 907999 h 1708593"/>
                <a:gd name="connsiteX780" fmla="*/ 2957425 w 2957425"/>
                <a:gd name="connsiteY780" fmla="*/ 929386 h 1708593"/>
                <a:gd name="connsiteX781" fmla="*/ 2944754 w 2957425"/>
                <a:gd name="connsiteY781" fmla="*/ 933997 h 1708593"/>
                <a:gd name="connsiteX782" fmla="*/ 2913429 w 2957425"/>
                <a:gd name="connsiteY782" fmla="*/ 960626 h 1708593"/>
                <a:gd name="connsiteX783" fmla="*/ 2822285 w 2957425"/>
                <a:gd name="connsiteY783" fmla="*/ 1007353 h 1708593"/>
                <a:gd name="connsiteX784" fmla="*/ 2812992 w 2957425"/>
                <a:gd name="connsiteY784" fmla="*/ 1007632 h 1708593"/>
                <a:gd name="connsiteX785" fmla="*/ 2803817 w 2957425"/>
                <a:gd name="connsiteY785" fmla="*/ 1007346 h 1708593"/>
                <a:gd name="connsiteX786" fmla="*/ 2713719 w 2957425"/>
                <a:gd name="connsiteY786" fmla="*/ 960626 h 1708593"/>
                <a:gd name="connsiteX787" fmla="*/ 2625475 w 2957425"/>
                <a:gd name="connsiteY787" fmla="*/ 918263 h 1708593"/>
                <a:gd name="connsiteX788" fmla="*/ 2538398 w 2957425"/>
                <a:gd name="connsiteY788" fmla="*/ 960626 h 1708593"/>
                <a:gd name="connsiteX789" fmla="*/ 2447253 w 2957425"/>
                <a:gd name="connsiteY789" fmla="*/ 1007353 h 1708593"/>
                <a:gd name="connsiteX790" fmla="*/ 2437959 w 2957425"/>
                <a:gd name="connsiteY790" fmla="*/ 1007632 h 1708593"/>
                <a:gd name="connsiteX791" fmla="*/ 2428768 w 2957425"/>
                <a:gd name="connsiteY791" fmla="*/ 1007346 h 1708593"/>
                <a:gd name="connsiteX792" fmla="*/ 2338559 w 2957425"/>
                <a:gd name="connsiteY792" fmla="*/ 960626 h 1708593"/>
                <a:gd name="connsiteX793" fmla="*/ 2265570 w 2957425"/>
                <a:gd name="connsiteY793" fmla="*/ 919155 h 1708593"/>
                <a:gd name="connsiteX794" fmla="*/ 2250202 w 2957425"/>
                <a:gd name="connsiteY794" fmla="*/ 918263 h 1708593"/>
                <a:gd name="connsiteX795" fmla="*/ 2235078 w 2957425"/>
                <a:gd name="connsiteY795" fmla="*/ 919155 h 1708593"/>
                <a:gd name="connsiteX796" fmla="*/ 2163119 w 2957425"/>
                <a:gd name="connsiteY796" fmla="*/ 960626 h 1708593"/>
                <a:gd name="connsiteX797" fmla="*/ 2071970 w 2957425"/>
                <a:gd name="connsiteY797" fmla="*/ 1007353 h 1708593"/>
                <a:gd name="connsiteX798" fmla="*/ 2062687 w 2957425"/>
                <a:gd name="connsiteY798" fmla="*/ 1007632 h 1708593"/>
                <a:gd name="connsiteX799" fmla="*/ 2053502 w 2957425"/>
                <a:gd name="connsiteY799" fmla="*/ 1007346 h 1708593"/>
                <a:gd name="connsiteX800" fmla="*/ 1963418 w 2957425"/>
                <a:gd name="connsiteY800" fmla="*/ 960626 h 1708593"/>
                <a:gd name="connsiteX801" fmla="*/ 1890508 w 2957425"/>
                <a:gd name="connsiteY801" fmla="*/ 919155 h 1708593"/>
                <a:gd name="connsiteX802" fmla="*/ 1875171 w 2957425"/>
                <a:gd name="connsiteY802" fmla="*/ 918263 h 1708593"/>
                <a:gd name="connsiteX803" fmla="*/ 1860044 w 2957425"/>
                <a:gd name="connsiteY803" fmla="*/ 919155 h 1708593"/>
                <a:gd name="connsiteX804" fmla="*/ 1788085 w 2957425"/>
                <a:gd name="connsiteY804" fmla="*/ 960626 h 1708593"/>
                <a:gd name="connsiteX805" fmla="*/ 1696936 w 2957425"/>
                <a:gd name="connsiteY805" fmla="*/ 1007353 h 1708593"/>
                <a:gd name="connsiteX806" fmla="*/ 1687656 w 2957425"/>
                <a:gd name="connsiteY806" fmla="*/ 1007632 h 1708593"/>
                <a:gd name="connsiteX807" fmla="*/ 1678456 w 2957425"/>
                <a:gd name="connsiteY807" fmla="*/ 1007346 h 1708593"/>
                <a:gd name="connsiteX808" fmla="*/ 1588259 w 2957425"/>
                <a:gd name="connsiteY808" fmla="*/ 960626 h 1708593"/>
                <a:gd name="connsiteX809" fmla="*/ 1515254 w 2957425"/>
                <a:gd name="connsiteY809" fmla="*/ 919155 h 1708593"/>
                <a:gd name="connsiteX810" fmla="*/ 1499902 w 2957425"/>
                <a:gd name="connsiteY810" fmla="*/ 918263 h 1708593"/>
                <a:gd name="connsiteX811" fmla="*/ 1484938 w 2957425"/>
                <a:gd name="connsiteY811" fmla="*/ 919155 h 1708593"/>
                <a:gd name="connsiteX812" fmla="*/ 1412811 w 2957425"/>
                <a:gd name="connsiteY812" fmla="*/ 960626 h 1708593"/>
                <a:gd name="connsiteX813" fmla="*/ 1312377 w 2957425"/>
                <a:gd name="connsiteY813" fmla="*/ 1007632 h 1708593"/>
                <a:gd name="connsiteX814" fmla="*/ 1213103 w 2957425"/>
                <a:gd name="connsiteY814" fmla="*/ 960626 h 1708593"/>
                <a:gd name="connsiteX815" fmla="*/ 1140203 w 2957425"/>
                <a:gd name="connsiteY815" fmla="*/ 919155 h 1708593"/>
                <a:gd name="connsiteX816" fmla="*/ 1124860 w 2957425"/>
                <a:gd name="connsiteY816" fmla="*/ 918263 h 1708593"/>
                <a:gd name="connsiteX817" fmla="*/ 1109907 w 2957425"/>
                <a:gd name="connsiteY817" fmla="*/ 919155 h 1708593"/>
                <a:gd name="connsiteX818" fmla="*/ 1037780 w 2957425"/>
                <a:gd name="connsiteY818" fmla="*/ 960626 h 1708593"/>
                <a:gd name="connsiteX819" fmla="*/ 937343 w 2957425"/>
                <a:gd name="connsiteY819" fmla="*/ 1007632 h 1708593"/>
                <a:gd name="connsiteX820" fmla="*/ 837942 w 2957425"/>
                <a:gd name="connsiteY820" fmla="*/ 960626 h 1708593"/>
                <a:gd name="connsiteX821" fmla="*/ 764952 w 2957425"/>
                <a:gd name="connsiteY821" fmla="*/ 919155 h 1708593"/>
                <a:gd name="connsiteX822" fmla="*/ 749586 w 2957425"/>
                <a:gd name="connsiteY822" fmla="*/ 918263 h 1708593"/>
                <a:gd name="connsiteX823" fmla="*/ 734638 w 2957425"/>
                <a:gd name="connsiteY823" fmla="*/ 919155 h 1708593"/>
                <a:gd name="connsiteX824" fmla="*/ 662511 w 2957425"/>
                <a:gd name="connsiteY824" fmla="*/ 960626 h 1708593"/>
                <a:gd name="connsiteX825" fmla="*/ 562069 w 2957425"/>
                <a:gd name="connsiteY825" fmla="*/ 1007632 h 1708593"/>
                <a:gd name="connsiteX826" fmla="*/ 462743 w 2957425"/>
                <a:gd name="connsiteY826" fmla="*/ 960626 h 1708593"/>
                <a:gd name="connsiteX827" fmla="*/ 375034 w 2957425"/>
                <a:gd name="connsiteY827" fmla="*/ 918263 h 1708593"/>
                <a:gd name="connsiteX828" fmla="*/ 287371 w 2957425"/>
                <a:gd name="connsiteY828" fmla="*/ 960626 h 1708593"/>
                <a:gd name="connsiteX829" fmla="*/ 187517 w 2957425"/>
                <a:gd name="connsiteY829" fmla="*/ 1007632 h 1708593"/>
                <a:gd name="connsiteX830" fmla="*/ 87663 w 2957425"/>
                <a:gd name="connsiteY830" fmla="*/ 960626 h 1708593"/>
                <a:gd name="connsiteX831" fmla="*/ 0 w 2957425"/>
                <a:gd name="connsiteY831" fmla="*/ 918263 h 1708593"/>
                <a:gd name="connsiteX832" fmla="*/ 0 w 2957425"/>
                <a:gd name="connsiteY832" fmla="*/ 800136 h 1708593"/>
                <a:gd name="connsiteX833" fmla="*/ 99855 w 2957425"/>
                <a:gd name="connsiteY833" fmla="*/ 847784 h 1708593"/>
                <a:gd name="connsiteX834" fmla="*/ 187517 w 2957425"/>
                <a:gd name="connsiteY834" fmla="*/ 890203 h 1708593"/>
                <a:gd name="connsiteX835" fmla="*/ 275179 w 2957425"/>
                <a:gd name="connsiteY835" fmla="*/ 847784 h 1708593"/>
                <a:gd name="connsiteX836" fmla="*/ 375034 w 2957425"/>
                <a:gd name="connsiteY836" fmla="*/ 800136 h 1708593"/>
                <a:gd name="connsiteX837" fmla="*/ 474941 w 2957425"/>
                <a:gd name="connsiteY837" fmla="*/ 847784 h 1708593"/>
                <a:gd name="connsiteX838" fmla="*/ 562069 w 2957425"/>
                <a:gd name="connsiteY838" fmla="*/ 890203 h 1708593"/>
                <a:gd name="connsiteX839" fmla="*/ 650315 w 2957425"/>
                <a:gd name="connsiteY839" fmla="*/ 847784 h 1708593"/>
                <a:gd name="connsiteX840" fmla="*/ 740506 w 2957425"/>
                <a:gd name="connsiteY840" fmla="*/ 800422 h 1708593"/>
                <a:gd name="connsiteX841" fmla="*/ 749586 w 2957425"/>
                <a:gd name="connsiteY841" fmla="*/ 800136 h 1708593"/>
                <a:gd name="connsiteX842" fmla="*/ 758889 w 2957425"/>
                <a:gd name="connsiteY842" fmla="*/ 800422 h 1708593"/>
                <a:gd name="connsiteX843" fmla="*/ 850154 w 2957425"/>
                <a:gd name="connsiteY843" fmla="*/ 847784 h 1708593"/>
                <a:gd name="connsiteX844" fmla="*/ 937343 w 2957425"/>
                <a:gd name="connsiteY844" fmla="*/ 890203 h 1708593"/>
                <a:gd name="connsiteX845" fmla="*/ 1025586 w 2957425"/>
                <a:gd name="connsiteY845" fmla="*/ 847784 h 1708593"/>
                <a:gd name="connsiteX846" fmla="*/ 1115684 w 2957425"/>
                <a:gd name="connsiteY846" fmla="*/ 800422 h 1708593"/>
                <a:gd name="connsiteX847" fmla="*/ 1124860 w 2957425"/>
                <a:gd name="connsiteY847" fmla="*/ 800136 h 1708593"/>
                <a:gd name="connsiteX848" fmla="*/ 1134151 w 2957425"/>
                <a:gd name="connsiteY848" fmla="*/ 800422 h 1708593"/>
                <a:gd name="connsiteX849" fmla="*/ 1225295 w 2957425"/>
                <a:gd name="connsiteY849" fmla="*/ 847784 h 1708593"/>
                <a:gd name="connsiteX850" fmla="*/ 1312377 w 2957425"/>
                <a:gd name="connsiteY850" fmla="*/ 890203 h 1708593"/>
                <a:gd name="connsiteX851" fmla="*/ 1400620 w 2957425"/>
                <a:gd name="connsiteY851" fmla="*/ 847784 h 1708593"/>
                <a:gd name="connsiteX852" fmla="*/ 1490715 w 2957425"/>
                <a:gd name="connsiteY852" fmla="*/ 800422 h 1708593"/>
                <a:gd name="connsiteX853" fmla="*/ 1499902 w 2957425"/>
                <a:gd name="connsiteY853" fmla="*/ 800136 h 1708593"/>
                <a:gd name="connsiteX854" fmla="*/ 1509200 w 2957425"/>
                <a:gd name="connsiteY854" fmla="*/ 800422 h 1708593"/>
                <a:gd name="connsiteX855" fmla="*/ 1600457 w 2957425"/>
                <a:gd name="connsiteY855" fmla="*/ 847784 h 1708593"/>
                <a:gd name="connsiteX856" fmla="*/ 1672675 w 2957425"/>
                <a:gd name="connsiteY856" fmla="*/ 889286 h 1708593"/>
                <a:gd name="connsiteX857" fmla="*/ 1687656 w 2957425"/>
                <a:gd name="connsiteY857" fmla="*/ 890203 h 1708593"/>
                <a:gd name="connsiteX858" fmla="*/ 1702991 w 2957425"/>
                <a:gd name="connsiteY858" fmla="*/ 889286 h 1708593"/>
                <a:gd name="connsiteX859" fmla="*/ 1775902 w 2957425"/>
                <a:gd name="connsiteY859" fmla="*/ 847784 h 1708593"/>
                <a:gd name="connsiteX860" fmla="*/ 1865985 w 2957425"/>
                <a:gd name="connsiteY860" fmla="*/ 800422 h 1708593"/>
                <a:gd name="connsiteX861" fmla="*/ 1875171 w 2957425"/>
                <a:gd name="connsiteY861" fmla="*/ 800136 h 1708593"/>
                <a:gd name="connsiteX862" fmla="*/ 1884453 w 2957425"/>
                <a:gd name="connsiteY862" fmla="*/ 800422 h 1708593"/>
                <a:gd name="connsiteX863" fmla="*/ 1975602 w 2957425"/>
                <a:gd name="connsiteY863" fmla="*/ 847784 h 1708593"/>
                <a:gd name="connsiteX864" fmla="*/ 2047561 w 2957425"/>
                <a:gd name="connsiteY864" fmla="*/ 889286 h 1708593"/>
                <a:gd name="connsiteX865" fmla="*/ 2062687 w 2957425"/>
                <a:gd name="connsiteY865" fmla="*/ 890203 h 1708593"/>
                <a:gd name="connsiteX866" fmla="*/ 2078025 w 2957425"/>
                <a:gd name="connsiteY866" fmla="*/ 889286 h 1708593"/>
                <a:gd name="connsiteX867" fmla="*/ 2150933 w 2957425"/>
                <a:gd name="connsiteY867" fmla="*/ 847784 h 1708593"/>
                <a:gd name="connsiteX868" fmla="*/ 2241019 w 2957425"/>
                <a:gd name="connsiteY868" fmla="*/ 800422 h 1708593"/>
                <a:gd name="connsiteX869" fmla="*/ 2250202 w 2957425"/>
                <a:gd name="connsiteY869" fmla="*/ 800136 h 1708593"/>
                <a:gd name="connsiteX870" fmla="*/ 2259500 w 2957425"/>
                <a:gd name="connsiteY870" fmla="*/ 800422 h 1708593"/>
                <a:gd name="connsiteX871" fmla="*/ 2350772 w 2957425"/>
                <a:gd name="connsiteY871" fmla="*/ 847784 h 1708593"/>
                <a:gd name="connsiteX872" fmla="*/ 2422815 w 2957425"/>
                <a:gd name="connsiteY872" fmla="*/ 889286 h 1708593"/>
                <a:gd name="connsiteX873" fmla="*/ 2437959 w 2957425"/>
                <a:gd name="connsiteY873" fmla="*/ 890203 h 1708593"/>
                <a:gd name="connsiteX874" fmla="*/ 2453275 w 2957425"/>
                <a:gd name="connsiteY874" fmla="*/ 889286 h 1708593"/>
                <a:gd name="connsiteX875" fmla="*/ 2526203 w 2957425"/>
                <a:gd name="connsiteY875" fmla="*/ 847784 h 1708593"/>
                <a:gd name="connsiteX876" fmla="*/ 2625475 w 2957425"/>
                <a:gd name="connsiteY876" fmla="*/ 800136 h 1708593"/>
                <a:gd name="connsiteX877" fmla="*/ 2725913 w 2957425"/>
                <a:gd name="connsiteY877" fmla="*/ 847784 h 1708593"/>
                <a:gd name="connsiteX878" fmla="*/ 2797875 w 2957425"/>
                <a:gd name="connsiteY878" fmla="*/ 889286 h 1708593"/>
                <a:gd name="connsiteX879" fmla="*/ 2812992 w 2957425"/>
                <a:gd name="connsiteY879" fmla="*/ 890203 h 1708593"/>
                <a:gd name="connsiteX880" fmla="*/ 2828318 w 2957425"/>
                <a:gd name="connsiteY880" fmla="*/ 889286 h 1708593"/>
                <a:gd name="connsiteX881" fmla="*/ 2901235 w 2957425"/>
                <a:gd name="connsiteY881" fmla="*/ 847784 h 1708593"/>
                <a:gd name="connsiteX882" fmla="*/ 2937888 w 2957425"/>
                <a:gd name="connsiteY882" fmla="*/ 817197 h 1708593"/>
                <a:gd name="connsiteX883" fmla="*/ 2957425 w 2957425"/>
                <a:gd name="connsiteY883" fmla="*/ 808027 h 1708593"/>
                <a:gd name="connsiteX884" fmla="*/ 2957425 w 2957425"/>
                <a:gd name="connsiteY884" fmla="*/ 829459 h 1708593"/>
                <a:gd name="connsiteX885" fmla="*/ 2944748 w 2957425"/>
                <a:gd name="connsiteY885" fmla="*/ 834145 h 1708593"/>
                <a:gd name="connsiteX886" fmla="*/ 2913429 w 2957425"/>
                <a:gd name="connsiteY886" fmla="*/ 860568 h 1708593"/>
                <a:gd name="connsiteX887" fmla="*/ 2822285 w 2957425"/>
                <a:gd name="connsiteY887" fmla="*/ 907931 h 1708593"/>
                <a:gd name="connsiteX888" fmla="*/ 2812992 w 2957425"/>
                <a:gd name="connsiteY888" fmla="*/ 908217 h 1708593"/>
                <a:gd name="connsiteX889" fmla="*/ 2803817 w 2957425"/>
                <a:gd name="connsiteY889" fmla="*/ 907931 h 1708593"/>
                <a:gd name="connsiteX890" fmla="*/ 2713719 w 2957425"/>
                <a:gd name="connsiteY890" fmla="*/ 860568 h 1708593"/>
                <a:gd name="connsiteX891" fmla="*/ 2625475 w 2957425"/>
                <a:gd name="connsiteY891" fmla="*/ 818149 h 1708593"/>
                <a:gd name="connsiteX892" fmla="*/ 2538398 w 2957425"/>
                <a:gd name="connsiteY892" fmla="*/ 860568 h 1708593"/>
                <a:gd name="connsiteX893" fmla="*/ 2447253 w 2957425"/>
                <a:gd name="connsiteY893" fmla="*/ 907931 h 1708593"/>
                <a:gd name="connsiteX894" fmla="*/ 2437959 w 2957425"/>
                <a:gd name="connsiteY894" fmla="*/ 908217 h 1708593"/>
                <a:gd name="connsiteX895" fmla="*/ 2428768 w 2957425"/>
                <a:gd name="connsiteY895" fmla="*/ 907931 h 1708593"/>
                <a:gd name="connsiteX896" fmla="*/ 2338559 w 2957425"/>
                <a:gd name="connsiteY896" fmla="*/ 860568 h 1708593"/>
                <a:gd name="connsiteX897" fmla="*/ 2265570 w 2957425"/>
                <a:gd name="connsiteY897" fmla="*/ 819066 h 1708593"/>
                <a:gd name="connsiteX898" fmla="*/ 2250202 w 2957425"/>
                <a:gd name="connsiteY898" fmla="*/ 818149 h 1708593"/>
                <a:gd name="connsiteX899" fmla="*/ 2235078 w 2957425"/>
                <a:gd name="connsiteY899" fmla="*/ 819066 h 1708593"/>
                <a:gd name="connsiteX900" fmla="*/ 2163119 w 2957425"/>
                <a:gd name="connsiteY900" fmla="*/ 860568 h 1708593"/>
                <a:gd name="connsiteX901" fmla="*/ 2071970 w 2957425"/>
                <a:gd name="connsiteY901" fmla="*/ 907931 h 1708593"/>
                <a:gd name="connsiteX902" fmla="*/ 2062687 w 2957425"/>
                <a:gd name="connsiteY902" fmla="*/ 908217 h 1708593"/>
                <a:gd name="connsiteX903" fmla="*/ 2053502 w 2957425"/>
                <a:gd name="connsiteY903" fmla="*/ 907931 h 1708593"/>
                <a:gd name="connsiteX904" fmla="*/ 1963418 w 2957425"/>
                <a:gd name="connsiteY904" fmla="*/ 860568 h 1708593"/>
                <a:gd name="connsiteX905" fmla="*/ 1890508 w 2957425"/>
                <a:gd name="connsiteY905" fmla="*/ 819066 h 1708593"/>
                <a:gd name="connsiteX906" fmla="*/ 1875171 w 2957425"/>
                <a:gd name="connsiteY906" fmla="*/ 818149 h 1708593"/>
                <a:gd name="connsiteX907" fmla="*/ 1860044 w 2957425"/>
                <a:gd name="connsiteY907" fmla="*/ 819066 h 1708593"/>
                <a:gd name="connsiteX908" fmla="*/ 1788085 w 2957425"/>
                <a:gd name="connsiteY908" fmla="*/ 860568 h 1708593"/>
                <a:gd name="connsiteX909" fmla="*/ 1696936 w 2957425"/>
                <a:gd name="connsiteY909" fmla="*/ 907931 h 1708593"/>
                <a:gd name="connsiteX910" fmla="*/ 1687656 w 2957425"/>
                <a:gd name="connsiteY910" fmla="*/ 908217 h 1708593"/>
                <a:gd name="connsiteX911" fmla="*/ 1678456 w 2957425"/>
                <a:gd name="connsiteY911" fmla="*/ 907931 h 1708593"/>
                <a:gd name="connsiteX912" fmla="*/ 1588259 w 2957425"/>
                <a:gd name="connsiteY912" fmla="*/ 860568 h 1708593"/>
                <a:gd name="connsiteX913" fmla="*/ 1515254 w 2957425"/>
                <a:gd name="connsiteY913" fmla="*/ 819066 h 1708593"/>
                <a:gd name="connsiteX914" fmla="*/ 1499902 w 2957425"/>
                <a:gd name="connsiteY914" fmla="*/ 818149 h 1708593"/>
                <a:gd name="connsiteX915" fmla="*/ 1484938 w 2957425"/>
                <a:gd name="connsiteY915" fmla="*/ 819066 h 1708593"/>
                <a:gd name="connsiteX916" fmla="*/ 1412811 w 2957425"/>
                <a:gd name="connsiteY916" fmla="*/ 860568 h 1708593"/>
                <a:gd name="connsiteX917" fmla="*/ 1312377 w 2957425"/>
                <a:gd name="connsiteY917" fmla="*/ 908217 h 1708593"/>
                <a:gd name="connsiteX918" fmla="*/ 1213103 w 2957425"/>
                <a:gd name="connsiteY918" fmla="*/ 860568 h 1708593"/>
                <a:gd name="connsiteX919" fmla="*/ 1140203 w 2957425"/>
                <a:gd name="connsiteY919" fmla="*/ 819066 h 1708593"/>
                <a:gd name="connsiteX920" fmla="*/ 1124860 w 2957425"/>
                <a:gd name="connsiteY920" fmla="*/ 818149 h 1708593"/>
                <a:gd name="connsiteX921" fmla="*/ 1109907 w 2957425"/>
                <a:gd name="connsiteY921" fmla="*/ 819066 h 1708593"/>
                <a:gd name="connsiteX922" fmla="*/ 1037780 w 2957425"/>
                <a:gd name="connsiteY922" fmla="*/ 860568 h 1708593"/>
                <a:gd name="connsiteX923" fmla="*/ 937343 w 2957425"/>
                <a:gd name="connsiteY923" fmla="*/ 908217 h 1708593"/>
                <a:gd name="connsiteX924" fmla="*/ 837942 w 2957425"/>
                <a:gd name="connsiteY924" fmla="*/ 860568 h 1708593"/>
                <a:gd name="connsiteX925" fmla="*/ 764952 w 2957425"/>
                <a:gd name="connsiteY925" fmla="*/ 819066 h 1708593"/>
                <a:gd name="connsiteX926" fmla="*/ 749586 w 2957425"/>
                <a:gd name="connsiteY926" fmla="*/ 818149 h 1708593"/>
                <a:gd name="connsiteX927" fmla="*/ 734638 w 2957425"/>
                <a:gd name="connsiteY927" fmla="*/ 819066 h 1708593"/>
                <a:gd name="connsiteX928" fmla="*/ 662511 w 2957425"/>
                <a:gd name="connsiteY928" fmla="*/ 860568 h 1708593"/>
                <a:gd name="connsiteX929" fmla="*/ 562069 w 2957425"/>
                <a:gd name="connsiteY929" fmla="*/ 908217 h 1708593"/>
                <a:gd name="connsiteX930" fmla="*/ 462743 w 2957425"/>
                <a:gd name="connsiteY930" fmla="*/ 860568 h 1708593"/>
                <a:gd name="connsiteX931" fmla="*/ 375034 w 2957425"/>
                <a:gd name="connsiteY931" fmla="*/ 818149 h 1708593"/>
                <a:gd name="connsiteX932" fmla="*/ 287371 w 2957425"/>
                <a:gd name="connsiteY932" fmla="*/ 860568 h 1708593"/>
                <a:gd name="connsiteX933" fmla="*/ 187517 w 2957425"/>
                <a:gd name="connsiteY933" fmla="*/ 908217 h 1708593"/>
                <a:gd name="connsiteX934" fmla="*/ 87663 w 2957425"/>
                <a:gd name="connsiteY934" fmla="*/ 860568 h 1708593"/>
                <a:gd name="connsiteX935" fmla="*/ 0 w 2957425"/>
                <a:gd name="connsiteY935" fmla="*/ 818149 h 1708593"/>
                <a:gd name="connsiteX936" fmla="*/ 0 w 2957425"/>
                <a:gd name="connsiteY936" fmla="*/ 700961 h 1708593"/>
                <a:gd name="connsiteX937" fmla="*/ 99855 w 2957425"/>
                <a:gd name="connsiteY937" fmla="*/ 747967 h 1708593"/>
                <a:gd name="connsiteX938" fmla="*/ 187517 w 2957425"/>
                <a:gd name="connsiteY938" fmla="*/ 790330 h 1708593"/>
                <a:gd name="connsiteX939" fmla="*/ 275179 w 2957425"/>
                <a:gd name="connsiteY939" fmla="*/ 747967 h 1708593"/>
                <a:gd name="connsiteX940" fmla="*/ 375034 w 2957425"/>
                <a:gd name="connsiteY940" fmla="*/ 700961 h 1708593"/>
                <a:gd name="connsiteX941" fmla="*/ 474941 w 2957425"/>
                <a:gd name="connsiteY941" fmla="*/ 747967 h 1708593"/>
                <a:gd name="connsiteX942" fmla="*/ 562069 w 2957425"/>
                <a:gd name="connsiteY942" fmla="*/ 790330 h 1708593"/>
                <a:gd name="connsiteX943" fmla="*/ 650315 w 2957425"/>
                <a:gd name="connsiteY943" fmla="*/ 747967 h 1708593"/>
                <a:gd name="connsiteX944" fmla="*/ 740506 w 2957425"/>
                <a:gd name="connsiteY944" fmla="*/ 701241 h 1708593"/>
                <a:gd name="connsiteX945" fmla="*/ 749586 w 2957425"/>
                <a:gd name="connsiteY945" fmla="*/ 700961 h 1708593"/>
                <a:gd name="connsiteX946" fmla="*/ 758889 w 2957425"/>
                <a:gd name="connsiteY946" fmla="*/ 701241 h 1708593"/>
                <a:gd name="connsiteX947" fmla="*/ 850154 w 2957425"/>
                <a:gd name="connsiteY947" fmla="*/ 747967 h 1708593"/>
                <a:gd name="connsiteX948" fmla="*/ 937343 w 2957425"/>
                <a:gd name="connsiteY948" fmla="*/ 790330 h 1708593"/>
                <a:gd name="connsiteX949" fmla="*/ 1025586 w 2957425"/>
                <a:gd name="connsiteY949" fmla="*/ 747967 h 1708593"/>
                <a:gd name="connsiteX950" fmla="*/ 1115684 w 2957425"/>
                <a:gd name="connsiteY950" fmla="*/ 701241 h 1708593"/>
                <a:gd name="connsiteX951" fmla="*/ 1124860 w 2957425"/>
                <a:gd name="connsiteY951" fmla="*/ 700961 h 1708593"/>
                <a:gd name="connsiteX952" fmla="*/ 1134151 w 2957425"/>
                <a:gd name="connsiteY952" fmla="*/ 701241 h 1708593"/>
                <a:gd name="connsiteX953" fmla="*/ 1225295 w 2957425"/>
                <a:gd name="connsiteY953" fmla="*/ 747967 h 1708593"/>
                <a:gd name="connsiteX954" fmla="*/ 1312377 w 2957425"/>
                <a:gd name="connsiteY954" fmla="*/ 790330 h 1708593"/>
                <a:gd name="connsiteX955" fmla="*/ 1400620 w 2957425"/>
                <a:gd name="connsiteY955" fmla="*/ 747967 h 1708593"/>
                <a:gd name="connsiteX956" fmla="*/ 1490715 w 2957425"/>
                <a:gd name="connsiteY956" fmla="*/ 701241 h 1708593"/>
                <a:gd name="connsiteX957" fmla="*/ 1499902 w 2957425"/>
                <a:gd name="connsiteY957" fmla="*/ 700961 h 1708593"/>
                <a:gd name="connsiteX958" fmla="*/ 1509200 w 2957425"/>
                <a:gd name="connsiteY958" fmla="*/ 701241 h 1708593"/>
                <a:gd name="connsiteX959" fmla="*/ 1600457 w 2957425"/>
                <a:gd name="connsiteY959" fmla="*/ 747967 h 1708593"/>
                <a:gd name="connsiteX960" fmla="*/ 1672675 w 2957425"/>
                <a:gd name="connsiteY960" fmla="*/ 789438 h 1708593"/>
                <a:gd name="connsiteX961" fmla="*/ 1687656 w 2957425"/>
                <a:gd name="connsiteY961" fmla="*/ 790330 h 1708593"/>
                <a:gd name="connsiteX962" fmla="*/ 1702991 w 2957425"/>
                <a:gd name="connsiteY962" fmla="*/ 789438 h 1708593"/>
                <a:gd name="connsiteX963" fmla="*/ 1775902 w 2957425"/>
                <a:gd name="connsiteY963" fmla="*/ 747967 h 1708593"/>
                <a:gd name="connsiteX964" fmla="*/ 1865985 w 2957425"/>
                <a:gd name="connsiteY964" fmla="*/ 701241 h 1708593"/>
                <a:gd name="connsiteX965" fmla="*/ 1875171 w 2957425"/>
                <a:gd name="connsiteY965" fmla="*/ 700961 h 1708593"/>
                <a:gd name="connsiteX966" fmla="*/ 1884453 w 2957425"/>
                <a:gd name="connsiteY966" fmla="*/ 701241 h 1708593"/>
                <a:gd name="connsiteX967" fmla="*/ 1975602 w 2957425"/>
                <a:gd name="connsiteY967" fmla="*/ 747967 h 1708593"/>
                <a:gd name="connsiteX968" fmla="*/ 2047561 w 2957425"/>
                <a:gd name="connsiteY968" fmla="*/ 789438 h 1708593"/>
                <a:gd name="connsiteX969" fmla="*/ 2062687 w 2957425"/>
                <a:gd name="connsiteY969" fmla="*/ 790330 h 1708593"/>
                <a:gd name="connsiteX970" fmla="*/ 2078025 w 2957425"/>
                <a:gd name="connsiteY970" fmla="*/ 789438 h 1708593"/>
                <a:gd name="connsiteX971" fmla="*/ 2150933 w 2957425"/>
                <a:gd name="connsiteY971" fmla="*/ 747967 h 1708593"/>
                <a:gd name="connsiteX972" fmla="*/ 2241019 w 2957425"/>
                <a:gd name="connsiteY972" fmla="*/ 701241 h 1708593"/>
                <a:gd name="connsiteX973" fmla="*/ 2250202 w 2957425"/>
                <a:gd name="connsiteY973" fmla="*/ 700961 h 1708593"/>
                <a:gd name="connsiteX974" fmla="*/ 2259500 w 2957425"/>
                <a:gd name="connsiteY974" fmla="*/ 701241 h 1708593"/>
                <a:gd name="connsiteX975" fmla="*/ 2350772 w 2957425"/>
                <a:gd name="connsiteY975" fmla="*/ 747967 h 1708593"/>
                <a:gd name="connsiteX976" fmla="*/ 2422815 w 2957425"/>
                <a:gd name="connsiteY976" fmla="*/ 789438 h 1708593"/>
                <a:gd name="connsiteX977" fmla="*/ 2437959 w 2957425"/>
                <a:gd name="connsiteY977" fmla="*/ 790330 h 1708593"/>
                <a:gd name="connsiteX978" fmla="*/ 2453275 w 2957425"/>
                <a:gd name="connsiteY978" fmla="*/ 789438 h 1708593"/>
                <a:gd name="connsiteX979" fmla="*/ 2526203 w 2957425"/>
                <a:gd name="connsiteY979" fmla="*/ 747967 h 1708593"/>
                <a:gd name="connsiteX980" fmla="*/ 2625475 w 2957425"/>
                <a:gd name="connsiteY980" fmla="*/ 700961 h 1708593"/>
                <a:gd name="connsiteX981" fmla="*/ 2725913 w 2957425"/>
                <a:gd name="connsiteY981" fmla="*/ 747967 h 1708593"/>
                <a:gd name="connsiteX982" fmla="*/ 2797875 w 2957425"/>
                <a:gd name="connsiteY982" fmla="*/ 789438 h 1708593"/>
                <a:gd name="connsiteX983" fmla="*/ 2812992 w 2957425"/>
                <a:gd name="connsiteY983" fmla="*/ 790330 h 1708593"/>
                <a:gd name="connsiteX984" fmla="*/ 2828318 w 2957425"/>
                <a:gd name="connsiteY984" fmla="*/ 789438 h 1708593"/>
                <a:gd name="connsiteX985" fmla="*/ 2901235 w 2957425"/>
                <a:gd name="connsiteY985" fmla="*/ 747967 h 1708593"/>
                <a:gd name="connsiteX986" fmla="*/ 2937883 w 2957425"/>
                <a:gd name="connsiteY986" fmla="*/ 717682 h 1708593"/>
                <a:gd name="connsiteX987" fmla="*/ 2957425 w 2957425"/>
                <a:gd name="connsiteY987" fmla="*/ 708682 h 1708593"/>
                <a:gd name="connsiteX988" fmla="*/ 2957425 w 2957425"/>
                <a:gd name="connsiteY988" fmla="*/ 730070 h 1708593"/>
                <a:gd name="connsiteX989" fmla="*/ 2944743 w 2957425"/>
                <a:gd name="connsiteY989" fmla="*/ 734685 h 1708593"/>
                <a:gd name="connsiteX990" fmla="*/ 2913429 w 2957425"/>
                <a:gd name="connsiteY990" fmla="*/ 761314 h 1708593"/>
                <a:gd name="connsiteX991" fmla="*/ 2822285 w 2957425"/>
                <a:gd name="connsiteY991" fmla="*/ 808035 h 1708593"/>
                <a:gd name="connsiteX992" fmla="*/ 2812992 w 2957425"/>
                <a:gd name="connsiteY992" fmla="*/ 808320 h 1708593"/>
                <a:gd name="connsiteX993" fmla="*/ 2803817 w 2957425"/>
                <a:gd name="connsiteY993" fmla="*/ 808035 h 1708593"/>
                <a:gd name="connsiteX994" fmla="*/ 2713719 w 2957425"/>
                <a:gd name="connsiteY994" fmla="*/ 761314 h 1708593"/>
                <a:gd name="connsiteX995" fmla="*/ 2625475 w 2957425"/>
                <a:gd name="connsiteY995" fmla="*/ 718951 h 1708593"/>
                <a:gd name="connsiteX996" fmla="*/ 2538398 w 2957425"/>
                <a:gd name="connsiteY996" fmla="*/ 761314 h 1708593"/>
                <a:gd name="connsiteX997" fmla="*/ 2447253 w 2957425"/>
                <a:gd name="connsiteY997" fmla="*/ 808035 h 1708593"/>
                <a:gd name="connsiteX998" fmla="*/ 2437959 w 2957425"/>
                <a:gd name="connsiteY998" fmla="*/ 808320 h 1708593"/>
                <a:gd name="connsiteX999" fmla="*/ 2428768 w 2957425"/>
                <a:gd name="connsiteY999" fmla="*/ 808035 h 1708593"/>
                <a:gd name="connsiteX1000" fmla="*/ 2338559 w 2957425"/>
                <a:gd name="connsiteY1000" fmla="*/ 761314 h 1708593"/>
                <a:gd name="connsiteX1001" fmla="*/ 2265570 w 2957425"/>
                <a:gd name="connsiteY1001" fmla="*/ 719843 h 1708593"/>
                <a:gd name="connsiteX1002" fmla="*/ 2250202 w 2957425"/>
                <a:gd name="connsiteY1002" fmla="*/ 718951 h 1708593"/>
                <a:gd name="connsiteX1003" fmla="*/ 2235078 w 2957425"/>
                <a:gd name="connsiteY1003" fmla="*/ 719843 h 1708593"/>
                <a:gd name="connsiteX1004" fmla="*/ 2163119 w 2957425"/>
                <a:gd name="connsiteY1004" fmla="*/ 761314 h 1708593"/>
                <a:gd name="connsiteX1005" fmla="*/ 2071970 w 2957425"/>
                <a:gd name="connsiteY1005" fmla="*/ 808035 h 1708593"/>
                <a:gd name="connsiteX1006" fmla="*/ 2062687 w 2957425"/>
                <a:gd name="connsiteY1006" fmla="*/ 808320 h 1708593"/>
                <a:gd name="connsiteX1007" fmla="*/ 2053502 w 2957425"/>
                <a:gd name="connsiteY1007" fmla="*/ 808035 h 1708593"/>
                <a:gd name="connsiteX1008" fmla="*/ 1963418 w 2957425"/>
                <a:gd name="connsiteY1008" fmla="*/ 761314 h 1708593"/>
                <a:gd name="connsiteX1009" fmla="*/ 1890508 w 2957425"/>
                <a:gd name="connsiteY1009" fmla="*/ 719843 h 1708593"/>
                <a:gd name="connsiteX1010" fmla="*/ 1875171 w 2957425"/>
                <a:gd name="connsiteY1010" fmla="*/ 718951 h 1708593"/>
                <a:gd name="connsiteX1011" fmla="*/ 1860044 w 2957425"/>
                <a:gd name="connsiteY1011" fmla="*/ 719843 h 1708593"/>
                <a:gd name="connsiteX1012" fmla="*/ 1788085 w 2957425"/>
                <a:gd name="connsiteY1012" fmla="*/ 761314 h 1708593"/>
                <a:gd name="connsiteX1013" fmla="*/ 1696936 w 2957425"/>
                <a:gd name="connsiteY1013" fmla="*/ 808035 h 1708593"/>
                <a:gd name="connsiteX1014" fmla="*/ 1687656 w 2957425"/>
                <a:gd name="connsiteY1014" fmla="*/ 808320 h 1708593"/>
                <a:gd name="connsiteX1015" fmla="*/ 1678456 w 2957425"/>
                <a:gd name="connsiteY1015" fmla="*/ 808035 h 1708593"/>
                <a:gd name="connsiteX1016" fmla="*/ 1588259 w 2957425"/>
                <a:gd name="connsiteY1016" fmla="*/ 761314 h 1708593"/>
                <a:gd name="connsiteX1017" fmla="*/ 1515254 w 2957425"/>
                <a:gd name="connsiteY1017" fmla="*/ 719843 h 1708593"/>
                <a:gd name="connsiteX1018" fmla="*/ 1499902 w 2957425"/>
                <a:gd name="connsiteY1018" fmla="*/ 718951 h 1708593"/>
                <a:gd name="connsiteX1019" fmla="*/ 1484938 w 2957425"/>
                <a:gd name="connsiteY1019" fmla="*/ 719843 h 1708593"/>
                <a:gd name="connsiteX1020" fmla="*/ 1412811 w 2957425"/>
                <a:gd name="connsiteY1020" fmla="*/ 761314 h 1708593"/>
                <a:gd name="connsiteX1021" fmla="*/ 1312377 w 2957425"/>
                <a:gd name="connsiteY1021" fmla="*/ 808320 h 1708593"/>
                <a:gd name="connsiteX1022" fmla="*/ 1213103 w 2957425"/>
                <a:gd name="connsiteY1022" fmla="*/ 761314 h 1708593"/>
                <a:gd name="connsiteX1023" fmla="*/ 1140203 w 2957425"/>
                <a:gd name="connsiteY1023" fmla="*/ 719843 h 1708593"/>
                <a:gd name="connsiteX1024" fmla="*/ 1124860 w 2957425"/>
                <a:gd name="connsiteY1024" fmla="*/ 718951 h 1708593"/>
                <a:gd name="connsiteX1025" fmla="*/ 1109907 w 2957425"/>
                <a:gd name="connsiteY1025" fmla="*/ 719843 h 1708593"/>
                <a:gd name="connsiteX1026" fmla="*/ 1037780 w 2957425"/>
                <a:gd name="connsiteY1026" fmla="*/ 761314 h 1708593"/>
                <a:gd name="connsiteX1027" fmla="*/ 937343 w 2957425"/>
                <a:gd name="connsiteY1027" fmla="*/ 808320 h 1708593"/>
                <a:gd name="connsiteX1028" fmla="*/ 837942 w 2957425"/>
                <a:gd name="connsiteY1028" fmla="*/ 761314 h 1708593"/>
                <a:gd name="connsiteX1029" fmla="*/ 764952 w 2957425"/>
                <a:gd name="connsiteY1029" fmla="*/ 719843 h 1708593"/>
                <a:gd name="connsiteX1030" fmla="*/ 749586 w 2957425"/>
                <a:gd name="connsiteY1030" fmla="*/ 718951 h 1708593"/>
                <a:gd name="connsiteX1031" fmla="*/ 734638 w 2957425"/>
                <a:gd name="connsiteY1031" fmla="*/ 719843 h 1708593"/>
                <a:gd name="connsiteX1032" fmla="*/ 662511 w 2957425"/>
                <a:gd name="connsiteY1032" fmla="*/ 761314 h 1708593"/>
                <a:gd name="connsiteX1033" fmla="*/ 562069 w 2957425"/>
                <a:gd name="connsiteY1033" fmla="*/ 808320 h 1708593"/>
                <a:gd name="connsiteX1034" fmla="*/ 462743 w 2957425"/>
                <a:gd name="connsiteY1034" fmla="*/ 761314 h 1708593"/>
                <a:gd name="connsiteX1035" fmla="*/ 375034 w 2957425"/>
                <a:gd name="connsiteY1035" fmla="*/ 718951 h 1708593"/>
                <a:gd name="connsiteX1036" fmla="*/ 287371 w 2957425"/>
                <a:gd name="connsiteY1036" fmla="*/ 761314 h 1708593"/>
                <a:gd name="connsiteX1037" fmla="*/ 187517 w 2957425"/>
                <a:gd name="connsiteY1037" fmla="*/ 808320 h 1708593"/>
                <a:gd name="connsiteX1038" fmla="*/ 87663 w 2957425"/>
                <a:gd name="connsiteY1038" fmla="*/ 761314 h 1708593"/>
                <a:gd name="connsiteX1039" fmla="*/ 0 w 2957425"/>
                <a:gd name="connsiteY1039" fmla="*/ 718951 h 1708593"/>
                <a:gd name="connsiteX1040" fmla="*/ 0 w 2957425"/>
                <a:gd name="connsiteY1040" fmla="*/ 600343 h 1708593"/>
                <a:gd name="connsiteX1041" fmla="*/ 99855 w 2957425"/>
                <a:gd name="connsiteY1041" fmla="*/ 647348 h 1708593"/>
                <a:gd name="connsiteX1042" fmla="*/ 187517 w 2957425"/>
                <a:gd name="connsiteY1042" fmla="*/ 689712 h 1708593"/>
                <a:gd name="connsiteX1043" fmla="*/ 275179 w 2957425"/>
                <a:gd name="connsiteY1043" fmla="*/ 647348 h 1708593"/>
                <a:gd name="connsiteX1044" fmla="*/ 375034 w 2957425"/>
                <a:gd name="connsiteY1044" fmla="*/ 600343 h 1708593"/>
                <a:gd name="connsiteX1045" fmla="*/ 474941 w 2957425"/>
                <a:gd name="connsiteY1045" fmla="*/ 647348 h 1708593"/>
                <a:gd name="connsiteX1046" fmla="*/ 562069 w 2957425"/>
                <a:gd name="connsiteY1046" fmla="*/ 689712 h 1708593"/>
                <a:gd name="connsiteX1047" fmla="*/ 650315 w 2957425"/>
                <a:gd name="connsiteY1047" fmla="*/ 647348 h 1708593"/>
                <a:gd name="connsiteX1048" fmla="*/ 740506 w 2957425"/>
                <a:gd name="connsiteY1048" fmla="*/ 600622 h 1708593"/>
                <a:gd name="connsiteX1049" fmla="*/ 749586 w 2957425"/>
                <a:gd name="connsiteY1049" fmla="*/ 600343 h 1708593"/>
                <a:gd name="connsiteX1050" fmla="*/ 758889 w 2957425"/>
                <a:gd name="connsiteY1050" fmla="*/ 600622 h 1708593"/>
                <a:gd name="connsiteX1051" fmla="*/ 850154 w 2957425"/>
                <a:gd name="connsiteY1051" fmla="*/ 647348 h 1708593"/>
                <a:gd name="connsiteX1052" fmla="*/ 937343 w 2957425"/>
                <a:gd name="connsiteY1052" fmla="*/ 689712 h 1708593"/>
                <a:gd name="connsiteX1053" fmla="*/ 1025586 w 2957425"/>
                <a:gd name="connsiteY1053" fmla="*/ 647348 h 1708593"/>
                <a:gd name="connsiteX1054" fmla="*/ 1115684 w 2957425"/>
                <a:gd name="connsiteY1054" fmla="*/ 600622 h 1708593"/>
                <a:gd name="connsiteX1055" fmla="*/ 1124860 w 2957425"/>
                <a:gd name="connsiteY1055" fmla="*/ 600343 h 1708593"/>
                <a:gd name="connsiteX1056" fmla="*/ 1134151 w 2957425"/>
                <a:gd name="connsiteY1056" fmla="*/ 600622 h 1708593"/>
                <a:gd name="connsiteX1057" fmla="*/ 1225295 w 2957425"/>
                <a:gd name="connsiteY1057" fmla="*/ 647348 h 1708593"/>
                <a:gd name="connsiteX1058" fmla="*/ 1312377 w 2957425"/>
                <a:gd name="connsiteY1058" fmla="*/ 689712 h 1708593"/>
                <a:gd name="connsiteX1059" fmla="*/ 1400620 w 2957425"/>
                <a:gd name="connsiteY1059" fmla="*/ 647348 h 1708593"/>
                <a:gd name="connsiteX1060" fmla="*/ 1490715 w 2957425"/>
                <a:gd name="connsiteY1060" fmla="*/ 600622 h 1708593"/>
                <a:gd name="connsiteX1061" fmla="*/ 1499902 w 2957425"/>
                <a:gd name="connsiteY1061" fmla="*/ 600343 h 1708593"/>
                <a:gd name="connsiteX1062" fmla="*/ 1509200 w 2957425"/>
                <a:gd name="connsiteY1062" fmla="*/ 600622 h 1708593"/>
                <a:gd name="connsiteX1063" fmla="*/ 1600457 w 2957425"/>
                <a:gd name="connsiteY1063" fmla="*/ 647348 h 1708593"/>
                <a:gd name="connsiteX1064" fmla="*/ 1672675 w 2957425"/>
                <a:gd name="connsiteY1064" fmla="*/ 688820 h 1708593"/>
                <a:gd name="connsiteX1065" fmla="*/ 1687656 w 2957425"/>
                <a:gd name="connsiteY1065" fmla="*/ 689712 h 1708593"/>
                <a:gd name="connsiteX1066" fmla="*/ 1702991 w 2957425"/>
                <a:gd name="connsiteY1066" fmla="*/ 688796 h 1708593"/>
                <a:gd name="connsiteX1067" fmla="*/ 1775902 w 2957425"/>
                <a:gd name="connsiteY1067" fmla="*/ 647348 h 1708593"/>
                <a:gd name="connsiteX1068" fmla="*/ 1865985 w 2957425"/>
                <a:gd name="connsiteY1068" fmla="*/ 600622 h 1708593"/>
                <a:gd name="connsiteX1069" fmla="*/ 1875171 w 2957425"/>
                <a:gd name="connsiteY1069" fmla="*/ 600343 h 1708593"/>
                <a:gd name="connsiteX1070" fmla="*/ 1884453 w 2957425"/>
                <a:gd name="connsiteY1070" fmla="*/ 600622 h 1708593"/>
                <a:gd name="connsiteX1071" fmla="*/ 1975602 w 2957425"/>
                <a:gd name="connsiteY1071" fmla="*/ 647348 h 1708593"/>
                <a:gd name="connsiteX1072" fmla="*/ 2047561 w 2957425"/>
                <a:gd name="connsiteY1072" fmla="*/ 688820 h 1708593"/>
                <a:gd name="connsiteX1073" fmla="*/ 2062687 w 2957425"/>
                <a:gd name="connsiteY1073" fmla="*/ 689712 h 1708593"/>
                <a:gd name="connsiteX1074" fmla="*/ 2078025 w 2957425"/>
                <a:gd name="connsiteY1074" fmla="*/ 688796 h 1708593"/>
                <a:gd name="connsiteX1075" fmla="*/ 2150933 w 2957425"/>
                <a:gd name="connsiteY1075" fmla="*/ 647348 h 1708593"/>
                <a:gd name="connsiteX1076" fmla="*/ 2241019 w 2957425"/>
                <a:gd name="connsiteY1076" fmla="*/ 600622 h 1708593"/>
                <a:gd name="connsiteX1077" fmla="*/ 2250202 w 2957425"/>
                <a:gd name="connsiteY1077" fmla="*/ 600343 h 1708593"/>
                <a:gd name="connsiteX1078" fmla="*/ 2259500 w 2957425"/>
                <a:gd name="connsiteY1078" fmla="*/ 600622 h 1708593"/>
                <a:gd name="connsiteX1079" fmla="*/ 2350772 w 2957425"/>
                <a:gd name="connsiteY1079" fmla="*/ 647348 h 1708593"/>
                <a:gd name="connsiteX1080" fmla="*/ 2422815 w 2957425"/>
                <a:gd name="connsiteY1080" fmla="*/ 688820 h 1708593"/>
                <a:gd name="connsiteX1081" fmla="*/ 2437959 w 2957425"/>
                <a:gd name="connsiteY1081" fmla="*/ 689712 h 1708593"/>
                <a:gd name="connsiteX1082" fmla="*/ 2453275 w 2957425"/>
                <a:gd name="connsiteY1082" fmla="*/ 688796 h 1708593"/>
                <a:gd name="connsiteX1083" fmla="*/ 2526203 w 2957425"/>
                <a:gd name="connsiteY1083" fmla="*/ 647348 h 1708593"/>
                <a:gd name="connsiteX1084" fmla="*/ 2625475 w 2957425"/>
                <a:gd name="connsiteY1084" fmla="*/ 600343 h 1708593"/>
                <a:gd name="connsiteX1085" fmla="*/ 2725913 w 2957425"/>
                <a:gd name="connsiteY1085" fmla="*/ 647348 h 1708593"/>
                <a:gd name="connsiteX1086" fmla="*/ 2797875 w 2957425"/>
                <a:gd name="connsiteY1086" fmla="*/ 688820 h 1708593"/>
                <a:gd name="connsiteX1087" fmla="*/ 2812992 w 2957425"/>
                <a:gd name="connsiteY1087" fmla="*/ 689712 h 1708593"/>
                <a:gd name="connsiteX1088" fmla="*/ 2828318 w 2957425"/>
                <a:gd name="connsiteY1088" fmla="*/ 688796 h 1708593"/>
                <a:gd name="connsiteX1089" fmla="*/ 2901235 w 2957425"/>
                <a:gd name="connsiteY1089" fmla="*/ 647348 h 1708593"/>
                <a:gd name="connsiteX1090" fmla="*/ 2937877 w 2957425"/>
                <a:gd name="connsiteY1090" fmla="*/ 617064 h 1708593"/>
                <a:gd name="connsiteX1091" fmla="*/ 2957425 w 2957425"/>
                <a:gd name="connsiteY1091" fmla="*/ 608060 h 1708593"/>
                <a:gd name="connsiteX1092" fmla="*/ 2957425 w 2957425"/>
                <a:gd name="connsiteY1092" fmla="*/ 629043 h 1708593"/>
                <a:gd name="connsiteX1093" fmla="*/ 2944738 w 2957425"/>
                <a:gd name="connsiteY1093" fmla="*/ 633727 h 1708593"/>
                <a:gd name="connsiteX1094" fmla="*/ 2913429 w 2957425"/>
                <a:gd name="connsiteY1094" fmla="*/ 660115 h 1708593"/>
                <a:gd name="connsiteX1095" fmla="*/ 2822285 w 2957425"/>
                <a:gd name="connsiteY1095" fmla="*/ 707416 h 1708593"/>
                <a:gd name="connsiteX1096" fmla="*/ 2812992 w 2957425"/>
                <a:gd name="connsiteY1096" fmla="*/ 707701 h 1708593"/>
                <a:gd name="connsiteX1097" fmla="*/ 2803817 w 2957425"/>
                <a:gd name="connsiteY1097" fmla="*/ 707416 h 1708593"/>
                <a:gd name="connsiteX1098" fmla="*/ 2713719 w 2957425"/>
                <a:gd name="connsiteY1098" fmla="*/ 660115 h 1708593"/>
                <a:gd name="connsiteX1099" fmla="*/ 2625475 w 2957425"/>
                <a:gd name="connsiteY1099" fmla="*/ 617752 h 1708593"/>
                <a:gd name="connsiteX1100" fmla="*/ 2538398 w 2957425"/>
                <a:gd name="connsiteY1100" fmla="*/ 660115 h 1708593"/>
                <a:gd name="connsiteX1101" fmla="*/ 2447253 w 2957425"/>
                <a:gd name="connsiteY1101" fmla="*/ 707416 h 1708593"/>
                <a:gd name="connsiteX1102" fmla="*/ 2437959 w 2957425"/>
                <a:gd name="connsiteY1102" fmla="*/ 707701 h 1708593"/>
                <a:gd name="connsiteX1103" fmla="*/ 2428768 w 2957425"/>
                <a:gd name="connsiteY1103" fmla="*/ 707416 h 1708593"/>
                <a:gd name="connsiteX1104" fmla="*/ 2338559 w 2957425"/>
                <a:gd name="connsiteY1104" fmla="*/ 660115 h 1708593"/>
                <a:gd name="connsiteX1105" fmla="*/ 2265570 w 2957425"/>
                <a:gd name="connsiteY1105" fmla="*/ 618668 h 1708593"/>
                <a:gd name="connsiteX1106" fmla="*/ 2250202 w 2957425"/>
                <a:gd name="connsiteY1106" fmla="*/ 617752 h 1708593"/>
                <a:gd name="connsiteX1107" fmla="*/ 2235078 w 2957425"/>
                <a:gd name="connsiteY1107" fmla="*/ 618668 h 1708593"/>
                <a:gd name="connsiteX1108" fmla="*/ 2163119 w 2957425"/>
                <a:gd name="connsiteY1108" fmla="*/ 660115 h 1708593"/>
                <a:gd name="connsiteX1109" fmla="*/ 2071970 w 2957425"/>
                <a:gd name="connsiteY1109" fmla="*/ 707416 h 1708593"/>
                <a:gd name="connsiteX1110" fmla="*/ 2062687 w 2957425"/>
                <a:gd name="connsiteY1110" fmla="*/ 707701 h 1708593"/>
                <a:gd name="connsiteX1111" fmla="*/ 2053502 w 2957425"/>
                <a:gd name="connsiteY1111" fmla="*/ 707416 h 1708593"/>
                <a:gd name="connsiteX1112" fmla="*/ 1963418 w 2957425"/>
                <a:gd name="connsiteY1112" fmla="*/ 660115 h 1708593"/>
                <a:gd name="connsiteX1113" fmla="*/ 1890508 w 2957425"/>
                <a:gd name="connsiteY1113" fmla="*/ 618668 h 1708593"/>
                <a:gd name="connsiteX1114" fmla="*/ 1875171 w 2957425"/>
                <a:gd name="connsiteY1114" fmla="*/ 617752 h 1708593"/>
                <a:gd name="connsiteX1115" fmla="*/ 1860044 w 2957425"/>
                <a:gd name="connsiteY1115" fmla="*/ 618668 h 1708593"/>
                <a:gd name="connsiteX1116" fmla="*/ 1788085 w 2957425"/>
                <a:gd name="connsiteY1116" fmla="*/ 660115 h 1708593"/>
                <a:gd name="connsiteX1117" fmla="*/ 1696936 w 2957425"/>
                <a:gd name="connsiteY1117" fmla="*/ 707416 h 1708593"/>
                <a:gd name="connsiteX1118" fmla="*/ 1687656 w 2957425"/>
                <a:gd name="connsiteY1118" fmla="*/ 707701 h 1708593"/>
                <a:gd name="connsiteX1119" fmla="*/ 1678456 w 2957425"/>
                <a:gd name="connsiteY1119" fmla="*/ 707416 h 1708593"/>
                <a:gd name="connsiteX1120" fmla="*/ 1588259 w 2957425"/>
                <a:gd name="connsiteY1120" fmla="*/ 660115 h 1708593"/>
                <a:gd name="connsiteX1121" fmla="*/ 1515254 w 2957425"/>
                <a:gd name="connsiteY1121" fmla="*/ 618668 h 1708593"/>
                <a:gd name="connsiteX1122" fmla="*/ 1499902 w 2957425"/>
                <a:gd name="connsiteY1122" fmla="*/ 617752 h 1708593"/>
                <a:gd name="connsiteX1123" fmla="*/ 1484938 w 2957425"/>
                <a:gd name="connsiteY1123" fmla="*/ 618668 h 1708593"/>
                <a:gd name="connsiteX1124" fmla="*/ 1412811 w 2957425"/>
                <a:gd name="connsiteY1124" fmla="*/ 660115 h 1708593"/>
                <a:gd name="connsiteX1125" fmla="*/ 1312377 w 2957425"/>
                <a:gd name="connsiteY1125" fmla="*/ 707701 h 1708593"/>
                <a:gd name="connsiteX1126" fmla="*/ 1213103 w 2957425"/>
                <a:gd name="connsiteY1126" fmla="*/ 660115 h 1708593"/>
                <a:gd name="connsiteX1127" fmla="*/ 1140203 w 2957425"/>
                <a:gd name="connsiteY1127" fmla="*/ 618668 h 1708593"/>
                <a:gd name="connsiteX1128" fmla="*/ 1124860 w 2957425"/>
                <a:gd name="connsiteY1128" fmla="*/ 617752 h 1708593"/>
                <a:gd name="connsiteX1129" fmla="*/ 1109907 w 2957425"/>
                <a:gd name="connsiteY1129" fmla="*/ 618668 h 1708593"/>
                <a:gd name="connsiteX1130" fmla="*/ 1037780 w 2957425"/>
                <a:gd name="connsiteY1130" fmla="*/ 660115 h 1708593"/>
                <a:gd name="connsiteX1131" fmla="*/ 937343 w 2957425"/>
                <a:gd name="connsiteY1131" fmla="*/ 707701 h 1708593"/>
                <a:gd name="connsiteX1132" fmla="*/ 837942 w 2957425"/>
                <a:gd name="connsiteY1132" fmla="*/ 660115 h 1708593"/>
                <a:gd name="connsiteX1133" fmla="*/ 764952 w 2957425"/>
                <a:gd name="connsiteY1133" fmla="*/ 618668 h 1708593"/>
                <a:gd name="connsiteX1134" fmla="*/ 749586 w 2957425"/>
                <a:gd name="connsiteY1134" fmla="*/ 617752 h 1708593"/>
                <a:gd name="connsiteX1135" fmla="*/ 734638 w 2957425"/>
                <a:gd name="connsiteY1135" fmla="*/ 618668 h 1708593"/>
                <a:gd name="connsiteX1136" fmla="*/ 662511 w 2957425"/>
                <a:gd name="connsiteY1136" fmla="*/ 660115 h 1708593"/>
                <a:gd name="connsiteX1137" fmla="*/ 562069 w 2957425"/>
                <a:gd name="connsiteY1137" fmla="*/ 707701 h 1708593"/>
                <a:gd name="connsiteX1138" fmla="*/ 462743 w 2957425"/>
                <a:gd name="connsiteY1138" fmla="*/ 660115 h 1708593"/>
                <a:gd name="connsiteX1139" fmla="*/ 375034 w 2957425"/>
                <a:gd name="connsiteY1139" fmla="*/ 617752 h 1708593"/>
                <a:gd name="connsiteX1140" fmla="*/ 287371 w 2957425"/>
                <a:gd name="connsiteY1140" fmla="*/ 660115 h 1708593"/>
                <a:gd name="connsiteX1141" fmla="*/ 187517 w 2957425"/>
                <a:gd name="connsiteY1141" fmla="*/ 707701 h 1708593"/>
                <a:gd name="connsiteX1142" fmla="*/ 87663 w 2957425"/>
                <a:gd name="connsiteY1142" fmla="*/ 660115 h 1708593"/>
                <a:gd name="connsiteX1143" fmla="*/ 0 w 2957425"/>
                <a:gd name="connsiteY1143" fmla="*/ 617752 h 1708593"/>
                <a:gd name="connsiteX1144" fmla="*/ 0 w 2957425"/>
                <a:gd name="connsiteY1144" fmla="*/ 500446 h 1708593"/>
                <a:gd name="connsiteX1145" fmla="*/ 99855 w 2957425"/>
                <a:gd name="connsiteY1145" fmla="*/ 548032 h 1708593"/>
                <a:gd name="connsiteX1146" fmla="*/ 187517 w 2957425"/>
                <a:gd name="connsiteY1146" fmla="*/ 590395 h 1708593"/>
                <a:gd name="connsiteX1147" fmla="*/ 275179 w 2957425"/>
                <a:gd name="connsiteY1147" fmla="*/ 548032 h 1708593"/>
                <a:gd name="connsiteX1148" fmla="*/ 375034 w 2957425"/>
                <a:gd name="connsiteY1148" fmla="*/ 500446 h 1708593"/>
                <a:gd name="connsiteX1149" fmla="*/ 474941 w 2957425"/>
                <a:gd name="connsiteY1149" fmla="*/ 548032 h 1708593"/>
                <a:gd name="connsiteX1150" fmla="*/ 562069 w 2957425"/>
                <a:gd name="connsiteY1150" fmla="*/ 590395 h 1708593"/>
                <a:gd name="connsiteX1151" fmla="*/ 650315 w 2957425"/>
                <a:gd name="connsiteY1151" fmla="*/ 548032 h 1708593"/>
                <a:gd name="connsiteX1152" fmla="*/ 740506 w 2957425"/>
                <a:gd name="connsiteY1152" fmla="*/ 500732 h 1708593"/>
                <a:gd name="connsiteX1153" fmla="*/ 749586 w 2957425"/>
                <a:gd name="connsiteY1153" fmla="*/ 500446 h 1708593"/>
                <a:gd name="connsiteX1154" fmla="*/ 758889 w 2957425"/>
                <a:gd name="connsiteY1154" fmla="*/ 500732 h 1708593"/>
                <a:gd name="connsiteX1155" fmla="*/ 850154 w 2957425"/>
                <a:gd name="connsiteY1155" fmla="*/ 548032 h 1708593"/>
                <a:gd name="connsiteX1156" fmla="*/ 937343 w 2957425"/>
                <a:gd name="connsiteY1156" fmla="*/ 590395 h 1708593"/>
                <a:gd name="connsiteX1157" fmla="*/ 1025586 w 2957425"/>
                <a:gd name="connsiteY1157" fmla="*/ 548032 h 1708593"/>
                <a:gd name="connsiteX1158" fmla="*/ 1115684 w 2957425"/>
                <a:gd name="connsiteY1158" fmla="*/ 500732 h 1708593"/>
                <a:gd name="connsiteX1159" fmla="*/ 1124860 w 2957425"/>
                <a:gd name="connsiteY1159" fmla="*/ 500446 h 1708593"/>
                <a:gd name="connsiteX1160" fmla="*/ 1134151 w 2957425"/>
                <a:gd name="connsiteY1160" fmla="*/ 500732 h 1708593"/>
                <a:gd name="connsiteX1161" fmla="*/ 1225295 w 2957425"/>
                <a:gd name="connsiteY1161" fmla="*/ 548032 h 1708593"/>
                <a:gd name="connsiteX1162" fmla="*/ 1312377 w 2957425"/>
                <a:gd name="connsiteY1162" fmla="*/ 590395 h 1708593"/>
                <a:gd name="connsiteX1163" fmla="*/ 1400620 w 2957425"/>
                <a:gd name="connsiteY1163" fmla="*/ 548032 h 1708593"/>
                <a:gd name="connsiteX1164" fmla="*/ 1490715 w 2957425"/>
                <a:gd name="connsiteY1164" fmla="*/ 500732 h 1708593"/>
                <a:gd name="connsiteX1165" fmla="*/ 1499902 w 2957425"/>
                <a:gd name="connsiteY1165" fmla="*/ 500446 h 1708593"/>
                <a:gd name="connsiteX1166" fmla="*/ 1509200 w 2957425"/>
                <a:gd name="connsiteY1166" fmla="*/ 500732 h 1708593"/>
                <a:gd name="connsiteX1167" fmla="*/ 1600457 w 2957425"/>
                <a:gd name="connsiteY1167" fmla="*/ 548032 h 1708593"/>
                <a:gd name="connsiteX1168" fmla="*/ 1672675 w 2957425"/>
                <a:gd name="connsiteY1168" fmla="*/ 589479 h 1708593"/>
                <a:gd name="connsiteX1169" fmla="*/ 1687656 w 2957425"/>
                <a:gd name="connsiteY1169" fmla="*/ 590395 h 1708593"/>
                <a:gd name="connsiteX1170" fmla="*/ 1702991 w 2957425"/>
                <a:gd name="connsiteY1170" fmla="*/ 589479 h 1708593"/>
                <a:gd name="connsiteX1171" fmla="*/ 1775902 w 2957425"/>
                <a:gd name="connsiteY1171" fmla="*/ 548032 h 1708593"/>
                <a:gd name="connsiteX1172" fmla="*/ 1865985 w 2957425"/>
                <a:gd name="connsiteY1172" fmla="*/ 500732 h 1708593"/>
                <a:gd name="connsiteX1173" fmla="*/ 1875171 w 2957425"/>
                <a:gd name="connsiteY1173" fmla="*/ 500446 h 1708593"/>
                <a:gd name="connsiteX1174" fmla="*/ 1884453 w 2957425"/>
                <a:gd name="connsiteY1174" fmla="*/ 500732 h 1708593"/>
                <a:gd name="connsiteX1175" fmla="*/ 1975602 w 2957425"/>
                <a:gd name="connsiteY1175" fmla="*/ 548032 h 1708593"/>
                <a:gd name="connsiteX1176" fmla="*/ 2047561 w 2957425"/>
                <a:gd name="connsiteY1176" fmla="*/ 589479 h 1708593"/>
                <a:gd name="connsiteX1177" fmla="*/ 2062687 w 2957425"/>
                <a:gd name="connsiteY1177" fmla="*/ 590395 h 1708593"/>
                <a:gd name="connsiteX1178" fmla="*/ 2078025 w 2957425"/>
                <a:gd name="connsiteY1178" fmla="*/ 589479 h 1708593"/>
                <a:gd name="connsiteX1179" fmla="*/ 2150933 w 2957425"/>
                <a:gd name="connsiteY1179" fmla="*/ 548032 h 1708593"/>
                <a:gd name="connsiteX1180" fmla="*/ 2241019 w 2957425"/>
                <a:gd name="connsiteY1180" fmla="*/ 500732 h 1708593"/>
                <a:gd name="connsiteX1181" fmla="*/ 2250202 w 2957425"/>
                <a:gd name="connsiteY1181" fmla="*/ 500446 h 1708593"/>
                <a:gd name="connsiteX1182" fmla="*/ 2259500 w 2957425"/>
                <a:gd name="connsiteY1182" fmla="*/ 500732 h 1708593"/>
                <a:gd name="connsiteX1183" fmla="*/ 2350772 w 2957425"/>
                <a:gd name="connsiteY1183" fmla="*/ 548032 h 1708593"/>
                <a:gd name="connsiteX1184" fmla="*/ 2422815 w 2957425"/>
                <a:gd name="connsiteY1184" fmla="*/ 589479 h 1708593"/>
                <a:gd name="connsiteX1185" fmla="*/ 2437959 w 2957425"/>
                <a:gd name="connsiteY1185" fmla="*/ 590395 h 1708593"/>
                <a:gd name="connsiteX1186" fmla="*/ 2453275 w 2957425"/>
                <a:gd name="connsiteY1186" fmla="*/ 589479 h 1708593"/>
                <a:gd name="connsiteX1187" fmla="*/ 2526203 w 2957425"/>
                <a:gd name="connsiteY1187" fmla="*/ 548032 h 1708593"/>
                <a:gd name="connsiteX1188" fmla="*/ 2625475 w 2957425"/>
                <a:gd name="connsiteY1188" fmla="*/ 500446 h 1708593"/>
                <a:gd name="connsiteX1189" fmla="*/ 2725913 w 2957425"/>
                <a:gd name="connsiteY1189" fmla="*/ 548032 h 1708593"/>
                <a:gd name="connsiteX1190" fmla="*/ 2797875 w 2957425"/>
                <a:gd name="connsiteY1190" fmla="*/ 589479 h 1708593"/>
                <a:gd name="connsiteX1191" fmla="*/ 2812992 w 2957425"/>
                <a:gd name="connsiteY1191" fmla="*/ 590395 h 1708593"/>
                <a:gd name="connsiteX1192" fmla="*/ 2828318 w 2957425"/>
                <a:gd name="connsiteY1192" fmla="*/ 589479 h 1708593"/>
                <a:gd name="connsiteX1193" fmla="*/ 2901235 w 2957425"/>
                <a:gd name="connsiteY1193" fmla="*/ 548032 h 1708593"/>
                <a:gd name="connsiteX1194" fmla="*/ 2937872 w 2957425"/>
                <a:gd name="connsiteY1194" fmla="*/ 517484 h 1708593"/>
                <a:gd name="connsiteX1195" fmla="*/ 2957425 w 2957425"/>
                <a:gd name="connsiteY1195" fmla="*/ 508318 h 1708593"/>
                <a:gd name="connsiteX1196" fmla="*/ 2957425 w 2957425"/>
                <a:gd name="connsiteY1196" fmla="*/ 529724 h 1708593"/>
                <a:gd name="connsiteX1197" fmla="*/ 2944732 w 2957425"/>
                <a:gd name="connsiteY1197" fmla="*/ 534411 h 1708593"/>
                <a:gd name="connsiteX1198" fmla="*/ 2913429 w 2957425"/>
                <a:gd name="connsiteY1198" fmla="*/ 560799 h 1708593"/>
                <a:gd name="connsiteX1199" fmla="*/ 2822285 w 2957425"/>
                <a:gd name="connsiteY1199" fmla="*/ 607526 h 1708593"/>
                <a:gd name="connsiteX1200" fmla="*/ 2812992 w 2957425"/>
                <a:gd name="connsiteY1200" fmla="*/ 607805 h 1708593"/>
                <a:gd name="connsiteX1201" fmla="*/ 2803817 w 2957425"/>
                <a:gd name="connsiteY1201" fmla="*/ 607526 h 1708593"/>
                <a:gd name="connsiteX1202" fmla="*/ 2713719 w 2957425"/>
                <a:gd name="connsiteY1202" fmla="*/ 560799 h 1708593"/>
                <a:gd name="connsiteX1203" fmla="*/ 2625475 w 2957425"/>
                <a:gd name="connsiteY1203" fmla="*/ 518436 h 1708593"/>
                <a:gd name="connsiteX1204" fmla="*/ 2538398 w 2957425"/>
                <a:gd name="connsiteY1204" fmla="*/ 560799 h 1708593"/>
                <a:gd name="connsiteX1205" fmla="*/ 2447253 w 2957425"/>
                <a:gd name="connsiteY1205" fmla="*/ 607526 h 1708593"/>
                <a:gd name="connsiteX1206" fmla="*/ 2437959 w 2957425"/>
                <a:gd name="connsiteY1206" fmla="*/ 607805 h 1708593"/>
                <a:gd name="connsiteX1207" fmla="*/ 2428768 w 2957425"/>
                <a:gd name="connsiteY1207" fmla="*/ 607526 h 1708593"/>
                <a:gd name="connsiteX1208" fmla="*/ 2338559 w 2957425"/>
                <a:gd name="connsiteY1208" fmla="*/ 560799 h 1708593"/>
                <a:gd name="connsiteX1209" fmla="*/ 2265570 w 2957425"/>
                <a:gd name="connsiteY1209" fmla="*/ 519352 h 1708593"/>
                <a:gd name="connsiteX1210" fmla="*/ 2250202 w 2957425"/>
                <a:gd name="connsiteY1210" fmla="*/ 518436 h 1708593"/>
                <a:gd name="connsiteX1211" fmla="*/ 2235078 w 2957425"/>
                <a:gd name="connsiteY1211" fmla="*/ 519352 h 1708593"/>
                <a:gd name="connsiteX1212" fmla="*/ 2163119 w 2957425"/>
                <a:gd name="connsiteY1212" fmla="*/ 560799 h 1708593"/>
                <a:gd name="connsiteX1213" fmla="*/ 2071970 w 2957425"/>
                <a:gd name="connsiteY1213" fmla="*/ 607526 h 1708593"/>
                <a:gd name="connsiteX1214" fmla="*/ 2062687 w 2957425"/>
                <a:gd name="connsiteY1214" fmla="*/ 607805 h 1708593"/>
                <a:gd name="connsiteX1215" fmla="*/ 2053502 w 2957425"/>
                <a:gd name="connsiteY1215" fmla="*/ 607526 h 1708593"/>
                <a:gd name="connsiteX1216" fmla="*/ 1963418 w 2957425"/>
                <a:gd name="connsiteY1216" fmla="*/ 560799 h 1708593"/>
                <a:gd name="connsiteX1217" fmla="*/ 1890508 w 2957425"/>
                <a:gd name="connsiteY1217" fmla="*/ 519352 h 1708593"/>
                <a:gd name="connsiteX1218" fmla="*/ 1875171 w 2957425"/>
                <a:gd name="connsiteY1218" fmla="*/ 518436 h 1708593"/>
                <a:gd name="connsiteX1219" fmla="*/ 1860044 w 2957425"/>
                <a:gd name="connsiteY1219" fmla="*/ 519352 h 1708593"/>
                <a:gd name="connsiteX1220" fmla="*/ 1788085 w 2957425"/>
                <a:gd name="connsiteY1220" fmla="*/ 560799 h 1708593"/>
                <a:gd name="connsiteX1221" fmla="*/ 1696936 w 2957425"/>
                <a:gd name="connsiteY1221" fmla="*/ 607526 h 1708593"/>
                <a:gd name="connsiteX1222" fmla="*/ 1687656 w 2957425"/>
                <a:gd name="connsiteY1222" fmla="*/ 607805 h 1708593"/>
                <a:gd name="connsiteX1223" fmla="*/ 1678456 w 2957425"/>
                <a:gd name="connsiteY1223" fmla="*/ 607526 h 1708593"/>
                <a:gd name="connsiteX1224" fmla="*/ 1588259 w 2957425"/>
                <a:gd name="connsiteY1224" fmla="*/ 560799 h 1708593"/>
                <a:gd name="connsiteX1225" fmla="*/ 1515254 w 2957425"/>
                <a:gd name="connsiteY1225" fmla="*/ 519352 h 1708593"/>
                <a:gd name="connsiteX1226" fmla="*/ 1499902 w 2957425"/>
                <a:gd name="connsiteY1226" fmla="*/ 518436 h 1708593"/>
                <a:gd name="connsiteX1227" fmla="*/ 1484938 w 2957425"/>
                <a:gd name="connsiteY1227" fmla="*/ 519352 h 1708593"/>
                <a:gd name="connsiteX1228" fmla="*/ 1412811 w 2957425"/>
                <a:gd name="connsiteY1228" fmla="*/ 560799 h 1708593"/>
                <a:gd name="connsiteX1229" fmla="*/ 1312377 w 2957425"/>
                <a:gd name="connsiteY1229" fmla="*/ 607805 h 1708593"/>
                <a:gd name="connsiteX1230" fmla="*/ 1213103 w 2957425"/>
                <a:gd name="connsiteY1230" fmla="*/ 560799 h 1708593"/>
                <a:gd name="connsiteX1231" fmla="*/ 1140203 w 2957425"/>
                <a:gd name="connsiteY1231" fmla="*/ 519352 h 1708593"/>
                <a:gd name="connsiteX1232" fmla="*/ 1124860 w 2957425"/>
                <a:gd name="connsiteY1232" fmla="*/ 518436 h 1708593"/>
                <a:gd name="connsiteX1233" fmla="*/ 1109907 w 2957425"/>
                <a:gd name="connsiteY1233" fmla="*/ 519352 h 1708593"/>
                <a:gd name="connsiteX1234" fmla="*/ 1037780 w 2957425"/>
                <a:gd name="connsiteY1234" fmla="*/ 560799 h 1708593"/>
                <a:gd name="connsiteX1235" fmla="*/ 937343 w 2957425"/>
                <a:gd name="connsiteY1235" fmla="*/ 607805 h 1708593"/>
                <a:gd name="connsiteX1236" fmla="*/ 837942 w 2957425"/>
                <a:gd name="connsiteY1236" fmla="*/ 560799 h 1708593"/>
                <a:gd name="connsiteX1237" fmla="*/ 764952 w 2957425"/>
                <a:gd name="connsiteY1237" fmla="*/ 519352 h 1708593"/>
                <a:gd name="connsiteX1238" fmla="*/ 749586 w 2957425"/>
                <a:gd name="connsiteY1238" fmla="*/ 518436 h 1708593"/>
                <a:gd name="connsiteX1239" fmla="*/ 734638 w 2957425"/>
                <a:gd name="connsiteY1239" fmla="*/ 519352 h 1708593"/>
                <a:gd name="connsiteX1240" fmla="*/ 662511 w 2957425"/>
                <a:gd name="connsiteY1240" fmla="*/ 560799 h 1708593"/>
                <a:gd name="connsiteX1241" fmla="*/ 562069 w 2957425"/>
                <a:gd name="connsiteY1241" fmla="*/ 607805 h 1708593"/>
                <a:gd name="connsiteX1242" fmla="*/ 462743 w 2957425"/>
                <a:gd name="connsiteY1242" fmla="*/ 560799 h 1708593"/>
                <a:gd name="connsiteX1243" fmla="*/ 375034 w 2957425"/>
                <a:gd name="connsiteY1243" fmla="*/ 518436 h 1708593"/>
                <a:gd name="connsiteX1244" fmla="*/ 287371 w 2957425"/>
                <a:gd name="connsiteY1244" fmla="*/ 560799 h 1708593"/>
                <a:gd name="connsiteX1245" fmla="*/ 187517 w 2957425"/>
                <a:gd name="connsiteY1245" fmla="*/ 607805 h 1708593"/>
                <a:gd name="connsiteX1246" fmla="*/ 87663 w 2957425"/>
                <a:gd name="connsiteY1246" fmla="*/ 560799 h 1708593"/>
                <a:gd name="connsiteX1247" fmla="*/ 0 w 2957425"/>
                <a:gd name="connsiteY1247" fmla="*/ 518436 h 1708593"/>
                <a:gd name="connsiteX1248" fmla="*/ 0 w 2957425"/>
                <a:gd name="connsiteY1248" fmla="*/ 399827 h 1708593"/>
                <a:gd name="connsiteX1249" fmla="*/ 99855 w 2957425"/>
                <a:gd name="connsiteY1249" fmla="*/ 447520 h 1708593"/>
                <a:gd name="connsiteX1250" fmla="*/ 187517 w 2957425"/>
                <a:gd name="connsiteY1250" fmla="*/ 489978 h 1708593"/>
                <a:gd name="connsiteX1251" fmla="*/ 275179 w 2957425"/>
                <a:gd name="connsiteY1251" fmla="*/ 447520 h 1708593"/>
                <a:gd name="connsiteX1252" fmla="*/ 375034 w 2957425"/>
                <a:gd name="connsiteY1252" fmla="*/ 399827 h 1708593"/>
                <a:gd name="connsiteX1253" fmla="*/ 474941 w 2957425"/>
                <a:gd name="connsiteY1253" fmla="*/ 447520 h 1708593"/>
                <a:gd name="connsiteX1254" fmla="*/ 562069 w 2957425"/>
                <a:gd name="connsiteY1254" fmla="*/ 489978 h 1708593"/>
                <a:gd name="connsiteX1255" fmla="*/ 650315 w 2957425"/>
                <a:gd name="connsiteY1255" fmla="*/ 447520 h 1708593"/>
                <a:gd name="connsiteX1256" fmla="*/ 740506 w 2957425"/>
                <a:gd name="connsiteY1256" fmla="*/ 400114 h 1708593"/>
                <a:gd name="connsiteX1257" fmla="*/ 749586 w 2957425"/>
                <a:gd name="connsiteY1257" fmla="*/ 399827 h 1708593"/>
                <a:gd name="connsiteX1258" fmla="*/ 758889 w 2957425"/>
                <a:gd name="connsiteY1258" fmla="*/ 400114 h 1708593"/>
                <a:gd name="connsiteX1259" fmla="*/ 850154 w 2957425"/>
                <a:gd name="connsiteY1259" fmla="*/ 447520 h 1708593"/>
                <a:gd name="connsiteX1260" fmla="*/ 937343 w 2957425"/>
                <a:gd name="connsiteY1260" fmla="*/ 489978 h 1708593"/>
                <a:gd name="connsiteX1261" fmla="*/ 1025586 w 2957425"/>
                <a:gd name="connsiteY1261" fmla="*/ 447520 h 1708593"/>
                <a:gd name="connsiteX1262" fmla="*/ 1115684 w 2957425"/>
                <a:gd name="connsiteY1262" fmla="*/ 400114 h 1708593"/>
                <a:gd name="connsiteX1263" fmla="*/ 1124860 w 2957425"/>
                <a:gd name="connsiteY1263" fmla="*/ 399827 h 1708593"/>
                <a:gd name="connsiteX1264" fmla="*/ 1134151 w 2957425"/>
                <a:gd name="connsiteY1264" fmla="*/ 400114 h 1708593"/>
                <a:gd name="connsiteX1265" fmla="*/ 1225295 w 2957425"/>
                <a:gd name="connsiteY1265" fmla="*/ 447520 h 1708593"/>
                <a:gd name="connsiteX1266" fmla="*/ 1312377 w 2957425"/>
                <a:gd name="connsiteY1266" fmla="*/ 489978 h 1708593"/>
                <a:gd name="connsiteX1267" fmla="*/ 1400620 w 2957425"/>
                <a:gd name="connsiteY1267" fmla="*/ 447520 h 1708593"/>
                <a:gd name="connsiteX1268" fmla="*/ 1490715 w 2957425"/>
                <a:gd name="connsiteY1268" fmla="*/ 400114 h 1708593"/>
                <a:gd name="connsiteX1269" fmla="*/ 1499902 w 2957425"/>
                <a:gd name="connsiteY1269" fmla="*/ 399827 h 1708593"/>
                <a:gd name="connsiteX1270" fmla="*/ 1509200 w 2957425"/>
                <a:gd name="connsiteY1270" fmla="*/ 400114 h 1708593"/>
                <a:gd name="connsiteX1271" fmla="*/ 1600457 w 2957425"/>
                <a:gd name="connsiteY1271" fmla="*/ 447520 h 1708593"/>
                <a:gd name="connsiteX1272" fmla="*/ 1672675 w 2957425"/>
                <a:gd name="connsiteY1272" fmla="*/ 489060 h 1708593"/>
                <a:gd name="connsiteX1273" fmla="*/ 1687656 w 2957425"/>
                <a:gd name="connsiteY1273" fmla="*/ 489978 h 1708593"/>
                <a:gd name="connsiteX1274" fmla="*/ 1702991 w 2957425"/>
                <a:gd name="connsiteY1274" fmla="*/ 489060 h 1708593"/>
                <a:gd name="connsiteX1275" fmla="*/ 1775902 w 2957425"/>
                <a:gd name="connsiteY1275" fmla="*/ 447520 h 1708593"/>
                <a:gd name="connsiteX1276" fmla="*/ 1865985 w 2957425"/>
                <a:gd name="connsiteY1276" fmla="*/ 400114 h 1708593"/>
                <a:gd name="connsiteX1277" fmla="*/ 1875171 w 2957425"/>
                <a:gd name="connsiteY1277" fmla="*/ 399827 h 1708593"/>
                <a:gd name="connsiteX1278" fmla="*/ 1884453 w 2957425"/>
                <a:gd name="connsiteY1278" fmla="*/ 400114 h 1708593"/>
                <a:gd name="connsiteX1279" fmla="*/ 1975602 w 2957425"/>
                <a:gd name="connsiteY1279" fmla="*/ 447520 h 1708593"/>
                <a:gd name="connsiteX1280" fmla="*/ 2047561 w 2957425"/>
                <a:gd name="connsiteY1280" fmla="*/ 489060 h 1708593"/>
                <a:gd name="connsiteX1281" fmla="*/ 2062687 w 2957425"/>
                <a:gd name="connsiteY1281" fmla="*/ 489978 h 1708593"/>
                <a:gd name="connsiteX1282" fmla="*/ 2078025 w 2957425"/>
                <a:gd name="connsiteY1282" fmla="*/ 489060 h 1708593"/>
                <a:gd name="connsiteX1283" fmla="*/ 2150933 w 2957425"/>
                <a:gd name="connsiteY1283" fmla="*/ 447520 h 1708593"/>
                <a:gd name="connsiteX1284" fmla="*/ 2241019 w 2957425"/>
                <a:gd name="connsiteY1284" fmla="*/ 400114 h 1708593"/>
                <a:gd name="connsiteX1285" fmla="*/ 2250202 w 2957425"/>
                <a:gd name="connsiteY1285" fmla="*/ 399827 h 1708593"/>
                <a:gd name="connsiteX1286" fmla="*/ 2259500 w 2957425"/>
                <a:gd name="connsiteY1286" fmla="*/ 400114 h 1708593"/>
                <a:gd name="connsiteX1287" fmla="*/ 2350772 w 2957425"/>
                <a:gd name="connsiteY1287" fmla="*/ 447520 h 1708593"/>
                <a:gd name="connsiteX1288" fmla="*/ 2422815 w 2957425"/>
                <a:gd name="connsiteY1288" fmla="*/ 489060 h 1708593"/>
                <a:gd name="connsiteX1289" fmla="*/ 2437959 w 2957425"/>
                <a:gd name="connsiteY1289" fmla="*/ 489978 h 1708593"/>
                <a:gd name="connsiteX1290" fmla="*/ 2453275 w 2957425"/>
                <a:gd name="connsiteY1290" fmla="*/ 489060 h 1708593"/>
                <a:gd name="connsiteX1291" fmla="*/ 2526203 w 2957425"/>
                <a:gd name="connsiteY1291" fmla="*/ 447520 h 1708593"/>
                <a:gd name="connsiteX1292" fmla="*/ 2625475 w 2957425"/>
                <a:gd name="connsiteY1292" fmla="*/ 399827 h 1708593"/>
                <a:gd name="connsiteX1293" fmla="*/ 2725913 w 2957425"/>
                <a:gd name="connsiteY1293" fmla="*/ 447520 h 1708593"/>
                <a:gd name="connsiteX1294" fmla="*/ 2797875 w 2957425"/>
                <a:gd name="connsiteY1294" fmla="*/ 489060 h 1708593"/>
                <a:gd name="connsiteX1295" fmla="*/ 2812992 w 2957425"/>
                <a:gd name="connsiteY1295" fmla="*/ 489978 h 1708593"/>
                <a:gd name="connsiteX1296" fmla="*/ 2828318 w 2957425"/>
                <a:gd name="connsiteY1296" fmla="*/ 489060 h 1708593"/>
                <a:gd name="connsiteX1297" fmla="*/ 2901235 w 2957425"/>
                <a:gd name="connsiteY1297" fmla="*/ 447520 h 1708593"/>
                <a:gd name="connsiteX1298" fmla="*/ 2937867 w 2957425"/>
                <a:gd name="connsiteY1298" fmla="*/ 416904 h 1708593"/>
                <a:gd name="connsiteX1299" fmla="*/ 2957425 w 2957425"/>
                <a:gd name="connsiteY1299" fmla="*/ 407715 h 1708593"/>
                <a:gd name="connsiteX1300" fmla="*/ 2957425 w 2957425"/>
                <a:gd name="connsiteY1300" fmla="*/ 428995 h 1708593"/>
                <a:gd name="connsiteX1301" fmla="*/ 2944727 w 2957425"/>
                <a:gd name="connsiteY1301" fmla="*/ 433626 h 1708593"/>
                <a:gd name="connsiteX1302" fmla="*/ 2913429 w 2957425"/>
                <a:gd name="connsiteY1302" fmla="*/ 460316 h 1708593"/>
                <a:gd name="connsiteX1303" fmla="*/ 2822285 w 2957425"/>
                <a:gd name="connsiteY1303" fmla="*/ 507147 h 1708593"/>
                <a:gd name="connsiteX1304" fmla="*/ 2812992 w 2957425"/>
                <a:gd name="connsiteY1304" fmla="*/ 507427 h 1708593"/>
                <a:gd name="connsiteX1305" fmla="*/ 2803817 w 2957425"/>
                <a:gd name="connsiteY1305" fmla="*/ 507147 h 1708593"/>
                <a:gd name="connsiteX1306" fmla="*/ 2713719 w 2957425"/>
                <a:gd name="connsiteY1306" fmla="*/ 460316 h 1708593"/>
                <a:gd name="connsiteX1307" fmla="*/ 2625475 w 2957425"/>
                <a:gd name="connsiteY1307" fmla="*/ 417857 h 1708593"/>
                <a:gd name="connsiteX1308" fmla="*/ 2538398 w 2957425"/>
                <a:gd name="connsiteY1308" fmla="*/ 460316 h 1708593"/>
                <a:gd name="connsiteX1309" fmla="*/ 2447253 w 2957425"/>
                <a:gd name="connsiteY1309" fmla="*/ 507147 h 1708593"/>
                <a:gd name="connsiteX1310" fmla="*/ 2437959 w 2957425"/>
                <a:gd name="connsiteY1310" fmla="*/ 507427 h 1708593"/>
                <a:gd name="connsiteX1311" fmla="*/ 2428768 w 2957425"/>
                <a:gd name="connsiteY1311" fmla="*/ 507147 h 1708593"/>
                <a:gd name="connsiteX1312" fmla="*/ 2338559 w 2957425"/>
                <a:gd name="connsiteY1312" fmla="*/ 460316 h 1708593"/>
                <a:gd name="connsiteX1313" fmla="*/ 2265570 w 2957425"/>
                <a:gd name="connsiteY1313" fmla="*/ 418775 h 1708593"/>
                <a:gd name="connsiteX1314" fmla="*/ 2250202 w 2957425"/>
                <a:gd name="connsiteY1314" fmla="*/ 417857 h 1708593"/>
                <a:gd name="connsiteX1315" fmla="*/ 2235078 w 2957425"/>
                <a:gd name="connsiteY1315" fmla="*/ 418751 h 1708593"/>
                <a:gd name="connsiteX1316" fmla="*/ 2163119 w 2957425"/>
                <a:gd name="connsiteY1316" fmla="*/ 460316 h 1708593"/>
                <a:gd name="connsiteX1317" fmla="*/ 2071970 w 2957425"/>
                <a:gd name="connsiteY1317" fmla="*/ 507147 h 1708593"/>
                <a:gd name="connsiteX1318" fmla="*/ 2062687 w 2957425"/>
                <a:gd name="connsiteY1318" fmla="*/ 507427 h 1708593"/>
                <a:gd name="connsiteX1319" fmla="*/ 2053502 w 2957425"/>
                <a:gd name="connsiteY1319" fmla="*/ 507147 h 1708593"/>
                <a:gd name="connsiteX1320" fmla="*/ 1963418 w 2957425"/>
                <a:gd name="connsiteY1320" fmla="*/ 460316 h 1708593"/>
                <a:gd name="connsiteX1321" fmla="*/ 1890508 w 2957425"/>
                <a:gd name="connsiteY1321" fmla="*/ 418775 h 1708593"/>
                <a:gd name="connsiteX1322" fmla="*/ 1875171 w 2957425"/>
                <a:gd name="connsiteY1322" fmla="*/ 417857 h 1708593"/>
                <a:gd name="connsiteX1323" fmla="*/ 1860044 w 2957425"/>
                <a:gd name="connsiteY1323" fmla="*/ 418751 h 1708593"/>
                <a:gd name="connsiteX1324" fmla="*/ 1788085 w 2957425"/>
                <a:gd name="connsiteY1324" fmla="*/ 460316 h 1708593"/>
                <a:gd name="connsiteX1325" fmla="*/ 1696936 w 2957425"/>
                <a:gd name="connsiteY1325" fmla="*/ 507147 h 1708593"/>
                <a:gd name="connsiteX1326" fmla="*/ 1687656 w 2957425"/>
                <a:gd name="connsiteY1326" fmla="*/ 507427 h 1708593"/>
                <a:gd name="connsiteX1327" fmla="*/ 1678456 w 2957425"/>
                <a:gd name="connsiteY1327" fmla="*/ 507147 h 1708593"/>
                <a:gd name="connsiteX1328" fmla="*/ 1588259 w 2957425"/>
                <a:gd name="connsiteY1328" fmla="*/ 460316 h 1708593"/>
                <a:gd name="connsiteX1329" fmla="*/ 1515254 w 2957425"/>
                <a:gd name="connsiteY1329" fmla="*/ 418775 h 1708593"/>
                <a:gd name="connsiteX1330" fmla="*/ 1499902 w 2957425"/>
                <a:gd name="connsiteY1330" fmla="*/ 417857 h 1708593"/>
                <a:gd name="connsiteX1331" fmla="*/ 1484938 w 2957425"/>
                <a:gd name="connsiteY1331" fmla="*/ 418751 h 1708593"/>
                <a:gd name="connsiteX1332" fmla="*/ 1412811 w 2957425"/>
                <a:gd name="connsiteY1332" fmla="*/ 460316 h 1708593"/>
                <a:gd name="connsiteX1333" fmla="*/ 1312377 w 2957425"/>
                <a:gd name="connsiteY1333" fmla="*/ 507427 h 1708593"/>
                <a:gd name="connsiteX1334" fmla="*/ 1213103 w 2957425"/>
                <a:gd name="connsiteY1334" fmla="*/ 460316 h 1708593"/>
                <a:gd name="connsiteX1335" fmla="*/ 1140203 w 2957425"/>
                <a:gd name="connsiteY1335" fmla="*/ 418775 h 1708593"/>
                <a:gd name="connsiteX1336" fmla="*/ 1124860 w 2957425"/>
                <a:gd name="connsiteY1336" fmla="*/ 417857 h 1708593"/>
                <a:gd name="connsiteX1337" fmla="*/ 1109907 w 2957425"/>
                <a:gd name="connsiteY1337" fmla="*/ 418751 h 1708593"/>
                <a:gd name="connsiteX1338" fmla="*/ 1037780 w 2957425"/>
                <a:gd name="connsiteY1338" fmla="*/ 460316 h 1708593"/>
                <a:gd name="connsiteX1339" fmla="*/ 937343 w 2957425"/>
                <a:gd name="connsiteY1339" fmla="*/ 507427 h 1708593"/>
                <a:gd name="connsiteX1340" fmla="*/ 837942 w 2957425"/>
                <a:gd name="connsiteY1340" fmla="*/ 460316 h 1708593"/>
                <a:gd name="connsiteX1341" fmla="*/ 764952 w 2957425"/>
                <a:gd name="connsiteY1341" fmla="*/ 418775 h 1708593"/>
                <a:gd name="connsiteX1342" fmla="*/ 749586 w 2957425"/>
                <a:gd name="connsiteY1342" fmla="*/ 417857 h 1708593"/>
                <a:gd name="connsiteX1343" fmla="*/ 734638 w 2957425"/>
                <a:gd name="connsiteY1343" fmla="*/ 418751 h 1708593"/>
                <a:gd name="connsiteX1344" fmla="*/ 662511 w 2957425"/>
                <a:gd name="connsiteY1344" fmla="*/ 460316 h 1708593"/>
                <a:gd name="connsiteX1345" fmla="*/ 562069 w 2957425"/>
                <a:gd name="connsiteY1345" fmla="*/ 507427 h 1708593"/>
                <a:gd name="connsiteX1346" fmla="*/ 462743 w 2957425"/>
                <a:gd name="connsiteY1346" fmla="*/ 460316 h 1708593"/>
                <a:gd name="connsiteX1347" fmla="*/ 375034 w 2957425"/>
                <a:gd name="connsiteY1347" fmla="*/ 417857 h 1708593"/>
                <a:gd name="connsiteX1348" fmla="*/ 287371 w 2957425"/>
                <a:gd name="connsiteY1348" fmla="*/ 460316 h 1708593"/>
                <a:gd name="connsiteX1349" fmla="*/ 187517 w 2957425"/>
                <a:gd name="connsiteY1349" fmla="*/ 507427 h 1708593"/>
                <a:gd name="connsiteX1350" fmla="*/ 87663 w 2957425"/>
                <a:gd name="connsiteY1350" fmla="*/ 460316 h 1708593"/>
                <a:gd name="connsiteX1351" fmla="*/ 0 w 2957425"/>
                <a:gd name="connsiteY1351" fmla="*/ 417857 h 1708593"/>
                <a:gd name="connsiteX1352" fmla="*/ 0 w 2957425"/>
                <a:gd name="connsiteY1352" fmla="*/ 299931 h 1708593"/>
                <a:gd name="connsiteX1353" fmla="*/ 99855 w 2957425"/>
                <a:gd name="connsiteY1353" fmla="*/ 347579 h 1708593"/>
                <a:gd name="connsiteX1354" fmla="*/ 187517 w 2957425"/>
                <a:gd name="connsiteY1354" fmla="*/ 389998 h 1708593"/>
                <a:gd name="connsiteX1355" fmla="*/ 275179 w 2957425"/>
                <a:gd name="connsiteY1355" fmla="*/ 347579 h 1708593"/>
                <a:gd name="connsiteX1356" fmla="*/ 375034 w 2957425"/>
                <a:gd name="connsiteY1356" fmla="*/ 299931 h 1708593"/>
                <a:gd name="connsiteX1357" fmla="*/ 474941 w 2957425"/>
                <a:gd name="connsiteY1357" fmla="*/ 347579 h 1708593"/>
                <a:gd name="connsiteX1358" fmla="*/ 562069 w 2957425"/>
                <a:gd name="connsiteY1358" fmla="*/ 389998 h 1708593"/>
                <a:gd name="connsiteX1359" fmla="*/ 650315 w 2957425"/>
                <a:gd name="connsiteY1359" fmla="*/ 347579 h 1708593"/>
                <a:gd name="connsiteX1360" fmla="*/ 740506 w 2957425"/>
                <a:gd name="connsiteY1360" fmla="*/ 300217 h 1708593"/>
                <a:gd name="connsiteX1361" fmla="*/ 749586 w 2957425"/>
                <a:gd name="connsiteY1361" fmla="*/ 299931 h 1708593"/>
                <a:gd name="connsiteX1362" fmla="*/ 758889 w 2957425"/>
                <a:gd name="connsiteY1362" fmla="*/ 300217 h 1708593"/>
                <a:gd name="connsiteX1363" fmla="*/ 850154 w 2957425"/>
                <a:gd name="connsiteY1363" fmla="*/ 347579 h 1708593"/>
                <a:gd name="connsiteX1364" fmla="*/ 937343 w 2957425"/>
                <a:gd name="connsiteY1364" fmla="*/ 389998 h 1708593"/>
                <a:gd name="connsiteX1365" fmla="*/ 1025586 w 2957425"/>
                <a:gd name="connsiteY1365" fmla="*/ 347579 h 1708593"/>
                <a:gd name="connsiteX1366" fmla="*/ 1115684 w 2957425"/>
                <a:gd name="connsiteY1366" fmla="*/ 300217 h 1708593"/>
                <a:gd name="connsiteX1367" fmla="*/ 1124860 w 2957425"/>
                <a:gd name="connsiteY1367" fmla="*/ 299931 h 1708593"/>
                <a:gd name="connsiteX1368" fmla="*/ 1134151 w 2957425"/>
                <a:gd name="connsiteY1368" fmla="*/ 300217 h 1708593"/>
                <a:gd name="connsiteX1369" fmla="*/ 1225295 w 2957425"/>
                <a:gd name="connsiteY1369" fmla="*/ 347579 h 1708593"/>
                <a:gd name="connsiteX1370" fmla="*/ 1312377 w 2957425"/>
                <a:gd name="connsiteY1370" fmla="*/ 389998 h 1708593"/>
                <a:gd name="connsiteX1371" fmla="*/ 1400620 w 2957425"/>
                <a:gd name="connsiteY1371" fmla="*/ 347579 h 1708593"/>
                <a:gd name="connsiteX1372" fmla="*/ 1490715 w 2957425"/>
                <a:gd name="connsiteY1372" fmla="*/ 300217 h 1708593"/>
                <a:gd name="connsiteX1373" fmla="*/ 1499902 w 2957425"/>
                <a:gd name="connsiteY1373" fmla="*/ 299931 h 1708593"/>
                <a:gd name="connsiteX1374" fmla="*/ 1509200 w 2957425"/>
                <a:gd name="connsiteY1374" fmla="*/ 300217 h 1708593"/>
                <a:gd name="connsiteX1375" fmla="*/ 1600457 w 2957425"/>
                <a:gd name="connsiteY1375" fmla="*/ 347579 h 1708593"/>
                <a:gd name="connsiteX1376" fmla="*/ 1672675 w 2957425"/>
                <a:gd name="connsiteY1376" fmla="*/ 389081 h 1708593"/>
                <a:gd name="connsiteX1377" fmla="*/ 1687656 w 2957425"/>
                <a:gd name="connsiteY1377" fmla="*/ 389998 h 1708593"/>
                <a:gd name="connsiteX1378" fmla="*/ 1702991 w 2957425"/>
                <a:gd name="connsiteY1378" fmla="*/ 389081 h 1708593"/>
                <a:gd name="connsiteX1379" fmla="*/ 1775902 w 2957425"/>
                <a:gd name="connsiteY1379" fmla="*/ 347579 h 1708593"/>
                <a:gd name="connsiteX1380" fmla="*/ 1865985 w 2957425"/>
                <a:gd name="connsiteY1380" fmla="*/ 300217 h 1708593"/>
                <a:gd name="connsiteX1381" fmla="*/ 1875171 w 2957425"/>
                <a:gd name="connsiteY1381" fmla="*/ 299931 h 1708593"/>
                <a:gd name="connsiteX1382" fmla="*/ 1884453 w 2957425"/>
                <a:gd name="connsiteY1382" fmla="*/ 300217 h 1708593"/>
                <a:gd name="connsiteX1383" fmla="*/ 1975602 w 2957425"/>
                <a:gd name="connsiteY1383" fmla="*/ 347579 h 1708593"/>
                <a:gd name="connsiteX1384" fmla="*/ 2047561 w 2957425"/>
                <a:gd name="connsiteY1384" fmla="*/ 389081 h 1708593"/>
                <a:gd name="connsiteX1385" fmla="*/ 2062687 w 2957425"/>
                <a:gd name="connsiteY1385" fmla="*/ 389998 h 1708593"/>
                <a:gd name="connsiteX1386" fmla="*/ 2078025 w 2957425"/>
                <a:gd name="connsiteY1386" fmla="*/ 389081 h 1708593"/>
                <a:gd name="connsiteX1387" fmla="*/ 2150933 w 2957425"/>
                <a:gd name="connsiteY1387" fmla="*/ 347579 h 1708593"/>
                <a:gd name="connsiteX1388" fmla="*/ 2241019 w 2957425"/>
                <a:gd name="connsiteY1388" fmla="*/ 300217 h 1708593"/>
                <a:gd name="connsiteX1389" fmla="*/ 2250202 w 2957425"/>
                <a:gd name="connsiteY1389" fmla="*/ 299931 h 1708593"/>
                <a:gd name="connsiteX1390" fmla="*/ 2259500 w 2957425"/>
                <a:gd name="connsiteY1390" fmla="*/ 300217 h 1708593"/>
                <a:gd name="connsiteX1391" fmla="*/ 2350772 w 2957425"/>
                <a:gd name="connsiteY1391" fmla="*/ 347579 h 1708593"/>
                <a:gd name="connsiteX1392" fmla="*/ 2422815 w 2957425"/>
                <a:gd name="connsiteY1392" fmla="*/ 389081 h 1708593"/>
                <a:gd name="connsiteX1393" fmla="*/ 2437959 w 2957425"/>
                <a:gd name="connsiteY1393" fmla="*/ 389998 h 1708593"/>
                <a:gd name="connsiteX1394" fmla="*/ 2453275 w 2957425"/>
                <a:gd name="connsiteY1394" fmla="*/ 389081 h 1708593"/>
                <a:gd name="connsiteX1395" fmla="*/ 2526203 w 2957425"/>
                <a:gd name="connsiteY1395" fmla="*/ 347579 h 1708593"/>
                <a:gd name="connsiteX1396" fmla="*/ 2625475 w 2957425"/>
                <a:gd name="connsiteY1396" fmla="*/ 299931 h 1708593"/>
                <a:gd name="connsiteX1397" fmla="*/ 2725913 w 2957425"/>
                <a:gd name="connsiteY1397" fmla="*/ 347579 h 1708593"/>
                <a:gd name="connsiteX1398" fmla="*/ 2797875 w 2957425"/>
                <a:gd name="connsiteY1398" fmla="*/ 389081 h 1708593"/>
                <a:gd name="connsiteX1399" fmla="*/ 2812992 w 2957425"/>
                <a:gd name="connsiteY1399" fmla="*/ 389998 h 1708593"/>
                <a:gd name="connsiteX1400" fmla="*/ 2828318 w 2957425"/>
                <a:gd name="connsiteY1400" fmla="*/ 389081 h 1708593"/>
                <a:gd name="connsiteX1401" fmla="*/ 2901235 w 2957425"/>
                <a:gd name="connsiteY1401" fmla="*/ 347579 h 1708593"/>
                <a:gd name="connsiteX1402" fmla="*/ 2937862 w 2957425"/>
                <a:gd name="connsiteY1402" fmla="*/ 316991 h 1708593"/>
                <a:gd name="connsiteX1403" fmla="*/ 2957425 w 2957425"/>
                <a:gd name="connsiteY1403" fmla="*/ 307808 h 1708593"/>
                <a:gd name="connsiteX1404" fmla="*/ 2957425 w 2957425"/>
                <a:gd name="connsiteY1404" fmla="*/ 329243 h 1708593"/>
                <a:gd name="connsiteX1405" fmla="*/ 2944722 w 2957425"/>
                <a:gd name="connsiteY1405" fmla="*/ 333940 h 1708593"/>
                <a:gd name="connsiteX1406" fmla="*/ 2913429 w 2957425"/>
                <a:gd name="connsiteY1406" fmla="*/ 360363 h 1708593"/>
                <a:gd name="connsiteX1407" fmla="*/ 2822285 w 2957425"/>
                <a:gd name="connsiteY1407" fmla="*/ 407725 h 1708593"/>
                <a:gd name="connsiteX1408" fmla="*/ 2812992 w 2957425"/>
                <a:gd name="connsiteY1408" fmla="*/ 408011 h 1708593"/>
                <a:gd name="connsiteX1409" fmla="*/ 2803817 w 2957425"/>
                <a:gd name="connsiteY1409" fmla="*/ 407725 h 1708593"/>
                <a:gd name="connsiteX1410" fmla="*/ 2713719 w 2957425"/>
                <a:gd name="connsiteY1410" fmla="*/ 360363 h 1708593"/>
                <a:gd name="connsiteX1411" fmla="*/ 2625475 w 2957425"/>
                <a:gd name="connsiteY1411" fmla="*/ 317944 h 1708593"/>
                <a:gd name="connsiteX1412" fmla="*/ 2538398 w 2957425"/>
                <a:gd name="connsiteY1412" fmla="*/ 360363 h 1708593"/>
                <a:gd name="connsiteX1413" fmla="*/ 2447253 w 2957425"/>
                <a:gd name="connsiteY1413" fmla="*/ 407725 h 1708593"/>
                <a:gd name="connsiteX1414" fmla="*/ 2437959 w 2957425"/>
                <a:gd name="connsiteY1414" fmla="*/ 408011 h 1708593"/>
                <a:gd name="connsiteX1415" fmla="*/ 2428768 w 2957425"/>
                <a:gd name="connsiteY1415" fmla="*/ 407725 h 1708593"/>
                <a:gd name="connsiteX1416" fmla="*/ 2338559 w 2957425"/>
                <a:gd name="connsiteY1416" fmla="*/ 360363 h 1708593"/>
                <a:gd name="connsiteX1417" fmla="*/ 2265570 w 2957425"/>
                <a:gd name="connsiteY1417" fmla="*/ 318861 h 1708593"/>
                <a:gd name="connsiteX1418" fmla="*/ 2250202 w 2957425"/>
                <a:gd name="connsiteY1418" fmla="*/ 317944 h 1708593"/>
                <a:gd name="connsiteX1419" fmla="*/ 2235078 w 2957425"/>
                <a:gd name="connsiteY1419" fmla="*/ 318861 h 1708593"/>
                <a:gd name="connsiteX1420" fmla="*/ 2163119 w 2957425"/>
                <a:gd name="connsiteY1420" fmla="*/ 360363 h 1708593"/>
                <a:gd name="connsiteX1421" fmla="*/ 2071970 w 2957425"/>
                <a:gd name="connsiteY1421" fmla="*/ 407725 h 1708593"/>
                <a:gd name="connsiteX1422" fmla="*/ 2062687 w 2957425"/>
                <a:gd name="connsiteY1422" fmla="*/ 408011 h 1708593"/>
                <a:gd name="connsiteX1423" fmla="*/ 2053502 w 2957425"/>
                <a:gd name="connsiteY1423" fmla="*/ 407725 h 1708593"/>
                <a:gd name="connsiteX1424" fmla="*/ 1963418 w 2957425"/>
                <a:gd name="connsiteY1424" fmla="*/ 360363 h 1708593"/>
                <a:gd name="connsiteX1425" fmla="*/ 1890508 w 2957425"/>
                <a:gd name="connsiteY1425" fmla="*/ 318861 h 1708593"/>
                <a:gd name="connsiteX1426" fmla="*/ 1875171 w 2957425"/>
                <a:gd name="connsiteY1426" fmla="*/ 317944 h 1708593"/>
                <a:gd name="connsiteX1427" fmla="*/ 1860044 w 2957425"/>
                <a:gd name="connsiteY1427" fmla="*/ 318861 h 1708593"/>
                <a:gd name="connsiteX1428" fmla="*/ 1788085 w 2957425"/>
                <a:gd name="connsiteY1428" fmla="*/ 360363 h 1708593"/>
                <a:gd name="connsiteX1429" fmla="*/ 1696936 w 2957425"/>
                <a:gd name="connsiteY1429" fmla="*/ 407725 h 1708593"/>
                <a:gd name="connsiteX1430" fmla="*/ 1687656 w 2957425"/>
                <a:gd name="connsiteY1430" fmla="*/ 408011 h 1708593"/>
                <a:gd name="connsiteX1431" fmla="*/ 1678456 w 2957425"/>
                <a:gd name="connsiteY1431" fmla="*/ 407725 h 1708593"/>
                <a:gd name="connsiteX1432" fmla="*/ 1588259 w 2957425"/>
                <a:gd name="connsiteY1432" fmla="*/ 360363 h 1708593"/>
                <a:gd name="connsiteX1433" fmla="*/ 1515254 w 2957425"/>
                <a:gd name="connsiteY1433" fmla="*/ 318861 h 1708593"/>
                <a:gd name="connsiteX1434" fmla="*/ 1499902 w 2957425"/>
                <a:gd name="connsiteY1434" fmla="*/ 317944 h 1708593"/>
                <a:gd name="connsiteX1435" fmla="*/ 1484938 w 2957425"/>
                <a:gd name="connsiteY1435" fmla="*/ 318861 h 1708593"/>
                <a:gd name="connsiteX1436" fmla="*/ 1412811 w 2957425"/>
                <a:gd name="connsiteY1436" fmla="*/ 360363 h 1708593"/>
                <a:gd name="connsiteX1437" fmla="*/ 1312377 w 2957425"/>
                <a:gd name="connsiteY1437" fmla="*/ 408011 h 1708593"/>
                <a:gd name="connsiteX1438" fmla="*/ 1213103 w 2957425"/>
                <a:gd name="connsiteY1438" fmla="*/ 360363 h 1708593"/>
                <a:gd name="connsiteX1439" fmla="*/ 1140203 w 2957425"/>
                <a:gd name="connsiteY1439" fmla="*/ 318861 h 1708593"/>
                <a:gd name="connsiteX1440" fmla="*/ 1124860 w 2957425"/>
                <a:gd name="connsiteY1440" fmla="*/ 317944 h 1708593"/>
                <a:gd name="connsiteX1441" fmla="*/ 1109907 w 2957425"/>
                <a:gd name="connsiteY1441" fmla="*/ 318861 h 1708593"/>
                <a:gd name="connsiteX1442" fmla="*/ 1037780 w 2957425"/>
                <a:gd name="connsiteY1442" fmla="*/ 360363 h 1708593"/>
                <a:gd name="connsiteX1443" fmla="*/ 937343 w 2957425"/>
                <a:gd name="connsiteY1443" fmla="*/ 408011 h 1708593"/>
                <a:gd name="connsiteX1444" fmla="*/ 837942 w 2957425"/>
                <a:gd name="connsiteY1444" fmla="*/ 360363 h 1708593"/>
                <a:gd name="connsiteX1445" fmla="*/ 764952 w 2957425"/>
                <a:gd name="connsiteY1445" fmla="*/ 318861 h 1708593"/>
                <a:gd name="connsiteX1446" fmla="*/ 749586 w 2957425"/>
                <a:gd name="connsiteY1446" fmla="*/ 317944 h 1708593"/>
                <a:gd name="connsiteX1447" fmla="*/ 734638 w 2957425"/>
                <a:gd name="connsiteY1447" fmla="*/ 318861 h 1708593"/>
                <a:gd name="connsiteX1448" fmla="*/ 662511 w 2957425"/>
                <a:gd name="connsiteY1448" fmla="*/ 360363 h 1708593"/>
                <a:gd name="connsiteX1449" fmla="*/ 562069 w 2957425"/>
                <a:gd name="connsiteY1449" fmla="*/ 408011 h 1708593"/>
                <a:gd name="connsiteX1450" fmla="*/ 462743 w 2957425"/>
                <a:gd name="connsiteY1450" fmla="*/ 360363 h 1708593"/>
                <a:gd name="connsiteX1451" fmla="*/ 375034 w 2957425"/>
                <a:gd name="connsiteY1451" fmla="*/ 317944 h 1708593"/>
                <a:gd name="connsiteX1452" fmla="*/ 287371 w 2957425"/>
                <a:gd name="connsiteY1452" fmla="*/ 360363 h 1708593"/>
                <a:gd name="connsiteX1453" fmla="*/ 187517 w 2957425"/>
                <a:gd name="connsiteY1453" fmla="*/ 408011 h 1708593"/>
                <a:gd name="connsiteX1454" fmla="*/ 87663 w 2957425"/>
                <a:gd name="connsiteY1454" fmla="*/ 360363 h 1708593"/>
                <a:gd name="connsiteX1455" fmla="*/ 0 w 2957425"/>
                <a:gd name="connsiteY1455" fmla="*/ 317944 h 1708593"/>
                <a:gd name="connsiteX1456" fmla="*/ 0 w 2957425"/>
                <a:gd name="connsiteY1456" fmla="*/ 200515 h 1708593"/>
                <a:gd name="connsiteX1457" fmla="*/ 99855 w 2957425"/>
                <a:gd name="connsiteY1457" fmla="*/ 247521 h 1708593"/>
                <a:gd name="connsiteX1458" fmla="*/ 187517 w 2957425"/>
                <a:gd name="connsiteY1458" fmla="*/ 289884 h 1708593"/>
                <a:gd name="connsiteX1459" fmla="*/ 275179 w 2957425"/>
                <a:gd name="connsiteY1459" fmla="*/ 247521 h 1708593"/>
                <a:gd name="connsiteX1460" fmla="*/ 375034 w 2957425"/>
                <a:gd name="connsiteY1460" fmla="*/ 200515 h 1708593"/>
                <a:gd name="connsiteX1461" fmla="*/ 474941 w 2957425"/>
                <a:gd name="connsiteY1461" fmla="*/ 247521 h 1708593"/>
                <a:gd name="connsiteX1462" fmla="*/ 562069 w 2957425"/>
                <a:gd name="connsiteY1462" fmla="*/ 289884 h 1708593"/>
                <a:gd name="connsiteX1463" fmla="*/ 650315 w 2957425"/>
                <a:gd name="connsiteY1463" fmla="*/ 247521 h 1708593"/>
                <a:gd name="connsiteX1464" fmla="*/ 740506 w 2957425"/>
                <a:gd name="connsiteY1464" fmla="*/ 200801 h 1708593"/>
                <a:gd name="connsiteX1465" fmla="*/ 749586 w 2957425"/>
                <a:gd name="connsiteY1465" fmla="*/ 200515 h 1708593"/>
                <a:gd name="connsiteX1466" fmla="*/ 758889 w 2957425"/>
                <a:gd name="connsiteY1466" fmla="*/ 200801 h 1708593"/>
                <a:gd name="connsiteX1467" fmla="*/ 850154 w 2957425"/>
                <a:gd name="connsiteY1467" fmla="*/ 247521 h 1708593"/>
                <a:gd name="connsiteX1468" fmla="*/ 937343 w 2957425"/>
                <a:gd name="connsiteY1468" fmla="*/ 289884 h 1708593"/>
                <a:gd name="connsiteX1469" fmla="*/ 1025586 w 2957425"/>
                <a:gd name="connsiteY1469" fmla="*/ 247521 h 1708593"/>
                <a:gd name="connsiteX1470" fmla="*/ 1115684 w 2957425"/>
                <a:gd name="connsiteY1470" fmla="*/ 200801 h 1708593"/>
                <a:gd name="connsiteX1471" fmla="*/ 1124860 w 2957425"/>
                <a:gd name="connsiteY1471" fmla="*/ 200515 h 1708593"/>
                <a:gd name="connsiteX1472" fmla="*/ 1134151 w 2957425"/>
                <a:gd name="connsiteY1472" fmla="*/ 200801 h 1708593"/>
                <a:gd name="connsiteX1473" fmla="*/ 1225295 w 2957425"/>
                <a:gd name="connsiteY1473" fmla="*/ 247521 h 1708593"/>
                <a:gd name="connsiteX1474" fmla="*/ 1312377 w 2957425"/>
                <a:gd name="connsiteY1474" fmla="*/ 289884 h 1708593"/>
                <a:gd name="connsiteX1475" fmla="*/ 1400620 w 2957425"/>
                <a:gd name="connsiteY1475" fmla="*/ 247521 h 1708593"/>
                <a:gd name="connsiteX1476" fmla="*/ 1490715 w 2957425"/>
                <a:gd name="connsiteY1476" fmla="*/ 200801 h 1708593"/>
                <a:gd name="connsiteX1477" fmla="*/ 1499902 w 2957425"/>
                <a:gd name="connsiteY1477" fmla="*/ 200515 h 1708593"/>
                <a:gd name="connsiteX1478" fmla="*/ 1509200 w 2957425"/>
                <a:gd name="connsiteY1478" fmla="*/ 200801 h 1708593"/>
                <a:gd name="connsiteX1479" fmla="*/ 1600457 w 2957425"/>
                <a:gd name="connsiteY1479" fmla="*/ 247521 h 1708593"/>
                <a:gd name="connsiteX1480" fmla="*/ 1672675 w 2957425"/>
                <a:gd name="connsiteY1480" fmla="*/ 288992 h 1708593"/>
                <a:gd name="connsiteX1481" fmla="*/ 1687656 w 2957425"/>
                <a:gd name="connsiteY1481" fmla="*/ 289884 h 1708593"/>
                <a:gd name="connsiteX1482" fmla="*/ 1702991 w 2957425"/>
                <a:gd name="connsiteY1482" fmla="*/ 288992 h 1708593"/>
                <a:gd name="connsiteX1483" fmla="*/ 1775902 w 2957425"/>
                <a:gd name="connsiteY1483" fmla="*/ 247521 h 1708593"/>
                <a:gd name="connsiteX1484" fmla="*/ 1865985 w 2957425"/>
                <a:gd name="connsiteY1484" fmla="*/ 200801 h 1708593"/>
                <a:gd name="connsiteX1485" fmla="*/ 1875171 w 2957425"/>
                <a:gd name="connsiteY1485" fmla="*/ 200515 h 1708593"/>
                <a:gd name="connsiteX1486" fmla="*/ 1884453 w 2957425"/>
                <a:gd name="connsiteY1486" fmla="*/ 200801 h 1708593"/>
                <a:gd name="connsiteX1487" fmla="*/ 1975602 w 2957425"/>
                <a:gd name="connsiteY1487" fmla="*/ 247521 h 1708593"/>
                <a:gd name="connsiteX1488" fmla="*/ 2047561 w 2957425"/>
                <a:gd name="connsiteY1488" fmla="*/ 288992 h 1708593"/>
                <a:gd name="connsiteX1489" fmla="*/ 2062687 w 2957425"/>
                <a:gd name="connsiteY1489" fmla="*/ 289884 h 1708593"/>
                <a:gd name="connsiteX1490" fmla="*/ 2078025 w 2957425"/>
                <a:gd name="connsiteY1490" fmla="*/ 288992 h 1708593"/>
                <a:gd name="connsiteX1491" fmla="*/ 2150933 w 2957425"/>
                <a:gd name="connsiteY1491" fmla="*/ 247521 h 1708593"/>
                <a:gd name="connsiteX1492" fmla="*/ 2241019 w 2957425"/>
                <a:gd name="connsiteY1492" fmla="*/ 200801 h 1708593"/>
                <a:gd name="connsiteX1493" fmla="*/ 2250202 w 2957425"/>
                <a:gd name="connsiteY1493" fmla="*/ 200515 h 1708593"/>
                <a:gd name="connsiteX1494" fmla="*/ 2259500 w 2957425"/>
                <a:gd name="connsiteY1494" fmla="*/ 200801 h 1708593"/>
                <a:gd name="connsiteX1495" fmla="*/ 2350772 w 2957425"/>
                <a:gd name="connsiteY1495" fmla="*/ 247521 h 1708593"/>
                <a:gd name="connsiteX1496" fmla="*/ 2422815 w 2957425"/>
                <a:gd name="connsiteY1496" fmla="*/ 288992 h 1708593"/>
                <a:gd name="connsiteX1497" fmla="*/ 2437959 w 2957425"/>
                <a:gd name="connsiteY1497" fmla="*/ 289884 h 1708593"/>
                <a:gd name="connsiteX1498" fmla="*/ 2453275 w 2957425"/>
                <a:gd name="connsiteY1498" fmla="*/ 288992 h 1708593"/>
                <a:gd name="connsiteX1499" fmla="*/ 2526203 w 2957425"/>
                <a:gd name="connsiteY1499" fmla="*/ 247521 h 1708593"/>
                <a:gd name="connsiteX1500" fmla="*/ 2625475 w 2957425"/>
                <a:gd name="connsiteY1500" fmla="*/ 200515 h 1708593"/>
                <a:gd name="connsiteX1501" fmla="*/ 2725913 w 2957425"/>
                <a:gd name="connsiteY1501" fmla="*/ 247521 h 1708593"/>
                <a:gd name="connsiteX1502" fmla="*/ 2797875 w 2957425"/>
                <a:gd name="connsiteY1502" fmla="*/ 288992 h 1708593"/>
                <a:gd name="connsiteX1503" fmla="*/ 2812992 w 2957425"/>
                <a:gd name="connsiteY1503" fmla="*/ 289884 h 1708593"/>
                <a:gd name="connsiteX1504" fmla="*/ 2828318 w 2957425"/>
                <a:gd name="connsiteY1504" fmla="*/ 288992 h 1708593"/>
                <a:gd name="connsiteX1505" fmla="*/ 2901235 w 2957425"/>
                <a:gd name="connsiteY1505" fmla="*/ 247521 h 1708593"/>
                <a:gd name="connsiteX1506" fmla="*/ 2937856 w 2957425"/>
                <a:gd name="connsiteY1506" fmla="*/ 217467 h 1708593"/>
                <a:gd name="connsiteX1507" fmla="*/ 2957425 w 2957425"/>
                <a:gd name="connsiteY1507" fmla="*/ 208352 h 1708593"/>
                <a:gd name="connsiteX1508" fmla="*/ 2957425 w 2957425"/>
                <a:gd name="connsiteY1508" fmla="*/ 229614 h 1708593"/>
                <a:gd name="connsiteX1509" fmla="*/ 2944716 w 2957425"/>
                <a:gd name="connsiteY1509" fmla="*/ 234239 h 1708593"/>
                <a:gd name="connsiteX1510" fmla="*/ 2913429 w 2957425"/>
                <a:gd name="connsiteY1510" fmla="*/ 260868 h 1708593"/>
                <a:gd name="connsiteX1511" fmla="*/ 2822285 w 2957425"/>
                <a:gd name="connsiteY1511" fmla="*/ 307595 h 1708593"/>
                <a:gd name="connsiteX1512" fmla="*/ 2812992 w 2957425"/>
                <a:gd name="connsiteY1512" fmla="*/ 307874 h 1708593"/>
                <a:gd name="connsiteX1513" fmla="*/ 2803817 w 2957425"/>
                <a:gd name="connsiteY1513" fmla="*/ 307595 h 1708593"/>
                <a:gd name="connsiteX1514" fmla="*/ 2713719 w 2957425"/>
                <a:gd name="connsiteY1514" fmla="*/ 260868 h 1708593"/>
                <a:gd name="connsiteX1515" fmla="*/ 2625475 w 2957425"/>
                <a:gd name="connsiteY1515" fmla="*/ 218505 h 1708593"/>
                <a:gd name="connsiteX1516" fmla="*/ 2538398 w 2957425"/>
                <a:gd name="connsiteY1516" fmla="*/ 260868 h 1708593"/>
                <a:gd name="connsiteX1517" fmla="*/ 2447253 w 2957425"/>
                <a:gd name="connsiteY1517" fmla="*/ 307595 h 1708593"/>
                <a:gd name="connsiteX1518" fmla="*/ 2437959 w 2957425"/>
                <a:gd name="connsiteY1518" fmla="*/ 307874 h 1708593"/>
                <a:gd name="connsiteX1519" fmla="*/ 2428768 w 2957425"/>
                <a:gd name="connsiteY1519" fmla="*/ 307595 h 1708593"/>
                <a:gd name="connsiteX1520" fmla="*/ 2338559 w 2957425"/>
                <a:gd name="connsiteY1520" fmla="*/ 260868 h 1708593"/>
                <a:gd name="connsiteX1521" fmla="*/ 2265570 w 2957425"/>
                <a:gd name="connsiteY1521" fmla="*/ 219397 h 1708593"/>
                <a:gd name="connsiteX1522" fmla="*/ 2250202 w 2957425"/>
                <a:gd name="connsiteY1522" fmla="*/ 218505 h 1708593"/>
                <a:gd name="connsiteX1523" fmla="*/ 2235078 w 2957425"/>
                <a:gd name="connsiteY1523" fmla="*/ 219397 h 1708593"/>
                <a:gd name="connsiteX1524" fmla="*/ 2163119 w 2957425"/>
                <a:gd name="connsiteY1524" fmla="*/ 260868 h 1708593"/>
                <a:gd name="connsiteX1525" fmla="*/ 2071970 w 2957425"/>
                <a:gd name="connsiteY1525" fmla="*/ 307595 h 1708593"/>
                <a:gd name="connsiteX1526" fmla="*/ 2062687 w 2957425"/>
                <a:gd name="connsiteY1526" fmla="*/ 307874 h 1708593"/>
                <a:gd name="connsiteX1527" fmla="*/ 2053502 w 2957425"/>
                <a:gd name="connsiteY1527" fmla="*/ 307595 h 1708593"/>
                <a:gd name="connsiteX1528" fmla="*/ 1963418 w 2957425"/>
                <a:gd name="connsiteY1528" fmla="*/ 260868 h 1708593"/>
                <a:gd name="connsiteX1529" fmla="*/ 1890508 w 2957425"/>
                <a:gd name="connsiteY1529" fmla="*/ 219397 h 1708593"/>
                <a:gd name="connsiteX1530" fmla="*/ 1875171 w 2957425"/>
                <a:gd name="connsiteY1530" fmla="*/ 218505 h 1708593"/>
                <a:gd name="connsiteX1531" fmla="*/ 1860044 w 2957425"/>
                <a:gd name="connsiteY1531" fmla="*/ 219397 h 1708593"/>
                <a:gd name="connsiteX1532" fmla="*/ 1788085 w 2957425"/>
                <a:gd name="connsiteY1532" fmla="*/ 260868 h 1708593"/>
                <a:gd name="connsiteX1533" fmla="*/ 1696936 w 2957425"/>
                <a:gd name="connsiteY1533" fmla="*/ 307595 h 1708593"/>
                <a:gd name="connsiteX1534" fmla="*/ 1687656 w 2957425"/>
                <a:gd name="connsiteY1534" fmla="*/ 307874 h 1708593"/>
                <a:gd name="connsiteX1535" fmla="*/ 1678456 w 2957425"/>
                <a:gd name="connsiteY1535" fmla="*/ 307595 h 1708593"/>
                <a:gd name="connsiteX1536" fmla="*/ 1588259 w 2957425"/>
                <a:gd name="connsiteY1536" fmla="*/ 260868 h 1708593"/>
                <a:gd name="connsiteX1537" fmla="*/ 1515254 w 2957425"/>
                <a:gd name="connsiteY1537" fmla="*/ 219397 h 1708593"/>
                <a:gd name="connsiteX1538" fmla="*/ 1499902 w 2957425"/>
                <a:gd name="connsiteY1538" fmla="*/ 218505 h 1708593"/>
                <a:gd name="connsiteX1539" fmla="*/ 1484938 w 2957425"/>
                <a:gd name="connsiteY1539" fmla="*/ 219397 h 1708593"/>
                <a:gd name="connsiteX1540" fmla="*/ 1412811 w 2957425"/>
                <a:gd name="connsiteY1540" fmla="*/ 260868 h 1708593"/>
                <a:gd name="connsiteX1541" fmla="*/ 1312377 w 2957425"/>
                <a:gd name="connsiteY1541" fmla="*/ 307874 h 1708593"/>
                <a:gd name="connsiteX1542" fmla="*/ 1213103 w 2957425"/>
                <a:gd name="connsiteY1542" fmla="*/ 260868 h 1708593"/>
                <a:gd name="connsiteX1543" fmla="*/ 1140203 w 2957425"/>
                <a:gd name="connsiteY1543" fmla="*/ 219397 h 1708593"/>
                <a:gd name="connsiteX1544" fmla="*/ 1124860 w 2957425"/>
                <a:gd name="connsiteY1544" fmla="*/ 218505 h 1708593"/>
                <a:gd name="connsiteX1545" fmla="*/ 1109907 w 2957425"/>
                <a:gd name="connsiteY1545" fmla="*/ 219397 h 1708593"/>
                <a:gd name="connsiteX1546" fmla="*/ 1037780 w 2957425"/>
                <a:gd name="connsiteY1546" fmla="*/ 260868 h 1708593"/>
                <a:gd name="connsiteX1547" fmla="*/ 937343 w 2957425"/>
                <a:gd name="connsiteY1547" fmla="*/ 307874 h 1708593"/>
                <a:gd name="connsiteX1548" fmla="*/ 837942 w 2957425"/>
                <a:gd name="connsiteY1548" fmla="*/ 260868 h 1708593"/>
                <a:gd name="connsiteX1549" fmla="*/ 764952 w 2957425"/>
                <a:gd name="connsiteY1549" fmla="*/ 219397 h 1708593"/>
                <a:gd name="connsiteX1550" fmla="*/ 749586 w 2957425"/>
                <a:gd name="connsiteY1550" fmla="*/ 218505 h 1708593"/>
                <a:gd name="connsiteX1551" fmla="*/ 734638 w 2957425"/>
                <a:gd name="connsiteY1551" fmla="*/ 219397 h 1708593"/>
                <a:gd name="connsiteX1552" fmla="*/ 662511 w 2957425"/>
                <a:gd name="connsiteY1552" fmla="*/ 260868 h 1708593"/>
                <a:gd name="connsiteX1553" fmla="*/ 562069 w 2957425"/>
                <a:gd name="connsiteY1553" fmla="*/ 307874 h 1708593"/>
                <a:gd name="connsiteX1554" fmla="*/ 462743 w 2957425"/>
                <a:gd name="connsiteY1554" fmla="*/ 260868 h 1708593"/>
                <a:gd name="connsiteX1555" fmla="*/ 375034 w 2957425"/>
                <a:gd name="connsiteY1555" fmla="*/ 218505 h 1708593"/>
                <a:gd name="connsiteX1556" fmla="*/ 287371 w 2957425"/>
                <a:gd name="connsiteY1556" fmla="*/ 260868 h 1708593"/>
                <a:gd name="connsiteX1557" fmla="*/ 187517 w 2957425"/>
                <a:gd name="connsiteY1557" fmla="*/ 307874 h 1708593"/>
                <a:gd name="connsiteX1558" fmla="*/ 87663 w 2957425"/>
                <a:gd name="connsiteY1558" fmla="*/ 260868 h 1708593"/>
                <a:gd name="connsiteX1559" fmla="*/ 0 w 2957425"/>
                <a:gd name="connsiteY1559" fmla="*/ 218505 h 1708593"/>
                <a:gd name="connsiteX1560" fmla="*/ 0 w 2957425"/>
                <a:gd name="connsiteY1560" fmla="*/ 99897 h 1708593"/>
                <a:gd name="connsiteX1561" fmla="*/ 99855 w 2957425"/>
                <a:gd name="connsiteY1561" fmla="*/ 147008 h 1708593"/>
                <a:gd name="connsiteX1562" fmla="*/ 187517 w 2957425"/>
                <a:gd name="connsiteY1562" fmla="*/ 189466 h 1708593"/>
                <a:gd name="connsiteX1563" fmla="*/ 275179 w 2957425"/>
                <a:gd name="connsiteY1563" fmla="*/ 147008 h 1708593"/>
                <a:gd name="connsiteX1564" fmla="*/ 375034 w 2957425"/>
                <a:gd name="connsiteY1564" fmla="*/ 99897 h 1708593"/>
                <a:gd name="connsiteX1565" fmla="*/ 474941 w 2957425"/>
                <a:gd name="connsiteY1565" fmla="*/ 147008 h 1708593"/>
                <a:gd name="connsiteX1566" fmla="*/ 562069 w 2957425"/>
                <a:gd name="connsiteY1566" fmla="*/ 189466 h 1708593"/>
                <a:gd name="connsiteX1567" fmla="*/ 650315 w 2957425"/>
                <a:gd name="connsiteY1567" fmla="*/ 147008 h 1708593"/>
                <a:gd name="connsiteX1568" fmla="*/ 740506 w 2957425"/>
                <a:gd name="connsiteY1568" fmla="*/ 100183 h 1708593"/>
                <a:gd name="connsiteX1569" fmla="*/ 749586 w 2957425"/>
                <a:gd name="connsiteY1569" fmla="*/ 99897 h 1708593"/>
                <a:gd name="connsiteX1570" fmla="*/ 758889 w 2957425"/>
                <a:gd name="connsiteY1570" fmla="*/ 100176 h 1708593"/>
                <a:gd name="connsiteX1571" fmla="*/ 850154 w 2957425"/>
                <a:gd name="connsiteY1571" fmla="*/ 147008 h 1708593"/>
                <a:gd name="connsiteX1572" fmla="*/ 937343 w 2957425"/>
                <a:gd name="connsiteY1572" fmla="*/ 189466 h 1708593"/>
                <a:gd name="connsiteX1573" fmla="*/ 1025586 w 2957425"/>
                <a:gd name="connsiteY1573" fmla="*/ 147008 h 1708593"/>
                <a:gd name="connsiteX1574" fmla="*/ 1115684 w 2957425"/>
                <a:gd name="connsiteY1574" fmla="*/ 100183 h 1708593"/>
                <a:gd name="connsiteX1575" fmla="*/ 1124860 w 2957425"/>
                <a:gd name="connsiteY1575" fmla="*/ 99897 h 1708593"/>
                <a:gd name="connsiteX1576" fmla="*/ 1134151 w 2957425"/>
                <a:gd name="connsiteY1576" fmla="*/ 100176 h 1708593"/>
                <a:gd name="connsiteX1577" fmla="*/ 1225295 w 2957425"/>
                <a:gd name="connsiteY1577" fmla="*/ 147008 h 1708593"/>
                <a:gd name="connsiteX1578" fmla="*/ 1312377 w 2957425"/>
                <a:gd name="connsiteY1578" fmla="*/ 189466 h 1708593"/>
                <a:gd name="connsiteX1579" fmla="*/ 1400620 w 2957425"/>
                <a:gd name="connsiteY1579" fmla="*/ 147008 h 1708593"/>
                <a:gd name="connsiteX1580" fmla="*/ 1490715 w 2957425"/>
                <a:gd name="connsiteY1580" fmla="*/ 100183 h 1708593"/>
                <a:gd name="connsiteX1581" fmla="*/ 1499902 w 2957425"/>
                <a:gd name="connsiteY1581" fmla="*/ 99897 h 1708593"/>
                <a:gd name="connsiteX1582" fmla="*/ 1509200 w 2957425"/>
                <a:gd name="connsiteY1582" fmla="*/ 100176 h 1708593"/>
                <a:gd name="connsiteX1583" fmla="*/ 1600457 w 2957425"/>
                <a:gd name="connsiteY1583" fmla="*/ 147008 h 1708593"/>
                <a:gd name="connsiteX1584" fmla="*/ 1672675 w 2957425"/>
                <a:gd name="connsiteY1584" fmla="*/ 188572 h 1708593"/>
                <a:gd name="connsiteX1585" fmla="*/ 1687656 w 2957425"/>
                <a:gd name="connsiteY1585" fmla="*/ 189466 h 1708593"/>
                <a:gd name="connsiteX1586" fmla="*/ 1702991 w 2957425"/>
                <a:gd name="connsiteY1586" fmla="*/ 188572 h 1708593"/>
                <a:gd name="connsiteX1587" fmla="*/ 1775902 w 2957425"/>
                <a:gd name="connsiteY1587" fmla="*/ 147008 h 1708593"/>
                <a:gd name="connsiteX1588" fmla="*/ 1865985 w 2957425"/>
                <a:gd name="connsiteY1588" fmla="*/ 100183 h 1708593"/>
                <a:gd name="connsiteX1589" fmla="*/ 1875171 w 2957425"/>
                <a:gd name="connsiteY1589" fmla="*/ 99897 h 1708593"/>
                <a:gd name="connsiteX1590" fmla="*/ 1884453 w 2957425"/>
                <a:gd name="connsiteY1590" fmla="*/ 100176 h 1708593"/>
                <a:gd name="connsiteX1591" fmla="*/ 1975602 w 2957425"/>
                <a:gd name="connsiteY1591" fmla="*/ 147008 h 1708593"/>
                <a:gd name="connsiteX1592" fmla="*/ 2047561 w 2957425"/>
                <a:gd name="connsiteY1592" fmla="*/ 188572 h 1708593"/>
                <a:gd name="connsiteX1593" fmla="*/ 2062687 w 2957425"/>
                <a:gd name="connsiteY1593" fmla="*/ 189466 h 1708593"/>
                <a:gd name="connsiteX1594" fmla="*/ 2078025 w 2957425"/>
                <a:gd name="connsiteY1594" fmla="*/ 188572 h 1708593"/>
                <a:gd name="connsiteX1595" fmla="*/ 2150933 w 2957425"/>
                <a:gd name="connsiteY1595" fmla="*/ 147008 h 1708593"/>
                <a:gd name="connsiteX1596" fmla="*/ 2241019 w 2957425"/>
                <a:gd name="connsiteY1596" fmla="*/ 100183 h 1708593"/>
                <a:gd name="connsiteX1597" fmla="*/ 2250202 w 2957425"/>
                <a:gd name="connsiteY1597" fmla="*/ 99897 h 1708593"/>
                <a:gd name="connsiteX1598" fmla="*/ 2259500 w 2957425"/>
                <a:gd name="connsiteY1598" fmla="*/ 100176 h 1708593"/>
                <a:gd name="connsiteX1599" fmla="*/ 2350772 w 2957425"/>
                <a:gd name="connsiteY1599" fmla="*/ 147008 h 1708593"/>
                <a:gd name="connsiteX1600" fmla="*/ 2422815 w 2957425"/>
                <a:gd name="connsiteY1600" fmla="*/ 188572 h 1708593"/>
                <a:gd name="connsiteX1601" fmla="*/ 2437959 w 2957425"/>
                <a:gd name="connsiteY1601" fmla="*/ 189466 h 1708593"/>
                <a:gd name="connsiteX1602" fmla="*/ 2453275 w 2957425"/>
                <a:gd name="connsiteY1602" fmla="*/ 188572 h 1708593"/>
                <a:gd name="connsiteX1603" fmla="*/ 2526203 w 2957425"/>
                <a:gd name="connsiteY1603" fmla="*/ 147008 h 1708593"/>
                <a:gd name="connsiteX1604" fmla="*/ 2625475 w 2957425"/>
                <a:gd name="connsiteY1604" fmla="*/ 99897 h 1708593"/>
                <a:gd name="connsiteX1605" fmla="*/ 2725913 w 2957425"/>
                <a:gd name="connsiteY1605" fmla="*/ 147008 h 1708593"/>
                <a:gd name="connsiteX1606" fmla="*/ 2797875 w 2957425"/>
                <a:gd name="connsiteY1606" fmla="*/ 188572 h 1708593"/>
                <a:gd name="connsiteX1607" fmla="*/ 2812992 w 2957425"/>
                <a:gd name="connsiteY1607" fmla="*/ 189466 h 1708593"/>
                <a:gd name="connsiteX1608" fmla="*/ 2828318 w 2957425"/>
                <a:gd name="connsiteY1608" fmla="*/ 188572 h 1708593"/>
                <a:gd name="connsiteX1609" fmla="*/ 2901235 w 2957425"/>
                <a:gd name="connsiteY1609" fmla="*/ 147008 h 1708593"/>
                <a:gd name="connsiteX1610" fmla="*/ 2937851 w 2957425"/>
                <a:gd name="connsiteY1610" fmla="*/ 116886 h 1708593"/>
                <a:gd name="connsiteX1611" fmla="*/ 2957425 w 2957425"/>
                <a:gd name="connsiteY1611" fmla="*/ 107748 h 1708593"/>
                <a:gd name="connsiteX1612" fmla="*/ 2957425 w 2957425"/>
                <a:gd name="connsiteY1612" fmla="*/ 129059 h 1708593"/>
                <a:gd name="connsiteX1613" fmla="*/ 2944711 w 2957425"/>
                <a:gd name="connsiteY1613" fmla="*/ 133696 h 1708593"/>
                <a:gd name="connsiteX1614" fmla="*/ 2913429 w 2957425"/>
                <a:gd name="connsiteY1614" fmla="*/ 160385 h 1708593"/>
                <a:gd name="connsiteX1615" fmla="*/ 2822285 w 2957425"/>
                <a:gd name="connsiteY1615" fmla="*/ 207216 h 1708593"/>
                <a:gd name="connsiteX1616" fmla="*/ 2812992 w 2957425"/>
                <a:gd name="connsiteY1616" fmla="*/ 207496 h 1708593"/>
                <a:gd name="connsiteX1617" fmla="*/ 2803817 w 2957425"/>
                <a:gd name="connsiteY1617" fmla="*/ 207216 h 1708593"/>
                <a:gd name="connsiteX1618" fmla="*/ 2713719 w 2957425"/>
                <a:gd name="connsiteY1618" fmla="*/ 160385 h 1708593"/>
                <a:gd name="connsiteX1619" fmla="*/ 2625475 w 2957425"/>
                <a:gd name="connsiteY1619" fmla="*/ 117927 h 1708593"/>
                <a:gd name="connsiteX1620" fmla="*/ 2538398 w 2957425"/>
                <a:gd name="connsiteY1620" fmla="*/ 160385 h 1708593"/>
                <a:gd name="connsiteX1621" fmla="*/ 2447253 w 2957425"/>
                <a:gd name="connsiteY1621" fmla="*/ 207216 h 1708593"/>
                <a:gd name="connsiteX1622" fmla="*/ 2437959 w 2957425"/>
                <a:gd name="connsiteY1622" fmla="*/ 207496 h 1708593"/>
                <a:gd name="connsiteX1623" fmla="*/ 2428768 w 2957425"/>
                <a:gd name="connsiteY1623" fmla="*/ 207216 h 1708593"/>
                <a:gd name="connsiteX1624" fmla="*/ 2338559 w 2957425"/>
                <a:gd name="connsiteY1624" fmla="*/ 160385 h 1708593"/>
                <a:gd name="connsiteX1625" fmla="*/ 2265570 w 2957425"/>
                <a:gd name="connsiteY1625" fmla="*/ 118821 h 1708593"/>
                <a:gd name="connsiteX1626" fmla="*/ 2250202 w 2957425"/>
                <a:gd name="connsiteY1626" fmla="*/ 117927 h 1708593"/>
                <a:gd name="connsiteX1627" fmla="*/ 2235078 w 2957425"/>
                <a:gd name="connsiteY1627" fmla="*/ 118821 h 1708593"/>
                <a:gd name="connsiteX1628" fmla="*/ 2163119 w 2957425"/>
                <a:gd name="connsiteY1628" fmla="*/ 160385 h 1708593"/>
                <a:gd name="connsiteX1629" fmla="*/ 2071970 w 2957425"/>
                <a:gd name="connsiteY1629" fmla="*/ 207216 h 1708593"/>
                <a:gd name="connsiteX1630" fmla="*/ 2062687 w 2957425"/>
                <a:gd name="connsiteY1630" fmla="*/ 207496 h 1708593"/>
                <a:gd name="connsiteX1631" fmla="*/ 2053502 w 2957425"/>
                <a:gd name="connsiteY1631" fmla="*/ 207216 h 1708593"/>
                <a:gd name="connsiteX1632" fmla="*/ 1963418 w 2957425"/>
                <a:gd name="connsiteY1632" fmla="*/ 160385 h 1708593"/>
                <a:gd name="connsiteX1633" fmla="*/ 1890508 w 2957425"/>
                <a:gd name="connsiteY1633" fmla="*/ 118821 h 1708593"/>
                <a:gd name="connsiteX1634" fmla="*/ 1875171 w 2957425"/>
                <a:gd name="connsiteY1634" fmla="*/ 117927 h 1708593"/>
                <a:gd name="connsiteX1635" fmla="*/ 1860044 w 2957425"/>
                <a:gd name="connsiteY1635" fmla="*/ 118821 h 1708593"/>
                <a:gd name="connsiteX1636" fmla="*/ 1788085 w 2957425"/>
                <a:gd name="connsiteY1636" fmla="*/ 160385 h 1708593"/>
                <a:gd name="connsiteX1637" fmla="*/ 1696936 w 2957425"/>
                <a:gd name="connsiteY1637" fmla="*/ 207216 h 1708593"/>
                <a:gd name="connsiteX1638" fmla="*/ 1687656 w 2957425"/>
                <a:gd name="connsiteY1638" fmla="*/ 207496 h 1708593"/>
                <a:gd name="connsiteX1639" fmla="*/ 1678456 w 2957425"/>
                <a:gd name="connsiteY1639" fmla="*/ 207216 h 1708593"/>
                <a:gd name="connsiteX1640" fmla="*/ 1588259 w 2957425"/>
                <a:gd name="connsiteY1640" fmla="*/ 160385 h 1708593"/>
                <a:gd name="connsiteX1641" fmla="*/ 1515254 w 2957425"/>
                <a:gd name="connsiteY1641" fmla="*/ 118821 h 1708593"/>
                <a:gd name="connsiteX1642" fmla="*/ 1499902 w 2957425"/>
                <a:gd name="connsiteY1642" fmla="*/ 117927 h 1708593"/>
                <a:gd name="connsiteX1643" fmla="*/ 1484938 w 2957425"/>
                <a:gd name="connsiteY1643" fmla="*/ 118821 h 1708593"/>
                <a:gd name="connsiteX1644" fmla="*/ 1412811 w 2957425"/>
                <a:gd name="connsiteY1644" fmla="*/ 160385 h 1708593"/>
                <a:gd name="connsiteX1645" fmla="*/ 1312377 w 2957425"/>
                <a:gd name="connsiteY1645" fmla="*/ 207496 h 1708593"/>
                <a:gd name="connsiteX1646" fmla="*/ 1213103 w 2957425"/>
                <a:gd name="connsiteY1646" fmla="*/ 160385 h 1708593"/>
                <a:gd name="connsiteX1647" fmla="*/ 1140203 w 2957425"/>
                <a:gd name="connsiteY1647" fmla="*/ 118821 h 1708593"/>
                <a:gd name="connsiteX1648" fmla="*/ 1124860 w 2957425"/>
                <a:gd name="connsiteY1648" fmla="*/ 117927 h 1708593"/>
                <a:gd name="connsiteX1649" fmla="*/ 1109907 w 2957425"/>
                <a:gd name="connsiteY1649" fmla="*/ 118821 h 1708593"/>
                <a:gd name="connsiteX1650" fmla="*/ 1037780 w 2957425"/>
                <a:gd name="connsiteY1650" fmla="*/ 160385 h 1708593"/>
                <a:gd name="connsiteX1651" fmla="*/ 937343 w 2957425"/>
                <a:gd name="connsiteY1651" fmla="*/ 207496 h 1708593"/>
                <a:gd name="connsiteX1652" fmla="*/ 837942 w 2957425"/>
                <a:gd name="connsiteY1652" fmla="*/ 160385 h 1708593"/>
                <a:gd name="connsiteX1653" fmla="*/ 764952 w 2957425"/>
                <a:gd name="connsiteY1653" fmla="*/ 118821 h 1708593"/>
                <a:gd name="connsiteX1654" fmla="*/ 749586 w 2957425"/>
                <a:gd name="connsiteY1654" fmla="*/ 117927 h 1708593"/>
                <a:gd name="connsiteX1655" fmla="*/ 734638 w 2957425"/>
                <a:gd name="connsiteY1655" fmla="*/ 118821 h 1708593"/>
                <a:gd name="connsiteX1656" fmla="*/ 662511 w 2957425"/>
                <a:gd name="connsiteY1656" fmla="*/ 160385 h 1708593"/>
                <a:gd name="connsiteX1657" fmla="*/ 562069 w 2957425"/>
                <a:gd name="connsiteY1657" fmla="*/ 207496 h 1708593"/>
                <a:gd name="connsiteX1658" fmla="*/ 462743 w 2957425"/>
                <a:gd name="connsiteY1658" fmla="*/ 160385 h 1708593"/>
                <a:gd name="connsiteX1659" fmla="*/ 375034 w 2957425"/>
                <a:gd name="connsiteY1659" fmla="*/ 117927 h 1708593"/>
                <a:gd name="connsiteX1660" fmla="*/ 287371 w 2957425"/>
                <a:gd name="connsiteY1660" fmla="*/ 160385 h 1708593"/>
                <a:gd name="connsiteX1661" fmla="*/ 187517 w 2957425"/>
                <a:gd name="connsiteY1661" fmla="*/ 207496 h 1708593"/>
                <a:gd name="connsiteX1662" fmla="*/ 87663 w 2957425"/>
                <a:gd name="connsiteY1662" fmla="*/ 160385 h 1708593"/>
                <a:gd name="connsiteX1663" fmla="*/ 0 w 2957425"/>
                <a:gd name="connsiteY1663" fmla="*/ 117927 h 1708593"/>
                <a:gd name="connsiteX1664" fmla="*/ 0 w 2957425"/>
                <a:gd name="connsiteY1664" fmla="*/ 0 h 1708593"/>
                <a:gd name="connsiteX1665" fmla="*/ 99855 w 2957425"/>
                <a:gd name="connsiteY1665" fmla="*/ 47649 h 1708593"/>
                <a:gd name="connsiteX1666" fmla="*/ 187517 w 2957425"/>
                <a:gd name="connsiteY1666" fmla="*/ 90067 h 1708593"/>
                <a:gd name="connsiteX1667" fmla="*/ 275179 w 2957425"/>
                <a:gd name="connsiteY1667" fmla="*/ 47649 h 1708593"/>
                <a:gd name="connsiteX1668" fmla="*/ 375034 w 2957425"/>
                <a:gd name="connsiteY1668" fmla="*/ 0 h 1708593"/>
                <a:gd name="connsiteX1669" fmla="*/ 474941 w 2957425"/>
                <a:gd name="connsiteY1669" fmla="*/ 47649 h 1708593"/>
                <a:gd name="connsiteX1670" fmla="*/ 562069 w 2957425"/>
                <a:gd name="connsiteY1670" fmla="*/ 90067 h 1708593"/>
                <a:gd name="connsiteX1671" fmla="*/ 650315 w 2957425"/>
                <a:gd name="connsiteY1671" fmla="*/ 47649 h 1708593"/>
                <a:gd name="connsiteX1672" fmla="*/ 740506 w 2957425"/>
                <a:gd name="connsiteY1672" fmla="*/ 286 h 1708593"/>
                <a:gd name="connsiteX1673" fmla="*/ 749586 w 2957425"/>
                <a:gd name="connsiteY1673" fmla="*/ 0 h 1708593"/>
                <a:gd name="connsiteX1674" fmla="*/ 850154 w 2957425"/>
                <a:gd name="connsiteY1674" fmla="*/ 47649 h 1708593"/>
                <a:gd name="connsiteX1675" fmla="*/ 937343 w 2957425"/>
                <a:gd name="connsiteY1675" fmla="*/ 90067 h 1708593"/>
                <a:gd name="connsiteX1676" fmla="*/ 1025586 w 2957425"/>
                <a:gd name="connsiteY1676" fmla="*/ 47649 h 1708593"/>
                <a:gd name="connsiteX1677" fmla="*/ 1115684 w 2957425"/>
                <a:gd name="connsiteY1677" fmla="*/ 286 h 1708593"/>
                <a:gd name="connsiteX1678" fmla="*/ 1124860 w 2957425"/>
                <a:gd name="connsiteY1678" fmla="*/ 0 h 1708593"/>
                <a:gd name="connsiteX1679" fmla="*/ 1225295 w 2957425"/>
                <a:gd name="connsiteY1679" fmla="*/ 47649 h 1708593"/>
                <a:gd name="connsiteX1680" fmla="*/ 1312377 w 2957425"/>
                <a:gd name="connsiteY1680" fmla="*/ 90067 h 1708593"/>
                <a:gd name="connsiteX1681" fmla="*/ 1400620 w 2957425"/>
                <a:gd name="connsiteY1681" fmla="*/ 47649 h 1708593"/>
                <a:gd name="connsiteX1682" fmla="*/ 1490715 w 2957425"/>
                <a:gd name="connsiteY1682" fmla="*/ 286 h 1708593"/>
                <a:gd name="connsiteX1683" fmla="*/ 1499902 w 2957425"/>
                <a:gd name="connsiteY1683" fmla="*/ 0 h 1708593"/>
                <a:gd name="connsiteX1684" fmla="*/ 1600457 w 2957425"/>
                <a:gd name="connsiteY1684" fmla="*/ 47649 h 1708593"/>
                <a:gd name="connsiteX1685" fmla="*/ 1672675 w 2957425"/>
                <a:gd name="connsiteY1685" fmla="*/ 89150 h 1708593"/>
                <a:gd name="connsiteX1686" fmla="*/ 1687656 w 2957425"/>
                <a:gd name="connsiteY1686" fmla="*/ 90067 h 1708593"/>
                <a:gd name="connsiteX1687" fmla="*/ 1702991 w 2957425"/>
                <a:gd name="connsiteY1687" fmla="*/ 89150 h 1708593"/>
                <a:gd name="connsiteX1688" fmla="*/ 1775902 w 2957425"/>
                <a:gd name="connsiteY1688" fmla="*/ 47649 h 1708593"/>
                <a:gd name="connsiteX1689" fmla="*/ 1865985 w 2957425"/>
                <a:gd name="connsiteY1689" fmla="*/ 286 h 1708593"/>
                <a:gd name="connsiteX1690" fmla="*/ 1875171 w 2957425"/>
                <a:gd name="connsiteY1690" fmla="*/ 0 h 1708593"/>
                <a:gd name="connsiteX1691" fmla="*/ 1975602 w 2957425"/>
                <a:gd name="connsiteY1691" fmla="*/ 47649 h 1708593"/>
                <a:gd name="connsiteX1692" fmla="*/ 2047561 w 2957425"/>
                <a:gd name="connsiteY1692" fmla="*/ 89150 h 1708593"/>
                <a:gd name="connsiteX1693" fmla="*/ 2062687 w 2957425"/>
                <a:gd name="connsiteY1693" fmla="*/ 90067 h 1708593"/>
                <a:gd name="connsiteX1694" fmla="*/ 2078025 w 2957425"/>
                <a:gd name="connsiteY1694" fmla="*/ 89150 h 1708593"/>
                <a:gd name="connsiteX1695" fmla="*/ 2150933 w 2957425"/>
                <a:gd name="connsiteY1695" fmla="*/ 47649 h 1708593"/>
                <a:gd name="connsiteX1696" fmla="*/ 2241019 w 2957425"/>
                <a:gd name="connsiteY1696" fmla="*/ 286 h 1708593"/>
                <a:gd name="connsiteX1697" fmla="*/ 2250202 w 2957425"/>
                <a:gd name="connsiteY1697" fmla="*/ 0 h 1708593"/>
                <a:gd name="connsiteX1698" fmla="*/ 2350772 w 2957425"/>
                <a:gd name="connsiteY1698" fmla="*/ 47649 h 1708593"/>
                <a:gd name="connsiteX1699" fmla="*/ 2422815 w 2957425"/>
                <a:gd name="connsiteY1699" fmla="*/ 89150 h 1708593"/>
                <a:gd name="connsiteX1700" fmla="*/ 2437959 w 2957425"/>
                <a:gd name="connsiteY1700" fmla="*/ 90067 h 1708593"/>
                <a:gd name="connsiteX1701" fmla="*/ 2453275 w 2957425"/>
                <a:gd name="connsiteY1701" fmla="*/ 89150 h 1708593"/>
                <a:gd name="connsiteX1702" fmla="*/ 2526203 w 2957425"/>
                <a:gd name="connsiteY1702" fmla="*/ 47649 h 1708593"/>
                <a:gd name="connsiteX1703" fmla="*/ 2625475 w 2957425"/>
                <a:gd name="connsiteY1703" fmla="*/ 0 h 1708593"/>
                <a:gd name="connsiteX1704" fmla="*/ 2725913 w 2957425"/>
                <a:gd name="connsiteY1704" fmla="*/ 47649 h 1708593"/>
                <a:gd name="connsiteX1705" fmla="*/ 2797875 w 2957425"/>
                <a:gd name="connsiteY1705" fmla="*/ 89150 h 1708593"/>
                <a:gd name="connsiteX1706" fmla="*/ 2812992 w 2957425"/>
                <a:gd name="connsiteY1706" fmla="*/ 90067 h 1708593"/>
                <a:gd name="connsiteX1707" fmla="*/ 2828318 w 2957425"/>
                <a:gd name="connsiteY1707" fmla="*/ 89150 h 1708593"/>
                <a:gd name="connsiteX1708" fmla="*/ 2901235 w 2957425"/>
                <a:gd name="connsiteY1708" fmla="*/ 47649 h 1708593"/>
                <a:gd name="connsiteX1709" fmla="*/ 2937846 w 2957425"/>
                <a:gd name="connsiteY1709" fmla="*/ 17061 h 1708593"/>
                <a:gd name="connsiteX1710" fmla="*/ 2957425 w 2957425"/>
                <a:gd name="connsiteY1710" fmla="*/ 7869 h 1708593"/>
                <a:gd name="connsiteX1711" fmla="*/ 2957425 w 2957425"/>
                <a:gd name="connsiteY1711" fmla="*/ 29307 h 1708593"/>
                <a:gd name="connsiteX1712" fmla="*/ 2944706 w 2957425"/>
                <a:gd name="connsiteY1712" fmla="*/ 34009 h 1708593"/>
                <a:gd name="connsiteX1713" fmla="*/ 2913429 w 2957425"/>
                <a:gd name="connsiteY1713" fmla="*/ 60432 h 1708593"/>
                <a:gd name="connsiteX1714" fmla="*/ 2822285 w 2957425"/>
                <a:gd name="connsiteY1714" fmla="*/ 107795 h 1708593"/>
                <a:gd name="connsiteX1715" fmla="*/ 2812992 w 2957425"/>
                <a:gd name="connsiteY1715" fmla="*/ 108081 h 1708593"/>
                <a:gd name="connsiteX1716" fmla="*/ 2803817 w 2957425"/>
                <a:gd name="connsiteY1716" fmla="*/ 107795 h 1708593"/>
                <a:gd name="connsiteX1717" fmla="*/ 2713719 w 2957425"/>
                <a:gd name="connsiteY1717" fmla="*/ 60432 h 1708593"/>
                <a:gd name="connsiteX1718" fmla="*/ 2625475 w 2957425"/>
                <a:gd name="connsiteY1718" fmla="*/ 18014 h 1708593"/>
                <a:gd name="connsiteX1719" fmla="*/ 2538398 w 2957425"/>
                <a:gd name="connsiteY1719" fmla="*/ 60432 h 1708593"/>
                <a:gd name="connsiteX1720" fmla="*/ 2447253 w 2957425"/>
                <a:gd name="connsiteY1720" fmla="*/ 107795 h 1708593"/>
                <a:gd name="connsiteX1721" fmla="*/ 2437959 w 2957425"/>
                <a:gd name="connsiteY1721" fmla="*/ 108081 h 1708593"/>
                <a:gd name="connsiteX1722" fmla="*/ 2428768 w 2957425"/>
                <a:gd name="connsiteY1722" fmla="*/ 107795 h 1708593"/>
                <a:gd name="connsiteX1723" fmla="*/ 2338559 w 2957425"/>
                <a:gd name="connsiteY1723" fmla="*/ 60432 h 1708593"/>
                <a:gd name="connsiteX1724" fmla="*/ 2265570 w 2957425"/>
                <a:gd name="connsiteY1724" fmla="*/ 18931 h 1708593"/>
                <a:gd name="connsiteX1725" fmla="*/ 2250202 w 2957425"/>
                <a:gd name="connsiteY1725" fmla="*/ 18014 h 1708593"/>
                <a:gd name="connsiteX1726" fmla="*/ 2235078 w 2957425"/>
                <a:gd name="connsiteY1726" fmla="*/ 18931 h 1708593"/>
                <a:gd name="connsiteX1727" fmla="*/ 2163119 w 2957425"/>
                <a:gd name="connsiteY1727" fmla="*/ 60432 h 1708593"/>
                <a:gd name="connsiteX1728" fmla="*/ 2071970 w 2957425"/>
                <a:gd name="connsiteY1728" fmla="*/ 107795 h 1708593"/>
                <a:gd name="connsiteX1729" fmla="*/ 2062687 w 2957425"/>
                <a:gd name="connsiteY1729" fmla="*/ 108081 h 1708593"/>
                <a:gd name="connsiteX1730" fmla="*/ 2053502 w 2957425"/>
                <a:gd name="connsiteY1730" fmla="*/ 107795 h 1708593"/>
                <a:gd name="connsiteX1731" fmla="*/ 1963418 w 2957425"/>
                <a:gd name="connsiteY1731" fmla="*/ 60432 h 1708593"/>
                <a:gd name="connsiteX1732" fmla="*/ 1890508 w 2957425"/>
                <a:gd name="connsiteY1732" fmla="*/ 18931 h 1708593"/>
                <a:gd name="connsiteX1733" fmla="*/ 1875171 w 2957425"/>
                <a:gd name="connsiteY1733" fmla="*/ 18014 h 1708593"/>
                <a:gd name="connsiteX1734" fmla="*/ 1860044 w 2957425"/>
                <a:gd name="connsiteY1734" fmla="*/ 18931 h 1708593"/>
                <a:gd name="connsiteX1735" fmla="*/ 1788085 w 2957425"/>
                <a:gd name="connsiteY1735" fmla="*/ 60432 h 1708593"/>
                <a:gd name="connsiteX1736" fmla="*/ 1696936 w 2957425"/>
                <a:gd name="connsiteY1736" fmla="*/ 107795 h 1708593"/>
                <a:gd name="connsiteX1737" fmla="*/ 1687656 w 2957425"/>
                <a:gd name="connsiteY1737" fmla="*/ 108081 h 1708593"/>
                <a:gd name="connsiteX1738" fmla="*/ 1678456 w 2957425"/>
                <a:gd name="connsiteY1738" fmla="*/ 107795 h 1708593"/>
                <a:gd name="connsiteX1739" fmla="*/ 1588259 w 2957425"/>
                <a:gd name="connsiteY1739" fmla="*/ 60432 h 1708593"/>
                <a:gd name="connsiteX1740" fmla="*/ 1515254 w 2957425"/>
                <a:gd name="connsiteY1740" fmla="*/ 18931 h 1708593"/>
                <a:gd name="connsiteX1741" fmla="*/ 1499902 w 2957425"/>
                <a:gd name="connsiteY1741" fmla="*/ 18014 h 1708593"/>
                <a:gd name="connsiteX1742" fmla="*/ 1484938 w 2957425"/>
                <a:gd name="connsiteY1742" fmla="*/ 18931 h 1708593"/>
                <a:gd name="connsiteX1743" fmla="*/ 1412811 w 2957425"/>
                <a:gd name="connsiteY1743" fmla="*/ 60432 h 1708593"/>
                <a:gd name="connsiteX1744" fmla="*/ 1312377 w 2957425"/>
                <a:gd name="connsiteY1744" fmla="*/ 108081 h 1708593"/>
                <a:gd name="connsiteX1745" fmla="*/ 1213103 w 2957425"/>
                <a:gd name="connsiteY1745" fmla="*/ 60432 h 1708593"/>
                <a:gd name="connsiteX1746" fmla="*/ 1140203 w 2957425"/>
                <a:gd name="connsiteY1746" fmla="*/ 18931 h 1708593"/>
                <a:gd name="connsiteX1747" fmla="*/ 1124860 w 2957425"/>
                <a:gd name="connsiteY1747" fmla="*/ 18014 h 1708593"/>
                <a:gd name="connsiteX1748" fmla="*/ 1109907 w 2957425"/>
                <a:gd name="connsiteY1748" fmla="*/ 18931 h 1708593"/>
                <a:gd name="connsiteX1749" fmla="*/ 1037780 w 2957425"/>
                <a:gd name="connsiteY1749" fmla="*/ 60432 h 1708593"/>
                <a:gd name="connsiteX1750" fmla="*/ 937343 w 2957425"/>
                <a:gd name="connsiteY1750" fmla="*/ 108081 h 1708593"/>
                <a:gd name="connsiteX1751" fmla="*/ 837942 w 2957425"/>
                <a:gd name="connsiteY1751" fmla="*/ 60432 h 1708593"/>
                <a:gd name="connsiteX1752" fmla="*/ 764952 w 2957425"/>
                <a:gd name="connsiteY1752" fmla="*/ 18931 h 1708593"/>
                <a:gd name="connsiteX1753" fmla="*/ 749586 w 2957425"/>
                <a:gd name="connsiteY1753" fmla="*/ 18014 h 1708593"/>
                <a:gd name="connsiteX1754" fmla="*/ 734638 w 2957425"/>
                <a:gd name="connsiteY1754" fmla="*/ 18931 h 1708593"/>
                <a:gd name="connsiteX1755" fmla="*/ 662511 w 2957425"/>
                <a:gd name="connsiteY1755" fmla="*/ 60432 h 1708593"/>
                <a:gd name="connsiteX1756" fmla="*/ 562069 w 2957425"/>
                <a:gd name="connsiteY1756" fmla="*/ 108081 h 1708593"/>
                <a:gd name="connsiteX1757" fmla="*/ 462743 w 2957425"/>
                <a:gd name="connsiteY1757" fmla="*/ 60432 h 1708593"/>
                <a:gd name="connsiteX1758" fmla="*/ 375034 w 2957425"/>
                <a:gd name="connsiteY1758" fmla="*/ 18014 h 1708593"/>
                <a:gd name="connsiteX1759" fmla="*/ 287371 w 2957425"/>
                <a:gd name="connsiteY1759" fmla="*/ 60432 h 1708593"/>
                <a:gd name="connsiteX1760" fmla="*/ 187517 w 2957425"/>
                <a:gd name="connsiteY1760" fmla="*/ 108081 h 1708593"/>
                <a:gd name="connsiteX1761" fmla="*/ 87663 w 2957425"/>
                <a:gd name="connsiteY1761" fmla="*/ 60432 h 1708593"/>
                <a:gd name="connsiteX1762" fmla="*/ 0 w 2957425"/>
                <a:gd name="connsiteY1762" fmla="*/ 18014 h 1708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</a:cxnLst>
              <a:rect l="l" t="t" r="r" b="b"/>
              <a:pathLst>
                <a:path w="2957425" h="1708593">
                  <a:moveTo>
                    <a:pt x="0" y="1600512"/>
                  </a:moveTo>
                  <a:cubicBezTo>
                    <a:pt x="50507" y="1600512"/>
                    <a:pt x="76632" y="1625499"/>
                    <a:pt x="99855" y="1648161"/>
                  </a:cubicBezTo>
                  <a:cubicBezTo>
                    <a:pt x="123076" y="1670242"/>
                    <a:pt x="144556" y="1690580"/>
                    <a:pt x="187517" y="1690580"/>
                  </a:cubicBezTo>
                  <a:cubicBezTo>
                    <a:pt x="230477" y="1690580"/>
                    <a:pt x="251957" y="1670242"/>
                    <a:pt x="275179" y="1648161"/>
                  </a:cubicBezTo>
                  <a:cubicBezTo>
                    <a:pt x="298982" y="1625499"/>
                    <a:pt x="324526" y="1600512"/>
                    <a:pt x="375034" y="1600512"/>
                  </a:cubicBezTo>
                  <a:cubicBezTo>
                    <a:pt x="425568" y="1600512"/>
                    <a:pt x="451706" y="1625499"/>
                    <a:pt x="474941" y="1648161"/>
                  </a:cubicBezTo>
                  <a:cubicBezTo>
                    <a:pt x="498175" y="1670242"/>
                    <a:pt x="519667" y="1690580"/>
                    <a:pt x="562069" y="1690580"/>
                  </a:cubicBezTo>
                  <a:cubicBezTo>
                    <a:pt x="605610" y="1690580"/>
                    <a:pt x="627090" y="1670242"/>
                    <a:pt x="650315" y="1648161"/>
                  </a:cubicBezTo>
                  <a:cubicBezTo>
                    <a:pt x="672083" y="1626915"/>
                    <a:pt x="696405" y="1603627"/>
                    <a:pt x="740506" y="1600798"/>
                  </a:cubicBezTo>
                  <a:lnTo>
                    <a:pt x="749586" y="1600512"/>
                  </a:lnTo>
                  <a:lnTo>
                    <a:pt x="758889" y="1600798"/>
                  </a:lnTo>
                  <a:cubicBezTo>
                    <a:pt x="803998" y="1603627"/>
                    <a:pt x="828351" y="1626915"/>
                    <a:pt x="850154" y="1648161"/>
                  </a:cubicBezTo>
                  <a:cubicBezTo>
                    <a:pt x="873408" y="1670242"/>
                    <a:pt x="894909" y="1690580"/>
                    <a:pt x="937343" y="1690580"/>
                  </a:cubicBezTo>
                  <a:cubicBezTo>
                    <a:pt x="980892" y="1690580"/>
                    <a:pt x="1002368" y="1670242"/>
                    <a:pt x="1025586" y="1648161"/>
                  </a:cubicBezTo>
                  <a:cubicBezTo>
                    <a:pt x="1047357" y="1626915"/>
                    <a:pt x="1071175" y="1603627"/>
                    <a:pt x="1115684" y="1600798"/>
                  </a:cubicBezTo>
                  <a:lnTo>
                    <a:pt x="1124860" y="1600512"/>
                  </a:lnTo>
                  <a:lnTo>
                    <a:pt x="1134151" y="1600798"/>
                  </a:lnTo>
                  <a:cubicBezTo>
                    <a:pt x="1179136" y="1603627"/>
                    <a:pt x="1202980" y="1626915"/>
                    <a:pt x="1225295" y="1648161"/>
                  </a:cubicBezTo>
                  <a:cubicBezTo>
                    <a:pt x="1248517" y="1670242"/>
                    <a:pt x="1270006" y="1690580"/>
                    <a:pt x="1312377" y="1690580"/>
                  </a:cubicBezTo>
                  <a:cubicBezTo>
                    <a:pt x="1355923" y="1690580"/>
                    <a:pt x="1377398" y="1670242"/>
                    <a:pt x="1400620" y="1648161"/>
                  </a:cubicBezTo>
                  <a:cubicBezTo>
                    <a:pt x="1422391" y="1626915"/>
                    <a:pt x="1446206" y="1603627"/>
                    <a:pt x="1490715" y="1600798"/>
                  </a:cubicBezTo>
                  <a:lnTo>
                    <a:pt x="1499902" y="1600512"/>
                  </a:lnTo>
                  <a:lnTo>
                    <a:pt x="1509200" y="1600798"/>
                  </a:lnTo>
                  <a:cubicBezTo>
                    <a:pt x="1554240" y="1603627"/>
                    <a:pt x="1578118" y="1626915"/>
                    <a:pt x="1600457" y="1648161"/>
                  </a:cubicBezTo>
                  <a:cubicBezTo>
                    <a:pt x="1620811" y="1667482"/>
                    <a:pt x="1639813" y="1685468"/>
                    <a:pt x="1672675" y="1689663"/>
                  </a:cubicBezTo>
                  <a:lnTo>
                    <a:pt x="1687656" y="1690580"/>
                  </a:lnTo>
                  <a:lnTo>
                    <a:pt x="1702991" y="1689663"/>
                  </a:lnTo>
                  <a:cubicBezTo>
                    <a:pt x="1736589" y="1685468"/>
                    <a:pt x="1755583" y="1667482"/>
                    <a:pt x="1775902" y="1648161"/>
                  </a:cubicBezTo>
                  <a:cubicBezTo>
                    <a:pt x="1797671" y="1626915"/>
                    <a:pt x="1821477" y="1603627"/>
                    <a:pt x="1865985" y="1600798"/>
                  </a:cubicBezTo>
                  <a:lnTo>
                    <a:pt x="1875171" y="1600512"/>
                  </a:lnTo>
                  <a:lnTo>
                    <a:pt x="1884453" y="1600798"/>
                  </a:lnTo>
                  <a:cubicBezTo>
                    <a:pt x="1929442" y="1603627"/>
                    <a:pt x="1953295" y="1626915"/>
                    <a:pt x="1975602" y="1648161"/>
                  </a:cubicBezTo>
                  <a:cubicBezTo>
                    <a:pt x="1995922" y="1667482"/>
                    <a:pt x="2014463" y="1685468"/>
                    <a:pt x="2047561" y="1689663"/>
                  </a:cubicBezTo>
                  <a:lnTo>
                    <a:pt x="2062687" y="1690580"/>
                  </a:lnTo>
                  <a:lnTo>
                    <a:pt x="2078025" y="1689663"/>
                  </a:lnTo>
                  <a:cubicBezTo>
                    <a:pt x="2111623" y="1685468"/>
                    <a:pt x="2130614" y="1667482"/>
                    <a:pt x="2150933" y="1648161"/>
                  </a:cubicBezTo>
                  <a:cubicBezTo>
                    <a:pt x="2172701" y="1626915"/>
                    <a:pt x="2196510" y="1603627"/>
                    <a:pt x="2241019" y="1600798"/>
                  </a:cubicBezTo>
                  <a:lnTo>
                    <a:pt x="2250202" y="1600512"/>
                  </a:lnTo>
                  <a:lnTo>
                    <a:pt x="2259500" y="1600798"/>
                  </a:lnTo>
                  <a:cubicBezTo>
                    <a:pt x="2304545" y="1603627"/>
                    <a:pt x="2328421" y="1626915"/>
                    <a:pt x="2350772" y="1648161"/>
                  </a:cubicBezTo>
                  <a:cubicBezTo>
                    <a:pt x="2371110" y="1667482"/>
                    <a:pt x="2389675" y="1685468"/>
                    <a:pt x="2422815" y="1689663"/>
                  </a:cubicBezTo>
                  <a:lnTo>
                    <a:pt x="2437959" y="1690580"/>
                  </a:lnTo>
                  <a:lnTo>
                    <a:pt x="2453275" y="1689663"/>
                  </a:lnTo>
                  <a:cubicBezTo>
                    <a:pt x="2486774" y="1685468"/>
                    <a:pt x="2505375" y="1667482"/>
                    <a:pt x="2526203" y="1648161"/>
                  </a:cubicBezTo>
                  <a:cubicBezTo>
                    <a:pt x="2549424" y="1625499"/>
                    <a:pt x="2574968" y="1600512"/>
                    <a:pt x="2625475" y="1600512"/>
                  </a:cubicBezTo>
                  <a:cubicBezTo>
                    <a:pt x="2676563" y="1600512"/>
                    <a:pt x="2702109" y="1625499"/>
                    <a:pt x="2725913" y="1648161"/>
                  </a:cubicBezTo>
                  <a:cubicBezTo>
                    <a:pt x="2746233" y="1667482"/>
                    <a:pt x="2764773" y="1685468"/>
                    <a:pt x="2797875" y="1689663"/>
                  </a:cubicBezTo>
                  <a:lnTo>
                    <a:pt x="2812992" y="1690580"/>
                  </a:lnTo>
                  <a:lnTo>
                    <a:pt x="2828318" y="1689663"/>
                  </a:lnTo>
                  <a:cubicBezTo>
                    <a:pt x="2861804" y="1685468"/>
                    <a:pt x="2880408" y="1667482"/>
                    <a:pt x="2901235" y="1648161"/>
                  </a:cubicBezTo>
                  <a:cubicBezTo>
                    <a:pt x="2912221" y="1637538"/>
                    <a:pt x="2923666" y="1626405"/>
                    <a:pt x="2937929" y="1617573"/>
                  </a:cubicBezTo>
                  <a:lnTo>
                    <a:pt x="2957425" y="1608425"/>
                  </a:lnTo>
                  <a:lnTo>
                    <a:pt x="2957425" y="1629852"/>
                  </a:lnTo>
                  <a:lnTo>
                    <a:pt x="2944790" y="1634522"/>
                  </a:lnTo>
                  <a:cubicBezTo>
                    <a:pt x="2933453" y="1641958"/>
                    <a:pt x="2923688" y="1651284"/>
                    <a:pt x="2913429" y="1660945"/>
                  </a:cubicBezTo>
                  <a:cubicBezTo>
                    <a:pt x="2891112" y="1682190"/>
                    <a:pt x="2867269" y="1705479"/>
                    <a:pt x="2822285" y="1708307"/>
                  </a:cubicBezTo>
                  <a:lnTo>
                    <a:pt x="2812992" y="1708593"/>
                  </a:lnTo>
                  <a:lnTo>
                    <a:pt x="2803817" y="1708307"/>
                  </a:lnTo>
                  <a:cubicBezTo>
                    <a:pt x="2759309" y="1705479"/>
                    <a:pt x="2735489" y="1682190"/>
                    <a:pt x="2713719" y="1660945"/>
                  </a:cubicBezTo>
                  <a:cubicBezTo>
                    <a:pt x="2689916" y="1638864"/>
                    <a:pt x="2669016" y="1618526"/>
                    <a:pt x="2625475" y="1618526"/>
                  </a:cubicBezTo>
                  <a:cubicBezTo>
                    <a:pt x="2582521" y="1618526"/>
                    <a:pt x="2561615" y="1638864"/>
                    <a:pt x="2538398" y="1660945"/>
                  </a:cubicBezTo>
                  <a:cubicBezTo>
                    <a:pt x="2516079" y="1682190"/>
                    <a:pt x="2492239" y="1705479"/>
                    <a:pt x="2447253" y="1708307"/>
                  </a:cubicBezTo>
                  <a:lnTo>
                    <a:pt x="2437959" y="1708593"/>
                  </a:lnTo>
                  <a:lnTo>
                    <a:pt x="2428768" y="1708307"/>
                  </a:lnTo>
                  <a:cubicBezTo>
                    <a:pt x="2384205" y="1705479"/>
                    <a:pt x="2360364" y="1682190"/>
                    <a:pt x="2338559" y="1660945"/>
                  </a:cubicBezTo>
                  <a:cubicBezTo>
                    <a:pt x="2318221" y="1641624"/>
                    <a:pt x="2299203" y="1623638"/>
                    <a:pt x="2265570" y="1619443"/>
                  </a:cubicBezTo>
                  <a:lnTo>
                    <a:pt x="2250202" y="1618526"/>
                  </a:lnTo>
                  <a:lnTo>
                    <a:pt x="2235078" y="1619443"/>
                  </a:lnTo>
                  <a:cubicBezTo>
                    <a:pt x="2201989" y="1623638"/>
                    <a:pt x="2183438" y="1641624"/>
                    <a:pt x="2163119" y="1660945"/>
                  </a:cubicBezTo>
                  <a:cubicBezTo>
                    <a:pt x="2140811" y="1682190"/>
                    <a:pt x="2116959" y="1705479"/>
                    <a:pt x="2071970" y="1708307"/>
                  </a:cubicBezTo>
                  <a:lnTo>
                    <a:pt x="2062687" y="1708593"/>
                  </a:lnTo>
                  <a:lnTo>
                    <a:pt x="2053502" y="1708307"/>
                  </a:lnTo>
                  <a:cubicBezTo>
                    <a:pt x="2008993" y="1705479"/>
                    <a:pt x="1985187" y="1682190"/>
                    <a:pt x="1963418" y="1660945"/>
                  </a:cubicBezTo>
                  <a:cubicBezTo>
                    <a:pt x="1943099" y="1641624"/>
                    <a:pt x="1924106" y="1623638"/>
                    <a:pt x="1890508" y="1619443"/>
                  </a:cubicBezTo>
                  <a:lnTo>
                    <a:pt x="1875171" y="1618526"/>
                  </a:lnTo>
                  <a:lnTo>
                    <a:pt x="1860044" y="1619443"/>
                  </a:lnTo>
                  <a:cubicBezTo>
                    <a:pt x="1826946" y="1623638"/>
                    <a:pt x="1808405" y="1641624"/>
                    <a:pt x="1788085" y="1660945"/>
                  </a:cubicBezTo>
                  <a:cubicBezTo>
                    <a:pt x="1765780" y="1682190"/>
                    <a:pt x="1741925" y="1705479"/>
                    <a:pt x="1696936" y="1708307"/>
                  </a:cubicBezTo>
                  <a:lnTo>
                    <a:pt x="1687656" y="1708593"/>
                  </a:lnTo>
                  <a:lnTo>
                    <a:pt x="1678456" y="1708307"/>
                  </a:lnTo>
                  <a:cubicBezTo>
                    <a:pt x="1633891" y="1705479"/>
                    <a:pt x="1610048" y="1682190"/>
                    <a:pt x="1588259" y="1660945"/>
                  </a:cubicBezTo>
                  <a:cubicBezTo>
                    <a:pt x="1567905" y="1641624"/>
                    <a:pt x="1548904" y="1623638"/>
                    <a:pt x="1515254" y="1619443"/>
                  </a:cubicBezTo>
                  <a:lnTo>
                    <a:pt x="1499902" y="1618526"/>
                  </a:lnTo>
                  <a:lnTo>
                    <a:pt x="1484938" y="1619443"/>
                  </a:lnTo>
                  <a:cubicBezTo>
                    <a:pt x="1452117" y="1623638"/>
                    <a:pt x="1433131" y="1641624"/>
                    <a:pt x="1412811" y="1660945"/>
                  </a:cubicBezTo>
                  <a:cubicBezTo>
                    <a:pt x="1389009" y="1683607"/>
                    <a:pt x="1363465" y="1708593"/>
                    <a:pt x="1312377" y="1708593"/>
                  </a:cubicBezTo>
                  <a:cubicBezTo>
                    <a:pt x="1261869" y="1708593"/>
                    <a:pt x="1236325" y="1683607"/>
                    <a:pt x="1213103" y="1660945"/>
                  </a:cubicBezTo>
                  <a:cubicBezTo>
                    <a:pt x="1192784" y="1641624"/>
                    <a:pt x="1173800" y="1623638"/>
                    <a:pt x="1140203" y="1619443"/>
                  </a:cubicBezTo>
                  <a:lnTo>
                    <a:pt x="1124860" y="1618526"/>
                  </a:lnTo>
                  <a:lnTo>
                    <a:pt x="1109907" y="1619443"/>
                  </a:lnTo>
                  <a:cubicBezTo>
                    <a:pt x="1077083" y="1623638"/>
                    <a:pt x="1058099" y="1641624"/>
                    <a:pt x="1037780" y="1660945"/>
                  </a:cubicBezTo>
                  <a:cubicBezTo>
                    <a:pt x="1014563" y="1683607"/>
                    <a:pt x="988431" y="1708593"/>
                    <a:pt x="937343" y="1708593"/>
                  </a:cubicBezTo>
                  <a:cubicBezTo>
                    <a:pt x="887352" y="1708593"/>
                    <a:pt x="861195" y="1683607"/>
                    <a:pt x="837942" y="1660945"/>
                  </a:cubicBezTo>
                  <a:cubicBezTo>
                    <a:pt x="817603" y="1641624"/>
                    <a:pt x="798587" y="1623638"/>
                    <a:pt x="764952" y="1619443"/>
                  </a:cubicBezTo>
                  <a:lnTo>
                    <a:pt x="749586" y="1618526"/>
                  </a:lnTo>
                  <a:lnTo>
                    <a:pt x="734638" y="1619443"/>
                  </a:lnTo>
                  <a:cubicBezTo>
                    <a:pt x="701811" y="1623638"/>
                    <a:pt x="682831" y="1641624"/>
                    <a:pt x="662511" y="1660945"/>
                  </a:cubicBezTo>
                  <a:cubicBezTo>
                    <a:pt x="639282" y="1683607"/>
                    <a:pt x="613157" y="1708593"/>
                    <a:pt x="562069" y="1708593"/>
                  </a:cubicBezTo>
                  <a:cubicBezTo>
                    <a:pt x="512115" y="1708593"/>
                    <a:pt x="485977" y="1683607"/>
                    <a:pt x="462743" y="1660945"/>
                  </a:cubicBezTo>
                  <a:cubicBezTo>
                    <a:pt x="439508" y="1638864"/>
                    <a:pt x="418017" y="1618526"/>
                    <a:pt x="375034" y="1618526"/>
                  </a:cubicBezTo>
                  <a:cubicBezTo>
                    <a:pt x="332073" y="1618526"/>
                    <a:pt x="310593" y="1638864"/>
                    <a:pt x="287371" y="1660945"/>
                  </a:cubicBezTo>
                  <a:cubicBezTo>
                    <a:pt x="264149" y="1683607"/>
                    <a:pt x="238024" y="1708593"/>
                    <a:pt x="187517" y="1708593"/>
                  </a:cubicBezTo>
                  <a:cubicBezTo>
                    <a:pt x="137009" y="1708593"/>
                    <a:pt x="111465" y="1683607"/>
                    <a:pt x="87663" y="1660945"/>
                  </a:cubicBezTo>
                  <a:cubicBezTo>
                    <a:pt x="64441" y="1638864"/>
                    <a:pt x="42960" y="1618526"/>
                    <a:pt x="0" y="1618526"/>
                  </a:cubicBezTo>
                  <a:close/>
                  <a:moveTo>
                    <a:pt x="0" y="1501097"/>
                  </a:moveTo>
                  <a:cubicBezTo>
                    <a:pt x="50507" y="1501097"/>
                    <a:pt x="76632" y="1525525"/>
                    <a:pt x="99855" y="1548208"/>
                  </a:cubicBezTo>
                  <a:cubicBezTo>
                    <a:pt x="123076" y="1570891"/>
                    <a:pt x="144556" y="1590666"/>
                    <a:pt x="187517" y="1590666"/>
                  </a:cubicBezTo>
                  <a:cubicBezTo>
                    <a:pt x="230477" y="1590666"/>
                    <a:pt x="251957" y="1570310"/>
                    <a:pt x="275179" y="1548208"/>
                  </a:cubicBezTo>
                  <a:cubicBezTo>
                    <a:pt x="298982" y="1525525"/>
                    <a:pt x="324526" y="1501097"/>
                    <a:pt x="375034" y="1501097"/>
                  </a:cubicBezTo>
                  <a:cubicBezTo>
                    <a:pt x="425568" y="1501097"/>
                    <a:pt x="451706" y="1525525"/>
                    <a:pt x="474941" y="1548208"/>
                  </a:cubicBezTo>
                  <a:cubicBezTo>
                    <a:pt x="498175" y="1570891"/>
                    <a:pt x="519667" y="1590666"/>
                    <a:pt x="562069" y="1590666"/>
                  </a:cubicBezTo>
                  <a:cubicBezTo>
                    <a:pt x="605610" y="1590666"/>
                    <a:pt x="627090" y="1570310"/>
                    <a:pt x="650315" y="1548208"/>
                  </a:cubicBezTo>
                  <a:cubicBezTo>
                    <a:pt x="672083" y="1526943"/>
                    <a:pt x="696405" y="1504144"/>
                    <a:pt x="740506" y="1501377"/>
                  </a:cubicBezTo>
                  <a:lnTo>
                    <a:pt x="749586" y="1501097"/>
                  </a:lnTo>
                  <a:lnTo>
                    <a:pt x="758889" y="1501377"/>
                  </a:lnTo>
                  <a:cubicBezTo>
                    <a:pt x="803998" y="1504144"/>
                    <a:pt x="828351" y="1526943"/>
                    <a:pt x="850154" y="1548208"/>
                  </a:cubicBezTo>
                  <a:cubicBezTo>
                    <a:pt x="873408" y="1570891"/>
                    <a:pt x="894909" y="1590666"/>
                    <a:pt x="937343" y="1590666"/>
                  </a:cubicBezTo>
                  <a:cubicBezTo>
                    <a:pt x="980892" y="1590666"/>
                    <a:pt x="1002368" y="1570310"/>
                    <a:pt x="1025586" y="1548208"/>
                  </a:cubicBezTo>
                  <a:cubicBezTo>
                    <a:pt x="1047357" y="1526943"/>
                    <a:pt x="1071175" y="1504144"/>
                    <a:pt x="1115684" y="1501377"/>
                  </a:cubicBezTo>
                  <a:lnTo>
                    <a:pt x="1124860" y="1501097"/>
                  </a:lnTo>
                  <a:lnTo>
                    <a:pt x="1134151" y="1501377"/>
                  </a:lnTo>
                  <a:cubicBezTo>
                    <a:pt x="1179136" y="1504144"/>
                    <a:pt x="1202980" y="1526943"/>
                    <a:pt x="1225295" y="1548208"/>
                  </a:cubicBezTo>
                  <a:cubicBezTo>
                    <a:pt x="1248517" y="1570891"/>
                    <a:pt x="1270006" y="1590666"/>
                    <a:pt x="1312377" y="1590666"/>
                  </a:cubicBezTo>
                  <a:cubicBezTo>
                    <a:pt x="1355923" y="1590666"/>
                    <a:pt x="1377398" y="1570310"/>
                    <a:pt x="1400620" y="1548208"/>
                  </a:cubicBezTo>
                  <a:cubicBezTo>
                    <a:pt x="1422391" y="1526943"/>
                    <a:pt x="1446206" y="1504144"/>
                    <a:pt x="1490715" y="1501377"/>
                  </a:cubicBezTo>
                  <a:lnTo>
                    <a:pt x="1499902" y="1501097"/>
                  </a:lnTo>
                  <a:lnTo>
                    <a:pt x="1509200" y="1501377"/>
                  </a:lnTo>
                  <a:cubicBezTo>
                    <a:pt x="1554240" y="1504144"/>
                    <a:pt x="1578118" y="1526943"/>
                    <a:pt x="1600457" y="1548208"/>
                  </a:cubicBezTo>
                  <a:cubicBezTo>
                    <a:pt x="1620811" y="1568056"/>
                    <a:pt x="1639813" y="1585677"/>
                    <a:pt x="1672675" y="1589772"/>
                  </a:cubicBezTo>
                  <a:lnTo>
                    <a:pt x="1687656" y="1590666"/>
                  </a:lnTo>
                  <a:lnTo>
                    <a:pt x="1702991" y="1589748"/>
                  </a:lnTo>
                  <a:cubicBezTo>
                    <a:pt x="1736589" y="1585550"/>
                    <a:pt x="1755583" y="1567547"/>
                    <a:pt x="1775902" y="1548208"/>
                  </a:cubicBezTo>
                  <a:cubicBezTo>
                    <a:pt x="1797671" y="1526943"/>
                    <a:pt x="1821477" y="1504144"/>
                    <a:pt x="1865985" y="1501377"/>
                  </a:cubicBezTo>
                  <a:lnTo>
                    <a:pt x="1875171" y="1501097"/>
                  </a:lnTo>
                  <a:lnTo>
                    <a:pt x="1884453" y="1501377"/>
                  </a:lnTo>
                  <a:cubicBezTo>
                    <a:pt x="1929442" y="1504144"/>
                    <a:pt x="1953295" y="1526943"/>
                    <a:pt x="1975602" y="1548208"/>
                  </a:cubicBezTo>
                  <a:cubicBezTo>
                    <a:pt x="1995922" y="1568056"/>
                    <a:pt x="2014463" y="1585677"/>
                    <a:pt x="2047561" y="1589772"/>
                  </a:cubicBezTo>
                  <a:lnTo>
                    <a:pt x="2062687" y="1590666"/>
                  </a:lnTo>
                  <a:lnTo>
                    <a:pt x="2078025" y="1589748"/>
                  </a:lnTo>
                  <a:cubicBezTo>
                    <a:pt x="2111623" y="1585550"/>
                    <a:pt x="2130614" y="1567547"/>
                    <a:pt x="2150933" y="1548208"/>
                  </a:cubicBezTo>
                  <a:cubicBezTo>
                    <a:pt x="2172701" y="1526943"/>
                    <a:pt x="2196510" y="1504144"/>
                    <a:pt x="2241019" y="1501377"/>
                  </a:cubicBezTo>
                  <a:lnTo>
                    <a:pt x="2250202" y="1501097"/>
                  </a:lnTo>
                  <a:lnTo>
                    <a:pt x="2259500" y="1501377"/>
                  </a:lnTo>
                  <a:cubicBezTo>
                    <a:pt x="2304545" y="1504144"/>
                    <a:pt x="2328421" y="1526943"/>
                    <a:pt x="2350772" y="1548208"/>
                  </a:cubicBezTo>
                  <a:cubicBezTo>
                    <a:pt x="2371110" y="1568056"/>
                    <a:pt x="2389675" y="1585677"/>
                    <a:pt x="2422815" y="1589772"/>
                  </a:cubicBezTo>
                  <a:lnTo>
                    <a:pt x="2437959" y="1590666"/>
                  </a:lnTo>
                  <a:lnTo>
                    <a:pt x="2453275" y="1589748"/>
                  </a:lnTo>
                  <a:cubicBezTo>
                    <a:pt x="2486774" y="1585550"/>
                    <a:pt x="2505375" y="1567547"/>
                    <a:pt x="2526203" y="1548208"/>
                  </a:cubicBezTo>
                  <a:cubicBezTo>
                    <a:pt x="2549424" y="1525525"/>
                    <a:pt x="2574968" y="1501097"/>
                    <a:pt x="2625475" y="1501097"/>
                  </a:cubicBezTo>
                  <a:cubicBezTo>
                    <a:pt x="2676563" y="1501097"/>
                    <a:pt x="2702109" y="1525525"/>
                    <a:pt x="2725913" y="1548208"/>
                  </a:cubicBezTo>
                  <a:cubicBezTo>
                    <a:pt x="2746233" y="1568056"/>
                    <a:pt x="2764773" y="1585677"/>
                    <a:pt x="2797875" y="1589772"/>
                  </a:cubicBezTo>
                  <a:lnTo>
                    <a:pt x="2812992" y="1590666"/>
                  </a:lnTo>
                  <a:lnTo>
                    <a:pt x="2828318" y="1589748"/>
                  </a:lnTo>
                  <a:cubicBezTo>
                    <a:pt x="2861804" y="1585550"/>
                    <a:pt x="2880408" y="1567547"/>
                    <a:pt x="2901235" y="1548208"/>
                  </a:cubicBezTo>
                  <a:cubicBezTo>
                    <a:pt x="2912218" y="1537576"/>
                    <a:pt x="2923662" y="1526559"/>
                    <a:pt x="2937924" y="1517856"/>
                  </a:cubicBezTo>
                  <a:lnTo>
                    <a:pt x="2957425" y="1508856"/>
                  </a:lnTo>
                  <a:lnTo>
                    <a:pt x="2957425" y="1529880"/>
                  </a:lnTo>
                  <a:lnTo>
                    <a:pt x="2944785" y="1534556"/>
                  </a:lnTo>
                  <a:cubicBezTo>
                    <a:pt x="2933448" y="1541999"/>
                    <a:pt x="2923685" y="1551335"/>
                    <a:pt x="2913429" y="1561004"/>
                  </a:cubicBezTo>
                  <a:cubicBezTo>
                    <a:pt x="2891112" y="1582269"/>
                    <a:pt x="2867269" y="1605580"/>
                    <a:pt x="2822285" y="1608410"/>
                  </a:cubicBezTo>
                  <a:lnTo>
                    <a:pt x="2812992" y="1608697"/>
                  </a:lnTo>
                  <a:lnTo>
                    <a:pt x="2803817" y="1608410"/>
                  </a:lnTo>
                  <a:cubicBezTo>
                    <a:pt x="2759309" y="1605580"/>
                    <a:pt x="2735489" y="1582269"/>
                    <a:pt x="2713719" y="1561004"/>
                  </a:cubicBezTo>
                  <a:cubicBezTo>
                    <a:pt x="2689916" y="1538902"/>
                    <a:pt x="2669016" y="1518546"/>
                    <a:pt x="2625475" y="1518546"/>
                  </a:cubicBezTo>
                  <a:cubicBezTo>
                    <a:pt x="2582521" y="1518546"/>
                    <a:pt x="2561615" y="1538902"/>
                    <a:pt x="2538398" y="1561004"/>
                  </a:cubicBezTo>
                  <a:cubicBezTo>
                    <a:pt x="2516079" y="1582269"/>
                    <a:pt x="2492239" y="1605580"/>
                    <a:pt x="2447253" y="1608410"/>
                  </a:cubicBezTo>
                  <a:lnTo>
                    <a:pt x="2437959" y="1608697"/>
                  </a:lnTo>
                  <a:lnTo>
                    <a:pt x="2428768" y="1608410"/>
                  </a:lnTo>
                  <a:cubicBezTo>
                    <a:pt x="2384205" y="1605580"/>
                    <a:pt x="2360364" y="1582269"/>
                    <a:pt x="2338559" y="1561004"/>
                  </a:cubicBezTo>
                  <a:cubicBezTo>
                    <a:pt x="2318221" y="1541665"/>
                    <a:pt x="2299203" y="1523662"/>
                    <a:pt x="2265570" y="1519464"/>
                  </a:cubicBezTo>
                  <a:lnTo>
                    <a:pt x="2250202" y="1518546"/>
                  </a:lnTo>
                  <a:lnTo>
                    <a:pt x="2235078" y="1519464"/>
                  </a:lnTo>
                  <a:cubicBezTo>
                    <a:pt x="2201989" y="1523662"/>
                    <a:pt x="2183438" y="1541665"/>
                    <a:pt x="2163119" y="1561004"/>
                  </a:cubicBezTo>
                  <a:cubicBezTo>
                    <a:pt x="2140811" y="1582269"/>
                    <a:pt x="2116959" y="1605580"/>
                    <a:pt x="2071970" y="1608410"/>
                  </a:cubicBezTo>
                  <a:lnTo>
                    <a:pt x="2062687" y="1608697"/>
                  </a:lnTo>
                  <a:lnTo>
                    <a:pt x="2053502" y="1608410"/>
                  </a:lnTo>
                  <a:cubicBezTo>
                    <a:pt x="2008993" y="1605580"/>
                    <a:pt x="1985187" y="1582269"/>
                    <a:pt x="1963418" y="1561004"/>
                  </a:cubicBezTo>
                  <a:cubicBezTo>
                    <a:pt x="1943099" y="1541665"/>
                    <a:pt x="1924106" y="1523662"/>
                    <a:pt x="1890508" y="1519464"/>
                  </a:cubicBezTo>
                  <a:lnTo>
                    <a:pt x="1875171" y="1518546"/>
                  </a:lnTo>
                  <a:lnTo>
                    <a:pt x="1860044" y="1519464"/>
                  </a:lnTo>
                  <a:cubicBezTo>
                    <a:pt x="1826946" y="1523662"/>
                    <a:pt x="1808405" y="1541665"/>
                    <a:pt x="1788085" y="1561004"/>
                  </a:cubicBezTo>
                  <a:cubicBezTo>
                    <a:pt x="1765780" y="1582269"/>
                    <a:pt x="1741925" y="1605580"/>
                    <a:pt x="1696936" y="1608410"/>
                  </a:cubicBezTo>
                  <a:lnTo>
                    <a:pt x="1687656" y="1608697"/>
                  </a:lnTo>
                  <a:lnTo>
                    <a:pt x="1678456" y="1608410"/>
                  </a:lnTo>
                  <a:cubicBezTo>
                    <a:pt x="1633891" y="1605580"/>
                    <a:pt x="1610048" y="1582269"/>
                    <a:pt x="1588259" y="1561004"/>
                  </a:cubicBezTo>
                  <a:cubicBezTo>
                    <a:pt x="1567905" y="1541665"/>
                    <a:pt x="1548904" y="1523662"/>
                    <a:pt x="1515254" y="1519464"/>
                  </a:cubicBezTo>
                  <a:lnTo>
                    <a:pt x="1499902" y="1518546"/>
                  </a:lnTo>
                  <a:lnTo>
                    <a:pt x="1484938" y="1519464"/>
                  </a:lnTo>
                  <a:cubicBezTo>
                    <a:pt x="1452117" y="1523662"/>
                    <a:pt x="1433131" y="1541665"/>
                    <a:pt x="1412811" y="1561004"/>
                  </a:cubicBezTo>
                  <a:cubicBezTo>
                    <a:pt x="1389009" y="1583687"/>
                    <a:pt x="1363465" y="1608697"/>
                    <a:pt x="1312377" y="1608697"/>
                  </a:cubicBezTo>
                  <a:cubicBezTo>
                    <a:pt x="1261869" y="1608697"/>
                    <a:pt x="1236325" y="1583687"/>
                    <a:pt x="1213103" y="1561004"/>
                  </a:cubicBezTo>
                  <a:cubicBezTo>
                    <a:pt x="1192784" y="1541665"/>
                    <a:pt x="1173800" y="1523662"/>
                    <a:pt x="1140203" y="1519464"/>
                  </a:cubicBezTo>
                  <a:lnTo>
                    <a:pt x="1124860" y="1518546"/>
                  </a:lnTo>
                  <a:lnTo>
                    <a:pt x="1109907" y="1519464"/>
                  </a:lnTo>
                  <a:cubicBezTo>
                    <a:pt x="1077083" y="1523662"/>
                    <a:pt x="1058099" y="1541665"/>
                    <a:pt x="1037780" y="1561004"/>
                  </a:cubicBezTo>
                  <a:cubicBezTo>
                    <a:pt x="1014563" y="1583687"/>
                    <a:pt x="988431" y="1608697"/>
                    <a:pt x="937343" y="1608697"/>
                  </a:cubicBezTo>
                  <a:cubicBezTo>
                    <a:pt x="887352" y="1608697"/>
                    <a:pt x="861195" y="1583687"/>
                    <a:pt x="837942" y="1561004"/>
                  </a:cubicBezTo>
                  <a:cubicBezTo>
                    <a:pt x="817603" y="1541665"/>
                    <a:pt x="798587" y="1523662"/>
                    <a:pt x="764952" y="1519464"/>
                  </a:cubicBezTo>
                  <a:lnTo>
                    <a:pt x="749586" y="1518546"/>
                  </a:lnTo>
                  <a:lnTo>
                    <a:pt x="734638" y="1519464"/>
                  </a:lnTo>
                  <a:cubicBezTo>
                    <a:pt x="701811" y="1523662"/>
                    <a:pt x="682831" y="1541665"/>
                    <a:pt x="662511" y="1561004"/>
                  </a:cubicBezTo>
                  <a:cubicBezTo>
                    <a:pt x="639282" y="1583687"/>
                    <a:pt x="613157" y="1608697"/>
                    <a:pt x="562069" y="1608697"/>
                  </a:cubicBezTo>
                  <a:cubicBezTo>
                    <a:pt x="512115" y="1608697"/>
                    <a:pt x="485977" y="1583687"/>
                    <a:pt x="462743" y="1561004"/>
                  </a:cubicBezTo>
                  <a:cubicBezTo>
                    <a:pt x="439508" y="1538902"/>
                    <a:pt x="418017" y="1518546"/>
                    <a:pt x="375034" y="1518546"/>
                  </a:cubicBezTo>
                  <a:cubicBezTo>
                    <a:pt x="332073" y="1518546"/>
                    <a:pt x="310593" y="1538902"/>
                    <a:pt x="287371" y="1561004"/>
                  </a:cubicBezTo>
                  <a:cubicBezTo>
                    <a:pt x="264149" y="1583687"/>
                    <a:pt x="238024" y="1608697"/>
                    <a:pt x="187517" y="1608697"/>
                  </a:cubicBezTo>
                  <a:cubicBezTo>
                    <a:pt x="137009" y="1608697"/>
                    <a:pt x="111465" y="1583687"/>
                    <a:pt x="87663" y="1561004"/>
                  </a:cubicBezTo>
                  <a:cubicBezTo>
                    <a:pt x="64441" y="1538902"/>
                    <a:pt x="42960" y="1518546"/>
                    <a:pt x="0" y="1518546"/>
                  </a:cubicBezTo>
                  <a:close/>
                  <a:moveTo>
                    <a:pt x="0" y="1399997"/>
                  </a:moveTo>
                  <a:cubicBezTo>
                    <a:pt x="50507" y="1399997"/>
                    <a:pt x="76632" y="1424983"/>
                    <a:pt x="99855" y="1447645"/>
                  </a:cubicBezTo>
                  <a:cubicBezTo>
                    <a:pt x="123076" y="1469726"/>
                    <a:pt x="144556" y="1490064"/>
                    <a:pt x="187517" y="1490064"/>
                  </a:cubicBezTo>
                  <a:cubicBezTo>
                    <a:pt x="230477" y="1490064"/>
                    <a:pt x="251957" y="1469726"/>
                    <a:pt x="275179" y="1447645"/>
                  </a:cubicBezTo>
                  <a:cubicBezTo>
                    <a:pt x="298982" y="1424983"/>
                    <a:pt x="324526" y="1399997"/>
                    <a:pt x="375034" y="1399997"/>
                  </a:cubicBezTo>
                  <a:cubicBezTo>
                    <a:pt x="425568" y="1399997"/>
                    <a:pt x="451706" y="1424983"/>
                    <a:pt x="474941" y="1447645"/>
                  </a:cubicBezTo>
                  <a:cubicBezTo>
                    <a:pt x="498175" y="1469726"/>
                    <a:pt x="519667" y="1490064"/>
                    <a:pt x="562069" y="1490064"/>
                  </a:cubicBezTo>
                  <a:cubicBezTo>
                    <a:pt x="605610" y="1490064"/>
                    <a:pt x="627090" y="1469726"/>
                    <a:pt x="650315" y="1447645"/>
                  </a:cubicBezTo>
                  <a:cubicBezTo>
                    <a:pt x="672083" y="1426400"/>
                    <a:pt x="696405" y="1403111"/>
                    <a:pt x="740506" y="1400283"/>
                  </a:cubicBezTo>
                  <a:lnTo>
                    <a:pt x="749586" y="1399997"/>
                  </a:lnTo>
                  <a:lnTo>
                    <a:pt x="758889" y="1400283"/>
                  </a:lnTo>
                  <a:cubicBezTo>
                    <a:pt x="803998" y="1403111"/>
                    <a:pt x="828351" y="1426400"/>
                    <a:pt x="850154" y="1447645"/>
                  </a:cubicBezTo>
                  <a:cubicBezTo>
                    <a:pt x="873408" y="1469726"/>
                    <a:pt x="894909" y="1490064"/>
                    <a:pt x="937343" y="1490064"/>
                  </a:cubicBezTo>
                  <a:cubicBezTo>
                    <a:pt x="980892" y="1490064"/>
                    <a:pt x="1002368" y="1469726"/>
                    <a:pt x="1025586" y="1447645"/>
                  </a:cubicBezTo>
                  <a:cubicBezTo>
                    <a:pt x="1047357" y="1426400"/>
                    <a:pt x="1071175" y="1403111"/>
                    <a:pt x="1115684" y="1400283"/>
                  </a:cubicBezTo>
                  <a:lnTo>
                    <a:pt x="1124860" y="1399997"/>
                  </a:lnTo>
                  <a:lnTo>
                    <a:pt x="1134151" y="1400283"/>
                  </a:lnTo>
                  <a:cubicBezTo>
                    <a:pt x="1179136" y="1403111"/>
                    <a:pt x="1202980" y="1426400"/>
                    <a:pt x="1225295" y="1447645"/>
                  </a:cubicBezTo>
                  <a:cubicBezTo>
                    <a:pt x="1248517" y="1469726"/>
                    <a:pt x="1270006" y="1490064"/>
                    <a:pt x="1312377" y="1490064"/>
                  </a:cubicBezTo>
                  <a:cubicBezTo>
                    <a:pt x="1355923" y="1490064"/>
                    <a:pt x="1377398" y="1469726"/>
                    <a:pt x="1400620" y="1447645"/>
                  </a:cubicBezTo>
                  <a:cubicBezTo>
                    <a:pt x="1422391" y="1426400"/>
                    <a:pt x="1446206" y="1403111"/>
                    <a:pt x="1490715" y="1400283"/>
                  </a:cubicBezTo>
                  <a:lnTo>
                    <a:pt x="1499902" y="1399997"/>
                  </a:lnTo>
                  <a:lnTo>
                    <a:pt x="1509200" y="1400283"/>
                  </a:lnTo>
                  <a:cubicBezTo>
                    <a:pt x="1554240" y="1403111"/>
                    <a:pt x="1578118" y="1426400"/>
                    <a:pt x="1600457" y="1447645"/>
                  </a:cubicBezTo>
                  <a:cubicBezTo>
                    <a:pt x="1620811" y="1466966"/>
                    <a:pt x="1639813" y="1484953"/>
                    <a:pt x="1672675" y="1489147"/>
                  </a:cubicBezTo>
                  <a:lnTo>
                    <a:pt x="1687656" y="1490064"/>
                  </a:lnTo>
                  <a:lnTo>
                    <a:pt x="1702991" y="1489147"/>
                  </a:lnTo>
                  <a:cubicBezTo>
                    <a:pt x="1736589" y="1484953"/>
                    <a:pt x="1755583" y="1466966"/>
                    <a:pt x="1775902" y="1447645"/>
                  </a:cubicBezTo>
                  <a:cubicBezTo>
                    <a:pt x="1797671" y="1426400"/>
                    <a:pt x="1821477" y="1403111"/>
                    <a:pt x="1865985" y="1400283"/>
                  </a:cubicBezTo>
                  <a:lnTo>
                    <a:pt x="1875171" y="1399997"/>
                  </a:lnTo>
                  <a:lnTo>
                    <a:pt x="1884453" y="1400283"/>
                  </a:lnTo>
                  <a:cubicBezTo>
                    <a:pt x="1929442" y="1403111"/>
                    <a:pt x="1953295" y="1426400"/>
                    <a:pt x="1975602" y="1447645"/>
                  </a:cubicBezTo>
                  <a:cubicBezTo>
                    <a:pt x="1995922" y="1466966"/>
                    <a:pt x="2014463" y="1484953"/>
                    <a:pt x="2047561" y="1489147"/>
                  </a:cubicBezTo>
                  <a:lnTo>
                    <a:pt x="2062687" y="1490064"/>
                  </a:lnTo>
                  <a:lnTo>
                    <a:pt x="2078025" y="1489147"/>
                  </a:lnTo>
                  <a:cubicBezTo>
                    <a:pt x="2111623" y="1484953"/>
                    <a:pt x="2130614" y="1466966"/>
                    <a:pt x="2150933" y="1447645"/>
                  </a:cubicBezTo>
                  <a:cubicBezTo>
                    <a:pt x="2172701" y="1426400"/>
                    <a:pt x="2196510" y="1403111"/>
                    <a:pt x="2241019" y="1400283"/>
                  </a:cubicBezTo>
                  <a:lnTo>
                    <a:pt x="2250202" y="1399997"/>
                  </a:lnTo>
                  <a:lnTo>
                    <a:pt x="2259500" y="1400283"/>
                  </a:lnTo>
                  <a:cubicBezTo>
                    <a:pt x="2304545" y="1403111"/>
                    <a:pt x="2328421" y="1426400"/>
                    <a:pt x="2350772" y="1447645"/>
                  </a:cubicBezTo>
                  <a:cubicBezTo>
                    <a:pt x="2371110" y="1466966"/>
                    <a:pt x="2389675" y="1484953"/>
                    <a:pt x="2422815" y="1489147"/>
                  </a:cubicBezTo>
                  <a:lnTo>
                    <a:pt x="2437959" y="1490064"/>
                  </a:lnTo>
                  <a:lnTo>
                    <a:pt x="2453275" y="1489147"/>
                  </a:lnTo>
                  <a:cubicBezTo>
                    <a:pt x="2486774" y="1484953"/>
                    <a:pt x="2505375" y="1466966"/>
                    <a:pt x="2526203" y="1447645"/>
                  </a:cubicBezTo>
                  <a:cubicBezTo>
                    <a:pt x="2549424" y="1424983"/>
                    <a:pt x="2574968" y="1399997"/>
                    <a:pt x="2625475" y="1399997"/>
                  </a:cubicBezTo>
                  <a:cubicBezTo>
                    <a:pt x="2676563" y="1399997"/>
                    <a:pt x="2702109" y="1424983"/>
                    <a:pt x="2725913" y="1447645"/>
                  </a:cubicBezTo>
                  <a:cubicBezTo>
                    <a:pt x="2746233" y="1466966"/>
                    <a:pt x="2764773" y="1484953"/>
                    <a:pt x="2797875" y="1489147"/>
                  </a:cubicBezTo>
                  <a:lnTo>
                    <a:pt x="2812992" y="1490064"/>
                  </a:lnTo>
                  <a:lnTo>
                    <a:pt x="2828318" y="1489147"/>
                  </a:lnTo>
                  <a:cubicBezTo>
                    <a:pt x="2861804" y="1484953"/>
                    <a:pt x="2880408" y="1466966"/>
                    <a:pt x="2901235" y="1447645"/>
                  </a:cubicBezTo>
                  <a:cubicBezTo>
                    <a:pt x="2912215" y="1437022"/>
                    <a:pt x="2923657" y="1425889"/>
                    <a:pt x="2937919" y="1417058"/>
                  </a:cubicBezTo>
                  <a:lnTo>
                    <a:pt x="2957425" y="1407904"/>
                  </a:lnTo>
                  <a:lnTo>
                    <a:pt x="2957425" y="1429332"/>
                  </a:lnTo>
                  <a:lnTo>
                    <a:pt x="2944779" y="1434006"/>
                  </a:lnTo>
                  <a:cubicBezTo>
                    <a:pt x="2933443" y="1441442"/>
                    <a:pt x="2923682" y="1450769"/>
                    <a:pt x="2913429" y="1460429"/>
                  </a:cubicBezTo>
                  <a:cubicBezTo>
                    <a:pt x="2891112" y="1481675"/>
                    <a:pt x="2867269" y="1504964"/>
                    <a:pt x="2822285" y="1507792"/>
                  </a:cubicBezTo>
                  <a:lnTo>
                    <a:pt x="2812992" y="1508078"/>
                  </a:lnTo>
                  <a:lnTo>
                    <a:pt x="2803817" y="1507792"/>
                  </a:lnTo>
                  <a:cubicBezTo>
                    <a:pt x="2759309" y="1504964"/>
                    <a:pt x="2735489" y="1481675"/>
                    <a:pt x="2713719" y="1460429"/>
                  </a:cubicBezTo>
                  <a:cubicBezTo>
                    <a:pt x="2689916" y="1438348"/>
                    <a:pt x="2669016" y="1418010"/>
                    <a:pt x="2625475" y="1418010"/>
                  </a:cubicBezTo>
                  <a:cubicBezTo>
                    <a:pt x="2582521" y="1418010"/>
                    <a:pt x="2561615" y="1438348"/>
                    <a:pt x="2538398" y="1460429"/>
                  </a:cubicBezTo>
                  <a:cubicBezTo>
                    <a:pt x="2516079" y="1481675"/>
                    <a:pt x="2492239" y="1504964"/>
                    <a:pt x="2447253" y="1507792"/>
                  </a:cubicBezTo>
                  <a:lnTo>
                    <a:pt x="2437959" y="1508078"/>
                  </a:lnTo>
                  <a:lnTo>
                    <a:pt x="2428768" y="1507792"/>
                  </a:lnTo>
                  <a:cubicBezTo>
                    <a:pt x="2384205" y="1504964"/>
                    <a:pt x="2360364" y="1481675"/>
                    <a:pt x="2338559" y="1460429"/>
                  </a:cubicBezTo>
                  <a:cubicBezTo>
                    <a:pt x="2318221" y="1441108"/>
                    <a:pt x="2299203" y="1423122"/>
                    <a:pt x="2265570" y="1418928"/>
                  </a:cubicBezTo>
                  <a:lnTo>
                    <a:pt x="2250202" y="1418010"/>
                  </a:lnTo>
                  <a:lnTo>
                    <a:pt x="2235078" y="1418928"/>
                  </a:lnTo>
                  <a:cubicBezTo>
                    <a:pt x="2201989" y="1423122"/>
                    <a:pt x="2183438" y="1441108"/>
                    <a:pt x="2163119" y="1460429"/>
                  </a:cubicBezTo>
                  <a:cubicBezTo>
                    <a:pt x="2140811" y="1481675"/>
                    <a:pt x="2116959" y="1504964"/>
                    <a:pt x="2071970" y="1507792"/>
                  </a:cubicBezTo>
                  <a:lnTo>
                    <a:pt x="2062687" y="1508078"/>
                  </a:lnTo>
                  <a:lnTo>
                    <a:pt x="2053502" y="1507792"/>
                  </a:lnTo>
                  <a:cubicBezTo>
                    <a:pt x="2008993" y="1504964"/>
                    <a:pt x="1985187" y="1481675"/>
                    <a:pt x="1963418" y="1460429"/>
                  </a:cubicBezTo>
                  <a:cubicBezTo>
                    <a:pt x="1943099" y="1441108"/>
                    <a:pt x="1924106" y="1423122"/>
                    <a:pt x="1890508" y="1418928"/>
                  </a:cubicBezTo>
                  <a:lnTo>
                    <a:pt x="1875171" y="1418010"/>
                  </a:lnTo>
                  <a:lnTo>
                    <a:pt x="1860044" y="1418928"/>
                  </a:lnTo>
                  <a:cubicBezTo>
                    <a:pt x="1826946" y="1423122"/>
                    <a:pt x="1808405" y="1441108"/>
                    <a:pt x="1788085" y="1460429"/>
                  </a:cubicBezTo>
                  <a:cubicBezTo>
                    <a:pt x="1765780" y="1481675"/>
                    <a:pt x="1741925" y="1504964"/>
                    <a:pt x="1696936" y="1507792"/>
                  </a:cubicBezTo>
                  <a:lnTo>
                    <a:pt x="1687656" y="1508078"/>
                  </a:lnTo>
                  <a:lnTo>
                    <a:pt x="1678456" y="1507792"/>
                  </a:lnTo>
                  <a:cubicBezTo>
                    <a:pt x="1633891" y="1504964"/>
                    <a:pt x="1610048" y="1481675"/>
                    <a:pt x="1588259" y="1460429"/>
                  </a:cubicBezTo>
                  <a:cubicBezTo>
                    <a:pt x="1567905" y="1441108"/>
                    <a:pt x="1548904" y="1423122"/>
                    <a:pt x="1515254" y="1418928"/>
                  </a:cubicBezTo>
                  <a:lnTo>
                    <a:pt x="1499902" y="1418010"/>
                  </a:lnTo>
                  <a:lnTo>
                    <a:pt x="1484938" y="1418928"/>
                  </a:lnTo>
                  <a:cubicBezTo>
                    <a:pt x="1452117" y="1423122"/>
                    <a:pt x="1433131" y="1441108"/>
                    <a:pt x="1412811" y="1460429"/>
                  </a:cubicBezTo>
                  <a:cubicBezTo>
                    <a:pt x="1389009" y="1483091"/>
                    <a:pt x="1363465" y="1508078"/>
                    <a:pt x="1312377" y="1508078"/>
                  </a:cubicBezTo>
                  <a:cubicBezTo>
                    <a:pt x="1261869" y="1508078"/>
                    <a:pt x="1236325" y="1483091"/>
                    <a:pt x="1213103" y="1460429"/>
                  </a:cubicBezTo>
                  <a:cubicBezTo>
                    <a:pt x="1192784" y="1441108"/>
                    <a:pt x="1173800" y="1423122"/>
                    <a:pt x="1140203" y="1418928"/>
                  </a:cubicBezTo>
                  <a:lnTo>
                    <a:pt x="1124860" y="1418010"/>
                  </a:lnTo>
                  <a:lnTo>
                    <a:pt x="1109907" y="1418928"/>
                  </a:lnTo>
                  <a:cubicBezTo>
                    <a:pt x="1077083" y="1423122"/>
                    <a:pt x="1058099" y="1441108"/>
                    <a:pt x="1037780" y="1460429"/>
                  </a:cubicBezTo>
                  <a:cubicBezTo>
                    <a:pt x="1014563" y="1483091"/>
                    <a:pt x="988431" y="1508078"/>
                    <a:pt x="937343" y="1508078"/>
                  </a:cubicBezTo>
                  <a:cubicBezTo>
                    <a:pt x="887352" y="1508078"/>
                    <a:pt x="861195" y="1483091"/>
                    <a:pt x="837942" y="1460429"/>
                  </a:cubicBezTo>
                  <a:cubicBezTo>
                    <a:pt x="817603" y="1441108"/>
                    <a:pt x="798587" y="1423122"/>
                    <a:pt x="764952" y="1418928"/>
                  </a:cubicBezTo>
                  <a:lnTo>
                    <a:pt x="749586" y="1418010"/>
                  </a:lnTo>
                  <a:lnTo>
                    <a:pt x="734638" y="1418928"/>
                  </a:lnTo>
                  <a:cubicBezTo>
                    <a:pt x="701811" y="1423122"/>
                    <a:pt x="682831" y="1441108"/>
                    <a:pt x="662511" y="1460429"/>
                  </a:cubicBezTo>
                  <a:cubicBezTo>
                    <a:pt x="639282" y="1483091"/>
                    <a:pt x="613157" y="1508078"/>
                    <a:pt x="562069" y="1508078"/>
                  </a:cubicBezTo>
                  <a:cubicBezTo>
                    <a:pt x="512115" y="1508078"/>
                    <a:pt x="485977" y="1483091"/>
                    <a:pt x="462743" y="1460429"/>
                  </a:cubicBezTo>
                  <a:cubicBezTo>
                    <a:pt x="439508" y="1438348"/>
                    <a:pt x="418017" y="1418010"/>
                    <a:pt x="375034" y="1418010"/>
                  </a:cubicBezTo>
                  <a:cubicBezTo>
                    <a:pt x="332073" y="1418010"/>
                    <a:pt x="310593" y="1438348"/>
                    <a:pt x="287371" y="1460429"/>
                  </a:cubicBezTo>
                  <a:cubicBezTo>
                    <a:pt x="264149" y="1483091"/>
                    <a:pt x="238024" y="1508078"/>
                    <a:pt x="187517" y="1508078"/>
                  </a:cubicBezTo>
                  <a:cubicBezTo>
                    <a:pt x="137009" y="1508078"/>
                    <a:pt x="111465" y="1483091"/>
                    <a:pt x="87663" y="1460429"/>
                  </a:cubicBezTo>
                  <a:cubicBezTo>
                    <a:pt x="64441" y="1438348"/>
                    <a:pt x="42960" y="1418010"/>
                    <a:pt x="0" y="1418010"/>
                  </a:cubicBezTo>
                  <a:close/>
                  <a:moveTo>
                    <a:pt x="0" y="1300582"/>
                  </a:moveTo>
                  <a:cubicBezTo>
                    <a:pt x="50507" y="1300582"/>
                    <a:pt x="76632" y="1325591"/>
                    <a:pt x="99855" y="1347693"/>
                  </a:cubicBezTo>
                  <a:cubicBezTo>
                    <a:pt x="123076" y="1370376"/>
                    <a:pt x="144556" y="1390151"/>
                    <a:pt x="187517" y="1390151"/>
                  </a:cubicBezTo>
                  <a:cubicBezTo>
                    <a:pt x="230477" y="1390151"/>
                    <a:pt x="251957" y="1370376"/>
                    <a:pt x="275179" y="1347693"/>
                  </a:cubicBezTo>
                  <a:cubicBezTo>
                    <a:pt x="298982" y="1325591"/>
                    <a:pt x="324526" y="1300582"/>
                    <a:pt x="375034" y="1300582"/>
                  </a:cubicBezTo>
                  <a:cubicBezTo>
                    <a:pt x="425568" y="1300582"/>
                    <a:pt x="451706" y="1325591"/>
                    <a:pt x="474941" y="1347693"/>
                  </a:cubicBezTo>
                  <a:cubicBezTo>
                    <a:pt x="498175" y="1370376"/>
                    <a:pt x="519667" y="1390151"/>
                    <a:pt x="562069" y="1390151"/>
                  </a:cubicBezTo>
                  <a:cubicBezTo>
                    <a:pt x="605610" y="1390151"/>
                    <a:pt x="627090" y="1370376"/>
                    <a:pt x="650315" y="1347693"/>
                  </a:cubicBezTo>
                  <a:cubicBezTo>
                    <a:pt x="672083" y="1326973"/>
                    <a:pt x="696405" y="1303697"/>
                    <a:pt x="740506" y="1300868"/>
                  </a:cubicBezTo>
                  <a:lnTo>
                    <a:pt x="749586" y="1300582"/>
                  </a:lnTo>
                  <a:lnTo>
                    <a:pt x="758889" y="1300868"/>
                  </a:lnTo>
                  <a:cubicBezTo>
                    <a:pt x="803998" y="1303697"/>
                    <a:pt x="828351" y="1326973"/>
                    <a:pt x="850154" y="1347693"/>
                  </a:cubicBezTo>
                  <a:cubicBezTo>
                    <a:pt x="873408" y="1370376"/>
                    <a:pt x="894909" y="1390151"/>
                    <a:pt x="937343" y="1390151"/>
                  </a:cubicBezTo>
                  <a:cubicBezTo>
                    <a:pt x="980892" y="1390151"/>
                    <a:pt x="1002368" y="1370376"/>
                    <a:pt x="1025586" y="1347693"/>
                  </a:cubicBezTo>
                  <a:cubicBezTo>
                    <a:pt x="1047357" y="1326973"/>
                    <a:pt x="1071175" y="1303697"/>
                    <a:pt x="1115684" y="1300868"/>
                  </a:cubicBezTo>
                  <a:lnTo>
                    <a:pt x="1124860" y="1300582"/>
                  </a:lnTo>
                  <a:lnTo>
                    <a:pt x="1134151" y="1300868"/>
                  </a:lnTo>
                  <a:cubicBezTo>
                    <a:pt x="1179136" y="1303697"/>
                    <a:pt x="1202980" y="1326973"/>
                    <a:pt x="1225295" y="1347693"/>
                  </a:cubicBezTo>
                  <a:cubicBezTo>
                    <a:pt x="1248517" y="1370376"/>
                    <a:pt x="1270006" y="1390151"/>
                    <a:pt x="1312377" y="1390151"/>
                  </a:cubicBezTo>
                  <a:cubicBezTo>
                    <a:pt x="1355923" y="1390151"/>
                    <a:pt x="1377398" y="1370376"/>
                    <a:pt x="1400620" y="1347693"/>
                  </a:cubicBezTo>
                  <a:cubicBezTo>
                    <a:pt x="1422391" y="1326973"/>
                    <a:pt x="1446206" y="1303697"/>
                    <a:pt x="1490715" y="1300868"/>
                  </a:cubicBezTo>
                  <a:lnTo>
                    <a:pt x="1499902" y="1300582"/>
                  </a:lnTo>
                  <a:lnTo>
                    <a:pt x="1509200" y="1300868"/>
                  </a:lnTo>
                  <a:cubicBezTo>
                    <a:pt x="1554240" y="1303697"/>
                    <a:pt x="1578118" y="1326973"/>
                    <a:pt x="1600457" y="1347693"/>
                  </a:cubicBezTo>
                  <a:cubicBezTo>
                    <a:pt x="1620811" y="1367541"/>
                    <a:pt x="1639813" y="1385162"/>
                    <a:pt x="1672675" y="1389257"/>
                  </a:cubicBezTo>
                  <a:lnTo>
                    <a:pt x="1687656" y="1390151"/>
                  </a:lnTo>
                  <a:lnTo>
                    <a:pt x="1702991" y="1389257"/>
                  </a:lnTo>
                  <a:cubicBezTo>
                    <a:pt x="1736589" y="1385162"/>
                    <a:pt x="1755583" y="1367541"/>
                    <a:pt x="1775902" y="1347693"/>
                  </a:cubicBezTo>
                  <a:cubicBezTo>
                    <a:pt x="1797671" y="1326973"/>
                    <a:pt x="1821477" y="1303697"/>
                    <a:pt x="1865985" y="1300868"/>
                  </a:cubicBezTo>
                  <a:lnTo>
                    <a:pt x="1875171" y="1300582"/>
                  </a:lnTo>
                  <a:lnTo>
                    <a:pt x="1884453" y="1300868"/>
                  </a:lnTo>
                  <a:cubicBezTo>
                    <a:pt x="1929442" y="1303697"/>
                    <a:pt x="1953295" y="1326973"/>
                    <a:pt x="1975602" y="1347693"/>
                  </a:cubicBezTo>
                  <a:cubicBezTo>
                    <a:pt x="1995922" y="1367541"/>
                    <a:pt x="2014463" y="1385162"/>
                    <a:pt x="2047561" y="1389257"/>
                  </a:cubicBezTo>
                  <a:lnTo>
                    <a:pt x="2062687" y="1390151"/>
                  </a:lnTo>
                  <a:lnTo>
                    <a:pt x="2078025" y="1389257"/>
                  </a:lnTo>
                  <a:cubicBezTo>
                    <a:pt x="2111623" y="1385162"/>
                    <a:pt x="2130614" y="1367541"/>
                    <a:pt x="2150933" y="1347693"/>
                  </a:cubicBezTo>
                  <a:cubicBezTo>
                    <a:pt x="2172701" y="1326973"/>
                    <a:pt x="2196510" y="1303697"/>
                    <a:pt x="2241019" y="1300868"/>
                  </a:cubicBezTo>
                  <a:lnTo>
                    <a:pt x="2250202" y="1300582"/>
                  </a:lnTo>
                  <a:lnTo>
                    <a:pt x="2259500" y="1300868"/>
                  </a:lnTo>
                  <a:cubicBezTo>
                    <a:pt x="2304545" y="1303697"/>
                    <a:pt x="2328421" y="1326973"/>
                    <a:pt x="2350772" y="1347693"/>
                  </a:cubicBezTo>
                  <a:cubicBezTo>
                    <a:pt x="2371110" y="1367541"/>
                    <a:pt x="2389675" y="1385162"/>
                    <a:pt x="2422815" y="1389257"/>
                  </a:cubicBezTo>
                  <a:lnTo>
                    <a:pt x="2437959" y="1390151"/>
                  </a:lnTo>
                  <a:lnTo>
                    <a:pt x="2453275" y="1389257"/>
                  </a:lnTo>
                  <a:cubicBezTo>
                    <a:pt x="2486774" y="1385162"/>
                    <a:pt x="2505375" y="1367541"/>
                    <a:pt x="2526203" y="1347693"/>
                  </a:cubicBezTo>
                  <a:cubicBezTo>
                    <a:pt x="2549424" y="1325591"/>
                    <a:pt x="2574968" y="1300582"/>
                    <a:pt x="2625475" y="1300582"/>
                  </a:cubicBezTo>
                  <a:cubicBezTo>
                    <a:pt x="2676563" y="1300582"/>
                    <a:pt x="2702109" y="1325591"/>
                    <a:pt x="2725913" y="1347693"/>
                  </a:cubicBezTo>
                  <a:cubicBezTo>
                    <a:pt x="2746233" y="1367541"/>
                    <a:pt x="2764773" y="1385162"/>
                    <a:pt x="2797875" y="1389257"/>
                  </a:cubicBezTo>
                  <a:lnTo>
                    <a:pt x="2812992" y="1390151"/>
                  </a:lnTo>
                  <a:lnTo>
                    <a:pt x="2828318" y="1389257"/>
                  </a:lnTo>
                  <a:cubicBezTo>
                    <a:pt x="2861804" y="1385162"/>
                    <a:pt x="2880408" y="1367541"/>
                    <a:pt x="2901235" y="1347693"/>
                  </a:cubicBezTo>
                  <a:cubicBezTo>
                    <a:pt x="2912212" y="1337333"/>
                    <a:pt x="2923653" y="1326334"/>
                    <a:pt x="2937914" y="1317571"/>
                  </a:cubicBezTo>
                  <a:lnTo>
                    <a:pt x="2957425" y="1308466"/>
                  </a:lnTo>
                  <a:lnTo>
                    <a:pt x="2957425" y="1329768"/>
                  </a:lnTo>
                  <a:lnTo>
                    <a:pt x="2944774" y="1334381"/>
                  </a:lnTo>
                  <a:cubicBezTo>
                    <a:pt x="2933439" y="1341779"/>
                    <a:pt x="2923679" y="1351146"/>
                    <a:pt x="2913429" y="1361070"/>
                  </a:cubicBezTo>
                  <a:cubicBezTo>
                    <a:pt x="2891112" y="1382336"/>
                    <a:pt x="2867269" y="1405135"/>
                    <a:pt x="2822285" y="1407901"/>
                  </a:cubicBezTo>
                  <a:lnTo>
                    <a:pt x="2812992" y="1408181"/>
                  </a:lnTo>
                  <a:lnTo>
                    <a:pt x="2803817" y="1407901"/>
                  </a:lnTo>
                  <a:cubicBezTo>
                    <a:pt x="2759309" y="1405135"/>
                    <a:pt x="2735489" y="1382336"/>
                    <a:pt x="2713719" y="1361070"/>
                  </a:cubicBezTo>
                  <a:cubicBezTo>
                    <a:pt x="2689916" y="1338387"/>
                    <a:pt x="2669016" y="1318612"/>
                    <a:pt x="2625475" y="1318612"/>
                  </a:cubicBezTo>
                  <a:cubicBezTo>
                    <a:pt x="2582521" y="1318612"/>
                    <a:pt x="2561615" y="1338387"/>
                    <a:pt x="2538398" y="1361070"/>
                  </a:cubicBezTo>
                  <a:cubicBezTo>
                    <a:pt x="2516079" y="1382336"/>
                    <a:pt x="2492239" y="1405135"/>
                    <a:pt x="2447253" y="1407901"/>
                  </a:cubicBezTo>
                  <a:lnTo>
                    <a:pt x="2437959" y="1408181"/>
                  </a:lnTo>
                  <a:lnTo>
                    <a:pt x="2428768" y="1407901"/>
                  </a:lnTo>
                  <a:cubicBezTo>
                    <a:pt x="2384205" y="1405135"/>
                    <a:pt x="2360364" y="1382336"/>
                    <a:pt x="2338559" y="1361070"/>
                  </a:cubicBezTo>
                  <a:cubicBezTo>
                    <a:pt x="2318221" y="1341222"/>
                    <a:pt x="2299203" y="1323601"/>
                    <a:pt x="2265570" y="1319506"/>
                  </a:cubicBezTo>
                  <a:lnTo>
                    <a:pt x="2250202" y="1318612"/>
                  </a:lnTo>
                  <a:lnTo>
                    <a:pt x="2235078" y="1319506"/>
                  </a:lnTo>
                  <a:cubicBezTo>
                    <a:pt x="2201989" y="1323601"/>
                    <a:pt x="2183438" y="1341222"/>
                    <a:pt x="2163119" y="1361070"/>
                  </a:cubicBezTo>
                  <a:cubicBezTo>
                    <a:pt x="2140811" y="1382336"/>
                    <a:pt x="2116959" y="1405135"/>
                    <a:pt x="2071970" y="1407901"/>
                  </a:cubicBezTo>
                  <a:lnTo>
                    <a:pt x="2062687" y="1408181"/>
                  </a:lnTo>
                  <a:lnTo>
                    <a:pt x="2053502" y="1407901"/>
                  </a:lnTo>
                  <a:cubicBezTo>
                    <a:pt x="2008993" y="1405135"/>
                    <a:pt x="1985187" y="1382336"/>
                    <a:pt x="1963418" y="1361070"/>
                  </a:cubicBezTo>
                  <a:cubicBezTo>
                    <a:pt x="1943099" y="1341222"/>
                    <a:pt x="1924106" y="1323601"/>
                    <a:pt x="1890508" y="1319506"/>
                  </a:cubicBezTo>
                  <a:lnTo>
                    <a:pt x="1875171" y="1318612"/>
                  </a:lnTo>
                  <a:lnTo>
                    <a:pt x="1860044" y="1319506"/>
                  </a:lnTo>
                  <a:cubicBezTo>
                    <a:pt x="1826946" y="1323601"/>
                    <a:pt x="1808405" y="1341222"/>
                    <a:pt x="1788085" y="1361070"/>
                  </a:cubicBezTo>
                  <a:cubicBezTo>
                    <a:pt x="1765780" y="1382336"/>
                    <a:pt x="1741925" y="1405135"/>
                    <a:pt x="1696936" y="1407901"/>
                  </a:cubicBezTo>
                  <a:lnTo>
                    <a:pt x="1687656" y="1408181"/>
                  </a:lnTo>
                  <a:lnTo>
                    <a:pt x="1678456" y="1407901"/>
                  </a:lnTo>
                  <a:cubicBezTo>
                    <a:pt x="1633891" y="1405135"/>
                    <a:pt x="1610048" y="1382336"/>
                    <a:pt x="1588259" y="1361070"/>
                  </a:cubicBezTo>
                  <a:cubicBezTo>
                    <a:pt x="1567905" y="1341222"/>
                    <a:pt x="1548904" y="1323601"/>
                    <a:pt x="1515254" y="1319506"/>
                  </a:cubicBezTo>
                  <a:lnTo>
                    <a:pt x="1499902" y="1318612"/>
                  </a:lnTo>
                  <a:lnTo>
                    <a:pt x="1484938" y="1319506"/>
                  </a:lnTo>
                  <a:cubicBezTo>
                    <a:pt x="1452117" y="1323601"/>
                    <a:pt x="1433131" y="1341222"/>
                    <a:pt x="1412811" y="1361070"/>
                  </a:cubicBezTo>
                  <a:cubicBezTo>
                    <a:pt x="1389009" y="1383753"/>
                    <a:pt x="1363465" y="1408181"/>
                    <a:pt x="1312377" y="1408181"/>
                  </a:cubicBezTo>
                  <a:cubicBezTo>
                    <a:pt x="1261869" y="1408181"/>
                    <a:pt x="1236325" y="1383753"/>
                    <a:pt x="1213103" y="1361070"/>
                  </a:cubicBezTo>
                  <a:cubicBezTo>
                    <a:pt x="1192784" y="1341222"/>
                    <a:pt x="1173800" y="1323601"/>
                    <a:pt x="1140203" y="1319506"/>
                  </a:cubicBezTo>
                  <a:lnTo>
                    <a:pt x="1124860" y="1318612"/>
                  </a:lnTo>
                  <a:lnTo>
                    <a:pt x="1109907" y="1319506"/>
                  </a:lnTo>
                  <a:cubicBezTo>
                    <a:pt x="1077083" y="1323601"/>
                    <a:pt x="1058099" y="1341222"/>
                    <a:pt x="1037780" y="1361070"/>
                  </a:cubicBezTo>
                  <a:cubicBezTo>
                    <a:pt x="1014563" y="1383753"/>
                    <a:pt x="988431" y="1408181"/>
                    <a:pt x="937343" y="1408181"/>
                  </a:cubicBezTo>
                  <a:cubicBezTo>
                    <a:pt x="887352" y="1408181"/>
                    <a:pt x="861195" y="1383753"/>
                    <a:pt x="837942" y="1361070"/>
                  </a:cubicBezTo>
                  <a:cubicBezTo>
                    <a:pt x="817603" y="1341222"/>
                    <a:pt x="798587" y="1323601"/>
                    <a:pt x="764952" y="1319506"/>
                  </a:cubicBezTo>
                  <a:lnTo>
                    <a:pt x="749586" y="1318612"/>
                  </a:lnTo>
                  <a:lnTo>
                    <a:pt x="734638" y="1319506"/>
                  </a:lnTo>
                  <a:cubicBezTo>
                    <a:pt x="701811" y="1323601"/>
                    <a:pt x="682831" y="1341222"/>
                    <a:pt x="662511" y="1361070"/>
                  </a:cubicBezTo>
                  <a:cubicBezTo>
                    <a:pt x="639282" y="1383753"/>
                    <a:pt x="613157" y="1408181"/>
                    <a:pt x="562069" y="1408181"/>
                  </a:cubicBezTo>
                  <a:cubicBezTo>
                    <a:pt x="512115" y="1408181"/>
                    <a:pt x="485977" y="1383753"/>
                    <a:pt x="462743" y="1361070"/>
                  </a:cubicBezTo>
                  <a:cubicBezTo>
                    <a:pt x="439508" y="1338387"/>
                    <a:pt x="418017" y="1318612"/>
                    <a:pt x="375034" y="1318612"/>
                  </a:cubicBezTo>
                  <a:cubicBezTo>
                    <a:pt x="332073" y="1318612"/>
                    <a:pt x="310593" y="1338387"/>
                    <a:pt x="287371" y="1361070"/>
                  </a:cubicBezTo>
                  <a:cubicBezTo>
                    <a:pt x="264149" y="1383753"/>
                    <a:pt x="238024" y="1408181"/>
                    <a:pt x="187517" y="1408181"/>
                  </a:cubicBezTo>
                  <a:cubicBezTo>
                    <a:pt x="137009" y="1408181"/>
                    <a:pt x="111465" y="1383753"/>
                    <a:pt x="87663" y="1361070"/>
                  </a:cubicBezTo>
                  <a:cubicBezTo>
                    <a:pt x="64441" y="1338387"/>
                    <a:pt x="42960" y="1318612"/>
                    <a:pt x="0" y="1318612"/>
                  </a:cubicBezTo>
                  <a:close/>
                  <a:moveTo>
                    <a:pt x="0" y="1200685"/>
                  </a:moveTo>
                  <a:cubicBezTo>
                    <a:pt x="50507" y="1200685"/>
                    <a:pt x="76632" y="1225672"/>
                    <a:pt x="99855" y="1248334"/>
                  </a:cubicBezTo>
                  <a:cubicBezTo>
                    <a:pt x="123076" y="1270415"/>
                    <a:pt x="144556" y="1290753"/>
                    <a:pt x="187517" y="1290753"/>
                  </a:cubicBezTo>
                  <a:cubicBezTo>
                    <a:pt x="230477" y="1290753"/>
                    <a:pt x="251957" y="1270415"/>
                    <a:pt x="275179" y="1248334"/>
                  </a:cubicBezTo>
                  <a:cubicBezTo>
                    <a:pt x="298982" y="1225672"/>
                    <a:pt x="324526" y="1200685"/>
                    <a:pt x="375034" y="1200685"/>
                  </a:cubicBezTo>
                  <a:cubicBezTo>
                    <a:pt x="425568" y="1200685"/>
                    <a:pt x="451706" y="1225672"/>
                    <a:pt x="474941" y="1248334"/>
                  </a:cubicBezTo>
                  <a:cubicBezTo>
                    <a:pt x="498175" y="1270415"/>
                    <a:pt x="519667" y="1290753"/>
                    <a:pt x="562069" y="1290753"/>
                  </a:cubicBezTo>
                  <a:cubicBezTo>
                    <a:pt x="605610" y="1290753"/>
                    <a:pt x="627090" y="1270415"/>
                    <a:pt x="650315" y="1248334"/>
                  </a:cubicBezTo>
                  <a:cubicBezTo>
                    <a:pt x="672083" y="1227088"/>
                    <a:pt x="696405" y="1203799"/>
                    <a:pt x="740506" y="1200971"/>
                  </a:cubicBezTo>
                  <a:lnTo>
                    <a:pt x="749586" y="1200685"/>
                  </a:lnTo>
                  <a:lnTo>
                    <a:pt x="758889" y="1200971"/>
                  </a:lnTo>
                  <a:cubicBezTo>
                    <a:pt x="803998" y="1203799"/>
                    <a:pt x="828351" y="1227088"/>
                    <a:pt x="850154" y="1248334"/>
                  </a:cubicBezTo>
                  <a:cubicBezTo>
                    <a:pt x="873408" y="1270415"/>
                    <a:pt x="894909" y="1290753"/>
                    <a:pt x="937343" y="1290753"/>
                  </a:cubicBezTo>
                  <a:cubicBezTo>
                    <a:pt x="980892" y="1290753"/>
                    <a:pt x="1002368" y="1270415"/>
                    <a:pt x="1025586" y="1248334"/>
                  </a:cubicBezTo>
                  <a:cubicBezTo>
                    <a:pt x="1047357" y="1227088"/>
                    <a:pt x="1071175" y="1203799"/>
                    <a:pt x="1115684" y="1200971"/>
                  </a:cubicBezTo>
                  <a:lnTo>
                    <a:pt x="1124860" y="1200685"/>
                  </a:lnTo>
                  <a:lnTo>
                    <a:pt x="1134151" y="1200971"/>
                  </a:lnTo>
                  <a:cubicBezTo>
                    <a:pt x="1179136" y="1203799"/>
                    <a:pt x="1202980" y="1227088"/>
                    <a:pt x="1225295" y="1248334"/>
                  </a:cubicBezTo>
                  <a:cubicBezTo>
                    <a:pt x="1248517" y="1270415"/>
                    <a:pt x="1270006" y="1290753"/>
                    <a:pt x="1312377" y="1290753"/>
                  </a:cubicBezTo>
                  <a:cubicBezTo>
                    <a:pt x="1355923" y="1290753"/>
                    <a:pt x="1377398" y="1270415"/>
                    <a:pt x="1400620" y="1248334"/>
                  </a:cubicBezTo>
                  <a:cubicBezTo>
                    <a:pt x="1422391" y="1227088"/>
                    <a:pt x="1446206" y="1203799"/>
                    <a:pt x="1490715" y="1200971"/>
                  </a:cubicBezTo>
                  <a:lnTo>
                    <a:pt x="1499902" y="1200685"/>
                  </a:lnTo>
                  <a:lnTo>
                    <a:pt x="1509200" y="1200971"/>
                  </a:lnTo>
                  <a:cubicBezTo>
                    <a:pt x="1554240" y="1203799"/>
                    <a:pt x="1578118" y="1227088"/>
                    <a:pt x="1600457" y="1248334"/>
                  </a:cubicBezTo>
                  <a:cubicBezTo>
                    <a:pt x="1620811" y="1267654"/>
                    <a:pt x="1639813" y="1285641"/>
                    <a:pt x="1672675" y="1289836"/>
                  </a:cubicBezTo>
                  <a:lnTo>
                    <a:pt x="1687656" y="1290753"/>
                  </a:lnTo>
                  <a:lnTo>
                    <a:pt x="1702991" y="1289836"/>
                  </a:lnTo>
                  <a:cubicBezTo>
                    <a:pt x="1736589" y="1285641"/>
                    <a:pt x="1755583" y="1267654"/>
                    <a:pt x="1775902" y="1248334"/>
                  </a:cubicBezTo>
                  <a:cubicBezTo>
                    <a:pt x="1797671" y="1227088"/>
                    <a:pt x="1821477" y="1203799"/>
                    <a:pt x="1865985" y="1200971"/>
                  </a:cubicBezTo>
                  <a:lnTo>
                    <a:pt x="1875171" y="1200685"/>
                  </a:lnTo>
                  <a:lnTo>
                    <a:pt x="1884453" y="1200971"/>
                  </a:lnTo>
                  <a:cubicBezTo>
                    <a:pt x="1929442" y="1203799"/>
                    <a:pt x="1953295" y="1227088"/>
                    <a:pt x="1975602" y="1248334"/>
                  </a:cubicBezTo>
                  <a:cubicBezTo>
                    <a:pt x="1995922" y="1267654"/>
                    <a:pt x="2014463" y="1285641"/>
                    <a:pt x="2047561" y="1289836"/>
                  </a:cubicBezTo>
                  <a:lnTo>
                    <a:pt x="2062687" y="1290753"/>
                  </a:lnTo>
                  <a:lnTo>
                    <a:pt x="2078025" y="1289836"/>
                  </a:lnTo>
                  <a:cubicBezTo>
                    <a:pt x="2111623" y="1285641"/>
                    <a:pt x="2130614" y="1267654"/>
                    <a:pt x="2150933" y="1248334"/>
                  </a:cubicBezTo>
                  <a:cubicBezTo>
                    <a:pt x="2172701" y="1227088"/>
                    <a:pt x="2196510" y="1203799"/>
                    <a:pt x="2241019" y="1200971"/>
                  </a:cubicBezTo>
                  <a:lnTo>
                    <a:pt x="2250202" y="1200685"/>
                  </a:lnTo>
                  <a:lnTo>
                    <a:pt x="2259500" y="1200971"/>
                  </a:lnTo>
                  <a:cubicBezTo>
                    <a:pt x="2304545" y="1203799"/>
                    <a:pt x="2328421" y="1227088"/>
                    <a:pt x="2350772" y="1248334"/>
                  </a:cubicBezTo>
                  <a:cubicBezTo>
                    <a:pt x="2371110" y="1267654"/>
                    <a:pt x="2389675" y="1285641"/>
                    <a:pt x="2422815" y="1289836"/>
                  </a:cubicBezTo>
                  <a:lnTo>
                    <a:pt x="2437959" y="1290753"/>
                  </a:lnTo>
                  <a:lnTo>
                    <a:pt x="2453275" y="1289836"/>
                  </a:lnTo>
                  <a:cubicBezTo>
                    <a:pt x="2486774" y="1285641"/>
                    <a:pt x="2505375" y="1267654"/>
                    <a:pt x="2526203" y="1248334"/>
                  </a:cubicBezTo>
                  <a:cubicBezTo>
                    <a:pt x="2549424" y="1225672"/>
                    <a:pt x="2574968" y="1200685"/>
                    <a:pt x="2625475" y="1200685"/>
                  </a:cubicBezTo>
                  <a:cubicBezTo>
                    <a:pt x="2676563" y="1200685"/>
                    <a:pt x="2702109" y="1225672"/>
                    <a:pt x="2725913" y="1248334"/>
                  </a:cubicBezTo>
                  <a:cubicBezTo>
                    <a:pt x="2746233" y="1267654"/>
                    <a:pt x="2764773" y="1285641"/>
                    <a:pt x="2797875" y="1289836"/>
                  </a:cubicBezTo>
                  <a:lnTo>
                    <a:pt x="2812992" y="1290753"/>
                  </a:lnTo>
                  <a:lnTo>
                    <a:pt x="2828318" y="1289836"/>
                  </a:lnTo>
                  <a:cubicBezTo>
                    <a:pt x="2861804" y="1285641"/>
                    <a:pt x="2880408" y="1267654"/>
                    <a:pt x="2901235" y="1248334"/>
                  </a:cubicBezTo>
                  <a:cubicBezTo>
                    <a:pt x="2912209" y="1237711"/>
                    <a:pt x="2923649" y="1226577"/>
                    <a:pt x="2937909" y="1217746"/>
                  </a:cubicBezTo>
                  <a:lnTo>
                    <a:pt x="2957425" y="1208587"/>
                  </a:lnTo>
                  <a:lnTo>
                    <a:pt x="2957425" y="1230016"/>
                  </a:lnTo>
                  <a:lnTo>
                    <a:pt x="2944769" y="1234694"/>
                  </a:lnTo>
                  <a:cubicBezTo>
                    <a:pt x="2933434" y="1242130"/>
                    <a:pt x="2923676" y="1251457"/>
                    <a:pt x="2913429" y="1261118"/>
                  </a:cubicBezTo>
                  <a:cubicBezTo>
                    <a:pt x="2891112" y="1282363"/>
                    <a:pt x="2867269" y="1305652"/>
                    <a:pt x="2822285" y="1308480"/>
                  </a:cubicBezTo>
                  <a:lnTo>
                    <a:pt x="2812992" y="1308766"/>
                  </a:lnTo>
                  <a:lnTo>
                    <a:pt x="2803817" y="1308480"/>
                  </a:lnTo>
                  <a:cubicBezTo>
                    <a:pt x="2759309" y="1305652"/>
                    <a:pt x="2735489" y="1282363"/>
                    <a:pt x="2713719" y="1261118"/>
                  </a:cubicBezTo>
                  <a:cubicBezTo>
                    <a:pt x="2689916" y="1239037"/>
                    <a:pt x="2669016" y="1218699"/>
                    <a:pt x="2625475" y="1218699"/>
                  </a:cubicBezTo>
                  <a:cubicBezTo>
                    <a:pt x="2582521" y="1218699"/>
                    <a:pt x="2561615" y="1239037"/>
                    <a:pt x="2538398" y="1261118"/>
                  </a:cubicBezTo>
                  <a:cubicBezTo>
                    <a:pt x="2516079" y="1282363"/>
                    <a:pt x="2492239" y="1305652"/>
                    <a:pt x="2447253" y="1308480"/>
                  </a:cubicBezTo>
                  <a:lnTo>
                    <a:pt x="2437959" y="1308766"/>
                  </a:lnTo>
                  <a:lnTo>
                    <a:pt x="2428768" y="1308480"/>
                  </a:lnTo>
                  <a:cubicBezTo>
                    <a:pt x="2384205" y="1305652"/>
                    <a:pt x="2360364" y="1282363"/>
                    <a:pt x="2338559" y="1261118"/>
                  </a:cubicBezTo>
                  <a:cubicBezTo>
                    <a:pt x="2318221" y="1241797"/>
                    <a:pt x="2299203" y="1223810"/>
                    <a:pt x="2265570" y="1219616"/>
                  </a:cubicBezTo>
                  <a:lnTo>
                    <a:pt x="2250202" y="1218699"/>
                  </a:lnTo>
                  <a:lnTo>
                    <a:pt x="2235078" y="1219616"/>
                  </a:lnTo>
                  <a:cubicBezTo>
                    <a:pt x="2201989" y="1223810"/>
                    <a:pt x="2183438" y="1241797"/>
                    <a:pt x="2163119" y="1261118"/>
                  </a:cubicBezTo>
                  <a:cubicBezTo>
                    <a:pt x="2140811" y="1282363"/>
                    <a:pt x="2116959" y="1305652"/>
                    <a:pt x="2071970" y="1308480"/>
                  </a:cubicBezTo>
                  <a:lnTo>
                    <a:pt x="2062687" y="1308766"/>
                  </a:lnTo>
                  <a:lnTo>
                    <a:pt x="2053502" y="1308480"/>
                  </a:lnTo>
                  <a:cubicBezTo>
                    <a:pt x="2008993" y="1305652"/>
                    <a:pt x="1985187" y="1282363"/>
                    <a:pt x="1963418" y="1261118"/>
                  </a:cubicBezTo>
                  <a:cubicBezTo>
                    <a:pt x="1943099" y="1241797"/>
                    <a:pt x="1924106" y="1223810"/>
                    <a:pt x="1890508" y="1219616"/>
                  </a:cubicBezTo>
                  <a:lnTo>
                    <a:pt x="1875171" y="1218699"/>
                  </a:lnTo>
                  <a:lnTo>
                    <a:pt x="1860044" y="1219616"/>
                  </a:lnTo>
                  <a:cubicBezTo>
                    <a:pt x="1826946" y="1223810"/>
                    <a:pt x="1808405" y="1241797"/>
                    <a:pt x="1788085" y="1261118"/>
                  </a:cubicBezTo>
                  <a:cubicBezTo>
                    <a:pt x="1765780" y="1282363"/>
                    <a:pt x="1741925" y="1305652"/>
                    <a:pt x="1696936" y="1308480"/>
                  </a:cubicBezTo>
                  <a:lnTo>
                    <a:pt x="1687656" y="1308766"/>
                  </a:lnTo>
                  <a:lnTo>
                    <a:pt x="1678456" y="1308480"/>
                  </a:lnTo>
                  <a:cubicBezTo>
                    <a:pt x="1633891" y="1305652"/>
                    <a:pt x="1610048" y="1282363"/>
                    <a:pt x="1588259" y="1261118"/>
                  </a:cubicBezTo>
                  <a:cubicBezTo>
                    <a:pt x="1567905" y="1241797"/>
                    <a:pt x="1548904" y="1223810"/>
                    <a:pt x="1515254" y="1219616"/>
                  </a:cubicBezTo>
                  <a:lnTo>
                    <a:pt x="1499902" y="1218699"/>
                  </a:lnTo>
                  <a:lnTo>
                    <a:pt x="1484938" y="1219616"/>
                  </a:lnTo>
                  <a:cubicBezTo>
                    <a:pt x="1452117" y="1223810"/>
                    <a:pt x="1433131" y="1241797"/>
                    <a:pt x="1412811" y="1261118"/>
                  </a:cubicBezTo>
                  <a:cubicBezTo>
                    <a:pt x="1389009" y="1283779"/>
                    <a:pt x="1363465" y="1308766"/>
                    <a:pt x="1312377" y="1308766"/>
                  </a:cubicBezTo>
                  <a:cubicBezTo>
                    <a:pt x="1261869" y="1308766"/>
                    <a:pt x="1236325" y="1283779"/>
                    <a:pt x="1213103" y="1261118"/>
                  </a:cubicBezTo>
                  <a:cubicBezTo>
                    <a:pt x="1192784" y="1241797"/>
                    <a:pt x="1173800" y="1223810"/>
                    <a:pt x="1140203" y="1219616"/>
                  </a:cubicBezTo>
                  <a:lnTo>
                    <a:pt x="1124860" y="1218699"/>
                  </a:lnTo>
                  <a:lnTo>
                    <a:pt x="1109907" y="1219616"/>
                  </a:lnTo>
                  <a:cubicBezTo>
                    <a:pt x="1077083" y="1223810"/>
                    <a:pt x="1058099" y="1241797"/>
                    <a:pt x="1037780" y="1261118"/>
                  </a:cubicBezTo>
                  <a:cubicBezTo>
                    <a:pt x="1014563" y="1283779"/>
                    <a:pt x="988431" y="1308766"/>
                    <a:pt x="937343" y="1308766"/>
                  </a:cubicBezTo>
                  <a:cubicBezTo>
                    <a:pt x="887352" y="1308766"/>
                    <a:pt x="861195" y="1283779"/>
                    <a:pt x="837942" y="1261118"/>
                  </a:cubicBezTo>
                  <a:cubicBezTo>
                    <a:pt x="817603" y="1241797"/>
                    <a:pt x="798587" y="1223810"/>
                    <a:pt x="764952" y="1219616"/>
                  </a:cubicBezTo>
                  <a:lnTo>
                    <a:pt x="749586" y="1218699"/>
                  </a:lnTo>
                  <a:lnTo>
                    <a:pt x="734638" y="1219616"/>
                  </a:lnTo>
                  <a:cubicBezTo>
                    <a:pt x="701811" y="1223810"/>
                    <a:pt x="682831" y="1241797"/>
                    <a:pt x="662511" y="1261118"/>
                  </a:cubicBezTo>
                  <a:cubicBezTo>
                    <a:pt x="639282" y="1283779"/>
                    <a:pt x="613157" y="1308766"/>
                    <a:pt x="562069" y="1308766"/>
                  </a:cubicBezTo>
                  <a:cubicBezTo>
                    <a:pt x="512115" y="1308766"/>
                    <a:pt x="485977" y="1283779"/>
                    <a:pt x="462743" y="1261118"/>
                  </a:cubicBezTo>
                  <a:cubicBezTo>
                    <a:pt x="439508" y="1239037"/>
                    <a:pt x="418017" y="1218699"/>
                    <a:pt x="375034" y="1218699"/>
                  </a:cubicBezTo>
                  <a:cubicBezTo>
                    <a:pt x="332073" y="1218699"/>
                    <a:pt x="310593" y="1239037"/>
                    <a:pt x="287371" y="1261118"/>
                  </a:cubicBezTo>
                  <a:cubicBezTo>
                    <a:pt x="264149" y="1283779"/>
                    <a:pt x="238024" y="1308766"/>
                    <a:pt x="187517" y="1308766"/>
                  </a:cubicBezTo>
                  <a:cubicBezTo>
                    <a:pt x="137009" y="1308766"/>
                    <a:pt x="111465" y="1283779"/>
                    <a:pt x="87663" y="1261118"/>
                  </a:cubicBezTo>
                  <a:cubicBezTo>
                    <a:pt x="64441" y="1239037"/>
                    <a:pt x="42960" y="1218699"/>
                    <a:pt x="0" y="1218699"/>
                  </a:cubicBezTo>
                  <a:close/>
                  <a:moveTo>
                    <a:pt x="0" y="1100066"/>
                  </a:moveTo>
                  <a:cubicBezTo>
                    <a:pt x="50507" y="1100066"/>
                    <a:pt x="76632" y="1125053"/>
                    <a:pt x="99855" y="1147715"/>
                  </a:cubicBezTo>
                  <a:cubicBezTo>
                    <a:pt x="123076" y="1169796"/>
                    <a:pt x="144556" y="1190134"/>
                    <a:pt x="187517" y="1190134"/>
                  </a:cubicBezTo>
                  <a:cubicBezTo>
                    <a:pt x="230477" y="1190134"/>
                    <a:pt x="251957" y="1169796"/>
                    <a:pt x="275179" y="1147715"/>
                  </a:cubicBezTo>
                  <a:cubicBezTo>
                    <a:pt x="298982" y="1125053"/>
                    <a:pt x="324526" y="1100066"/>
                    <a:pt x="375034" y="1100066"/>
                  </a:cubicBezTo>
                  <a:cubicBezTo>
                    <a:pt x="425568" y="1100066"/>
                    <a:pt x="451706" y="1125053"/>
                    <a:pt x="474941" y="1147715"/>
                  </a:cubicBezTo>
                  <a:cubicBezTo>
                    <a:pt x="498175" y="1169796"/>
                    <a:pt x="519667" y="1190134"/>
                    <a:pt x="562069" y="1190134"/>
                  </a:cubicBezTo>
                  <a:cubicBezTo>
                    <a:pt x="605610" y="1190134"/>
                    <a:pt x="627090" y="1169796"/>
                    <a:pt x="650315" y="1147715"/>
                  </a:cubicBezTo>
                  <a:cubicBezTo>
                    <a:pt x="672083" y="1126469"/>
                    <a:pt x="696405" y="1103181"/>
                    <a:pt x="740506" y="1100352"/>
                  </a:cubicBezTo>
                  <a:lnTo>
                    <a:pt x="749586" y="1100066"/>
                  </a:lnTo>
                  <a:lnTo>
                    <a:pt x="758889" y="1100352"/>
                  </a:lnTo>
                  <a:cubicBezTo>
                    <a:pt x="803998" y="1103181"/>
                    <a:pt x="828351" y="1126469"/>
                    <a:pt x="850154" y="1147715"/>
                  </a:cubicBezTo>
                  <a:cubicBezTo>
                    <a:pt x="873408" y="1169796"/>
                    <a:pt x="894909" y="1190134"/>
                    <a:pt x="937343" y="1190134"/>
                  </a:cubicBezTo>
                  <a:cubicBezTo>
                    <a:pt x="980892" y="1190134"/>
                    <a:pt x="1002368" y="1169796"/>
                    <a:pt x="1025586" y="1147715"/>
                  </a:cubicBezTo>
                  <a:cubicBezTo>
                    <a:pt x="1047357" y="1126469"/>
                    <a:pt x="1071175" y="1103181"/>
                    <a:pt x="1115684" y="1100352"/>
                  </a:cubicBezTo>
                  <a:lnTo>
                    <a:pt x="1124860" y="1100066"/>
                  </a:lnTo>
                  <a:lnTo>
                    <a:pt x="1134151" y="1100352"/>
                  </a:lnTo>
                  <a:cubicBezTo>
                    <a:pt x="1179136" y="1103181"/>
                    <a:pt x="1202980" y="1126469"/>
                    <a:pt x="1225295" y="1147715"/>
                  </a:cubicBezTo>
                  <a:cubicBezTo>
                    <a:pt x="1248517" y="1169796"/>
                    <a:pt x="1270006" y="1190134"/>
                    <a:pt x="1312377" y="1190134"/>
                  </a:cubicBezTo>
                  <a:cubicBezTo>
                    <a:pt x="1355923" y="1190134"/>
                    <a:pt x="1377398" y="1169796"/>
                    <a:pt x="1400620" y="1147715"/>
                  </a:cubicBezTo>
                  <a:cubicBezTo>
                    <a:pt x="1422391" y="1126469"/>
                    <a:pt x="1446206" y="1103181"/>
                    <a:pt x="1490715" y="1100352"/>
                  </a:cubicBezTo>
                  <a:lnTo>
                    <a:pt x="1499902" y="1100066"/>
                  </a:lnTo>
                  <a:lnTo>
                    <a:pt x="1509200" y="1100352"/>
                  </a:lnTo>
                  <a:cubicBezTo>
                    <a:pt x="1554240" y="1103181"/>
                    <a:pt x="1578118" y="1126469"/>
                    <a:pt x="1600457" y="1147715"/>
                  </a:cubicBezTo>
                  <a:cubicBezTo>
                    <a:pt x="1620811" y="1167036"/>
                    <a:pt x="1639813" y="1185022"/>
                    <a:pt x="1672675" y="1189217"/>
                  </a:cubicBezTo>
                  <a:lnTo>
                    <a:pt x="1687656" y="1190134"/>
                  </a:lnTo>
                  <a:lnTo>
                    <a:pt x="1702991" y="1189217"/>
                  </a:lnTo>
                  <a:cubicBezTo>
                    <a:pt x="1736589" y="1185022"/>
                    <a:pt x="1755583" y="1167036"/>
                    <a:pt x="1775902" y="1147715"/>
                  </a:cubicBezTo>
                  <a:cubicBezTo>
                    <a:pt x="1797671" y="1126469"/>
                    <a:pt x="1821477" y="1103181"/>
                    <a:pt x="1865985" y="1100352"/>
                  </a:cubicBezTo>
                  <a:lnTo>
                    <a:pt x="1875171" y="1100066"/>
                  </a:lnTo>
                  <a:lnTo>
                    <a:pt x="1884453" y="1100352"/>
                  </a:lnTo>
                  <a:cubicBezTo>
                    <a:pt x="1929442" y="1103181"/>
                    <a:pt x="1953295" y="1126469"/>
                    <a:pt x="1975602" y="1147715"/>
                  </a:cubicBezTo>
                  <a:cubicBezTo>
                    <a:pt x="1995922" y="1167036"/>
                    <a:pt x="2014463" y="1185022"/>
                    <a:pt x="2047561" y="1189217"/>
                  </a:cubicBezTo>
                  <a:lnTo>
                    <a:pt x="2062687" y="1190134"/>
                  </a:lnTo>
                  <a:lnTo>
                    <a:pt x="2078025" y="1189217"/>
                  </a:lnTo>
                  <a:cubicBezTo>
                    <a:pt x="2111623" y="1185022"/>
                    <a:pt x="2130614" y="1167036"/>
                    <a:pt x="2150933" y="1147715"/>
                  </a:cubicBezTo>
                  <a:cubicBezTo>
                    <a:pt x="2172701" y="1126469"/>
                    <a:pt x="2196510" y="1103181"/>
                    <a:pt x="2241019" y="1100352"/>
                  </a:cubicBezTo>
                  <a:lnTo>
                    <a:pt x="2250202" y="1100066"/>
                  </a:lnTo>
                  <a:lnTo>
                    <a:pt x="2259500" y="1100352"/>
                  </a:lnTo>
                  <a:cubicBezTo>
                    <a:pt x="2304545" y="1103181"/>
                    <a:pt x="2328421" y="1126469"/>
                    <a:pt x="2350772" y="1147715"/>
                  </a:cubicBezTo>
                  <a:cubicBezTo>
                    <a:pt x="2371110" y="1167036"/>
                    <a:pt x="2389675" y="1185022"/>
                    <a:pt x="2422815" y="1189217"/>
                  </a:cubicBezTo>
                  <a:lnTo>
                    <a:pt x="2437959" y="1190134"/>
                  </a:lnTo>
                  <a:lnTo>
                    <a:pt x="2453275" y="1189217"/>
                  </a:lnTo>
                  <a:cubicBezTo>
                    <a:pt x="2486774" y="1185022"/>
                    <a:pt x="2505375" y="1167036"/>
                    <a:pt x="2526203" y="1147715"/>
                  </a:cubicBezTo>
                  <a:cubicBezTo>
                    <a:pt x="2549424" y="1125053"/>
                    <a:pt x="2574968" y="1100066"/>
                    <a:pt x="2625475" y="1100066"/>
                  </a:cubicBezTo>
                  <a:cubicBezTo>
                    <a:pt x="2676563" y="1100066"/>
                    <a:pt x="2702109" y="1125053"/>
                    <a:pt x="2725913" y="1147715"/>
                  </a:cubicBezTo>
                  <a:cubicBezTo>
                    <a:pt x="2746233" y="1167036"/>
                    <a:pt x="2764773" y="1185022"/>
                    <a:pt x="2797875" y="1189217"/>
                  </a:cubicBezTo>
                  <a:lnTo>
                    <a:pt x="2812992" y="1190134"/>
                  </a:lnTo>
                  <a:lnTo>
                    <a:pt x="2828318" y="1189217"/>
                  </a:lnTo>
                  <a:cubicBezTo>
                    <a:pt x="2861804" y="1185022"/>
                    <a:pt x="2880408" y="1167036"/>
                    <a:pt x="2901235" y="1147715"/>
                  </a:cubicBezTo>
                  <a:cubicBezTo>
                    <a:pt x="2912206" y="1137092"/>
                    <a:pt x="2923644" y="1125959"/>
                    <a:pt x="2937904" y="1117127"/>
                  </a:cubicBezTo>
                  <a:lnTo>
                    <a:pt x="2957425" y="1107966"/>
                  </a:lnTo>
                  <a:lnTo>
                    <a:pt x="2957425" y="1129395"/>
                  </a:lnTo>
                  <a:lnTo>
                    <a:pt x="2944764" y="1134075"/>
                  </a:lnTo>
                  <a:cubicBezTo>
                    <a:pt x="2933430" y="1141511"/>
                    <a:pt x="2923673" y="1150838"/>
                    <a:pt x="2913429" y="1160499"/>
                  </a:cubicBezTo>
                  <a:cubicBezTo>
                    <a:pt x="2891112" y="1181744"/>
                    <a:pt x="2867269" y="1205033"/>
                    <a:pt x="2822285" y="1207861"/>
                  </a:cubicBezTo>
                  <a:lnTo>
                    <a:pt x="2812992" y="1208147"/>
                  </a:lnTo>
                  <a:lnTo>
                    <a:pt x="2803817" y="1207861"/>
                  </a:lnTo>
                  <a:cubicBezTo>
                    <a:pt x="2759309" y="1205033"/>
                    <a:pt x="2735489" y="1181744"/>
                    <a:pt x="2713719" y="1160499"/>
                  </a:cubicBezTo>
                  <a:cubicBezTo>
                    <a:pt x="2689916" y="1138418"/>
                    <a:pt x="2669016" y="1118080"/>
                    <a:pt x="2625475" y="1118080"/>
                  </a:cubicBezTo>
                  <a:cubicBezTo>
                    <a:pt x="2582521" y="1118080"/>
                    <a:pt x="2561615" y="1138418"/>
                    <a:pt x="2538398" y="1160499"/>
                  </a:cubicBezTo>
                  <a:cubicBezTo>
                    <a:pt x="2516079" y="1181744"/>
                    <a:pt x="2492239" y="1205033"/>
                    <a:pt x="2447253" y="1207861"/>
                  </a:cubicBezTo>
                  <a:lnTo>
                    <a:pt x="2437959" y="1208147"/>
                  </a:lnTo>
                  <a:lnTo>
                    <a:pt x="2428768" y="1207861"/>
                  </a:lnTo>
                  <a:cubicBezTo>
                    <a:pt x="2384205" y="1205033"/>
                    <a:pt x="2360364" y="1181744"/>
                    <a:pt x="2338559" y="1160499"/>
                  </a:cubicBezTo>
                  <a:cubicBezTo>
                    <a:pt x="2318221" y="1141178"/>
                    <a:pt x="2299203" y="1123191"/>
                    <a:pt x="2265570" y="1118997"/>
                  </a:cubicBezTo>
                  <a:lnTo>
                    <a:pt x="2250202" y="1118080"/>
                  </a:lnTo>
                  <a:lnTo>
                    <a:pt x="2235078" y="1118997"/>
                  </a:lnTo>
                  <a:cubicBezTo>
                    <a:pt x="2201989" y="1123191"/>
                    <a:pt x="2183438" y="1141178"/>
                    <a:pt x="2163119" y="1160499"/>
                  </a:cubicBezTo>
                  <a:cubicBezTo>
                    <a:pt x="2140811" y="1181744"/>
                    <a:pt x="2116959" y="1205033"/>
                    <a:pt x="2071970" y="1207861"/>
                  </a:cubicBezTo>
                  <a:lnTo>
                    <a:pt x="2062687" y="1208147"/>
                  </a:lnTo>
                  <a:lnTo>
                    <a:pt x="2053502" y="1207861"/>
                  </a:lnTo>
                  <a:cubicBezTo>
                    <a:pt x="2008993" y="1205033"/>
                    <a:pt x="1985187" y="1181744"/>
                    <a:pt x="1963418" y="1160499"/>
                  </a:cubicBezTo>
                  <a:cubicBezTo>
                    <a:pt x="1943099" y="1141178"/>
                    <a:pt x="1924106" y="1123191"/>
                    <a:pt x="1890508" y="1118997"/>
                  </a:cubicBezTo>
                  <a:lnTo>
                    <a:pt x="1875171" y="1118080"/>
                  </a:lnTo>
                  <a:lnTo>
                    <a:pt x="1860044" y="1118997"/>
                  </a:lnTo>
                  <a:cubicBezTo>
                    <a:pt x="1826946" y="1123191"/>
                    <a:pt x="1808405" y="1141178"/>
                    <a:pt x="1788085" y="1160499"/>
                  </a:cubicBezTo>
                  <a:cubicBezTo>
                    <a:pt x="1765780" y="1181744"/>
                    <a:pt x="1741925" y="1205033"/>
                    <a:pt x="1696936" y="1207861"/>
                  </a:cubicBezTo>
                  <a:lnTo>
                    <a:pt x="1687656" y="1208147"/>
                  </a:lnTo>
                  <a:lnTo>
                    <a:pt x="1678456" y="1207861"/>
                  </a:lnTo>
                  <a:cubicBezTo>
                    <a:pt x="1633891" y="1205033"/>
                    <a:pt x="1610048" y="1181744"/>
                    <a:pt x="1588259" y="1160499"/>
                  </a:cubicBezTo>
                  <a:cubicBezTo>
                    <a:pt x="1567905" y="1141178"/>
                    <a:pt x="1548904" y="1123191"/>
                    <a:pt x="1515254" y="1118997"/>
                  </a:cubicBezTo>
                  <a:lnTo>
                    <a:pt x="1499902" y="1118080"/>
                  </a:lnTo>
                  <a:lnTo>
                    <a:pt x="1484938" y="1118997"/>
                  </a:lnTo>
                  <a:cubicBezTo>
                    <a:pt x="1452117" y="1123191"/>
                    <a:pt x="1433131" y="1141178"/>
                    <a:pt x="1412811" y="1160499"/>
                  </a:cubicBezTo>
                  <a:cubicBezTo>
                    <a:pt x="1389009" y="1183161"/>
                    <a:pt x="1363465" y="1208147"/>
                    <a:pt x="1312377" y="1208147"/>
                  </a:cubicBezTo>
                  <a:cubicBezTo>
                    <a:pt x="1261869" y="1208147"/>
                    <a:pt x="1236325" y="1183161"/>
                    <a:pt x="1213103" y="1160499"/>
                  </a:cubicBezTo>
                  <a:cubicBezTo>
                    <a:pt x="1192784" y="1141178"/>
                    <a:pt x="1173800" y="1123191"/>
                    <a:pt x="1140203" y="1118997"/>
                  </a:cubicBezTo>
                  <a:lnTo>
                    <a:pt x="1124860" y="1118080"/>
                  </a:lnTo>
                  <a:lnTo>
                    <a:pt x="1109907" y="1118997"/>
                  </a:lnTo>
                  <a:cubicBezTo>
                    <a:pt x="1077083" y="1123191"/>
                    <a:pt x="1058099" y="1141178"/>
                    <a:pt x="1037780" y="1160499"/>
                  </a:cubicBezTo>
                  <a:cubicBezTo>
                    <a:pt x="1014563" y="1183161"/>
                    <a:pt x="988431" y="1208147"/>
                    <a:pt x="937343" y="1208147"/>
                  </a:cubicBezTo>
                  <a:cubicBezTo>
                    <a:pt x="887352" y="1208147"/>
                    <a:pt x="861195" y="1183161"/>
                    <a:pt x="837942" y="1160499"/>
                  </a:cubicBezTo>
                  <a:cubicBezTo>
                    <a:pt x="817603" y="1141178"/>
                    <a:pt x="798587" y="1123191"/>
                    <a:pt x="764952" y="1118997"/>
                  </a:cubicBezTo>
                  <a:lnTo>
                    <a:pt x="749586" y="1118080"/>
                  </a:lnTo>
                  <a:lnTo>
                    <a:pt x="734638" y="1118997"/>
                  </a:lnTo>
                  <a:cubicBezTo>
                    <a:pt x="701811" y="1123191"/>
                    <a:pt x="682831" y="1141178"/>
                    <a:pt x="662511" y="1160499"/>
                  </a:cubicBezTo>
                  <a:cubicBezTo>
                    <a:pt x="639282" y="1183161"/>
                    <a:pt x="613157" y="1208147"/>
                    <a:pt x="562069" y="1208147"/>
                  </a:cubicBezTo>
                  <a:cubicBezTo>
                    <a:pt x="512115" y="1208147"/>
                    <a:pt x="485977" y="1183161"/>
                    <a:pt x="462743" y="1160499"/>
                  </a:cubicBezTo>
                  <a:cubicBezTo>
                    <a:pt x="439508" y="1138418"/>
                    <a:pt x="418017" y="1118080"/>
                    <a:pt x="375034" y="1118080"/>
                  </a:cubicBezTo>
                  <a:cubicBezTo>
                    <a:pt x="332073" y="1118080"/>
                    <a:pt x="310593" y="1138418"/>
                    <a:pt x="287371" y="1160499"/>
                  </a:cubicBezTo>
                  <a:cubicBezTo>
                    <a:pt x="264149" y="1183161"/>
                    <a:pt x="238024" y="1208147"/>
                    <a:pt x="187517" y="1208147"/>
                  </a:cubicBezTo>
                  <a:cubicBezTo>
                    <a:pt x="137009" y="1208147"/>
                    <a:pt x="111465" y="1183161"/>
                    <a:pt x="87663" y="1160499"/>
                  </a:cubicBezTo>
                  <a:cubicBezTo>
                    <a:pt x="64441" y="1138418"/>
                    <a:pt x="42960" y="1118080"/>
                    <a:pt x="0" y="1118080"/>
                  </a:cubicBezTo>
                  <a:close/>
                  <a:moveTo>
                    <a:pt x="0" y="1000651"/>
                  </a:moveTo>
                  <a:cubicBezTo>
                    <a:pt x="50507" y="1000651"/>
                    <a:pt x="76632" y="1025079"/>
                    <a:pt x="99855" y="1047762"/>
                  </a:cubicBezTo>
                  <a:cubicBezTo>
                    <a:pt x="123076" y="1070445"/>
                    <a:pt x="144556" y="1090220"/>
                    <a:pt x="187517" y="1090220"/>
                  </a:cubicBezTo>
                  <a:cubicBezTo>
                    <a:pt x="230477" y="1090220"/>
                    <a:pt x="251957" y="1070445"/>
                    <a:pt x="275179" y="1047762"/>
                  </a:cubicBezTo>
                  <a:cubicBezTo>
                    <a:pt x="298982" y="1025661"/>
                    <a:pt x="324526" y="1000651"/>
                    <a:pt x="375034" y="1000651"/>
                  </a:cubicBezTo>
                  <a:cubicBezTo>
                    <a:pt x="425568" y="1000651"/>
                    <a:pt x="451706" y="1025079"/>
                    <a:pt x="474941" y="1047762"/>
                  </a:cubicBezTo>
                  <a:cubicBezTo>
                    <a:pt x="498175" y="1070445"/>
                    <a:pt x="519667" y="1090220"/>
                    <a:pt x="562069" y="1090220"/>
                  </a:cubicBezTo>
                  <a:cubicBezTo>
                    <a:pt x="605610" y="1090220"/>
                    <a:pt x="627090" y="1070445"/>
                    <a:pt x="650315" y="1047762"/>
                  </a:cubicBezTo>
                  <a:cubicBezTo>
                    <a:pt x="672083" y="1027042"/>
                    <a:pt x="696405" y="1003766"/>
                    <a:pt x="740506" y="1000937"/>
                  </a:cubicBezTo>
                  <a:lnTo>
                    <a:pt x="749586" y="1000651"/>
                  </a:lnTo>
                  <a:lnTo>
                    <a:pt x="758889" y="1000931"/>
                  </a:lnTo>
                  <a:cubicBezTo>
                    <a:pt x="803998" y="1003698"/>
                    <a:pt x="828351" y="1026497"/>
                    <a:pt x="850154" y="1047762"/>
                  </a:cubicBezTo>
                  <a:cubicBezTo>
                    <a:pt x="873408" y="1070445"/>
                    <a:pt x="894909" y="1090220"/>
                    <a:pt x="937343" y="1090220"/>
                  </a:cubicBezTo>
                  <a:cubicBezTo>
                    <a:pt x="980892" y="1090220"/>
                    <a:pt x="1002368" y="1070445"/>
                    <a:pt x="1025586" y="1047762"/>
                  </a:cubicBezTo>
                  <a:cubicBezTo>
                    <a:pt x="1047357" y="1027042"/>
                    <a:pt x="1071175" y="1003766"/>
                    <a:pt x="1115684" y="1000937"/>
                  </a:cubicBezTo>
                  <a:lnTo>
                    <a:pt x="1124860" y="1000651"/>
                  </a:lnTo>
                  <a:lnTo>
                    <a:pt x="1134151" y="1000931"/>
                  </a:lnTo>
                  <a:cubicBezTo>
                    <a:pt x="1179136" y="1003698"/>
                    <a:pt x="1202980" y="1026497"/>
                    <a:pt x="1225295" y="1047762"/>
                  </a:cubicBezTo>
                  <a:cubicBezTo>
                    <a:pt x="1248517" y="1070445"/>
                    <a:pt x="1270006" y="1090220"/>
                    <a:pt x="1312377" y="1090220"/>
                  </a:cubicBezTo>
                  <a:cubicBezTo>
                    <a:pt x="1355923" y="1090220"/>
                    <a:pt x="1377398" y="1070445"/>
                    <a:pt x="1400620" y="1047762"/>
                  </a:cubicBezTo>
                  <a:cubicBezTo>
                    <a:pt x="1422391" y="1027042"/>
                    <a:pt x="1446206" y="1003766"/>
                    <a:pt x="1490715" y="1000937"/>
                  </a:cubicBezTo>
                  <a:lnTo>
                    <a:pt x="1499902" y="1000651"/>
                  </a:lnTo>
                  <a:lnTo>
                    <a:pt x="1509200" y="1000931"/>
                  </a:lnTo>
                  <a:cubicBezTo>
                    <a:pt x="1554240" y="1003698"/>
                    <a:pt x="1578118" y="1026497"/>
                    <a:pt x="1600457" y="1047762"/>
                  </a:cubicBezTo>
                  <a:cubicBezTo>
                    <a:pt x="1620811" y="1067610"/>
                    <a:pt x="1639813" y="1085231"/>
                    <a:pt x="1672675" y="1089326"/>
                  </a:cubicBezTo>
                  <a:lnTo>
                    <a:pt x="1687656" y="1090220"/>
                  </a:lnTo>
                  <a:lnTo>
                    <a:pt x="1702991" y="1089326"/>
                  </a:lnTo>
                  <a:cubicBezTo>
                    <a:pt x="1736589" y="1085231"/>
                    <a:pt x="1755583" y="1067610"/>
                    <a:pt x="1775902" y="1047762"/>
                  </a:cubicBezTo>
                  <a:cubicBezTo>
                    <a:pt x="1797671" y="1027042"/>
                    <a:pt x="1821477" y="1003766"/>
                    <a:pt x="1865985" y="1000937"/>
                  </a:cubicBezTo>
                  <a:lnTo>
                    <a:pt x="1875171" y="1000651"/>
                  </a:lnTo>
                  <a:lnTo>
                    <a:pt x="1884453" y="1000931"/>
                  </a:lnTo>
                  <a:cubicBezTo>
                    <a:pt x="1929442" y="1003698"/>
                    <a:pt x="1953295" y="1026497"/>
                    <a:pt x="1975602" y="1047762"/>
                  </a:cubicBezTo>
                  <a:cubicBezTo>
                    <a:pt x="1995922" y="1067610"/>
                    <a:pt x="2014463" y="1085231"/>
                    <a:pt x="2047561" y="1089326"/>
                  </a:cubicBezTo>
                  <a:lnTo>
                    <a:pt x="2062687" y="1090220"/>
                  </a:lnTo>
                  <a:lnTo>
                    <a:pt x="2078025" y="1089326"/>
                  </a:lnTo>
                  <a:cubicBezTo>
                    <a:pt x="2111623" y="1085231"/>
                    <a:pt x="2130614" y="1067610"/>
                    <a:pt x="2150933" y="1047762"/>
                  </a:cubicBezTo>
                  <a:cubicBezTo>
                    <a:pt x="2172701" y="1027042"/>
                    <a:pt x="2196510" y="1003766"/>
                    <a:pt x="2241019" y="1000937"/>
                  </a:cubicBezTo>
                  <a:lnTo>
                    <a:pt x="2250202" y="1000651"/>
                  </a:lnTo>
                  <a:lnTo>
                    <a:pt x="2259500" y="1000931"/>
                  </a:lnTo>
                  <a:cubicBezTo>
                    <a:pt x="2304545" y="1003698"/>
                    <a:pt x="2328421" y="1026497"/>
                    <a:pt x="2350772" y="1047762"/>
                  </a:cubicBezTo>
                  <a:cubicBezTo>
                    <a:pt x="2371110" y="1067610"/>
                    <a:pt x="2389675" y="1085231"/>
                    <a:pt x="2422815" y="1089326"/>
                  </a:cubicBezTo>
                  <a:lnTo>
                    <a:pt x="2437959" y="1090220"/>
                  </a:lnTo>
                  <a:lnTo>
                    <a:pt x="2453275" y="1089326"/>
                  </a:lnTo>
                  <a:cubicBezTo>
                    <a:pt x="2486774" y="1085231"/>
                    <a:pt x="2505375" y="1067610"/>
                    <a:pt x="2526203" y="1047762"/>
                  </a:cubicBezTo>
                  <a:cubicBezTo>
                    <a:pt x="2549424" y="1025661"/>
                    <a:pt x="2574968" y="1000651"/>
                    <a:pt x="2625475" y="1000651"/>
                  </a:cubicBezTo>
                  <a:cubicBezTo>
                    <a:pt x="2676563" y="1000651"/>
                    <a:pt x="2702109" y="1025079"/>
                    <a:pt x="2725913" y="1047762"/>
                  </a:cubicBezTo>
                  <a:cubicBezTo>
                    <a:pt x="2746233" y="1067610"/>
                    <a:pt x="2764773" y="1085231"/>
                    <a:pt x="2797875" y="1089326"/>
                  </a:cubicBezTo>
                  <a:lnTo>
                    <a:pt x="2812992" y="1090220"/>
                  </a:lnTo>
                  <a:lnTo>
                    <a:pt x="2828318" y="1089326"/>
                  </a:lnTo>
                  <a:cubicBezTo>
                    <a:pt x="2861804" y="1085231"/>
                    <a:pt x="2880408" y="1067610"/>
                    <a:pt x="2901235" y="1047762"/>
                  </a:cubicBezTo>
                  <a:cubicBezTo>
                    <a:pt x="2912203" y="1037402"/>
                    <a:pt x="2923640" y="1026403"/>
                    <a:pt x="2937898" y="1017641"/>
                  </a:cubicBezTo>
                  <a:lnTo>
                    <a:pt x="2957425" y="1008527"/>
                  </a:lnTo>
                  <a:lnTo>
                    <a:pt x="2957425" y="1029831"/>
                  </a:lnTo>
                  <a:lnTo>
                    <a:pt x="2944759" y="1034450"/>
                  </a:lnTo>
                  <a:cubicBezTo>
                    <a:pt x="2933426" y="1041849"/>
                    <a:pt x="2923670" y="1051216"/>
                    <a:pt x="2913429" y="1061140"/>
                  </a:cubicBezTo>
                  <a:cubicBezTo>
                    <a:pt x="2891112" y="1082405"/>
                    <a:pt x="2867269" y="1105204"/>
                    <a:pt x="2822285" y="1107971"/>
                  </a:cubicBezTo>
                  <a:lnTo>
                    <a:pt x="2812992" y="1108251"/>
                  </a:lnTo>
                  <a:lnTo>
                    <a:pt x="2803817" y="1107971"/>
                  </a:lnTo>
                  <a:cubicBezTo>
                    <a:pt x="2759309" y="1105204"/>
                    <a:pt x="2735489" y="1082405"/>
                    <a:pt x="2713719" y="1061140"/>
                  </a:cubicBezTo>
                  <a:cubicBezTo>
                    <a:pt x="2689916" y="1038456"/>
                    <a:pt x="2669016" y="1018681"/>
                    <a:pt x="2625475" y="1018681"/>
                  </a:cubicBezTo>
                  <a:cubicBezTo>
                    <a:pt x="2582521" y="1018681"/>
                    <a:pt x="2561615" y="1038456"/>
                    <a:pt x="2538398" y="1061140"/>
                  </a:cubicBezTo>
                  <a:cubicBezTo>
                    <a:pt x="2516079" y="1082405"/>
                    <a:pt x="2492239" y="1105204"/>
                    <a:pt x="2447253" y="1107971"/>
                  </a:cubicBezTo>
                  <a:lnTo>
                    <a:pt x="2437959" y="1108251"/>
                  </a:lnTo>
                  <a:lnTo>
                    <a:pt x="2428768" y="1107971"/>
                  </a:lnTo>
                  <a:cubicBezTo>
                    <a:pt x="2384205" y="1105204"/>
                    <a:pt x="2360364" y="1082405"/>
                    <a:pt x="2338559" y="1061140"/>
                  </a:cubicBezTo>
                  <a:cubicBezTo>
                    <a:pt x="2318221" y="1041292"/>
                    <a:pt x="2299203" y="1023671"/>
                    <a:pt x="2265570" y="1019575"/>
                  </a:cubicBezTo>
                  <a:lnTo>
                    <a:pt x="2250202" y="1018681"/>
                  </a:lnTo>
                  <a:lnTo>
                    <a:pt x="2235078" y="1019575"/>
                  </a:lnTo>
                  <a:cubicBezTo>
                    <a:pt x="2201989" y="1023671"/>
                    <a:pt x="2183438" y="1041292"/>
                    <a:pt x="2163119" y="1061140"/>
                  </a:cubicBezTo>
                  <a:cubicBezTo>
                    <a:pt x="2140811" y="1082405"/>
                    <a:pt x="2116959" y="1105204"/>
                    <a:pt x="2071970" y="1107971"/>
                  </a:cubicBezTo>
                  <a:lnTo>
                    <a:pt x="2062687" y="1108251"/>
                  </a:lnTo>
                  <a:lnTo>
                    <a:pt x="2053502" y="1107971"/>
                  </a:lnTo>
                  <a:cubicBezTo>
                    <a:pt x="2008993" y="1105204"/>
                    <a:pt x="1985187" y="1082405"/>
                    <a:pt x="1963418" y="1061140"/>
                  </a:cubicBezTo>
                  <a:cubicBezTo>
                    <a:pt x="1943099" y="1041292"/>
                    <a:pt x="1924106" y="1023671"/>
                    <a:pt x="1890508" y="1019575"/>
                  </a:cubicBezTo>
                  <a:lnTo>
                    <a:pt x="1875171" y="1018681"/>
                  </a:lnTo>
                  <a:lnTo>
                    <a:pt x="1860044" y="1019575"/>
                  </a:lnTo>
                  <a:cubicBezTo>
                    <a:pt x="1826946" y="1023671"/>
                    <a:pt x="1808405" y="1041292"/>
                    <a:pt x="1788085" y="1061140"/>
                  </a:cubicBezTo>
                  <a:cubicBezTo>
                    <a:pt x="1765780" y="1082405"/>
                    <a:pt x="1741925" y="1105204"/>
                    <a:pt x="1696936" y="1107971"/>
                  </a:cubicBezTo>
                  <a:lnTo>
                    <a:pt x="1687656" y="1108251"/>
                  </a:lnTo>
                  <a:lnTo>
                    <a:pt x="1678456" y="1107971"/>
                  </a:lnTo>
                  <a:cubicBezTo>
                    <a:pt x="1633891" y="1105204"/>
                    <a:pt x="1610048" y="1082405"/>
                    <a:pt x="1588259" y="1061140"/>
                  </a:cubicBezTo>
                  <a:cubicBezTo>
                    <a:pt x="1567905" y="1041292"/>
                    <a:pt x="1548904" y="1023671"/>
                    <a:pt x="1515254" y="1019575"/>
                  </a:cubicBezTo>
                  <a:lnTo>
                    <a:pt x="1499902" y="1018681"/>
                  </a:lnTo>
                  <a:lnTo>
                    <a:pt x="1484938" y="1019575"/>
                  </a:lnTo>
                  <a:cubicBezTo>
                    <a:pt x="1452117" y="1023671"/>
                    <a:pt x="1433131" y="1041292"/>
                    <a:pt x="1412811" y="1061140"/>
                  </a:cubicBezTo>
                  <a:cubicBezTo>
                    <a:pt x="1389009" y="1083823"/>
                    <a:pt x="1363465" y="1108251"/>
                    <a:pt x="1312377" y="1108251"/>
                  </a:cubicBezTo>
                  <a:cubicBezTo>
                    <a:pt x="1261869" y="1108251"/>
                    <a:pt x="1236325" y="1083823"/>
                    <a:pt x="1213103" y="1061140"/>
                  </a:cubicBezTo>
                  <a:cubicBezTo>
                    <a:pt x="1192784" y="1041292"/>
                    <a:pt x="1173800" y="1023671"/>
                    <a:pt x="1140203" y="1019575"/>
                  </a:cubicBezTo>
                  <a:lnTo>
                    <a:pt x="1124860" y="1018681"/>
                  </a:lnTo>
                  <a:lnTo>
                    <a:pt x="1109907" y="1019575"/>
                  </a:lnTo>
                  <a:cubicBezTo>
                    <a:pt x="1077083" y="1023671"/>
                    <a:pt x="1058099" y="1041292"/>
                    <a:pt x="1037780" y="1061140"/>
                  </a:cubicBezTo>
                  <a:cubicBezTo>
                    <a:pt x="1014563" y="1083823"/>
                    <a:pt x="988431" y="1108251"/>
                    <a:pt x="937343" y="1108251"/>
                  </a:cubicBezTo>
                  <a:cubicBezTo>
                    <a:pt x="887352" y="1108251"/>
                    <a:pt x="861195" y="1083823"/>
                    <a:pt x="837942" y="1061140"/>
                  </a:cubicBezTo>
                  <a:cubicBezTo>
                    <a:pt x="817603" y="1041292"/>
                    <a:pt x="798587" y="1023671"/>
                    <a:pt x="764952" y="1019575"/>
                  </a:cubicBezTo>
                  <a:lnTo>
                    <a:pt x="749586" y="1018681"/>
                  </a:lnTo>
                  <a:lnTo>
                    <a:pt x="734638" y="1019575"/>
                  </a:lnTo>
                  <a:cubicBezTo>
                    <a:pt x="701811" y="1023671"/>
                    <a:pt x="682831" y="1041292"/>
                    <a:pt x="662511" y="1061140"/>
                  </a:cubicBezTo>
                  <a:cubicBezTo>
                    <a:pt x="639282" y="1083823"/>
                    <a:pt x="613157" y="1108251"/>
                    <a:pt x="562069" y="1108251"/>
                  </a:cubicBezTo>
                  <a:cubicBezTo>
                    <a:pt x="512115" y="1108251"/>
                    <a:pt x="485977" y="1083823"/>
                    <a:pt x="462743" y="1061140"/>
                  </a:cubicBezTo>
                  <a:cubicBezTo>
                    <a:pt x="439508" y="1038456"/>
                    <a:pt x="418017" y="1018681"/>
                    <a:pt x="375034" y="1018681"/>
                  </a:cubicBezTo>
                  <a:cubicBezTo>
                    <a:pt x="332073" y="1018681"/>
                    <a:pt x="310593" y="1038456"/>
                    <a:pt x="287371" y="1061140"/>
                  </a:cubicBezTo>
                  <a:cubicBezTo>
                    <a:pt x="264149" y="1083823"/>
                    <a:pt x="238024" y="1108251"/>
                    <a:pt x="187517" y="1108251"/>
                  </a:cubicBezTo>
                  <a:cubicBezTo>
                    <a:pt x="137009" y="1108251"/>
                    <a:pt x="111465" y="1083823"/>
                    <a:pt x="87663" y="1061140"/>
                  </a:cubicBezTo>
                  <a:cubicBezTo>
                    <a:pt x="64441" y="1038456"/>
                    <a:pt x="42960" y="1018681"/>
                    <a:pt x="0" y="1018681"/>
                  </a:cubicBezTo>
                  <a:close/>
                  <a:moveTo>
                    <a:pt x="0" y="900273"/>
                  </a:moveTo>
                  <a:cubicBezTo>
                    <a:pt x="50507" y="900273"/>
                    <a:pt x="76632" y="924647"/>
                    <a:pt x="99855" y="947279"/>
                  </a:cubicBezTo>
                  <a:cubicBezTo>
                    <a:pt x="123076" y="969911"/>
                    <a:pt x="144556" y="989642"/>
                    <a:pt x="187517" y="989642"/>
                  </a:cubicBezTo>
                  <a:cubicBezTo>
                    <a:pt x="230477" y="989642"/>
                    <a:pt x="251957" y="969911"/>
                    <a:pt x="275179" y="947279"/>
                  </a:cubicBezTo>
                  <a:cubicBezTo>
                    <a:pt x="298982" y="924647"/>
                    <a:pt x="324526" y="900273"/>
                    <a:pt x="375034" y="900273"/>
                  </a:cubicBezTo>
                  <a:cubicBezTo>
                    <a:pt x="425568" y="900273"/>
                    <a:pt x="451706" y="924647"/>
                    <a:pt x="474941" y="947279"/>
                  </a:cubicBezTo>
                  <a:cubicBezTo>
                    <a:pt x="498175" y="969911"/>
                    <a:pt x="519667" y="989642"/>
                    <a:pt x="562069" y="989642"/>
                  </a:cubicBezTo>
                  <a:cubicBezTo>
                    <a:pt x="605610" y="989642"/>
                    <a:pt x="627090" y="969911"/>
                    <a:pt x="650315" y="947279"/>
                  </a:cubicBezTo>
                  <a:cubicBezTo>
                    <a:pt x="672083" y="926061"/>
                    <a:pt x="696405" y="903313"/>
                    <a:pt x="740506" y="900552"/>
                  </a:cubicBezTo>
                  <a:lnTo>
                    <a:pt x="749586" y="900273"/>
                  </a:lnTo>
                  <a:lnTo>
                    <a:pt x="758889" y="900552"/>
                  </a:lnTo>
                  <a:cubicBezTo>
                    <a:pt x="803998" y="903313"/>
                    <a:pt x="828351" y="926061"/>
                    <a:pt x="850154" y="947279"/>
                  </a:cubicBezTo>
                  <a:cubicBezTo>
                    <a:pt x="873408" y="969911"/>
                    <a:pt x="894909" y="989642"/>
                    <a:pt x="937343" y="989642"/>
                  </a:cubicBezTo>
                  <a:cubicBezTo>
                    <a:pt x="980892" y="989642"/>
                    <a:pt x="1002368" y="969911"/>
                    <a:pt x="1025586" y="947279"/>
                  </a:cubicBezTo>
                  <a:cubicBezTo>
                    <a:pt x="1047357" y="926061"/>
                    <a:pt x="1071175" y="903313"/>
                    <a:pt x="1115684" y="900552"/>
                  </a:cubicBezTo>
                  <a:lnTo>
                    <a:pt x="1124860" y="900273"/>
                  </a:lnTo>
                  <a:lnTo>
                    <a:pt x="1134151" y="900552"/>
                  </a:lnTo>
                  <a:cubicBezTo>
                    <a:pt x="1179136" y="903313"/>
                    <a:pt x="1202980" y="926061"/>
                    <a:pt x="1225295" y="947279"/>
                  </a:cubicBezTo>
                  <a:cubicBezTo>
                    <a:pt x="1248517" y="969911"/>
                    <a:pt x="1270006" y="989642"/>
                    <a:pt x="1312377" y="989642"/>
                  </a:cubicBezTo>
                  <a:cubicBezTo>
                    <a:pt x="1355923" y="989642"/>
                    <a:pt x="1377398" y="969911"/>
                    <a:pt x="1400620" y="947279"/>
                  </a:cubicBezTo>
                  <a:cubicBezTo>
                    <a:pt x="1422391" y="926061"/>
                    <a:pt x="1446206" y="903313"/>
                    <a:pt x="1490715" y="900552"/>
                  </a:cubicBezTo>
                  <a:lnTo>
                    <a:pt x="1499902" y="900273"/>
                  </a:lnTo>
                  <a:lnTo>
                    <a:pt x="1509200" y="900552"/>
                  </a:lnTo>
                  <a:cubicBezTo>
                    <a:pt x="1554240" y="903313"/>
                    <a:pt x="1578118" y="926061"/>
                    <a:pt x="1600457" y="947279"/>
                  </a:cubicBezTo>
                  <a:cubicBezTo>
                    <a:pt x="1620811" y="967082"/>
                    <a:pt x="1639813" y="984664"/>
                    <a:pt x="1672675" y="988750"/>
                  </a:cubicBezTo>
                  <a:lnTo>
                    <a:pt x="1687656" y="989642"/>
                  </a:lnTo>
                  <a:lnTo>
                    <a:pt x="1702991" y="988750"/>
                  </a:lnTo>
                  <a:cubicBezTo>
                    <a:pt x="1736589" y="984664"/>
                    <a:pt x="1755583" y="967082"/>
                    <a:pt x="1775902" y="947279"/>
                  </a:cubicBezTo>
                  <a:cubicBezTo>
                    <a:pt x="1797671" y="926061"/>
                    <a:pt x="1821477" y="903313"/>
                    <a:pt x="1865985" y="900552"/>
                  </a:cubicBezTo>
                  <a:lnTo>
                    <a:pt x="1875171" y="900273"/>
                  </a:lnTo>
                  <a:lnTo>
                    <a:pt x="1884453" y="900552"/>
                  </a:lnTo>
                  <a:cubicBezTo>
                    <a:pt x="1929442" y="903313"/>
                    <a:pt x="1953295" y="926061"/>
                    <a:pt x="1975602" y="947279"/>
                  </a:cubicBezTo>
                  <a:cubicBezTo>
                    <a:pt x="1995922" y="967082"/>
                    <a:pt x="2014463" y="984664"/>
                    <a:pt x="2047561" y="988750"/>
                  </a:cubicBezTo>
                  <a:lnTo>
                    <a:pt x="2062687" y="989642"/>
                  </a:lnTo>
                  <a:lnTo>
                    <a:pt x="2078025" y="988750"/>
                  </a:lnTo>
                  <a:cubicBezTo>
                    <a:pt x="2111623" y="984664"/>
                    <a:pt x="2130614" y="967082"/>
                    <a:pt x="2150933" y="947279"/>
                  </a:cubicBezTo>
                  <a:cubicBezTo>
                    <a:pt x="2172701" y="926061"/>
                    <a:pt x="2196510" y="903313"/>
                    <a:pt x="2241019" y="900552"/>
                  </a:cubicBezTo>
                  <a:lnTo>
                    <a:pt x="2250202" y="900273"/>
                  </a:lnTo>
                  <a:lnTo>
                    <a:pt x="2259500" y="900552"/>
                  </a:lnTo>
                  <a:cubicBezTo>
                    <a:pt x="2304545" y="903313"/>
                    <a:pt x="2328421" y="926061"/>
                    <a:pt x="2350772" y="947279"/>
                  </a:cubicBezTo>
                  <a:cubicBezTo>
                    <a:pt x="2371110" y="967082"/>
                    <a:pt x="2389675" y="984664"/>
                    <a:pt x="2422815" y="988750"/>
                  </a:cubicBezTo>
                  <a:lnTo>
                    <a:pt x="2437959" y="989642"/>
                  </a:lnTo>
                  <a:lnTo>
                    <a:pt x="2453275" y="988750"/>
                  </a:lnTo>
                  <a:cubicBezTo>
                    <a:pt x="2486774" y="984664"/>
                    <a:pt x="2505375" y="967082"/>
                    <a:pt x="2526203" y="947279"/>
                  </a:cubicBezTo>
                  <a:cubicBezTo>
                    <a:pt x="2549424" y="924647"/>
                    <a:pt x="2574968" y="900273"/>
                    <a:pt x="2625475" y="900273"/>
                  </a:cubicBezTo>
                  <a:cubicBezTo>
                    <a:pt x="2676563" y="900273"/>
                    <a:pt x="2702109" y="924647"/>
                    <a:pt x="2725913" y="947279"/>
                  </a:cubicBezTo>
                  <a:cubicBezTo>
                    <a:pt x="2746233" y="967082"/>
                    <a:pt x="2764773" y="984664"/>
                    <a:pt x="2797875" y="988750"/>
                  </a:cubicBezTo>
                  <a:lnTo>
                    <a:pt x="2812992" y="989642"/>
                  </a:lnTo>
                  <a:lnTo>
                    <a:pt x="2828318" y="988750"/>
                  </a:lnTo>
                  <a:cubicBezTo>
                    <a:pt x="2861804" y="984664"/>
                    <a:pt x="2880408" y="967082"/>
                    <a:pt x="2901235" y="947279"/>
                  </a:cubicBezTo>
                  <a:cubicBezTo>
                    <a:pt x="2912200" y="936670"/>
                    <a:pt x="2923635" y="925679"/>
                    <a:pt x="2937893" y="916994"/>
                  </a:cubicBezTo>
                  <a:lnTo>
                    <a:pt x="2957425" y="907999"/>
                  </a:lnTo>
                  <a:lnTo>
                    <a:pt x="2957425" y="929386"/>
                  </a:lnTo>
                  <a:lnTo>
                    <a:pt x="2944754" y="933997"/>
                  </a:lnTo>
                  <a:cubicBezTo>
                    <a:pt x="2933421" y="941378"/>
                    <a:pt x="2923667" y="950725"/>
                    <a:pt x="2913429" y="960626"/>
                  </a:cubicBezTo>
                  <a:cubicBezTo>
                    <a:pt x="2891112" y="981844"/>
                    <a:pt x="2867269" y="1004592"/>
                    <a:pt x="2822285" y="1007353"/>
                  </a:cubicBezTo>
                  <a:lnTo>
                    <a:pt x="2812992" y="1007632"/>
                  </a:lnTo>
                  <a:lnTo>
                    <a:pt x="2803817" y="1007346"/>
                  </a:lnTo>
                  <a:cubicBezTo>
                    <a:pt x="2759309" y="1004524"/>
                    <a:pt x="2735489" y="981300"/>
                    <a:pt x="2713719" y="960626"/>
                  </a:cubicBezTo>
                  <a:cubicBezTo>
                    <a:pt x="2689916" y="937994"/>
                    <a:pt x="2669016" y="918263"/>
                    <a:pt x="2625475" y="918263"/>
                  </a:cubicBezTo>
                  <a:cubicBezTo>
                    <a:pt x="2582521" y="918263"/>
                    <a:pt x="2561615" y="937994"/>
                    <a:pt x="2538398" y="960626"/>
                  </a:cubicBezTo>
                  <a:cubicBezTo>
                    <a:pt x="2516079" y="981844"/>
                    <a:pt x="2492239" y="1004592"/>
                    <a:pt x="2447253" y="1007353"/>
                  </a:cubicBezTo>
                  <a:lnTo>
                    <a:pt x="2437959" y="1007632"/>
                  </a:lnTo>
                  <a:lnTo>
                    <a:pt x="2428768" y="1007346"/>
                  </a:lnTo>
                  <a:cubicBezTo>
                    <a:pt x="2384205" y="1004524"/>
                    <a:pt x="2360364" y="981300"/>
                    <a:pt x="2338559" y="960626"/>
                  </a:cubicBezTo>
                  <a:cubicBezTo>
                    <a:pt x="2318221" y="940823"/>
                    <a:pt x="2299203" y="923241"/>
                    <a:pt x="2265570" y="919155"/>
                  </a:cubicBezTo>
                  <a:lnTo>
                    <a:pt x="2250202" y="918263"/>
                  </a:lnTo>
                  <a:lnTo>
                    <a:pt x="2235078" y="919155"/>
                  </a:lnTo>
                  <a:cubicBezTo>
                    <a:pt x="2201989" y="923241"/>
                    <a:pt x="2183438" y="940823"/>
                    <a:pt x="2163119" y="960626"/>
                  </a:cubicBezTo>
                  <a:cubicBezTo>
                    <a:pt x="2140811" y="981844"/>
                    <a:pt x="2116959" y="1004592"/>
                    <a:pt x="2071970" y="1007353"/>
                  </a:cubicBezTo>
                  <a:lnTo>
                    <a:pt x="2062687" y="1007632"/>
                  </a:lnTo>
                  <a:lnTo>
                    <a:pt x="2053502" y="1007346"/>
                  </a:lnTo>
                  <a:cubicBezTo>
                    <a:pt x="2008993" y="1004524"/>
                    <a:pt x="1985187" y="981300"/>
                    <a:pt x="1963418" y="960626"/>
                  </a:cubicBezTo>
                  <a:cubicBezTo>
                    <a:pt x="1943099" y="940823"/>
                    <a:pt x="1924106" y="923241"/>
                    <a:pt x="1890508" y="919155"/>
                  </a:cubicBezTo>
                  <a:lnTo>
                    <a:pt x="1875171" y="918263"/>
                  </a:lnTo>
                  <a:lnTo>
                    <a:pt x="1860044" y="919155"/>
                  </a:lnTo>
                  <a:cubicBezTo>
                    <a:pt x="1826946" y="923241"/>
                    <a:pt x="1808405" y="940823"/>
                    <a:pt x="1788085" y="960626"/>
                  </a:cubicBezTo>
                  <a:cubicBezTo>
                    <a:pt x="1765780" y="981844"/>
                    <a:pt x="1741925" y="1004592"/>
                    <a:pt x="1696936" y="1007353"/>
                  </a:cubicBezTo>
                  <a:lnTo>
                    <a:pt x="1687656" y="1007632"/>
                  </a:lnTo>
                  <a:lnTo>
                    <a:pt x="1678456" y="1007346"/>
                  </a:lnTo>
                  <a:cubicBezTo>
                    <a:pt x="1633891" y="1004524"/>
                    <a:pt x="1610048" y="981300"/>
                    <a:pt x="1588259" y="960626"/>
                  </a:cubicBezTo>
                  <a:cubicBezTo>
                    <a:pt x="1567905" y="940823"/>
                    <a:pt x="1548904" y="923241"/>
                    <a:pt x="1515254" y="919155"/>
                  </a:cubicBezTo>
                  <a:lnTo>
                    <a:pt x="1499902" y="918263"/>
                  </a:lnTo>
                  <a:lnTo>
                    <a:pt x="1484938" y="919155"/>
                  </a:lnTo>
                  <a:cubicBezTo>
                    <a:pt x="1452117" y="923241"/>
                    <a:pt x="1433131" y="940823"/>
                    <a:pt x="1412811" y="960626"/>
                  </a:cubicBezTo>
                  <a:cubicBezTo>
                    <a:pt x="1389009" y="983259"/>
                    <a:pt x="1363465" y="1007632"/>
                    <a:pt x="1312377" y="1007632"/>
                  </a:cubicBezTo>
                  <a:cubicBezTo>
                    <a:pt x="1261869" y="1007632"/>
                    <a:pt x="1236325" y="982678"/>
                    <a:pt x="1213103" y="960626"/>
                  </a:cubicBezTo>
                  <a:cubicBezTo>
                    <a:pt x="1192784" y="940823"/>
                    <a:pt x="1173800" y="923241"/>
                    <a:pt x="1140203" y="919155"/>
                  </a:cubicBezTo>
                  <a:lnTo>
                    <a:pt x="1124860" y="918263"/>
                  </a:lnTo>
                  <a:lnTo>
                    <a:pt x="1109907" y="919155"/>
                  </a:lnTo>
                  <a:cubicBezTo>
                    <a:pt x="1077083" y="923241"/>
                    <a:pt x="1058099" y="940823"/>
                    <a:pt x="1037780" y="960626"/>
                  </a:cubicBezTo>
                  <a:cubicBezTo>
                    <a:pt x="1014563" y="983259"/>
                    <a:pt x="988431" y="1007632"/>
                    <a:pt x="937343" y="1007632"/>
                  </a:cubicBezTo>
                  <a:cubicBezTo>
                    <a:pt x="887352" y="1007632"/>
                    <a:pt x="861195" y="982678"/>
                    <a:pt x="837942" y="960626"/>
                  </a:cubicBezTo>
                  <a:cubicBezTo>
                    <a:pt x="817603" y="940823"/>
                    <a:pt x="798587" y="923241"/>
                    <a:pt x="764952" y="919155"/>
                  </a:cubicBezTo>
                  <a:lnTo>
                    <a:pt x="749586" y="918263"/>
                  </a:lnTo>
                  <a:lnTo>
                    <a:pt x="734638" y="919155"/>
                  </a:lnTo>
                  <a:cubicBezTo>
                    <a:pt x="701811" y="923241"/>
                    <a:pt x="682831" y="940823"/>
                    <a:pt x="662511" y="960626"/>
                  </a:cubicBezTo>
                  <a:cubicBezTo>
                    <a:pt x="639282" y="983259"/>
                    <a:pt x="613157" y="1007632"/>
                    <a:pt x="562069" y="1007632"/>
                  </a:cubicBezTo>
                  <a:cubicBezTo>
                    <a:pt x="512115" y="1007632"/>
                    <a:pt x="485977" y="982678"/>
                    <a:pt x="462743" y="960626"/>
                  </a:cubicBezTo>
                  <a:cubicBezTo>
                    <a:pt x="439508" y="937994"/>
                    <a:pt x="418017" y="918263"/>
                    <a:pt x="375034" y="918263"/>
                  </a:cubicBezTo>
                  <a:cubicBezTo>
                    <a:pt x="332073" y="918263"/>
                    <a:pt x="310593" y="937994"/>
                    <a:pt x="287371" y="960626"/>
                  </a:cubicBezTo>
                  <a:cubicBezTo>
                    <a:pt x="264149" y="983259"/>
                    <a:pt x="238024" y="1007632"/>
                    <a:pt x="187517" y="1007632"/>
                  </a:cubicBezTo>
                  <a:cubicBezTo>
                    <a:pt x="137009" y="1007632"/>
                    <a:pt x="111465" y="982678"/>
                    <a:pt x="87663" y="960626"/>
                  </a:cubicBezTo>
                  <a:cubicBezTo>
                    <a:pt x="64441" y="937994"/>
                    <a:pt x="42960" y="918263"/>
                    <a:pt x="0" y="918263"/>
                  </a:cubicBezTo>
                  <a:close/>
                  <a:moveTo>
                    <a:pt x="0" y="800136"/>
                  </a:moveTo>
                  <a:cubicBezTo>
                    <a:pt x="50507" y="800136"/>
                    <a:pt x="76632" y="825122"/>
                    <a:pt x="99855" y="847784"/>
                  </a:cubicBezTo>
                  <a:cubicBezTo>
                    <a:pt x="123076" y="869865"/>
                    <a:pt x="144556" y="890203"/>
                    <a:pt x="187517" y="890203"/>
                  </a:cubicBezTo>
                  <a:cubicBezTo>
                    <a:pt x="230477" y="890203"/>
                    <a:pt x="251957" y="869865"/>
                    <a:pt x="275179" y="847784"/>
                  </a:cubicBezTo>
                  <a:cubicBezTo>
                    <a:pt x="298982" y="825122"/>
                    <a:pt x="324526" y="800136"/>
                    <a:pt x="375034" y="800136"/>
                  </a:cubicBezTo>
                  <a:cubicBezTo>
                    <a:pt x="425568" y="800136"/>
                    <a:pt x="451706" y="825122"/>
                    <a:pt x="474941" y="847784"/>
                  </a:cubicBezTo>
                  <a:cubicBezTo>
                    <a:pt x="498175" y="869865"/>
                    <a:pt x="519667" y="890203"/>
                    <a:pt x="562069" y="890203"/>
                  </a:cubicBezTo>
                  <a:cubicBezTo>
                    <a:pt x="605610" y="890203"/>
                    <a:pt x="627090" y="869865"/>
                    <a:pt x="650315" y="847784"/>
                  </a:cubicBezTo>
                  <a:cubicBezTo>
                    <a:pt x="672083" y="826539"/>
                    <a:pt x="696405" y="803250"/>
                    <a:pt x="740506" y="800422"/>
                  </a:cubicBezTo>
                  <a:lnTo>
                    <a:pt x="749586" y="800136"/>
                  </a:lnTo>
                  <a:lnTo>
                    <a:pt x="758889" y="800422"/>
                  </a:lnTo>
                  <a:cubicBezTo>
                    <a:pt x="803998" y="803250"/>
                    <a:pt x="828351" y="826539"/>
                    <a:pt x="850154" y="847784"/>
                  </a:cubicBezTo>
                  <a:cubicBezTo>
                    <a:pt x="873408" y="869865"/>
                    <a:pt x="894909" y="890203"/>
                    <a:pt x="937343" y="890203"/>
                  </a:cubicBezTo>
                  <a:cubicBezTo>
                    <a:pt x="980892" y="890203"/>
                    <a:pt x="1002368" y="869865"/>
                    <a:pt x="1025586" y="847784"/>
                  </a:cubicBezTo>
                  <a:cubicBezTo>
                    <a:pt x="1047357" y="826539"/>
                    <a:pt x="1071175" y="803250"/>
                    <a:pt x="1115684" y="800422"/>
                  </a:cubicBezTo>
                  <a:lnTo>
                    <a:pt x="1124860" y="800136"/>
                  </a:lnTo>
                  <a:lnTo>
                    <a:pt x="1134151" y="800422"/>
                  </a:lnTo>
                  <a:cubicBezTo>
                    <a:pt x="1179136" y="803250"/>
                    <a:pt x="1202980" y="826539"/>
                    <a:pt x="1225295" y="847784"/>
                  </a:cubicBezTo>
                  <a:cubicBezTo>
                    <a:pt x="1248517" y="869865"/>
                    <a:pt x="1270006" y="890203"/>
                    <a:pt x="1312377" y="890203"/>
                  </a:cubicBezTo>
                  <a:cubicBezTo>
                    <a:pt x="1355923" y="890203"/>
                    <a:pt x="1377398" y="869865"/>
                    <a:pt x="1400620" y="847784"/>
                  </a:cubicBezTo>
                  <a:cubicBezTo>
                    <a:pt x="1422391" y="826539"/>
                    <a:pt x="1446206" y="803250"/>
                    <a:pt x="1490715" y="800422"/>
                  </a:cubicBezTo>
                  <a:lnTo>
                    <a:pt x="1499902" y="800136"/>
                  </a:lnTo>
                  <a:lnTo>
                    <a:pt x="1509200" y="800422"/>
                  </a:lnTo>
                  <a:cubicBezTo>
                    <a:pt x="1554240" y="803250"/>
                    <a:pt x="1578118" y="826539"/>
                    <a:pt x="1600457" y="847784"/>
                  </a:cubicBezTo>
                  <a:cubicBezTo>
                    <a:pt x="1620811" y="867105"/>
                    <a:pt x="1639813" y="885092"/>
                    <a:pt x="1672675" y="889286"/>
                  </a:cubicBezTo>
                  <a:lnTo>
                    <a:pt x="1687656" y="890203"/>
                  </a:lnTo>
                  <a:lnTo>
                    <a:pt x="1702991" y="889286"/>
                  </a:lnTo>
                  <a:cubicBezTo>
                    <a:pt x="1736589" y="885092"/>
                    <a:pt x="1755583" y="867105"/>
                    <a:pt x="1775902" y="847784"/>
                  </a:cubicBezTo>
                  <a:cubicBezTo>
                    <a:pt x="1797671" y="826539"/>
                    <a:pt x="1821477" y="803250"/>
                    <a:pt x="1865985" y="800422"/>
                  </a:cubicBezTo>
                  <a:lnTo>
                    <a:pt x="1875171" y="800136"/>
                  </a:lnTo>
                  <a:lnTo>
                    <a:pt x="1884453" y="800422"/>
                  </a:lnTo>
                  <a:cubicBezTo>
                    <a:pt x="1929442" y="803250"/>
                    <a:pt x="1953295" y="826539"/>
                    <a:pt x="1975602" y="847784"/>
                  </a:cubicBezTo>
                  <a:cubicBezTo>
                    <a:pt x="1995922" y="867105"/>
                    <a:pt x="2014463" y="885092"/>
                    <a:pt x="2047561" y="889286"/>
                  </a:cubicBezTo>
                  <a:lnTo>
                    <a:pt x="2062687" y="890203"/>
                  </a:lnTo>
                  <a:lnTo>
                    <a:pt x="2078025" y="889286"/>
                  </a:lnTo>
                  <a:cubicBezTo>
                    <a:pt x="2111623" y="885092"/>
                    <a:pt x="2130614" y="867105"/>
                    <a:pt x="2150933" y="847784"/>
                  </a:cubicBezTo>
                  <a:cubicBezTo>
                    <a:pt x="2172701" y="826539"/>
                    <a:pt x="2196510" y="803250"/>
                    <a:pt x="2241019" y="800422"/>
                  </a:cubicBezTo>
                  <a:lnTo>
                    <a:pt x="2250202" y="800136"/>
                  </a:lnTo>
                  <a:lnTo>
                    <a:pt x="2259500" y="800422"/>
                  </a:lnTo>
                  <a:cubicBezTo>
                    <a:pt x="2304545" y="803250"/>
                    <a:pt x="2328421" y="826539"/>
                    <a:pt x="2350772" y="847784"/>
                  </a:cubicBezTo>
                  <a:cubicBezTo>
                    <a:pt x="2371110" y="867105"/>
                    <a:pt x="2389675" y="885092"/>
                    <a:pt x="2422815" y="889286"/>
                  </a:cubicBezTo>
                  <a:lnTo>
                    <a:pt x="2437959" y="890203"/>
                  </a:lnTo>
                  <a:lnTo>
                    <a:pt x="2453275" y="889286"/>
                  </a:lnTo>
                  <a:cubicBezTo>
                    <a:pt x="2486774" y="885092"/>
                    <a:pt x="2505375" y="867105"/>
                    <a:pt x="2526203" y="847784"/>
                  </a:cubicBezTo>
                  <a:cubicBezTo>
                    <a:pt x="2549424" y="825122"/>
                    <a:pt x="2574968" y="800136"/>
                    <a:pt x="2625475" y="800136"/>
                  </a:cubicBezTo>
                  <a:cubicBezTo>
                    <a:pt x="2676563" y="800136"/>
                    <a:pt x="2702109" y="825122"/>
                    <a:pt x="2725913" y="847784"/>
                  </a:cubicBezTo>
                  <a:cubicBezTo>
                    <a:pt x="2746233" y="867105"/>
                    <a:pt x="2764773" y="885092"/>
                    <a:pt x="2797875" y="889286"/>
                  </a:cubicBezTo>
                  <a:lnTo>
                    <a:pt x="2812992" y="890203"/>
                  </a:lnTo>
                  <a:lnTo>
                    <a:pt x="2828318" y="889286"/>
                  </a:lnTo>
                  <a:cubicBezTo>
                    <a:pt x="2861804" y="885092"/>
                    <a:pt x="2880408" y="867105"/>
                    <a:pt x="2901235" y="847784"/>
                  </a:cubicBezTo>
                  <a:cubicBezTo>
                    <a:pt x="2912197" y="837161"/>
                    <a:pt x="2923631" y="826028"/>
                    <a:pt x="2937888" y="817197"/>
                  </a:cubicBezTo>
                  <a:lnTo>
                    <a:pt x="2957425" y="808027"/>
                  </a:lnTo>
                  <a:lnTo>
                    <a:pt x="2957425" y="829459"/>
                  </a:lnTo>
                  <a:lnTo>
                    <a:pt x="2944748" y="834145"/>
                  </a:lnTo>
                  <a:cubicBezTo>
                    <a:pt x="2933417" y="841581"/>
                    <a:pt x="2923664" y="850908"/>
                    <a:pt x="2913429" y="860568"/>
                  </a:cubicBezTo>
                  <a:cubicBezTo>
                    <a:pt x="2891112" y="881814"/>
                    <a:pt x="2867269" y="905103"/>
                    <a:pt x="2822285" y="907931"/>
                  </a:cubicBezTo>
                  <a:lnTo>
                    <a:pt x="2812992" y="908217"/>
                  </a:lnTo>
                  <a:lnTo>
                    <a:pt x="2803817" y="907931"/>
                  </a:lnTo>
                  <a:cubicBezTo>
                    <a:pt x="2759309" y="905103"/>
                    <a:pt x="2735489" y="881814"/>
                    <a:pt x="2713719" y="860568"/>
                  </a:cubicBezTo>
                  <a:cubicBezTo>
                    <a:pt x="2689916" y="838487"/>
                    <a:pt x="2669016" y="818149"/>
                    <a:pt x="2625475" y="818149"/>
                  </a:cubicBezTo>
                  <a:cubicBezTo>
                    <a:pt x="2582521" y="818149"/>
                    <a:pt x="2561615" y="838487"/>
                    <a:pt x="2538398" y="860568"/>
                  </a:cubicBezTo>
                  <a:cubicBezTo>
                    <a:pt x="2516079" y="881814"/>
                    <a:pt x="2492239" y="905103"/>
                    <a:pt x="2447253" y="907931"/>
                  </a:cubicBezTo>
                  <a:lnTo>
                    <a:pt x="2437959" y="908217"/>
                  </a:lnTo>
                  <a:lnTo>
                    <a:pt x="2428768" y="907931"/>
                  </a:lnTo>
                  <a:cubicBezTo>
                    <a:pt x="2384205" y="905103"/>
                    <a:pt x="2360364" y="881814"/>
                    <a:pt x="2338559" y="860568"/>
                  </a:cubicBezTo>
                  <a:cubicBezTo>
                    <a:pt x="2318221" y="841247"/>
                    <a:pt x="2299203" y="823261"/>
                    <a:pt x="2265570" y="819066"/>
                  </a:cubicBezTo>
                  <a:lnTo>
                    <a:pt x="2250202" y="818149"/>
                  </a:lnTo>
                  <a:lnTo>
                    <a:pt x="2235078" y="819066"/>
                  </a:lnTo>
                  <a:cubicBezTo>
                    <a:pt x="2201989" y="823261"/>
                    <a:pt x="2183438" y="841247"/>
                    <a:pt x="2163119" y="860568"/>
                  </a:cubicBezTo>
                  <a:cubicBezTo>
                    <a:pt x="2140811" y="881814"/>
                    <a:pt x="2116959" y="905103"/>
                    <a:pt x="2071970" y="907931"/>
                  </a:cubicBezTo>
                  <a:lnTo>
                    <a:pt x="2062687" y="908217"/>
                  </a:lnTo>
                  <a:lnTo>
                    <a:pt x="2053502" y="907931"/>
                  </a:lnTo>
                  <a:cubicBezTo>
                    <a:pt x="2008993" y="905103"/>
                    <a:pt x="1985187" y="881814"/>
                    <a:pt x="1963418" y="860568"/>
                  </a:cubicBezTo>
                  <a:cubicBezTo>
                    <a:pt x="1943099" y="841247"/>
                    <a:pt x="1924106" y="823261"/>
                    <a:pt x="1890508" y="819066"/>
                  </a:cubicBezTo>
                  <a:lnTo>
                    <a:pt x="1875171" y="818149"/>
                  </a:lnTo>
                  <a:lnTo>
                    <a:pt x="1860044" y="819066"/>
                  </a:lnTo>
                  <a:cubicBezTo>
                    <a:pt x="1826946" y="823261"/>
                    <a:pt x="1808405" y="841247"/>
                    <a:pt x="1788085" y="860568"/>
                  </a:cubicBezTo>
                  <a:cubicBezTo>
                    <a:pt x="1765780" y="881814"/>
                    <a:pt x="1741925" y="905103"/>
                    <a:pt x="1696936" y="907931"/>
                  </a:cubicBezTo>
                  <a:lnTo>
                    <a:pt x="1687656" y="908217"/>
                  </a:lnTo>
                  <a:lnTo>
                    <a:pt x="1678456" y="907931"/>
                  </a:lnTo>
                  <a:cubicBezTo>
                    <a:pt x="1633891" y="905103"/>
                    <a:pt x="1610048" y="881814"/>
                    <a:pt x="1588259" y="860568"/>
                  </a:cubicBezTo>
                  <a:cubicBezTo>
                    <a:pt x="1567905" y="841247"/>
                    <a:pt x="1548904" y="823261"/>
                    <a:pt x="1515254" y="819066"/>
                  </a:cubicBezTo>
                  <a:lnTo>
                    <a:pt x="1499902" y="818149"/>
                  </a:lnTo>
                  <a:lnTo>
                    <a:pt x="1484938" y="819066"/>
                  </a:lnTo>
                  <a:cubicBezTo>
                    <a:pt x="1452117" y="823261"/>
                    <a:pt x="1433131" y="841247"/>
                    <a:pt x="1412811" y="860568"/>
                  </a:cubicBezTo>
                  <a:cubicBezTo>
                    <a:pt x="1389009" y="883230"/>
                    <a:pt x="1363465" y="908217"/>
                    <a:pt x="1312377" y="908217"/>
                  </a:cubicBezTo>
                  <a:cubicBezTo>
                    <a:pt x="1261869" y="908217"/>
                    <a:pt x="1236325" y="883230"/>
                    <a:pt x="1213103" y="860568"/>
                  </a:cubicBezTo>
                  <a:cubicBezTo>
                    <a:pt x="1192784" y="841247"/>
                    <a:pt x="1173800" y="823261"/>
                    <a:pt x="1140203" y="819066"/>
                  </a:cubicBezTo>
                  <a:lnTo>
                    <a:pt x="1124860" y="818149"/>
                  </a:lnTo>
                  <a:lnTo>
                    <a:pt x="1109907" y="819066"/>
                  </a:lnTo>
                  <a:cubicBezTo>
                    <a:pt x="1077083" y="823261"/>
                    <a:pt x="1058099" y="841247"/>
                    <a:pt x="1037780" y="860568"/>
                  </a:cubicBezTo>
                  <a:cubicBezTo>
                    <a:pt x="1014563" y="883230"/>
                    <a:pt x="988431" y="908217"/>
                    <a:pt x="937343" y="908217"/>
                  </a:cubicBezTo>
                  <a:cubicBezTo>
                    <a:pt x="887352" y="908217"/>
                    <a:pt x="861195" y="883230"/>
                    <a:pt x="837942" y="860568"/>
                  </a:cubicBezTo>
                  <a:cubicBezTo>
                    <a:pt x="817603" y="841247"/>
                    <a:pt x="798587" y="823261"/>
                    <a:pt x="764952" y="819066"/>
                  </a:cubicBezTo>
                  <a:lnTo>
                    <a:pt x="749586" y="818149"/>
                  </a:lnTo>
                  <a:lnTo>
                    <a:pt x="734638" y="819066"/>
                  </a:lnTo>
                  <a:cubicBezTo>
                    <a:pt x="701811" y="823261"/>
                    <a:pt x="682831" y="841247"/>
                    <a:pt x="662511" y="860568"/>
                  </a:cubicBezTo>
                  <a:cubicBezTo>
                    <a:pt x="639282" y="883230"/>
                    <a:pt x="613157" y="908217"/>
                    <a:pt x="562069" y="908217"/>
                  </a:cubicBezTo>
                  <a:cubicBezTo>
                    <a:pt x="512115" y="908217"/>
                    <a:pt x="485977" y="883230"/>
                    <a:pt x="462743" y="860568"/>
                  </a:cubicBezTo>
                  <a:cubicBezTo>
                    <a:pt x="439508" y="838487"/>
                    <a:pt x="418017" y="818149"/>
                    <a:pt x="375034" y="818149"/>
                  </a:cubicBezTo>
                  <a:cubicBezTo>
                    <a:pt x="332073" y="818149"/>
                    <a:pt x="310593" y="838487"/>
                    <a:pt x="287371" y="860568"/>
                  </a:cubicBezTo>
                  <a:cubicBezTo>
                    <a:pt x="264149" y="883230"/>
                    <a:pt x="238024" y="908217"/>
                    <a:pt x="187517" y="908217"/>
                  </a:cubicBezTo>
                  <a:cubicBezTo>
                    <a:pt x="137009" y="908217"/>
                    <a:pt x="111465" y="883230"/>
                    <a:pt x="87663" y="860568"/>
                  </a:cubicBezTo>
                  <a:cubicBezTo>
                    <a:pt x="64441" y="838487"/>
                    <a:pt x="42960" y="818149"/>
                    <a:pt x="0" y="818149"/>
                  </a:cubicBezTo>
                  <a:close/>
                  <a:moveTo>
                    <a:pt x="0" y="700961"/>
                  </a:moveTo>
                  <a:cubicBezTo>
                    <a:pt x="50507" y="700961"/>
                    <a:pt x="76632" y="725335"/>
                    <a:pt x="99855" y="747967"/>
                  </a:cubicBezTo>
                  <a:cubicBezTo>
                    <a:pt x="123076" y="770599"/>
                    <a:pt x="144556" y="790330"/>
                    <a:pt x="187517" y="790330"/>
                  </a:cubicBezTo>
                  <a:cubicBezTo>
                    <a:pt x="230477" y="790330"/>
                    <a:pt x="251957" y="770599"/>
                    <a:pt x="275179" y="747967"/>
                  </a:cubicBezTo>
                  <a:cubicBezTo>
                    <a:pt x="298982" y="725335"/>
                    <a:pt x="324526" y="700961"/>
                    <a:pt x="375034" y="700961"/>
                  </a:cubicBezTo>
                  <a:cubicBezTo>
                    <a:pt x="425568" y="700961"/>
                    <a:pt x="451706" y="725335"/>
                    <a:pt x="474941" y="747967"/>
                  </a:cubicBezTo>
                  <a:cubicBezTo>
                    <a:pt x="498175" y="770599"/>
                    <a:pt x="519667" y="790330"/>
                    <a:pt x="562069" y="790330"/>
                  </a:cubicBezTo>
                  <a:cubicBezTo>
                    <a:pt x="605610" y="790330"/>
                    <a:pt x="627090" y="770599"/>
                    <a:pt x="650315" y="747967"/>
                  </a:cubicBezTo>
                  <a:cubicBezTo>
                    <a:pt x="672083" y="726749"/>
                    <a:pt x="696405" y="704001"/>
                    <a:pt x="740506" y="701241"/>
                  </a:cubicBezTo>
                  <a:lnTo>
                    <a:pt x="749586" y="700961"/>
                  </a:lnTo>
                  <a:lnTo>
                    <a:pt x="758889" y="701241"/>
                  </a:lnTo>
                  <a:cubicBezTo>
                    <a:pt x="803998" y="704001"/>
                    <a:pt x="828351" y="726749"/>
                    <a:pt x="850154" y="747967"/>
                  </a:cubicBezTo>
                  <a:cubicBezTo>
                    <a:pt x="873408" y="770599"/>
                    <a:pt x="894909" y="790330"/>
                    <a:pt x="937343" y="790330"/>
                  </a:cubicBezTo>
                  <a:cubicBezTo>
                    <a:pt x="980892" y="790330"/>
                    <a:pt x="1002368" y="770599"/>
                    <a:pt x="1025586" y="747967"/>
                  </a:cubicBezTo>
                  <a:cubicBezTo>
                    <a:pt x="1047357" y="726749"/>
                    <a:pt x="1071175" y="704001"/>
                    <a:pt x="1115684" y="701241"/>
                  </a:cubicBezTo>
                  <a:lnTo>
                    <a:pt x="1124860" y="700961"/>
                  </a:lnTo>
                  <a:lnTo>
                    <a:pt x="1134151" y="701241"/>
                  </a:lnTo>
                  <a:cubicBezTo>
                    <a:pt x="1179136" y="704001"/>
                    <a:pt x="1202980" y="726749"/>
                    <a:pt x="1225295" y="747967"/>
                  </a:cubicBezTo>
                  <a:cubicBezTo>
                    <a:pt x="1248517" y="770599"/>
                    <a:pt x="1270006" y="790330"/>
                    <a:pt x="1312377" y="790330"/>
                  </a:cubicBezTo>
                  <a:cubicBezTo>
                    <a:pt x="1355923" y="790330"/>
                    <a:pt x="1377398" y="770599"/>
                    <a:pt x="1400620" y="747967"/>
                  </a:cubicBezTo>
                  <a:cubicBezTo>
                    <a:pt x="1422391" y="726749"/>
                    <a:pt x="1446206" y="704001"/>
                    <a:pt x="1490715" y="701241"/>
                  </a:cubicBezTo>
                  <a:lnTo>
                    <a:pt x="1499902" y="700961"/>
                  </a:lnTo>
                  <a:lnTo>
                    <a:pt x="1509200" y="701241"/>
                  </a:lnTo>
                  <a:cubicBezTo>
                    <a:pt x="1554240" y="704001"/>
                    <a:pt x="1578118" y="726749"/>
                    <a:pt x="1600457" y="747967"/>
                  </a:cubicBezTo>
                  <a:cubicBezTo>
                    <a:pt x="1620811" y="767771"/>
                    <a:pt x="1639813" y="785352"/>
                    <a:pt x="1672675" y="789438"/>
                  </a:cubicBezTo>
                  <a:lnTo>
                    <a:pt x="1687656" y="790330"/>
                  </a:lnTo>
                  <a:lnTo>
                    <a:pt x="1702991" y="789438"/>
                  </a:lnTo>
                  <a:cubicBezTo>
                    <a:pt x="1736589" y="785352"/>
                    <a:pt x="1755583" y="767771"/>
                    <a:pt x="1775902" y="747967"/>
                  </a:cubicBezTo>
                  <a:cubicBezTo>
                    <a:pt x="1797671" y="726749"/>
                    <a:pt x="1821477" y="704001"/>
                    <a:pt x="1865985" y="701241"/>
                  </a:cubicBezTo>
                  <a:lnTo>
                    <a:pt x="1875171" y="700961"/>
                  </a:lnTo>
                  <a:lnTo>
                    <a:pt x="1884453" y="701241"/>
                  </a:lnTo>
                  <a:cubicBezTo>
                    <a:pt x="1929442" y="704001"/>
                    <a:pt x="1953295" y="726749"/>
                    <a:pt x="1975602" y="747967"/>
                  </a:cubicBezTo>
                  <a:cubicBezTo>
                    <a:pt x="1995922" y="767771"/>
                    <a:pt x="2014463" y="785352"/>
                    <a:pt x="2047561" y="789438"/>
                  </a:cubicBezTo>
                  <a:lnTo>
                    <a:pt x="2062687" y="790330"/>
                  </a:lnTo>
                  <a:lnTo>
                    <a:pt x="2078025" y="789438"/>
                  </a:lnTo>
                  <a:cubicBezTo>
                    <a:pt x="2111623" y="785352"/>
                    <a:pt x="2130614" y="767771"/>
                    <a:pt x="2150933" y="747967"/>
                  </a:cubicBezTo>
                  <a:cubicBezTo>
                    <a:pt x="2172701" y="726749"/>
                    <a:pt x="2196510" y="704001"/>
                    <a:pt x="2241019" y="701241"/>
                  </a:cubicBezTo>
                  <a:lnTo>
                    <a:pt x="2250202" y="700961"/>
                  </a:lnTo>
                  <a:lnTo>
                    <a:pt x="2259500" y="701241"/>
                  </a:lnTo>
                  <a:cubicBezTo>
                    <a:pt x="2304545" y="704001"/>
                    <a:pt x="2328421" y="726749"/>
                    <a:pt x="2350772" y="747967"/>
                  </a:cubicBezTo>
                  <a:cubicBezTo>
                    <a:pt x="2371110" y="767771"/>
                    <a:pt x="2389675" y="785352"/>
                    <a:pt x="2422815" y="789438"/>
                  </a:cubicBezTo>
                  <a:lnTo>
                    <a:pt x="2437959" y="790330"/>
                  </a:lnTo>
                  <a:lnTo>
                    <a:pt x="2453275" y="789438"/>
                  </a:lnTo>
                  <a:cubicBezTo>
                    <a:pt x="2486774" y="785352"/>
                    <a:pt x="2505375" y="767771"/>
                    <a:pt x="2526203" y="747967"/>
                  </a:cubicBezTo>
                  <a:cubicBezTo>
                    <a:pt x="2549424" y="725335"/>
                    <a:pt x="2574968" y="700961"/>
                    <a:pt x="2625475" y="700961"/>
                  </a:cubicBezTo>
                  <a:cubicBezTo>
                    <a:pt x="2676563" y="700961"/>
                    <a:pt x="2702109" y="725335"/>
                    <a:pt x="2725913" y="747967"/>
                  </a:cubicBezTo>
                  <a:cubicBezTo>
                    <a:pt x="2746233" y="767771"/>
                    <a:pt x="2764773" y="785352"/>
                    <a:pt x="2797875" y="789438"/>
                  </a:cubicBezTo>
                  <a:lnTo>
                    <a:pt x="2812992" y="790330"/>
                  </a:lnTo>
                  <a:lnTo>
                    <a:pt x="2828318" y="789438"/>
                  </a:lnTo>
                  <a:cubicBezTo>
                    <a:pt x="2861804" y="785352"/>
                    <a:pt x="2880408" y="767771"/>
                    <a:pt x="2901235" y="747967"/>
                  </a:cubicBezTo>
                  <a:cubicBezTo>
                    <a:pt x="2912194" y="737358"/>
                    <a:pt x="2923626" y="726367"/>
                    <a:pt x="2937883" y="717682"/>
                  </a:cubicBezTo>
                  <a:lnTo>
                    <a:pt x="2957425" y="708682"/>
                  </a:lnTo>
                  <a:lnTo>
                    <a:pt x="2957425" y="730070"/>
                  </a:lnTo>
                  <a:lnTo>
                    <a:pt x="2944743" y="734685"/>
                  </a:lnTo>
                  <a:cubicBezTo>
                    <a:pt x="2933412" y="742066"/>
                    <a:pt x="2923661" y="751413"/>
                    <a:pt x="2913429" y="761314"/>
                  </a:cubicBezTo>
                  <a:cubicBezTo>
                    <a:pt x="2891112" y="781988"/>
                    <a:pt x="2867269" y="805212"/>
                    <a:pt x="2822285" y="808035"/>
                  </a:cubicBezTo>
                  <a:lnTo>
                    <a:pt x="2812992" y="808320"/>
                  </a:lnTo>
                  <a:lnTo>
                    <a:pt x="2803817" y="808035"/>
                  </a:lnTo>
                  <a:cubicBezTo>
                    <a:pt x="2759309" y="805212"/>
                    <a:pt x="2735489" y="781988"/>
                    <a:pt x="2713719" y="761314"/>
                  </a:cubicBezTo>
                  <a:cubicBezTo>
                    <a:pt x="2689916" y="738682"/>
                    <a:pt x="2669016" y="718951"/>
                    <a:pt x="2625475" y="718951"/>
                  </a:cubicBezTo>
                  <a:cubicBezTo>
                    <a:pt x="2582521" y="718951"/>
                    <a:pt x="2561615" y="738682"/>
                    <a:pt x="2538398" y="761314"/>
                  </a:cubicBezTo>
                  <a:cubicBezTo>
                    <a:pt x="2516079" y="781988"/>
                    <a:pt x="2492239" y="805212"/>
                    <a:pt x="2447253" y="808035"/>
                  </a:cubicBezTo>
                  <a:lnTo>
                    <a:pt x="2437959" y="808320"/>
                  </a:lnTo>
                  <a:lnTo>
                    <a:pt x="2428768" y="808035"/>
                  </a:lnTo>
                  <a:cubicBezTo>
                    <a:pt x="2384205" y="805212"/>
                    <a:pt x="2360364" y="781988"/>
                    <a:pt x="2338559" y="761314"/>
                  </a:cubicBezTo>
                  <a:cubicBezTo>
                    <a:pt x="2318221" y="741511"/>
                    <a:pt x="2299203" y="723929"/>
                    <a:pt x="2265570" y="719843"/>
                  </a:cubicBezTo>
                  <a:lnTo>
                    <a:pt x="2250202" y="718951"/>
                  </a:lnTo>
                  <a:lnTo>
                    <a:pt x="2235078" y="719843"/>
                  </a:lnTo>
                  <a:cubicBezTo>
                    <a:pt x="2201989" y="723929"/>
                    <a:pt x="2183438" y="741511"/>
                    <a:pt x="2163119" y="761314"/>
                  </a:cubicBezTo>
                  <a:cubicBezTo>
                    <a:pt x="2140811" y="781988"/>
                    <a:pt x="2116959" y="805212"/>
                    <a:pt x="2071970" y="808035"/>
                  </a:cubicBezTo>
                  <a:lnTo>
                    <a:pt x="2062687" y="808320"/>
                  </a:lnTo>
                  <a:lnTo>
                    <a:pt x="2053502" y="808035"/>
                  </a:lnTo>
                  <a:cubicBezTo>
                    <a:pt x="2008993" y="805212"/>
                    <a:pt x="1985187" y="781988"/>
                    <a:pt x="1963418" y="761314"/>
                  </a:cubicBezTo>
                  <a:cubicBezTo>
                    <a:pt x="1943099" y="741511"/>
                    <a:pt x="1924106" y="723929"/>
                    <a:pt x="1890508" y="719843"/>
                  </a:cubicBezTo>
                  <a:lnTo>
                    <a:pt x="1875171" y="718951"/>
                  </a:lnTo>
                  <a:lnTo>
                    <a:pt x="1860044" y="719843"/>
                  </a:lnTo>
                  <a:cubicBezTo>
                    <a:pt x="1826946" y="723929"/>
                    <a:pt x="1808405" y="741511"/>
                    <a:pt x="1788085" y="761314"/>
                  </a:cubicBezTo>
                  <a:cubicBezTo>
                    <a:pt x="1765780" y="781988"/>
                    <a:pt x="1741925" y="805212"/>
                    <a:pt x="1696936" y="808035"/>
                  </a:cubicBezTo>
                  <a:lnTo>
                    <a:pt x="1687656" y="808320"/>
                  </a:lnTo>
                  <a:lnTo>
                    <a:pt x="1678456" y="808035"/>
                  </a:lnTo>
                  <a:cubicBezTo>
                    <a:pt x="1633891" y="805212"/>
                    <a:pt x="1610048" y="781988"/>
                    <a:pt x="1588259" y="761314"/>
                  </a:cubicBezTo>
                  <a:cubicBezTo>
                    <a:pt x="1567905" y="741511"/>
                    <a:pt x="1548904" y="723929"/>
                    <a:pt x="1515254" y="719843"/>
                  </a:cubicBezTo>
                  <a:lnTo>
                    <a:pt x="1499902" y="718951"/>
                  </a:lnTo>
                  <a:lnTo>
                    <a:pt x="1484938" y="719843"/>
                  </a:lnTo>
                  <a:cubicBezTo>
                    <a:pt x="1452117" y="723929"/>
                    <a:pt x="1433131" y="741511"/>
                    <a:pt x="1412811" y="761314"/>
                  </a:cubicBezTo>
                  <a:cubicBezTo>
                    <a:pt x="1389009" y="783367"/>
                    <a:pt x="1363465" y="808320"/>
                    <a:pt x="1312377" y="808320"/>
                  </a:cubicBezTo>
                  <a:cubicBezTo>
                    <a:pt x="1261869" y="808320"/>
                    <a:pt x="1236325" y="783367"/>
                    <a:pt x="1213103" y="761314"/>
                  </a:cubicBezTo>
                  <a:cubicBezTo>
                    <a:pt x="1192784" y="741511"/>
                    <a:pt x="1173800" y="723929"/>
                    <a:pt x="1140203" y="719843"/>
                  </a:cubicBezTo>
                  <a:lnTo>
                    <a:pt x="1124860" y="718951"/>
                  </a:lnTo>
                  <a:lnTo>
                    <a:pt x="1109907" y="719843"/>
                  </a:lnTo>
                  <a:cubicBezTo>
                    <a:pt x="1077083" y="723929"/>
                    <a:pt x="1058099" y="741511"/>
                    <a:pt x="1037780" y="761314"/>
                  </a:cubicBezTo>
                  <a:cubicBezTo>
                    <a:pt x="1014563" y="783367"/>
                    <a:pt x="988431" y="808320"/>
                    <a:pt x="937343" y="808320"/>
                  </a:cubicBezTo>
                  <a:cubicBezTo>
                    <a:pt x="887352" y="808320"/>
                    <a:pt x="861195" y="783367"/>
                    <a:pt x="837942" y="761314"/>
                  </a:cubicBezTo>
                  <a:cubicBezTo>
                    <a:pt x="817603" y="741511"/>
                    <a:pt x="798587" y="723929"/>
                    <a:pt x="764952" y="719843"/>
                  </a:cubicBezTo>
                  <a:lnTo>
                    <a:pt x="749586" y="718951"/>
                  </a:lnTo>
                  <a:lnTo>
                    <a:pt x="734638" y="719843"/>
                  </a:lnTo>
                  <a:cubicBezTo>
                    <a:pt x="701811" y="723929"/>
                    <a:pt x="682831" y="741511"/>
                    <a:pt x="662511" y="761314"/>
                  </a:cubicBezTo>
                  <a:cubicBezTo>
                    <a:pt x="639282" y="783367"/>
                    <a:pt x="613157" y="808320"/>
                    <a:pt x="562069" y="808320"/>
                  </a:cubicBezTo>
                  <a:cubicBezTo>
                    <a:pt x="512115" y="808320"/>
                    <a:pt x="485977" y="783367"/>
                    <a:pt x="462743" y="761314"/>
                  </a:cubicBezTo>
                  <a:cubicBezTo>
                    <a:pt x="439508" y="738682"/>
                    <a:pt x="418017" y="718951"/>
                    <a:pt x="375034" y="718951"/>
                  </a:cubicBezTo>
                  <a:cubicBezTo>
                    <a:pt x="332073" y="718951"/>
                    <a:pt x="310593" y="738682"/>
                    <a:pt x="287371" y="761314"/>
                  </a:cubicBezTo>
                  <a:cubicBezTo>
                    <a:pt x="264149" y="783367"/>
                    <a:pt x="238024" y="808320"/>
                    <a:pt x="187517" y="808320"/>
                  </a:cubicBezTo>
                  <a:cubicBezTo>
                    <a:pt x="137009" y="808320"/>
                    <a:pt x="111465" y="783367"/>
                    <a:pt x="87663" y="761314"/>
                  </a:cubicBezTo>
                  <a:cubicBezTo>
                    <a:pt x="64441" y="738682"/>
                    <a:pt x="42960" y="718951"/>
                    <a:pt x="0" y="718951"/>
                  </a:cubicBezTo>
                  <a:close/>
                  <a:moveTo>
                    <a:pt x="0" y="600343"/>
                  </a:moveTo>
                  <a:cubicBezTo>
                    <a:pt x="50507" y="600343"/>
                    <a:pt x="76632" y="624716"/>
                    <a:pt x="99855" y="647348"/>
                  </a:cubicBezTo>
                  <a:cubicBezTo>
                    <a:pt x="123076" y="669981"/>
                    <a:pt x="144556" y="689712"/>
                    <a:pt x="187517" y="689712"/>
                  </a:cubicBezTo>
                  <a:cubicBezTo>
                    <a:pt x="230477" y="689712"/>
                    <a:pt x="251957" y="669400"/>
                    <a:pt x="275179" y="647348"/>
                  </a:cubicBezTo>
                  <a:cubicBezTo>
                    <a:pt x="298982" y="624716"/>
                    <a:pt x="324526" y="600343"/>
                    <a:pt x="375034" y="600343"/>
                  </a:cubicBezTo>
                  <a:cubicBezTo>
                    <a:pt x="425568" y="600343"/>
                    <a:pt x="451706" y="624716"/>
                    <a:pt x="474941" y="647348"/>
                  </a:cubicBezTo>
                  <a:cubicBezTo>
                    <a:pt x="498175" y="669981"/>
                    <a:pt x="519667" y="689712"/>
                    <a:pt x="562069" y="689712"/>
                  </a:cubicBezTo>
                  <a:cubicBezTo>
                    <a:pt x="605610" y="689712"/>
                    <a:pt x="627090" y="669400"/>
                    <a:pt x="650315" y="647348"/>
                  </a:cubicBezTo>
                  <a:cubicBezTo>
                    <a:pt x="672083" y="626130"/>
                    <a:pt x="696405" y="603382"/>
                    <a:pt x="740506" y="600622"/>
                  </a:cubicBezTo>
                  <a:lnTo>
                    <a:pt x="749586" y="600343"/>
                  </a:lnTo>
                  <a:lnTo>
                    <a:pt x="758889" y="600622"/>
                  </a:lnTo>
                  <a:cubicBezTo>
                    <a:pt x="803998" y="603382"/>
                    <a:pt x="828351" y="626130"/>
                    <a:pt x="850154" y="647348"/>
                  </a:cubicBezTo>
                  <a:cubicBezTo>
                    <a:pt x="873408" y="669981"/>
                    <a:pt x="894909" y="689712"/>
                    <a:pt x="937343" y="689712"/>
                  </a:cubicBezTo>
                  <a:cubicBezTo>
                    <a:pt x="980892" y="689712"/>
                    <a:pt x="1002368" y="669400"/>
                    <a:pt x="1025586" y="647348"/>
                  </a:cubicBezTo>
                  <a:cubicBezTo>
                    <a:pt x="1047357" y="626130"/>
                    <a:pt x="1071175" y="603382"/>
                    <a:pt x="1115684" y="600622"/>
                  </a:cubicBezTo>
                  <a:lnTo>
                    <a:pt x="1124860" y="600343"/>
                  </a:lnTo>
                  <a:lnTo>
                    <a:pt x="1134151" y="600622"/>
                  </a:lnTo>
                  <a:cubicBezTo>
                    <a:pt x="1179136" y="603382"/>
                    <a:pt x="1202980" y="626130"/>
                    <a:pt x="1225295" y="647348"/>
                  </a:cubicBezTo>
                  <a:cubicBezTo>
                    <a:pt x="1248517" y="669981"/>
                    <a:pt x="1270006" y="689712"/>
                    <a:pt x="1312377" y="689712"/>
                  </a:cubicBezTo>
                  <a:cubicBezTo>
                    <a:pt x="1355923" y="689712"/>
                    <a:pt x="1377398" y="669400"/>
                    <a:pt x="1400620" y="647348"/>
                  </a:cubicBezTo>
                  <a:cubicBezTo>
                    <a:pt x="1422391" y="626130"/>
                    <a:pt x="1446206" y="603382"/>
                    <a:pt x="1490715" y="600622"/>
                  </a:cubicBezTo>
                  <a:lnTo>
                    <a:pt x="1499902" y="600343"/>
                  </a:lnTo>
                  <a:lnTo>
                    <a:pt x="1509200" y="600622"/>
                  </a:lnTo>
                  <a:cubicBezTo>
                    <a:pt x="1554240" y="603382"/>
                    <a:pt x="1578118" y="626130"/>
                    <a:pt x="1600457" y="647348"/>
                  </a:cubicBezTo>
                  <a:cubicBezTo>
                    <a:pt x="1620811" y="667152"/>
                    <a:pt x="1639813" y="684734"/>
                    <a:pt x="1672675" y="688820"/>
                  </a:cubicBezTo>
                  <a:lnTo>
                    <a:pt x="1687656" y="689712"/>
                  </a:lnTo>
                  <a:lnTo>
                    <a:pt x="1702991" y="688796"/>
                  </a:lnTo>
                  <a:cubicBezTo>
                    <a:pt x="1736589" y="684607"/>
                    <a:pt x="1755583" y="666644"/>
                    <a:pt x="1775902" y="647348"/>
                  </a:cubicBezTo>
                  <a:cubicBezTo>
                    <a:pt x="1797671" y="626130"/>
                    <a:pt x="1821477" y="603382"/>
                    <a:pt x="1865985" y="600622"/>
                  </a:cubicBezTo>
                  <a:lnTo>
                    <a:pt x="1875171" y="600343"/>
                  </a:lnTo>
                  <a:lnTo>
                    <a:pt x="1884453" y="600622"/>
                  </a:lnTo>
                  <a:cubicBezTo>
                    <a:pt x="1929442" y="603382"/>
                    <a:pt x="1953295" y="626130"/>
                    <a:pt x="1975602" y="647348"/>
                  </a:cubicBezTo>
                  <a:cubicBezTo>
                    <a:pt x="1995922" y="667152"/>
                    <a:pt x="2014463" y="684734"/>
                    <a:pt x="2047561" y="688820"/>
                  </a:cubicBezTo>
                  <a:lnTo>
                    <a:pt x="2062687" y="689712"/>
                  </a:lnTo>
                  <a:lnTo>
                    <a:pt x="2078025" y="688796"/>
                  </a:lnTo>
                  <a:cubicBezTo>
                    <a:pt x="2111623" y="684607"/>
                    <a:pt x="2130614" y="666644"/>
                    <a:pt x="2150933" y="647348"/>
                  </a:cubicBezTo>
                  <a:cubicBezTo>
                    <a:pt x="2172701" y="626130"/>
                    <a:pt x="2196510" y="603382"/>
                    <a:pt x="2241019" y="600622"/>
                  </a:cubicBezTo>
                  <a:lnTo>
                    <a:pt x="2250202" y="600343"/>
                  </a:lnTo>
                  <a:lnTo>
                    <a:pt x="2259500" y="600622"/>
                  </a:lnTo>
                  <a:cubicBezTo>
                    <a:pt x="2304545" y="603382"/>
                    <a:pt x="2328421" y="626130"/>
                    <a:pt x="2350772" y="647348"/>
                  </a:cubicBezTo>
                  <a:cubicBezTo>
                    <a:pt x="2371110" y="667152"/>
                    <a:pt x="2389675" y="684734"/>
                    <a:pt x="2422815" y="688820"/>
                  </a:cubicBezTo>
                  <a:lnTo>
                    <a:pt x="2437959" y="689712"/>
                  </a:lnTo>
                  <a:lnTo>
                    <a:pt x="2453275" y="688796"/>
                  </a:lnTo>
                  <a:cubicBezTo>
                    <a:pt x="2486774" y="684607"/>
                    <a:pt x="2505375" y="666644"/>
                    <a:pt x="2526203" y="647348"/>
                  </a:cubicBezTo>
                  <a:cubicBezTo>
                    <a:pt x="2549424" y="624716"/>
                    <a:pt x="2574968" y="600343"/>
                    <a:pt x="2625475" y="600343"/>
                  </a:cubicBezTo>
                  <a:cubicBezTo>
                    <a:pt x="2676563" y="600343"/>
                    <a:pt x="2702109" y="624716"/>
                    <a:pt x="2725913" y="647348"/>
                  </a:cubicBezTo>
                  <a:cubicBezTo>
                    <a:pt x="2746233" y="667152"/>
                    <a:pt x="2764773" y="684734"/>
                    <a:pt x="2797875" y="688820"/>
                  </a:cubicBezTo>
                  <a:lnTo>
                    <a:pt x="2812992" y="689712"/>
                  </a:lnTo>
                  <a:lnTo>
                    <a:pt x="2828318" y="688796"/>
                  </a:lnTo>
                  <a:cubicBezTo>
                    <a:pt x="2861804" y="684607"/>
                    <a:pt x="2880408" y="666644"/>
                    <a:pt x="2901235" y="647348"/>
                  </a:cubicBezTo>
                  <a:cubicBezTo>
                    <a:pt x="2912191" y="636739"/>
                    <a:pt x="2923622" y="625748"/>
                    <a:pt x="2937877" y="617064"/>
                  </a:cubicBezTo>
                  <a:lnTo>
                    <a:pt x="2957425" y="608060"/>
                  </a:lnTo>
                  <a:lnTo>
                    <a:pt x="2957425" y="629043"/>
                  </a:lnTo>
                  <a:lnTo>
                    <a:pt x="2944738" y="633727"/>
                  </a:lnTo>
                  <a:cubicBezTo>
                    <a:pt x="2933408" y="641153"/>
                    <a:pt x="2923658" y="650467"/>
                    <a:pt x="2913429" y="660115"/>
                  </a:cubicBezTo>
                  <a:cubicBezTo>
                    <a:pt x="2891112" y="681333"/>
                    <a:pt x="2867269" y="704591"/>
                    <a:pt x="2822285" y="707416"/>
                  </a:cubicBezTo>
                  <a:lnTo>
                    <a:pt x="2812992" y="707701"/>
                  </a:lnTo>
                  <a:lnTo>
                    <a:pt x="2803817" y="707416"/>
                  </a:lnTo>
                  <a:cubicBezTo>
                    <a:pt x="2759309" y="704591"/>
                    <a:pt x="2735489" y="681333"/>
                    <a:pt x="2713719" y="660115"/>
                  </a:cubicBezTo>
                  <a:cubicBezTo>
                    <a:pt x="2689916" y="638063"/>
                    <a:pt x="2669016" y="617752"/>
                    <a:pt x="2625475" y="617752"/>
                  </a:cubicBezTo>
                  <a:cubicBezTo>
                    <a:pt x="2582521" y="617752"/>
                    <a:pt x="2561615" y="638063"/>
                    <a:pt x="2538398" y="660115"/>
                  </a:cubicBezTo>
                  <a:cubicBezTo>
                    <a:pt x="2516079" y="681333"/>
                    <a:pt x="2492239" y="704591"/>
                    <a:pt x="2447253" y="707416"/>
                  </a:cubicBezTo>
                  <a:lnTo>
                    <a:pt x="2437959" y="707701"/>
                  </a:lnTo>
                  <a:lnTo>
                    <a:pt x="2428768" y="707416"/>
                  </a:lnTo>
                  <a:cubicBezTo>
                    <a:pt x="2384205" y="704591"/>
                    <a:pt x="2360364" y="681333"/>
                    <a:pt x="2338559" y="660115"/>
                  </a:cubicBezTo>
                  <a:cubicBezTo>
                    <a:pt x="2318221" y="640820"/>
                    <a:pt x="2299203" y="622857"/>
                    <a:pt x="2265570" y="618668"/>
                  </a:cubicBezTo>
                  <a:lnTo>
                    <a:pt x="2250202" y="617752"/>
                  </a:lnTo>
                  <a:lnTo>
                    <a:pt x="2235078" y="618668"/>
                  </a:lnTo>
                  <a:cubicBezTo>
                    <a:pt x="2201989" y="622857"/>
                    <a:pt x="2183438" y="640820"/>
                    <a:pt x="2163119" y="660115"/>
                  </a:cubicBezTo>
                  <a:cubicBezTo>
                    <a:pt x="2140811" y="681333"/>
                    <a:pt x="2116959" y="704591"/>
                    <a:pt x="2071970" y="707416"/>
                  </a:cubicBezTo>
                  <a:lnTo>
                    <a:pt x="2062687" y="707701"/>
                  </a:lnTo>
                  <a:lnTo>
                    <a:pt x="2053502" y="707416"/>
                  </a:lnTo>
                  <a:cubicBezTo>
                    <a:pt x="2008993" y="704591"/>
                    <a:pt x="1985187" y="681333"/>
                    <a:pt x="1963418" y="660115"/>
                  </a:cubicBezTo>
                  <a:cubicBezTo>
                    <a:pt x="1943099" y="640820"/>
                    <a:pt x="1924106" y="622857"/>
                    <a:pt x="1890508" y="618668"/>
                  </a:cubicBezTo>
                  <a:lnTo>
                    <a:pt x="1875171" y="617752"/>
                  </a:lnTo>
                  <a:lnTo>
                    <a:pt x="1860044" y="618668"/>
                  </a:lnTo>
                  <a:cubicBezTo>
                    <a:pt x="1826946" y="622857"/>
                    <a:pt x="1808405" y="640820"/>
                    <a:pt x="1788085" y="660115"/>
                  </a:cubicBezTo>
                  <a:cubicBezTo>
                    <a:pt x="1765780" y="681333"/>
                    <a:pt x="1741925" y="704591"/>
                    <a:pt x="1696936" y="707416"/>
                  </a:cubicBezTo>
                  <a:lnTo>
                    <a:pt x="1687656" y="707701"/>
                  </a:lnTo>
                  <a:lnTo>
                    <a:pt x="1678456" y="707416"/>
                  </a:lnTo>
                  <a:cubicBezTo>
                    <a:pt x="1633891" y="704591"/>
                    <a:pt x="1610048" y="681333"/>
                    <a:pt x="1588259" y="660115"/>
                  </a:cubicBezTo>
                  <a:cubicBezTo>
                    <a:pt x="1567905" y="640820"/>
                    <a:pt x="1548904" y="622857"/>
                    <a:pt x="1515254" y="618668"/>
                  </a:cubicBezTo>
                  <a:lnTo>
                    <a:pt x="1499902" y="617752"/>
                  </a:lnTo>
                  <a:lnTo>
                    <a:pt x="1484938" y="618668"/>
                  </a:lnTo>
                  <a:cubicBezTo>
                    <a:pt x="1452117" y="622857"/>
                    <a:pt x="1433131" y="640820"/>
                    <a:pt x="1412811" y="660115"/>
                  </a:cubicBezTo>
                  <a:cubicBezTo>
                    <a:pt x="1389009" y="682748"/>
                    <a:pt x="1363465" y="707701"/>
                    <a:pt x="1312377" y="707701"/>
                  </a:cubicBezTo>
                  <a:cubicBezTo>
                    <a:pt x="1261869" y="707701"/>
                    <a:pt x="1236325" y="682748"/>
                    <a:pt x="1213103" y="660115"/>
                  </a:cubicBezTo>
                  <a:cubicBezTo>
                    <a:pt x="1192784" y="640820"/>
                    <a:pt x="1173800" y="622857"/>
                    <a:pt x="1140203" y="618668"/>
                  </a:cubicBezTo>
                  <a:lnTo>
                    <a:pt x="1124860" y="617752"/>
                  </a:lnTo>
                  <a:lnTo>
                    <a:pt x="1109907" y="618668"/>
                  </a:lnTo>
                  <a:cubicBezTo>
                    <a:pt x="1077083" y="622857"/>
                    <a:pt x="1058099" y="640820"/>
                    <a:pt x="1037780" y="660115"/>
                  </a:cubicBezTo>
                  <a:cubicBezTo>
                    <a:pt x="1014563" y="682748"/>
                    <a:pt x="988431" y="707701"/>
                    <a:pt x="937343" y="707701"/>
                  </a:cubicBezTo>
                  <a:cubicBezTo>
                    <a:pt x="887352" y="707701"/>
                    <a:pt x="861195" y="682748"/>
                    <a:pt x="837942" y="660115"/>
                  </a:cubicBezTo>
                  <a:cubicBezTo>
                    <a:pt x="817603" y="640820"/>
                    <a:pt x="798587" y="622857"/>
                    <a:pt x="764952" y="618668"/>
                  </a:cubicBezTo>
                  <a:lnTo>
                    <a:pt x="749586" y="617752"/>
                  </a:lnTo>
                  <a:lnTo>
                    <a:pt x="734638" y="618668"/>
                  </a:lnTo>
                  <a:cubicBezTo>
                    <a:pt x="701811" y="622857"/>
                    <a:pt x="682831" y="640820"/>
                    <a:pt x="662511" y="660115"/>
                  </a:cubicBezTo>
                  <a:cubicBezTo>
                    <a:pt x="639282" y="682748"/>
                    <a:pt x="613157" y="707701"/>
                    <a:pt x="562069" y="707701"/>
                  </a:cubicBezTo>
                  <a:cubicBezTo>
                    <a:pt x="512115" y="707701"/>
                    <a:pt x="485977" y="682748"/>
                    <a:pt x="462743" y="660115"/>
                  </a:cubicBezTo>
                  <a:cubicBezTo>
                    <a:pt x="439508" y="638063"/>
                    <a:pt x="418017" y="617752"/>
                    <a:pt x="375034" y="617752"/>
                  </a:cubicBezTo>
                  <a:cubicBezTo>
                    <a:pt x="332073" y="617752"/>
                    <a:pt x="310593" y="638063"/>
                    <a:pt x="287371" y="660115"/>
                  </a:cubicBezTo>
                  <a:cubicBezTo>
                    <a:pt x="264149" y="682748"/>
                    <a:pt x="238024" y="707701"/>
                    <a:pt x="187517" y="707701"/>
                  </a:cubicBezTo>
                  <a:cubicBezTo>
                    <a:pt x="137009" y="707701"/>
                    <a:pt x="111465" y="682748"/>
                    <a:pt x="87663" y="660115"/>
                  </a:cubicBezTo>
                  <a:cubicBezTo>
                    <a:pt x="64441" y="638063"/>
                    <a:pt x="42960" y="617752"/>
                    <a:pt x="0" y="617752"/>
                  </a:cubicBezTo>
                  <a:close/>
                  <a:moveTo>
                    <a:pt x="0" y="500446"/>
                  </a:moveTo>
                  <a:cubicBezTo>
                    <a:pt x="50507" y="500446"/>
                    <a:pt x="76632" y="525400"/>
                    <a:pt x="99855" y="548032"/>
                  </a:cubicBezTo>
                  <a:cubicBezTo>
                    <a:pt x="123076" y="570084"/>
                    <a:pt x="144556" y="590395"/>
                    <a:pt x="187517" y="590395"/>
                  </a:cubicBezTo>
                  <a:cubicBezTo>
                    <a:pt x="230477" y="590395"/>
                    <a:pt x="251957" y="570084"/>
                    <a:pt x="275179" y="548032"/>
                  </a:cubicBezTo>
                  <a:cubicBezTo>
                    <a:pt x="298982" y="525400"/>
                    <a:pt x="324526" y="500446"/>
                    <a:pt x="375034" y="500446"/>
                  </a:cubicBezTo>
                  <a:cubicBezTo>
                    <a:pt x="425568" y="500446"/>
                    <a:pt x="451706" y="525400"/>
                    <a:pt x="474941" y="548032"/>
                  </a:cubicBezTo>
                  <a:cubicBezTo>
                    <a:pt x="498175" y="570084"/>
                    <a:pt x="519667" y="590395"/>
                    <a:pt x="562069" y="590395"/>
                  </a:cubicBezTo>
                  <a:cubicBezTo>
                    <a:pt x="605610" y="590395"/>
                    <a:pt x="627090" y="570084"/>
                    <a:pt x="650315" y="548032"/>
                  </a:cubicBezTo>
                  <a:cubicBezTo>
                    <a:pt x="672083" y="526814"/>
                    <a:pt x="696405" y="503556"/>
                    <a:pt x="740506" y="500732"/>
                  </a:cubicBezTo>
                  <a:lnTo>
                    <a:pt x="749586" y="500446"/>
                  </a:lnTo>
                  <a:lnTo>
                    <a:pt x="758889" y="500732"/>
                  </a:lnTo>
                  <a:cubicBezTo>
                    <a:pt x="803998" y="503556"/>
                    <a:pt x="828351" y="526814"/>
                    <a:pt x="850154" y="548032"/>
                  </a:cubicBezTo>
                  <a:cubicBezTo>
                    <a:pt x="873408" y="570084"/>
                    <a:pt x="894909" y="590395"/>
                    <a:pt x="937343" y="590395"/>
                  </a:cubicBezTo>
                  <a:cubicBezTo>
                    <a:pt x="980892" y="590395"/>
                    <a:pt x="1002368" y="570084"/>
                    <a:pt x="1025586" y="548032"/>
                  </a:cubicBezTo>
                  <a:cubicBezTo>
                    <a:pt x="1047357" y="526814"/>
                    <a:pt x="1071175" y="503556"/>
                    <a:pt x="1115684" y="500732"/>
                  </a:cubicBezTo>
                  <a:lnTo>
                    <a:pt x="1124860" y="500446"/>
                  </a:lnTo>
                  <a:lnTo>
                    <a:pt x="1134151" y="500732"/>
                  </a:lnTo>
                  <a:cubicBezTo>
                    <a:pt x="1179136" y="503556"/>
                    <a:pt x="1202980" y="526814"/>
                    <a:pt x="1225295" y="548032"/>
                  </a:cubicBezTo>
                  <a:cubicBezTo>
                    <a:pt x="1248517" y="570084"/>
                    <a:pt x="1270006" y="590395"/>
                    <a:pt x="1312377" y="590395"/>
                  </a:cubicBezTo>
                  <a:cubicBezTo>
                    <a:pt x="1355923" y="590395"/>
                    <a:pt x="1377398" y="570084"/>
                    <a:pt x="1400620" y="548032"/>
                  </a:cubicBezTo>
                  <a:cubicBezTo>
                    <a:pt x="1422391" y="526814"/>
                    <a:pt x="1446206" y="503556"/>
                    <a:pt x="1490715" y="500732"/>
                  </a:cubicBezTo>
                  <a:lnTo>
                    <a:pt x="1499902" y="500446"/>
                  </a:lnTo>
                  <a:lnTo>
                    <a:pt x="1509200" y="500732"/>
                  </a:lnTo>
                  <a:cubicBezTo>
                    <a:pt x="1554240" y="503556"/>
                    <a:pt x="1578118" y="526814"/>
                    <a:pt x="1600457" y="548032"/>
                  </a:cubicBezTo>
                  <a:cubicBezTo>
                    <a:pt x="1620811" y="567328"/>
                    <a:pt x="1639813" y="585290"/>
                    <a:pt x="1672675" y="589479"/>
                  </a:cubicBezTo>
                  <a:lnTo>
                    <a:pt x="1687656" y="590395"/>
                  </a:lnTo>
                  <a:lnTo>
                    <a:pt x="1702991" y="589479"/>
                  </a:lnTo>
                  <a:cubicBezTo>
                    <a:pt x="1736589" y="585290"/>
                    <a:pt x="1755583" y="567328"/>
                    <a:pt x="1775902" y="548032"/>
                  </a:cubicBezTo>
                  <a:cubicBezTo>
                    <a:pt x="1797671" y="526814"/>
                    <a:pt x="1821477" y="503556"/>
                    <a:pt x="1865985" y="500732"/>
                  </a:cubicBezTo>
                  <a:lnTo>
                    <a:pt x="1875171" y="500446"/>
                  </a:lnTo>
                  <a:lnTo>
                    <a:pt x="1884453" y="500732"/>
                  </a:lnTo>
                  <a:cubicBezTo>
                    <a:pt x="1929442" y="503556"/>
                    <a:pt x="1953295" y="526814"/>
                    <a:pt x="1975602" y="548032"/>
                  </a:cubicBezTo>
                  <a:cubicBezTo>
                    <a:pt x="1995922" y="567328"/>
                    <a:pt x="2014463" y="585290"/>
                    <a:pt x="2047561" y="589479"/>
                  </a:cubicBezTo>
                  <a:lnTo>
                    <a:pt x="2062687" y="590395"/>
                  </a:lnTo>
                  <a:lnTo>
                    <a:pt x="2078025" y="589479"/>
                  </a:lnTo>
                  <a:cubicBezTo>
                    <a:pt x="2111623" y="585290"/>
                    <a:pt x="2130614" y="567328"/>
                    <a:pt x="2150933" y="548032"/>
                  </a:cubicBezTo>
                  <a:cubicBezTo>
                    <a:pt x="2172701" y="526814"/>
                    <a:pt x="2196510" y="503556"/>
                    <a:pt x="2241019" y="500732"/>
                  </a:cubicBezTo>
                  <a:lnTo>
                    <a:pt x="2250202" y="500446"/>
                  </a:lnTo>
                  <a:lnTo>
                    <a:pt x="2259500" y="500732"/>
                  </a:lnTo>
                  <a:cubicBezTo>
                    <a:pt x="2304545" y="503556"/>
                    <a:pt x="2328421" y="526814"/>
                    <a:pt x="2350772" y="548032"/>
                  </a:cubicBezTo>
                  <a:cubicBezTo>
                    <a:pt x="2371110" y="567328"/>
                    <a:pt x="2389675" y="585290"/>
                    <a:pt x="2422815" y="589479"/>
                  </a:cubicBezTo>
                  <a:lnTo>
                    <a:pt x="2437959" y="590395"/>
                  </a:lnTo>
                  <a:lnTo>
                    <a:pt x="2453275" y="589479"/>
                  </a:lnTo>
                  <a:cubicBezTo>
                    <a:pt x="2486774" y="585290"/>
                    <a:pt x="2505375" y="567328"/>
                    <a:pt x="2526203" y="548032"/>
                  </a:cubicBezTo>
                  <a:cubicBezTo>
                    <a:pt x="2549424" y="525400"/>
                    <a:pt x="2574968" y="500446"/>
                    <a:pt x="2625475" y="500446"/>
                  </a:cubicBezTo>
                  <a:cubicBezTo>
                    <a:pt x="2676563" y="500446"/>
                    <a:pt x="2702109" y="525400"/>
                    <a:pt x="2725913" y="548032"/>
                  </a:cubicBezTo>
                  <a:cubicBezTo>
                    <a:pt x="2746233" y="567328"/>
                    <a:pt x="2764773" y="585290"/>
                    <a:pt x="2797875" y="589479"/>
                  </a:cubicBezTo>
                  <a:lnTo>
                    <a:pt x="2812992" y="590395"/>
                  </a:lnTo>
                  <a:lnTo>
                    <a:pt x="2828318" y="589479"/>
                  </a:lnTo>
                  <a:cubicBezTo>
                    <a:pt x="2861804" y="585290"/>
                    <a:pt x="2880408" y="567328"/>
                    <a:pt x="2901235" y="548032"/>
                  </a:cubicBezTo>
                  <a:cubicBezTo>
                    <a:pt x="2912188" y="537423"/>
                    <a:pt x="2923617" y="526304"/>
                    <a:pt x="2937872" y="517484"/>
                  </a:cubicBezTo>
                  <a:lnTo>
                    <a:pt x="2957425" y="508318"/>
                  </a:lnTo>
                  <a:lnTo>
                    <a:pt x="2957425" y="529724"/>
                  </a:lnTo>
                  <a:lnTo>
                    <a:pt x="2944732" y="534411"/>
                  </a:lnTo>
                  <a:cubicBezTo>
                    <a:pt x="2933403" y="541837"/>
                    <a:pt x="2923655" y="551151"/>
                    <a:pt x="2913429" y="560799"/>
                  </a:cubicBezTo>
                  <a:cubicBezTo>
                    <a:pt x="2891112" y="582017"/>
                    <a:pt x="2867269" y="604765"/>
                    <a:pt x="2822285" y="607526"/>
                  </a:cubicBezTo>
                  <a:lnTo>
                    <a:pt x="2812992" y="607805"/>
                  </a:lnTo>
                  <a:lnTo>
                    <a:pt x="2803817" y="607526"/>
                  </a:lnTo>
                  <a:cubicBezTo>
                    <a:pt x="2759309" y="604765"/>
                    <a:pt x="2735489" y="582017"/>
                    <a:pt x="2713719" y="560799"/>
                  </a:cubicBezTo>
                  <a:cubicBezTo>
                    <a:pt x="2689916" y="538747"/>
                    <a:pt x="2669016" y="518436"/>
                    <a:pt x="2625475" y="518436"/>
                  </a:cubicBezTo>
                  <a:cubicBezTo>
                    <a:pt x="2582521" y="518436"/>
                    <a:pt x="2561615" y="538747"/>
                    <a:pt x="2538398" y="560799"/>
                  </a:cubicBezTo>
                  <a:cubicBezTo>
                    <a:pt x="2516079" y="582017"/>
                    <a:pt x="2492239" y="604765"/>
                    <a:pt x="2447253" y="607526"/>
                  </a:cubicBezTo>
                  <a:lnTo>
                    <a:pt x="2437959" y="607805"/>
                  </a:lnTo>
                  <a:lnTo>
                    <a:pt x="2428768" y="607526"/>
                  </a:lnTo>
                  <a:cubicBezTo>
                    <a:pt x="2384205" y="604765"/>
                    <a:pt x="2360364" y="582017"/>
                    <a:pt x="2338559" y="560799"/>
                  </a:cubicBezTo>
                  <a:cubicBezTo>
                    <a:pt x="2318221" y="541504"/>
                    <a:pt x="2299203" y="523541"/>
                    <a:pt x="2265570" y="519352"/>
                  </a:cubicBezTo>
                  <a:lnTo>
                    <a:pt x="2250202" y="518436"/>
                  </a:lnTo>
                  <a:lnTo>
                    <a:pt x="2235078" y="519352"/>
                  </a:lnTo>
                  <a:cubicBezTo>
                    <a:pt x="2201989" y="523541"/>
                    <a:pt x="2183438" y="541504"/>
                    <a:pt x="2163119" y="560799"/>
                  </a:cubicBezTo>
                  <a:cubicBezTo>
                    <a:pt x="2140811" y="582017"/>
                    <a:pt x="2116959" y="604765"/>
                    <a:pt x="2071970" y="607526"/>
                  </a:cubicBezTo>
                  <a:lnTo>
                    <a:pt x="2062687" y="607805"/>
                  </a:lnTo>
                  <a:lnTo>
                    <a:pt x="2053502" y="607526"/>
                  </a:lnTo>
                  <a:cubicBezTo>
                    <a:pt x="2008993" y="604765"/>
                    <a:pt x="1985187" y="582017"/>
                    <a:pt x="1963418" y="560799"/>
                  </a:cubicBezTo>
                  <a:cubicBezTo>
                    <a:pt x="1943099" y="541504"/>
                    <a:pt x="1924106" y="523541"/>
                    <a:pt x="1890508" y="519352"/>
                  </a:cubicBezTo>
                  <a:lnTo>
                    <a:pt x="1875171" y="518436"/>
                  </a:lnTo>
                  <a:lnTo>
                    <a:pt x="1860044" y="519352"/>
                  </a:lnTo>
                  <a:cubicBezTo>
                    <a:pt x="1826946" y="523541"/>
                    <a:pt x="1808405" y="541504"/>
                    <a:pt x="1788085" y="560799"/>
                  </a:cubicBezTo>
                  <a:cubicBezTo>
                    <a:pt x="1765780" y="582017"/>
                    <a:pt x="1741925" y="604765"/>
                    <a:pt x="1696936" y="607526"/>
                  </a:cubicBezTo>
                  <a:lnTo>
                    <a:pt x="1687656" y="607805"/>
                  </a:lnTo>
                  <a:lnTo>
                    <a:pt x="1678456" y="607526"/>
                  </a:lnTo>
                  <a:cubicBezTo>
                    <a:pt x="1633891" y="604765"/>
                    <a:pt x="1610048" y="582017"/>
                    <a:pt x="1588259" y="560799"/>
                  </a:cubicBezTo>
                  <a:cubicBezTo>
                    <a:pt x="1567905" y="541504"/>
                    <a:pt x="1548904" y="523541"/>
                    <a:pt x="1515254" y="519352"/>
                  </a:cubicBezTo>
                  <a:lnTo>
                    <a:pt x="1499902" y="518436"/>
                  </a:lnTo>
                  <a:lnTo>
                    <a:pt x="1484938" y="519352"/>
                  </a:lnTo>
                  <a:cubicBezTo>
                    <a:pt x="1452117" y="523541"/>
                    <a:pt x="1433131" y="541504"/>
                    <a:pt x="1412811" y="560799"/>
                  </a:cubicBezTo>
                  <a:cubicBezTo>
                    <a:pt x="1389009" y="583431"/>
                    <a:pt x="1363465" y="607805"/>
                    <a:pt x="1312377" y="607805"/>
                  </a:cubicBezTo>
                  <a:cubicBezTo>
                    <a:pt x="1261869" y="607805"/>
                    <a:pt x="1236325" y="583431"/>
                    <a:pt x="1213103" y="560799"/>
                  </a:cubicBezTo>
                  <a:cubicBezTo>
                    <a:pt x="1192784" y="541504"/>
                    <a:pt x="1173800" y="523541"/>
                    <a:pt x="1140203" y="519352"/>
                  </a:cubicBezTo>
                  <a:lnTo>
                    <a:pt x="1124860" y="518436"/>
                  </a:lnTo>
                  <a:lnTo>
                    <a:pt x="1109907" y="519352"/>
                  </a:lnTo>
                  <a:cubicBezTo>
                    <a:pt x="1077083" y="523541"/>
                    <a:pt x="1058099" y="541504"/>
                    <a:pt x="1037780" y="560799"/>
                  </a:cubicBezTo>
                  <a:cubicBezTo>
                    <a:pt x="1014563" y="583431"/>
                    <a:pt x="988431" y="607805"/>
                    <a:pt x="937343" y="607805"/>
                  </a:cubicBezTo>
                  <a:cubicBezTo>
                    <a:pt x="887352" y="607805"/>
                    <a:pt x="861195" y="583431"/>
                    <a:pt x="837942" y="560799"/>
                  </a:cubicBezTo>
                  <a:cubicBezTo>
                    <a:pt x="817603" y="541504"/>
                    <a:pt x="798587" y="523541"/>
                    <a:pt x="764952" y="519352"/>
                  </a:cubicBezTo>
                  <a:lnTo>
                    <a:pt x="749586" y="518436"/>
                  </a:lnTo>
                  <a:lnTo>
                    <a:pt x="734638" y="519352"/>
                  </a:lnTo>
                  <a:cubicBezTo>
                    <a:pt x="701811" y="523541"/>
                    <a:pt x="682831" y="541504"/>
                    <a:pt x="662511" y="560799"/>
                  </a:cubicBezTo>
                  <a:cubicBezTo>
                    <a:pt x="639282" y="583431"/>
                    <a:pt x="613157" y="607805"/>
                    <a:pt x="562069" y="607805"/>
                  </a:cubicBezTo>
                  <a:cubicBezTo>
                    <a:pt x="512115" y="607805"/>
                    <a:pt x="485977" y="583431"/>
                    <a:pt x="462743" y="560799"/>
                  </a:cubicBezTo>
                  <a:cubicBezTo>
                    <a:pt x="439508" y="538747"/>
                    <a:pt x="418017" y="518436"/>
                    <a:pt x="375034" y="518436"/>
                  </a:cubicBezTo>
                  <a:cubicBezTo>
                    <a:pt x="332073" y="518436"/>
                    <a:pt x="310593" y="538747"/>
                    <a:pt x="287371" y="560799"/>
                  </a:cubicBezTo>
                  <a:cubicBezTo>
                    <a:pt x="264149" y="583431"/>
                    <a:pt x="238024" y="607805"/>
                    <a:pt x="187517" y="607805"/>
                  </a:cubicBezTo>
                  <a:cubicBezTo>
                    <a:pt x="137009" y="607805"/>
                    <a:pt x="111465" y="583431"/>
                    <a:pt x="87663" y="560799"/>
                  </a:cubicBezTo>
                  <a:cubicBezTo>
                    <a:pt x="64441" y="538747"/>
                    <a:pt x="42960" y="518436"/>
                    <a:pt x="0" y="518436"/>
                  </a:cubicBezTo>
                  <a:close/>
                  <a:moveTo>
                    <a:pt x="0" y="399827"/>
                  </a:moveTo>
                  <a:cubicBezTo>
                    <a:pt x="50507" y="399827"/>
                    <a:pt x="76632" y="424837"/>
                    <a:pt x="99855" y="447520"/>
                  </a:cubicBezTo>
                  <a:cubicBezTo>
                    <a:pt x="123076" y="469621"/>
                    <a:pt x="144556" y="489978"/>
                    <a:pt x="187517" y="489978"/>
                  </a:cubicBezTo>
                  <a:cubicBezTo>
                    <a:pt x="230477" y="489978"/>
                    <a:pt x="251957" y="469621"/>
                    <a:pt x="275179" y="447520"/>
                  </a:cubicBezTo>
                  <a:cubicBezTo>
                    <a:pt x="298982" y="424837"/>
                    <a:pt x="324526" y="399827"/>
                    <a:pt x="375034" y="399827"/>
                  </a:cubicBezTo>
                  <a:cubicBezTo>
                    <a:pt x="425568" y="399827"/>
                    <a:pt x="451706" y="424837"/>
                    <a:pt x="474941" y="447520"/>
                  </a:cubicBezTo>
                  <a:cubicBezTo>
                    <a:pt x="498175" y="469621"/>
                    <a:pt x="519667" y="489978"/>
                    <a:pt x="562069" y="489978"/>
                  </a:cubicBezTo>
                  <a:cubicBezTo>
                    <a:pt x="605610" y="489978"/>
                    <a:pt x="627090" y="469621"/>
                    <a:pt x="650315" y="447520"/>
                  </a:cubicBezTo>
                  <a:cubicBezTo>
                    <a:pt x="672083" y="426255"/>
                    <a:pt x="696405" y="402944"/>
                    <a:pt x="740506" y="400114"/>
                  </a:cubicBezTo>
                  <a:lnTo>
                    <a:pt x="749586" y="399827"/>
                  </a:lnTo>
                  <a:lnTo>
                    <a:pt x="758889" y="400114"/>
                  </a:lnTo>
                  <a:cubicBezTo>
                    <a:pt x="803998" y="402944"/>
                    <a:pt x="828351" y="426255"/>
                    <a:pt x="850154" y="447520"/>
                  </a:cubicBezTo>
                  <a:cubicBezTo>
                    <a:pt x="873408" y="469621"/>
                    <a:pt x="894909" y="489978"/>
                    <a:pt x="937343" y="489978"/>
                  </a:cubicBezTo>
                  <a:cubicBezTo>
                    <a:pt x="980892" y="489978"/>
                    <a:pt x="1002368" y="469621"/>
                    <a:pt x="1025586" y="447520"/>
                  </a:cubicBezTo>
                  <a:cubicBezTo>
                    <a:pt x="1047357" y="426255"/>
                    <a:pt x="1071175" y="402944"/>
                    <a:pt x="1115684" y="400114"/>
                  </a:cubicBezTo>
                  <a:lnTo>
                    <a:pt x="1124860" y="399827"/>
                  </a:lnTo>
                  <a:lnTo>
                    <a:pt x="1134151" y="400114"/>
                  </a:lnTo>
                  <a:cubicBezTo>
                    <a:pt x="1179136" y="402944"/>
                    <a:pt x="1202980" y="426255"/>
                    <a:pt x="1225295" y="447520"/>
                  </a:cubicBezTo>
                  <a:cubicBezTo>
                    <a:pt x="1248517" y="469621"/>
                    <a:pt x="1270006" y="489978"/>
                    <a:pt x="1312377" y="489978"/>
                  </a:cubicBezTo>
                  <a:cubicBezTo>
                    <a:pt x="1355923" y="489978"/>
                    <a:pt x="1377398" y="469621"/>
                    <a:pt x="1400620" y="447520"/>
                  </a:cubicBezTo>
                  <a:cubicBezTo>
                    <a:pt x="1422391" y="426255"/>
                    <a:pt x="1446206" y="402944"/>
                    <a:pt x="1490715" y="400114"/>
                  </a:cubicBezTo>
                  <a:lnTo>
                    <a:pt x="1499902" y="399827"/>
                  </a:lnTo>
                  <a:lnTo>
                    <a:pt x="1509200" y="400114"/>
                  </a:lnTo>
                  <a:cubicBezTo>
                    <a:pt x="1554240" y="402944"/>
                    <a:pt x="1578118" y="426255"/>
                    <a:pt x="1600457" y="447520"/>
                  </a:cubicBezTo>
                  <a:cubicBezTo>
                    <a:pt x="1620811" y="466859"/>
                    <a:pt x="1639813" y="484862"/>
                    <a:pt x="1672675" y="489060"/>
                  </a:cubicBezTo>
                  <a:lnTo>
                    <a:pt x="1687656" y="489978"/>
                  </a:lnTo>
                  <a:lnTo>
                    <a:pt x="1702991" y="489060"/>
                  </a:lnTo>
                  <a:cubicBezTo>
                    <a:pt x="1736589" y="484862"/>
                    <a:pt x="1755583" y="466859"/>
                    <a:pt x="1775902" y="447520"/>
                  </a:cubicBezTo>
                  <a:cubicBezTo>
                    <a:pt x="1797671" y="426255"/>
                    <a:pt x="1821477" y="402944"/>
                    <a:pt x="1865985" y="400114"/>
                  </a:cubicBezTo>
                  <a:lnTo>
                    <a:pt x="1875171" y="399827"/>
                  </a:lnTo>
                  <a:lnTo>
                    <a:pt x="1884453" y="400114"/>
                  </a:lnTo>
                  <a:cubicBezTo>
                    <a:pt x="1929442" y="402944"/>
                    <a:pt x="1953295" y="426255"/>
                    <a:pt x="1975602" y="447520"/>
                  </a:cubicBezTo>
                  <a:cubicBezTo>
                    <a:pt x="1995922" y="466859"/>
                    <a:pt x="2014463" y="484862"/>
                    <a:pt x="2047561" y="489060"/>
                  </a:cubicBezTo>
                  <a:lnTo>
                    <a:pt x="2062687" y="489978"/>
                  </a:lnTo>
                  <a:lnTo>
                    <a:pt x="2078025" y="489060"/>
                  </a:lnTo>
                  <a:cubicBezTo>
                    <a:pt x="2111623" y="484862"/>
                    <a:pt x="2130614" y="466859"/>
                    <a:pt x="2150933" y="447520"/>
                  </a:cubicBezTo>
                  <a:cubicBezTo>
                    <a:pt x="2172701" y="426255"/>
                    <a:pt x="2196510" y="402944"/>
                    <a:pt x="2241019" y="400114"/>
                  </a:cubicBezTo>
                  <a:lnTo>
                    <a:pt x="2250202" y="399827"/>
                  </a:lnTo>
                  <a:lnTo>
                    <a:pt x="2259500" y="400114"/>
                  </a:lnTo>
                  <a:cubicBezTo>
                    <a:pt x="2304545" y="402944"/>
                    <a:pt x="2328421" y="426255"/>
                    <a:pt x="2350772" y="447520"/>
                  </a:cubicBezTo>
                  <a:cubicBezTo>
                    <a:pt x="2371110" y="466859"/>
                    <a:pt x="2389675" y="484862"/>
                    <a:pt x="2422815" y="489060"/>
                  </a:cubicBezTo>
                  <a:lnTo>
                    <a:pt x="2437959" y="489978"/>
                  </a:lnTo>
                  <a:lnTo>
                    <a:pt x="2453275" y="489060"/>
                  </a:lnTo>
                  <a:cubicBezTo>
                    <a:pt x="2486774" y="484862"/>
                    <a:pt x="2505375" y="466859"/>
                    <a:pt x="2526203" y="447520"/>
                  </a:cubicBezTo>
                  <a:cubicBezTo>
                    <a:pt x="2549424" y="424837"/>
                    <a:pt x="2574968" y="399827"/>
                    <a:pt x="2625475" y="399827"/>
                  </a:cubicBezTo>
                  <a:cubicBezTo>
                    <a:pt x="2676563" y="399827"/>
                    <a:pt x="2702109" y="424837"/>
                    <a:pt x="2725913" y="447520"/>
                  </a:cubicBezTo>
                  <a:cubicBezTo>
                    <a:pt x="2746233" y="466859"/>
                    <a:pt x="2764773" y="484862"/>
                    <a:pt x="2797875" y="489060"/>
                  </a:cubicBezTo>
                  <a:lnTo>
                    <a:pt x="2812992" y="489978"/>
                  </a:lnTo>
                  <a:lnTo>
                    <a:pt x="2828318" y="489060"/>
                  </a:lnTo>
                  <a:cubicBezTo>
                    <a:pt x="2861804" y="484862"/>
                    <a:pt x="2880408" y="466859"/>
                    <a:pt x="2901235" y="447520"/>
                  </a:cubicBezTo>
                  <a:cubicBezTo>
                    <a:pt x="2912185" y="436887"/>
                    <a:pt x="2923613" y="425743"/>
                    <a:pt x="2937867" y="416904"/>
                  </a:cubicBezTo>
                  <a:lnTo>
                    <a:pt x="2957425" y="407715"/>
                  </a:lnTo>
                  <a:lnTo>
                    <a:pt x="2957425" y="428995"/>
                  </a:lnTo>
                  <a:lnTo>
                    <a:pt x="2944727" y="433626"/>
                  </a:lnTo>
                  <a:cubicBezTo>
                    <a:pt x="2933399" y="441025"/>
                    <a:pt x="2923652" y="450392"/>
                    <a:pt x="2913429" y="460316"/>
                  </a:cubicBezTo>
                  <a:cubicBezTo>
                    <a:pt x="2891112" y="481581"/>
                    <a:pt x="2867269" y="504380"/>
                    <a:pt x="2822285" y="507147"/>
                  </a:cubicBezTo>
                  <a:lnTo>
                    <a:pt x="2812992" y="507427"/>
                  </a:lnTo>
                  <a:lnTo>
                    <a:pt x="2803817" y="507147"/>
                  </a:lnTo>
                  <a:cubicBezTo>
                    <a:pt x="2759309" y="504380"/>
                    <a:pt x="2735489" y="481581"/>
                    <a:pt x="2713719" y="460316"/>
                  </a:cubicBezTo>
                  <a:cubicBezTo>
                    <a:pt x="2689916" y="438214"/>
                    <a:pt x="2669016" y="417857"/>
                    <a:pt x="2625475" y="417857"/>
                  </a:cubicBezTo>
                  <a:cubicBezTo>
                    <a:pt x="2582521" y="417857"/>
                    <a:pt x="2561615" y="437632"/>
                    <a:pt x="2538398" y="460316"/>
                  </a:cubicBezTo>
                  <a:cubicBezTo>
                    <a:pt x="2516079" y="481581"/>
                    <a:pt x="2492239" y="504380"/>
                    <a:pt x="2447253" y="507147"/>
                  </a:cubicBezTo>
                  <a:lnTo>
                    <a:pt x="2437959" y="507427"/>
                  </a:lnTo>
                  <a:lnTo>
                    <a:pt x="2428768" y="507147"/>
                  </a:lnTo>
                  <a:cubicBezTo>
                    <a:pt x="2384205" y="504380"/>
                    <a:pt x="2360364" y="481581"/>
                    <a:pt x="2338559" y="460316"/>
                  </a:cubicBezTo>
                  <a:cubicBezTo>
                    <a:pt x="2318221" y="440977"/>
                    <a:pt x="2299203" y="422974"/>
                    <a:pt x="2265570" y="418775"/>
                  </a:cubicBezTo>
                  <a:lnTo>
                    <a:pt x="2250202" y="417857"/>
                  </a:lnTo>
                  <a:lnTo>
                    <a:pt x="2235078" y="418751"/>
                  </a:lnTo>
                  <a:cubicBezTo>
                    <a:pt x="2201989" y="422847"/>
                    <a:pt x="2183438" y="440468"/>
                    <a:pt x="2163119" y="460316"/>
                  </a:cubicBezTo>
                  <a:cubicBezTo>
                    <a:pt x="2140811" y="481581"/>
                    <a:pt x="2116959" y="504380"/>
                    <a:pt x="2071970" y="507147"/>
                  </a:cubicBezTo>
                  <a:lnTo>
                    <a:pt x="2062687" y="507427"/>
                  </a:lnTo>
                  <a:lnTo>
                    <a:pt x="2053502" y="507147"/>
                  </a:lnTo>
                  <a:cubicBezTo>
                    <a:pt x="2008993" y="504380"/>
                    <a:pt x="1985187" y="481581"/>
                    <a:pt x="1963418" y="460316"/>
                  </a:cubicBezTo>
                  <a:cubicBezTo>
                    <a:pt x="1943099" y="440977"/>
                    <a:pt x="1924106" y="422974"/>
                    <a:pt x="1890508" y="418775"/>
                  </a:cubicBezTo>
                  <a:lnTo>
                    <a:pt x="1875171" y="417857"/>
                  </a:lnTo>
                  <a:lnTo>
                    <a:pt x="1860044" y="418751"/>
                  </a:lnTo>
                  <a:cubicBezTo>
                    <a:pt x="1826946" y="422847"/>
                    <a:pt x="1808405" y="440468"/>
                    <a:pt x="1788085" y="460316"/>
                  </a:cubicBezTo>
                  <a:cubicBezTo>
                    <a:pt x="1765780" y="481581"/>
                    <a:pt x="1741925" y="504380"/>
                    <a:pt x="1696936" y="507147"/>
                  </a:cubicBezTo>
                  <a:lnTo>
                    <a:pt x="1687656" y="507427"/>
                  </a:lnTo>
                  <a:lnTo>
                    <a:pt x="1678456" y="507147"/>
                  </a:lnTo>
                  <a:cubicBezTo>
                    <a:pt x="1633891" y="504380"/>
                    <a:pt x="1610048" y="481581"/>
                    <a:pt x="1588259" y="460316"/>
                  </a:cubicBezTo>
                  <a:cubicBezTo>
                    <a:pt x="1567905" y="440977"/>
                    <a:pt x="1548904" y="422974"/>
                    <a:pt x="1515254" y="418775"/>
                  </a:cubicBezTo>
                  <a:lnTo>
                    <a:pt x="1499902" y="417857"/>
                  </a:lnTo>
                  <a:lnTo>
                    <a:pt x="1484938" y="418751"/>
                  </a:lnTo>
                  <a:cubicBezTo>
                    <a:pt x="1452117" y="422847"/>
                    <a:pt x="1433131" y="440468"/>
                    <a:pt x="1412811" y="460316"/>
                  </a:cubicBezTo>
                  <a:cubicBezTo>
                    <a:pt x="1389009" y="482999"/>
                    <a:pt x="1363465" y="507427"/>
                    <a:pt x="1312377" y="507427"/>
                  </a:cubicBezTo>
                  <a:cubicBezTo>
                    <a:pt x="1261869" y="507427"/>
                    <a:pt x="1236325" y="482999"/>
                    <a:pt x="1213103" y="460316"/>
                  </a:cubicBezTo>
                  <a:cubicBezTo>
                    <a:pt x="1192784" y="440977"/>
                    <a:pt x="1173800" y="422974"/>
                    <a:pt x="1140203" y="418775"/>
                  </a:cubicBezTo>
                  <a:lnTo>
                    <a:pt x="1124860" y="417857"/>
                  </a:lnTo>
                  <a:lnTo>
                    <a:pt x="1109907" y="418751"/>
                  </a:lnTo>
                  <a:cubicBezTo>
                    <a:pt x="1077083" y="422847"/>
                    <a:pt x="1058099" y="440468"/>
                    <a:pt x="1037780" y="460316"/>
                  </a:cubicBezTo>
                  <a:cubicBezTo>
                    <a:pt x="1014563" y="482999"/>
                    <a:pt x="988431" y="507427"/>
                    <a:pt x="937343" y="507427"/>
                  </a:cubicBezTo>
                  <a:cubicBezTo>
                    <a:pt x="887352" y="507427"/>
                    <a:pt x="861195" y="482999"/>
                    <a:pt x="837942" y="460316"/>
                  </a:cubicBezTo>
                  <a:cubicBezTo>
                    <a:pt x="817603" y="440977"/>
                    <a:pt x="798587" y="422974"/>
                    <a:pt x="764952" y="418775"/>
                  </a:cubicBezTo>
                  <a:lnTo>
                    <a:pt x="749586" y="417857"/>
                  </a:lnTo>
                  <a:lnTo>
                    <a:pt x="734638" y="418751"/>
                  </a:lnTo>
                  <a:cubicBezTo>
                    <a:pt x="701811" y="422847"/>
                    <a:pt x="682831" y="440468"/>
                    <a:pt x="662511" y="460316"/>
                  </a:cubicBezTo>
                  <a:cubicBezTo>
                    <a:pt x="639282" y="482999"/>
                    <a:pt x="613157" y="507427"/>
                    <a:pt x="562069" y="507427"/>
                  </a:cubicBezTo>
                  <a:cubicBezTo>
                    <a:pt x="512115" y="507427"/>
                    <a:pt x="485977" y="482999"/>
                    <a:pt x="462743" y="460316"/>
                  </a:cubicBezTo>
                  <a:cubicBezTo>
                    <a:pt x="439508" y="438214"/>
                    <a:pt x="418017" y="417857"/>
                    <a:pt x="375034" y="417857"/>
                  </a:cubicBezTo>
                  <a:cubicBezTo>
                    <a:pt x="332073" y="417857"/>
                    <a:pt x="310593" y="437632"/>
                    <a:pt x="287371" y="460316"/>
                  </a:cubicBezTo>
                  <a:cubicBezTo>
                    <a:pt x="264149" y="482999"/>
                    <a:pt x="238024" y="507427"/>
                    <a:pt x="187517" y="507427"/>
                  </a:cubicBezTo>
                  <a:cubicBezTo>
                    <a:pt x="137009" y="507427"/>
                    <a:pt x="111465" y="482999"/>
                    <a:pt x="87663" y="460316"/>
                  </a:cubicBezTo>
                  <a:cubicBezTo>
                    <a:pt x="64441" y="438214"/>
                    <a:pt x="42960" y="417857"/>
                    <a:pt x="0" y="417857"/>
                  </a:cubicBezTo>
                  <a:close/>
                  <a:moveTo>
                    <a:pt x="0" y="299931"/>
                  </a:moveTo>
                  <a:cubicBezTo>
                    <a:pt x="50507" y="299931"/>
                    <a:pt x="76632" y="324917"/>
                    <a:pt x="99855" y="347579"/>
                  </a:cubicBezTo>
                  <a:cubicBezTo>
                    <a:pt x="123076" y="369660"/>
                    <a:pt x="144556" y="389998"/>
                    <a:pt x="187517" y="389998"/>
                  </a:cubicBezTo>
                  <a:cubicBezTo>
                    <a:pt x="230477" y="389998"/>
                    <a:pt x="251957" y="369660"/>
                    <a:pt x="275179" y="347579"/>
                  </a:cubicBezTo>
                  <a:cubicBezTo>
                    <a:pt x="298982" y="324917"/>
                    <a:pt x="324526" y="299931"/>
                    <a:pt x="375034" y="299931"/>
                  </a:cubicBezTo>
                  <a:cubicBezTo>
                    <a:pt x="425568" y="299931"/>
                    <a:pt x="451706" y="324917"/>
                    <a:pt x="474941" y="347579"/>
                  </a:cubicBezTo>
                  <a:cubicBezTo>
                    <a:pt x="498175" y="369660"/>
                    <a:pt x="519667" y="389998"/>
                    <a:pt x="562069" y="389998"/>
                  </a:cubicBezTo>
                  <a:cubicBezTo>
                    <a:pt x="605610" y="389998"/>
                    <a:pt x="627090" y="369660"/>
                    <a:pt x="650315" y="347579"/>
                  </a:cubicBezTo>
                  <a:cubicBezTo>
                    <a:pt x="672083" y="326333"/>
                    <a:pt x="696405" y="303045"/>
                    <a:pt x="740506" y="300217"/>
                  </a:cubicBezTo>
                  <a:lnTo>
                    <a:pt x="749586" y="299931"/>
                  </a:lnTo>
                  <a:lnTo>
                    <a:pt x="758889" y="300217"/>
                  </a:lnTo>
                  <a:cubicBezTo>
                    <a:pt x="803998" y="303045"/>
                    <a:pt x="828351" y="326333"/>
                    <a:pt x="850154" y="347579"/>
                  </a:cubicBezTo>
                  <a:cubicBezTo>
                    <a:pt x="873408" y="369660"/>
                    <a:pt x="894909" y="389998"/>
                    <a:pt x="937343" y="389998"/>
                  </a:cubicBezTo>
                  <a:cubicBezTo>
                    <a:pt x="980892" y="389998"/>
                    <a:pt x="1002368" y="369660"/>
                    <a:pt x="1025586" y="347579"/>
                  </a:cubicBezTo>
                  <a:cubicBezTo>
                    <a:pt x="1047357" y="326333"/>
                    <a:pt x="1071175" y="303045"/>
                    <a:pt x="1115684" y="300217"/>
                  </a:cubicBezTo>
                  <a:lnTo>
                    <a:pt x="1124860" y="299931"/>
                  </a:lnTo>
                  <a:lnTo>
                    <a:pt x="1134151" y="300217"/>
                  </a:lnTo>
                  <a:cubicBezTo>
                    <a:pt x="1179136" y="303045"/>
                    <a:pt x="1202980" y="326333"/>
                    <a:pt x="1225295" y="347579"/>
                  </a:cubicBezTo>
                  <a:cubicBezTo>
                    <a:pt x="1248517" y="369660"/>
                    <a:pt x="1270006" y="389998"/>
                    <a:pt x="1312377" y="389998"/>
                  </a:cubicBezTo>
                  <a:cubicBezTo>
                    <a:pt x="1355923" y="389998"/>
                    <a:pt x="1377398" y="369660"/>
                    <a:pt x="1400620" y="347579"/>
                  </a:cubicBezTo>
                  <a:cubicBezTo>
                    <a:pt x="1422391" y="326333"/>
                    <a:pt x="1446206" y="303045"/>
                    <a:pt x="1490715" y="300217"/>
                  </a:cubicBezTo>
                  <a:lnTo>
                    <a:pt x="1499902" y="299931"/>
                  </a:lnTo>
                  <a:lnTo>
                    <a:pt x="1509200" y="300217"/>
                  </a:lnTo>
                  <a:cubicBezTo>
                    <a:pt x="1554240" y="303045"/>
                    <a:pt x="1578118" y="326333"/>
                    <a:pt x="1600457" y="347579"/>
                  </a:cubicBezTo>
                  <a:cubicBezTo>
                    <a:pt x="1620811" y="366900"/>
                    <a:pt x="1639813" y="384886"/>
                    <a:pt x="1672675" y="389081"/>
                  </a:cubicBezTo>
                  <a:lnTo>
                    <a:pt x="1687656" y="389998"/>
                  </a:lnTo>
                  <a:lnTo>
                    <a:pt x="1702991" y="389081"/>
                  </a:lnTo>
                  <a:cubicBezTo>
                    <a:pt x="1736589" y="384886"/>
                    <a:pt x="1755583" y="366900"/>
                    <a:pt x="1775902" y="347579"/>
                  </a:cubicBezTo>
                  <a:cubicBezTo>
                    <a:pt x="1797671" y="326333"/>
                    <a:pt x="1821477" y="303045"/>
                    <a:pt x="1865985" y="300217"/>
                  </a:cubicBezTo>
                  <a:lnTo>
                    <a:pt x="1875171" y="299931"/>
                  </a:lnTo>
                  <a:lnTo>
                    <a:pt x="1884453" y="300217"/>
                  </a:lnTo>
                  <a:cubicBezTo>
                    <a:pt x="1929442" y="303045"/>
                    <a:pt x="1953295" y="326333"/>
                    <a:pt x="1975602" y="347579"/>
                  </a:cubicBezTo>
                  <a:cubicBezTo>
                    <a:pt x="1995922" y="366900"/>
                    <a:pt x="2014463" y="384886"/>
                    <a:pt x="2047561" y="389081"/>
                  </a:cubicBezTo>
                  <a:lnTo>
                    <a:pt x="2062687" y="389998"/>
                  </a:lnTo>
                  <a:lnTo>
                    <a:pt x="2078025" y="389081"/>
                  </a:lnTo>
                  <a:cubicBezTo>
                    <a:pt x="2111623" y="384886"/>
                    <a:pt x="2130614" y="366900"/>
                    <a:pt x="2150933" y="347579"/>
                  </a:cubicBezTo>
                  <a:cubicBezTo>
                    <a:pt x="2172701" y="326333"/>
                    <a:pt x="2196510" y="303045"/>
                    <a:pt x="2241019" y="300217"/>
                  </a:cubicBezTo>
                  <a:lnTo>
                    <a:pt x="2250202" y="299931"/>
                  </a:lnTo>
                  <a:lnTo>
                    <a:pt x="2259500" y="300217"/>
                  </a:lnTo>
                  <a:cubicBezTo>
                    <a:pt x="2304545" y="303045"/>
                    <a:pt x="2328421" y="326333"/>
                    <a:pt x="2350772" y="347579"/>
                  </a:cubicBezTo>
                  <a:cubicBezTo>
                    <a:pt x="2371110" y="366900"/>
                    <a:pt x="2389675" y="384886"/>
                    <a:pt x="2422815" y="389081"/>
                  </a:cubicBezTo>
                  <a:lnTo>
                    <a:pt x="2437959" y="389998"/>
                  </a:lnTo>
                  <a:lnTo>
                    <a:pt x="2453275" y="389081"/>
                  </a:lnTo>
                  <a:cubicBezTo>
                    <a:pt x="2486774" y="384886"/>
                    <a:pt x="2505375" y="366900"/>
                    <a:pt x="2526203" y="347579"/>
                  </a:cubicBezTo>
                  <a:cubicBezTo>
                    <a:pt x="2549424" y="324917"/>
                    <a:pt x="2574968" y="299931"/>
                    <a:pt x="2625475" y="299931"/>
                  </a:cubicBezTo>
                  <a:cubicBezTo>
                    <a:pt x="2676563" y="299931"/>
                    <a:pt x="2702109" y="324917"/>
                    <a:pt x="2725913" y="347579"/>
                  </a:cubicBezTo>
                  <a:cubicBezTo>
                    <a:pt x="2746233" y="366900"/>
                    <a:pt x="2764773" y="384886"/>
                    <a:pt x="2797875" y="389081"/>
                  </a:cubicBezTo>
                  <a:lnTo>
                    <a:pt x="2812992" y="389998"/>
                  </a:lnTo>
                  <a:lnTo>
                    <a:pt x="2828318" y="389081"/>
                  </a:lnTo>
                  <a:cubicBezTo>
                    <a:pt x="2861804" y="384886"/>
                    <a:pt x="2880408" y="366900"/>
                    <a:pt x="2901235" y="347579"/>
                  </a:cubicBezTo>
                  <a:cubicBezTo>
                    <a:pt x="2912182" y="336956"/>
                    <a:pt x="2923608" y="325823"/>
                    <a:pt x="2937862" y="316991"/>
                  </a:cubicBezTo>
                  <a:lnTo>
                    <a:pt x="2957425" y="307808"/>
                  </a:lnTo>
                  <a:lnTo>
                    <a:pt x="2957425" y="329243"/>
                  </a:lnTo>
                  <a:lnTo>
                    <a:pt x="2944722" y="333940"/>
                  </a:lnTo>
                  <a:cubicBezTo>
                    <a:pt x="2933394" y="341376"/>
                    <a:pt x="2923649" y="350702"/>
                    <a:pt x="2913429" y="360363"/>
                  </a:cubicBezTo>
                  <a:cubicBezTo>
                    <a:pt x="2891112" y="381609"/>
                    <a:pt x="2867269" y="404897"/>
                    <a:pt x="2822285" y="407725"/>
                  </a:cubicBezTo>
                  <a:lnTo>
                    <a:pt x="2812992" y="408011"/>
                  </a:lnTo>
                  <a:lnTo>
                    <a:pt x="2803817" y="407725"/>
                  </a:lnTo>
                  <a:cubicBezTo>
                    <a:pt x="2759309" y="404897"/>
                    <a:pt x="2735489" y="381609"/>
                    <a:pt x="2713719" y="360363"/>
                  </a:cubicBezTo>
                  <a:cubicBezTo>
                    <a:pt x="2689916" y="338282"/>
                    <a:pt x="2669016" y="317944"/>
                    <a:pt x="2625475" y="317944"/>
                  </a:cubicBezTo>
                  <a:cubicBezTo>
                    <a:pt x="2582521" y="317944"/>
                    <a:pt x="2561615" y="338282"/>
                    <a:pt x="2538398" y="360363"/>
                  </a:cubicBezTo>
                  <a:cubicBezTo>
                    <a:pt x="2516079" y="381609"/>
                    <a:pt x="2492239" y="404897"/>
                    <a:pt x="2447253" y="407725"/>
                  </a:cubicBezTo>
                  <a:lnTo>
                    <a:pt x="2437959" y="408011"/>
                  </a:lnTo>
                  <a:lnTo>
                    <a:pt x="2428768" y="407725"/>
                  </a:lnTo>
                  <a:cubicBezTo>
                    <a:pt x="2384205" y="404897"/>
                    <a:pt x="2360364" y="381609"/>
                    <a:pt x="2338559" y="360363"/>
                  </a:cubicBezTo>
                  <a:cubicBezTo>
                    <a:pt x="2318221" y="341042"/>
                    <a:pt x="2299203" y="323056"/>
                    <a:pt x="2265570" y="318861"/>
                  </a:cubicBezTo>
                  <a:lnTo>
                    <a:pt x="2250202" y="317944"/>
                  </a:lnTo>
                  <a:lnTo>
                    <a:pt x="2235078" y="318861"/>
                  </a:lnTo>
                  <a:cubicBezTo>
                    <a:pt x="2201989" y="323056"/>
                    <a:pt x="2183438" y="341042"/>
                    <a:pt x="2163119" y="360363"/>
                  </a:cubicBezTo>
                  <a:cubicBezTo>
                    <a:pt x="2140811" y="381609"/>
                    <a:pt x="2116959" y="404897"/>
                    <a:pt x="2071970" y="407725"/>
                  </a:cubicBezTo>
                  <a:lnTo>
                    <a:pt x="2062687" y="408011"/>
                  </a:lnTo>
                  <a:lnTo>
                    <a:pt x="2053502" y="407725"/>
                  </a:lnTo>
                  <a:cubicBezTo>
                    <a:pt x="2008993" y="404897"/>
                    <a:pt x="1985187" y="381609"/>
                    <a:pt x="1963418" y="360363"/>
                  </a:cubicBezTo>
                  <a:cubicBezTo>
                    <a:pt x="1943099" y="341042"/>
                    <a:pt x="1924106" y="323056"/>
                    <a:pt x="1890508" y="318861"/>
                  </a:cubicBezTo>
                  <a:lnTo>
                    <a:pt x="1875171" y="317944"/>
                  </a:lnTo>
                  <a:lnTo>
                    <a:pt x="1860044" y="318861"/>
                  </a:lnTo>
                  <a:cubicBezTo>
                    <a:pt x="1826946" y="323056"/>
                    <a:pt x="1808405" y="341042"/>
                    <a:pt x="1788085" y="360363"/>
                  </a:cubicBezTo>
                  <a:cubicBezTo>
                    <a:pt x="1765780" y="381609"/>
                    <a:pt x="1741925" y="404897"/>
                    <a:pt x="1696936" y="407725"/>
                  </a:cubicBezTo>
                  <a:lnTo>
                    <a:pt x="1687656" y="408011"/>
                  </a:lnTo>
                  <a:lnTo>
                    <a:pt x="1678456" y="407725"/>
                  </a:lnTo>
                  <a:cubicBezTo>
                    <a:pt x="1633891" y="404897"/>
                    <a:pt x="1610048" y="381609"/>
                    <a:pt x="1588259" y="360363"/>
                  </a:cubicBezTo>
                  <a:cubicBezTo>
                    <a:pt x="1567905" y="341042"/>
                    <a:pt x="1548904" y="323056"/>
                    <a:pt x="1515254" y="318861"/>
                  </a:cubicBezTo>
                  <a:lnTo>
                    <a:pt x="1499902" y="317944"/>
                  </a:lnTo>
                  <a:lnTo>
                    <a:pt x="1484938" y="318861"/>
                  </a:lnTo>
                  <a:cubicBezTo>
                    <a:pt x="1452117" y="323056"/>
                    <a:pt x="1433131" y="341042"/>
                    <a:pt x="1412811" y="360363"/>
                  </a:cubicBezTo>
                  <a:cubicBezTo>
                    <a:pt x="1389009" y="383025"/>
                    <a:pt x="1363465" y="408011"/>
                    <a:pt x="1312377" y="408011"/>
                  </a:cubicBezTo>
                  <a:cubicBezTo>
                    <a:pt x="1261869" y="408011"/>
                    <a:pt x="1236325" y="383025"/>
                    <a:pt x="1213103" y="360363"/>
                  </a:cubicBezTo>
                  <a:cubicBezTo>
                    <a:pt x="1192784" y="341042"/>
                    <a:pt x="1173800" y="323056"/>
                    <a:pt x="1140203" y="318861"/>
                  </a:cubicBezTo>
                  <a:lnTo>
                    <a:pt x="1124860" y="317944"/>
                  </a:lnTo>
                  <a:lnTo>
                    <a:pt x="1109907" y="318861"/>
                  </a:lnTo>
                  <a:cubicBezTo>
                    <a:pt x="1077083" y="323056"/>
                    <a:pt x="1058099" y="341042"/>
                    <a:pt x="1037780" y="360363"/>
                  </a:cubicBezTo>
                  <a:cubicBezTo>
                    <a:pt x="1014563" y="383025"/>
                    <a:pt x="988431" y="408011"/>
                    <a:pt x="937343" y="408011"/>
                  </a:cubicBezTo>
                  <a:cubicBezTo>
                    <a:pt x="887352" y="408011"/>
                    <a:pt x="861195" y="383025"/>
                    <a:pt x="837942" y="360363"/>
                  </a:cubicBezTo>
                  <a:cubicBezTo>
                    <a:pt x="817603" y="341042"/>
                    <a:pt x="798587" y="323056"/>
                    <a:pt x="764952" y="318861"/>
                  </a:cubicBezTo>
                  <a:lnTo>
                    <a:pt x="749586" y="317944"/>
                  </a:lnTo>
                  <a:lnTo>
                    <a:pt x="734638" y="318861"/>
                  </a:lnTo>
                  <a:cubicBezTo>
                    <a:pt x="701811" y="323056"/>
                    <a:pt x="682831" y="341042"/>
                    <a:pt x="662511" y="360363"/>
                  </a:cubicBezTo>
                  <a:cubicBezTo>
                    <a:pt x="639282" y="383025"/>
                    <a:pt x="613157" y="408011"/>
                    <a:pt x="562069" y="408011"/>
                  </a:cubicBezTo>
                  <a:cubicBezTo>
                    <a:pt x="512115" y="408011"/>
                    <a:pt x="485977" y="383025"/>
                    <a:pt x="462743" y="360363"/>
                  </a:cubicBezTo>
                  <a:cubicBezTo>
                    <a:pt x="439508" y="338282"/>
                    <a:pt x="418017" y="317944"/>
                    <a:pt x="375034" y="317944"/>
                  </a:cubicBezTo>
                  <a:cubicBezTo>
                    <a:pt x="332073" y="317944"/>
                    <a:pt x="310593" y="338282"/>
                    <a:pt x="287371" y="360363"/>
                  </a:cubicBezTo>
                  <a:cubicBezTo>
                    <a:pt x="264149" y="383025"/>
                    <a:pt x="238024" y="408011"/>
                    <a:pt x="187517" y="408011"/>
                  </a:cubicBezTo>
                  <a:cubicBezTo>
                    <a:pt x="137009" y="408011"/>
                    <a:pt x="111465" y="383025"/>
                    <a:pt x="87663" y="360363"/>
                  </a:cubicBezTo>
                  <a:cubicBezTo>
                    <a:pt x="64441" y="338282"/>
                    <a:pt x="42960" y="317944"/>
                    <a:pt x="0" y="317944"/>
                  </a:cubicBezTo>
                  <a:close/>
                  <a:moveTo>
                    <a:pt x="0" y="200515"/>
                  </a:moveTo>
                  <a:cubicBezTo>
                    <a:pt x="50507" y="200515"/>
                    <a:pt x="76632" y="225469"/>
                    <a:pt x="99855" y="247521"/>
                  </a:cubicBezTo>
                  <a:cubicBezTo>
                    <a:pt x="123076" y="270154"/>
                    <a:pt x="144556" y="289884"/>
                    <a:pt x="187517" y="289884"/>
                  </a:cubicBezTo>
                  <a:cubicBezTo>
                    <a:pt x="230477" y="289884"/>
                    <a:pt x="251957" y="270154"/>
                    <a:pt x="275179" y="247521"/>
                  </a:cubicBezTo>
                  <a:cubicBezTo>
                    <a:pt x="298982" y="225469"/>
                    <a:pt x="324526" y="200515"/>
                    <a:pt x="375034" y="200515"/>
                  </a:cubicBezTo>
                  <a:cubicBezTo>
                    <a:pt x="425568" y="200515"/>
                    <a:pt x="451706" y="225469"/>
                    <a:pt x="474941" y="247521"/>
                  </a:cubicBezTo>
                  <a:cubicBezTo>
                    <a:pt x="498175" y="270154"/>
                    <a:pt x="519667" y="289884"/>
                    <a:pt x="562069" y="289884"/>
                  </a:cubicBezTo>
                  <a:cubicBezTo>
                    <a:pt x="605610" y="289884"/>
                    <a:pt x="627090" y="270154"/>
                    <a:pt x="650315" y="247521"/>
                  </a:cubicBezTo>
                  <a:cubicBezTo>
                    <a:pt x="672083" y="226847"/>
                    <a:pt x="696405" y="203623"/>
                    <a:pt x="740506" y="200801"/>
                  </a:cubicBezTo>
                  <a:lnTo>
                    <a:pt x="749586" y="200515"/>
                  </a:lnTo>
                  <a:lnTo>
                    <a:pt x="758889" y="200801"/>
                  </a:lnTo>
                  <a:cubicBezTo>
                    <a:pt x="803998" y="203623"/>
                    <a:pt x="828351" y="226847"/>
                    <a:pt x="850154" y="247521"/>
                  </a:cubicBezTo>
                  <a:cubicBezTo>
                    <a:pt x="873408" y="270154"/>
                    <a:pt x="894909" y="289884"/>
                    <a:pt x="937343" y="289884"/>
                  </a:cubicBezTo>
                  <a:cubicBezTo>
                    <a:pt x="980892" y="289884"/>
                    <a:pt x="1002368" y="270154"/>
                    <a:pt x="1025586" y="247521"/>
                  </a:cubicBezTo>
                  <a:cubicBezTo>
                    <a:pt x="1047357" y="226847"/>
                    <a:pt x="1071175" y="203623"/>
                    <a:pt x="1115684" y="200801"/>
                  </a:cubicBezTo>
                  <a:lnTo>
                    <a:pt x="1124860" y="200515"/>
                  </a:lnTo>
                  <a:lnTo>
                    <a:pt x="1134151" y="200801"/>
                  </a:lnTo>
                  <a:cubicBezTo>
                    <a:pt x="1179136" y="203623"/>
                    <a:pt x="1202980" y="226847"/>
                    <a:pt x="1225295" y="247521"/>
                  </a:cubicBezTo>
                  <a:cubicBezTo>
                    <a:pt x="1248517" y="270154"/>
                    <a:pt x="1270006" y="289884"/>
                    <a:pt x="1312377" y="289884"/>
                  </a:cubicBezTo>
                  <a:cubicBezTo>
                    <a:pt x="1355923" y="289884"/>
                    <a:pt x="1377398" y="270154"/>
                    <a:pt x="1400620" y="247521"/>
                  </a:cubicBezTo>
                  <a:cubicBezTo>
                    <a:pt x="1422391" y="226847"/>
                    <a:pt x="1446206" y="203623"/>
                    <a:pt x="1490715" y="200801"/>
                  </a:cubicBezTo>
                  <a:lnTo>
                    <a:pt x="1499902" y="200515"/>
                  </a:lnTo>
                  <a:lnTo>
                    <a:pt x="1509200" y="200801"/>
                  </a:lnTo>
                  <a:cubicBezTo>
                    <a:pt x="1554240" y="203623"/>
                    <a:pt x="1578118" y="226847"/>
                    <a:pt x="1600457" y="247521"/>
                  </a:cubicBezTo>
                  <a:cubicBezTo>
                    <a:pt x="1620811" y="267325"/>
                    <a:pt x="1639813" y="284906"/>
                    <a:pt x="1672675" y="288992"/>
                  </a:cubicBezTo>
                  <a:lnTo>
                    <a:pt x="1687656" y="289884"/>
                  </a:lnTo>
                  <a:lnTo>
                    <a:pt x="1702991" y="288992"/>
                  </a:lnTo>
                  <a:cubicBezTo>
                    <a:pt x="1736589" y="284906"/>
                    <a:pt x="1755583" y="267325"/>
                    <a:pt x="1775902" y="247521"/>
                  </a:cubicBezTo>
                  <a:cubicBezTo>
                    <a:pt x="1797671" y="226847"/>
                    <a:pt x="1821477" y="203623"/>
                    <a:pt x="1865985" y="200801"/>
                  </a:cubicBezTo>
                  <a:lnTo>
                    <a:pt x="1875171" y="200515"/>
                  </a:lnTo>
                  <a:lnTo>
                    <a:pt x="1884453" y="200801"/>
                  </a:lnTo>
                  <a:cubicBezTo>
                    <a:pt x="1929442" y="203623"/>
                    <a:pt x="1953295" y="226847"/>
                    <a:pt x="1975602" y="247521"/>
                  </a:cubicBezTo>
                  <a:cubicBezTo>
                    <a:pt x="1995922" y="267325"/>
                    <a:pt x="2014463" y="284906"/>
                    <a:pt x="2047561" y="288992"/>
                  </a:cubicBezTo>
                  <a:lnTo>
                    <a:pt x="2062687" y="289884"/>
                  </a:lnTo>
                  <a:lnTo>
                    <a:pt x="2078025" y="288992"/>
                  </a:lnTo>
                  <a:cubicBezTo>
                    <a:pt x="2111623" y="284906"/>
                    <a:pt x="2130614" y="267325"/>
                    <a:pt x="2150933" y="247521"/>
                  </a:cubicBezTo>
                  <a:cubicBezTo>
                    <a:pt x="2172701" y="226847"/>
                    <a:pt x="2196510" y="203623"/>
                    <a:pt x="2241019" y="200801"/>
                  </a:cubicBezTo>
                  <a:lnTo>
                    <a:pt x="2250202" y="200515"/>
                  </a:lnTo>
                  <a:lnTo>
                    <a:pt x="2259500" y="200801"/>
                  </a:lnTo>
                  <a:cubicBezTo>
                    <a:pt x="2304545" y="203623"/>
                    <a:pt x="2328421" y="226847"/>
                    <a:pt x="2350772" y="247521"/>
                  </a:cubicBezTo>
                  <a:cubicBezTo>
                    <a:pt x="2371110" y="267325"/>
                    <a:pt x="2389675" y="284906"/>
                    <a:pt x="2422815" y="288992"/>
                  </a:cubicBezTo>
                  <a:lnTo>
                    <a:pt x="2437959" y="289884"/>
                  </a:lnTo>
                  <a:lnTo>
                    <a:pt x="2453275" y="288992"/>
                  </a:lnTo>
                  <a:cubicBezTo>
                    <a:pt x="2486774" y="284906"/>
                    <a:pt x="2505375" y="267325"/>
                    <a:pt x="2526203" y="247521"/>
                  </a:cubicBezTo>
                  <a:cubicBezTo>
                    <a:pt x="2549424" y="225469"/>
                    <a:pt x="2574968" y="200515"/>
                    <a:pt x="2625475" y="200515"/>
                  </a:cubicBezTo>
                  <a:cubicBezTo>
                    <a:pt x="2676563" y="200515"/>
                    <a:pt x="2702109" y="225469"/>
                    <a:pt x="2725913" y="247521"/>
                  </a:cubicBezTo>
                  <a:cubicBezTo>
                    <a:pt x="2746233" y="267325"/>
                    <a:pt x="2764773" y="284906"/>
                    <a:pt x="2797875" y="288992"/>
                  </a:cubicBezTo>
                  <a:lnTo>
                    <a:pt x="2812992" y="289884"/>
                  </a:lnTo>
                  <a:lnTo>
                    <a:pt x="2828318" y="288992"/>
                  </a:lnTo>
                  <a:cubicBezTo>
                    <a:pt x="2861804" y="284906"/>
                    <a:pt x="2880408" y="267325"/>
                    <a:pt x="2901235" y="247521"/>
                  </a:cubicBezTo>
                  <a:cubicBezTo>
                    <a:pt x="2912179" y="237184"/>
                    <a:pt x="2923604" y="226210"/>
                    <a:pt x="2937856" y="217467"/>
                  </a:cubicBezTo>
                  <a:lnTo>
                    <a:pt x="2957425" y="208352"/>
                  </a:lnTo>
                  <a:lnTo>
                    <a:pt x="2957425" y="229614"/>
                  </a:lnTo>
                  <a:lnTo>
                    <a:pt x="2944716" y="234239"/>
                  </a:lnTo>
                  <a:cubicBezTo>
                    <a:pt x="2933390" y="241620"/>
                    <a:pt x="2923646" y="250967"/>
                    <a:pt x="2913429" y="260868"/>
                  </a:cubicBezTo>
                  <a:cubicBezTo>
                    <a:pt x="2891112" y="282086"/>
                    <a:pt x="2867269" y="304834"/>
                    <a:pt x="2822285" y="307595"/>
                  </a:cubicBezTo>
                  <a:lnTo>
                    <a:pt x="2812992" y="307874"/>
                  </a:lnTo>
                  <a:lnTo>
                    <a:pt x="2803817" y="307595"/>
                  </a:lnTo>
                  <a:cubicBezTo>
                    <a:pt x="2759309" y="304834"/>
                    <a:pt x="2735489" y="282086"/>
                    <a:pt x="2713719" y="260868"/>
                  </a:cubicBezTo>
                  <a:cubicBezTo>
                    <a:pt x="2689916" y="238236"/>
                    <a:pt x="2669016" y="218505"/>
                    <a:pt x="2625475" y="218505"/>
                  </a:cubicBezTo>
                  <a:cubicBezTo>
                    <a:pt x="2582521" y="218505"/>
                    <a:pt x="2561615" y="238236"/>
                    <a:pt x="2538398" y="260868"/>
                  </a:cubicBezTo>
                  <a:cubicBezTo>
                    <a:pt x="2516079" y="282086"/>
                    <a:pt x="2492239" y="304834"/>
                    <a:pt x="2447253" y="307595"/>
                  </a:cubicBezTo>
                  <a:lnTo>
                    <a:pt x="2437959" y="307874"/>
                  </a:lnTo>
                  <a:lnTo>
                    <a:pt x="2428768" y="307595"/>
                  </a:lnTo>
                  <a:cubicBezTo>
                    <a:pt x="2384205" y="304834"/>
                    <a:pt x="2360364" y="282086"/>
                    <a:pt x="2338559" y="260868"/>
                  </a:cubicBezTo>
                  <a:cubicBezTo>
                    <a:pt x="2318221" y="241065"/>
                    <a:pt x="2299203" y="223483"/>
                    <a:pt x="2265570" y="219397"/>
                  </a:cubicBezTo>
                  <a:lnTo>
                    <a:pt x="2250202" y="218505"/>
                  </a:lnTo>
                  <a:lnTo>
                    <a:pt x="2235078" y="219397"/>
                  </a:lnTo>
                  <a:cubicBezTo>
                    <a:pt x="2201989" y="223483"/>
                    <a:pt x="2183438" y="241065"/>
                    <a:pt x="2163119" y="260868"/>
                  </a:cubicBezTo>
                  <a:cubicBezTo>
                    <a:pt x="2140811" y="282086"/>
                    <a:pt x="2116959" y="304834"/>
                    <a:pt x="2071970" y="307595"/>
                  </a:cubicBezTo>
                  <a:lnTo>
                    <a:pt x="2062687" y="307874"/>
                  </a:lnTo>
                  <a:lnTo>
                    <a:pt x="2053502" y="307595"/>
                  </a:lnTo>
                  <a:cubicBezTo>
                    <a:pt x="2008993" y="304834"/>
                    <a:pt x="1985187" y="282086"/>
                    <a:pt x="1963418" y="260868"/>
                  </a:cubicBezTo>
                  <a:cubicBezTo>
                    <a:pt x="1943099" y="241065"/>
                    <a:pt x="1924106" y="223483"/>
                    <a:pt x="1890508" y="219397"/>
                  </a:cubicBezTo>
                  <a:lnTo>
                    <a:pt x="1875171" y="218505"/>
                  </a:lnTo>
                  <a:lnTo>
                    <a:pt x="1860044" y="219397"/>
                  </a:lnTo>
                  <a:cubicBezTo>
                    <a:pt x="1826946" y="223483"/>
                    <a:pt x="1808405" y="241065"/>
                    <a:pt x="1788085" y="260868"/>
                  </a:cubicBezTo>
                  <a:cubicBezTo>
                    <a:pt x="1765780" y="282086"/>
                    <a:pt x="1741925" y="304834"/>
                    <a:pt x="1696936" y="307595"/>
                  </a:cubicBezTo>
                  <a:lnTo>
                    <a:pt x="1687656" y="307874"/>
                  </a:lnTo>
                  <a:lnTo>
                    <a:pt x="1678456" y="307595"/>
                  </a:lnTo>
                  <a:cubicBezTo>
                    <a:pt x="1633891" y="304834"/>
                    <a:pt x="1610048" y="282086"/>
                    <a:pt x="1588259" y="260868"/>
                  </a:cubicBezTo>
                  <a:cubicBezTo>
                    <a:pt x="1567905" y="241065"/>
                    <a:pt x="1548904" y="223483"/>
                    <a:pt x="1515254" y="219397"/>
                  </a:cubicBezTo>
                  <a:lnTo>
                    <a:pt x="1499902" y="218505"/>
                  </a:lnTo>
                  <a:lnTo>
                    <a:pt x="1484938" y="219397"/>
                  </a:lnTo>
                  <a:cubicBezTo>
                    <a:pt x="1452117" y="223483"/>
                    <a:pt x="1433131" y="241065"/>
                    <a:pt x="1412811" y="260868"/>
                  </a:cubicBezTo>
                  <a:cubicBezTo>
                    <a:pt x="1389009" y="283501"/>
                    <a:pt x="1363465" y="307874"/>
                    <a:pt x="1312377" y="307874"/>
                  </a:cubicBezTo>
                  <a:cubicBezTo>
                    <a:pt x="1261869" y="307874"/>
                    <a:pt x="1236325" y="283501"/>
                    <a:pt x="1213103" y="260868"/>
                  </a:cubicBezTo>
                  <a:cubicBezTo>
                    <a:pt x="1192784" y="241065"/>
                    <a:pt x="1173800" y="223483"/>
                    <a:pt x="1140203" y="219397"/>
                  </a:cubicBezTo>
                  <a:lnTo>
                    <a:pt x="1124860" y="218505"/>
                  </a:lnTo>
                  <a:lnTo>
                    <a:pt x="1109907" y="219397"/>
                  </a:lnTo>
                  <a:cubicBezTo>
                    <a:pt x="1077083" y="223483"/>
                    <a:pt x="1058099" y="241065"/>
                    <a:pt x="1037780" y="260868"/>
                  </a:cubicBezTo>
                  <a:cubicBezTo>
                    <a:pt x="1014563" y="283501"/>
                    <a:pt x="988431" y="307874"/>
                    <a:pt x="937343" y="307874"/>
                  </a:cubicBezTo>
                  <a:cubicBezTo>
                    <a:pt x="887352" y="307874"/>
                    <a:pt x="861195" y="283501"/>
                    <a:pt x="837942" y="260868"/>
                  </a:cubicBezTo>
                  <a:cubicBezTo>
                    <a:pt x="817603" y="241065"/>
                    <a:pt x="798587" y="223483"/>
                    <a:pt x="764952" y="219397"/>
                  </a:cubicBezTo>
                  <a:lnTo>
                    <a:pt x="749586" y="218505"/>
                  </a:lnTo>
                  <a:lnTo>
                    <a:pt x="734638" y="219397"/>
                  </a:lnTo>
                  <a:cubicBezTo>
                    <a:pt x="701811" y="223483"/>
                    <a:pt x="682831" y="241065"/>
                    <a:pt x="662511" y="260868"/>
                  </a:cubicBezTo>
                  <a:cubicBezTo>
                    <a:pt x="639282" y="283501"/>
                    <a:pt x="613157" y="307874"/>
                    <a:pt x="562069" y="307874"/>
                  </a:cubicBezTo>
                  <a:cubicBezTo>
                    <a:pt x="512115" y="307874"/>
                    <a:pt x="485977" y="283501"/>
                    <a:pt x="462743" y="260868"/>
                  </a:cubicBezTo>
                  <a:cubicBezTo>
                    <a:pt x="439508" y="238236"/>
                    <a:pt x="418017" y="218505"/>
                    <a:pt x="375034" y="218505"/>
                  </a:cubicBezTo>
                  <a:cubicBezTo>
                    <a:pt x="332073" y="218505"/>
                    <a:pt x="310593" y="238236"/>
                    <a:pt x="287371" y="260868"/>
                  </a:cubicBezTo>
                  <a:cubicBezTo>
                    <a:pt x="264149" y="283501"/>
                    <a:pt x="238024" y="307874"/>
                    <a:pt x="187517" y="307874"/>
                  </a:cubicBezTo>
                  <a:cubicBezTo>
                    <a:pt x="137009" y="307874"/>
                    <a:pt x="111465" y="283501"/>
                    <a:pt x="87663" y="260868"/>
                  </a:cubicBezTo>
                  <a:cubicBezTo>
                    <a:pt x="64441" y="238236"/>
                    <a:pt x="42960" y="218505"/>
                    <a:pt x="0" y="218505"/>
                  </a:cubicBezTo>
                  <a:close/>
                  <a:moveTo>
                    <a:pt x="0" y="99897"/>
                  </a:moveTo>
                  <a:cubicBezTo>
                    <a:pt x="50507" y="99897"/>
                    <a:pt x="76632" y="124325"/>
                    <a:pt x="99855" y="147008"/>
                  </a:cubicBezTo>
                  <a:cubicBezTo>
                    <a:pt x="123076" y="169691"/>
                    <a:pt x="144556" y="189466"/>
                    <a:pt x="187517" y="189466"/>
                  </a:cubicBezTo>
                  <a:cubicBezTo>
                    <a:pt x="230477" y="189466"/>
                    <a:pt x="251957" y="169691"/>
                    <a:pt x="275179" y="147008"/>
                  </a:cubicBezTo>
                  <a:cubicBezTo>
                    <a:pt x="298982" y="124906"/>
                    <a:pt x="324526" y="99897"/>
                    <a:pt x="375034" y="99897"/>
                  </a:cubicBezTo>
                  <a:cubicBezTo>
                    <a:pt x="425568" y="99897"/>
                    <a:pt x="451706" y="124325"/>
                    <a:pt x="474941" y="147008"/>
                  </a:cubicBezTo>
                  <a:cubicBezTo>
                    <a:pt x="498175" y="169691"/>
                    <a:pt x="519667" y="189466"/>
                    <a:pt x="562069" y="189466"/>
                  </a:cubicBezTo>
                  <a:cubicBezTo>
                    <a:pt x="605610" y="189466"/>
                    <a:pt x="627090" y="169691"/>
                    <a:pt x="650315" y="147008"/>
                  </a:cubicBezTo>
                  <a:cubicBezTo>
                    <a:pt x="672083" y="126288"/>
                    <a:pt x="696405" y="103012"/>
                    <a:pt x="740506" y="100183"/>
                  </a:cubicBezTo>
                  <a:lnTo>
                    <a:pt x="749586" y="99897"/>
                  </a:lnTo>
                  <a:lnTo>
                    <a:pt x="758889" y="100176"/>
                  </a:lnTo>
                  <a:cubicBezTo>
                    <a:pt x="803998" y="102943"/>
                    <a:pt x="828351" y="125742"/>
                    <a:pt x="850154" y="147008"/>
                  </a:cubicBezTo>
                  <a:cubicBezTo>
                    <a:pt x="873408" y="169691"/>
                    <a:pt x="894909" y="189466"/>
                    <a:pt x="937343" y="189466"/>
                  </a:cubicBezTo>
                  <a:cubicBezTo>
                    <a:pt x="980892" y="189466"/>
                    <a:pt x="1002368" y="169691"/>
                    <a:pt x="1025586" y="147008"/>
                  </a:cubicBezTo>
                  <a:cubicBezTo>
                    <a:pt x="1047357" y="126288"/>
                    <a:pt x="1071175" y="103012"/>
                    <a:pt x="1115684" y="100183"/>
                  </a:cubicBezTo>
                  <a:lnTo>
                    <a:pt x="1124860" y="99897"/>
                  </a:lnTo>
                  <a:lnTo>
                    <a:pt x="1134151" y="100176"/>
                  </a:lnTo>
                  <a:cubicBezTo>
                    <a:pt x="1179136" y="102943"/>
                    <a:pt x="1202980" y="125742"/>
                    <a:pt x="1225295" y="147008"/>
                  </a:cubicBezTo>
                  <a:cubicBezTo>
                    <a:pt x="1248517" y="169691"/>
                    <a:pt x="1270006" y="189466"/>
                    <a:pt x="1312377" y="189466"/>
                  </a:cubicBezTo>
                  <a:cubicBezTo>
                    <a:pt x="1355923" y="189466"/>
                    <a:pt x="1377398" y="169691"/>
                    <a:pt x="1400620" y="147008"/>
                  </a:cubicBezTo>
                  <a:cubicBezTo>
                    <a:pt x="1422391" y="126288"/>
                    <a:pt x="1446206" y="103012"/>
                    <a:pt x="1490715" y="100183"/>
                  </a:cubicBezTo>
                  <a:lnTo>
                    <a:pt x="1499902" y="99897"/>
                  </a:lnTo>
                  <a:lnTo>
                    <a:pt x="1509200" y="100176"/>
                  </a:lnTo>
                  <a:cubicBezTo>
                    <a:pt x="1554240" y="102943"/>
                    <a:pt x="1578118" y="125742"/>
                    <a:pt x="1600457" y="147008"/>
                  </a:cubicBezTo>
                  <a:cubicBezTo>
                    <a:pt x="1620811" y="166856"/>
                    <a:pt x="1639813" y="184477"/>
                    <a:pt x="1672675" y="188572"/>
                  </a:cubicBezTo>
                  <a:lnTo>
                    <a:pt x="1687656" y="189466"/>
                  </a:lnTo>
                  <a:lnTo>
                    <a:pt x="1702991" y="188572"/>
                  </a:lnTo>
                  <a:cubicBezTo>
                    <a:pt x="1736589" y="184477"/>
                    <a:pt x="1755583" y="166856"/>
                    <a:pt x="1775902" y="147008"/>
                  </a:cubicBezTo>
                  <a:cubicBezTo>
                    <a:pt x="1797671" y="126288"/>
                    <a:pt x="1821477" y="103012"/>
                    <a:pt x="1865985" y="100183"/>
                  </a:cubicBezTo>
                  <a:lnTo>
                    <a:pt x="1875171" y="99897"/>
                  </a:lnTo>
                  <a:lnTo>
                    <a:pt x="1884453" y="100176"/>
                  </a:lnTo>
                  <a:cubicBezTo>
                    <a:pt x="1929442" y="102943"/>
                    <a:pt x="1953295" y="125742"/>
                    <a:pt x="1975602" y="147008"/>
                  </a:cubicBezTo>
                  <a:cubicBezTo>
                    <a:pt x="1995922" y="166856"/>
                    <a:pt x="2014463" y="184477"/>
                    <a:pt x="2047561" y="188572"/>
                  </a:cubicBezTo>
                  <a:lnTo>
                    <a:pt x="2062687" y="189466"/>
                  </a:lnTo>
                  <a:lnTo>
                    <a:pt x="2078025" y="188572"/>
                  </a:lnTo>
                  <a:cubicBezTo>
                    <a:pt x="2111623" y="184477"/>
                    <a:pt x="2130614" y="166856"/>
                    <a:pt x="2150933" y="147008"/>
                  </a:cubicBezTo>
                  <a:cubicBezTo>
                    <a:pt x="2172701" y="126288"/>
                    <a:pt x="2196510" y="103012"/>
                    <a:pt x="2241019" y="100183"/>
                  </a:cubicBezTo>
                  <a:lnTo>
                    <a:pt x="2250202" y="99897"/>
                  </a:lnTo>
                  <a:lnTo>
                    <a:pt x="2259500" y="100176"/>
                  </a:lnTo>
                  <a:cubicBezTo>
                    <a:pt x="2304545" y="102943"/>
                    <a:pt x="2328421" y="125742"/>
                    <a:pt x="2350772" y="147008"/>
                  </a:cubicBezTo>
                  <a:cubicBezTo>
                    <a:pt x="2371110" y="166856"/>
                    <a:pt x="2389675" y="184477"/>
                    <a:pt x="2422815" y="188572"/>
                  </a:cubicBezTo>
                  <a:lnTo>
                    <a:pt x="2437959" y="189466"/>
                  </a:lnTo>
                  <a:lnTo>
                    <a:pt x="2453275" y="188572"/>
                  </a:lnTo>
                  <a:cubicBezTo>
                    <a:pt x="2486774" y="184477"/>
                    <a:pt x="2505375" y="166856"/>
                    <a:pt x="2526203" y="147008"/>
                  </a:cubicBezTo>
                  <a:cubicBezTo>
                    <a:pt x="2549424" y="124906"/>
                    <a:pt x="2574968" y="99897"/>
                    <a:pt x="2625475" y="99897"/>
                  </a:cubicBezTo>
                  <a:cubicBezTo>
                    <a:pt x="2676563" y="99897"/>
                    <a:pt x="2702109" y="124325"/>
                    <a:pt x="2725913" y="147008"/>
                  </a:cubicBezTo>
                  <a:cubicBezTo>
                    <a:pt x="2746233" y="166856"/>
                    <a:pt x="2764773" y="184477"/>
                    <a:pt x="2797875" y="188572"/>
                  </a:cubicBezTo>
                  <a:lnTo>
                    <a:pt x="2812992" y="189466"/>
                  </a:lnTo>
                  <a:lnTo>
                    <a:pt x="2828318" y="188572"/>
                  </a:lnTo>
                  <a:cubicBezTo>
                    <a:pt x="2861804" y="184477"/>
                    <a:pt x="2880408" y="166856"/>
                    <a:pt x="2901235" y="147008"/>
                  </a:cubicBezTo>
                  <a:cubicBezTo>
                    <a:pt x="2912176" y="136648"/>
                    <a:pt x="2923599" y="125649"/>
                    <a:pt x="2937851" y="116886"/>
                  </a:cubicBezTo>
                  <a:lnTo>
                    <a:pt x="2957425" y="107748"/>
                  </a:lnTo>
                  <a:lnTo>
                    <a:pt x="2957425" y="129059"/>
                  </a:lnTo>
                  <a:lnTo>
                    <a:pt x="2944711" y="133696"/>
                  </a:lnTo>
                  <a:cubicBezTo>
                    <a:pt x="2933385" y="141094"/>
                    <a:pt x="2923643" y="150461"/>
                    <a:pt x="2913429" y="160385"/>
                  </a:cubicBezTo>
                  <a:cubicBezTo>
                    <a:pt x="2891112" y="181651"/>
                    <a:pt x="2867269" y="204449"/>
                    <a:pt x="2822285" y="207216"/>
                  </a:cubicBezTo>
                  <a:lnTo>
                    <a:pt x="2812992" y="207496"/>
                  </a:lnTo>
                  <a:lnTo>
                    <a:pt x="2803817" y="207216"/>
                  </a:lnTo>
                  <a:cubicBezTo>
                    <a:pt x="2759309" y="204449"/>
                    <a:pt x="2735489" y="181651"/>
                    <a:pt x="2713719" y="160385"/>
                  </a:cubicBezTo>
                  <a:cubicBezTo>
                    <a:pt x="2689916" y="137702"/>
                    <a:pt x="2669016" y="117927"/>
                    <a:pt x="2625475" y="117927"/>
                  </a:cubicBezTo>
                  <a:cubicBezTo>
                    <a:pt x="2582521" y="117927"/>
                    <a:pt x="2561615" y="137702"/>
                    <a:pt x="2538398" y="160385"/>
                  </a:cubicBezTo>
                  <a:cubicBezTo>
                    <a:pt x="2516079" y="181651"/>
                    <a:pt x="2492239" y="204449"/>
                    <a:pt x="2447253" y="207216"/>
                  </a:cubicBezTo>
                  <a:lnTo>
                    <a:pt x="2437959" y="207496"/>
                  </a:lnTo>
                  <a:lnTo>
                    <a:pt x="2428768" y="207216"/>
                  </a:lnTo>
                  <a:cubicBezTo>
                    <a:pt x="2384205" y="204449"/>
                    <a:pt x="2360364" y="181651"/>
                    <a:pt x="2338559" y="160385"/>
                  </a:cubicBezTo>
                  <a:cubicBezTo>
                    <a:pt x="2318221" y="140537"/>
                    <a:pt x="2299203" y="122916"/>
                    <a:pt x="2265570" y="118821"/>
                  </a:cubicBezTo>
                  <a:lnTo>
                    <a:pt x="2250202" y="117927"/>
                  </a:lnTo>
                  <a:lnTo>
                    <a:pt x="2235078" y="118821"/>
                  </a:lnTo>
                  <a:cubicBezTo>
                    <a:pt x="2201989" y="122916"/>
                    <a:pt x="2183438" y="140537"/>
                    <a:pt x="2163119" y="160385"/>
                  </a:cubicBezTo>
                  <a:cubicBezTo>
                    <a:pt x="2140811" y="181651"/>
                    <a:pt x="2116959" y="204449"/>
                    <a:pt x="2071970" y="207216"/>
                  </a:cubicBezTo>
                  <a:lnTo>
                    <a:pt x="2062687" y="207496"/>
                  </a:lnTo>
                  <a:lnTo>
                    <a:pt x="2053502" y="207216"/>
                  </a:lnTo>
                  <a:cubicBezTo>
                    <a:pt x="2008993" y="204449"/>
                    <a:pt x="1985187" y="181651"/>
                    <a:pt x="1963418" y="160385"/>
                  </a:cubicBezTo>
                  <a:cubicBezTo>
                    <a:pt x="1943099" y="140537"/>
                    <a:pt x="1924106" y="122916"/>
                    <a:pt x="1890508" y="118821"/>
                  </a:cubicBezTo>
                  <a:lnTo>
                    <a:pt x="1875171" y="117927"/>
                  </a:lnTo>
                  <a:lnTo>
                    <a:pt x="1860044" y="118821"/>
                  </a:lnTo>
                  <a:cubicBezTo>
                    <a:pt x="1826946" y="122916"/>
                    <a:pt x="1808405" y="140537"/>
                    <a:pt x="1788085" y="160385"/>
                  </a:cubicBezTo>
                  <a:cubicBezTo>
                    <a:pt x="1765780" y="181651"/>
                    <a:pt x="1741925" y="204449"/>
                    <a:pt x="1696936" y="207216"/>
                  </a:cubicBezTo>
                  <a:lnTo>
                    <a:pt x="1687656" y="207496"/>
                  </a:lnTo>
                  <a:lnTo>
                    <a:pt x="1678456" y="207216"/>
                  </a:lnTo>
                  <a:cubicBezTo>
                    <a:pt x="1633891" y="204449"/>
                    <a:pt x="1610048" y="181651"/>
                    <a:pt x="1588259" y="160385"/>
                  </a:cubicBezTo>
                  <a:cubicBezTo>
                    <a:pt x="1567905" y="140537"/>
                    <a:pt x="1548904" y="122916"/>
                    <a:pt x="1515254" y="118821"/>
                  </a:cubicBezTo>
                  <a:lnTo>
                    <a:pt x="1499902" y="117927"/>
                  </a:lnTo>
                  <a:lnTo>
                    <a:pt x="1484938" y="118821"/>
                  </a:lnTo>
                  <a:cubicBezTo>
                    <a:pt x="1452117" y="122916"/>
                    <a:pt x="1433131" y="140537"/>
                    <a:pt x="1412811" y="160385"/>
                  </a:cubicBezTo>
                  <a:cubicBezTo>
                    <a:pt x="1389009" y="183068"/>
                    <a:pt x="1363465" y="207496"/>
                    <a:pt x="1312377" y="207496"/>
                  </a:cubicBezTo>
                  <a:cubicBezTo>
                    <a:pt x="1261869" y="207496"/>
                    <a:pt x="1236325" y="183068"/>
                    <a:pt x="1213103" y="160385"/>
                  </a:cubicBezTo>
                  <a:cubicBezTo>
                    <a:pt x="1192784" y="140537"/>
                    <a:pt x="1173800" y="122916"/>
                    <a:pt x="1140203" y="118821"/>
                  </a:cubicBezTo>
                  <a:lnTo>
                    <a:pt x="1124860" y="117927"/>
                  </a:lnTo>
                  <a:lnTo>
                    <a:pt x="1109907" y="118821"/>
                  </a:lnTo>
                  <a:cubicBezTo>
                    <a:pt x="1077083" y="122916"/>
                    <a:pt x="1058099" y="140537"/>
                    <a:pt x="1037780" y="160385"/>
                  </a:cubicBezTo>
                  <a:cubicBezTo>
                    <a:pt x="1014563" y="183068"/>
                    <a:pt x="988431" y="207496"/>
                    <a:pt x="937343" y="207496"/>
                  </a:cubicBezTo>
                  <a:cubicBezTo>
                    <a:pt x="887352" y="207496"/>
                    <a:pt x="861195" y="183068"/>
                    <a:pt x="837942" y="160385"/>
                  </a:cubicBezTo>
                  <a:cubicBezTo>
                    <a:pt x="817603" y="140537"/>
                    <a:pt x="798587" y="122916"/>
                    <a:pt x="764952" y="118821"/>
                  </a:cubicBezTo>
                  <a:lnTo>
                    <a:pt x="749586" y="117927"/>
                  </a:lnTo>
                  <a:lnTo>
                    <a:pt x="734638" y="118821"/>
                  </a:lnTo>
                  <a:cubicBezTo>
                    <a:pt x="701811" y="122916"/>
                    <a:pt x="682831" y="140537"/>
                    <a:pt x="662511" y="160385"/>
                  </a:cubicBezTo>
                  <a:cubicBezTo>
                    <a:pt x="639282" y="183068"/>
                    <a:pt x="613157" y="207496"/>
                    <a:pt x="562069" y="207496"/>
                  </a:cubicBezTo>
                  <a:cubicBezTo>
                    <a:pt x="512115" y="207496"/>
                    <a:pt x="485977" y="183068"/>
                    <a:pt x="462743" y="160385"/>
                  </a:cubicBezTo>
                  <a:cubicBezTo>
                    <a:pt x="439508" y="137702"/>
                    <a:pt x="418017" y="117927"/>
                    <a:pt x="375034" y="117927"/>
                  </a:cubicBezTo>
                  <a:cubicBezTo>
                    <a:pt x="332073" y="117927"/>
                    <a:pt x="310593" y="137702"/>
                    <a:pt x="287371" y="160385"/>
                  </a:cubicBezTo>
                  <a:cubicBezTo>
                    <a:pt x="264149" y="183068"/>
                    <a:pt x="238024" y="207496"/>
                    <a:pt x="187517" y="207496"/>
                  </a:cubicBezTo>
                  <a:cubicBezTo>
                    <a:pt x="137009" y="207496"/>
                    <a:pt x="111465" y="183068"/>
                    <a:pt x="87663" y="160385"/>
                  </a:cubicBezTo>
                  <a:cubicBezTo>
                    <a:pt x="64441" y="137702"/>
                    <a:pt x="42960" y="117927"/>
                    <a:pt x="0" y="117927"/>
                  </a:cubicBezTo>
                  <a:close/>
                  <a:moveTo>
                    <a:pt x="0" y="0"/>
                  </a:moveTo>
                  <a:cubicBezTo>
                    <a:pt x="50507" y="0"/>
                    <a:pt x="76632" y="24986"/>
                    <a:pt x="99855" y="47649"/>
                  </a:cubicBezTo>
                  <a:cubicBezTo>
                    <a:pt x="123076" y="69730"/>
                    <a:pt x="144556" y="90067"/>
                    <a:pt x="187517" y="90067"/>
                  </a:cubicBezTo>
                  <a:cubicBezTo>
                    <a:pt x="230477" y="90067"/>
                    <a:pt x="251957" y="69730"/>
                    <a:pt x="275179" y="47649"/>
                  </a:cubicBezTo>
                  <a:cubicBezTo>
                    <a:pt x="298982" y="24986"/>
                    <a:pt x="324526" y="0"/>
                    <a:pt x="375034" y="0"/>
                  </a:cubicBezTo>
                  <a:cubicBezTo>
                    <a:pt x="425568" y="0"/>
                    <a:pt x="451706" y="24986"/>
                    <a:pt x="474941" y="47649"/>
                  </a:cubicBezTo>
                  <a:cubicBezTo>
                    <a:pt x="498175" y="69730"/>
                    <a:pt x="519667" y="90067"/>
                    <a:pt x="562069" y="90067"/>
                  </a:cubicBezTo>
                  <a:cubicBezTo>
                    <a:pt x="605610" y="90067"/>
                    <a:pt x="627090" y="69730"/>
                    <a:pt x="650315" y="47649"/>
                  </a:cubicBezTo>
                  <a:cubicBezTo>
                    <a:pt x="672083" y="26403"/>
                    <a:pt x="696405" y="3114"/>
                    <a:pt x="740506" y="286"/>
                  </a:cubicBezTo>
                  <a:lnTo>
                    <a:pt x="749586" y="0"/>
                  </a:lnTo>
                  <a:cubicBezTo>
                    <a:pt x="800739" y="0"/>
                    <a:pt x="826901" y="24986"/>
                    <a:pt x="850154" y="47649"/>
                  </a:cubicBezTo>
                  <a:cubicBezTo>
                    <a:pt x="873408" y="69730"/>
                    <a:pt x="894909" y="90067"/>
                    <a:pt x="937343" y="90067"/>
                  </a:cubicBezTo>
                  <a:cubicBezTo>
                    <a:pt x="980892" y="90067"/>
                    <a:pt x="1002368" y="69730"/>
                    <a:pt x="1025586" y="47649"/>
                  </a:cubicBezTo>
                  <a:cubicBezTo>
                    <a:pt x="1047357" y="26403"/>
                    <a:pt x="1071175" y="3114"/>
                    <a:pt x="1115684" y="286"/>
                  </a:cubicBezTo>
                  <a:lnTo>
                    <a:pt x="1124860" y="0"/>
                  </a:lnTo>
                  <a:cubicBezTo>
                    <a:pt x="1175948" y="0"/>
                    <a:pt x="1201492" y="24986"/>
                    <a:pt x="1225295" y="47649"/>
                  </a:cubicBezTo>
                  <a:cubicBezTo>
                    <a:pt x="1248517" y="69730"/>
                    <a:pt x="1270006" y="90067"/>
                    <a:pt x="1312377" y="90067"/>
                  </a:cubicBezTo>
                  <a:cubicBezTo>
                    <a:pt x="1355923" y="90067"/>
                    <a:pt x="1377398" y="69730"/>
                    <a:pt x="1400620" y="47649"/>
                  </a:cubicBezTo>
                  <a:cubicBezTo>
                    <a:pt x="1422391" y="26403"/>
                    <a:pt x="1446206" y="3114"/>
                    <a:pt x="1490715" y="286"/>
                  </a:cubicBezTo>
                  <a:lnTo>
                    <a:pt x="1499902" y="0"/>
                  </a:lnTo>
                  <a:cubicBezTo>
                    <a:pt x="1551049" y="0"/>
                    <a:pt x="1576632" y="24986"/>
                    <a:pt x="1600457" y="47649"/>
                  </a:cubicBezTo>
                  <a:cubicBezTo>
                    <a:pt x="1620811" y="66970"/>
                    <a:pt x="1639813" y="84956"/>
                    <a:pt x="1672675" y="89150"/>
                  </a:cubicBezTo>
                  <a:lnTo>
                    <a:pt x="1687656" y="90067"/>
                  </a:lnTo>
                  <a:lnTo>
                    <a:pt x="1702991" y="89150"/>
                  </a:lnTo>
                  <a:cubicBezTo>
                    <a:pt x="1736589" y="84956"/>
                    <a:pt x="1755583" y="66970"/>
                    <a:pt x="1775902" y="47649"/>
                  </a:cubicBezTo>
                  <a:cubicBezTo>
                    <a:pt x="1797671" y="26403"/>
                    <a:pt x="1821477" y="3114"/>
                    <a:pt x="1865985" y="286"/>
                  </a:cubicBezTo>
                  <a:lnTo>
                    <a:pt x="1875171" y="0"/>
                  </a:lnTo>
                  <a:cubicBezTo>
                    <a:pt x="1926263" y="0"/>
                    <a:pt x="1951800" y="24986"/>
                    <a:pt x="1975602" y="47649"/>
                  </a:cubicBezTo>
                  <a:cubicBezTo>
                    <a:pt x="1995922" y="66970"/>
                    <a:pt x="2014463" y="84956"/>
                    <a:pt x="2047561" y="89150"/>
                  </a:cubicBezTo>
                  <a:lnTo>
                    <a:pt x="2062687" y="90067"/>
                  </a:lnTo>
                  <a:lnTo>
                    <a:pt x="2078025" y="89150"/>
                  </a:lnTo>
                  <a:cubicBezTo>
                    <a:pt x="2111623" y="84956"/>
                    <a:pt x="2130614" y="66970"/>
                    <a:pt x="2150933" y="47649"/>
                  </a:cubicBezTo>
                  <a:cubicBezTo>
                    <a:pt x="2172701" y="26403"/>
                    <a:pt x="2196510" y="3114"/>
                    <a:pt x="2241019" y="286"/>
                  </a:cubicBezTo>
                  <a:lnTo>
                    <a:pt x="2250202" y="0"/>
                  </a:lnTo>
                  <a:cubicBezTo>
                    <a:pt x="2301355" y="0"/>
                    <a:pt x="2326932" y="24986"/>
                    <a:pt x="2350772" y="47649"/>
                  </a:cubicBezTo>
                  <a:cubicBezTo>
                    <a:pt x="2371110" y="66970"/>
                    <a:pt x="2389675" y="84956"/>
                    <a:pt x="2422815" y="89150"/>
                  </a:cubicBezTo>
                  <a:lnTo>
                    <a:pt x="2437959" y="90067"/>
                  </a:lnTo>
                  <a:lnTo>
                    <a:pt x="2453275" y="89150"/>
                  </a:lnTo>
                  <a:cubicBezTo>
                    <a:pt x="2486774" y="84956"/>
                    <a:pt x="2505375" y="66970"/>
                    <a:pt x="2526203" y="47649"/>
                  </a:cubicBezTo>
                  <a:cubicBezTo>
                    <a:pt x="2549424" y="24986"/>
                    <a:pt x="2574968" y="0"/>
                    <a:pt x="2625475" y="0"/>
                  </a:cubicBezTo>
                  <a:cubicBezTo>
                    <a:pt x="2676563" y="0"/>
                    <a:pt x="2702109" y="24986"/>
                    <a:pt x="2725913" y="47649"/>
                  </a:cubicBezTo>
                  <a:cubicBezTo>
                    <a:pt x="2746233" y="66970"/>
                    <a:pt x="2764773" y="84956"/>
                    <a:pt x="2797875" y="89150"/>
                  </a:cubicBezTo>
                  <a:lnTo>
                    <a:pt x="2812992" y="90067"/>
                  </a:lnTo>
                  <a:lnTo>
                    <a:pt x="2828318" y="89150"/>
                  </a:lnTo>
                  <a:cubicBezTo>
                    <a:pt x="2861804" y="84956"/>
                    <a:pt x="2880408" y="66970"/>
                    <a:pt x="2901235" y="47649"/>
                  </a:cubicBezTo>
                  <a:cubicBezTo>
                    <a:pt x="2912173" y="37026"/>
                    <a:pt x="2923594" y="25892"/>
                    <a:pt x="2937846" y="17061"/>
                  </a:cubicBezTo>
                  <a:lnTo>
                    <a:pt x="2957425" y="7869"/>
                  </a:lnTo>
                  <a:lnTo>
                    <a:pt x="2957425" y="29307"/>
                  </a:lnTo>
                  <a:lnTo>
                    <a:pt x="2944706" y="34009"/>
                  </a:lnTo>
                  <a:cubicBezTo>
                    <a:pt x="2933381" y="41445"/>
                    <a:pt x="2923640" y="50772"/>
                    <a:pt x="2913429" y="60432"/>
                  </a:cubicBezTo>
                  <a:cubicBezTo>
                    <a:pt x="2891112" y="81678"/>
                    <a:pt x="2867269" y="104967"/>
                    <a:pt x="2822285" y="107795"/>
                  </a:cubicBezTo>
                  <a:lnTo>
                    <a:pt x="2812992" y="108081"/>
                  </a:lnTo>
                  <a:lnTo>
                    <a:pt x="2803817" y="107795"/>
                  </a:lnTo>
                  <a:cubicBezTo>
                    <a:pt x="2759309" y="104967"/>
                    <a:pt x="2735489" y="81678"/>
                    <a:pt x="2713719" y="60432"/>
                  </a:cubicBezTo>
                  <a:cubicBezTo>
                    <a:pt x="2689916" y="38351"/>
                    <a:pt x="2669016" y="18014"/>
                    <a:pt x="2625475" y="18014"/>
                  </a:cubicBezTo>
                  <a:cubicBezTo>
                    <a:pt x="2582521" y="18014"/>
                    <a:pt x="2561615" y="38351"/>
                    <a:pt x="2538398" y="60432"/>
                  </a:cubicBezTo>
                  <a:cubicBezTo>
                    <a:pt x="2516079" y="81678"/>
                    <a:pt x="2492239" y="104967"/>
                    <a:pt x="2447253" y="107795"/>
                  </a:cubicBezTo>
                  <a:lnTo>
                    <a:pt x="2437959" y="108081"/>
                  </a:lnTo>
                  <a:lnTo>
                    <a:pt x="2428768" y="107795"/>
                  </a:lnTo>
                  <a:cubicBezTo>
                    <a:pt x="2384205" y="104967"/>
                    <a:pt x="2360364" y="81678"/>
                    <a:pt x="2338559" y="60432"/>
                  </a:cubicBezTo>
                  <a:cubicBezTo>
                    <a:pt x="2318221" y="41111"/>
                    <a:pt x="2299203" y="23125"/>
                    <a:pt x="2265570" y="18931"/>
                  </a:cubicBezTo>
                  <a:lnTo>
                    <a:pt x="2250202" y="18014"/>
                  </a:lnTo>
                  <a:lnTo>
                    <a:pt x="2235078" y="18931"/>
                  </a:lnTo>
                  <a:cubicBezTo>
                    <a:pt x="2201989" y="23125"/>
                    <a:pt x="2183438" y="41111"/>
                    <a:pt x="2163119" y="60432"/>
                  </a:cubicBezTo>
                  <a:cubicBezTo>
                    <a:pt x="2140811" y="81678"/>
                    <a:pt x="2116959" y="104967"/>
                    <a:pt x="2071970" y="107795"/>
                  </a:cubicBezTo>
                  <a:lnTo>
                    <a:pt x="2062687" y="108081"/>
                  </a:lnTo>
                  <a:lnTo>
                    <a:pt x="2053502" y="107795"/>
                  </a:lnTo>
                  <a:cubicBezTo>
                    <a:pt x="2008993" y="104967"/>
                    <a:pt x="1985187" y="81678"/>
                    <a:pt x="1963418" y="60432"/>
                  </a:cubicBezTo>
                  <a:cubicBezTo>
                    <a:pt x="1943099" y="41111"/>
                    <a:pt x="1924106" y="23125"/>
                    <a:pt x="1890508" y="18931"/>
                  </a:cubicBezTo>
                  <a:lnTo>
                    <a:pt x="1875171" y="18014"/>
                  </a:lnTo>
                  <a:lnTo>
                    <a:pt x="1860044" y="18931"/>
                  </a:lnTo>
                  <a:cubicBezTo>
                    <a:pt x="1826946" y="23125"/>
                    <a:pt x="1808405" y="41111"/>
                    <a:pt x="1788085" y="60432"/>
                  </a:cubicBezTo>
                  <a:cubicBezTo>
                    <a:pt x="1765780" y="81678"/>
                    <a:pt x="1741925" y="104967"/>
                    <a:pt x="1696936" y="107795"/>
                  </a:cubicBezTo>
                  <a:lnTo>
                    <a:pt x="1687656" y="108081"/>
                  </a:lnTo>
                  <a:lnTo>
                    <a:pt x="1678456" y="107795"/>
                  </a:lnTo>
                  <a:cubicBezTo>
                    <a:pt x="1633891" y="104967"/>
                    <a:pt x="1610048" y="81678"/>
                    <a:pt x="1588259" y="60432"/>
                  </a:cubicBezTo>
                  <a:cubicBezTo>
                    <a:pt x="1567905" y="41111"/>
                    <a:pt x="1548904" y="23125"/>
                    <a:pt x="1515254" y="18931"/>
                  </a:cubicBezTo>
                  <a:lnTo>
                    <a:pt x="1499902" y="18014"/>
                  </a:lnTo>
                  <a:lnTo>
                    <a:pt x="1484938" y="18931"/>
                  </a:lnTo>
                  <a:cubicBezTo>
                    <a:pt x="1452117" y="23125"/>
                    <a:pt x="1433131" y="41111"/>
                    <a:pt x="1412811" y="60432"/>
                  </a:cubicBezTo>
                  <a:cubicBezTo>
                    <a:pt x="1389009" y="83094"/>
                    <a:pt x="1363465" y="108081"/>
                    <a:pt x="1312377" y="108081"/>
                  </a:cubicBezTo>
                  <a:cubicBezTo>
                    <a:pt x="1261869" y="108081"/>
                    <a:pt x="1236325" y="83094"/>
                    <a:pt x="1213103" y="60432"/>
                  </a:cubicBezTo>
                  <a:cubicBezTo>
                    <a:pt x="1192784" y="41111"/>
                    <a:pt x="1173800" y="23125"/>
                    <a:pt x="1140203" y="18931"/>
                  </a:cubicBezTo>
                  <a:lnTo>
                    <a:pt x="1124860" y="18014"/>
                  </a:lnTo>
                  <a:lnTo>
                    <a:pt x="1109907" y="18931"/>
                  </a:lnTo>
                  <a:cubicBezTo>
                    <a:pt x="1077083" y="23125"/>
                    <a:pt x="1058099" y="41111"/>
                    <a:pt x="1037780" y="60432"/>
                  </a:cubicBezTo>
                  <a:cubicBezTo>
                    <a:pt x="1014563" y="83094"/>
                    <a:pt x="988431" y="108081"/>
                    <a:pt x="937343" y="108081"/>
                  </a:cubicBezTo>
                  <a:cubicBezTo>
                    <a:pt x="887352" y="108081"/>
                    <a:pt x="861195" y="83094"/>
                    <a:pt x="837942" y="60432"/>
                  </a:cubicBezTo>
                  <a:cubicBezTo>
                    <a:pt x="817603" y="41111"/>
                    <a:pt x="798587" y="23125"/>
                    <a:pt x="764952" y="18931"/>
                  </a:cubicBezTo>
                  <a:lnTo>
                    <a:pt x="749586" y="18014"/>
                  </a:lnTo>
                  <a:lnTo>
                    <a:pt x="734638" y="18931"/>
                  </a:lnTo>
                  <a:cubicBezTo>
                    <a:pt x="701811" y="23125"/>
                    <a:pt x="682831" y="41111"/>
                    <a:pt x="662511" y="60432"/>
                  </a:cubicBezTo>
                  <a:cubicBezTo>
                    <a:pt x="639282" y="83094"/>
                    <a:pt x="613157" y="108081"/>
                    <a:pt x="562069" y="108081"/>
                  </a:cubicBezTo>
                  <a:cubicBezTo>
                    <a:pt x="512115" y="108081"/>
                    <a:pt x="485977" y="83094"/>
                    <a:pt x="462743" y="60432"/>
                  </a:cubicBezTo>
                  <a:cubicBezTo>
                    <a:pt x="439508" y="38351"/>
                    <a:pt x="418017" y="18014"/>
                    <a:pt x="375034" y="18014"/>
                  </a:cubicBezTo>
                  <a:cubicBezTo>
                    <a:pt x="332073" y="18014"/>
                    <a:pt x="310593" y="38351"/>
                    <a:pt x="287371" y="60432"/>
                  </a:cubicBezTo>
                  <a:cubicBezTo>
                    <a:pt x="264149" y="83094"/>
                    <a:pt x="238024" y="108081"/>
                    <a:pt x="187517" y="108081"/>
                  </a:cubicBezTo>
                  <a:cubicBezTo>
                    <a:pt x="137009" y="108081"/>
                    <a:pt x="111465" y="83094"/>
                    <a:pt x="87663" y="60432"/>
                  </a:cubicBezTo>
                  <a:cubicBezTo>
                    <a:pt x="64441" y="38351"/>
                    <a:pt x="42960" y="18014"/>
                    <a:pt x="0" y="18014"/>
                  </a:cubicBezTo>
                  <a:close/>
                </a:path>
              </a:pathLst>
            </a:custGeom>
            <a:solidFill>
              <a:srgbClr val="1B3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dirty="0"/>
                <a:t> </a:t>
              </a: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FA7C3FB-0DF0-4AC9-B396-739E8A3D8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4576" y="1716469"/>
              <a:ext cx="2957425" cy="1708593"/>
            </a:xfrm>
            <a:custGeom>
              <a:avLst/>
              <a:gdLst>
                <a:gd name="connsiteX0" fmla="*/ 0 w 2957425"/>
                <a:gd name="connsiteY0" fmla="*/ 1600512 h 1708593"/>
                <a:gd name="connsiteX1" fmla="*/ 99855 w 2957425"/>
                <a:gd name="connsiteY1" fmla="*/ 1648161 h 1708593"/>
                <a:gd name="connsiteX2" fmla="*/ 187517 w 2957425"/>
                <a:gd name="connsiteY2" fmla="*/ 1690580 h 1708593"/>
                <a:gd name="connsiteX3" fmla="*/ 275179 w 2957425"/>
                <a:gd name="connsiteY3" fmla="*/ 1648161 h 1708593"/>
                <a:gd name="connsiteX4" fmla="*/ 375034 w 2957425"/>
                <a:gd name="connsiteY4" fmla="*/ 1600512 h 1708593"/>
                <a:gd name="connsiteX5" fmla="*/ 474941 w 2957425"/>
                <a:gd name="connsiteY5" fmla="*/ 1648161 h 1708593"/>
                <a:gd name="connsiteX6" fmla="*/ 562069 w 2957425"/>
                <a:gd name="connsiteY6" fmla="*/ 1690580 h 1708593"/>
                <a:gd name="connsiteX7" fmla="*/ 650315 w 2957425"/>
                <a:gd name="connsiteY7" fmla="*/ 1648161 h 1708593"/>
                <a:gd name="connsiteX8" fmla="*/ 740506 w 2957425"/>
                <a:gd name="connsiteY8" fmla="*/ 1600798 h 1708593"/>
                <a:gd name="connsiteX9" fmla="*/ 749586 w 2957425"/>
                <a:gd name="connsiteY9" fmla="*/ 1600512 h 1708593"/>
                <a:gd name="connsiteX10" fmla="*/ 758889 w 2957425"/>
                <a:gd name="connsiteY10" fmla="*/ 1600798 h 1708593"/>
                <a:gd name="connsiteX11" fmla="*/ 850154 w 2957425"/>
                <a:gd name="connsiteY11" fmla="*/ 1648161 h 1708593"/>
                <a:gd name="connsiteX12" fmla="*/ 937343 w 2957425"/>
                <a:gd name="connsiteY12" fmla="*/ 1690580 h 1708593"/>
                <a:gd name="connsiteX13" fmla="*/ 1025586 w 2957425"/>
                <a:gd name="connsiteY13" fmla="*/ 1648161 h 1708593"/>
                <a:gd name="connsiteX14" fmla="*/ 1115684 w 2957425"/>
                <a:gd name="connsiteY14" fmla="*/ 1600798 h 1708593"/>
                <a:gd name="connsiteX15" fmla="*/ 1124860 w 2957425"/>
                <a:gd name="connsiteY15" fmla="*/ 1600512 h 1708593"/>
                <a:gd name="connsiteX16" fmla="*/ 1134151 w 2957425"/>
                <a:gd name="connsiteY16" fmla="*/ 1600798 h 1708593"/>
                <a:gd name="connsiteX17" fmla="*/ 1225295 w 2957425"/>
                <a:gd name="connsiteY17" fmla="*/ 1648161 h 1708593"/>
                <a:gd name="connsiteX18" fmla="*/ 1312377 w 2957425"/>
                <a:gd name="connsiteY18" fmla="*/ 1690580 h 1708593"/>
                <a:gd name="connsiteX19" fmla="*/ 1400620 w 2957425"/>
                <a:gd name="connsiteY19" fmla="*/ 1648161 h 1708593"/>
                <a:gd name="connsiteX20" fmla="*/ 1490715 w 2957425"/>
                <a:gd name="connsiteY20" fmla="*/ 1600798 h 1708593"/>
                <a:gd name="connsiteX21" fmla="*/ 1499902 w 2957425"/>
                <a:gd name="connsiteY21" fmla="*/ 1600512 h 1708593"/>
                <a:gd name="connsiteX22" fmla="*/ 1509200 w 2957425"/>
                <a:gd name="connsiteY22" fmla="*/ 1600798 h 1708593"/>
                <a:gd name="connsiteX23" fmla="*/ 1600457 w 2957425"/>
                <a:gd name="connsiteY23" fmla="*/ 1648161 h 1708593"/>
                <a:gd name="connsiteX24" fmla="*/ 1672675 w 2957425"/>
                <a:gd name="connsiteY24" fmla="*/ 1689663 h 1708593"/>
                <a:gd name="connsiteX25" fmla="*/ 1687656 w 2957425"/>
                <a:gd name="connsiteY25" fmla="*/ 1690580 h 1708593"/>
                <a:gd name="connsiteX26" fmla="*/ 1702991 w 2957425"/>
                <a:gd name="connsiteY26" fmla="*/ 1689663 h 1708593"/>
                <a:gd name="connsiteX27" fmla="*/ 1775902 w 2957425"/>
                <a:gd name="connsiteY27" fmla="*/ 1648161 h 1708593"/>
                <a:gd name="connsiteX28" fmla="*/ 1865985 w 2957425"/>
                <a:gd name="connsiteY28" fmla="*/ 1600798 h 1708593"/>
                <a:gd name="connsiteX29" fmla="*/ 1875171 w 2957425"/>
                <a:gd name="connsiteY29" fmla="*/ 1600512 h 1708593"/>
                <a:gd name="connsiteX30" fmla="*/ 1884453 w 2957425"/>
                <a:gd name="connsiteY30" fmla="*/ 1600798 h 1708593"/>
                <a:gd name="connsiteX31" fmla="*/ 1975602 w 2957425"/>
                <a:gd name="connsiteY31" fmla="*/ 1648161 h 1708593"/>
                <a:gd name="connsiteX32" fmla="*/ 2047561 w 2957425"/>
                <a:gd name="connsiteY32" fmla="*/ 1689663 h 1708593"/>
                <a:gd name="connsiteX33" fmla="*/ 2062687 w 2957425"/>
                <a:gd name="connsiteY33" fmla="*/ 1690580 h 1708593"/>
                <a:gd name="connsiteX34" fmla="*/ 2078025 w 2957425"/>
                <a:gd name="connsiteY34" fmla="*/ 1689663 h 1708593"/>
                <a:gd name="connsiteX35" fmla="*/ 2150933 w 2957425"/>
                <a:gd name="connsiteY35" fmla="*/ 1648161 h 1708593"/>
                <a:gd name="connsiteX36" fmla="*/ 2241019 w 2957425"/>
                <a:gd name="connsiteY36" fmla="*/ 1600798 h 1708593"/>
                <a:gd name="connsiteX37" fmla="*/ 2250202 w 2957425"/>
                <a:gd name="connsiteY37" fmla="*/ 1600512 h 1708593"/>
                <a:gd name="connsiteX38" fmla="*/ 2259500 w 2957425"/>
                <a:gd name="connsiteY38" fmla="*/ 1600798 h 1708593"/>
                <a:gd name="connsiteX39" fmla="*/ 2350772 w 2957425"/>
                <a:gd name="connsiteY39" fmla="*/ 1648161 h 1708593"/>
                <a:gd name="connsiteX40" fmla="*/ 2422815 w 2957425"/>
                <a:gd name="connsiteY40" fmla="*/ 1689663 h 1708593"/>
                <a:gd name="connsiteX41" fmla="*/ 2437959 w 2957425"/>
                <a:gd name="connsiteY41" fmla="*/ 1690580 h 1708593"/>
                <a:gd name="connsiteX42" fmla="*/ 2453275 w 2957425"/>
                <a:gd name="connsiteY42" fmla="*/ 1689663 h 1708593"/>
                <a:gd name="connsiteX43" fmla="*/ 2526203 w 2957425"/>
                <a:gd name="connsiteY43" fmla="*/ 1648161 h 1708593"/>
                <a:gd name="connsiteX44" fmla="*/ 2625475 w 2957425"/>
                <a:gd name="connsiteY44" fmla="*/ 1600512 h 1708593"/>
                <a:gd name="connsiteX45" fmla="*/ 2725913 w 2957425"/>
                <a:gd name="connsiteY45" fmla="*/ 1648161 h 1708593"/>
                <a:gd name="connsiteX46" fmla="*/ 2797875 w 2957425"/>
                <a:gd name="connsiteY46" fmla="*/ 1689663 h 1708593"/>
                <a:gd name="connsiteX47" fmla="*/ 2812992 w 2957425"/>
                <a:gd name="connsiteY47" fmla="*/ 1690580 h 1708593"/>
                <a:gd name="connsiteX48" fmla="*/ 2828318 w 2957425"/>
                <a:gd name="connsiteY48" fmla="*/ 1689663 h 1708593"/>
                <a:gd name="connsiteX49" fmla="*/ 2901235 w 2957425"/>
                <a:gd name="connsiteY49" fmla="*/ 1648161 h 1708593"/>
                <a:gd name="connsiteX50" fmla="*/ 2937929 w 2957425"/>
                <a:gd name="connsiteY50" fmla="*/ 1617573 h 1708593"/>
                <a:gd name="connsiteX51" fmla="*/ 2957425 w 2957425"/>
                <a:gd name="connsiteY51" fmla="*/ 1608425 h 1708593"/>
                <a:gd name="connsiteX52" fmla="*/ 2957425 w 2957425"/>
                <a:gd name="connsiteY52" fmla="*/ 1629851 h 1708593"/>
                <a:gd name="connsiteX53" fmla="*/ 2944790 w 2957425"/>
                <a:gd name="connsiteY53" fmla="*/ 1634521 h 1708593"/>
                <a:gd name="connsiteX54" fmla="*/ 2913429 w 2957425"/>
                <a:gd name="connsiteY54" fmla="*/ 1660945 h 1708593"/>
                <a:gd name="connsiteX55" fmla="*/ 2822285 w 2957425"/>
                <a:gd name="connsiteY55" fmla="*/ 1708307 h 1708593"/>
                <a:gd name="connsiteX56" fmla="*/ 2812992 w 2957425"/>
                <a:gd name="connsiteY56" fmla="*/ 1708593 h 1708593"/>
                <a:gd name="connsiteX57" fmla="*/ 2803817 w 2957425"/>
                <a:gd name="connsiteY57" fmla="*/ 1708307 h 1708593"/>
                <a:gd name="connsiteX58" fmla="*/ 2713719 w 2957425"/>
                <a:gd name="connsiteY58" fmla="*/ 1660945 h 1708593"/>
                <a:gd name="connsiteX59" fmla="*/ 2625475 w 2957425"/>
                <a:gd name="connsiteY59" fmla="*/ 1618526 h 1708593"/>
                <a:gd name="connsiteX60" fmla="*/ 2538398 w 2957425"/>
                <a:gd name="connsiteY60" fmla="*/ 1660945 h 1708593"/>
                <a:gd name="connsiteX61" fmla="*/ 2447253 w 2957425"/>
                <a:gd name="connsiteY61" fmla="*/ 1708307 h 1708593"/>
                <a:gd name="connsiteX62" fmla="*/ 2437959 w 2957425"/>
                <a:gd name="connsiteY62" fmla="*/ 1708593 h 1708593"/>
                <a:gd name="connsiteX63" fmla="*/ 2428768 w 2957425"/>
                <a:gd name="connsiteY63" fmla="*/ 1708307 h 1708593"/>
                <a:gd name="connsiteX64" fmla="*/ 2338559 w 2957425"/>
                <a:gd name="connsiteY64" fmla="*/ 1660945 h 1708593"/>
                <a:gd name="connsiteX65" fmla="*/ 2265570 w 2957425"/>
                <a:gd name="connsiteY65" fmla="*/ 1619443 h 1708593"/>
                <a:gd name="connsiteX66" fmla="*/ 2250202 w 2957425"/>
                <a:gd name="connsiteY66" fmla="*/ 1618526 h 1708593"/>
                <a:gd name="connsiteX67" fmla="*/ 2235078 w 2957425"/>
                <a:gd name="connsiteY67" fmla="*/ 1619443 h 1708593"/>
                <a:gd name="connsiteX68" fmla="*/ 2163119 w 2957425"/>
                <a:gd name="connsiteY68" fmla="*/ 1660945 h 1708593"/>
                <a:gd name="connsiteX69" fmla="*/ 2071970 w 2957425"/>
                <a:gd name="connsiteY69" fmla="*/ 1708307 h 1708593"/>
                <a:gd name="connsiteX70" fmla="*/ 2062687 w 2957425"/>
                <a:gd name="connsiteY70" fmla="*/ 1708593 h 1708593"/>
                <a:gd name="connsiteX71" fmla="*/ 2053502 w 2957425"/>
                <a:gd name="connsiteY71" fmla="*/ 1708307 h 1708593"/>
                <a:gd name="connsiteX72" fmla="*/ 1963418 w 2957425"/>
                <a:gd name="connsiteY72" fmla="*/ 1660945 h 1708593"/>
                <a:gd name="connsiteX73" fmla="*/ 1890508 w 2957425"/>
                <a:gd name="connsiteY73" fmla="*/ 1619443 h 1708593"/>
                <a:gd name="connsiteX74" fmla="*/ 1875171 w 2957425"/>
                <a:gd name="connsiteY74" fmla="*/ 1618526 h 1708593"/>
                <a:gd name="connsiteX75" fmla="*/ 1860044 w 2957425"/>
                <a:gd name="connsiteY75" fmla="*/ 1619443 h 1708593"/>
                <a:gd name="connsiteX76" fmla="*/ 1788085 w 2957425"/>
                <a:gd name="connsiteY76" fmla="*/ 1660945 h 1708593"/>
                <a:gd name="connsiteX77" fmla="*/ 1696936 w 2957425"/>
                <a:gd name="connsiteY77" fmla="*/ 1708307 h 1708593"/>
                <a:gd name="connsiteX78" fmla="*/ 1687656 w 2957425"/>
                <a:gd name="connsiteY78" fmla="*/ 1708593 h 1708593"/>
                <a:gd name="connsiteX79" fmla="*/ 1678456 w 2957425"/>
                <a:gd name="connsiteY79" fmla="*/ 1708307 h 1708593"/>
                <a:gd name="connsiteX80" fmla="*/ 1588259 w 2957425"/>
                <a:gd name="connsiteY80" fmla="*/ 1660945 h 1708593"/>
                <a:gd name="connsiteX81" fmla="*/ 1515254 w 2957425"/>
                <a:gd name="connsiteY81" fmla="*/ 1619443 h 1708593"/>
                <a:gd name="connsiteX82" fmla="*/ 1499902 w 2957425"/>
                <a:gd name="connsiteY82" fmla="*/ 1618526 h 1708593"/>
                <a:gd name="connsiteX83" fmla="*/ 1484938 w 2957425"/>
                <a:gd name="connsiteY83" fmla="*/ 1619443 h 1708593"/>
                <a:gd name="connsiteX84" fmla="*/ 1412811 w 2957425"/>
                <a:gd name="connsiteY84" fmla="*/ 1660945 h 1708593"/>
                <a:gd name="connsiteX85" fmla="*/ 1312377 w 2957425"/>
                <a:gd name="connsiteY85" fmla="*/ 1708593 h 1708593"/>
                <a:gd name="connsiteX86" fmla="*/ 1213103 w 2957425"/>
                <a:gd name="connsiteY86" fmla="*/ 1660945 h 1708593"/>
                <a:gd name="connsiteX87" fmla="*/ 1140203 w 2957425"/>
                <a:gd name="connsiteY87" fmla="*/ 1619443 h 1708593"/>
                <a:gd name="connsiteX88" fmla="*/ 1124860 w 2957425"/>
                <a:gd name="connsiteY88" fmla="*/ 1618526 h 1708593"/>
                <a:gd name="connsiteX89" fmla="*/ 1109907 w 2957425"/>
                <a:gd name="connsiteY89" fmla="*/ 1619443 h 1708593"/>
                <a:gd name="connsiteX90" fmla="*/ 1037780 w 2957425"/>
                <a:gd name="connsiteY90" fmla="*/ 1660945 h 1708593"/>
                <a:gd name="connsiteX91" fmla="*/ 937343 w 2957425"/>
                <a:gd name="connsiteY91" fmla="*/ 1708593 h 1708593"/>
                <a:gd name="connsiteX92" fmla="*/ 837942 w 2957425"/>
                <a:gd name="connsiteY92" fmla="*/ 1660945 h 1708593"/>
                <a:gd name="connsiteX93" fmla="*/ 764952 w 2957425"/>
                <a:gd name="connsiteY93" fmla="*/ 1619443 h 1708593"/>
                <a:gd name="connsiteX94" fmla="*/ 749586 w 2957425"/>
                <a:gd name="connsiteY94" fmla="*/ 1618526 h 1708593"/>
                <a:gd name="connsiteX95" fmla="*/ 734638 w 2957425"/>
                <a:gd name="connsiteY95" fmla="*/ 1619443 h 1708593"/>
                <a:gd name="connsiteX96" fmla="*/ 662511 w 2957425"/>
                <a:gd name="connsiteY96" fmla="*/ 1660945 h 1708593"/>
                <a:gd name="connsiteX97" fmla="*/ 562069 w 2957425"/>
                <a:gd name="connsiteY97" fmla="*/ 1708593 h 1708593"/>
                <a:gd name="connsiteX98" fmla="*/ 462743 w 2957425"/>
                <a:gd name="connsiteY98" fmla="*/ 1660945 h 1708593"/>
                <a:gd name="connsiteX99" fmla="*/ 375034 w 2957425"/>
                <a:gd name="connsiteY99" fmla="*/ 1618526 h 1708593"/>
                <a:gd name="connsiteX100" fmla="*/ 287371 w 2957425"/>
                <a:gd name="connsiteY100" fmla="*/ 1660945 h 1708593"/>
                <a:gd name="connsiteX101" fmla="*/ 187517 w 2957425"/>
                <a:gd name="connsiteY101" fmla="*/ 1708593 h 1708593"/>
                <a:gd name="connsiteX102" fmla="*/ 87663 w 2957425"/>
                <a:gd name="connsiteY102" fmla="*/ 1660945 h 1708593"/>
                <a:gd name="connsiteX103" fmla="*/ 0 w 2957425"/>
                <a:gd name="connsiteY103" fmla="*/ 1618526 h 1708593"/>
                <a:gd name="connsiteX104" fmla="*/ 0 w 2957425"/>
                <a:gd name="connsiteY104" fmla="*/ 1501097 h 1708593"/>
                <a:gd name="connsiteX105" fmla="*/ 99855 w 2957425"/>
                <a:gd name="connsiteY105" fmla="*/ 1548208 h 1708593"/>
                <a:gd name="connsiteX106" fmla="*/ 187517 w 2957425"/>
                <a:gd name="connsiteY106" fmla="*/ 1590666 h 1708593"/>
                <a:gd name="connsiteX107" fmla="*/ 275179 w 2957425"/>
                <a:gd name="connsiteY107" fmla="*/ 1548208 h 1708593"/>
                <a:gd name="connsiteX108" fmla="*/ 375034 w 2957425"/>
                <a:gd name="connsiteY108" fmla="*/ 1501097 h 1708593"/>
                <a:gd name="connsiteX109" fmla="*/ 474941 w 2957425"/>
                <a:gd name="connsiteY109" fmla="*/ 1548208 h 1708593"/>
                <a:gd name="connsiteX110" fmla="*/ 562069 w 2957425"/>
                <a:gd name="connsiteY110" fmla="*/ 1590666 h 1708593"/>
                <a:gd name="connsiteX111" fmla="*/ 650315 w 2957425"/>
                <a:gd name="connsiteY111" fmla="*/ 1548208 h 1708593"/>
                <a:gd name="connsiteX112" fmla="*/ 740506 w 2957425"/>
                <a:gd name="connsiteY112" fmla="*/ 1501377 h 1708593"/>
                <a:gd name="connsiteX113" fmla="*/ 749586 w 2957425"/>
                <a:gd name="connsiteY113" fmla="*/ 1501097 h 1708593"/>
                <a:gd name="connsiteX114" fmla="*/ 758889 w 2957425"/>
                <a:gd name="connsiteY114" fmla="*/ 1501377 h 1708593"/>
                <a:gd name="connsiteX115" fmla="*/ 850154 w 2957425"/>
                <a:gd name="connsiteY115" fmla="*/ 1548208 h 1708593"/>
                <a:gd name="connsiteX116" fmla="*/ 937343 w 2957425"/>
                <a:gd name="connsiteY116" fmla="*/ 1590666 h 1708593"/>
                <a:gd name="connsiteX117" fmla="*/ 1025586 w 2957425"/>
                <a:gd name="connsiteY117" fmla="*/ 1548208 h 1708593"/>
                <a:gd name="connsiteX118" fmla="*/ 1115684 w 2957425"/>
                <a:gd name="connsiteY118" fmla="*/ 1501377 h 1708593"/>
                <a:gd name="connsiteX119" fmla="*/ 1124860 w 2957425"/>
                <a:gd name="connsiteY119" fmla="*/ 1501097 h 1708593"/>
                <a:gd name="connsiteX120" fmla="*/ 1134151 w 2957425"/>
                <a:gd name="connsiteY120" fmla="*/ 1501377 h 1708593"/>
                <a:gd name="connsiteX121" fmla="*/ 1225295 w 2957425"/>
                <a:gd name="connsiteY121" fmla="*/ 1548208 h 1708593"/>
                <a:gd name="connsiteX122" fmla="*/ 1312377 w 2957425"/>
                <a:gd name="connsiteY122" fmla="*/ 1590666 h 1708593"/>
                <a:gd name="connsiteX123" fmla="*/ 1400620 w 2957425"/>
                <a:gd name="connsiteY123" fmla="*/ 1548208 h 1708593"/>
                <a:gd name="connsiteX124" fmla="*/ 1490715 w 2957425"/>
                <a:gd name="connsiteY124" fmla="*/ 1501377 h 1708593"/>
                <a:gd name="connsiteX125" fmla="*/ 1499902 w 2957425"/>
                <a:gd name="connsiteY125" fmla="*/ 1501097 h 1708593"/>
                <a:gd name="connsiteX126" fmla="*/ 1509200 w 2957425"/>
                <a:gd name="connsiteY126" fmla="*/ 1501377 h 1708593"/>
                <a:gd name="connsiteX127" fmla="*/ 1600457 w 2957425"/>
                <a:gd name="connsiteY127" fmla="*/ 1548208 h 1708593"/>
                <a:gd name="connsiteX128" fmla="*/ 1672675 w 2957425"/>
                <a:gd name="connsiteY128" fmla="*/ 1589772 h 1708593"/>
                <a:gd name="connsiteX129" fmla="*/ 1687656 w 2957425"/>
                <a:gd name="connsiteY129" fmla="*/ 1590666 h 1708593"/>
                <a:gd name="connsiteX130" fmla="*/ 1702991 w 2957425"/>
                <a:gd name="connsiteY130" fmla="*/ 1589748 h 1708593"/>
                <a:gd name="connsiteX131" fmla="*/ 1775902 w 2957425"/>
                <a:gd name="connsiteY131" fmla="*/ 1548208 h 1708593"/>
                <a:gd name="connsiteX132" fmla="*/ 1865985 w 2957425"/>
                <a:gd name="connsiteY132" fmla="*/ 1501377 h 1708593"/>
                <a:gd name="connsiteX133" fmla="*/ 1875171 w 2957425"/>
                <a:gd name="connsiteY133" fmla="*/ 1501097 h 1708593"/>
                <a:gd name="connsiteX134" fmla="*/ 1884453 w 2957425"/>
                <a:gd name="connsiteY134" fmla="*/ 1501377 h 1708593"/>
                <a:gd name="connsiteX135" fmla="*/ 1975602 w 2957425"/>
                <a:gd name="connsiteY135" fmla="*/ 1548208 h 1708593"/>
                <a:gd name="connsiteX136" fmla="*/ 2047561 w 2957425"/>
                <a:gd name="connsiteY136" fmla="*/ 1589772 h 1708593"/>
                <a:gd name="connsiteX137" fmla="*/ 2062687 w 2957425"/>
                <a:gd name="connsiteY137" fmla="*/ 1590666 h 1708593"/>
                <a:gd name="connsiteX138" fmla="*/ 2078025 w 2957425"/>
                <a:gd name="connsiteY138" fmla="*/ 1589748 h 1708593"/>
                <a:gd name="connsiteX139" fmla="*/ 2150933 w 2957425"/>
                <a:gd name="connsiteY139" fmla="*/ 1548208 h 1708593"/>
                <a:gd name="connsiteX140" fmla="*/ 2241019 w 2957425"/>
                <a:gd name="connsiteY140" fmla="*/ 1501377 h 1708593"/>
                <a:gd name="connsiteX141" fmla="*/ 2250202 w 2957425"/>
                <a:gd name="connsiteY141" fmla="*/ 1501097 h 1708593"/>
                <a:gd name="connsiteX142" fmla="*/ 2259500 w 2957425"/>
                <a:gd name="connsiteY142" fmla="*/ 1501377 h 1708593"/>
                <a:gd name="connsiteX143" fmla="*/ 2350772 w 2957425"/>
                <a:gd name="connsiteY143" fmla="*/ 1548208 h 1708593"/>
                <a:gd name="connsiteX144" fmla="*/ 2422815 w 2957425"/>
                <a:gd name="connsiteY144" fmla="*/ 1589772 h 1708593"/>
                <a:gd name="connsiteX145" fmla="*/ 2437959 w 2957425"/>
                <a:gd name="connsiteY145" fmla="*/ 1590666 h 1708593"/>
                <a:gd name="connsiteX146" fmla="*/ 2453275 w 2957425"/>
                <a:gd name="connsiteY146" fmla="*/ 1589748 h 1708593"/>
                <a:gd name="connsiteX147" fmla="*/ 2526203 w 2957425"/>
                <a:gd name="connsiteY147" fmla="*/ 1548208 h 1708593"/>
                <a:gd name="connsiteX148" fmla="*/ 2625475 w 2957425"/>
                <a:gd name="connsiteY148" fmla="*/ 1501097 h 1708593"/>
                <a:gd name="connsiteX149" fmla="*/ 2725913 w 2957425"/>
                <a:gd name="connsiteY149" fmla="*/ 1548208 h 1708593"/>
                <a:gd name="connsiteX150" fmla="*/ 2797875 w 2957425"/>
                <a:gd name="connsiteY150" fmla="*/ 1589772 h 1708593"/>
                <a:gd name="connsiteX151" fmla="*/ 2812992 w 2957425"/>
                <a:gd name="connsiteY151" fmla="*/ 1590666 h 1708593"/>
                <a:gd name="connsiteX152" fmla="*/ 2828318 w 2957425"/>
                <a:gd name="connsiteY152" fmla="*/ 1589748 h 1708593"/>
                <a:gd name="connsiteX153" fmla="*/ 2901235 w 2957425"/>
                <a:gd name="connsiteY153" fmla="*/ 1548208 h 1708593"/>
                <a:gd name="connsiteX154" fmla="*/ 2937924 w 2957425"/>
                <a:gd name="connsiteY154" fmla="*/ 1517856 h 1708593"/>
                <a:gd name="connsiteX155" fmla="*/ 2957425 w 2957425"/>
                <a:gd name="connsiteY155" fmla="*/ 1508856 h 1708593"/>
                <a:gd name="connsiteX156" fmla="*/ 2957425 w 2957425"/>
                <a:gd name="connsiteY156" fmla="*/ 1529880 h 1708593"/>
                <a:gd name="connsiteX157" fmla="*/ 2944785 w 2957425"/>
                <a:gd name="connsiteY157" fmla="*/ 1534556 h 1708593"/>
                <a:gd name="connsiteX158" fmla="*/ 2913429 w 2957425"/>
                <a:gd name="connsiteY158" fmla="*/ 1561004 h 1708593"/>
                <a:gd name="connsiteX159" fmla="*/ 2822285 w 2957425"/>
                <a:gd name="connsiteY159" fmla="*/ 1608410 h 1708593"/>
                <a:gd name="connsiteX160" fmla="*/ 2812992 w 2957425"/>
                <a:gd name="connsiteY160" fmla="*/ 1608697 h 1708593"/>
                <a:gd name="connsiteX161" fmla="*/ 2803817 w 2957425"/>
                <a:gd name="connsiteY161" fmla="*/ 1608410 h 1708593"/>
                <a:gd name="connsiteX162" fmla="*/ 2713719 w 2957425"/>
                <a:gd name="connsiteY162" fmla="*/ 1561004 h 1708593"/>
                <a:gd name="connsiteX163" fmla="*/ 2625475 w 2957425"/>
                <a:gd name="connsiteY163" fmla="*/ 1518546 h 1708593"/>
                <a:gd name="connsiteX164" fmla="*/ 2538398 w 2957425"/>
                <a:gd name="connsiteY164" fmla="*/ 1561004 h 1708593"/>
                <a:gd name="connsiteX165" fmla="*/ 2447253 w 2957425"/>
                <a:gd name="connsiteY165" fmla="*/ 1608410 h 1708593"/>
                <a:gd name="connsiteX166" fmla="*/ 2437959 w 2957425"/>
                <a:gd name="connsiteY166" fmla="*/ 1608697 h 1708593"/>
                <a:gd name="connsiteX167" fmla="*/ 2428768 w 2957425"/>
                <a:gd name="connsiteY167" fmla="*/ 1608410 h 1708593"/>
                <a:gd name="connsiteX168" fmla="*/ 2338559 w 2957425"/>
                <a:gd name="connsiteY168" fmla="*/ 1561004 h 1708593"/>
                <a:gd name="connsiteX169" fmla="*/ 2265570 w 2957425"/>
                <a:gd name="connsiteY169" fmla="*/ 1519464 h 1708593"/>
                <a:gd name="connsiteX170" fmla="*/ 2250202 w 2957425"/>
                <a:gd name="connsiteY170" fmla="*/ 1518546 h 1708593"/>
                <a:gd name="connsiteX171" fmla="*/ 2235078 w 2957425"/>
                <a:gd name="connsiteY171" fmla="*/ 1519464 h 1708593"/>
                <a:gd name="connsiteX172" fmla="*/ 2163119 w 2957425"/>
                <a:gd name="connsiteY172" fmla="*/ 1561004 h 1708593"/>
                <a:gd name="connsiteX173" fmla="*/ 2071970 w 2957425"/>
                <a:gd name="connsiteY173" fmla="*/ 1608410 h 1708593"/>
                <a:gd name="connsiteX174" fmla="*/ 2062687 w 2957425"/>
                <a:gd name="connsiteY174" fmla="*/ 1608697 h 1708593"/>
                <a:gd name="connsiteX175" fmla="*/ 2053502 w 2957425"/>
                <a:gd name="connsiteY175" fmla="*/ 1608410 h 1708593"/>
                <a:gd name="connsiteX176" fmla="*/ 1963418 w 2957425"/>
                <a:gd name="connsiteY176" fmla="*/ 1561004 h 1708593"/>
                <a:gd name="connsiteX177" fmla="*/ 1890508 w 2957425"/>
                <a:gd name="connsiteY177" fmla="*/ 1519464 h 1708593"/>
                <a:gd name="connsiteX178" fmla="*/ 1875171 w 2957425"/>
                <a:gd name="connsiteY178" fmla="*/ 1518546 h 1708593"/>
                <a:gd name="connsiteX179" fmla="*/ 1860044 w 2957425"/>
                <a:gd name="connsiteY179" fmla="*/ 1519464 h 1708593"/>
                <a:gd name="connsiteX180" fmla="*/ 1788085 w 2957425"/>
                <a:gd name="connsiteY180" fmla="*/ 1561004 h 1708593"/>
                <a:gd name="connsiteX181" fmla="*/ 1696936 w 2957425"/>
                <a:gd name="connsiteY181" fmla="*/ 1608410 h 1708593"/>
                <a:gd name="connsiteX182" fmla="*/ 1687656 w 2957425"/>
                <a:gd name="connsiteY182" fmla="*/ 1608697 h 1708593"/>
                <a:gd name="connsiteX183" fmla="*/ 1678456 w 2957425"/>
                <a:gd name="connsiteY183" fmla="*/ 1608410 h 1708593"/>
                <a:gd name="connsiteX184" fmla="*/ 1588259 w 2957425"/>
                <a:gd name="connsiteY184" fmla="*/ 1561004 h 1708593"/>
                <a:gd name="connsiteX185" fmla="*/ 1515254 w 2957425"/>
                <a:gd name="connsiteY185" fmla="*/ 1519464 h 1708593"/>
                <a:gd name="connsiteX186" fmla="*/ 1499902 w 2957425"/>
                <a:gd name="connsiteY186" fmla="*/ 1518546 h 1708593"/>
                <a:gd name="connsiteX187" fmla="*/ 1484938 w 2957425"/>
                <a:gd name="connsiteY187" fmla="*/ 1519464 h 1708593"/>
                <a:gd name="connsiteX188" fmla="*/ 1412811 w 2957425"/>
                <a:gd name="connsiteY188" fmla="*/ 1561004 h 1708593"/>
                <a:gd name="connsiteX189" fmla="*/ 1312377 w 2957425"/>
                <a:gd name="connsiteY189" fmla="*/ 1608697 h 1708593"/>
                <a:gd name="connsiteX190" fmla="*/ 1213103 w 2957425"/>
                <a:gd name="connsiteY190" fmla="*/ 1561004 h 1708593"/>
                <a:gd name="connsiteX191" fmla="*/ 1140203 w 2957425"/>
                <a:gd name="connsiteY191" fmla="*/ 1519464 h 1708593"/>
                <a:gd name="connsiteX192" fmla="*/ 1124860 w 2957425"/>
                <a:gd name="connsiteY192" fmla="*/ 1518546 h 1708593"/>
                <a:gd name="connsiteX193" fmla="*/ 1109907 w 2957425"/>
                <a:gd name="connsiteY193" fmla="*/ 1519464 h 1708593"/>
                <a:gd name="connsiteX194" fmla="*/ 1037780 w 2957425"/>
                <a:gd name="connsiteY194" fmla="*/ 1561004 h 1708593"/>
                <a:gd name="connsiteX195" fmla="*/ 937343 w 2957425"/>
                <a:gd name="connsiteY195" fmla="*/ 1608697 h 1708593"/>
                <a:gd name="connsiteX196" fmla="*/ 837942 w 2957425"/>
                <a:gd name="connsiteY196" fmla="*/ 1561004 h 1708593"/>
                <a:gd name="connsiteX197" fmla="*/ 764952 w 2957425"/>
                <a:gd name="connsiteY197" fmla="*/ 1519464 h 1708593"/>
                <a:gd name="connsiteX198" fmla="*/ 749586 w 2957425"/>
                <a:gd name="connsiteY198" fmla="*/ 1518546 h 1708593"/>
                <a:gd name="connsiteX199" fmla="*/ 734638 w 2957425"/>
                <a:gd name="connsiteY199" fmla="*/ 1519464 h 1708593"/>
                <a:gd name="connsiteX200" fmla="*/ 662511 w 2957425"/>
                <a:gd name="connsiteY200" fmla="*/ 1561004 h 1708593"/>
                <a:gd name="connsiteX201" fmla="*/ 562069 w 2957425"/>
                <a:gd name="connsiteY201" fmla="*/ 1608697 h 1708593"/>
                <a:gd name="connsiteX202" fmla="*/ 462743 w 2957425"/>
                <a:gd name="connsiteY202" fmla="*/ 1561004 h 1708593"/>
                <a:gd name="connsiteX203" fmla="*/ 375034 w 2957425"/>
                <a:gd name="connsiteY203" fmla="*/ 1518546 h 1708593"/>
                <a:gd name="connsiteX204" fmla="*/ 287371 w 2957425"/>
                <a:gd name="connsiteY204" fmla="*/ 1561004 h 1708593"/>
                <a:gd name="connsiteX205" fmla="*/ 187517 w 2957425"/>
                <a:gd name="connsiteY205" fmla="*/ 1608697 h 1708593"/>
                <a:gd name="connsiteX206" fmla="*/ 87663 w 2957425"/>
                <a:gd name="connsiteY206" fmla="*/ 1561004 h 1708593"/>
                <a:gd name="connsiteX207" fmla="*/ 0 w 2957425"/>
                <a:gd name="connsiteY207" fmla="*/ 1518546 h 1708593"/>
                <a:gd name="connsiteX208" fmla="*/ 0 w 2957425"/>
                <a:gd name="connsiteY208" fmla="*/ 1399997 h 1708593"/>
                <a:gd name="connsiteX209" fmla="*/ 99855 w 2957425"/>
                <a:gd name="connsiteY209" fmla="*/ 1447645 h 1708593"/>
                <a:gd name="connsiteX210" fmla="*/ 187517 w 2957425"/>
                <a:gd name="connsiteY210" fmla="*/ 1490064 h 1708593"/>
                <a:gd name="connsiteX211" fmla="*/ 275179 w 2957425"/>
                <a:gd name="connsiteY211" fmla="*/ 1447645 h 1708593"/>
                <a:gd name="connsiteX212" fmla="*/ 375034 w 2957425"/>
                <a:gd name="connsiteY212" fmla="*/ 1399997 h 1708593"/>
                <a:gd name="connsiteX213" fmla="*/ 474941 w 2957425"/>
                <a:gd name="connsiteY213" fmla="*/ 1447645 h 1708593"/>
                <a:gd name="connsiteX214" fmla="*/ 562069 w 2957425"/>
                <a:gd name="connsiteY214" fmla="*/ 1490064 h 1708593"/>
                <a:gd name="connsiteX215" fmla="*/ 650315 w 2957425"/>
                <a:gd name="connsiteY215" fmla="*/ 1447645 h 1708593"/>
                <a:gd name="connsiteX216" fmla="*/ 740506 w 2957425"/>
                <a:gd name="connsiteY216" fmla="*/ 1400283 h 1708593"/>
                <a:gd name="connsiteX217" fmla="*/ 749586 w 2957425"/>
                <a:gd name="connsiteY217" fmla="*/ 1399997 h 1708593"/>
                <a:gd name="connsiteX218" fmla="*/ 758889 w 2957425"/>
                <a:gd name="connsiteY218" fmla="*/ 1400283 h 1708593"/>
                <a:gd name="connsiteX219" fmla="*/ 850154 w 2957425"/>
                <a:gd name="connsiteY219" fmla="*/ 1447645 h 1708593"/>
                <a:gd name="connsiteX220" fmla="*/ 937343 w 2957425"/>
                <a:gd name="connsiteY220" fmla="*/ 1490064 h 1708593"/>
                <a:gd name="connsiteX221" fmla="*/ 1025586 w 2957425"/>
                <a:gd name="connsiteY221" fmla="*/ 1447645 h 1708593"/>
                <a:gd name="connsiteX222" fmla="*/ 1115684 w 2957425"/>
                <a:gd name="connsiteY222" fmla="*/ 1400283 h 1708593"/>
                <a:gd name="connsiteX223" fmla="*/ 1124860 w 2957425"/>
                <a:gd name="connsiteY223" fmla="*/ 1399997 h 1708593"/>
                <a:gd name="connsiteX224" fmla="*/ 1134151 w 2957425"/>
                <a:gd name="connsiteY224" fmla="*/ 1400283 h 1708593"/>
                <a:gd name="connsiteX225" fmla="*/ 1225295 w 2957425"/>
                <a:gd name="connsiteY225" fmla="*/ 1447645 h 1708593"/>
                <a:gd name="connsiteX226" fmla="*/ 1312377 w 2957425"/>
                <a:gd name="connsiteY226" fmla="*/ 1490064 h 1708593"/>
                <a:gd name="connsiteX227" fmla="*/ 1400620 w 2957425"/>
                <a:gd name="connsiteY227" fmla="*/ 1447645 h 1708593"/>
                <a:gd name="connsiteX228" fmla="*/ 1490715 w 2957425"/>
                <a:gd name="connsiteY228" fmla="*/ 1400283 h 1708593"/>
                <a:gd name="connsiteX229" fmla="*/ 1499902 w 2957425"/>
                <a:gd name="connsiteY229" fmla="*/ 1399997 h 1708593"/>
                <a:gd name="connsiteX230" fmla="*/ 1509200 w 2957425"/>
                <a:gd name="connsiteY230" fmla="*/ 1400283 h 1708593"/>
                <a:gd name="connsiteX231" fmla="*/ 1600457 w 2957425"/>
                <a:gd name="connsiteY231" fmla="*/ 1447645 h 1708593"/>
                <a:gd name="connsiteX232" fmla="*/ 1672675 w 2957425"/>
                <a:gd name="connsiteY232" fmla="*/ 1489147 h 1708593"/>
                <a:gd name="connsiteX233" fmla="*/ 1687656 w 2957425"/>
                <a:gd name="connsiteY233" fmla="*/ 1490064 h 1708593"/>
                <a:gd name="connsiteX234" fmla="*/ 1702991 w 2957425"/>
                <a:gd name="connsiteY234" fmla="*/ 1489147 h 1708593"/>
                <a:gd name="connsiteX235" fmla="*/ 1775902 w 2957425"/>
                <a:gd name="connsiteY235" fmla="*/ 1447645 h 1708593"/>
                <a:gd name="connsiteX236" fmla="*/ 1865985 w 2957425"/>
                <a:gd name="connsiteY236" fmla="*/ 1400283 h 1708593"/>
                <a:gd name="connsiteX237" fmla="*/ 1875171 w 2957425"/>
                <a:gd name="connsiteY237" fmla="*/ 1399997 h 1708593"/>
                <a:gd name="connsiteX238" fmla="*/ 1884453 w 2957425"/>
                <a:gd name="connsiteY238" fmla="*/ 1400283 h 1708593"/>
                <a:gd name="connsiteX239" fmla="*/ 1975602 w 2957425"/>
                <a:gd name="connsiteY239" fmla="*/ 1447645 h 1708593"/>
                <a:gd name="connsiteX240" fmla="*/ 2047561 w 2957425"/>
                <a:gd name="connsiteY240" fmla="*/ 1489147 h 1708593"/>
                <a:gd name="connsiteX241" fmla="*/ 2062687 w 2957425"/>
                <a:gd name="connsiteY241" fmla="*/ 1490064 h 1708593"/>
                <a:gd name="connsiteX242" fmla="*/ 2078025 w 2957425"/>
                <a:gd name="connsiteY242" fmla="*/ 1489147 h 1708593"/>
                <a:gd name="connsiteX243" fmla="*/ 2150933 w 2957425"/>
                <a:gd name="connsiteY243" fmla="*/ 1447645 h 1708593"/>
                <a:gd name="connsiteX244" fmla="*/ 2241019 w 2957425"/>
                <a:gd name="connsiteY244" fmla="*/ 1400283 h 1708593"/>
                <a:gd name="connsiteX245" fmla="*/ 2250202 w 2957425"/>
                <a:gd name="connsiteY245" fmla="*/ 1399997 h 1708593"/>
                <a:gd name="connsiteX246" fmla="*/ 2259500 w 2957425"/>
                <a:gd name="connsiteY246" fmla="*/ 1400283 h 1708593"/>
                <a:gd name="connsiteX247" fmla="*/ 2350772 w 2957425"/>
                <a:gd name="connsiteY247" fmla="*/ 1447645 h 1708593"/>
                <a:gd name="connsiteX248" fmla="*/ 2422815 w 2957425"/>
                <a:gd name="connsiteY248" fmla="*/ 1489147 h 1708593"/>
                <a:gd name="connsiteX249" fmla="*/ 2437959 w 2957425"/>
                <a:gd name="connsiteY249" fmla="*/ 1490064 h 1708593"/>
                <a:gd name="connsiteX250" fmla="*/ 2453275 w 2957425"/>
                <a:gd name="connsiteY250" fmla="*/ 1489147 h 1708593"/>
                <a:gd name="connsiteX251" fmla="*/ 2526203 w 2957425"/>
                <a:gd name="connsiteY251" fmla="*/ 1447645 h 1708593"/>
                <a:gd name="connsiteX252" fmla="*/ 2625475 w 2957425"/>
                <a:gd name="connsiteY252" fmla="*/ 1399997 h 1708593"/>
                <a:gd name="connsiteX253" fmla="*/ 2725913 w 2957425"/>
                <a:gd name="connsiteY253" fmla="*/ 1447645 h 1708593"/>
                <a:gd name="connsiteX254" fmla="*/ 2797875 w 2957425"/>
                <a:gd name="connsiteY254" fmla="*/ 1489147 h 1708593"/>
                <a:gd name="connsiteX255" fmla="*/ 2812992 w 2957425"/>
                <a:gd name="connsiteY255" fmla="*/ 1490064 h 1708593"/>
                <a:gd name="connsiteX256" fmla="*/ 2828318 w 2957425"/>
                <a:gd name="connsiteY256" fmla="*/ 1489147 h 1708593"/>
                <a:gd name="connsiteX257" fmla="*/ 2901235 w 2957425"/>
                <a:gd name="connsiteY257" fmla="*/ 1447645 h 1708593"/>
                <a:gd name="connsiteX258" fmla="*/ 2937919 w 2957425"/>
                <a:gd name="connsiteY258" fmla="*/ 1417058 h 1708593"/>
                <a:gd name="connsiteX259" fmla="*/ 2957425 w 2957425"/>
                <a:gd name="connsiteY259" fmla="*/ 1407904 h 1708593"/>
                <a:gd name="connsiteX260" fmla="*/ 2957425 w 2957425"/>
                <a:gd name="connsiteY260" fmla="*/ 1429332 h 1708593"/>
                <a:gd name="connsiteX261" fmla="*/ 2944779 w 2957425"/>
                <a:gd name="connsiteY261" fmla="*/ 1434006 h 1708593"/>
                <a:gd name="connsiteX262" fmla="*/ 2913429 w 2957425"/>
                <a:gd name="connsiteY262" fmla="*/ 1460429 h 1708593"/>
                <a:gd name="connsiteX263" fmla="*/ 2822285 w 2957425"/>
                <a:gd name="connsiteY263" fmla="*/ 1507792 h 1708593"/>
                <a:gd name="connsiteX264" fmla="*/ 2812992 w 2957425"/>
                <a:gd name="connsiteY264" fmla="*/ 1508078 h 1708593"/>
                <a:gd name="connsiteX265" fmla="*/ 2803817 w 2957425"/>
                <a:gd name="connsiteY265" fmla="*/ 1507792 h 1708593"/>
                <a:gd name="connsiteX266" fmla="*/ 2713719 w 2957425"/>
                <a:gd name="connsiteY266" fmla="*/ 1460429 h 1708593"/>
                <a:gd name="connsiteX267" fmla="*/ 2625475 w 2957425"/>
                <a:gd name="connsiteY267" fmla="*/ 1418010 h 1708593"/>
                <a:gd name="connsiteX268" fmla="*/ 2538398 w 2957425"/>
                <a:gd name="connsiteY268" fmla="*/ 1460429 h 1708593"/>
                <a:gd name="connsiteX269" fmla="*/ 2447253 w 2957425"/>
                <a:gd name="connsiteY269" fmla="*/ 1507792 h 1708593"/>
                <a:gd name="connsiteX270" fmla="*/ 2437959 w 2957425"/>
                <a:gd name="connsiteY270" fmla="*/ 1508078 h 1708593"/>
                <a:gd name="connsiteX271" fmla="*/ 2428768 w 2957425"/>
                <a:gd name="connsiteY271" fmla="*/ 1507792 h 1708593"/>
                <a:gd name="connsiteX272" fmla="*/ 2338559 w 2957425"/>
                <a:gd name="connsiteY272" fmla="*/ 1460429 h 1708593"/>
                <a:gd name="connsiteX273" fmla="*/ 2265570 w 2957425"/>
                <a:gd name="connsiteY273" fmla="*/ 1418928 h 1708593"/>
                <a:gd name="connsiteX274" fmla="*/ 2250202 w 2957425"/>
                <a:gd name="connsiteY274" fmla="*/ 1418010 h 1708593"/>
                <a:gd name="connsiteX275" fmla="*/ 2235078 w 2957425"/>
                <a:gd name="connsiteY275" fmla="*/ 1418928 h 1708593"/>
                <a:gd name="connsiteX276" fmla="*/ 2163119 w 2957425"/>
                <a:gd name="connsiteY276" fmla="*/ 1460429 h 1708593"/>
                <a:gd name="connsiteX277" fmla="*/ 2071970 w 2957425"/>
                <a:gd name="connsiteY277" fmla="*/ 1507792 h 1708593"/>
                <a:gd name="connsiteX278" fmla="*/ 2062687 w 2957425"/>
                <a:gd name="connsiteY278" fmla="*/ 1508078 h 1708593"/>
                <a:gd name="connsiteX279" fmla="*/ 2053502 w 2957425"/>
                <a:gd name="connsiteY279" fmla="*/ 1507792 h 1708593"/>
                <a:gd name="connsiteX280" fmla="*/ 1963418 w 2957425"/>
                <a:gd name="connsiteY280" fmla="*/ 1460429 h 1708593"/>
                <a:gd name="connsiteX281" fmla="*/ 1890508 w 2957425"/>
                <a:gd name="connsiteY281" fmla="*/ 1418928 h 1708593"/>
                <a:gd name="connsiteX282" fmla="*/ 1875171 w 2957425"/>
                <a:gd name="connsiteY282" fmla="*/ 1418010 h 1708593"/>
                <a:gd name="connsiteX283" fmla="*/ 1860044 w 2957425"/>
                <a:gd name="connsiteY283" fmla="*/ 1418928 h 1708593"/>
                <a:gd name="connsiteX284" fmla="*/ 1788085 w 2957425"/>
                <a:gd name="connsiteY284" fmla="*/ 1460429 h 1708593"/>
                <a:gd name="connsiteX285" fmla="*/ 1696936 w 2957425"/>
                <a:gd name="connsiteY285" fmla="*/ 1507792 h 1708593"/>
                <a:gd name="connsiteX286" fmla="*/ 1687656 w 2957425"/>
                <a:gd name="connsiteY286" fmla="*/ 1508078 h 1708593"/>
                <a:gd name="connsiteX287" fmla="*/ 1678456 w 2957425"/>
                <a:gd name="connsiteY287" fmla="*/ 1507792 h 1708593"/>
                <a:gd name="connsiteX288" fmla="*/ 1588259 w 2957425"/>
                <a:gd name="connsiteY288" fmla="*/ 1460429 h 1708593"/>
                <a:gd name="connsiteX289" fmla="*/ 1515254 w 2957425"/>
                <a:gd name="connsiteY289" fmla="*/ 1418928 h 1708593"/>
                <a:gd name="connsiteX290" fmla="*/ 1499902 w 2957425"/>
                <a:gd name="connsiteY290" fmla="*/ 1418010 h 1708593"/>
                <a:gd name="connsiteX291" fmla="*/ 1484938 w 2957425"/>
                <a:gd name="connsiteY291" fmla="*/ 1418928 h 1708593"/>
                <a:gd name="connsiteX292" fmla="*/ 1412811 w 2957425"/>
                <a:gd name="connsiteY292" fmla="*/ 1460429 h 1708593"/>
                <a:gd name="connsiteX293" fmla="*/ 1312377 w 2957425"/>
                <a:gd name="connsiteY293" fmla="*/ 1508078 h 1708593"/>
                <a:gd name="connsiteX294" fmla="*/ 1213103 w 2957425"/>
                <a:gd name="connsiteY294" fmla="*/ 1460429 h 1708593"/>
                <a:gd name="connsiteX295" fmla="*/ 1140203 w 2957425"/>
                <a:gd name="connsiteY295" fmla="*/ 1418928 h 1708593"/>
                <a:gd name="connsiteX296" fmla="*/ 1124860 w 2957425"/>
                <a:gd name="connsiteY296" fmla="*/ 1418010 h 1708593"/>
                <a:gd name="connsiteX297" fmla="*/ 1109907 w 2957425"/>
                <a:gd name="connsiteY297" fmla="*/ 1418928 h 1708593"/>
                <a:gd name="connsiteX298" fmla="*/ 1037780 w 2957425"/>
                <a:gd name="connsiteY298" fmla="*/ 1460429 h 1708593"/>
                <a:gd name="connsiteX299" fmla="*/ 937343 w 2957425"/>
                <a:gd name="connsiteY299" fmla="*/ 1508078 h 1708593"/>
                <a:gd name="connsiteX300" fmla="*/ 837942 w 2957425"/>
                <a:gd name="connsiteY300" fmla="*/ 1460429 h 1708593"/>
                <a:gd name="connsiteX301" fmla="*/ 764952 w 2957425"/>
                <a:gd name="connsiteY301" fmla="*/ 1418928 h 1708593"/>
                <a:gd name="connsiteX302" fmla="*/ 749586 w 2957425"/>
                <a:gd name="connsiteY302" fmla="*/ 1418010 h 1708593"/>
                <a:gd name="connsiteX303" fmla="*/ 734638 w 2957425"/>
                <a:gd name="connsiteY303" fmla="*/ 1418928 h 1708593"/>
                <a:gd name="connsiteX304" fmla="*/ 662511 w 2957425"/>
                <a:gd name="connsiteY304" fmla="*/ 1460429 h 1708593"/>
                <a:gd name="connsiteX305" fmla="*/ 562069 w 2957425"/>
                <a:gd name="connsiteY305" fmla="*/ 1508078 h 1708593"/>
                <a:gd name="connsiteX306" fmla="*/ 462743 w 2957425"/>
                <a:gd name="connsiteY306" fmla="*/ 1460429 h 1708593"/>
                <a:gd name="connsiteX307" fmla="*/ 375034 w 2957425"/>
                <a:gd name="connsiteY307" fmla="*/ 1418010 h 1708593"/>
                <a:gd name="connsiteX308" fmla="*/ 287371 w 2957425"/>
                <a:gd name="connsiteY308" fmla="*/ 1460429 h 1708593"/>
                <a:gd name="connsiteX309" fmla="*/ 187517 w 2957425"/>
                <a:gd name="connsiteY309" fmla="*/ 1508078 h 1708593"/>
                <a:gd name="connsiteX310" fmla="*/ 87663 w 2957425"/>
                <a:gd name="connsiteY310" fmla="*/ 1460429 h 1708593"/>
                <a:gd name="connsiteX311" fmla="*/ 0 w 2957425"/>
                <a:gd name="connsiteY311" fmla="*/ 1418010 h 1708593"/>
                <a:gd name="connsiteX312" fmla="*/ 0 w 2957425"/>
                <a:gd name="connsiteY312" fmla="*/ 1300582 h 1708593"/>
                <a:gd name="connsiteX313" fmla="*/ 99855 w 2957425"/>
                <a:gd name="connsiteY313" fmla="*/ 1347693 h 1708593"/>
                <a:gd name="connsiteX314" fmla="*/ 187517 w 2957425"/>
                <a:gd name="connsiteY314" fmla="*/ 1390151 h 1708593"/>
                <a:gd name="connsiteX315" fmla="*/ 275179 w 2957425"/>
                <a:gd name="connsiteY315" fmla="*/ 1347693 h 1708593"/>
                <a:gd name="connsiteX316" fmla="*/ 375034 w 2957425"/>
                <a:gd name="connsiteY316" fmla="*/ 1300582 h 1708593"/>
                <a:gd name="connsiteX317" fmla="*/ 474941 w 2957425"/>
                <a:gd name="connsiteY317" fmla="*/ 1347693 h 1708593"/>
                <a:gd name="connsiteX318" fmla="*/ 562069 w 2957425"/>
                <a:gd name="connsiteY318" fmla="*/ 1390151 h 1708593"/>
                <a:gd name="connsiteX319" fmla="*/ 650315 w 2957425"/>
                <a:gd name="connsiteY319" fmla="*/ 1347693 h 1708593"/>
                <a:gd name="connsiteX320" fmla="*/ 740506 w 2957425"/>
                <a:gd name="connsiteY320" fmla="*/ 1300868 h 1708593"/>
                <a:gd name="connsiteX321" fmla="*/ 749586 w 2957425"/>
                <a:gd name="connsiteY321" fmla="*/ 1300582 h 1708593"/>
                <a:gd name="connsiteX322" fmla="*/ 758889 w 2957425"/>
                <a:gd name="connsiteY322" fmla="*/ 1300868 h 1708593"/>
                <a:gd name="connsiteX323" fmla="*/ 850154 w 2957425"/>
                <a:gd name="connsiteY323" fmla="*/ 1347693 h 1708593"/>
                <a:gd name="connsiteX324" fmla="*/ 937343 w 2957425"/>
                <a:gd name="connsiteY324" fmla="*/ 1390151 h 1708593"/>
                <a:gd name="connsiteX325" fmla="*/ 1025586 w 2957425"/>
                <a:gd name="connsiteY325" fmla="*/ 1347693 h 1708593"/>
                <a:gd name="connsiteX326" fmla="*/ 1115684 w 2957425"/>
                <a:gd name="connsiteY326" fmla="*/ 1300868 h 1708593"/>
                <a:gd name="connsiteX327" fmla="*/ 1124860 w 2957425"/>
                <a:gd name="connsiteY327" fmla="*/ 1300582 h 1708593"/>
                <a:gd name="connsiteX328" fmla="*/ 1134151 w 2957425"/>
                <a:gd name="connsiteY328" fmla="*/ 1300868 h 1708593"/>
                <a:gd name="connsiteX329" fmla="*/ 1225295 w 2957425"/>
                <a:gd name="connsiteY329" fmla="*/ 1347693 h 1708593"/>
                <a:gd name="connsiteX330" fmla="*/ 1312377 w 2957425"/>
                <a:gd name="connsiteY330" fmla="*/ 1390151 h 1708593"/>
                <a:gd name="connsiteX331" fmla="*/ 1400620 w 2957425"/>
                <a:gd name="connsiteY331" fmla="*/ 1347693 h 1708593"/>
                <a:gd name="connsiteX332" fmla="*/ 1490715 w 2957425"/>
                <a:gd name="connsiteY332" fmla="*/ 1300868 h 1708593"/>
                <a:gd name="connsiteX333" fmla="*/ 1499902 w 2957425"/>
                <a:gd name="connsiteY333" fmla="*/ 1300582 h 1708593"/>
                <a:gd name="connsiteX334" fmla="*/ 1509200 w 2957425"/>
                <a:gd name="connsiteY334" fmla="*/ 1300868 h 1708593"/>
                <a:gd name="connsiteX335" fmla="*/ 1600457 w 2957425"/>
                <a:gd name="connsiteY335" fmla="*/ 1347693 h 1708593"/>
                <a:gd name="connsiteX336" fmla="*/ 1672675 w 2957425"/>
                <a:gd name="connsiteY336" fmla="*/ 1389257 h 1708593"/>
                <a:gd name="connsiteX337" fmla="*/ 1687656 w 2957425"/>
                <a:gd name="connsiteY337" fmla="*/ 1390151 h 1708593"/>
                <a:gd name="connsiteX338" fmla="*/ 1702991 w 2957425"/>
                <a:gd name="connsiteY338" fmla="*/ 1389257 h 1708593"/>
                <a:gd name="connsiteX339" fmla="*/ 1775902 w 2957425"/>
                <a:gd name="connsiteY339" fmla="*/ 1347693 h 1708593"/>
                <a:gd name="connsiteX340" fmla="*/ 1865985 w 2957425"/>
                <a:gd name="connsiteY340" fmla="*/ 1300868 h 1708593"/>
                <a:gd name="connsiteX341" fmla="*/ 1875171 w 2957425"/>
                <a:gd name="connsiteY341" fmla="*/ 1300582 h 1708593"/>
                <a:gd name="connsiteX342" fmla="*/ 1884453 w 2957425"/>
                <a:gd name="connsiteY342" fmla="*/ 1300868 h 1708593"/>
                <a:gd name="connsiteX343" fmla="*/ 1975602 w 2957425"/>
                <a:gd name="connsiteY343" fmla="*/ 1347693 h 1708593"/>
                <a:gd name="connsiteX344" fmla="*/ 2047561 w 2957425"/>
                <a:gd name="connsiteY344" fmla="*/ 1389257 h 1708593"/>
                <a:gd name="connsiteX345" fmla="*/ 2062687 w 2957425"/>
                <a:gd name="connsiteY345" fmla="*/ 1390151 h 1708593"/>
                <a:gd name="connsiteX346" fmla="*/ 2078025 w 2957425"/>
                <a:gd name="connsiteY346" fmla="*/ 1389257 h 1708593"/>
                <a:gd name="connsiteX347" fmla="*/ 2150933 w 2957425"/>
                <a:gd name="connsiteY347" fmla="*/ 1347693 h 1708593"/>
                <a:gd name="connsiteX348" fmla="*/ 2241019 w 2957425"/>
                <a:gd name="connsiteY348" fmla="*/ 1300868 h 1708593"/>
                <a:gd name="connsiteX349" fmla="*/ 2250202 w 2957425"/>
                <a:gd name="connsiteY349" fmla="*/ 1300582 h 1708593"/>
                <a:gd name="connsiteX350" fmla="*/ 2259500 w 2957425"/>
                <a:gd name="connsiteY350" fmla="*/ 1300868 h 1708593"/>
                <a:gd name="connsiteX351" fmla="*/ 2350772 w 2957425"/>
                <a:gd name="connsiteY351" fmla="*/ 1347693 h 1708593"/>
                <a:gd name="connsiteX352" fmla="*/ 2422815 w 2957425"/>
                <a:gd name="connsiteY352" fmla="*/ 1389257 h 1708593"/>
                <a:gd name="connsiteX353" fmla="*/ 2437959 w 2957425"/>
                <a:gd name="connsiteY353" fmla="*/ 1390151 h 1708593"/>
                <a:gd name="connsiteX354" fmla="*/ 2453275 w 2957425"/>
                <a:gd name="connsiteY354" fmla="*/ 1389257 h 1708593"/>
                <a:gd name="connsiteX355" fmla="*/ 2526203 w 2957425"/>
                <a:gd name="connsiteY355" fmla="*/ 1347693 h 1708593"/>
                <a:gd name="connsiteX356" fmla="*/ 2625475 w 2957425"/>
                <a:gd name="connsiteY356" fmla="*/ 1300582 h 1708593"/>
                <a:gd name="connsiteX357" fmla="*/ 2725913 w 2957425"/>
                <a:gd name="connsiteY357" fmla="*/ 1347693 h 1708593"/>
                <a:gd name="connsiteX358" fmla="*/ 2797875 w 2957425"/>
                <a:gd name="connsiteY358" fmla="*/ 1389257 h 1708593"/>
                <a:gd name="connsiteX359" fmla="*/ 2812992 w 2957425"/>
                <a:gd name="connsiteY359" fmla="*/ 1390151 h 1708593"/>
                <a:gd name="connsiteX360" fmla="*/ 2828318 w 2957425"/>
                <a:gd name="connsiteY360" fmla="*/ 1389257 h 1708593"/>
                <a:gd name="connsiteX361" fmla="*/ 2901235 w 2957425"/>
                <a:gd name="connsiteY361" fmla="*/ 1347693 h 1708593"/>
                <a:gd name="connsiteX362" fmla="*/ 2937914 w 2957425"/>
                <a:gd name="connsiteY362" fmla="*/ 1317571 h 1708593"/>
                <a:gd name="connsiteX363" fmla="*/ 2957425 w 2957425"/>
                <a:gd name="connsiteY363" fmla="*/ 1308466 h 1708593"/>
                <a:gd name="connsiteX364" fmla="*/ 2957425 w 2957425"/>
                <a:gd name="connsiteY364" fmla="*/ 1329768 h 1708593"/>
                <a:gd name="connsiteX365" fmla="*/ 2944774 w 2957425"/>
                <a:gd name="connsiteY365" fmla="*/ 1334381 h 1708593"/>
                <a:gd name="connsiteX366" fmla="*/ 2913429 w 2957425"/>
                <a:gd name="connsiteY366" fmla="*/ 1361070 h 1708593"/>
                <a:gd name="connsiteX367" fmla="*/ 2822285 w 2957425"/>
                <a:gd name="connsiteY367" fmla="*/ 1407901 h 1708593"/>
                <a:gd name="connsiteX368" fmla="*/ 2812992 w 2957425"/>
                <a:gd name="connsiteY368" fmla="*/ 1408181 h 1708593"/>
                <a:gd name="connsiteX369" fmla="*/ 2803817 w 2957425"/>
                <a:gd name="connsiteY369" fmla="*/ 1407901 h 1708593"/>
                <a:gd name="connsiteX370" fmla="*/ 2713719 w 2957425"/>
                <a:gd name="connsiteY370" fmla="*/ 1361070 h 1708593"/>
                <a:gd name="connsiteX371" fmla="*/ 2625475 w 2957425"/>
                <a:gd name="connsiteY371" fmla="*/ 1318612 h 1708593"/>
                <a:gd name="connsiteX372" fmla="*/ 2538398 w 2957425"/>
                <a:gd name="connsiteY372" fmla="*/ 1361070 h 1708593"/>
                <a:gd name="connsiteX373" fmla="*/ 2447253 w 2957425"/>
                <a:gd name="connsiteY373" fmla="*/ 1407901 h 1708593"/>
                <a:gd name="connsiteX374" fmla="*/ 2437959 w 2957425"/>
                <a:gd name="connsiteY374" fmla="*/ 1408181 h 1708593"/>
                <a:gd name="connsiteX375" fmla="*/ 2428768 w 2957425"/>
                <a:gd name="connsiteY375" fmla="*/ 1407901 h 1708593"/>
                <a:gd name="connsiteX376" fmla="*/ 2338559 w 2957425"/>
                <a:gd name="connsiteY376" fmla="*/ 1361070 h 1708593"/>
                <a:gd name="connsiteX377" fmla="*/ 2265570 w 2957425"/>
                <a:gd name="connsiteY377" fmla="*/ 1319506 h 1708593"/>
                <a:gd name="connsiteX378" fmla="*/ 2250202 w 2957425"/>
                <a:gd name="connsiteY378" fmla="*/ 1318612 h 1708593"/>
                <a:gd name="connsiteX379" fmla="*/ 2235078 w 2957425"/>
                <a:gd name="connsiteY379" fmla="*/ 1319506 h 1708593"/>
                <a:gd name="connsiteX380" fmla="*/ 2163119 w 2957425"/>
                <a:gd name="connsiteY380" fmla="*/ 1361070 h 1708593"/>
                <a:gd name="connsiteX381" fmla="*/ 2071970 w 2957425"/>
                <a:gd name="connsiteY381" fmla="*/ 1407901 h 1708593"/>
                <a:gd name="connsiteX382" fmla="*/ 2062687 w 2957425"/>
                <a:gd name="connsiteY382" fmla="*/ 1408181 h 1708593"/>
                <a:gd name="connsiteX383" fmla="*/ 2053502 w 2957425"/>
                <a:gd name="connsiteY383" fmla="*/ 1407901 h 1708593"/>
                <a:gd name="connsiteX384" fmla="*/ 1963418 w 2957425"/>
                <a:gd name="connsiteY384" fmla="*/ 1361070 h 1708593"/>
                <a:gd name="connsiteX385" fmla="*/ 1890508 w 2957425"/>
                <a:gd name="connsiteY385" fmla="*/ 1319506 h 1708593"/>
                <a:gd name="connsiteX386" fmla="*/ 1875171 w 2957425"/>
                <a:gd name="connsiteY386" fmla="*/ 1318612 h 1708593"/>
                <a:gd name="connsiteX387" fmla="*/ 1860044 w 2957425"/>
                <a:gd name="connsiteY387" fmla="*/ 1319506 h 1708593"/>
                <a:gd name="connsiteX388" fmla="*/ 1788085 w 2957425"/>
                <a:gd name="connsiteY388" fmla="*/ 1361070 h 1708593"/>
                <a:gd name="connsiteX389" fmla="*/ 1696936 w 2957425"/>
                <a:gd name="connsiteY389" fmla="*/ 1407901 h 1708593"/>
                <a:gd name="connsiteX390" fmla="*/ 1687656 w 2957425"/>
                <a:gd name="connsiteY390" fmla="*/ 1408181 h 1708593"/>
                <a:gd name="connsiteX391" fmla="*/ 1678456 w 2957425"/>
                <a:gd name="connsiteY391" fmla="*/ 1407901 h 1708593"/>
                <a:gd name="connsiteX392" fmla="*/ 1588259 w 2957425"/>
                <a:gd name="connsiteY392" fmla="*/ 1361070 h 1708593"/>
                <a:gd name="connsiteX393" fmla="*/ 1515254 w 2957425"/>
                <a:gd name="connsiteY393" fmla="*/ 1319506 h 1708593"/>
                <a:gd name="connsiteX394" fmla="*/ 1499902 w 2957425"/>
                <a:gd name="connsiteY394" fmla="*/ 1318612 h 1708593"/>
                <a:gd name="connsiteX395" fmla="*/ 1484938 w 2957425"/>
                <a:gd name="connsiteY395" fmla="*/ 1319506 h 1708593"/>
                <a:gd name="connsiteX396" fmla="*/ 1412811 w 2957425"/>
                <a:gd name="connsiteY396" fmla="*/ 1361070 h 1708593"/>
                <a:gd name="connsiteX397" fmla="*/ 1312377 w 2957425"/>
                <a:gd name="connsiteY397" fmla="*/ 1408181 h 1708593"/>
                <a:gd name="connsiteX398" fmla="*/ 1213103 w 2957425"/>
                <a:gd name="connsiteY398" fmla="*/ 1361070 h 1708593"/>
                <a:gd name="connsiteX399" fmla="*/ 1140203 w 2957425"/>
                <a:gd name="connsiteY399" fmla="*/ 1319506 h 1708593"/>
                <a:gd name="connsiteX400" fmla="*/ 1124860 w 2957425"/>
                <a:gd name="connsiteY400" fmla="*/ 1318612 h 1708593"/>
                <a:gd name="connsiteX401" fmla="*/ 1109907 w 2957425"/>
                <a:gd name="connsiteY401" fmla="*/ 1319506 h 1708593"/>
                <a:gd name="connsiteX402" fmla="*/ 1037780 w 2957425"/>
                <a:gd name="connsiteY402" fmla="*/ 1361070 h 1708593"/>
                <a:gd name="connsiteX403" fmla="*/ 937343 w 2957425"/>
                <a:gd name="connsiteY403" fmla="*/ 1408181 h 1708593"/>
                <a:gd name="connsiteX404" fmla="*/ 837942 w 2957425"/>
                <a:gd name="connsiteY404" fmla="*/ 1361070 h 1708593"/>
                <a:gd name="connsiteX405" fmla="*/ 764952 w 2957425"/>
                <a:gd name="connsiteY405" fmla="*/ 1319506 h 1708593"/>
                <a:gd name="connsiteX406" fmla="*/ 749586 w 2957425"/>
                <a:gd name="connsiteY406" fmla="*/ 1318612 h 1708593"/>
                <a:gd name="connsiteX407" fmla="*/ 734638 w 2957425"/>
                <a:gd name="connsiteY407" fmla="*/ 1319506 h 1708593"/>
                <a:gd name="connsiteX408" fmla="*/ 662511 w 2957425"/>
                <a:gd name="connsiteY408" fmla="*/ 1361070 h 1708593"/>
                <a:gd name="connsiteX409" fmla="*/ 562069 w 2957425"/>
                <a:gd name="connsiteY409" fmla="*/ 1408181 h 1708593"/>
                <a:gd name="connsiteX410" fmla="*/ 462743 w 2957425"/>
                <a:gd name="connsiteY410" fmla="*/ 1361070 h 1708593"/>
                <a:gd name="connsiteX411" fmla="*/ 375034 w 2957425"/>
                <a:gd name="connsiteY411" fmla="*/ 1318612 h 1708593"/>
                <a:gd name="connsiteX412" fmla="*/ 287371 w 2957425"/>
                <a:gd name="connsiteY412" fmla="*/ 1361070 h 1708593"/>
                <a:gd name="connsiteX413" fmla="*/ 187517 w 2957425"/>
                <a:gd name="connsiteY413" fmla="*/ 1408181 h 1708593"/>
                <a:gd name="connsiteX414" fmla="*/ 87663 w 2957425"/>
                <a:gd name="connsiteY414" fmla="*/ 1361070 h 1708593"/>
                <a:gd name="connsiteX415" fmla="*/ 0 w 2957425"/>
                <a:gd name="connsiteY415" fmla="*/ 1318612 h 1708593"/>
                <a:gd name="connsiteX416" fmla="*/ 0 w 2957425"/>
                <a:gd name="connsiteY416" fmla="*/ 1200685 h 1708593"/>
                <a:gd name="connsiteX417" fmla="*/ 99855 w 2957425"/>
                <a:gd name="connsiteY417" fmla="*/ 1248334 h 1708593"/>
                <a:gd name="connsiteX418" fmla="*/ 187517 w 2957425"/>
                <a:gd name="connsiteY418" fmla="*/ 1290753 h 1708593"/>
                <a:gd name="connsiteX419" fmla="*/ 275179 w 2957425"/>
                <a:gd name="connsiteY419" fmla="*/ 1248334 h 1708593"/>
                <a:gd name="connsiteX420" fmla="*/ 375034 w 2957425"/>
                <a:gd name="connsiteY420" fmla="*/ 1200685 h 1708593"/>
                <a:gd name="connsiteX421" fmla="*/ 474941 w 2957425"/>
                <a:gd name="connsiteY421" fmla="*/ 1248334 h 1708593"/>
                <a:gd name="connsiteX422" fmla="*/ 562069 w 2957425"/>
                <a:gd name="connsiteY422" fmla="*/ 1290753 h 1708593"/>
                <a:gd name="connsiteX423" fmla="*/ 650315 w 2957425"/>
                <a:gd name="connsiteY423" fmla="*/ 1248334 h 1708593"/>
                <a:gd name="connsiteX424" fmla="*/ 740506 w 2957425"/>
                <a:gd name="connsiteY424" fmla="*/ 1200971 h 1708593"/>
                <a:gd name="connsiteX425" fmla="*/ 749586 w 2957425"/>
                <a:gd name="connsiteY425" fmla="*/ 1200685 h 1708593"/>
                <a:gd name="connsiteX426" fmla="*/ 758889 w 2957425"/>
                <a:gd name="connsiteY426" fmla="*/ 1200971 h 1708593"/>
                <a:gd name="connsiteX427" fmla="*/ 850154 w 2957425"/>
                <a:gd name="connsiteY427" fmla="*/ 1248334 h 1708593"/>
                <a:gd name="connsiteX428" fmla="*/ 937343 w 2957425"/>
                <a:gd name="connsiteY428" fmla="*/ 1290753 h 1708593"/>
                <a:gd name="connsiteX429" fmla="*/ 1025586 w 2957425"/>
                <a:gd name="connsiteY429" fmla="*/ 1248334 h 1708593"/>
                <a:gd name="connsiteX430" fmla="*/ 1115684 w 2957425"/>
                <a:gd name="connsiteY430" fmla="*/ 1200971 h 1708593"/>
                <a:gd name="connsiteX431" fmla="*/ 1124860 w 2957425"/>
                <a:gd name="connsiteY431" fmla="*/ 1200685 h 1708593"/>
                <a:gd name="connsiteX432" fmla="*/ 1134151 w 2957425"/>
                <a:gd name="connsiteY432" fmla="*/ 1200971 h 1708593"/>
                <a:gd name="connsiteX433" fmla="*/ 1225295 w 2957425"/>
                <a:gd name="connsiteY433" fmla="*/ 1248334 h 1708593"/>
                <a:gd name="connsiteX434" fmla="*/ 1312377 w 2957425"/>
                <a:gd name="connsiteY434" fmla="*/ 1290753 h 1708593"/>
                <a:gd name="connsiteX435" fmla="*/ 1400620 w 2957425"/>
                <a:gd name="connsiteY435" fmla="*/ 1248334 h 1708593"/>
                <a:gd name="connsiteX436" fmla="*/ 1490715 w 2957425"/>
                <a:gd name="connsiteY436" fmla="*/ 1200971 h 1708593"/>
                <a:gd name="connsiteX437" fmla="*/ 1499902 w 2957425"/>
                <a:gd name="connsiteY437" fmla="*/ 1200685 h 1708593"/>
                <a:gd name="connsiteX438" fmla="*/ 1509200 w 2957425"/>
                <a:gd name="connsiteY438" fmla="*/ 1200971 h 1708593"/>
                <a:gd name="connsiteX439" fmla="*/ 1600457 w 2957425"/>
                <a:gd name="connsiteY439" fmla="*/ 1248334 h 1708593"/>
                <a:gd name="connsiteX440" fmla="*/ 1672675 w 2957425"/>
                <a:gd name="connsiteY440" fmla="*/ 1289836 h 1708593"/>
                <a:gd name="connsiteX441" fmla="*/ 1687656 w 2957425"/>
                <a:gd name="connsiteY441" fmla="*/ 1290753 h 1708593"/>
                <a:gd name="connsiteX442" fmla="*/ 1702991 w 2957425"/>
                <a:gd name="connsiteY442" fmla="*/ 1289836 h 1708593"/>
                <a:gd name="connsiteX443" fmla="*/ 1775902 w 2957425"/>
                <a:gd name="connsiteY443" fmla="*/ 1248334 h 1708593"/>
                <a:gd name="connsiteX444" fmla="*/ 1865985 w 2957425"/>
                <a:gd name="connsiteY444" fmla="*/ 1200971 h 1708593"/>
                <a:gd name="connsiteX445" fmla="*/ 1875171 w 2957425"/>
                <a:gd name="connsiteY445" fmla="*/ 1200685 h 1708593"/>
                <a:gd name="connsiteX446" fmla="*/ 1884453 w 2957425"/>
                <a:gd name="connsiteY446" fmla="*/ 1200971 h 1708593"/>
                <a:gd name="connsiteX447" fmla="*/ 1975602 w 2957425"/>
                <a:gd name="connsiteY447" fmla="*/ 1248334 h 1708593"/>
                <a:gd name="connsiteX448" fmla="*/ 2047561 w 2957425"/>
                <a:gd name="connsiteY448" fmla="*/ 1289836 h 1708593"/>
                <a:gd name="connsiteX449" fmla="*/ 2062687 w 2957425"/>
                <a:gd name="connsiteY449" fmla="*/ 1290753 h 1708593"/>
                <a:gd name="connsiteX450" fmla="*/ 2078025 w 2957425"/>
                <a:gd name="connsiteY450" fmla="*/ 1289836 h 1708593"/>
                <a:gd name="connsiteX451" fmla="*/ 2150933 w 2957425"/>
                <a:gd name="connsiteY451" fmla="*/ 1248334 h 1708593"/>
                <a:gd name="connsiteX452" fmla="*/ 2241019 w 2957425"/>
                <a:gd name="connsiteY452" fmla="*/ 1200971 h 1708593"/>
                <a:gd name="connsiteX453" fmla="*/ 2250202 w 2957425"/>
                <a:gd name="connsiteY453" fmla="*/ 1200685 h 1708593"/>
                <a:gd name="connsiteX454" fmla="*/ 2259500 w 2957425"/>
                <a:gd name="connsiteY454" fmla="*/ 1200971 h 1708593"/>
                <a:gd name="connsiteX455" fmla="*/ 2350772 w 2957425"/>
                <a:gd name="connsiteY455" fmla="*/ 1248334 h 1708593"/>
                <a:gd name="connsiteX456" fmla="*/ 2422815 w 2957425"/>
                <a:gd name="connsiteY456" fmla="*/ 1289836 h 1708593"/>
                <a:gd name="connsiteX457" fmla="*/ 2437959 w 2957425"/>
                <a:gd name="connsiteY457" fmla="*/ 1290753 h 1708593"/>
                <a:gd name="connsiteX458" fmla="*/ 2453275 w 2957425"/>
                <a:gd name="connsiteY458" fmla="*/ 1289836 h 1708593"/>
                <a:gd name="connsiteX459" fmla="*/ 2526203 w 2957425"/>
                <a:gd name="connsiteY459" fmla="*/ 1248334 h 1708593"/>
                <a:gd name="connsiteX460" fmla="*/ 2625475 w 2957425"/>
                <a:gd name="connsiteY460" fmla="*/ 1200685 h 1708593"/>
                <a:gd name="connsiteX461" fmla="*/ 2725913 w 2957425"/>
                <a:gd name="connsiteY461" fmla="*/ 1248334 h 1708593"/>
                <a:gd name="connsiteX462" fmla="*/ 2797875 w 2957425"/>
                <a:gd name="connsiteY462" fmla="*/ 1289836 h 1708593"/>
                <a:gd name="connsiteX463" fmla="*/ 2812992 w 2957425"/>
                <a:gd name="connsiteY463" fmla="*/ 1290753 h 1708593"/>
                <a:gd name="connsiteX464" fmla="*/ 2828318 w 2957425"/>
                <a:gd name="connsiteY464" fmla="*/ 1289836 h 1708593"/>
                <a:gd name="connsiteX465" fmla="*/ 2901235 w 2957425"/>
                <a:gd name="connsiteY465" fmla="*/ 1248334 h 1708593"/>
                <a:gd name="connsiteX466" fmla="*/ 2937909 w 2957425"/>
                <a:gd name="connsiteY466" fmla="*/ 1217746 h 1708593"/>
                <a:gd name="connsiteX467" fmla="*/ 2957425 w 2957425"/>
                <a:gd name="connsiteY467" fmla="*/ 1208587 h 1708593"/>
                <a:gd name="connsiteX468" fmla="*/ 2957425 w 2957425"/>
                <a:gd name="connsiteY468" fmla="*/ 1230016 h 1708593"/>
                <a:gd name="connsiteX469" fmla="*/ 2944769 w 2957425"/>
                <a:gd name="connsiteY469" fmla="*/ 1234694 h 1708593"/>
                <a:gd name="connsiteX470" fmla="*/ 2913429 w 2957425"/>
                <a:gd name="connsiteY470" fmla="*/ 1261118 h 1708593"/>
                <a:gd name="connsiteX471" fmla="*/ 2822285 w 2957425"/>
                <a:gd name="connsiteY471" fmla="*/ 1308480 h 1708593"/>
                <a:gd name="connsiteX472" fmla="*/ 2812992 w 2957425"/>
                <a:gd name="connsiteY472" fmla="*/ 1308766 h 1708593"/>
                <a:gd name="connsiteX473" fmla="*/ 2803817 w 2957425"/>
                <a:gd name="connsiteY473" fmla="*/ 1308480 h 1708593"/>
                <a:gd name="connsiteX474" fmla="*/ 2713719 w 2957425"/>
                <a:gd name="connsiteY474" fmla="*/ 1261118 h 1708593"/>
                <a:gd name="connsiteX475" fmla="*/ 2625475 w 2957425"/>
                <a:gd name="connsiteY475" fmla="*/ 1218699 h 1708593"/>
                <a:gd name="connsiteX476" fmla="*/ 2538398 w 2957425"/>
                <a:gd name="connsiteY476" fmla="*/ 1261118 h 1708593"/>
                <a:gd name="connsiteX477" fmla="*/ 2447253 w 2957425"/>
                <a:gd name="connsiteY477" fmla="*/ 1308480 h 1708593"/>
                <a:gd name="connsiteX478" fmla="*/ 2437959 w 2957425"/>
                <a:gd name="connsiteY478" fmla="*/ 1308766 h 1708593"/>
                <a:gd name="connsiteX479" fmla="*/ 2428768 w 2957425"/>
                <a:gd name="connsiteY479" fmla="*/ 1308480 h 1708593"/>
                <a:gd name="connsiteX480" fmla="*/ 2338559 w 2957425"/>
                <a:gd name="connsiteY480" fmla="*/ 1261118 h 1708593"/>
                <a:gd name="connsiteX481" fmla="*/ 2265570 w 2957425"/>
                <a:gd name="connsiteY481" fmla="*/ 1219616 h 1708593"/>
                <a:gd name="connsiteX482" fmla="*/ 2250202 w 2957425"/>
                <a:gd name="connsiteY482" fmla="*/ 1218699 h 1708593"/>
                <a:gd name="connsiteX483" fmla="*/ 2235078 w 2957425"/>
                <a:gd name="connsiteY483" fmla="*/ 1219616 h 1708593"/>
                <a:gd name="connsiteX484" fmla="*/ 2163119 w 2957425"/>
                <a:gd name="connsiteY484" fmla="*/ 1261118 h 1708593"/>
                <a:gd name="connsiteX485" fmla="*/ 2071970 w 2957425"/>
                <a:gd name="connsiteY485" fmla="*/ 1308480 h 1708593"/>
                <a:gd name="connsiteX486" fmla="*/ 2062687 w 2957425"/>
                <a:gd name="connsiteY486" fmla="*/ 1308766 h 1708593"/>
                <a:gd name="connsiteX487" fmla="*/ 2053502 w 2957425"/>
                <a:gd name="connsiteY487" fmla="*/ 1308480 h 1708593"/>
                <a:gd name="connsiteX488" fmla="*/ 1963418 w 2957425"/>
                <a:gd name="connsiteY488" fmla="*/ 1261118 h 1708593"/>
                <a:gd name="connsiteX489" fmla="*/ 1890508 w 2957425"/>
                <a:gd name="connsiteY489" fmla="*/ 1219616 h 1708593"/>
                <a:gd name="connsiteX490" fmla="*/ 1875171 w 2957425"/>
                <a:gd name="connsiteY490" fmla="*/ 1218699 h 1708593"/>
                <a:gd name="connsiteX491" fmla="*/ 1860044 w 2957425"/>
                <a:gd name="connsiteY491" fmla="*/ 1219616 h 1708593"/>
                <a:gd name="connsiteX492" fmla="*/ 1788085 w 2957425"/>
                <a:gd name="connsiteY492" fmla="*/ 1261118 h 1708593"/>
                <a:gd name="connsiteX493" fmla="*/ 1696936 w 2957425"/>
                <a:gd name="connsiteY493" fmla="*/ 1308480 h 1708593"/>
                <a:gd name="connsiteX494" fmla="*/ 1687656 w 2957425"/>
                <a:gd name="connsiteY494" fmla="*/ 1308766 h 1708593"/>
                <a:gd name="connsiteX495" fmla="*/ 1678456 w 2957425"/>
                <a:gd name="connsiteY495" fmla="*/ 1308480 h 1708593"/>
                <a:gd name="connsiteX496" fmla="*/ 1588259 w 2957425"/>
                <a:gd name="connsiteY496" fmla="*/ 1261118 h 1708593"/>
                <a:gd name="connsiteX497" fmla="*/ 1515254 w 2957425"/>
                <a:gd name="connsiteY497" fmla="*/ 1219616 h 1708593"/>
                <a:gd name="connsiteX498" fmla="*/ 1499902 w 2957425"/>
                <a:gd name="connsiteY498" fmla="*/ 1218699 h 1708593"/>
                <a:gd name="connsiteX499" fmla="*/ 1484938 w 2957425"/>
                <a:gd name="connsiteY499" fmla="*/ 1219616 h 1708593"/>
                <a:gd name="connsiteX500" fmla="*/ 1412811 w 2957425"/>
                <a:gd name="connsiteY500" fmla="*/ 1261118 h 1708593"/>
                <a:gd name="connsiteX501" fmla="*/ 1312377 w 2957425"/>
                <a:gd name="connsiteY501" fmla="*/ 1308766 h 1708593"/>
                <a:gd name="connsiteX502" fmla="*/ 1213103 w 2957425"/>
                <a:gd name="connsiteY502" fmla="*/ 1261118 h 1708593"/>
                <a:gd name="connsiteX503" fmla="*/ 1140203 w 2957425"/>
                <a:gd name="connsiteY503" fmla="*/ 1219616 h 1708593"/>
                <a:gd name="connsiteX504" fmla="*/ 1124860 w 2957425"/>
                <a:gd name="connsiteY504" fmla="*/ 1218699 h 1708593"/>
                <a:gd name="connsiteX505" fmla="*/ 1109907 w 2957425"/>
                <a:gd name="connsiteY505" fmla="*/ 1219616 h 1708593"/>
                <a:gd name="connsiteX506" fmla="*/ 1037780 w 2957425"/>
                <a:gd name="connsiteY506" fmla="*/ 1261118 h 1708593"/>
                <a:gd name="connsiteX507" fmla="*/ 937343 w 2957425"/>
                <a:gd name="connsiteY507" fmla="*/ 1308766 h 1708593"/>
                <a:gd name="connsiteX508" fmla="*/ 837942 w 2957425"/>
                <a:gd name="connsiteY508" fmla="*/ 1261118 h 1708593"/>
                <a:gd name="connsiteX509" fmla="*/ 764952 w 2957425"/>
                <a:gd name="connsiteY509" fmla="*/ 1219616 h 1708593"/>
                <a:gd name="connsiteX510" fmla="*/ 749586 w 2957425"/>
                <a:gd name="connsiteY510" fmla="*/ 1218699 h 1708593"/>
                <a:gd name="connsiteX511" fmla="*/ 734638 w 2957425"/>
                <a:gd name="connsiteY511" fmla="*/ 1219616 h 1708593"/>
                <a:gd name="connsiteX512" fmla="*/ 662511 w 2957425"/>
                <a:gd name="connsiteY512" fmla="*/ 1261118 h 1708593"/>
                <a:gd name="connsiteX513" fmla="*/ 562069 w 2957425"/>
                <a:gd name="connsiteY513" fmla="*/ 1308766 h 1708593"/>
                <a:gd name="connsiteX514" fmla="*/ 462743 w 2957425"/>
                <a:gd name="connsiteY514" fmla="*/ 1261118 h 1708593"/>
                <a:gd name="connsiteX515" fmla="*/ 375034 w 2957425"/>
                <a:gd name="connsiteY515" fmla="*/ 1218699 h 1708593"/>
                <a:gd name="connsiteX516" fmla="*/ 287371 w 2957425"/>
                <a:gd name="connsiteY516" fmla="*/ 1261118 h 1708593"/>
                <a:gd name="connsiteX517" fmla="*/ 187517 w 2957425"/>
                <a:gd name="connsiteY517" fmla="*/ 1308766 h 1708593"/>
                <a:gd name="connsiteX518" fmla="*/ 87663 w 2957425"/>
                <a:gd name="connsiteY518" fmla="*/ 1261118 h 1708593"/>
                <a:gd name="connsiteX519" fmla="*/ 0 w 2957425"/>
                <a:gd name="connsiteY519" fmla="*/ 1218699 h 1708593"/>
                <a:gd name="connsiteX520" fmla="*/ 0 w 2957425"/>
                <a:gd name="connsiteY520" fmla="*/ 1100066 h 1708593"/>
                <a:gd name="connsiteX521" fmla="*/ 99855 w 2957425"/>
                <a:gd name="connsiteY521" fmla="*/ 1147715 h 1708593"/>
                <a:gd name="connsiteX522" fmla="*/ 187517 w 2957425"/>
                <a:gd name="connsiteY522" fmla="*/ 1190134 h 1708593"/>
                <a:gd name="connsiteX523" fmla="*/ 275179 w 2957425"/>
                <a:gd name="connsiteY523" fmla="*/ 1147715 h 1708593"/>
                <a:gd name="connsiteX524" fmla="*/ 375034 w 2957425"/>
                <a:gd name="connsiteY524" fmla="*/ 1100066 h 1708593"/>
                <a:gd name="connsiteX525" fmla="*/ 474941 w 2957425"/>
                <a:gd name="connsiteY525" fmla="*/ 1147715 h 1708593"/>
                <a:gd name="connsiteX526" fmla="*/ 562069 w 2957425"/>
                <a:gd name="connsiteY526" fmla="*/ 1190134 h 1708593"/>
                <a:gd name="connsiteX527" fmla="*/ 650315 w 2957425"/>
                <a:gd name="connsiteY527" fmla="*/ 1147715 h 1708593"/>
                <a:gd name="connsiteX528" fmla="*/ 740506 w 2957425"/>
                <a:gd name="connsiteY528" fmla="*/ 1100352 h 1708593"/>
                <a:gd name="connsiteX529" fmla="*/ 749586 w 2957425"/>
                <a:gd name="connsiteY529" fmla="*/ 1100066 h 1708593"/>
                <a:gd name="connsiteX530" fmla="*/ 758889 w 2957425"/>
                <a:gd name="connsiteY530" fmla="*/ 1100352 h 1708593"/>
                <a:gd name="connsiteX531" fmla="*/ 850154 w 2957425"/>
                <a:gd name="connsiteY531" fmla="*/ 1147715 h 1708593"/>
                <a:gd name="connsiteX532" fmla="*/ 937343 w 2957425"/>
                <a:gd name="connsiteY532" fmla="*/ 1190134 h 1708593"/>
                <a:gd name="connsiteX533" fmla="*/ 1025586 w 2957425"/>
                <a:gd name="connsiteY533" fmla="*/ 1147715 h 1708593"/>
                <a:gd name="connsiteX534" fmla="*/ 1115684 w 2957425"/>
                <a:gd name="connsiteY534" fmla="*/ 1100352 h 1708593"/>
                <a:gd name="connsiteX535" fmla="*/ 1124860 w 2957425"/>
                <a:gd name="connsiteY535" fmla="*/ 1100066 h 1708593"/>
                <a:gd name="connsiteX536" fmla="*/ 1134151 w 2957425"/>
                <a:gd name="connsiteY536" fmla="*/ 1100352 h 1708593"/>
                <a:gd name="connsiteX537" fmla="*/ 1225295 w 2957425"/>
                <a:gd name="connsiteY537" fmla="*/ 1147715 h 1708593"/>
                <a:gd name="connsiteX538" fmla="*/ 1312377 w 2957425"/>
                <a:gd name="connsiteY538" fmla="*/ 1190134 h 1708593"/>
                <a:gd name="connsiteX539" fmla="*/ 1400620 w 2957425"/>
                <a:gd name="connsiteY539" fmla="*/ 1147715 h 1708593"/>
                <a:gd name="connsiteX540" fmla="*/ 1490715 w 2957425"/>
                <a:gd name="connsiteY540" fmla="*/ 1100352 h 1708593"/>
                <a:gd name="connsiteX541" fmla="*/ 1499902 w 2957425"/>
                <a:gd name="connsiteY541" fmla="*/ 1100066 h 1708593"/>
                <a:gd name="connsiteX542" fmla="*/ 1509200 w 2957425"/>
                <a:gd name="connsiteY542" fmla="*/ 1100352 h 1708593"/>
                <a:gd name="connsiteX543" fmla="*/ 1600457 w 2957425"/>
                <a:gd name="connsiteY543" fmla="*/ 1147715 h 1708593"/>
                <a:gd name="connsiteX544" fmla="*/ 1672675 w 2957425"/>
                <a:gd name="connsiteY544" fmla="*/ 1189217 h 1708593"/>
                <a:gd name="connsiteX545" fmla="*/ 1687656 w 2957425"/>
                <a:gd name="connsiteY545" fmla="*/ 1190134 h 1708593"/>
                <a:gd name="connsiteX546" fmla="*/ 1702991 w 2957425"/>
                <a:gd name="connsiteY546" fmla="*/ 1189217 h 1708593"/>
                <a:gd name="connsiteX547" fmla="*/ 1775902 w 2957425"/>
                <a:gd name="connsiteY547" fmla="*/ 1147715 h 1708593"/>
                <a:gd name="connsiteX548" fmla="*/ 1865985 w 2957425"/>
                <a:gd name="connsiteY548" fmla="*/ 1100352 h 1708593"/>
                <a:gd name="connsiteX549" fmla="*/ 1875171 w 2957425"/>
                <a:gd name="connsiteY549" fmla="*/ 1100066 h 1708593"/>
                <a:gd name="connsiteX550" fmla="*/ 1884453 w 2957425"/>
                <a:gd name="connsiteY550" fmla="*/ 1100352 h 1708593"/>
                <a:gd name="connsiteX551" fmla="*/ 1975602 w 2957425"/>
                <a:gd name="connsiteY551" fmla="*/ 1147715 h 1708593"/>
                <a:gd name="connsiteX552" fmla="*/ 2047561 w 2957425"/>
                <a:gd name="connsiteY552" fmla="*/ 1189217 h 1708593"/>
                <a:gd name="connsiteX553" fmla="*/ 2062687 w 2957425"/>
                <a:gd name="connsiteY553" fmla="*/ 1190134 h 1708593"/>
                <a:gd name="connsiteX554" fmla="*/ 2078025 w 2957425"/>
                <a:gd name="connsiteY554" fmla="*/ 1189217 h 1708593"/>
                <a:gd name="connsiteX555" fmla="*/ 2150933 w 2957425"/>
                <a:gd name="connsiteY555" fmla="*/ 1147715 h 1708593"/>
                <a:gd name="connsiteX556" fmla="*/ 2241019 w 2957425"/>
                <a:gd name="connsiteY556" fmla="*/ 1100352 h 1708593"/>
                <a:gd name="connsiteX557" fmla="*/ 2250202 w 2957425"/>
                <a:gd name="connsiteY557" fmla="*/ 1100066 h 1708593"/>
                <a:gd name="connsiteX558" fmla="*/ 2259500 w 2957425"/>
                <a:gd name="connsiteY558" fmla="*/ 1100352 h 1708593"/>
                <a:gd name="connsiteX559" fmla="*/ 2350772 w 2957425"/>
                <a:gd name="connsiteY559" fmla="*/ 1147715 h 1708593"/>
                <a:gd name="connsiteX560" fmla="*/ 2422815 w 2957425"/>
                <a:gd name="connsiteY560" fmla="*/ 1189217 h 1708593"/>
                <a:gd name="connsiteX561" fmla="*/ 2437959 w 2957425"/>
                <a:gd name="connsiteY561" fmla="*/ 1190134 h 1708593"/>
                <a:gd name="connsiteX562" fmla="*/ 2453275 w 2957425"/>
                <a:gd name="connsiteY562" fmla="*/ 1189217 h 1708593"/>
                <a:gd name="connsiteX563" fmla="*/ 2526203 w 2957425"/>
                <a:gd name="connsiteY563" fmla="*/ 1147715 h 1708593"/>
                <a:gd name="connsiteX564" fmla="*/ 2625475 w 2957425"/>
                <a:gd name="connsiteY564" fmla="*/ 1100066 h 1708593"/>
                <a:gd name="connsiteX565" fmla="*/ 2725913 w 2957425"/>
                <a:gd name="connsiteY565" fmla="*/ 1147715 h 1708593"/>
                <a:gd name="connsiteX566" fmla="*/ 2797875 w 2957425"/>
                <a:gd name="connsiteY566" fmla="*/ 1189217 h 1708593"/>
                <a:gd name="connsiteX567" fmla="*/ 2812992 w 2957425"/>
                <a:gd name="connsiteY567" fmla="*/ 1190134 h 1708593"/>
                <a:gd name="connsiteX568" fmla="*/ 2828318 w 2957425"/>
                <a:gd name="connsiteY568" fmla="*/ 1189217 h 1708593"/>
                <a:gd name="connsiteX569" fmla="*/ 2901235 w 2957425"/>
                <a:gd name="connsiteY569" fmla="*/ 1147715 h 1708593"/>
                <a:gd name="connsiteX570" fmla="*/ 2937904 w 2957425"/>
                <a:gd name="connsiteY570" fmla="*/ 1117127 h 1708593"/>
                <a:gd name="connsiteX571" fmla="*/ 2957425 w 2957425"/>
                <a:gd name="connsiteY571" fmla="*/ 1107966 h 1708593"/>
                <a:gd name="connsiteX572" fmla="*/ 2957425 w 2957425"/>
                <a:gd name="connsiteY572" fmla="*/ 1129395 h 1708593"/>
                <a:gd name="connsiteX573" fmla="*/ 2944764 w 2957425"/>
                <a:gd name="connsiteY573" fmla="*/ 1134075 h 1708593"/>
                <a:gd name="connsiteX574" fmla="*/ 2913429 w 2957425"/>
                <a:gd name="connsiteY574" fmla="*/ 1160499 h 1708593"/>
                <a:gd name="connsiteX575" fmla="*/ 2822285 w 2957425"/>
                <a:gd name="connsiteY575" fmla="*/ 1207861 h 1708593"/>
                <a:gd name="connsiteX576" fmla="*/ 2812992 w 2957425"/>
                <a:gd name="connsiteY576" fmla="*/ 1208147 h 1708593"/>
                <a:gd name="connsiteX577" fmla="*/ 2803817 w 2957425"/>
                <a:gd name="connsiteY577" fmla="*/ 1207861 h 1708593"/>
                <a:gd name="connsiteX578" fmla="*/ 2713719 w 2957425"/>
                <a:gd name="connsiteY578" fmla="*/ 1160499 h 1708593"/>
                <a:gd name="connsiteX579" fmla="*/ 2625475 w 2957425"/>
                <a:gd name="connsiteY579" fmla="*/ 1118080 h 1708593"/>
                <a:gd name="connsiteX580" fmla="*/ 2538398 w 2957425"/>
                <a:gd name="connsiteY580" fmla="*/ 1160499 h 1708593"/>
                <a:gd name="connsiteX581" fmla="*/ 2447253 w 2957425"/>
                <a:gd name="connsiteY581" fmla="*/ 1207861 h 1708593"/>
                <a:gd name="connsiteX582" fmla="*/ 2437959 w 2957425"/>
                <a:gd name="connsiteY582" fmla="*/ 1208147 h 1708593"/>
                <a:gd name="connsiteX583" fmla="*/ 2428768 w 2957425"/>
                <a:gd name="connsiteY583" fmla="*/ 1207861 h 1708593"/>
                <a:gd name="connsiteX584" fmla="*/ 2338559 w 2957425"/>
                <a:gd name="connsiteY584" fmla="*/ 1160499 h 1708593"/>
                <a:gd name="connsiteX585" fmla="*/ 2265570 w 2957425"/>
                <a:gd name="connsiteY585" fmla="*/ 1118997 h 1708593"/>
                <a:gd name="connsiteX586" fmla="*/ 2250202 w 2957425"/>
                <a:gd name="connsiteY586" fmla="*/ 1118080 h 1708593"/>
                <a:gd name="connsiteX587" fmla="*/ 2235078 w 2957425"/>
                <a:gd name="connsiteY587" fmla="*/ 1118997 h 1708593"/>
                <a:gd name="connsiteX588" fmla="*/ 2163119 w 2957425"/>
                <a:gd name="connsiteY588" fmla="*/ 1160499 h 1708593"/>
                <a:gd name="connsiteX589" fmla="*/ 2071970 w 2957425"/>
                <a:gd name="connsiteY589" fmla="*/ 1207861 h 1708593"/>
                <a:gd name="connsiteX590" fmla="*/ 2062687 w 2957425"/>
                <a:gd name="connsiteY590" fmla="*/ 1208147 h 1708593"/>
                <a:gd name="connsiteX591" fmla="*/ 2053502 w 2957425"/>
                <a:gd name="connsiteY591" fmla="*/ 1207861 h 1708593"/>
                <a:gd name="connsiteX592" fmla="*/ 1963418 w 2957425"/>
                <a:gd name="connsiteY592" fmla="*/ 1160499 h 1708593"/>
                <a:gd name="connsiteX593" fmla="*/ 1890508 w 2957425"/>
                <a:gd name="connsiteY593" fmla="*/ 1118997 h 1708593"/>
                <a:gd name="connsiteX594" fmla="*/ 1875171 w 2957425"/>
                <a:gd name="connsiteY594" fmla="*/ 1118080 h 1708593"/>
                <a:gd name="connsiteX595" fmla="*/ 1860044 w 2957425"/>
                <a:gd name="connsiteY595" fmla="*/ 1118997 h 1708593"/>
                <a:gd name="connsiteX596" fmla="*/ 1788085 w 2957425"/>
                <a:gd name="connsiteY596" fmla="*/ 1160499 h 1708593"/>
                <a:gd name="connsiteX597" fmla="*/ 1696936 w 2957425"/>
                <a:gd name="connsiteY597" fmla="*/ 1207861 h 1708593"/>
                <a:gd name="connsiteX598" fmla="*/ 1687656 w 2957425"/>
                <a:gd name="connsiteY598" fmla="*/ 1208147 h 1708593"/>
                <a:gd name="connsiteX599" fmla="*/ 1678456 w 2957425"/>
                <a:gd name="connsiteY599" fmla="*/ 1207861 h 1708593"/>
                <a:gd name="connsiteX600" fmla="*/ 1588259 w 2957425"/>
                <a:gd name="connsiteY600" fmla="*/ 1160499 h 1708593"/>
                <a:gd name="connsiteX601" fmla="*/ 1515254 w 2957425"/>
                <a:gd name="connsiteY601" fmla="*/ 1118997 h 1708593"/>
                <a:gd name="connsiteX602" fmla="*/ 1499902 w 2957425"/>
                <a:gd name="connsiteY602" fmla="*/ 1118080 h 1708593"/>
                <a:gd name="connsiteX603" fmla="*/ 1484938 w 2957425"/>
                <a:gd name="connsiteY603" fmla="*/ 1118997 h 1708593"/>
                <a:gd name="connsiteX604" fmla="*/ 1412811 w 2957425"/>
                <a:gd name="connsiteY604" fmla="*/ 1160499 h 1708593"/>
                <a:gd name="connsiteX605" fmla="*/ 1312377 w 2957425"/>
                <a:gd name="connsiteY605" fmla="*/ 1208147 h 1708593"/>
                <a:gd name="connsiteX606" fmla="*/ 1213103 w 2957425"/>
                <a:gd name="connsiteY606" fmla="*/ 1160499 h 1708593"/>
                <a:gd name="connsiteX607" fmla="*/ 1140203 w 2957425"/>
                <a:gd name="connsiteY607" fmla="*/ 1118997 h 1708593"/>
                <a:gd name="connsiteX608" fmla="*/ 1124860 w 2957425"/>
                <a:gd name="connsiteY608" fmla="*/ 1118080 h 1708593"/>
                <a:gd name="connsiteX609" fmla="*/ 1109907 w 2957425"/>
                <a:gd name="connsiteY609" fmla="*/ 1118997 h 1708593"/>
                <a:gd name="connsiteX610" fmla="*/ 1037780 w 2957425"/>
                <a:gd name="connsiteY610" fmla="*/ 1160499 h 1708593"/>
                <a:gd name="connsiteX611" fmla="*/ 937343 w 2957425"/>
                <a:gd name="connsiteY611" fmla="*/ 1208147 h 1708593"/>
                <a:gd name="connsiteX612" fmla="*/ 837942 w 2957425"/>
                <a:gd name="connsiteY612" fmla="*/ 1160499 h 1708593"/>
                <a:gd name="connsiteX613" fmla="*/ 764952 w 2957425"/>
                <a:gd name="connsiteY613" fmla="*/ 1118997 h 1708593"/>
                <a:gd name="connsiteX614" fmla="*/ 749586 w 2957425"/>
                <a:gd name="connsiteY614" fmla="*/ 1118080 h 1708593"/>
                <a:gd name="connsiteX615" fmla="*/ 734638 w 2957425"/>
                <a:gd name="connsiteY615" fmla="*/ 1118997 h 1708593"/>
                <a:gd name="connsiteX616" fmla="*/ 662511 w 2957425"/>
                <a:gd name="connsiteY616" fmla="*/ 1160499 h 1708593"/>
                <a:gd name="connsiteX617" fmla="*/ 562069 w 2957425"/>
                <a:gd name="connsiteY617" fmla="*/ 1208147 h 1708593"/>
                <a:gd name="connsiteX618" fmla="*/ 462743 w 2957425"/>
                <a:gd name="connsiteY618" fmla="*/ 1160499 h 1708593"/>
                <a:gd name="connsiteX619" fmla="*/ 375034 w 2957425"/>
                <a:gd name="connsiteY619" fmla="*/ 1118080 h 1708593"/>
                <a:gd name="connsiteX620" fmla="*/ 287371 w 2957425"/>
                <a:gd name="connsiteY620" fmla="*/ 1160499 h 1708593"/>
                <a:gd name="connsiteX621" fmla="*/ 187517 w 2957425"/>
                <a:gd name="connsiteY621" fmla="*/ 1208147 h 1708593"/>
                <a:gd name="connsiteX622" fmla="*/ 87663 w 2957425"/>
                <a:gd name="connsiteY622" fmla="*/ 1160499 h 1708593"/>
                <a:gd name="connsiteX623" fmla="*/ 0 w 2957425"/>
                <a:gd name="connsiteY623" fmla="*/ 1118080 h 1708593"/>
                <a:gd name="connsiteX624" fmla="*/ 0 w 2957425"/>
                <a:gd name="connsiteY624" fmla="*/ 1000651 h 1708593"/>
                <a:gd name="connsiteX625" fmla="*/ 99855 w 2957425"/>
                <a:gd name="connsiteY625" fmla="*/ 1047763 h 1708593"/>
                <a:gd name="connsiteX626" fmla="*/ 187517 w 2957425"/>
                <a:gd name="connsiteY626" fmla="*/ 1090220 h 1708593"/>
                <a:gd name="connsiteX627" fmla="*/ 275179 w 2957425"/>
                <a:gd name="connsiteY627" fmla="*/ 1047763 h 1708593"/>
                <a:gd name="connsiteX628" fmla="*/ 375034 w 2957425"/>
                <a:gd name="connsiteY628" fmla="*/ 1000651 h 1708593"/>
                <a:gd name="connsiteX629" fmla="*/ 474941 w 2957425"/>
                <a:gd name="connsiteY629" fmla="*/ 1047763 h 1708593"/>
                <a:gd name="connsiteX630" fmla="*/ 562069 w 2957425"/>
                <a:gd name="connsiteY630" fmla="*/ 1090220 h 1708593"/>
                <a:gd name="connsiteX631" fmla="*/ 650315 w 2957425"/>
                <a:gd name="connsiteY631" fmla="*/ 1047763 h 1708593"/>
                <a:gd name="connsiteX632" fmla="*/ 740506 w 2957425"/>
                <a:gd name="connsiteY632" fmla="*/ 1000937 h 1708593"/>
                <a:gd name="connsiteX633" fmla="*/ 749586 w 2957425"/>
                <a:gd name="connsiteY633" fmla="*/ 1000651 h 1708593"/>
                <a:gd name="connsiteX634" fmla="*/ 758889 w 2957425"/>
                <a:gd name="connsiteY634" fmla="*/ 1000931 h 1708593"/>
                <a:gd name="connsiteX635" fmla="*/ 850154 w 2957425"/>
                <a:gd name="connsiteY635" fmla="*/ 1047763 h 1708593"/>
                <a:gd name="connsiteX636" fmla="*/ 937343 w 2957425"/>
                <a:gd name="connsiteY636" fmla="*/ 1090220 h 1708593"/>
                <a:gd name="connsiteX637" fmla="*/ 1025586 w 2957425"/>
                <a:gd name="connsiteY637" fmla="*/ 1047763 h 1708593"/>
                <a:gd name="connsiteX638" fmla="*/ 1115684 w 2957425"/>
                <a:gd name="connsiteY638" fmla="*/ 1000937 h 1708593"/>
                <a:gd name="connsiteX639" fmla="*/ 1124860 w 2957425"/>
                <a:gd name="connsiteY639" fmla="*/ 1000651 h 1708593"/>
                <a:gd name="connsiteX640" fmla="*/ 1134151 w 2957425"/>
                <a:gd name="connsiteY640" fmla="*/ 1000931 h 1708593"/>
                <a:gd name="connsiteX641" fmla="*/ 1225295 w 2957425"/>
                <a:gd name="connsiteY641" fmla="*/ 1047763 h 1708593"/>
                <a:gd name="connsiteX642" fmla="*/ 1312377 w 2957425"/>
                <a:gd name="connsiteY642" fmla="*/ 1090220 h 1708593"/>
                <a:gd name="connsiteX643" fmla="*/ 1400620 w 2957425"/>
                <a:gd name="connsiteY643" fmla="*/ 1047763 h 1708593"/>
                <a:gd name="connsiteX644" fmla="*/ 1490715 w 2957425"/>
                <a:gd name="connsiteY644" fmla="*/ 1000937 h 1708593"/>
                <a:gd name="connsiteX645" fmla="*/ 1499902 w 2957425"/>
                <a:gd name="connsiteY645" fmla="*/ 1000651 h 1708593"/>
                <a:gd name="connsiteX646" fmla="*/ 1509200 w 2957425"/>
                <a:gd name="connsiteY646" fmla="*/ 1000931 h 1708593"/>
                <a:gd name="connsiteX647" fmla="*/ 1600457 w 2957425"/>
                <a:gd name="connsiteY647" fmla="*/ 1047763 h 1708593"/>
                <a:gd name="connsiteX648" fmla="*/ 1672675 w 2957425"/>
                <a:gd name="connsiteY648" fmla="*/ 1089326 h 1708593"/>
                <a:gd name="connsiteX649" fmla="*/ 1687656 w 2957425"/>
                <a:gd name="connsiteY649" fmla="*/ 1090220 h 1708593"/>
                <a:gd name="connsiteX650" fmla="*/ 1702991 w 2957425"/>
                <a:gd name="connsiteY650" fmla="*/ 1089326 h 1708593"/>
                <a:gd name="connsiteX651" fmla="*/ 1775902 w 2957425"/>
                <a:gd name="connsiteY651" fmla="*/ 1047763 h 1708593"/>
                <a:gd name="connsiteX652" fmla="*/ 1865985 w 2957425"/>
                <a:gd name="connsiteY652" fmla="*/ 1000937 h 1708593"/>
                <a:gd name="connsiteX653" fmla="*/ 1875171 w 2957425"/>
                <a:gd name="connsiteY653" fmla="*/ 1000651 h 1708593"/>
                <a:gd name="connsiteX654" fmla="*/ 1884453 w 2957425"/>
                <a:gd name="connsiteY654" fmla="*/ 1000931 h 1708593"/>
                <a:gd name="connsiteX655" fmla="*/ 1975602 w 2957425"/>
                <a:gd name="connsiteY655" fmla="*/ 1047763 h 1708593"/>
                <a:gd name="connsiteX656" fmla="*/ 2047561 w 2957425"/>
                <a:gd name="connsiteY656" fmla="*/ 1089326 h 1708593"/>
                <a:gd name="connsiteX657" fmla="*/ 2062687 w 2957425"/>
                <a:gd name="connsiteY657" fmla="*/ 1090220 h 1708593"/>
                <a:gd name="connsiteX658" fmla="*/ 2078025 w 2957425"/>
                <a:gd name="connsiteY658" fmla="*/ 1089326 h 1708593"/>
                <a:gd name="connsiteX659" fmla="*/ 2150933 w 2957425"/>
                <a:gd name="connsiteY659" fmla="*/ 1047763 h 1708593"/>
                <a:gd name="connsiteX660" fmla="*/ 2241019 w 2957425"/>
                <a:gd name="connsiteY660" fmla="*/ 1000937 h 1708593"/>
                <a:gd name="connsiteX661" fmla="*/ 2250202 w 2957425"/>
                <a:gd name="connsiteY661" fmla="*/ 1000651 h 1708593"/>
                <a:gd name="connsiteX662" fmla="*/ 2259500 w 2957425"/>
                <a:gd name="connsiteY662" fmla="*/ 1000931 h 1708593"/>
                <a:gd name="connsiteX663" fmla="*/ 2350772 w 2957425"/>
                <a:gd name="connsiteY663" fmla="*/ 1047763 h 1708593"/>
                <a:gd name="connsiteX664" fmla="*/ 2422815 w 2957425"/>
                <a:gd name="connsiteY664" fmla="*/ 1089326 h 1708593"/>
                <a:gd name="connsiteX665" fmla="*/ 2437959 w 2957425"/>
                <a:gd name="connsiteY665" fmla="*/ 1090220 h 1708593"/>
                <a:gd name="connsiteX666" fmla="*/ 2453275 w 2957425"/>
                <a:gd name="connsiteY666" fmla="*/ 1089326 h 1708593"/>
                <a:gd name="connsiteX667" fmla="*/ 2526203 w 2957425"/>
                <a:gd name="connsiteY667" fmla="*/ 1047763 h 1708593"/>
                <a:gd name="connsiteX668" fmla="*/ 2625475 w 2957425"/>
                <a:gd name="connsiteY668" fmla="*/ 1000651 h 1708593"/>
                <a:gd name="connsiteX669" fmla="*/ 2725913 w 2957425"/>
                <a:gd name="connsiteY669" fmla="*/ 1047763 h 1708593"/>
                <a:gd name="connsiteX670" fmla="*/ 2797875 w 2957425"/>
                <a:gd name="connsiteY670" fmla="*/ 1089326 h 1708593"/>
                <a:gd name="connsiteX671" fmla="*/ 2812992 w 2957425"/>
                <a:gd name="connsiteY671" fmla="*/ 1090220 h 1708593"/>
                <a:gd name="connsiteX672" fmla="*/ 2828318 w 2957425"/>
                <a:gd name="connsiteY672" fmla="*/ 1089326 h 1708593"/>
                <a:gd name="connsiteX673" fmla="*/ 2901235 w 2957425"/>
                <a:gd name="connsiteY673" fmla="*/ 1047763 h 1708593"/>
                <a:gd name="connsiteX674" fmla="*/ 2937898 w 2957425"/>
                <a:gd name="connsiteY674" fmla="*/ 1017641 h 1708593"/>
                <a:gd name="connsiteX675" fmla="*/ 2957425 w 2957425"/>
                <a:gd name="connsiteY675" fmla="*/ 1008527 h 1708593"/>
                <a:gd name="connsiteX676" fmla="*/ 2957425 w 2957425"/>
                <a:gd name="connsiteY676" fmla="*/ 1029831 h 1708593"/>
                <a:gd name="connsiteX677" fmla="*/ 2944759 w 2957425"/>
                <a:gd name="connsiteY677" fmla="*/ 1034450 h 1708593"/>
                <a:gd name="connsiteX678" fmla="*/ 2913429 w 2957425"/>
                <a:gd name="connsiteY678" fmla="*/ 1061140 h 1708593"/>
                <a:gd name="connsiteX679" fmla="*/ 2822285 w 2957425"/>
                <a:gd name="connsiteY679" fmla="*/ 1107971 h 1708593"/>
                <a:gd name="connsiteX680" fmla="*/ 2812992 w 2957425"/>
                <a:gd name="connsiteY680" fmla="*/ 1108251 h 1708593"/>
                <a:gd name="connsiteX681" fmla="*/ 2803817 w 2957425"/>
                <a:gd name="connsiteY681" fmla="*/ 1107971 h 1708593"/>
                <a:gd name="connsiteX682" fmla="*/ 2713719 w 2957425"/>
                <a:gd name="connsiteY682" fmla="*/ 1061140 h 1708593"/>
                <a:gd name="connsiteX683" fmla="*/ 2625475 w 2957425"/>
                <a:gd name="connsiteY683" fmla="*/ 1018682 h 1708593"/>
                <a:gd name="connsiteX684" fmla="*/ 2538398 w 2957425"/>
                <a:gd name="connsiteY684" fmla="*/ 1061140 h 1708593"/>
                <a:gd name="connsiteX685" fmla="*/ 2447253 w 2957425"/>
                <a:gd name="connsiteY685" fmla="*/ 1107971 h 1708593"/>
                <a:gd name="connsiteX686" fmla="*/ 2437959 w 2957425"/>
                <a:gd name="connsiteY686" fmla="*/ 1108251 h 1708593"/>
                <a:gd name="connsiteX687" fmla="*/ 2428768 w 2957425"/>
                <a:gd name="connsiteY687" fmla="*/ 1107971 h 1708593"/>
                <a:gd name="connsiteX688" fmla="*/ 2338559 w 2957425"/>
                <a:gd name="connsiteY688" fmla="*/ 1061140 h 1708593"/>
                <a:gd name="connsiteX689" fmla="*/ 2265570 w 2957425"/>
                <a:gd name="connsiteY689" fmla="*/ 1019576 h 1708593"/>
                <a:gd name="connsiteX690" fmla="*/ 2250202 w 2957425"/>
                <a:gd name="connsiteY690" fmla="*/ 1018682 h 1708593"/>
                <a:gd name="connsiteX691" fmla="*/ 2235078 w 2957425"/>
                <a:gd name="connsiteY691" fmla="*/ 1019576 h 1708593"/>
                <a:gd name="connsiteX692" fmla="*/ 2163119 w 2957425"/>
                <a:gd name="connsiteY692" fmla="*/ 1061140 h 1708593"/>
                <a:gd name="connsiteX693" fmla="*/ 2071970 w 2957425"/>
                <a:gd name="connsiteY693" fmla="*/ 1107971 h 1708593"/>
                <a:gd name="connsiteX694" fmla="*/ 2062687 w 2957425"/>
                <a:gd name="connsiteY694" fmla="*/ 1108251 h 1708593"/>
                <a:gd name="connsiteX695" fmla="*/ 2053502 w 2957425"/>
                <a:gd name="connsiteY695" fmla="*/ 1107971 h 1708593"/>
                <a:gd name="connsiteX696" fmla="*/ 1963418 w 2957425"/>
                <a:gd name="connsiteY696" fmla="*/ 1061140 h 1708593"/>
                <a:gd name="connsiteX697" fmla="*/ 1890508 w 2957425"/>
                <a:gd name="connsiteY697" fmla="*/ 1019576 h 1708593"/>
                <a:gd name="connsiteX698" fmla="*/ 1875171 w 2957425"/>
                <a:gd name="connsiteY698" fmla="*/ 1018682 h 1708593"/>
                <a:gd name="connsiteX699" fmla="*/ 1860044 w 2957425"/>
                <a:gd name="connsiteY699" fmla="*/ 1019576 h 1708593"/>
                <a:gd name="connsiteX700" fmla="*/ 1788085 w 2957425"/>
                <a:gd name="connsiteY700" fmla="*/ 1061140 h 1708593"/>
                <a:gd name="connsiteX701" fmla="*/ 1696936 w 2957425"/>
                <a:gd name="connsiteY701" fmla="*/ 1107971 h 1708593"/>
                <a:gd name="connsiteX702" fmla="*/ 1687656 w 2957425"/>
                <a:gd name="connsiteY702" fmla="*/ 1108251 h 1708593"/>
                <a:gd name="connsiteX703" fmla="*/ 1678456 w 2957425"/>
                <a:gd name="connsiteY703" fmla="*/ 1107971 h 1708593"/>
                <a:gd name="connsiteX704" fmla="*/ 1588259 w 2957425"/>
                <a:gd name="connsiteY704" fmla="*/ 1061140 h 1708593"/>
                <a:gd name="connsiteX705" fmla="*/ 1515254 w 2957425"/>
                <a:gd name="connsiteY705" fmla="*/ 1019576 h 1708593"/>
                <a:gd name="connsiteX706" fmla="*/ 1499902 w 2957425"/>
                <a:gd name="connsiteY706" fmla="*/ 1018682 h 1708593"/>
                <a:gd name="connsiteX707" fmla="*/ 1484938 w 2957425"/>
                <a:gd name="connsiteY707" fmla="*/ 1019576 h 1708593"/>
                <a:gd name="connsiteX708" fmla="*/ 1412811 w 2957425"/>
                <a:gd name="connsiteY708" fmla="*/ 1061140 h 1708593"/>
                <a:gd name="connsiteX709" fmla="*/ 1312377 w 2957425"/>
                <a:gd name="connsiteY709" fmla="*/ 1108251 h 1708593"/>
                <a:gd name="connsiteX710" fmla="*/ 1213103 w 2957425"/>
                <a:gd name="connsiteY710" fmla="*/ 1061140 h 1708593"/>
                <a:gd name="connsiteX711" fmla="*/ 1140203 w 2957425"/>
                <a:gd name="connsiteY711" fmla="*/ 1019576 h 1708593"/>
                <a:gd name="connsiteX712" fmla="*/ 1124860 w 2957425"/>
                <a:gd name="connsiteY712" fmla="*/ 1018682 h 1708593"/>
                <a:gd name="connsiteX713" fmla="*/ 1109907 w 2957425"/>
                <a:gd name="connsiteY713" fmla="*/ 1019576 h 1708593"/>
                <a:gd name="connsiteX714" fmla="*/ 1037780 w 2957425"/>
                <a:gd name="connsiteY714" fmla="*/ 1061140 h 1708593"/>
                <a:gd name="connsiteX715" fmla="*/ 937343 w 2957425"/>
                <a:gd name="connsiteY715" fmla="*/ 1108251 h 1708593"/>
                <a:gd name="connsiteX716" fmla="*/ 837942 w 2957425"/>
                <a:gd name="connsiteY716" fmla="*/ 1061140 h 1708593"/>
                <a:gd name="connsiteX717" fmla="*/ 764952 w 2957425"/>
                <a:gd name="connsiteY717" fmla="*/ 1019576 h 1708593"/>
                <a:gd name="connsiteX718" fmla="*/ 749586 w 2957425"/>
                <a:gd name="connsiteY718" fmla="*/ 1018682 h 1708593"/>
                <a:gd name="connsiteX719" fmla="*/ 734638 w 2957425"/>
                <a:gd name="connsiteY719" fmla="*/ 1019576 h 1708593"/>
                <a:gd name="connsiteX720" fmla="*/ 662511 w 2957425"/>
                <a:gd name="connsiteY720" fmla="*/ 1061140 h 1708593"/>
                <a:gd name="connsiteX721" fmla="*/ 562069 w 2957425"/>
                <a:gd name="connsiteY721" fmla="*/ 1108251 h 1708593"/>
                <a:gd name="connsiteX722" fmla="*/ 462743 w 2957425"/>
                <a:gd name="connsiteY722" fmla="*/ 1061140 h 1708593"/>
                <a:gd name="connsiteX723" fmla="*/ 375034 w 2957425"/>
                <a:gd name="connsiteY723" fmla="*/ 1018682 h 1708593"/>
                <a:gd name="connsiteX724" fmla="*/ 287371 w 2957425"/>
                <a:gd name="connsiteY724" fmla="*/ 1061140 h 1708593"/>
                <a:gd name="connsiteX725" fmla="*/ 187517 w 2957425"/>
                <a:gd name="connsiteY725" fmla="*/ 1108251 h 1708593"/>
                <a:gd name="connsiteX726" fmla="*/ 87663 w 2957425"/>
                <a:gd name="connsiteY726" fmla="*/ 1061140 h 1708593"/>
                <a:gd name="connsiteX727" fmla="*/ 0 w 2957425"/>
                <a:gd name="connsiteY727" fmla="*/ 1018682 h 1708593"/>
                <a:gd name="connsiteX728" fmla="*/ 0 w 2957425"/>
                <a:gd name="connsiteY728" fmla="*/ 900273 h 1708593"/>
                <a:gd name="connsiteX729" fmla="*/ 99855 w 2957425"/>
                <a:gd name="connsiteY729" fmla="*/ 947279 h 1708593"/>
                <a:gd name="connsiteX730" fmla="*/ 187517 w 2957425"/>
                <a:gd name="connsiteY730" fmla="*/ 989642 h 1708593"/>
                <a:gd name="connsiteX731" fmla="*/ 275179 w 2957425"/>
                <a:gd name="connsiteY731" fmla="*/ 947279 h 1708593"/>
                <a:gd name="connsiteX732" fmla="*/ 375034 w 2957425"/>
                <a:gd name="connsiteY732" fmla="*/ 900273 h 1708593"/>
                <a:gd name="connsiteX733" fmla="*/ 474941 w 2957425"/>
                <a:gd name="connsiteY733" fmla="*/ 947279 h 1708593"/>
                <a:gd name="connsiteX734" fmla="*/ 562069 w 2957425"/>
                <a:gd name="connsiteY734" fmla="*/ 989642 h 1708593"/>
                <a:gd name="connsiteX735" fmla="*/ 650315 w 2957425"/>
                <a:gd name="connsiteY735" fmla="*/ 947279 h 1708593"/>
                <a:gd name="connsiteX736" fmla="*/ 740506 w 2957425"/>
                <a:gd name="connsiteY736" fmla="*/ 900552 h 1708593"/>
                <a:gd name="connsiteX737" fmla="*/ 749586 w 2957425"/>
                <a:gd name="connsiteY737" fmla="*/ 900273 h 1708593"/>
                <a:gd name="connsiteX738" fmla="*/ 758889 w 2957425"/>
                <a:gd name="connsiteY738" fmla="*/ 900552 h 1708593"/>
                <a:gd name="connsiteX739" fmla="*/ 850154 w 2957425"/>
                <a:gd name="connsiteY739" fmla="*/ 947279 h 1708593"/>
                <a:gd name="connsiteX740" fmla="*/ 937343 w 2957425"/>
                <a:gd name="connsiteY740" fmla="*/ 989642 h 1708593"/>
                <a:gd name="connsiteX741" fmla="*/ 1025586 w 2957425"/>
                <a:gd name="connsiteY741" fmla="*/ 947279 h 1708593"/>
                <a:gd name="connsiteX742" fmla="*/ 1115684 w 2957425"/>
                <a:gd name="connsiteY742" fmla="*/ 900552 h 1708593"/>
                <a:gd name="connsiteX743" fmla="*/ 1124860 w 2957425"/>
                <a:gd name="connsiteY743" fmla="*/ 900273 h 1708593"/>
                <a:gd name="connsiteX744" fmla="*/ 1134151 w 2957425"/>
                <a:gd name="connsiteY744" fmla="*/ 900552 h 1708593"/>
                <a:gd name="connsiteX745" fmla="*/ 1225295 w 2957425"/>
                <a:gd name="connsiteY745" fmla="*/ 947279 h 1708593"/>
                <a:gd name="connsiteX746" fmla="*/ 1312377 w 2957425"/>
                <a:gd name="connsiteY746" fmla="*/ 989642 h 1708593"/>
                <a:gd name="connsiteX747" fmla="*/ 1400620 w 2957425"/>
                <a:gd name="connsiteY747" fmla="*/ 947279 h 1708593"/>
                <a:gd name="connsiteX748" fmla="*/ 1490715 w 2957425"/>
                <a:gd name="connsiteY748" fmla="*/ 900552 h 1708593"/>
                <a:gd name="connsiteX749" fmla="*/ 1499902 w 2957425"/>
                <a:gd name="connsiteY749" fmla="*/ 900273 h 1708593"/>
                <a:gd name="connsiteX750" fmla="*/ 1509200 w 2957425"/>
                <a:gd name="connsiteY750" fmla="*/ 900552 h 1708593"/>
                <a:gd name="connsiteX751" fmla="*/ 1600457 w 2957425"/>
                <a:gd name="connsiteY751" fmla="*/ 947279 h 1708593"/>
                <a:gd name="connsiteX752" fmla="*/ 1672675 w 2957425"/>
                <a:gd name="connsiteY752" fmla="*/ 988750 h 1708593"/>
                <a:gd name="connsiteX753" fmla="*/ 1687656 w 2957425"/>
                <a:gd name="connsiteY753" fmla="*/ 989642 h 1708593"/>
                <a:gd name="connsiteX754" fmla="*/ 1702991 w 2957425"/>
                <a:gd name="connsiteY754" fmla="*/ 988750 h 1708593"/>
                <a:gd name="connsiteX755" fmla="*/ 1775902 w 2957425"/>
                <a:gd name="connsiteY755" fmla="*/ 947279 h 1708593"/>
                <a:gd name="connsiteX756" fmla="*/ 1865985 w 2957425"/>
                <a:gd name="connsiteY756" fmla="*/ 900552 h 1708593"/>
                <a:gd name="connsiteX757" fmla="*/ 1875171 w 2957425"/>
                <a:gd name="connsiteY757" fmla="*/ 900273 h 1708593"/>
                <a:gd name="connsiteX758" fmla="*/ 1884453 w 2957425"/>
                <a:gd name="connsiteY758" fmla="*/ 900552 h 1708593"/>
                <a:gd name="connsiteX759" fmla="*/ 1975602 w 2957425"/>
                <a:gd name="connsiteY759" fmla="*/ 947279 h 1708593"/>
                <a:gd name="connsiteX760" fmla="*/ 2047561 w 2957425"/>
                <a:gd name="connsiteY760" fmla="*/ 988750 h 1708593"/>
                <a:gd name="connsiteX761" fmla="*/ 2062687 w 2957425"/>
                <a:gd name="connsiteY761" fmla="*/ 989642 h 1708593"/>
                <a:gd name="connsiteX762" fmla="*/ 2078025 w 2957425"/>
                <a:gd name="connsiteY762" fmla="*/ 988750 h 1708593"/>
                <a:gd name="connsiteX763" fmla="*/ 2150933 w 2957425"/>
                <a:gd name="connsiteY763" fmla="*/ 947279 h 1708593"/>
                <a:gd name="connsiteX764" fmla="*/ 2241019 w 2957425"/>
                <a:gd name="connsiteY764" fmla="*/ 900552 h 1708593"/>
                <a:gd name="connsiteX765" fmla="*/ 2250202 w 2957425"/>
                <a:gd name="connsiteY765" fmla="*/ 900273 h 1708593"/>
                <a:gd name="connsiteX766" fmla="*/ 2259500 w 2957425"/>
                <a:gd name="connsiteY766" fmla="*/ 900552 h 1708593"/>
                <a:gd name="connsiteX767" fmla="*/ 2350772 w 2957425"/>
                <a:gd name="connsiteY767" fmla="*/ 947279 h 1708593"/>
                <a:gd name="connsiteX768" fmla="*/ 2422815 w 2957425"/>
                <a:gd name="connsiteY768" fmla="*/ 988750 h 1708593"/>
                <a:gd name="connsiteX769" fmla="*/ 2437959 w 2957425"/>
                <a:gd name="connsiteY769" fmla="*/ 989642 h 1708593"/>
                <a:gd name="connsiteX770" fmla="*/ 2453275 w 2957425"/>
                <a:gd name="connsiteY770" fmla="*/ 988750 h 1708593"/>
                <a:gd name="connsiteX771" fmla="*/ 2526203 w 2957425"/>
                <a:gd name="connsiteY771" fmla="*/ 947279 h 1708593"/>
                <a:gd name="connsiteX772" fmla="*/ 2625475 w 2957425"/>
                <a:gd name="connsiteY772" fmla="*/ 900273 h 1708593"/>
                <a:gd name="connsiteX773" fmla="*/ 2725913 w 2957425"/>
                <a:gd name="connsiteY773" fmla="*/ 947279 h 1708593"/>
                <a:gd name="connsiteX774" fmla="*/ 2797875 w 2957425"/>
                <a:gd name="connsiteY774" fmla="*/ 988750 h 1708593"/>
                <a:gd name="connsiteX775" fmla="*/ 2812992 w 2957425"/>
                <a:gd name="connsiteY775" fmla="*/ 989642 h 1708593"/>
                <a:gd name="connsiteX776" fmla="*/ 2828318 w 2957425"/>
                <a:gd name="connsiteY776" fmla="*/ 988750 h 1708593"/>
                <a:gd name="connsiteX777" fmla="*/ 2901235 w 2957425"/>
                <a:gd name="connsiteY777" fmla="*/ 947279 h 1708593"/>
                <a:gd name="connsiteX778" fmla="*/ 2937893 w 2957425"/>
                <a:gd name="connsiteY778" fmla="*/ 916994 h 1708593"/>
                <a:gd name="connsiteX779" fmla="*/ 2957425 w 2957425"/>
                <a:gd name="connsiteY779" fmla="*/ 907999 h 1708593"/>
                <a:gd name="connsiteX780" fmla="*/ 2957425 w 2957425"/>
                <a:gd name="connsiteY780" fmla="*/ 929386 h 1708593"/>
                <a:gd name="connsiteX781" fmla="*/ 2944754 w 2957425"/>
                <a:gd name="connsiteY781" fmla="*/ 933997 h 1708593"/>
                <a:gd name="connsiteX782" fmla="*/ 2913429 w 2957425"/>
                <a:gd name="connsiteY782" fmla="*/ 960626 h 1708593"/>
                <a:gd name="connsiteX783" fmla="*/ 2822285 w 2957425"/>
                <a:gd name="connsiteY783" fmla="*/ 1007353 h 1708593"/>
                <a:gd name="connsiteX784" fmla="*/ 2812992 w 2957425"/>
                <a:gd name="connsiteY784" fmla="*/ 1007632 h 1708593"/>
                <a:gd name="connsiteX785" fmla="*/ 2803817 w 2957425"/>
                <a:gd name="connsiteY785" fmla="*/ 1007346 h 1708593"/>
                <a:gd name="connsiteX786" fmla="*/ 2713719 w 2957425"/>
                <a:gd name="connsiteY786" fmla="*/ 960626 h 1708593"/>
                <a:gd name="connsiteX787" fmla="*/ 2625475 w 2957425"/>
                <a:gd name="connsiteY787" fmla="*/ 918263 h 1708593"/>
                <a:gd name="connsiteX788" fmla="*/ 2538398 w 2957425"/>
                <a:gd name="connsiteY788" fmla="*/ 960626 h 1708593"/>
                <a:gd name="connsiteX789" fmla="*/ 2447253 w 2957425"/>
                <a:gd name="connsiteY789" fmla="*/ 1007353 h 1708593"/>
                <a:gd name="connsiteX790" fmla="*/ 2437959 w 2957425"/>
                <a:gd name="connsiteY790" fmla="*/ 1007632 h 1708593"/>
                <a:gd name="connsiteX791" fmla="*/ 2428768 w 2957425"/>
                <a:gd name="connsiteY791" fmla="*/ 1007346 h 1708593"/>
                <a:gd name="connsiteX792" fmla="*/ 2338559 w 2957425"/>
                <a:gd name="connsiteY792" fmla="*/ 960626 h 1708593"/>
                <a:gd name="connsiteX793" fmla="*/ 2265570 w 2957425"/>
                <a:gd name="connsiteY793" fmla="*/ 919155 h 1708593"/>
                <a:gd name="connsiteX794" fmla="*/ 2250202 w 2957425"/>
                <a:gd name="connsiteY794" fmla="*/ 918263 h 1708593"/>
                <a:gd name="connsiteX795" fmla="*/ 2235078 w 2957425"/>
                <a:gd name="connsiteY795" fmla="*/ 919155 h 1708593"/>
                <a:gd name="connsiteX796" fmla="*/ 2163119 w 2957425"/>
                <a:gd name="connsiteY796" fmla="*/ 960626 h 1708593"/>
                <a:gd name="connsiteX797" fmla="*/ 2071970 w 2957425"/>
                <a:gd name="connsiteY797" fmla="*/ 1007353 h 1708593"/>
                <a:gd name="connsiteX798" fmla="*/ 2062687 w 2957425"/>
                <a:gd name="connsiteY798" fmla="*/ 1007632 h 1708593"/>
                <a:gd name="connsiteX799" fmla="*/ 2053502 w 2957425"/>
                <a:gd name="connsiteY799" fmla="*/ 1007346 h 1708593"/>
                <a:gd name="connsiteX800" fmla="*/ 1963418 w 2957425"/>
                <a:gd name="connsiteY800" fmla="*/ 960626 h 1708593"/>
                <a:gd name="connsiteX801" fmla="*/ 1890508 w 2957425"/>
                <a:gd name="connsiteY801" fmla="*/ 919155 h 1708593"/>
                <a:gd name="connsiteX802" fmla="*/ 1875171 w 2957425"/>
                <a:gd name="connsiteY802" fmla="*/ 918263 h 1708593"/>
                <a:gd name="connsiteX803" fmla="*/ 1860044 w 2957425"/>
                <a:gd name="connsiteY803" fmla="*/ 919155 h 1708593"/>
                <a:gd name="connsiteX804" fmla="*/ 1788085 w 2957425"/>
                <a:gd name="connsiteY804" fmla="*/ 960626 h 1708593"/>
                <a:gd name="connsiteX805" fmla="*/ 1696936 w 2957425"/>
                <a:gd name="connsiteY805" fmla="*/ 1007353 h 1708593"/>
                <a:gd name="connsiteX806" fmla="*/ 1687656 w 2957425"/>
                <a:gd name="connsiteY806" fmla="*/ 1007632 h 1708593"/>
                <a:gd name="connsiteX807" fmla="*/ 1678456 w 2957425"/>
                <a:gd name="connsiteY807" fmla="*/ 1007346 h 1708593"/>
                <a:gd name="connsiteX808" fmla="*/ 1588259 w 2957425"/>
                <a:gd name="connsiteY808" fmla="*/ 960626 h 1708593"/>
                <a:gd name="connsiteX809" fmla="*/ 1515254 w 2957425"/>
                <a:gd name="connsiteY809" fmla="*/ 919155 h 1708593"/>
                <a:gd name="connsiteX810" fmla="*/ 1499902 w 2957425"/>
                <a:gd name="connsiteY810" fmla="*/ 918263 h 1708593"/>
                <a:gd name="connsiteX811" fmla="*/ 1484938 w 2957425"/>
                <a:gd name="connsiteY811" fmla="*/ 919155 h 1708593"/>
                <a:gd name="connsiteX812" fmla="*/ 1412811 w 2957425"/>
                <a:gd name="connsiteY812" fmla="*/ 960626 h 1708593"/>
                <a:gd name="connsiteX813" fmla="*/ 1312377 w 2957425"/>
                <a:gd name="connsiteY813" fmla="*/ 1007632 h 1708593"/>
                <a:gd name="connsiteX814" fmla="*/ 1213103 w 2957425"/>
                <a:gd name="connsiteY814" fmla="*/ 960626 h 1708593"/>
                <a:gd name="connsiteX815" fmla="*/ 1140203 w 2957425"/>
                <a:gd name="connsiteY815" fmla="*/ 919155 h 1708593"/>
                <a:gd name="connsiteX816" fmla="*/ 1124860 w 2957425"/>
                <a:gd name="connsiteY816" fmla="*/ 918263 h 1708593"/>
                <a:gd name="connsiteX817" fmla="*/ 1109907 w 2957425"/>
                <a:gd name="connsiteY817" fmla="*/ 919155 h 1708593"/>
                <a:gd name="connsiteX818" fmla="*/ 1037780 w 2957425"/>
                <a:gd name="connsiteY818" fmla="*/ 960626 h 1708593"/>
                <a:gd name="connsiteX819" fmla="*/ 937343 w 2957425"/>
                <a:gd name="connsiteY819" fmla="*/ 1007632 h 1708593"/>
                <a:gd name="connsiteX820" fmla="*/ 837942 w 2957425"/>
                <a:gd name="connsiteY820" fmla="*/ 960626 h 1708593"/>
                <a:gd name="connsiteX821" fmla="*/ 764952 w 2957425"/>
                <a:gd name="connsiteY821" fmla="*/ 919155 h 1708593"/>
                <a:gd name="connsiteX822" fmla="*/ 749586 w 2957425"/>
                <a:gd name="connsiteY822" fmla="*/ 918263 h 1708593"/>
                <a:gd name="connsiteX823" fmla="*/ 734638 w 2957425"/>
                <a:gd name="connsiteY823" fmla="*/ 919155 h 1708593"/>
                <a:gd name="connsiteX824" fmla="*/ 662511 w 2957425"/>
                <a:gd name="connsiteY824" fmla="*/ 960626 h 1708593"/>
                <a:gd name="connsiteX825" fmla="*/ 562069 w 2957425"/>
                <a:gd name="connsiteY825" fmla="*/ 1007632 h 1708593"/>
                <a:gd name="connsiteX826" fmla="*/ 462743 w 2957425"/>
                <a:gd name="connsiteY826" fmla="*/ 960626 h 1708593"/>
                <a:gd name="connsiteX827" fmla="*/ 375034 w 2957425"/>
                <a:gd name="connsiteY827" fmla="*/ 918263 h 1708593"/>
                <a:gd name="connsiteX828" fmla="*/ 287371 w 2957425"/>
                <a:gd name="connsiteY828" fmla="*/ 960626 h 1708593"/>
                <a:gd name="connsiteX829" fmla="*/ 187517 w 2957425"/>
                <a:gd name="connsiteY829" fmla="*/ 1007632 h 1708593"/>
                <a:gd name="connsiteX830" fmla="*/ 87663 w 2957425"/>
                <a:gd name="connsiteY830" fmla="*/ 960626 h 1708593"/>
                <a:gd name="connsiteX831" fmla="*/ 0 w 2957425"/>
                <a:gd name="connsiteY831" fmla="*/ 918263 h 1708593"/>
                <a:gd name="connsiteX832" fmla="*/ 0 w 2957425"/>
                <a:gd name="connsiteY832" fmla="*/ 800136 h 1708593"/>
                <a:gd name="connsiteX833" fmla="*/ 99855 w 2957425"/>
                <a:gd name="connsiteY833" fmla="*/ 847785 h 1708593"/>
                <a:gd name="connsiteX834" fmla="*/ 187517 w 2957425"/>
                <a:gd name="connsiteY834" fmla="*/ 890203 h 1708593"/>
                <a:gd name="connsiteX835" fmla="*/ 275179 w 2957425"/>
                <a:gd name="connsiteY835" fmla="*/ 847785 h 1708593"/>
                <a:gd name="connsiteX836" fmla="*/ 375034 w 2957425"/>
                <a:gd name="connsiteY836" fmla="*/ 800136 h 1708593"/>
                <a:gd name="connsiteX837" fmla="*/ 474941 w 2957425"/>
                <a:gd name="connsiteY837" fmla="*/ 847785 h 1708593"/>
                <a:gd name="connsiteX838" fmla="*/ 562069 w 2957425"/>
                <a:gd name="connsiteY838" fmla="*/ 890203 h 1708593"/>
                <a:gd name="connsiteX839" fmla="*/ 650315 w 2957425"/>
                <a:gd name="connsiteY839" fmla="*/ 847785 h 1708593"/>
                <a:gd name="connsiteX840" fmla="*/ 740506 w 2957425"/>
                <a:gd name="connsiteY840" fmla="*/ 800422 h 1708593"/>
                <a:gd name="connsiteX841" fmla="*/ 749586 w 2957425"/>
                <a:gd name="connsiteY841" fmla="*/ 800136 h 1708593"/>
                <a:gd name="connsiteX842" fmla="*/ 758889 w 2957425"/>
                <a:gd name="connsiteY842" fmla="*/ 800422 h 1708593"/>
                <a:gd name="connsiteX843" fmla="*/ 850154 w 2957425"/>
                <a:gd name="connsiteY843" fmla="*/ 847785 h 1708593"/>
                <a:gd name="connsiteX844" fmla="*/ 937343 w 2957425"/>
                <a:gd name="connsiteY844" fmla="*/ 890203 h 1708593"/>
                <a:gd name="connsiteX845" fmla="*/ 1025586 w 2957425"/>
                <a:gd name="connsiteY845" fmla="*/ 847785 h 1708593"/>
                <a:gd name="connsiteX846" fmla="*/ 1115684 w 2957425"/>
                <a:gd name="connsiteY846" fmla="*/ 800422 h 1708593"/>
                <a:gd name="connsiteX847" fmla="*/ 1124860 w 2957425"/>
                <a:gd name="connsiteY847" fmla="*/ 800136 h 1708593"/>
                <a:gd name="connsiteX848" fmla="*/ 1134151 w 2957425"/>
                <a:gd name="connsiteY848" fmla="*/ 800422 h 1708593"/>
                <a:gd name="connsiteX849" fmla="*/ 1225295 w 2957425"/>
                <a:gd name="connsiteY849" fmla="*/ 847785 h 1708593"/>
                <a:gd name="connsiteX850" fmla="*/ 1312377 w 2957425"/>
                <a:gd name="connsiteY850" fmla="*/ 890203 h 1708593"/>
                <a:gd name="connsiteX851" fmla="*/ 1400620 w 2957425"/>
                <a:gd name="connsiteY851" fmla="*/ 847785 h 1708593"/>
                <a:gd name="connsiteX852" fmla="*/ 1490715 w 2957425"/>
                <a:gd name="connsiteY852" fmla="*/ 800422 h 1708593"/>
                <a:gd name="connsiteX853" fmla="*/ 1499902 w 2957425"/>
                <a:gd name="connsiteY853" fmla="*/ 800136 h 1708593"/>
                <a:gd name="connsiteX854" fmla="*/ 1509200 w 2957425"/>
                <a:gd name="connsiteY854" fmla="*/ 800422 h 1708593"/>
                <a:gd name="connsiteX855" fmla="*/ 1600457 w 2957425"/>
                <a:gd name="connsiteY855" fmla="*/ 847785 h 1708593"/>
                <a:gd name="connsiteX856" fmla="*/ 1672675 w 2957425"/>
                <a:gd name="connsiteY856" fmla="*/ 889286 h 1708593"/>
                <a:gd name="connsiteX857" fmla="*/ 1687656 w 2957425"/>
                <a:gd name="connsiteY857" fmla="*/ 890203 h 1708593"/>
                <a:gd name="connsiteX858" fmla="*/ 1702991 w 2957425"/>
                <a:gd name="connsiteY858" fmla="*/ 889286 h 1708593"/>
                <a:gd name="connsiteX859" fmla="*/ 1775902 w 2957425"/>
                <a:gd name="connsiteY859" fmla="*/ 847785 h 1708593"/>
                <a:gd name="connsiteX860" fmla="*/ 1865985 w 2957425"/>
                <a:gd name="connsiteY860" fmla="*/ 800422 h 1708593"/>
                <a:gd name="connsiteX861" fmla="*/ 1875171 w 2957425"/>
                <a:gd name="connsiteY861" fmla="*/ 800136 h 1708593"/>
                <a:gd name="connsiteX862" fmla="*/ 1884453 w 2957425"/>
                <a:gd name="connsiteY862" fmla="*/ 800422 h 1708593"/>
                <a:gd name="connsiteX863" fmla="*/ 1975602 w 2957425"/>
                <a:gd name="connsiteY863" fmla="*/ 847785 h 1708593"/>
                <a:gd name="connsiteX864" fmla="*/ 2047561 w 2957425"/>
                <a:gd name="connsiteY864" fmla="*/ 889286 h 1708593"/>
                <a:gd name="connsiteX865" fmla="*/ 2062687 w 2957425"/>
                <a:gd name="connsiteY865" fmla="*/ 890203 h 1708593"/>
                <a:gd name="connsiteX866" fmla="*/ 2078025 w 2957425"/>
                <a:gd name="connsiteY866" fmla="*/ 889286 h 1708593"/>
                <a:gd name="connsiteX867" fmla="*/ 2150933 w 2957425"/>
                <a:gd name="connsiteY867" fmla="*/ 847785 h 1708593"/>
                <a:gd name="connsiteX868" fmla="*/ 2241019 w 2957425"/>
                <a:gd name="connsiteY868" fmla="*/ 800422 h 1708593"/>
                <a:gd name="connsiteX869" fmla="*/ 2250202 w 2957425"/>
                <a:gd name="connsiteY869" fmla="*/ 800136 h 1708593"/>
                <a:gd name="connsiteX870" fmla="*/ 2259500 w 2957425"/>
                <a:gd name="connsiteY870" fmla="*/ 800422 h 1708593"/>
                <a:gd name="connsiteX871" fmla="*/ 2350772 w 2957425"/>
                <a:gd name="connsiteY871" fmla="*/ 847785 h 1708593"/>
                <a:gd name="connsiteX872" fmla="*/ 2422815 w 2957425"/>
                <a:gd name="connsiteY872" fmla="*/ 889286 h 1708593"/>
                <a:gd name="connsiteX873" fmla="*/ 2437959 w 2957425"/>
                <a:gd name="connsiteY873" fmla="*/ 890203 h 1708593"/>
                <a:gd name="connsiteX874" fmla="*/ 2453275 w 2957425"/>
                <a:gd name="connsiteY874" fmla="*/ 889286 h 1708593"/>
                <a:gd name="connsiteX875" fmla="*/ 2526203 w 2957425"/>
                <a:gd name="connsiteY875" fmla="*/ 847785 h 1708593"/>
                <a:gd name="connsiteX876" fmla="*/ 2625475 w 2957425"/>
                <a:gd name="connsiteY876" fmla="*/ 800136 h 1708593"/>
                <a:gd name="connsiteX877" fmla="*/ 2725913 w 2957425"/>
                <a:gd name="connsiteY877" fmla="*/ 847785 h 1708593"/>
                <a:gd name="connsiteX878" fmla="*/ 2797875 w 2957425"/>
                <a:gd name="connsiteY878" fmla="*/ 889286 h 1708593"/>
                <a:gd name="connsiteX879" fmla="*/ 2812992 w 2957425"/>
                <a:gd name="connsiteY879" fmla="*/ 890203 h 1708593"/>
                <a:gd name="connsiteX880" fmla="*/ 2828318 w 2957425"/>
                <a:gd name="connsiteY880" fmla="*/ 889286 h 1708593"/>
                <a:gd name="connsiteX881" fmla="*/ 2901235 w 2957425"/>
                <a:gd name="connsiteY881" fmla="*/ 847785 h 1708593"/>
                <a:gd name="connsiteX882" fmla="*/ 2937888 w 2957425"/>
                <a:gd name="connsiteY882" fmla="*/ 817197 h 1708593"/>
                <a:gd name="connsiteX883" fmla="*/ 2957425 w 2957425"/>
                <a:gd name="connsiteY883" fmla="*/ 808027 h 1708593"/>
                <a:gd name="connsiteX884" fmla="*/ 2957425 w 2957425"/>
                <a:gd name="connsiteY884" fmla="*/ 829459 h 1708593"/>
                <a:gd name="connsiteX885" fmla="*/ 2944748 w 2957425"/>
                <a:gd name="connsiteY885" fmla="*/ 834145 h 1708593"/>
                <a:gd name="connsiteX886" fmla="*/ 2913429 w 2957425"/>
                <a:gd name="connsiteY886" fmla="*/ 860568 h 1708593"/>
                <a:gd name="connsiteX887" fmla="*/ 2822285 w 2957425"/>
                <a:gd name="connsiteY887" fmla="*/ 907931 h 1708593"/>
                <a:gd name="connsiteX888" fmla="*/ 2812992 w 2957425"/>
                <a:gd name="connsiteY888" fmla="*/ 908217 h 1708593"/>
                <a:gd name="connsiteX889" fmla="*/ 2803817 w 2957425"/>
                <a:gd name="connsiteY889" fmla="*/ 907931 h 1708593"/>
                <a:gd name="connsiteX890" fmla="*/ 2713719 w 2957425"/>
                <a:gd name="connsiteY890" fmla="*/ 860568 h 1708593"/>
                <a:gd name="connsiteX891" fmla="*/ 2625475 w 2957425"/>
                <a:gd name="connsiteY891" fmla="*/ 818149 h 1708593"/>
                <a:gd name="connsiteX892" fmla="*/ 2538398 w 2957425"/>
                <a:gd name="connsiteY892" fmla="*/ 860568 h 1708593"/>
                <a:gd name="connsiteX893" fmla="*/ 2447253 w 2957425"/>
                <a:gd name="connsiteY893" fmla="*/ 907931 h 1708593"/>
                <a:gd name="connsiteX894" fmla="*/ 2437959 w 2957425"/>
                <a:gd name="connsiteY894" fmla="*/ 908217 h 1708593"/>
                <a:gd name="connsiteX895" fmla="*/ 2428768 w 2957425"/>
                <a:gd name="connsiteY895" fmla="*/ 907931 h 1708593"/>
                <a:gd name="connsiteX896" fmla="*/ 2338559 w 2957425"/>
                <a:gd name="connsiteY896" fmla="*/ 860568 h 1708593"/>
                <a:gd name="connsiteX897" fmla="*/ 2265570 w 2957425"/>
                <a:gd name="connsiteY897" fmla="*/ 819066 h 1708593"/>
                <a:gd name="connsiteX898" fmla="*/ 2250202 w 2957425"/>
                <a:gd name="connsiteY898" fmla="*/ 818149 h 1708593"/>
                <a:gd name="connsiteX899" fmla="*/ 2235078 w 2957425"/>
                <a:gd name="connsiteY899" fmla="*/ 819066 h 1708593"/>
                <a:gd name="connsiteX900" fmla="*/ 2163119 w 2957425"/>
                <a:gd name="connsiteY900" fmla="*/ 860568 h 1708593"/>
                <a:gd name="connsiteX901" fmla="*/ 2071970 w 2957425"/>
                <a:gd name="connsiteY901" fmla="*/ 907931 h 1708593"/>
                <a:gd name="connsiteX902" fmla="*/ 2062687 w 2957425"/>
                <a:gd name="connsiteY902" fmla="*/ 908217 h 1708593"/>
                <a:gd name="connsiteX903" fmla="*/ 2053502 w 2957425"/>
                <a:gd name="connsiteY903" fmla="*/ 907931 h 1708593"/>
                <a:gd name="connsiteX904" fmla="*/ 1963418 w 2957425"/>
                <a:gd name="connsiteY904" fmla="*/ 860568 h 1708593"/>
                <a:gd name="connsiteX905" fmla="*/ 1890508 w 2957425"/>
                <a:gd name="connsiteY905" fmla="*/ 819066 h 1708593"/>
                <a:gd name="connsiteX906" fmla="*/ 1875171 w 2957425"/>
                <a:gd name="connsiteY906" fmla="*/ 818149 h 1708593"/>
                <a:gd name="connsiteX907" fmla="*/ 1860044 w 2957425"/>
                <a:gd name="connsiteY907" fmla="*/ 819066 h 1708593"/>
                <a:gd name="connsiteX908" fmla="*/ 1788085 w 2957425"/>
                <a:gd name="connsiteY908" fmla="*/ 860568 h 1708593"/>
                <a:gd name="connsiteX909" fmla="*/ 1696936 w 2957425"/>
                <a:gd name="connsiteY909" fmla="*/ 907931 h 1708593"/>
                <a:gd name="connsiteX910" fmla="*/ 1687656 w 2957425"/>
                <a:gd name="connsiteY910" fmla="*/ 908217 h 1708593"/>
                <a:gd name="connsiteX911" fmla="*/ 1678456 w 2957425"/>
                <a:gd name="connsiteY911" fmla="*/ 907931 h 1708593"/>
                <a:gd name="connsiteX912" fmla="*/ 1588259 w 2957425"/>
                <a:gd name="connsiteY912" fmla="*/ 860568 h 1708593"/>
                <a:gd name="connsiteX913" fmla="*/ 1515254 w 2957425"/>
                <a:gd name="connsiteY913" fmla="*/ 819066 h 1708593"/>
                <a:gd name="connsiteX914" fmla="*/ 1499902 w 2957425"/>
                <a:gd name="connsiteY914" fmla="*/ 818149 h 1708593"/>
                <a:gd name="connsiteX915" fmla="*/ 1484938 w 2957425"/>
                <a:gd name="connsiteY915" fmla="*/ 819066 h 1708593"/>
                <a:gd name="connsiteX916" fmla="*/ 1412811 w 2957425"/>
                <a:gd name="connsiteY916" fmla="*/ 860568 h 1708593"/>
                <a:gd name="connsiteX917" fmla="*/ 1312377 w 2957425"/>
                <a:gd name="connsiteY917" fmla="*/ 908217 h 1708593"/>
                <a:gd name="connsiteX918" fmla="*/ 1213103 w 2957425"/>
                <a:gd name="connsiteY918" fmla="*/ 860568 h 1708593"/>
                <a:gd name="connsiteX919" fmla="*/ 1140203 w 2957425"/>
                <a:gd name="connsiteY919" fmla="*/ 819066 h 1708593"/>
                <a:gd name="connsiteX920" fmla="*/ 1124860 w 2957425"/>
                <a:gd name="connsiteY920" fmla="*/ 818149 h 1708593"/>
                <a:gd name="connsiteX921" fmla="*/ 1109907 w 2957425"/>
                <a:gd name="connsiteY921" fmla="*/ 819066 h 1708593"/>
                <a:gd name="connsiteX922" fmla="*/ 1037780 w 2957425"/>
                <a:gd name="connsiteY922" fmla="*/ 860568 h 1708593"/>
                <a:gd name="connsiteX923" fmla="*/ 937343 w 2957425"/>
                <a:gd name="connsiteY923" fmla="*/ 908217 h 1708593"/>
                <a:gd name="connsiteX924" fmla="*/ 837942 w 2957425"/>
                <a:gd name="connsiteY924" fmla="*/ 860568 h 1708593"/>
                <a:gd name="connsiteX925" fmla="*/ 764952 w 2957425"/>
                <a:gd name="connsiteY925" fmla="*/ 819066 h 1708593"/>
                <a:gd name="connsiteX926" fmla="*/ 749586 w 2957425"/>
                <a:gd name="connsiteY926" fmla="*/ 818149 h 1708593"/>
                <a:gd name="connsiteX927" fmla="*/ 734638 w 2957425"/>
                <a:gd name="connsiteY927" fmla="*/ 819066 h 1708593"/>
                <a:gd name="connsiteX928" fmla="*/ 662511 w 2957425"/>
                <a:gd name="connsiteY928" fmla="*/ 860568 h 1708593"/>
                <a:gd name="connsiteX929" fmla="*/ 562069 w 2957425"/>
                <a:gd name="connsiteY929" fmla="*/ 908217 h 1708593"/>
                <a:gd name="connsiteX930" fmla="*/ 462743 w 2957425"/>
                <a:gd name="connsiteY930" fmla="*/ 860568 h 1708593"/>
                <a:gd name="connsiteX931" fmla="*/ 375034 w 2957425"/>
                <a:gd name="connsiteY931" fmla="*/ 818149 h 1708593"/>
                <a:gd name="connsiteX932" fmla="*/ 287371 w 2957425"/>
                <a:gd name="connsiteY932" fmla="*/ 860568 h 1708593"/>
                <a:gd name="connsiteX933" fmla="*/ 187517 w 2957425"/>
                <a:gd name="connsiteY933" fmla="*/ 908217 h 1708593"/>
                <a:gd name="connsiteX934" fmla="*/ 87663 w 2957425"/>
                <a:gd name="connsiteY934" fmla="*/ 860568 h 1708593"/>
                <a:gd name="connsiteX935" fmla="*/ 0 w 2957425"/>
                <a:gd name="connsiteY935" fmla="*/ 818149 h 1708593"/>
                <a:gd name="connsiteX936" fmla="*/ 0 w 2957425"/>
                <a:gd name="connsiteY936" fmla="*/ 700961 h 1708593"/>
                <a:gd name="connsiteX937" fmla="*/ 99855 w 2957425"/>
                <a:gd name="connsiteY937" fmla="*/ 747967 h 1708593"/>
                <a:gd name="connsiteX938" fmla="*/ 187517 w 2957425"/>
                <a:gd name="connsiteY938" fmla="*/ 790330 h 1708593"/>
                <a:gd name="connsiteX939" fmla="*/ 275179 w 2957425"/>
                <a:gd name="connsiteY939" fmla="*/ 747967 h 1708593"/>
                <a:gd name="connsiteX940" fmla="*/ 375034 w 2957425"/>
                <a:gd name="connsiteY940" fmla="*/ 700961 h 1708593"/>
                <a:gd name="connsiteX941" fmla="*/ 474941 w 2957425"/>
                <a:gd name="connsiteY941" fmla="*/ 747967 h 1708593"/>
                <a:gd name="connsiteX942" fmla="*/ 562069 w 2957425"/>
                <a:gd name="connsiteY942" fmla="*/ 790330 h 1708593"/>
                <a:gd name="connsiteX943" fmla="*/ 650315 w 2957425"/>
                <a:gd name="connsiteY943" fmla="*/ 747967 h 1708593"/>
                <a:gd name="connsiteX944" fmla="*/ 740506 w 2957425"/>
                <a:gd name="connsiteY944" fmla="*/ 701241 h 1708593"/>
                <a:gd name="connsiteX945" fmla="*/ 749586 w 2957425"/>
                <a:gd name="connsiteY945" fmla="*/ 700961 h 1708593"/>
                <a:gd name="connsiteX946" fmla="*/ 758889 w 2957425"/>
                <a:gd name="connsiteY946" fmla="*/ 701241 h 1708593"/>
                <a:gd name="connsiteX947" fmla="*/ 850154 w 2957425"/>
                <a:gd name="connsiteY947" fmla="*/ 747967 h 1708593"/>
                <a:gd name="connsiteX948" fmla="*/ 937343 w 2957425"/>
                <a:gd name="connsiteY948" fmla="*/ 790330 h 1708593"/>
                <a:gd name="connsiteX949" fmla="*/ 1025586 w 2957425"/>
                <a:gd name="connsiteY949" fmla="*/ 747967 h 1708593"/>
                <a:gd name="connsiteX950" fmla="*/ 1115684 w 2957425"/>
                <a:gd name="connsiteY950" fmla="*/ 701241 h 1708593"/>
                <a:gd name="connsiteX951" fmla="*/ 1124860 w 2957425"/>
                <a:gd name="connsiteY951" fmla="*/ 700961 h 1708593"/>
                <a:gd name="connsiteX952" fmla="*/ 1134151 w 2957425"/>
                <a:gd name="connsiteY952" fmla="*/ 701241 h 1708593"/>
                <a:gd name="connsiteX953" fmla="*/ 1225295 w 2957425"/>
                <a:gd name="connsiteY953" fmla="*/ 747967 h 1708593"/>
                <a:gd name="connsiteX954" fmla="*/ 1312377 w 2957425"/>
                <a:gd name="connsiteY954" fmla="*/ 790330 h 1708593"/>
                <a:gd name="connsiteX955" fmla="*/ 1400620 w 2957425"/>
                <a:gd name="connsiteY955" fmla="*/ 747967 h 1708593"/>
                <a:gd name="connsiteX956" fmla="*/ 1490715 w 2957425"/>
                <a:gd name="connsiteY956" fmla="*/ 701241 h 1708593"/>
                <a:gd name="connsiteX957" fmla="*/ 1499902 w 2957425"/>
                <a:gd name="connsiteY957" fmla="*/ 700961 h 1708593"/>
                <a:gd name="connsiteX958" fmla="*/ 1509200 w 2957425"/>
                <a:gd name="connsiteY958" fmla="*/ 701241 h 1708593"/>
                <a:gd name="connsiteX959" fmla="*/ 1600457 w 2957425"/>
                <a:gd name="connsiteY959" fmla="*/ 747967 h 1708593"/>
                <a:gd name="connsiteX960" fmla="*/ 1672675 w 2957425"/>
                <a:gd name="connsiteY960" fmla="*/ 789438 h 1708593"/>
                <a:gd name="connsiteX961" fmla="*/ 1687656 w 2957425"/>
                <a:gd name="connsiteY961" fmla="*/ 790330 h 1708593"/>
                <a:gd name="connsiteX962" fmla="*/ 1702991 w 2957425"/>
                <a:gd name="connsiteY962" fmla="*/ 789438 h 1708593"/>
                <a:gd name="connsiteX963" fmla="*/ 1775902 w 2957425"/>
                <a:gd name="connsiteY963" fmla="*/ 747967 h 1708593"/>
                <a:gd name="connsiteX964" fmla="*/ 1865985 w 2957425"/>
                <a:gd name="connsiteY964" fmla="*/ 701241 h 1708593"/>
                <a:gd name="connsiteX965" fmla="*/ 1875171 w 2957425"/>
                <a:gd name="connsiteY965" fmla="*/ 700961 h 1708593"/>
                <a:gd name="connsiteX966" fmla="*/ 1884453 w 2957425"/>
                <a:gd name="connsiteY966" fmla="*/ 701241 h 1708593"/>
                <a:gd name="connsiteX967" fmla="*/ 1975602 w 2957425"/>
                <a:gd name="connsiteY967" fmla="*/ 747967 h 1708593"/>
                <a:gd name="connsiteX968" fmla="*/ 2047561 w 2957425"/>
                <a:gd name="connsiteY968" fmla="*/ 789438 h 1708593"/>
                <a:gd name="connsiteX969" fmla="*/ 2062687 w 2957425"/>
                <a:gd name="connsiteY969" fmla="*/ 790330 h 1708593"/>
                <a:gd name="connsiteX970" fmla="*/ 2078025 w 2957425"/>
                <a:gd name="connsiteY970" fmla="*/ 789438 h 1708593"/>
                <a:gd name="connsiteX971" fmla="*/ 2150933 w 2957425"/>
                <a:gd name="connsiteY971" fmla="*/ 747967 h 1708593"/>
                <a:gd name="connsiteX972" fmla="*/ 2241019 w 2957425"/>
                <a:gd name="connsiteY972" fmla="*/ 701241 h 1708593"/>
                <a:gd name="connsiteX973" fmla="*/ 2250202 w 2957425"/>
                <a:gd name="connsiteY973" fmla="*/ 700961 h 1708593"/>
                <a:gd name="connsiteX974" fmla="*/ 2259500 w 2957425"/>
                <a:gd name="connsiteY974" fmla="*/ 701241 h 1708593"/>
                <a:gd name="connsiteX975" fmla="*/ 2350772 w 2957425"/>
                <a:gd name="connsiteY975" fmla="*/ 747967 h 1708593"/>
                <a:gd name="connsiteX976" fmla="*/ 2422815 w 2957425"/>
                <a:gd name="connsiteY976" fmla="*/ 789438 h 1708593"/>
                <a:gd name="connsiteX977" fmla="*/ 2437959 w 2957425"/>
                <a:gd name="connsiteY977" fmla="*/ 790330 h 1708593"/>
                <a:gd name="connsiteX978" fmla="*/ 2453275 w 2957425"/>
                <a:gd name="connsiteY978" fmla="*/ 789438 h 1708593"/>
                <a:gd name="connsiteX979" fmla="*/ 2526203 w 2957425"/>
                <a:gd name="connsiteY979" fmla="*/ 747967 h 1708593"/>
                <a:gd name="connsiteX980" fmla="*/ 2625475 w 2957425"/>
                <a:gd name="connsiteY980" fmla="*/ 700961 h 1708593"/>
                <a:gd name="connsiteX981" fmla="*/ 2725913 w 2957425"/>
                <a:gd name="connsiteY981" fmla="*/ 747967 h 1708593"/>
                <a:gd name="connsiteX982" fmla="*/ 2797875 w 2957425"/>
                <a:gd name="connsiteY982" fmla="*/ 789438 h 1708593"/>
                <a:gd name="connsiteX983" fmla="*/ 2812992 w 2957425"/>
                <a:gd name="connsiteY983" fmla="*/ 790330 h 1708593"/>
                <a:gd name="connsiteX984" fmla="*/ 2828318 w 2957425"/>
                <a:gd name="connsiteY984" fmla="*/ 789438 h 1708593"/>
                <a:gd name="connsiteX985" fmla="*/ 2901235 w 2957425"/>
                <a:gd name="connsiteY985" fmla="*/ 747967 h 1708593"/>
                <a:gd name="connsiteX986" fmla="*/ 2937883 w 2957425"/>
                <a:gd name="connsiteY986" fmla="*/ 717683 h 1708593"/>
                <a:gd name="connsiteX987" fmla="*/ 2957425 w 2957425"/>
                <a:gd name="connsiteY987" fmla="*/ 708682 h 1708593"/>
                <a:gd name="connsiteX988" fmla="*/ 2957425 w 2957425"/>
                <a:gd name="connsiteY988" fmla="*/ 730070 h 1708593"/>
                <a:gd name="connsiteX989" fmla="*/ 2944743 w 2957425"/>
                <a:gd name="connsiteY989" fmla="*/ 734685 h 1708593"/>
                <a:gd name="connsiteX990" fmla="*/ 2913429 w 2957425"/>
                <a:gd name="connsiteY990" fmla="*/ 761314 h 1708593"/>
                <a:gd name="connsiteX991" fmla="*/ 2822285 w 2957425"/>
                <a:gd name="connsiteY991" fmla="*/ 808035 h 1708593"/>
                <a:gd name="connsiteX992" fmla="*/ 2812992 w 2957425"/>
                <a:gd name="connsiteY992" fmla="*/ 808320 h 1708593"/>
                <a:gd name="connsiteX993" fmla="*/ 2803817 w 2957425"/>
                <a:gd name="connsiteY993" fmla="*/ 808035 h 1708593"/>
                <a:gd name="connsiteX994" fmla="*/ 2713719 w 2957425"/>
                <a:gd name="connsiteY994" fmla="*/ 761314 h 1708593"/>
                <a:gd name="connsiteX995" fmla="*/ 2625475 w 2957425"/>
                <a:gd name="connsiteY995" fmla="*/ 718951 h 1708593"/>
                <a:gd name="connsiteX996" fmla="*/ 2538398 w 2957425"/>
                <a:gd name="connsiteY996" fmla="*/ 761314 h 1708593"/>
                <a:gd name="connsiteX997" fmla="*/ 2447253 w 2957425"/>
                <a:gd name="connsiteY997" fmla="*/ 808035 h 1708593"/>
                <a:gd name="connsiteX998" fmla="*/ 2437959 w 2957425"/>
                <a:gd name="connsiteY998" fmla="*/ 808320 h 1708593"/>
                <a:gd name="connsiteX999" fmla="*/ 2428768 w 2957425"/>
                <a:gd name="connsiteY999" fmla="*/ 808035 h 1708593"/>
                <a:gd name="connsiteX1000" fmla="*/ 2338559 w 2957425"/>
                <a:gd name="connsiteY1000" fmla="*/ 761314 h 1708593"/>
                <a:gd name="connsiteX1001" fmla="*/ 2265570 w 2957425"/>
                <a:gd name="connsiteY1001" fmla="*/ 719843 h 1708593"/>
                <a:gd name="connsiteX1002" fmla="*/ 2250202 w 2957425"/>
                <a:gd name="connsiteY1002" fmla="*/ 718951 h 1708593"/>
                <a:gd name="connsiteX1003" fmla="*/ 2235078 w 2957425"/>
                <a:gd name="connsiteY1003" fmla="*/ 719843 h 1708593"/>
                <a:gd name="connsiteX1004" fmla="*/ 2163119 w 2957425"/>
                <a:gd name="connsiteY1004" fmla="*/ 761314 h 1708593"/>
                <a:gd name="connsiteX1005" fmla="*/ 2071970 w 2957425"/>
                <a:gd name="connsiteY1005" fmla="*/ 808035 h 1708593"/>
                <a:gd name="connsiteX1006" fmla="*/ 2062687 w 2957425"/>
                <a:gd name="connsiteY1006" fmla="*/ 808320 h 1708593"/>
                <a:gd name="connsiteX1007" fmla="*/ 2053502 w 2957425"/>
                <a:gd name="connsiteY1007" fmla="*/ 808035 h 1708593"/>
                <a:gd name="connsiteX1008" fmla="*/ 1963418 w 2957425"/>
                <a:gd name="connsiteY1008" fmla="*/ 761314 h 1708593"/>
                <a:gd name="connsiteX1009" fmla="*/ 1890508 w 2957425"/>
                <a:gd name="connsiteY1009" fmla="*/ 719843 h 1708593"/>
                <a:gd name="connsiteX1010" fmla="*/ 1875171 w 2957425"/>
                <a:gd name="connsiteY1010" fmla="*/ 718951 h 1708593"/>
                <a:gd name="connsiteX1011" fmla="*/ 1860044 w 2957425"/>
                <a:gd name="connsiteY1011" fmla="*/ 719843 h 1708593"/>
                <a:gd name="connsiteX1012" fmla="*/ 1788085 w 2957425"/>
                <a:gd name="connsiteY1012" fmla="*/ 761314 h 1708593"/>
                <a:gd name="connsiteX1013" fmla="*/ 1696936 w 2957425"/>
                <a:gd name="connsiteY1013" fmla="*/ 808035 h 1708593"/>
                <a:gd name="connsiteX1014" fmla="*/ 1687656 w 2957425"/>
                <a:gd name="connsiteY1014" fmla="*/ 808320 h 1708593"/>
                <a:gd name="connsiteX1015" fmla="*/ 1678456 w 2957425"/>
                <a:gd name="connsiteY1015" fmla="*/ 808035 h 1708593"/>
                <a:gd name="connsiteX1016" fmla="*/ 1588259 w 2957425"/>
                <a:gd name="connsiteY1016" fmla="*/ 761314 h 1708593"/>
                <a:gd name="connsiteX1017" fmla="*/ 1515254 w 2957425"/>
                <a:gd name="connsiteY1017" fmla="*/ 719843 h 1708593"/>
                <a:gd name="connsiteX1018" fmla="*/ 1499902 w 2957425"/>
                <a:gd name="connsiteY1018" fmla="*/ 718951 h 1708593"/>
                <a:gd name="connsiteX1019" fmla="*/ 1484938 w 2957425"/>
                <a:gd name="connsiteY1019" fmla="*/ 719843 h 1708593"/>
                <a:gd name="connsiteX1020" fmla="*/ 1412811 w 2957425"/>
                <a:gd name="connsiteY1020" fmla="*/ 761314 h 1708593"/>
                <a:gd name="connsiteX1021" fmla="*/ 1312377 w 2957425"/>
                <a:gd name="connsiteY1021" fmla="*/ 808320 h 1708593"/>
                <a:gd name="connsiteX1022" fmla="*/ 1213103 w 2957425"/>
                <a:gd name="connsiteY1022" fmla="*/ 761314 h 1708593"/>
                <a:gd name="connsiteX1023" fmla="*/ 1140203 w 2957425"/>
                <a:gd name="connsiteY1023" fmla="*/ 719843 h 1708593"/>
                <a:gd name="connsiteX1024" fmla="*/ 1124860 w 2957425"/>
                <a:gd name="connsiteY1024" fmla="*/ 718951 h 1708593"/>
                <a:gd name="connsiteX1025" fmla="*/ 1109907 w 2957425"/>
                <a:gd name="connsiteY1025" fmla="*/ 719843 h 1708593"/>
                <a:gd name="connsiteX1026" fmla="*/ 1037780 w 2957425"/>
                <a:gd name="connsiteY1026" fmla="*/ 761314 h 1708593"/>
                <a:gd name="connsiteX1027" fmla="*/ 937343 w 2957425"/>
                <a:gd name="connsiteY1027" fmla="*/ 808320 h 1708593"/>
                <a:gd name="connsiteX1028" fmla="*/ 837942 w 2957425"/>
                <a:gd name="connsiteY1028" fmla="*/ 761314 h 1708593"/>
                <a:gd name="connsiteX1029" fmla="*/ 764952 w 2957425"/>
                <a:gd name="connsiteY1029" fmla="*/ 719843 h 1708593"/>
                <a:gd name="connsiteX1030" fmla="*/ 749586 w 2957425"/>
                <a:gd name="connsiteY1030" fmla="*/ 718951 h 1708593"/>
                <a:gd name="connsiteX1031" fmla="*/ 734638 w 2957425"/>
                <a:gd name="connsiteY1031" fmla="*/ 719843 h 1708593"/>
                <a:gd name="connsiteX1032" fmla="*/ 662511 w 2957425"/>
                <a:gd name="connsiteY1032" fmla="*/ 761314 h 1708593"/>
                <a:gd name="connsiteX1033" fmla="*/ 562069 w 2957425"/>
                <a:gd name="connsiteY1033" fmla="*/ 808320 h 1708593"/>
                <a:gd name="connsiteX1034" fmla="*/ 462743 w 2957425"/>
                <a:gd name="connsiteY1034" fmla="*/ 761314 h 1708593"/>
                <a:gd name="connsiteX1035" fmla="*/ 375034 w 2957425"/>
                <a:gd name="connsiteY1035" fmla="*/ 718951 h 1708593"/>
                <a:gd name="connsiteX1036" fmla="*/ 287371 w 2957425"/>
                <a:gd name="connsiteY1036" fmla="*/ 761314 h 1708593"/>
                <a:gd name="connsiteX1037" fmla="*/ 187517 w 2957425"/>
                <a:gd name="connsiteY1037" fmla="*/ 808320 h 1708593"/>
                <a:gd name="connsiteX1038" fmla="*/ 87663 w 2957425"/>
                <a:gd name="connsiteY1038" fmla="*/ 761314 h 1708593"/>
                <a:gd name="connsiteX1039" fmla="*/ 0 w 2957425"/>
                <a:gd name="connsiteY1039" fmla="*/ 718951 h 1708593"/>
                <a:gd name="connsiteX1040" fmla="*/ 0 w 2957425"/>
                <a:gd name="connsiteY1040" fmla="*/ 600343 h 1708593"/>
                <a:gd name="connsiteX1041" fmla="*/ 99855 w 2957425"/>
                <a:gd name="connsiteY1041" fmla="*/ 647349 h 1708593"/>
                <a:gd name="connsiteX1042" fmla="*/ 187517 w 2957425"/>
                <a:gd name="connsiteY1042" fmla="*/ 689712 h 1708593"/>
                <a:gd name="connsiteX1043" fmla="*/ 275179 w 2957425"/>
                <a:gd name="connsiteY1043" fmla="*/ 647349 h 1708593"/>
                <a:gd name="connsiteX1044" fmla="*/ 375034 w 2957425"/>
                <a:gd name="connsiteY1044" fmla="*/ 600343 h 1708593"/>
                <a:gd name="connsiteX1045" fmla="*/ 474941 w 2957425"/>
                <a:gd name="connsiteY1045" fmla="*/ 647349 h 1708593"/>
                <a:gd name="connsiteX1046" fmla="*/ 562069 w 2957425"/>
                <a:gd name="connsiteY1046" fmla="*/ 689712 h 1708593"/>
                <a:gd name="connsiteX1047" fmla="*/ 650315 w 2957425"/>
                <a:gd name="connsiteY1047" fmla="*/ 647349 h 1708593"/>
                <a:gd name="connsiteX1048" fmla="*/ 740506 w 2957425"/>
                <a:gd name="connsiteY1048" fmla="*/ 600622 h 1708593"/>
                <a:gd name="connsiteX1049" fmla="*/ 749586 w 2957425"/>
                <a:gd name="connsiteY1049" fmla="*/ 600343 h 1708593"/>
                <a:gd name="connsiteX1050" fmla="*/ 758889 w 2957425"/>
                <a:gd name="connsiteY1050" fmla="*/ 600622 h 1708593"/>
                <a:gd name="connsiteX1051" fmla="*/ 850154 w 2957425"/>
                <a:gd name="connsiteY1051" fmla="*/ 647349 h 1708593"/>
                <a:gd name="connsiteX1052" fmla="*/ 937343 w 2957425"/>
                <a:gd name="connsiteY1052" fmla="*/ 689712 h 1708593"/>
                <a:gd name="connsiteX1053" fmla="*/ 1025586 w 2957425"/>
                <a:gd name="connsiteY1053" fmla="*/ 647349 h 1708593"/>
                <a:gd name="connsiteX1054" fmla="*/ 1115684 w 2957425"/>
                <a:gd name="connsiteY1054" fmla="*/ 600622 h 1708593"/>
                <a:gd name="connsiteX1055" fmla="*/ 1124860 w 2957425"/>
                <a:gd name="connsiteY1055" fmla="*/ 600343 h 1708593"/>
                <a:gd name="connsiteX1056" fmla="*/ 1134151 w 2957425"/>
                <a:gd name="connsiteY1056" fmla="*/ 600622 h 1708593"/>
                <a:gd name="connsiteX1057" fmla="*/ 1225295 w 2957425"/>
                <a:gd name="connsiteY1057" fmla="*/ 647349 h 1708593"/>
                <a:gd name="connsiteX1058" fmla="*/ 1312377 w 2957425"/>
                <a:gd name="connsiteY1058" fmla="*/ 689712 h 1708593"/>
                <a:gd name="connsiteX1059" fmla="*/ 1400620 w 2957425"/>
                <a:gd name="connsiteY1059" fmla="*/ 647349 h 1708593"/>
                <a:gd name="connsiteX1060" fmla="*/ 1490715 w 2957425"/>
                <a:gd name="connsiteY1060" fmla="*/ 600622 h 1708593"/>
                <a:gd name="connsiteX1061" fmla="*/ 1499902 w 2957425"/>
                <a:gd name="connsiteY1061" fmla="*/ 600343 h 1708593"/>
                <a:gd name="connsiteX1062" fmla="*/ 1509200 w 2957425"/>
                <a:gd name="connsiteY1062" fmla="*/ 600622 h 1708593"/>
                <a:gd name="connsiteX1063" fmla="*/ 1600457 w 2957425"/>
                <a:gd name="connsiteY1063" fmla="*/ 647349 h 1708593"/>
                <a:gd name="connsiteX1064" fmla="*/ 1672675 w 2957425"/>
                <a:gd name="connsiteY1064" fmla="*/ 688820 h 1708593"/>
                <a:gd name="connsiteX1065" fmla="*/ 1687656 w 2957425"/>
                <a:gd name="connsiteY1065" fmla="*/ 689712 h 1708593"/>
                <a:gd name="connsiteX1066" fmla="*/ 1702991 w 2957425"/>
                <a:gd name="connsiteY1066" fmla="*/ 688796 h 1708593"/>
                <a:gd name="connsiteX1067" fmla="*/ 1775902 w 2957425"/>
                <a:gd name="connsiteY1067" fmla="*/ 647349 h 1708593"/>
                <a:gd name="connsiteX1068" fmla="*/ 1865985 w 2957425"/>
                <a:gd name="connsiteY1068" fmla="*/ 600622 h 1708593"/>
                <a:gd name="connsiteX1069" fmla="*/ 1875171 w 2957425"/>
                <a:gd name="connsiteY1069" fmla="*/ 600343 h 1708593"/>
                <a:gd name="connsiteX1070" fmla="*/ 1884453 w 2957425"/>
                <a:gd name="connsiteY1070" fmla="*/ 600622 h 1708593"/>
                <a:gd name="connsiteX1071" fmla="*/ 1975602 w 2957425"/>
                <a:gd name="connsiteY1071" fmla="*/ 647349 h 1708593"/>
                <a:gd name="connsiteX1072" fmla="*/ 2047561 w 2957425"/>
                <a:gd name="connsiteY1072" fmla="*/ 688820 h 1708593"/>
                <a:gd name="connsiteX1073" fmla="*/ 2062687 w 2957425"/>
                <a:gd name="connsiteY1073" fmla="*/ 689712 h 1708593"/>
                <a:gd name="connsiteX1074" fmla="*/ 2078025 w 2957425"/>
                <a:gd name="connsiteY1074" fmla="*/ 688796 h 1708593"/>
                <a:gd name="connsiteX1075" fmla="*/ 2150933 w 2957425"/>
                <a:gd name="connsiteY1075" fmla="*/ 647349 h 1708593"/>
                <a:gd name="connsiteX1076" fmla="*/ 2241019 w 2957425"/>
                <a:gd name="connsiteY1076" fmla="*/ 600622 h 1708593"/>
                <a:gd name="connsiteX1077" fmla="*/ 2250202 w 2957425"/>
                <a:gd name="connsiteY1077" fmla="*/ 600343 h 1708593"/>
                <a:gd name="connsiteX1078" fmla="*/ 2259500 w 2957425"/>
                <a:gd name="connsiteY1078" fmla="*/ 600622 h 1708593"/>
                <a:gd name="connsiteX1079" fmla="*/ 2350772 w 2957425"/>
                <a:gd name="connsiteY1079" fmla="*/ 647349 h 1708593"/>
                <a:gd name="connsiteX1080" fmla="*/ 2422815 w 2957425"/>
                <a:gd name="connsiteY1080" fmla="*/ 688820 h 1708593"/>
                <a:gd name="connsiteX1081" fmla="*/ 2437959 w 2957425"/>
                <a:gd name="connsiteY1081" fmla="*/ 689712 h 1708593"/>
                <a:gd name="connsiteX1082" fmla="*/ 2453275 w 2957425"/>
                <a:gd name="connsiteY1082" fmla="*/ 688796 h 1708593"/>
                <a:gd name="connsiteX1083" fmla="*/ 2526203 w 2957425"/>
                <a:gd name="connsiteY1083" fmla="*/ 647349 h 1708593"/>
                <a:gd name="connsiteX1084" fmla="*/ 2625475 w 2957425"/>
                <a:gd name="connsiteY1084" fmla="*/ 600343 h 1708593"/>
                <a:gd name="connsiteX1085" fmla="*/ 2725913 w 2957425"/>
                <a:gd name="connsiteY1085" fmla="*/ 647349 h 1708593"/>
                <a:gd name="connsiteX1086" fmla="*/ 2797875 w 2957425"/>
                <a:gd name="connsiteY1086" fmla="*/ 688820 h 1708593"/>
                <a:gd name="connsiteX1087" fmla="*/ 2812992 w 2957425"/>
                <a:gd name="connsiteY1087" fmla="*/ 689712 h 1708593"/>
                <a:gd name="connsiteX1088" fmla="*/ 2828318 w 2957425"/>
                <a:gd name="connsiteY1088" fmla="*/ 688796 h 1708593"/>
                <a:gd name="connsiteX1089" fmla="*/ 2901235 w 2957425"/>
                <a:gd name="connsiteY1089" fmla="*/ 647349 h 1708593"/>
                <a:gd name="connsiteX1090" fmla="*/ 2937877 w 2957425"/>
                <a:gd name="connsiteY1090" fmla="*/ 617064 h 1708593"/>
                <a:gd name="connsiteX1091" fmla="*/ 2957425 w 2957425"/>
                <a:gd name="connsiteY1091" fmla="*/ 608060 h 1708593"/>
                <a:gd name="connsiteX1092" fmla="*/ 2957425 w 2957425"/>
                <a:gd name="connsiteY1092" fmla="*/ 629043 h 1708593"/>
                <a:gd name="connsiteX1093" fmla="*/ 2944738 w 2957425"/>
                <a:gd name="connsiteY1093" fmla="*/ 633727 h 1708593"/>
                <a:gd name="connsiteX1094" fmla="*/ 2913429 w 2957425"/>
                <a:gd name="connsiteY1094" fmla="*/ 660115 h 1708593"/>
                <a:gd name="connsiteX1095" fmla="*/ 2822285 w 2957425"/>
                <a:gd name="connsiteY1095" fmla="*/ 707416 h 1708593"/>
                <a:gd name="connsiteX1096" fmla="*/ 2812992 w 2957425"/>
                <a:gd name="connsiteY1096" fmla="*/ 707702 h 1708593"/>
                <a:gd name="connsiteX1097" fmla="*/ 2803817 w 2957425"/>
                <a:gd name="connsiteY1097" fmla="*/ 707416 h 1708593"/>
                <a:gd name="connsiteX1098" fmla="*/ 2713719 w 2957425"/>
                <a:gd name="connsiteY1098" fmla="*/ 660115 h 1708593"/>
                <a:gd name="connsiteX1099" fmla="*/ 2625475 w 2957425"/>
                <a:gd name="connsiteY1099" fmla="*/ 617752 h 1708593"/>
                <a:gd name="connsiteX1100" fmla="*/ 2538398 w 2957425"/>
                <a:gd name="connsiteY1100" fmla="*/ 660115 h 1708593"/>
                <a:gd name="connsiteX1101" fmla="*/ 2447253 w 2957425"/>
                <a:gd name="connsiteY1101" fmla="*/ 707416 h 1708593"/>
                <a:gd name="connsiteX1102" fmla="*/ 2437959 w 2957425"/>
                <a:gd name="connsiteY1102" fmla="*/ 707702 h 1708593"/>
                <a:gd name="connsiteX1103" fmla="*/ 2428768 w 2957425"/>
                <a:gd name="connsiteY1103" fmla="*/ 707416 h 1708593"/>
                <a:gd name="connsiteX1104" fmla="*/ 2338559 w 2957425"/>
                <a:gd name="connsiteY1104" fmla="*/ 660115 h 1708593"/>
                <a:gd name="connsiteX1105" fmla="*/ 2265570 w 2957425"/>
                <a:gd name="connsiteY1105" fmla="*/ 618668 h 1708593"/>
                <a:gd name="connsiteX1106" fmla="*/ 2250202 w 2957425"/>
                <a:gd name="connsiteY1106" fmla="*/ 617752 h 1708593"/>
                <a:gd name="connsiteX1107" fmla="*/ 2235078 w 2957425"/>
                <a:gd name="connsiteY1107" fmla="*/ 618668 h 1708593"/>
                <a:gd name="connsiteX1108" fmla="*/ 2163119 w 2957425"/>
                <a:gd name="connsiteY1108" fmla="*/ 660115 h 1708593"/>
                <a:gd name="connsiteX1109" fmla="*/ 2071970 w 2957425"/>
                <a:gd name="connsiteY1109" fmla="*/ 707416 h 1708593"/>
                <a:gd name="connsiteX1110" fmla="*/ 2062687 w 2957425"/>
                <a:gd name="connsiteY1110" fmla="*/ 707702 h 1708593"/>
                <a:gd name="connsiteX1111" fmla="*/ 2053502 w 2957425"/>
                <a:gd name="connsiteY1111" fmla="*/ 707416 h 1708593"/>
                <a:gd name="connsiteX1112" fmla="*/ 1963418 w 2957425"/>
                <a:gd name="connsiteY1112" fmla="*/ 660115 h 1708593"/>
                <a:gd name="connsiteX1113" fmla="*/ 1890508 w 2957425"/>
                <a:gd name="connsiteY1113" fmla="*/ 618668 h 1708593"/>
                <a:gd name="connsiteX1114" fmla="*/ 1875171 w 2957425"/>
                <a:gd name="connsiteY1114" fmla="*/ 617752 h 1708593"/>
                <a:gd name="connsiteX1115" fmla="*/ 1860044 w 2957425"/>
                <a:gd name="connsiteY1115" fmla="*/ 618668 h 1708593"/>
                <a:gd name="connsiteX1116" fmla="*/ 1788085 w 2957425"/>
                <a:gd name="connsiteY1116" fmla="*/ 660115 h 1708593"/>
                <a:gd name="connsiteX1117" fmla="*/ 1696936 w 2957425"/>
                <a:gd name="connsiteY1117" fmla="*/ 707416 h 1708593"/>
                <a:gd name="connsiteX1118" fmla="*/ 1687656 w 2957425"/>
                <a:gd name="connsiteY1118" fmla="*/ 707702 h 1708593"/>
                <a:gd name="connsiteX1119" fmla="*/ 1678456 w 2957425"/>
                <a:gd name="connsiteY1119" fmla="*/ 707416 h 1708593"/>
                <a:gd name="connsiteX1120" fmla="*/ 1588259 w 2957425"/>
                <a:gd name="connsiteY1120" fmla="*/ 660115 h 1708593"/>
                <a:gd name="connsiteX1121" fmla="*/ 1515254 w 2957425"/>
                <a:gd name="connsiteY1121" fmla="*/ 618668 h 1708593"/>
                <a:gd name="connsiteX1122" fmla="*/ 1499902 w 2957425"/>
                <a:gd name="connsiteY1122" fmla="*/ 617752 h 1708593"/>
                <a:gd name="connsiteX1123" fmla="*/ 1484938 w 2957425"/>
                <a:gd name="connsiteY1123" fmla="*/ 618668 h 1708593"/>
                <a:gd name="connsiteX1124" fmla="*/ 1412811 w 2957425"/>
                <a:gd name="connsiteY1124" fmla="*/ 660115 h 1708593"/>
                <a:gd name="connsiteX1125" fmla="*/ 1312377 w 2957425"/>
                <a:gd name="connsiteY1125" fmla="*/ 707702 h 1708593"/>
                <a:gd name="connsiteX1126" fmla="*/ 1213103 w 2957425"/>
                <a:gd name="connsiteY1126" fmla="*/ 660115 h 1708593"/>
                <a:gd name="connsiteX1127" fmla="*/ 1140203 w 2957425"/>
                <a:gd name="connsiteY1127" fmla="*/ 618668 h 1708593"/>
                <a:gd name="connsiteX1128" fmla="*/ 1124860 w 2957425"/>
                <a:gd name="connsiteY1128" fmla="*/ 617752 h 1708593"/>
                <a:gd name="connsiteX1129" fmla="*/ 1109907 w 2957425"/>
                <a:gd name="connsiteY1129" fmla="*/ 618668 h 1708593"/>
                <a:gd name="connsiteX1130" fmla="*/ 1037780 w 2957425"/>
                <a:gd name="connsiteY1130" fmla="*/ 660115 h 1708593"/>
                <a:gd name="connsiteX1131" fmla="*/ 937343 w 2957425"/>
                <a:gd name="connsiteY1131" fmla="*/ 707702 h 1708593"/>
                <a:gd name="connsiteX1132" fmla="*/ 837942 w 2957425"/>
                <a:gd name="connsiteY1132" fmla="*/ 660115 h 1708593"/>
                <a:gd name="connsiteX1133" fmla="*/ 764952 w 2957425"/>
                <a:gd name="connsiteY1133" fmla="*/ 618668 h 1708593"/>
                <a:gd name="connsiteX1134" fmla="*/ 749586 w 2957425"/>
                <a:gd name="connsiteY1134" fmla="*/ 617752 h 1708593"/>
                <a:gd name="connsiteX1135" fmla="*/ 734638 w 2957425"/>
                <a:gd name="connsiteY1135" fmla="*/ 618668 h 1708593"/>
                <a:gd name="connsiteX1136" fmla="*/ 662511 w 2957425"/>
                <a:gd name="connsiteY1136" fmla="*/ 660115 h 1708593"/>
                <a:gd name="connsiteX1137" fmla="*/ 562069 w 2957425"/>
                <a:gd name="connsiteY1137" fmla="*/ 707702 h 1708593"/>
                <a:gd name="connsiteX1138" fmla="*/ 462743 w 2957425"/>
                <a:gd name="connsiteY1138" fmla="*/ 660115 h 1708593"/>
                <a:gd name="connsiteX1139" fmla="*/ 375034 w 2957425"/>
                <a:gd name="connsiteY1139" fmla="*/ 617752 h 1708593"/>
                <a:gd name="connsiteX1140" fmla="*/ 287371 w 2957425"/>
                <a:gd name="connsiteY1140" fmla="*/ 660115 h 1708593"/>
                <a:gd name="connsiteX1141" fmla="*/ 187517 w 2957425"/>
                <a:gd name="connsiteY1141" fmla="*/ 707702 h 1708593"/>
                <a:gd name="connsiteX1142" fmla="*/ 87663 w 2957425"/>
                <a:gd name="connsiteY1142" fmla="*/ 660115 h 1708593"/>
                <a:gd name="connsiteX1143" fmla="*/ 0 w 2957425"/>
                <a:gd name="connsiteY1143" fmla="*/ 617752 h 1708593"/>
                <a:gd name="connsiteX1144" fmla="*/ 0 w 2957425"/>
                <a:gd name="connsiteY1144" fmla="*/ 500446 h 1708593"/>
                <a:gd name="connsiteX1145" fmla="*/ 99855 w 2957425"/>
                <a:gd name="connsiteY1145" fmla="*/ 548032 h 1708593"/>
                <a:gd name="connsiteX1146" fmla="*/ 187517 w 2957425"/>
                <a:gd name="connsiteY1146" fmla="*/ 590395 h 1708593"/>
                <a:gd name="connsiteX1147" fmla="*/ 275179 w 2957425"/>
                <a:gd name="connsiteY1147" fmla="*/ 548032 h 1708593"/>
                <a:gd name="connsiteX1148" fmla="*/ 375034 w 2957425"/>
                <a:gd name="connsiteY1148" fmla="*/ 500446 h 1708593"/>
                <a:gd name="connsiteX1149" fmla="*/ 474941 w 2957425"/>
                <a:gd name="connsiteY1149" fmla="*/ 548032 h 1708593"/>
                <a:gd name="connsiteX1150" fmla="*/ 562069 w 2957425"/>
                <a:gd name="connsiteY1150" fmla="*/ 590395 h 1708593"/>
                <a:gd name="connsiteX1151" fmla="*/ 650315 w 2957425"/>
                <a:gd name="connsiteY1151" fmla="*/ 548032 h 1708593"/>
                <a:gd name="connsiteX1152" fmla="*/ 740506 w 2957425"/>
                <a:gd name="connsiteY1152" fmla="*/ 500732 h 1708593"/>
                <a:gd name="connsiteX1153" fmla="*/ 749586 w 2957425"/>
                <a:gd name="connsiteY1153" fmla="*/ 500446 h 1708593"/>
                <a:gd name="connsiteX1154" fmla="*/ 758889 w 2957425"/>
                <a:gd name="connsiteY1154" fmla="*/ 500732 h 1708593"/>
                <a:gd name="connsiteX1155" fmla="*/ 850154 w 2957425"/>
                <a:gd name="connsiteY1155" fmla="*/ 548032 h 1708593"/>
                <a:gd name="connsiteX1156" fmla="*/ 937343 w 2957425"/>
                <a:gd name="connsiteY1156" fmla="*/ 590395 h 1708593"/>
                <a:gd name="connsiteX1157" fmla="*/ 1025586 w 2957425"/>
                <a:gd name="connsiteY1157" fmla="*/ 548032 h 1708593"/>
                <a:gd name="connsiteX1158" fmla="*/ 1115684 w 2957425"/>
                <a:gd name="connsiteY1158" fmla="*/ 500732 h 1708593"/>
                <a:gd name="connsiteX1159" fmla="*/ 1124860 w 2957425"/>
                <a:gd name="connsiteY1159" fmla="*/ 500446 h 1708593"/>
                <a:gd name="connsiteX1160" fmla="*/ 1134151 w 2957425"/>
                <a:gd name="connsiteY1160" fmla="*/ 500732 h 1708593"/>
                <a:gd name="connsiteX1161" fmla="*/ 1225295 w 2957425"/>
                <a:gd name="connsiteY1161" fmla="*/ 548032 h 1708593"/>
                <a:gd name="connsiteX1162" fmla="*/ 1312377 w 2957425"/>
                <a:gd name="connsiteY1162" fmla="*/ 590395 h 1708593"/>
                <a:gd name="connsiteX1163" fmla="*/ 1400620 w 2957425"/>
                <a:gd name="connsiteY1163" fmla="*/ 548032 h 1708593"/>
                <a:gd name="connsiteX1164" fmla="*/ 1490715 w 2957425"/>
                <a:gd name="connsiteY1164" fmla="*/ 500732 h 1708593"/>
                <a:gd name="connsiteX1165" fmla="*/ 1499902 w 2957425"/>
                <a:gd name="connsiteY1165" fmla="*/ 500446 h 1708593"/>
                <a:gd name="connsiteX1166" fmla="*/ 1509200 w 2957425"/>
                <a:gd name="connsiteY1166" fmla="*/ 500732 h 1708593"/>
                <a:gd name="connsiteX1167" fmla="*/ 1600457 w 2957425"/>
                <a:gd name="connsiteY1167" fmla="*/ 548032 h 1708593"/>
                <a:gd name="connsiteX1168" fmla="*/ 1672675 w 2957425"/>
                <a:gd name="connsiteY1168" fmla="*/ 589479 h 1708593"/>
                <a:gd name="connsiteX1169" fmla="*/ 1687656 w 2957425"/>
                <a:gd name="connsiteY1169" fmla="*/ 590395 h 1708593"/>
                <a:gd name="connsiteX1170" fmla="*/ 1702991 w 2957425"/>
                <a:gd name="connsiteY1170" fmla="*/ 589479 h 1708593"/>
                <a:gd name="connsiteX1171" fmla="*/ 1775902 w 2957425"/>
                <a:gd name="connsiteY1171" fmla="*/ 548032 h 1708593"/>
                <a:gd name="connsiteX1172" fmla="*/ 1865985 w 2957425"/>
                <a:gd name="connsiteY1172" fmla="*/ 500732 h 1708593"/>
                <a:gd name="connsiteX1173" fmla="*/ 1875171 w 2957425"/>
                <a:gd name="connsiteY1173" fmla="*/ 500446 h 1708593"/>
                <a:gd name="connsiteX1174" fmla="*/ 1884453 w 2957425"/>
                <a:gd name="connsiteY1174" fmla="*/ 500732 h 1708593"/>
                <a:gd name="connsiteX1175" fmla="*/ 1975602 w 2957425"/>
                <a:gd name="connsiteY1175" fmla="*/ 548032 h 1708593"/>
                <a:gd name="connsiteX1176" fmla="*/ 2047561 w 2957425"/>
                <a:gd name="connsiteY1176" fmla="*/ 589479 h 1708593"/>
                <a:gd name="connsiteX1177" fmla="*/ 2062687 w 2957425"/>
                <a:gd name="connsiteY1177" fmla="*/ 590395 h 1708593"/>
                <a:gd name="connsiteX1178" fmla="*/ 2078025 w 2957425"/>
                <a:gd name="connsiteY1178" fmla="*/ 589479 h 1708593"/>
                <a:gd name="connsiteX1179" fmla="*/ 2150933 w 2957425"/>
                <a:gd name="connsiteY1179" fmla="*/ 548032 h 1708593"/>
                <a:gd name="connsiteX1180" fmla="*/ 2241019 w 2957425"/>
                <a:gd name="connsiteY1180" fmla="*/ 500732 h 1708593"/>
                <a:gd name="connsiteX1181" fmla="*/ 2250202 w 2957425"/>
                <a:gd name="connsiteY1181" fmla="*/ 500446 h 1708593"/>
                <a:gd name="connsiteX1182" fmla="*/ 2259500 w 2957425"/>
                <a:gd name="connsiteY1182" fmla="*/ 500732 h 1708593"/>
                <a:gd name="connsiteX1183" fmla="*/ 2350772 w 2957425"/>
                <a:gd name="connsiteY1183" fmla="*/ 548032 h 1708593"/>
                <a:gd name="connsiteX1184" fmla="*/ 2422815 w 2957425"/>
                <a:gd name="connsiteY1184" fmla="*/ 589479 h 1708593"/>
                <a:gd name="connsiteX1185" fmla="*/ 2437959 w 2957425"/>
                <a:gd name="connsiteY1185" fmla="*/ 590395 h 1708593"/>
                <a:gd name="connsiteX1186" fmla="*/ 2453275 w 2957425"/>
                <a:gd name="connsiteY1186" fmla="*/ 589479 h 1708593"/>
                <a:gd name="connsiteX1187" fmla="*/ 2526203 w 2957425"/>
                <a:gd name="connsiteY1187" fmla="*/ 548032 h 1708593"/>
                <a:gd name="connsiteX1188" fmla="*/ 2625475 w 2957425"/>
                <a:gd name="connsiteY1188" fmla="*/ 500446 h 1708593"/>
                <a:gd name="connsiteX1189" fmla="*/ 2725913 w 2957425"/>
                <a:gd name="connsiteY1189" fmla="*/ 548032 h 1708593"/>
                <a:gd name="connsiteX1190" fmla="*/ 2797875 w 2957425"/>
                <a:gd name="connsiteY1190" fmla="*/ 589479 h 1708593"/>
                <a:gd name="connsiteX1191" fmla="*/ 2812992 w 2957425"/>
                <a:gd name="connsiteY1191" fmla="*/ 590395 h 1708593"/>
                <a:gd name="connsiteX1192" fmla="*/ 2828318 w 2957425"/>
                <a:gd name="connsiteY1192" fmla="*/ 589479 h 1708593"/>
                <a:gd name="connsiteX1193" fmla="*/ 2901235 w 2957425"/>
                <a:gd name="connsiteY1193" fmla="*/ 548032 h 1708593"/>
                <a:gd name="connsiteX1194" fmla="*/ 2937872 w 2957425"/>
                <a:gd name="connsiteY1194" fmla="*/ 517485 h 1708593"/>
                <a:gd name="connsiteX1195" fmla="*/ 2957425 w 2957425"/>
                <a:gd name="connsiteY1195" fmla="*/ 508319 h 1708593"/>
                <a:gd name="connsiteX1196" fmla="*/ 2957425 w 2957425"/>
                <a:gd name="connsiteY1196" fmla="*/ 529725 h 1708593"/>
                <a:gd name="connsiteX1197" fmla="*/ 2944732 w 2957425"/>
                <a:gd name="connsiteY1197" fmla="*/ 534411 h 1708593"/>
                <a:gd name="connsiteX1198" fmla="*/ 2913429 w 2957425"/>
                <a:gd name="connsiteY1198" fmla="*/ 560799 h 1708593"/>
                <a:gd name="connsiteX1199" fmla="*/ 2822285 w 2957425"/>
                <a:gd name="connsiteY1199" fmla="*/ 607526 h 1708593"/>
                <a:gd name="connsiteX1200" fmla="*/ 2812992 w 2957425"/>
                <a:gd name="connsiteY1200" fmla="*/ 607805 h 1708593"/>
                <a:gd name="connsiteX1201" fmla="*/ 2803817 w 2957425"/>
                <a:gd name="connsiteY1201" fmla="*/ 607526 h 1708593"/>
                <a:gd name="connsiteX1202" fmla="*/ 2713719 w 2957425"/>
                <a:gd name="connsiteY1202" fmla="*/ 560799 h 1708593"/>
                <a:gd name="connsiteX1203" fmla="*/ 2625475 w 2957425"/>
                <a:gd name="connsiteY1203" fmla="*/ 518436 h 1708593"/>
                <a:gd name="connsiteX1204" fmla="*/ 2538398 w 2957425"/>
                <a:gd name="connsiteY1204" fmla="*/ 560799 h 1708593"/>
                <a:gd name="connsiteX1205" fmla="*/ 2447253 w 2957425"/>
                <a:gd name="connsiteY1205" fmla="*/ 607526 h 1708593"/>
                <a:gd name="connsiteX1206" fmla="*/ 2437959 w 2957425"/>
                <a:gd name="connsiteY1206" fmla="*/ 607805 h 1708593"/>
                <a:gd name="connsiteX1207" fmla="*/ 2428768 w 2957425"/>
                <a:gd name="connsiteY1207" fmla="*/ 607526 h 1708593"/>
                <a:gd name="connsiteX1208" fmla="*/ 2338559 w 2957425"/>
                <a:gd name="connsiteY1208" fmla="*/ 560799 h 1708593"/>
                <a:gd name="connsiteX1209" fmla="*/ 2265570 w 2957425"/>
                <a:gd name="connsiteY1209" fmla="*/ 519352 h 1708593"/>
                <a:gd name="connsiteX1210" fmla="*/ 2250202 w 2957425"/>
                <a:gd name="connsiteY1210" fmla="*/ 518436 h 1708593"/>
                <a:gd name="connsiteX1211" fmla="*/ 2235078 w 2957425"/>
                <a:gd name="connsiteY1211" fmla="*/ 519352 h 1708593"/>
                <a:gd name="connsiteX1212" fmla="*/ 2163119 w 2957425"/>
                <a:gd name="connsiteY1212" fmla="*/ 560799 h 1708593"/>
                <a:gd name="connsiteX1213" fmla="*/ 2071970 w 2957425"/>
                <a:gd name="connsiteY1213" fmla="*/ 607526 h 1708593"/>
                <a:gd name="connsiteX1214" fmla="*/ 2062687 w 2957425"/>
                <a:gd name="connsiteY1214" fmla="*/ 607805 h 1708593"/>
                <a:gd name="connsiteX1215" fmla="*/ 2053502 w 2957425"/>
                <a:gd name="connsiteY1215" fmla="*/ 607526 h 1708593"/>
                <a:gd name="connsiteX1216" fmla="*/ 1963418 w 2957425"/>
                <a:gd name="connsiteY1216" fmla="*/ 560799 h 1708593"/>
                <a:gd name="connsiteX1217" fmla="*/ 1890508 w 2957425"/>
                <a:gd name="connsiteY1217" fmla="*/ 519352 h 1708593"/>
                <a:gd name="connsiteX1218" fmla="*/ 1875171 w 2957425"/>
                <a:gd name="connsiteY1218" fmla="*/ 518436 h 1708593"/>
                <a:gd name="connsiteX1219" fmla="*/ 1860044 w 2957425"/>
                <a:gd name="connsiteY1219" fmla="*/ 519352 h 1708593"/>
                <a:gd name="connsiteX1220" fmla="*/ 1788085 w 2957425"/>
                <a:gd name="connsiteY1220" fmla="*/ 560799 h 1708593"/>
                <a:gd name="connsiteX1221" fmla="*/ 1696936 w 2957425"/>
                <a:gd name="connsiteY1221" fmla="*/ 607526 h 1708593"/>
                <a:gd name="connsiteX1222" fmla="*/ 1687656 w 2957425"/>
                <a:gd name="connsiteY1222" fmla="*/ 607805 h 1708593"/>
                <a:gd name="connsiteX1223" fmla="*/ 1678456 w 2957425"/>
                <a:gd name="connsiteY1223" fmla="*/ 607526 h 1708593"/>
                <a:gd name="connsiteX1224" fmla="*/ 1588259 w 2957425"/>
                <a:gd name="connsiteY1224" fmla="*/ 560799 h 1708593"/>
                <a:gd name="connsiteX1225" fmla="*/ 1515254 w 2957425"/>
                <a:gd name="connsiteY1225" fmla="*/ 519352 h 1708593"/>
                <a:gd name="connsiteX1226" fmla="*/ 1499902 w 2957425"/>
                <a:gd name="connsiteY1226" fmla="*/ 518436 h 1708593"/>
                <a:gd name="connsiteX1227" fmla="*/ 1484938 w 2957425"/>
                <a:gd name="connsiteY1227" fmla="*/ 519352 h 1708593"/>
                <a:gd name="connsiteX1228" fmla="*/ 1412811 w 2957425"/>
                <a:gd name="connsiteY1228" fmla="*/ 560799 h 1708593"/>
                <a:gd name="connsiteX1229" fmla="*/ 1312377 w 2957425"/>
                <a:gd name="connsiteY1229" fmla="*/ 607805 h 1708593"/>
                <a:gd name="connsiteX1230" fmla="*/ 1213103 w 2957425"/>
                <a:gd name="connsiteY1230" fmla="*/ 560799 h 1708593"/>
                <a:gd name="connsiteX1231" fmla="*/ 1140203 w 2957425"/>
                <a:gd name="connsiteY1231" fmla="*/ 519352 h 1708593"/>
                <a:gd name="connsiteX1232" fmla="*/ 1124860 w 2957425"/>
                <a:gd name="connsiteY1232" fmla="*/ 518436 h 1708593"/>
                <a:gd name="connsiteX1233" fmla="*/ 1109907 w 2957425"/>
                <a:gd name="connsiteY1233" fmla="*/ 519352 h 1708593"/>
                <a:gd name="connsiteX1234" fmla="*/ 1037780 w 2957425"/>
                <a:gd name="connsiteY1234" fmla="*/ 560799 h 1708593"/>
                <a:gd name="connsiteX1235" fmla="*/ 937343 w 2957425"/>
                <a:gd name="connsiteY1235" fmla="*/ 607805 h 1708593"/>
                <a:gd name="connsiteX1236" fmla="*/ 837942 w 2957425"/>
                <a:gd name="connsiteY1236" fmla="*/ 560799 h 1708593"/>
                <a:gd name="connsiteX1237" fmla="*/ 764952 w 2957425"/>
                <a:gd name="connsiteY1237" fmla="*/ 519352 h 1708593"/>
                <a:gd name="connsiteX1238" fmla="*/ 749586 w 2957425"/>
                <a:gd name="connsiteY1238" fmla="*/ 518436 h 1708593"/>
                <a:gd name="connsiteX1239" fmla="*/ 734638 w 2957425"/>
                <a:gd name="connsiteY1239" fmla="*/ 519352 h 1708593"/>
                <a:gd name="connsiteX1240" fmla="*/ 662511 w 2957425"/>
                <a:gd name="connsiteY1240" fmla="*/ 560799 h 1708593"/>
                <a:gd name="connsiteX1241" fmla="*/ 562069 w 2957425"/>
                <a:gd name="connsiteY1241" fmla="*/ 607805 h 1708593"/>
                <a:gd name="connsiteX1242" fmla="*/ 462743 w 2957425"/>
                <a:gd name="connsiteY1242" fmla="*/ 560799 h 1708593"/>
                <a:gd name="connsiteX1243" fmla="*/ 375034 w 2957425"/>
                <a:gd name="connsiteY1243" fmla="*/ 518436 h 1708593"/>
                <a:gd name="connsiteX1244" fmla="*/ 287371 w 2957425"/>
                <a:gd name="connsiteY1244" fmla="*/ 560799 h 1708593"/>
                <a:gd name="connsiteX1245" fmla="*/ 187517 w 2957425"/>
                <a:gd name="connsiteY1245" fmla="*/ 607805 h 1708593"/>
                <a:gd name="connsiteX1246" fmla="*/ 87663 w 2957425"/>
                <a:gd name="connsiteY1246" fmla="*/ 560799 h 1708593"/>
                <a:gd name="connsiteX1247" fmla="*/ 0 w 2957425"/>
                <a:gd name="connsiteY1247" fmla="*/ 518436 h 1708593"/>
                <a:gd name="connsiteX1248" fmla="*/ 0 w 2957425"/>
                <a:gd name="connsiteY1248" fmla="*/ 399827 h 1708593"/>
                <a:gd name="connsiteX1249" fmla="*/ 99855 w 2957425"/>
                <a:gd name="connsiteY1249" fmla="*/ 447520 h 1708593"/>
                <a:gd name="connsiteX1250" fmla="*/ 187517 w 2957425"/>
                <a:gd name="connsiteY1250" fmla="*/ 489978 h 1708593"/>
                <a:gd name="connsiteX1251" fmla="*/ 275179 w 2957425"/>
                <a:gd name="connsiteY1251" fmla="*/ 447520 h 1708593"/>
                <a:gd name="connsiteX1252" fmla="*/ 375034 w 2957425"/>
                <a:gd name="connsiteY1252" fmla="*/ 399827 h 1708593"/>
                <a:gd name="connsiteX1253" fmla="*/ 474941 w 2957425"/>
                <a:gd name="connsiteY1253" fmla="*/ 447520 h 1708593"/>
                <a:gd name="connsiteX1254" fmla="*/ 562069 w 2957425"/>
                <a:gd name="connsiteY1254" fmla="*/ 489978 h 1708593"/>
                <a:gd name="connsiteX1255" fmla="*/ 650315 w 2957425"/>
                <a:gd name="connsiteY1255" fmla="*/ 447520 h 1708593"/>
                <a:gd name="connsiteX1256" fmla="*/ 740506 w 2957425"/>
                <a:gd name="connsiteY1256" fmla="*/ 400114 h 1708593"/>
                <a:gd name="connsiteX1257" fmla="*/ 749586 w 2957425"/>
                <a:gd name="connsiteY1257" fmla="*/ 399827 h 1708593"/>
                <a:gd name="connsiteX1258" fmla="*/ 758889 w 2957425"/>
                <a:gd name="connsiteY1258" fmla="*/ 400114 h 1708593"/>
                <a:gd name="connsiteX1259" fmla="*/ 850154 w 2957425"/>
                <a:gd name="connsiteY1259" fmla="*/ 447520 h 1708593"/>
                <a:gd name="connsiteX1260" fmla="*/ 937343 w 2957425"/>
                <a:gd name="connsiteY1260" fmla="*/ 489978 h 1708593"/>
                <a:gd name="connsiteX1261" fmla="*/ 1025586 w 2957425"/>
                <a:gd name="connsiteY1261" fmla="*/ 447520 h 1708593"/>
                <a:gd name="connsiteX1262" fmla="*/ 1115684 w 2957425"/>
                <a:gd name="connsiteY1262" fmla="*/ 400114 h 1708593"/>
                <a:gd name="connsiteX1263" fmla="*/ 1124860 w 2957425"/>
                <a:gd name="connsiteY1263" fmla="*/ 399827 h 1708593"/>
                <a:gd name="connsiteX1264" fmla="*/ 1134151 w 2957425"/>
                <a:gd name="connsiteY1264" fmla="*/ 400114 h 1708593"/>
                <a:gd name="connsiteX1265" fmla="*/ 1225295 w 2957425"/>
                <a:gd name="connsiteY1265" fmla="*/ 447520 h 1708593"/>
                <a:gd name="connsiteX1266" fmla="*/ 1312377 w 2957425"/>
                <a:gd name="connsiteY1266" fmla="*/ 489978 h 1708593"/>
                <a:gd name="connsiteX1267" fmla="*/ 1400620 w 2957425"/>
                <a:gd name="connsiteY1267" fmla="*/ 447520 h 1708593"/>
                <a:gd name="connsiteX1268" fmla="*/ 1490715 w 2957425"/>
                <a:gd name="connsiteY1268" fmla="*/ 400114 h 1708593"/>
                <a:gd name="connsiteX1269" fmla="*/ 1499902 w 2957425"/>
                <a:gd name="connsiteY1269" fmla="*/ 399827 h 1708593"/>
                <a:gd name="connsiteX1270" fmla="*/ 1509200 w 2957425"/>
                <a:gd name="connsiteY1270" fmla="*/ 400114 h 1708593"/>
                <a:gd name="connsiteX1271" fmla="*/ 1600457 w 2957425"/>
                <a:gd name="connsiteY1271" fmla="*/ 447520 h 1708593"/>
                <a:gd name="connsiteX1272" fmla="*/ 1672675 w 2957425"/>
                <a:gd name="connsiteY1272" fmla="*/ 489061 h 1708593"/>
                <a:gd name="connsiteX1273" fmla="*/ 1687656 w 2957425"/>
                <a:gd name="connsiteY1273" fmla="*/ 489978 h 1708593"/>
                <a:gd name="connsiteX1274" fmla="*/ 1702991 w 2957425"/>
                <a:gd name="connsiteY1274" fmla="*/ 489061 h 1708593"/>
                <a:gd name="connsiteX1275" fmla="*/ 1775902 w 2957425"/>
                <a:gd name="connsiteY1275" fmla="*/ 447520 h 1708593"/>
                <a:gd name="connsiteX1276" fmla="*/ 1865985 w 2957425"/>
                <a:gd name="connsiteY1276" fmla="*/ 400114 h 1708593"/>
                <a:gd name="connsiteX1277" fmla="*/ 1875171 w 2957425"/>
                <a:gd name="connsiteY1277" fmla="*/ 399827 h 1708593"/>
                <a:gd name="connsiteX1278" fmla="*/ 1884453 w 2957425"/>
                <a:gd name="connsiteY1278" fmla="*/ 400114 h 1708593"/>
                <a:gd name="connsiteX1279" fmla="*/ 1975602 w 2957425"/>
                <a:gd name="connsiteY1279" fmla="*/ 447520 h 1708593"/>
                <a:gd name="connsiteX1280" fmla="*/ 2047561 w 2957425"/>
                <a:gd name="connsiteY1280" fmla="*/ 489061 h 1708593"/>
                <a:gd name="connsiteX1281" fmla="*/ 2062687 w 2957425"/>
                <a:gd name="connsiteY1281" fmla="*/ 489978 h 1708593"/>
                <a:gd name="connsiteX1282" fmla="*/ 2078025 w 2957425"/>
                <a:gd name="connsiteY1282" fmla="*/ 489061 h 1708593"/>
                <a:gd name="connsiteX1283" fmla="*/ 2150933 w 2957425"/>
                <a:gd name="connsiteY1283" fmla="*/ 447520 h 1708593"/>
                <a:gd name="connsiteX1284" fmla="*/ 2241019 w 2957425"/>
                <a:gd name="connsiteY1284" fmla="*/ 400114 h 1708593"/>
                <a:gd name="connsiteX1285" fmla="*/ 2250202 w 2957425"/>
                <a:gd name="connsiteY1285" fmla="*/ 399827 h 1708593"/>
                <a:gd name="connsiteX1286" fmla="*/ 2259500 w 2957425"/>
                <a:gd name="connsiteY1286" fmla="*/ 400114 h 1708593"/>
                <a:gd name="connsiteX1287" fmla="*/ 2350772 w 2957425"/>
                <a:gd name="connsiteY1287" fmla="*/ 447520 h 1708593"/>
                <a:gd name="connsiteX1288" fmla="*/ 2422815 w 2957425"/>
                <a:gd name="connsiteY1288" fmla="*/ 489061 h 1708593"/>
                <a:gd name="connsiteX1289" fmla="*/ 2437959 w 2957425"/>
                <a:gd name="connsiteY1289" fmla="*/ 489978 h 1708593"/>
                <a:gd name="connsiteX1290" fmla="*/ 2453275 w 2957425"/>
                <a:gd name="connsiteY1290" fmla="*/ 489061 h 1708593"/>
                <a:gd name="connsiteX1291" fmla="*/ 2526203 w 2957425"/>
                <a:gd name="connsiteY1291" fmla="*/ 447520 h 1708593"/>
                <a:gd name="connsiteX1292" fmla="*/ 2625475 w 2957425"/>
                <a:gd name="connsiteY1292" fmla="*/ 399827 h 1708593"/>
                <a:gd name="connsiteX1293" fmla="*/ 2725913 w 2957425"/>
                <a:gd name="connsiteY1293" fmla="*/ 447520 h 1708593"/>
                <a:gd name="connsiteX1294" fmla="*/ 2797875 w 2957425"/>
                <a:gd name="connsiteY1294" fmla="*/ 489061 h 1708593"/>
                <a:gd name="connsiteX1295" fmla="*/ 2812992 w 2957425"/>
                <a:gd name="connsiteY1295" fmla="*/ 489978 h 1708593"/>
                <a:gd name="connsiteX1296" fmla="*/ 2828318 w 2957425"/>
                <a:gd name="connsiteY1296" fmla="*/ 489061 h 1708593"/>
                <a:gd name="connsiteX1297" fmla="*/ 2901235 w 2957425"/>
                <a:gd name="connsiteY1297" fmla="*/ 447520 h 1708593"/>
                <a:gd name="connsiteX1298" fmla="*/ 2937867 w 2957425"/>
                <a:gd name="connsiteY1298" fmla="*/ 416904 h 1708593"/>
                <a:gd name="connsiteX1299" fmla="*/ 2957425 w 2957425"/>
                <a:gd name="connsiteY1299" fmla="*/ 407715 h 1708593"/>
                <a:gd name="connsiteX1300" fmla="*/ 2957425 w 2957425"/>
                <a:gd name="connsiteY1300" fmla="*/ 428995 h 1708593"/>
                <a:gd name="connsiteX1301" fmla="*/ 2944727 w 2957425"/>
                <a:gd name="connsiteY1301" fmla="*/ 433626 h 1708593"/>
                <a:gd name="connsiteX1302" fmla="*/ 2913429 w 2957425"/>
                <a:gd name="connsiteY1302" fmla="*/ 460316 h 1708593"/>
                <a:gd name="connsiteX1303" fmla="*/ 2822285 w 2957425"/>
                <a:gd name="connsiteY1303" fmla="*/ 507147 h 1708593"/>
                <a:gd name="connsiteX1304" fmla="*/ 2812992 w 2957425"/>
                <a:gd name="connsiteY1304" fmla="*/ 507427 h 1708593"/>
                <a:gd name="connsiteX1305" fmla="*/ 2803817 w 2957425"/>
                <a:gd name="connsiteY1305" fmla="*/ 507147 h 1708593"/>
                <a:gd name="connsiteX1306" fmla="*/ 2713719 w 2957425"/>
                <a:gd name="connsiteY1306" fmla="*/ 460316 h 1708593"/>
                <a:gd name="connsiteX1307" fmla="*/ 2625475 w 2957425"/>
                <a:gd name="connsiteY1307" fmla="*/ 417857 h 1708593"/>
                <a:gd name="connsiteX1308" fmla="*/ 2538398 w 2957425"/>
                <a:gd name="connsiteY1308" fmla="*/ 460316 h 1708593"/>
                <a:gd name="connsiteX1309" fmla="*/ 2447253 w 2957425"/>
                <a:gd name="connsiteY1309" fmla="*/ 507147 h 1708593"/>
                <a:gd name="connsiteX1310" fmla="*/ 2437959 w 2957425"/>
                <a:gd name="connsiteY1310" fmla="*/ 507427 h 1708593"/>
                <a:gd name="connsiteX1311" fmla="*/ 2428768 w 2957425"/>
                <a:gd name="connsiteY1311" fmla="*/ 507147 h 1708593"/>
                <a:gd name="connsiteX1312" fmla="*/ 2338559 w 2957425"/>
                <a:gd name="connsiteY1312" fmla="*/ 460316 h 1708593"/>
                <a:gd name="connsiteX1313" fmla="*/ 2265570 w 2957425"/>
                <a:gd name="connsiteY1313" fmla="*/ 418776 h 1708593"/>
                <a:gd name="connsiteX1314" fmla="*/ 2250202 w 2957425"/>
                <a:gd name="connsiteY1314" fmla="*/ 417857 h 1708593"/>
                <a:gd name="connsiteX1315" fmla="*/ 2235078 w 2957425"/>
                <a:gd name="connsiteY1315" fmla="*/ 418752 h 1708593"/>
                <a:gd name="connsiteX1316" fmla="*/ 2163119 w 2957425"/>
                <a:gd name="connsiteY1316" fmla="*/ 460316 h 1708593"/>
                <a:gd name="connsiteX1317" fmla="*/ 2071970 w 2957425"/>
                <a:gd name="connsiteY1317" fmla="*/ 507147 h 1708593"/>
                <a:gd name="connsiteX1318" fmla="*/ 2062687 w 2957425"/>
                <a:gd name="connsiteY1318" fmla="*/ 507427 h 1708593"/>
                <a:gd name="connsiteX1319" fmla="*/ 2053502 w 2957425"/>
                <a:gd name="connsiteY1319" fmla="*/ 507147 h 1708593"/>
                <a:gd name="connsiteX1320" fmla="*/ 1963418 w 2957425"/>
                <a:gd name="connsiteY1320" fmla="*/ 460316 h 1708593"/>
                <a:gd name="connsiteX1321" fmla="*/ 1890508 w 2957425"/>
                <a:gd name="connsiteY1321" fmla="*/ 418776 h 1708593"/>
                <a:gd name="connsiteX1322" fmla="*/ 1875171 w 2957425"/>
                <a:gd name="connsiteY1322" fmla="*/ 417857 h 1708593"/>
                <a:gd name="connsiteX1323" fmla="*/ 1860044 w 2957425"/>
                <a:gd name="connsiteY1323" fmla="*/ 418752 h 1708593"/>
                <a:gd name="connsiteX1324" fmla="*/ 1788085 w 2957425"/>
                <a:gd name="connsiteY1324" fmla="*/ 460316 h 1708593"/>
                <a:gd name="connsiteX1325" fmla="*/ 1696936 w 2957425"/>
                <a:gd name="connsiteY1325" fmla="*/ 507147 h 1708593"/>
                <a:gd name="connsiteX1326" fmla="*/ 1687656 w 2957425"/>
                <a:gd name="connsiteY1326" fmla="*/ 507427 h 1708593"/>
                <a:gd name="connsiteX1327" fmla="*/ 1678456 w 2957425"/>
                <a:gd name="connsiteY1327" fmla="*/ 507147 h 1708593"/>
                <a:gd name="connsiteX1328" fmla="*/ 1588259 w 2957425"/>
                <a:gd name="connsiteY1328" fmla="*/ 460316 h 1708593"/>
                <a:gd name="connsiteX1329" fmla="*/ 1515254 w 2957425"/>
                <a:gd name="connsiteY1329" fmla="*/ 418776 h 1708593"/>
                <a:gd name="connsiteX1330" fmla="*/ 1499902 w 2957425"/>
                <a:gd name="connsiteY1330" fmla="*/ 417857 h 1708593"/>
                <a:gd name="connsiteX1331" fmla="*/ 1484938 w 2957425"/>
                <a:gd name="connsiteY1331" fmla="*/ 418752 h 1708593"/>
                <a:gd name="connsiteX1332" fmla="*/ 1412811 w 2957425"/>
                <a:gd name="connsiteY1332" fmla="*/ 460316 h 1708593"/>
                <a:gd name="connsiteX1333" fmla="*/ 1312377 w 2957425"/>
                <a:gd name="connsiteY1333" fmla="*/ 507427 h 1708593"/>
                <a:gd name="connsiteX1334" fmla="*/ 1213103 w 2957425"/>
                <a:gd name="connsiteY1334" fmla="*/ 460316 h 1708593"/>
                <a:gd name="connsiteX1335" fmla="*/ 1140203 w 2957425"/>
                <a:gd name="connsiteY1335" fmla="*/ 418776 h 1708593"/>
                <a:gd name="connsiteX1336" fmla="*/ 1124860 w 2957425"/>
                <a:gd name="connsiteY1336" fmla="*/ 417857 h 1708593"/>
                <a:gd name="connsiteX1337" fmla="*/ 1109907 w 2957425"/>
                <a:gd name="connsiteY1337" fmla="*/ 418752 h 1708593"/>
                <a:gd name="connsiteX1338" fmla="*/ 1037780 w 2957425"/>
                <a:gd name="connsiteY1338" fmla="*/ 460316 h 1708593"/>
                <a:gd name="connsiteX1339" fmla="*/ 937343 w 2957425"/>
                <a:gd name="connsiteY1339" fmla="*/ 507427 h 1708593"/>
                <a:gd name="connsiteX1340" fmla="*/ 837942 w 2957425"/>
                <a:gd name="connsiteY1340" fmla="*/ 460316 h 1708593"/>
                <a:gd name="connsiteX1341" fmla="*/ 764952 w 2957425"/>
                <a:gd name="connsiteY1341" fmla="*/ 418776 h 1708593"/>
                <a:gd name="connsiteX1342" fmla="*/ 749586 w 2957425"/>
                <a:gd name="connsiteY1342" fmla="*/ 417857 h 1708593"/>
                <a:gd name="connsiteX1343" fmla="*/ 734638 w 2957425"/>
                <a:gd name="connsiteY1343" fmla="*/ 418752 h 1708593"/>
                <a:gd name="connsiteX1344" fmla="*/ 662511 w 2957425"/>
                <a:gd name="connsiteY1344" fmla="*/ 460316 h 1708593"/>
                <a:gd name="connsiteX1345" fmla="*/ 562069 w 2957425"/>
                <a:gd name="connsiteY1345" fmla="*/ 507427 h 1708593"/>
                <a:gd name="connsiteX1346" fmla="*/ 462743 w 2957425"/>
                <a:gd name="connsiteY1346" fmla="*/ 460316 h 1708593"/>
                <a:gd name="connsiteX1347" fmla="*/ 375034 w 2957425"/>
                <a:gd name="connsiteY1347" fmla="*/ 417857 h 1708593"/>
                <a:gd name="connsiteX1348" fmla="*/ 287371 w 2957425"/>
                <a:gd name="connsiteY1348" fmla="*/ 460316 h 1708593"/>
                <a:gd name="connsiteX1349" fmla="*/ 187517 w 2957425"/>
                <a:gd name="connsiteY1349" fmla="*/ 507427 h 1708593"/>
                <a:gd name="connsiteX1350" fmla="*/ 87663 w 2957425"/>
                <a:gd name="connsiteY1350" fmla="*/ 460316 h 1708593"/>
                <a:gd name="connsiteX1351" fmla="*/ 0 w 2957425"/>
                <a:gd name="connsiteY1351" fmla="*/ 417857 h 1708593"/>
                <a:gd name="connsiteX1352" fmla="*/ 0 w 2957425"/>
                <a:gd name="connsiteY1352" fmla="*/ 299931 h 1708593"/>
                <a:gd name="connsiteX1353" fmla="*/ 99855 w 2957425"/>
                <a:gd name="connsiteY1353" fmla="*/ 347579 h 1708593"/>
                <a:gd name="connsiteX1354" fmla="*/ 187517 w 2957425"/>
                <a:gd name="connsiteY1354" fmla="*/ 389998 h 1708593"/>
                <a:gd name="connsiteX1355" fmla="*/ 275179 w 2957425"/>
                <a:gd name="connsiteY1355" fmla="*/ 347579 h 1708593"/>
                <a:gd name="connsiteX1356" fmla="*/ 375034 w 2957425"/>
                <a:gd name="connsiteY1356" fmla="*/ 299931 h 1708593"/>
                <a:gd name="connsiteX1357" fmla="*/ 474941 w 2957425"/>
                <a:gd name="connsiteY1357" fmla="*/ 347579 h 1708593"/>
                <a:gd name="connsiteX1358" fmla="*/ 562069 w 2957425"/>
                <a:gd name="connsiteY1358" fmla="*/ 389998 h 1708593"/>
                <a:gd name="connsiteX1359" fmla="*/ 650315 w 2957425"/>
                <a:gd name="connsiteY1359" fmla="*/ 347579 h 1708593"/>
                <a:gd name="connsiteX1360" fmla="*/ 740506 w 2957425"/>
                <a:gd name="connsiteY1360" fmla="*/ 300217 h 1708593"/>
                <a:gd name="connsiteX1361" fmla="*/ 749586 w 2957425"/>
                <a:gd name="connsiteY1361" fmla="*/ 299931 h 1708593"/>
                <a:gd name="connsiteX1362" fmla="*/ 758889 w 2957425"/>
                <a:gd name="connsiteY1362" fmla="*/ 300217 h 1708593"/>
                <a:gd name="connsiteX1363" fmla="*/ 850154 w 2957425"/>
                <a:gd name="connsiteY1363" fmla="*/ 347579 h 1708593"/>
                <a:gd name="connsiteX1364" fmla="*/ 937343 w 2957425"/>
                <a:gd name="connsiteY1364" fmla="*/ 389998 h 1708593"/>
                <a:gd name="connsiteX1365" fmla="*/ 1025586 w 2957425"/>
                <a:gd name="connsiteY1365" fmla="*/ 347579 h 1708593"/>
                <a:gd name="connsiteX1366" fmla="*/ 1115684 w 2957425"/>
                <a:gd name="connsiteY1366" fmla="*/ 300217 h 1708593"/>
                <a:gd name="connsiteX1367" fmla="*/ 1124860 w 2957425"/>
                <a:gd name="connsiteY1367" fmla="*/ 299931 h 1708593"/>
                <a:gd name="connsiteX1368" fmla="*/ 1134151 w 2957425"/>
                <a:gd name="connsiteY1368" fmla="*/ 300217 h 1708593"/>
                <a:gd name="connsiteX1369" fmla="*/ 1225295 w 2957425"/>
                <a:gd name="connsiteY1369" fmla="*/ 347579 h 1708593"/>
                <a:gd name="connsiteX1370" fmla="*/ 1312377 w 2957425"/>
                <a:gd name="connsiteY1370" fmla="*/ 389998 h 1708593"/>
                <a:gd name="connsiteX1371" fmla="*/ 1400620 w 2957425"/>
                <a:gd name="connsiteY1371" fmla="*/ 347579 h 1708593"/>
                <a:gd name="connsiteX1372" fmla="*/ 1490715 w 2957425"/>
                <a:gd name="connsiteY1372" fmla="*/ 300217 h 1708593"/>
                <a:gd name="connsiteX1373" fmla="*/ 1499902 w 2957425"/>
                <a:gd name="connsiteY1373" fmla="*/ 299931 h 1708593"/>
                <a:gd name="connsiteX1374" fmla="*/ 1509200 w 2957425"/>
                <a:gd name="connsiteY1374" fmla="*/ 300217 h 1708593"/>
                <a:gd name="connsiteX1375" fmla="*/ 1600457 w 2957425"/>
                <a:gd name="connsiteY1375" fmla="*/ 347579 h 1708593"/>
                <a:gd name="connsiteX1376" fmla="*/ 1672675 w 2957425"/>
                <a:gd name="connsiteY1376" fmla="*/ 389081 h 1708593"/>
                <a:gd name="connsiteX1377" fmla="*/ 1687656 w 2957425"/>
                <a:gd name="connsiteY1377" fmla="*/ 389998 h 1708593"/>
                <a:gd name="connsiteX1378" fmla="*/ 1702991 w 2957425"/>
                <a:gd name="connsiteY1378" fmla="*/ 389081 h 1708593"/>
                <a:gd name="connsiteX1379" fmla="*/ 1775902 w 2957425"/>
                <a:gd name="connsiteY1379" fmla="*/ 347579 h 1708593"/>
                <a:gd name="connsiteX1380" fmla="*/ 1865985 w 2957425"/>
                <a:gd name="connsiteY1380" fmla="*/ 300217 h 1708593"/>
                <a:gd name="connsiteX1381" fmla="*/ 1875171 w 2957425"/>
                <a:gd name="connsiteY1381" fmla="*/ 299931 h 1708593"/>
                <a:gd name="connsiteX1382" fmla="*/ 1884453 w 2957425"/>
                <a:gd name="connsiteY1382" fmla="*/ 300217 h 1708593"/>
                <a:gd name="connsiteX1383" fmla="*/ 1975602 w 2957425"/>
                <a:gd name="connsiteY1383" fmla="*/ 347579 h 1708593"/>
                <a:gd name="connsiteX1384" fmla="*/ 2047561 w 2957425"/>
                <a:gd name="connsiteY1384" fmla="*/ 389081 h 1708593"/>
                <a:gd name="connsiteX1385" fmla="*/ 2062687 w 2957425"/>
                <a:gd name="connsiteY1385" fmla="*/ 389998 h 1708593"/>
                <a:gd name="connsiteX1386" fmla="*/ 2078025 w 2957425"/>
                <a:gd name="connsiteY1386" fmla="*/ 389081 h 1708593"/>
                <a:gd name="connsiteX1387" fmla="*/ 2150933 w 2957425"/>
                <a:gd name="connsiteY1387" fmla="*/ 347579 h 1708593"/>
                <a:gd name="connsiteX1388" fmla="*/ 2241019 w 2957425"/>
                <a:gd name="connsiteY1388" fmla="*/ 300217 h 1708593"/>
                <a:gd name="connsiteX1389" fmla="*/ 2250202 w 2957425"/>
                <a:gd name="connsiteY1389" fmla="*/ 299931 h 1708593"/>
                <a:gd name="connsiteX1390" fmla="*/ 2259500 w 2957425"/>
                <a:gd name="connsiteY1390" fmla="*/ 300217 h 1708593"/>
                <a:gd name="connsiteX1391" fmla="*/ 2350772 w 2957425"/>
                <a:gd name="connsiteY1391" fmla="*/ 347579 h 1708593"/>
                <a:gd name="connsiteX1392" fmla="*/ 2422815 w 2957425"/>
                <a:gd name="connsiteY1392" fmla="*/ 389081 h 1708593"/>
                <a:gd name="connsiteX1393" fmla="*/ 2437959 w 2957425"/>
                <a:gd name="connsiteY1393" fmla="*/ 389998 h 1708593"/>
                <a:gd name="connsiteX1394" fmla="*/ 2453275 w 2957425"/>
                <a:gd name="connsiteY1394" fmla="*/ 389081 h 1708593"/>
                <a:gd name="connsiteX1395" fmla="*/ 2526203 w 2957425"/>
                <a:gd name="connsiteY1395" fmla="*/ 347579 h 1708593"/>
                <a:gd name="connsiteX1396" fmla="*/ 2625475 w 2957425"/>
                <a:gd name="connsiteY1396" fmla="*/ 299931 h 1708593"/>
                <a:gd name="connsiteX1397" fmla="*/ 2725913 w 2957425"/>
                <a:gd name="connsiteY1397" fmla="*/ 347579 h 1708593"/>
                <a:gd name="connsiteX1398" fmla="*/ 2797875 w 2957425"/>
                <a:gd name="connsiteY1398" fmla="*/ 389081 h 1708593"/>
                <a:gd name="connsiteX1399" fmla="*/ 2812992 w 2957425"/>
                <a:gd name="connsiteY1399" fmla="*/ 389998 h 1708593"/>
                <a:gd name="connsiteX1400" fmla="*/ 2828318 w 2957425"/>
                <a:gd name="connsiteY1400" fmla="*/ 389081 h 1708593"/>
                <a:gd name="connsiteX1401" fmla="*/ 2901235 w 2957425"/>
                <a:gd name="connsiteY1401" fmla="*/ 347579 h 1708593"/>
                <a:gd name="connsiteX1402" fmla="*/ 2937862 w 2957425"/>
                <a:gd name="connsiteY1402" fmla="*/ 316992 h 1708593"/>
                <a:gd name="connsiteX1403" fmla="*/ 2957425 w 2957425"/>
                <a:gd name="connsiteY1403" fmla="*/ 307808 h 1708593"/>
                <a:gd name="connsiteX1404" fmla="*/ 2957425 w 2957425"/>
                <a:gd name="connsiteY1404" fmla="*/ 329243 h 1708593"/>
                <a:gd name="connsiteX1405" fmla="*/ 2944722 w 2957425"/>
                <a:gd name="connsiteY1405" fmla="*/ 333940 h 1708593"/>
                <a:gd name="connsiteX1406" fmla="*/ 2913429 w 2957425"/>
                <a:gd name="connsiteY1406" fmla="*/ 360363 h 1708593"/>
                <a:gd name="connsiteX1407" fmla="*/ 2822285 w 2957425"/>
                <a:gd name="connsiteY1407" fmla="*/ 407725 h 1708593"/>
                <a:gd name="connsiteX1408" fmla="*/ 2812992 w 2957425"/>
                <a:gd name="connsiteY1408" fmla="*/ 408012 h 1708593"/>
                <a:gd name="connsiteX1409" fmla="*/ 2803817 w 2957425"/>
                <a:gd name="connsiteY1409" fmla="*/ 407725 h 1708593"/>
                <a:gd name="connsiteX1410" fmla="*/ 2713719 w 2957425"/>
                <a:gd name="connsiteY1410" fmla="*/ 360363 h 1708593"/>
                <a:gd name="connsiteX1411" fmla="*/ 2625475 w 2957425"/>
                <a:gd name="connsiteY1411" fmla="*/ 317944 h 1708593"/>
                <a:gd name="connsiteX1412" fmla="*/ 2538398 w 2957425"/>
                <a:gd name="connsiteY1412" fmla="*/ 360363 h 1708593"/>
                <a:gd name="connsiteX1413" fmla="*/ 2447253 w 2957425"/>
                <a:gd name="connsiteY1413" fmla="*/ 407725 h 1708593"/>
                <a:gd name="connsiteX1414" fmla="*/ 2437959 w 2957425"/>
                <a:gd name="connsiteY1414" fmla="*/ 408012 h 1708593"/>
                <a:gd name="connsiteX1415" fmla="*/ 2428768 w 2957425"/>
                <a:gd name="connsiteY1415" fmla="*/ 407725 h 1708593"/>
                <a:gd name="connsiteX1416" fmla="*/ 2338559 w 2957425"/>
                <a:gd name="connsiteY1416" fmla="*/ 360363 h 1708593"/>
                <a:gd name="connsiteX1417" fmla="*/ 2265570 w 2957425"/>
                <a:gd name="connsiteY1417" fmla="*/ 318861 h 1708593"/>
                <a:gd name="connsiteX1418" fmla="*/ 2250202 w 2957425"/>
                <a:gd name="connsiteY1418" fmla="*/ 317944 h 1708593"/>
                <a:gd name="connsiteX1419" fmla="*/ 2235078 w 2957425"/>
                <a:gd name="connsiteY1419" fmla="*/ 318861 h 1708593"/>
                <a:gd name="connsiteX1420" fmla="*/ 2163119 w 2957425"/>
                <a:gd name="connsiteY1420" fmla="*/ 360363 h 1708593"/>
                <a:gd name="connsiteX1421" fmla="*/ 2071970 w 2957425"/>
                <a:gd name="connsiteY1421" fmla="*/ 407725 h 1708593"/>
                <a:gd name="connsiteX1422" fmla="*/ 2062687 w 2957425"/>
                <a:gd name="connsiteY1422" fmla="*/ 408012 h 1708593"/>
                <a:gd name="connsiteX1423" fmla="*/ 2053502 w 2957425"/>
                <a:gd name="connsiteY1423" fmla="*/ 407725 h 1708593"/>
                <a:gd name="connsiteX1424" fmla="*/ 1963418 w 2957425"/>
                <a:gd name="connsiteY1424" fmla="*/ 360363 h 1708593"/>
                <a:gd name="connsiteX1425" fmla="*/ 1890508 w 2957425"/>
                <a:gd name="connsiteY1425" fmla="*/ 318861 h 1708593"/>
                <a:gd name="connsiteX1426" fmla="*/ 1875171 w 2957425"/>
                <a:gd name="connsiteY1426" fmla="*/ 317944 h 1708593"/>
                <a:gd name="connsiteX1427" fmla="*/ 1860044 w 2957425"/>
                <a:gd name="connsiteY1427" fmla="*/ 318861 h 1708593"/>
                <a:gd name="connsiteX1428" fmla="*/ 1788085 w 2957425"/>
                <a:gd name="connsiteY1428" fmla="*/ 360363 h 1708593"/>
                <a:gd name="connsiteX1429" fmla="*/ 1696936 w 2957425"/>
                <a:gd name="connsiteY1429" fmla="*/ 407725 h 1708593"/>
                <a:gd name="connsiteX1430" fmla="*/ 1687656 w 2957425"/>
                <a:gd name="connsiteY1430" fmla="*/ 408012 h 1708593"/>
                <a:gd name="connsiteX1431" fmla="*/ 1678456 w 2957425"/>
                <a:gd name="connsiteY1431" fmla="*/ 407725 h 1708593"/>
                <a:gd name="connsiteX1432" fmla="*/ 1588259 w 2957425"/>
                <a:gd name="connsiteY1432" fmla="*/ 360363 h 1708593"/>
                <a:gd name="connsiteX1433" fmla="*/ 1515254 w 2957425"/>
                <a:gd name="connsiteY1433" fmla="*/ 318861 h 1708593"/>
                <a:gd name="connsiteX1434" fmla="*/ 1499902 w 2957425"/>
                <a:gd name="connsiteY1434" fmla="*/ 317944 h 1708593"/>
                <a:gd name="connsiteX1435" fmla="*/ 1484938 w 2957425"/>
                <a:gd name="connsiteY1435" fmla="*/ 318861 h 1708593"/>
                <a:gd name="connsiteX1436" fmla="*/ 1412811 w 2957425"/>
                <a:gd name="connsiteY1436" fmla="*/ 360363 h 1708593"/>
                <a:gd name="connsiteX1437" fmla="*/ 1312377 w 2957425"/>
                <a:gd name="connsiteY1437" fmla="*/ 408012 h 1708593"/>
                <a:gd name="connsiteX1438" fmla="*/ 1213103 w 2957425"/>
                <a:gd name="connsiteY1438" fmla="*/ 360363 h 1708593"/>
                <a:gd name="connsiteX1439" fmla="*/ 1140203 w 2957425"/>
                <a:gd name="connsiteY1439" fmla="*/ 318861 h 1708593"/>
                <a:gd name="connsiteX1440" fmla="*/ 1124860 w 2957425"/>
                <a:gd name="connsiteY1440" fmla="*/ 317944 h 1708593"/>
                <a:gd name="connsiteX1441" fmla="*/ 1109907 w 2957425"/>
                <a:gd name="connsiteY1441" fmla="*/ 318861 h 1708593"/>
                <a:gd name="connsiteX1442" fmla="*/ 1037780 w 2957425"/>
                <a:gd name="connsiteY1442" fmla="*/ 360363 h 1708593"/>
                <a:gd name="connsiteX1443" fmla="*/ 937343 w 2957425"/>
                <a:gd name="connsiteY1443" fmla="*/ 408012 h 1708593"/>
                <a:gd name="connsiteX1444" fmla="*/ 837942 w 2957425"/>
                <a:gd name="connsiteY1444" fmla="*/ 360363 h 1708593"/>
                <a:gd name="connsiteX1445" fmla="*/ 764952 w 2957425"/>
                <a:gd name="connsiteY1445" fmla="*/ 318861 h 1708593"/>
                <a:gd name="connsiteX1446" fmla="*/ 749586 w 2957425"/>
                <a:gd name="connsiteY1446" fmla="*/ 317944 h 1708593"/>
                <a:gd name="connsiteX1447" fmla="*/ 734638 w 2957425"/>
                <a:gd name="connsiteY1447" fmla="*/ 318861 h 1708593"/>
                <a:gd name="connsiteX1448" fmla="*/ 662511 w 2957425"/>
                <a:gd name="connsiteY1448" fmla="*/ 360363 h 1708593"/>
                <a:gd name="connsiteX1449" fmla="*/ 562069 w 2957425"/>
                <a:gd name="connsiteY1449" fmla="*/ 408012 h 1708593"/>
                <a:gd name="connsiteX1450" fmla="*/ 462743 w 2957425"/>
                <a:gd name="connsiteY1450" fmla="*/ 360363 h 1708593"/>
                <a:gd name="connsiteX1451" fmla="*/ 375034 w 2957425"/>
                <a:gd name="connsiteY1451" fmla="*/ 317944 h 1708593"/>
                <a:gd name="connsiteX1452" fmla="*/ 287371 w 2957425"/>
                <a:gd name="connsiteY1452" fmla="*/ 360363 h 1708593"/>
                <a:gd name="connsiteX1453" fmla="*/ 187517 w 2957425"/>
                <a:gd name="connsiteY1453" fmla="*/ 408012 h 1708593"/>
                <a:gd name="connsiteX1454" fmla="*/ 87663 w 2957425"/>
                <a:gd name="connsiteY1454" fmla="*/ 360363 h 1708593"/>
                <a:gd name="connsiteX1455" fmla="*/ 0 w 2957425"/>
                <a:gd name="connsiteY1455" fmla="*/ 317944 h 1708593"/>
                <a:gd name="connsiteX1456" fmla="*/ 0 w 2957425"/>
                <a:gd name="connsiteY1456" fmla="*/ 200515 h 1708593"/>
                <a:gd name="connsiteX1457" fmla="*/ 99855 w 2957425"/>
                <a:gd name="connsiteY1457" fmla="*/ 247521 h 1708593"/>
                <a:gd name="connsiteX1458" fmla="*/ 187517 w 2957425"/>
                <a:gd name="connsiteY1458" fmla="*/ 289884 h 1708593"/>
                <a:gd name="connsiteX1459" fmla="*/ 275179 w 2957425"/>
                <a:gd name="connsiteY1459" fmla="*/ 247521 h 1708593"/>
                <a:gd name="connsiteX1460" fmla="*/ 375034 w 2957425"/>
                <a:gd name="connsiteY1460" fmla="*/ 200515 h 1708593"/>
                <a:gd name="connsiteX1461" fmla="*/ 474941 w 2957425"/>
                <a:gd name="connsiteY1461" fmla="*/ 247521 h 1708593"/>
                <a:gd name="connsiteX1462" fmla="*/ 562069 w 2957425"/>
                <a:gd name="connsiteY1462" fmla="*/ 289884 h 1708593"/>
                <a:gd name="connsiteX1463" fmla="*/ 650315 w 2957425"/>
                <a:gd name="connsiteY1463" fmla="*/ 247521 h 1708593"/>
                <a:gd name="connsiteX1464" fmla="*/ 740506 w 2957425"/>
                <a:gd name="connsiteY1464" fmla="*/ 200801 h 1708593"/>
                <a:gd name="connsiteX1465" fmla="*/ 749586 w 2957425"/>
                <a:gd name="connsiteY1465" fmla="*/ 200515 h 1708593"/>
                <a:gd name="connsiteX1466" fmla="*/ 758889 w 2957425"/>
                <a:gd name="connsiteY1466" fmla="*/ 200801 h 1708593"/>
                <a:gd name="connsiteX1467" fmla="*/ 850154 w 2957425"/>
                <a:gd name="connsiteY1467" fmla="*/ 247521 h 1708593"/>
                <a:gd name="connsiteX1468" fmla="*/ 937343 w 2957425"/>
                <a:gd name="connsiteY1468" fmla="*/ 289884 h 1708593"/>
                <a:gd name="connsiteX1469" fmla="*/ 1025586 w 2957425"/>
                <a:gd name="connsiteY1469" fmla="*/ 247521 h 1708593"/>
                <a:gd name="connsiteX1470" fmla="*/ 1115684 w 2957425"/>
                <a:gd name="connsiteY1470" fmla="*/ 200801 h 1708593"/>
                <a:gd name="connsiteX1471" fmla="*/ 1124860 w 2957425"/>
                <a:gd name="connsiteY1471" fmla="*/ 200515 h 1708593"/>
                <a:gd name="connsiteX1472" fmla="*/ 1134151 w 2957425"/>
                <a:gd name="connsiteY1472" fmla="*/ 200801 h 1708593"/>
                <a:gd name="connsiteX1473" fmla="*/ 1225295 w 2957425"/>
                <a:gd name="connsiteY1473" fmla="*/ 247521 h 1708593"/>
                <a:gd name="connsiteX1474" fmla="*/ 1312377 w 2957425"/>
                <a:gd name="connsiteY1474" fmla="*/ 289884 h 1708593"/>
                <a:gd name="connsiteX1475" fmla="*/ 1400620 w 2957425"/>
                <a:gd name="connsiteY1475" fmla="*/ 247521 h 1708593"/>
                <a:gd name="connsiteX1476" fmla="*/ 1490715 w 2957425"/>
                <a:gd name="connsiteY1476" fmla="*/ 200801 h 1708593"/>
                <a:gd name="connsiteX1477" fmla="*/ 1499902 w 2957425"/>
                <a:gd name="connsiteY1477" fmla="*/ 200515 h 1708593"/>
                <a:gd name="connsiteX1478" fmla="*/ 1509200 w 2957425"/>
                <a:gd name="connsiteY1478" fmla="*/ 200801 h 1708593"/>
                <a:gd name="connsiteX1479" fmla="*/ 1600457 w 2957425"/>
                <a:gd name="connsiteY1479" fmla="*/ 247521 h 1708593"/>
                <a:gd name="connsiteX1480" fmla="*/ 1672675 w 2957425"/>
                <a:gd name="connsiteY1480" fmla="*/ 288993 h 1708593"/>
                <a:gd name="connsiteX1481" fmla="*/ 1687656 w 2957425"/>
                <a:gd name="connsiteY1481" fmla="*/ 289884 h 1708593"/>
                <a:gd name="connsiteX1482" fmla="*/ 1702991 w 2957425"/>
                <a:gd name="connsiteY1482" fmla="*/ 288993 h 1708593"/>
                <a:gd name="connsiteX1483" fmla="*/ 1775902 w 2957425"/>
                <a:gd name="connsiteY1483" fmla="*/ 247521 h 1708593"/>
                <a:gd name="connsiteX1484" fmla="*/ 1865985 w 2957425"/>
                <a:gd name="connsiteY1484" fmla="*/ 200801 h 1708593"/>
                <a:gd name="connsiteX1485" fmla="*/ 1875171 w 2957425"/>
                <a:gd name="connsiteY1485" fmla="*/ 200515 h 1708593"/>
                <a:gd name="connsiteX1486" fmla="*/ 1884453 w 2957425"/>
                <a:gd name="connsiteY1486" fmla="*/ 200801 h 1708593"/>
                <a:gd name="connsiteX1487" fmla="*/ 1975602 w 2957425"/>
                <a:gd name="connsiteY1487" fmla="*/ 247521 h 1708593"/>
                <a:gd name="connsiteX1488" fmla="*/ 2047561 w 2957425"/>
                <a:gd name="connsiteY1488" fmla="*/ 288993 h 1708593"/>
                <a:gd name="connsiteX1489" fmla="*/ 2062687 w 2957425"/>
                <a:gd name="connsiteY1489" fmla="*/ 289884 h 1708593"/>
                <a:gd name="connsiteX1490" fmla="*/ 2078025 w 2957425"/>
                <a:gd name="connsiteY1490" fmla="*/ 288993 h 1708593"/>
                <a:gd name="connsiteX1491" fmla="*/ 2150933 w 2957425"/>
                <a:gd name="connsiteY1491" fmla="*/ 247521 h 1708593"/>
                <a:gd name="connsiteX1492" fmla="*/ 2241019 w 2957425"/>
                <a:gd name="connsiteY1492" fmla="*/ 200801 h 1708593"/>
                <a:gd name="connsiteX1493" fmla="*/ 2250202 w 2957425"/>
                <a:gd name="connsiteY1493" fmla="*/ 200515 h 1708593"/>
                <a:gd name="connsiteX1494" fmla="*/ 2259500 w 2957425"/>
                <a:gd name="connsiteY1494" fmla="*/ 200801 h 1708593"/>
                <a:gd name="connsiteX1495" fmla="*/ 2350772 w 2957425"/>
                <a:gd name="connsiteY1495" fmla="*/ 247521 h 1708593"/>
                <a:gd name="connsiteX1496" fmla="*/ 2422815 w 2957425"/>
                <a:gd name="connsiteY1496" fmla="*/ 288993 h 1708593"/>
                <a:gd name="connsiteX1497" fmla="*/ 2437959 w 2957425"/>
                <a:gd name="connsiteY1497" fmla="*/ 289884 h 1708593"/>
                <a:gd name="connsiteX1498" fmla="*/ 2453275 w 2957425"/>
                <a:gd name="connsiteY1498" fmla="*/ 288993 h 1708593"/>
                <a:gd name="connsiteX1499" fmla="*/ 2526203 w 2957425"/>
                <a:gd name="connsiteY1499" fmla="*/ 247521 h 1708593"/>
                <a:gd name="connsiteX1500" fmla="*/ 2625475 w 2957425"/>
                <a:gd name="connsiteY1500" fmla="*/ 200515 h 1708593"/>
                <a:gd name="connsiteX1501" fmla="*/ 2725913 w 2957425"/>
                <a:gd name="connsiteY1501" fmla="*/ 247521 h 1708593"/>
                <a:gd name="connsiteX1502" fmla="*/ 2797875 w 2957425"/>
                <a:gd name="connsiteY1502" fmla="*/ 288993 h 1708593"/>
                <a:gd name="connsiteX1503" fmla="*/ 2812992 w 2957425"/>
                <a:gd name="connsiteY1503" fmla="*/ 289884 h 1708593"/>
                <a:gd name="connsiteX1504" fmla="*/ 2828318 w 2957425"/>
                <a:gd name="connsiteY1504" fmla="*/ 288993 h 1708593"/>
                <a:gd name="connsiteX1505" fmla="*/ 2901235 w 2957425"/>
                <a:gd name="connsiteY1505" fmla="*/ 247521 h 1708593"/>
                <a:gd name="connsiteX1506" fmla="*/ 2937856 w 2957425"/>
                <a:gd name="connsiteY1506" fmla="*/ 217467 h 1708593"/>
                <a:gd name="connsiteX1507" fmla="*/ 2957425 w 2957425"/>
                <a:gd name="connsiteY1507" fmla="*/ 208352 h 1708593"/>
                <a:gd name="connsiteX1508" fmla="*/ 2957425 w 2957425"/>
                <a:gd name="connsiteY1508" fmla="*/ 229614 h 1708593"/>
                <a:gd name="connsiteX1509" fmla="*/ 2944716 w 2957425"/>
                <a:gd name="connsiteY1509" fmla="*/ 234239 h 1708593"/>
                <a:gd name="connsiteX1510" fmla="*/ 2913429 w 2957425"/>
                <a:gd name="connsiteY1510" fmla="*/ 260868 h 1708593"/>
                <a:gd name="connsiteX1511" fmla="*/ 2822285 w 2957425"/>
                <a:gd name="connsiteY1511" fmla="*/ 307595 h 1708593"/>
                <a:gd name="connsiteX1512" fmla="*/ 2812992 w 2957425"/>
                <a:gd name="connsiteY1512" fmla="*/ 307874 h 1708593"/>
                <a:gd name="connsiteX1513" fmla="*/ 2803817 w 2957425"/>
                <a:gd name="connsiteY1513" fmla="*/ 307595 h 1708593"/>
                <a:gd name="connsiteX1514" fmla="*/ 2713719 w 2957425"/>
                <a:gd name="connsiteY1514" fmla="*/ 260868 h 1708593"/>
                <a:gd name="connsiteX1515" fmla="*/ 2625475 w 2957425"/>
                <a:gd name="connsiteY1515" fmla="*/ 218505 h 1708593"/>
                <a:gd name="connsiteX1516" fmla="*/ 2538398 w 2957425"/>
                <a:gd name="connsiteY1516" fmla="*/ 260868 h 1708593"/>
                <a:gd name="connsiteX1517" fmla="*/ 2447253 w 2957425"/>
                <a:gd name="connsiteY1517" fmla="*/ 307595 h 1708593"/>
                <a:gd name="connsiteX1518" fmla="*/ 2437959 w 2957425"/>
                <a:gd name="connsiteY1518" fmla="*/ 307874 h 1708593"/>
                <a:gd name="connsiteX1519" fmla="*/ 2428768 w 2957425"/>
                <a:gd name="connsiteY1519" fmla="*/ 307595 h 1708593"/>
                <a:gd name="connsiteX1520" fmla="*/ 2338559 w 2957425"/>
                <a:gd name="connsiteY1520" fmla="*/ 260868 h 1708593"/>
                <a:gd name="connsiteX1521" fmla="*/ 2265570 w 2957425"/>
                <a:gd name="connsiteY1521" fmla="*/ 219397 h 1708593"/>
                <a:gd name="connsiteX1522" fmla="*/ 2250202 w 2957425"/>
                <a:gd name="connsiteY1522" fmla="*/ 218505 h 1708593"/>
                <a:gd name="connsiteX1523" fmla="*/ 2235078 w 2957425"/>
                <a:gd name="connsiteY1523" fmla="*/ 219397 h 1708593"/>
                <a:gd name="connsiteX1524" fmla="*/ 2163119 w 2957425"/>
                <a:gd name="connsiteY1524" fmla="*/ 260868 h 1708593"/>
                <a:gd name="connsiteX1525" fmla="*/ 2071970 w 2957425"/>
                <a:gd name="connsiteY1525" fmla="*/ 307595 h 1708593"/>
                <a:gd name="connsiteX1526" fmla="*/ 2062687 w 2957425"/>
                <a:gd name="connsiteY1526" fmla="*/ 307874 h 1708593"/>
                <a:gd name="connsiteX1527" fmla="*/ 2053502 w 2957425"/>
                <a:gd name="connsiteY1527" fmla="*/ 307595 h 1708593"/>
                <a:gd name="connsiteX1528" fmla="*/ 1963418 w 2957425"/>
                <a:gd name="connsiteY1528" fmla="*/ 260868 h 1708593"/>
                <a:gd name="connsiteX1529" fmla="*/ 1890508 w 2957425"/>
                <a:gd name="connsiteY1529" fmla="*/ 219397 h 1708593"/>
                <a:gd name="connsiteX1530" fmla="*/ 1875171 w 2957425"/>
                <a:gd name="connsiteY1530" fmla="*/ 218505 h 1708593"/>
                <a:gd name="connsiteX1531" fmla="*/ 1860044 w 2957425"/>
                <a:gd name="connsiteY1531" fmla="*/ 219397 h 1708593"/>
                <a:gd name="connsiteX1532" fmla="*/ 1788085 w 2957425"/>
                <a:gd name="connsiteY1532" fmla="*/ 260868 h 1708593"/>
                <a:gd name="connsiteX1533" fmla="*/ 1696936 w 2957425"/>
                <a:gd name="connsiteY1533" fmla="*/ 307595 h 1708593"/>
                <a:gd name="connsiteX1534" fmla="*/ 1687656 w 2957425"/>
                <a:gd name="connsiteY1534" fmla="*/ 307874 h 1708593"/>
                <a:gd name="connsiteX1535" fmla="*/ 1678456 w 2957425"/>
                <a:gd name="connsiteY1535" fmla="*/ 307595 h 1708593"/>
                <a:gd name="connsiteX1536" fmla="*/ 1588259 w 2957425"/>
                <a:gd name="connsiteY1536" fmla="*/ 260868 h 1708593"/>
                <a:gd name="connsiteX1537" fmla="*/ 1515254 w 2957425"/>
                <a:gd name="connsiteY1537" fmla="*/ 219397 h 1708593"/>
                <a:gd name="connsiteX1538" fmla="*/ 1499902 w 2957425"/>
                <a:gd name="connsiteY1538" fmla="*/ 218505 h 1708593"/>
                <a:gd name="connsiteX1539" fmla="*/ 1484938 w 2957425"/>
                <a:gd name="connsiteY1539" fmla="*/ 219397 h 1708593"/>
                <a:gd name="connsiteX1540" fmla="*/ 1412811 w 2957425"/>
                <a:gd name="connsiteY1540" fmla="*/ 260868 h 1708593"/>
                <a:gd name="connsiteX1541" fmla="*/ 1312377 w 2957425"/>
                <a:gd name="connsiteY1541" fmla="*/ 307874 h 1708593"/>
                <a:gd name="connsiteX1542" fmla="*/ 1213103 w 2957425"/>
                <a:gd name="connsiteY1542" fmla="*/ 260868 h 1708593"/>
                <a:gd name="connsiteX1543" fmla="*/ 1140203 w 2957425"/>
                <a:gd name="connsiteY1543" fmla="*/ 219397 h 1708593"/>
                <a:gd name="connsiteX1544" fmla="*/ 1124860 w 2957425"/>
                <a:gd name="connsiteY1544" fmla="*/ 218505 h 1708593"/>
                <a:gd name="connsiteX1545" fmla="*/ 1109907 w 2957425"/>
                <a:gd name="connsiteY1545" fmla="*/ 219397 h 1708593"/>
                <a:gd name="connsiteX1546" fmla="*/ 1037780 w 2957425"/>
                <a:gd name="connsiteY1546" fmla="*/ 260868 h 1708593"/>
                <a:gd name="connsiteX1547" fmla="*/ 937343 w 2957425"/>
                <a:gd name="connsiteY1547" fmla="*/ 307874 h 1708593"/>
                <a:gd name="connsiteX1548" fmla="*/ 837942 w 2957425"/>
                <a:gd name="connsiteY1548" fmla="*/ 260868 h 1708593"/>
                <a:gd name="connsiteX1549" fmla="*/ 764952 w 2957425"/>
                <a:gd name="connsiteY1549" fmla="*/ 219397 h 1708593"/>
                <a:gd name="connsiteX1550" fmla="*/ 749586 w 2957425"/>
                <a:gd name="connsiteY1550" fmla="*/ 218505 h 1708593"/>
                <a:gd name="connsiteX1551" fmla="*/ 734638 w 2957425"/>
                <a:gd name="connsiteY1551" fmla="*/ 219397 h 1708593"/>
                <a:gd name="connsiteX1552" fmla="*/ 662511 w 2957425"/>
                <a:gd name="connsiteY1552" fmla="*/ 260868 h 1708593"/>
                <a:gd name="connsiteX1553" fmla="*/ 562069 w 2957425"/>
                <a:gd name="connsiteY1553" fmla="*/ 307874 h 1708593"/>
                <a:gd name="connsiteX1554" fmla="*/ 462743 w 2957425"/>
                <a:gd name="connsiteY1554" fmla="*/ 260868 h 1708593"/>
                <a:gd name="connsiteX1555" fmla="*/ 375034 w 2957425"/>
                <a:gd name="connsiteY1555" fmla="*/ 218505 h 1708593"/>
                <a:gd name="connsiteX1556" fmla="*/ 287371 w 2957425"/>
                <a:gd name="connsiteY1556" fmla="*/ 260868 h 1708593"/>
                <a:gd name="connsiteX1557" fmla="*/ 187517 w 2957425"/>
                <a:gd name="connsiteY1557" fmla="*/ 307874 h 1708593"/>
                <a:gd name="connsiteX1558" fmla="*/ 87663 w 2957425"/>
                <a:gd name="connsiteY1558" fmla="*/ 260868 h 1708593"/>
                <a:gd name="connsiteX1559" fmla="*/ 0 w 2957425"/>
                <a:gd name="connsiteY1559" fmla="*/ 218505 h 1708593"/>
                <a:gd name="connsiteX1560" fmla="*/ 0 w 2957425"/>
                <a:gd name="connsiteY1560" fmla="*/ 99897 h 1708593"/>
                <a:gd name="connsiteX1561" fmla="*/ 99855 w 2957425"/>
                <a:gd name="connsiteY1561" fmla="*/ 147008 h 1708593"/>
                <a:gd name="connsiteX1562" fmla="*/ 187517 w 2957425"/>
                <a:gd name="connsiteY1562" fmla="*/ 189466 h 1708593"/>
                <a:gd name="connsiteX1563" fmla="*/ 275179 w 2957425"/>
                <a:gd name="connsiteY1563" fmla="*/ 147008 h 1708593"/>
                <a:gd name="connsiteX1564" fmla="*/ 375034 w 2957425"/>
                <a:gd name="connsiteY1564" fmla="*/ 99897 h 1708593"/>
                <a:gd name="connsiteX1565" fmla="*/ 474941 w 2957425"/>
                <a:gd name="connsiteY1565" fmla="*/ 147008 h 1708593"/>
                <a:gd name="connsiteX1566" fmla="*/ 562069 w 2957425"/>
                <a:gd name="connsiteY1566" fmla="*/ 189466 h 1708593"/>
                <a:gd name="connsiteX1567" fmla="*/ 650315 w 2957425"/>
                <a:gd name="connsiteY1567" fmla="*/ 147008 h 1708593"/>
                <a:gd name="connsiteX1568" fmla="*/ 740506 w 2957425"/>
                <a:gd name="connsiteY1568" fmla="*/ 100183 h 1708593"/>
                <a:gd name="connsiteX1569" fmla="*/ 749586 w 2957425"/>
                <a:gd name="connsiteY1569" fmla="*/ 99897 h 1708593"/>
                <a:gd name="connsiteX1570" fmla="*/ 758889 w 2957425"/>
                <a:gd name="connsiteY1570" fmla="*/ 100177 h 1708593"/>
                <a:gd name="connsiteX1571" fmla="*/ 850154 w 2957425"/>
                <a:gd name="connsiteY1571" fmla="*/ 147008 h 1708593"/>
                <a:gd name="connsiteX1572" fmla="*/ 937343 w 2957425"/>
                <a:gd name="connsiteY1572" fmla="*/ 189466 h 1708593"/>
                <a:gd name="connsiteX1573" fmla="*/ 1025586 w 2957425"/>
                <a:gd name="connsiteY1573" fmla="*/ 147008 h 1708593"/>
                <a:gd name="connsiteX1574" fmla="*/ 1115684 w 2957425"/>
                <a:gd name="connsiteY1574" fmla="*/ 100183 h 1708593"/>
                <a:gd name="connsiteX1575" fmla="*/ 1124860 w 2957425"/>
                <a:gd name="connsiteY1575" fmla="*/ 99897 h 1708593"/>
                <a:gd name="connsiteX1576" fmla="*/ 1134151 w 2957425"/>
                <a:gd name="connsiteY1576" fmla="*/ 100177 h 1708593"/>
                <a:gd name="connsiteX1577" fmla="*/ 1225295 w 2957425"/>
                <a:gd name="connsiteY1577" fmla="*/ 147008 h 1708593"/>
                <a:gd name="connsiteX1578" fmla="*/ 1312377 w 2957425"/>
                <a:gd name="connsiteY1578" fmla="*/ 189466 h 1708593"/>
                <a:gd name="connsiteX1579" fmla="*/ 1400620 w 2957425"/>
                <a:gd name="connsiteY1579" fmla="*/ 147008 h 1708593"/>
                <a:gd name="connsiteX1580" fmla="*/ 1490715 w 2957425"/>
                <a:gd name="connsiteY1580" fmla="*/ 100183 h 1708593"/>
                <a:gd name="connsiteX1581" fmla="*/ 1499902 w 2957425"/>
                <a:gd name="connsiteY1581" fmla="*/ 99897 h 1708593"/>
                <a:gd name="connsiteX1582" fmla="*/ 1509200 w 2957425"/>
                <a:gd name="connsiteY1582" fmla="*/ 100177 h 1708593"/>
                <a:gd name="connsiteX1583" fmla="*/ 1600457 w 2957425"/>
                <a:gd name="connsiteY1583" fmla="*/ 147008 h 1708593"/>
                <a:gd name="connsiteX1584" fmla="*/ 1672675 w 2957425"/>
                <a:gd name="connsiteY1584" fmla="*/ 188572 h 1708593"/>
                <a:gd name="connsiteX1585" fmla="*/ 1687656 w 2957425"/>
                <a:gd name="connsiteY1585" fmla="*/ 189466 h 1708593"/>
                <a:gd name="connsiteX1586" fmla="*/ 1702991 w 2957425"/>
                <a:gd name="connsiteY1586" fmla="*/ 188572 h 1708593"/>
                <a:gd name="connsiteX1587" fmla="*/ 1775902 w 2957425"/>
                <a:gd name="connsiteY1587" fmla="*/ 147008 h 1708593"/>
                <a:gd name="connsiteX1588" fmla="*/ 1865985 w 2957425"/>
                <a:gd name="connsiteY1588" fmla="*/ 100183 h 1708593"/>
                <a:gd name="connsiteX1589" fmla="*/ 1875171 w 2957425"/>
                <a:gd name="connsiteY1589" fmla="*/ 99897 h 1708593"/>
                <a:gd name="connsiteX1590" fmla="*/ 1884453 w 2957425"/>
                <a:gd name="connsiteY1590" fmla="*/ 100177 h 1708593"/>
                <a:gd name="connsiteX1591" fmla="*/ 1975602 w 2957425"/>
                <a:gd name="connsiteY1591" fmla="*/ 147008 h 1708593"/>
                <a:gd name="connsiteX1592" fmla="*/ 2047561 w 2957425"/>
                <a:gd name="connsiteY1592" fmla="*/ 188572 h 1708593"/>
                <a:gd name="connsiteX1593" fmla="*/ 2062687 w 2957425"/>
                <a:gd name="connsiteY1593" fmla="*/ 189466 h 1708593"/>
                <a:gd name="connsiteX1594" fmla="*/ 2078025 w 2957425"/>
                <a:gd name="connsiteY1594" fmla="*/ 188572 h 1708593"/>
                <a:gd name="connsiteX1595" fmla="*/ 2150933 w 2957425"/>
                <a:gd name="connsiteY1595" fmla="*/ 147008 h 1708593"/>
                <a:gd name="connsiteX1596" fmla="*/ 2241019 w 2957425"/>
                <a:gd name="connsiteY1596" fmla="*/ 100183 h 1708593"/>
                <a:gd name="connsiteX1597" fmla="*/ 2250202 w 2957425"/>
                <a:gd name="connsiteY1597" fmla="*/ 99897 h 1708593"/>
                <a:gd name="connsiteX1598" fmla="*/ 2259500 w 2957425"/>
                <a:gd name="connsiteY1598" fmla="*/ 100177 h 1708593"/>
                <a:gd name="connsiteX1599" fmla="*/ 2350772 w 2957425"/>
                <a:gd name="connsiteY1599" fmla="*/ 147008 h 1708593"/>
                <a:gd name="connsiteX1600" fmla="*/ 2422815 w 2957425"/>
                <a:gd name="connsiteY1600" fmla="*/ 188572 h 1708593"/>
                <a:gd name="connsiteX1601" fmla="*/ 2437959 w 2957425"/>
                <a:gd name="connsiteY1601" fmla="*/ 189466 h 1708593"/>
                <a:gd name="connsiteX1602" fmla="*/ 2453275 w 2957425"/>
                <a:gd name="connsiteY1602" fmla="*/ 188572 h 1708593"/>
                <a:gd name="connsiteX1603" fmla="*/ 2526203 w 2957425"/>
                <a:gd name="connsiteY1603" fmla="*/ 147008 h 1708593"/>
                <a:gd name="connsiteX1604" fmla="*/ 2625475 w 2957425"/>
                <a:gd name="connsiteY1604" fmla="*/ 99897 h 1708593"/>
                <a:gd name="connsiteX1605" fmla="*/ 2725913 w 2957425"/>
                <a:gd name="connsiteY1605" fmla="*/ 147008 h 1708593"/>
                <a:gd name="connsiteX1606" fmla="*/ 2797875 w 2957425"/>
                <a:gd name="connsiteY1606" fmla="*/ 188572 h 1708593"/>
                <a:gd name="connsiteX1607" fmla="*/ 2812992 w 2957425"/>
                <a:gd name="connsiteY1607" fmla="*/ 189466 h 1708593"/>
                <a:gd name="connsiteX1608" fmla="*/ 2828318 w 2957425"/>
                <a:gd name="connsiteY1608" fmla="*/ 188572 h 1708593"/>
                <a:gd name="connsiteX1609" fmla="*/ 2901235 w 2957425"/>
                <a:gd name="connsiteY1609" fmla="*/ 147008 h 1708593"/>
                <a:gd name="connsiteX1610" fmla="*/ 2937851 w 2957425"/>
                <a:gd name="connsiteY1610" fmla="*/ 116886 h 1708593"/>
                <a:gd name="connsiteX1611" fmla="*/ 2957425 w 2957425"/>
                <a:gd name="connsiteY1611" fmla="*/ 107748 h 1708593"/>
                <a:gd name="connsiteX1612" fmla="*/ 2957425 w 2957425"/>
                <a:gd name="connsiteY1612" fmla="*/ 129059 h 1708593"/>
                <a:gd name="connsiteX1613" fmla="*/ 2944711 w 2957425"/>
                <a:gd name="connsiteY1613" fmla="*/ 133696 h 1708593"/>
                <a:gd name="connsiteX1614" fmla="*/ 2913429 w 2957425"/>
                <a:gd name="connsiteY1614" fmla="*/ 160385 h 1708593"/>
                <a:gd name="connsiteX1615" fmla="*/ 2822285 w 2957425"/>
                <a:gd name="connsiteY1615" fmla="*/ 207216 h 1708593"/>
                <a:gd name="connsiteX1616" fmla="*/ 2812992 w 2957425"/>
                <a:gd name="connsiteY1616" fmla="*/ 207496 h 1708593"/>
                <a:gd name="connsiteX1617" fmla="*/ 2803817 w 2957425"/>
                <a:gd name="connsiteY1617" fmla="*/ 207216 h 1708593"/>
                <a:gd name="connsiteX1618" fmla="*/ 2713719 w 2957425"/>
                <a:gd name="connsiteY1618" fmla="*/ 160385 h 1708593"/>
                <a:gd name="connsiteX1619" fmla="*/ 2625475 w 2957425"/>
                <a:gd name="connsiteY1619" fmla="*/ 117927 h 1708593"/>
                <a:gd name="connsiteX1620" fmla="*/ 2538398 w 2957425"/>
                <a:gd name="connsiteY1620" fmla="*/ 160385 h 1708593"/>
                <a:gd name="connsiteX1621" fmla="*/ 2447253 w 2957425"/>
                <a:gd name="connsiteY1621" fmla="*/ 207216 h 1708593"/>
                <a:gd name="connsiteX1622" fmla="*/ 2437959 w 2957425"/>
                <a:gd name="connsiteY1622" fmla="*/ 207496 h 1708593"/>
                <a:gd name="connsiteX1623" fmla="*/ 2428768 w 2957425"/>
                <a:gd name="connsiteY1623" fmla="*/ 207216 h 1708593"/>
                <a:gd name="connsiteX1624" fmla="*/ 2338559 w 2957425"/>
                <a:gd name="connsiteY1624" fmla="*/ 160385 h 1708593"/>
                <a:gd name="connsiteX1625" fmla="*/ 2265570 w 2957425"/>
                <a:gd name="connsiteY1625" fmla="*/ 118821 h 1708593"/>
                <a:gd name="connsiteX1626" fmla="*/ 2250202 w 2957425"/>
                <a:gd name="connsiteY1626" fmla="*/ 117927 h 1708593"/>
                <a:gd name="connsiteX1627" fmla="*/ 2235078 w 2957425"/>
                <a:gd name="connsiteY1627" fmla="*/ 118821 h 1708593"/>
                <a:gd name="connsiteX1628" fmla="*/ 2163119 w 2957425"/>
                <a:gd name="connsiteY1628" fmla="*/ 160385 h 1708593"/>
                <a:gd name="connsiteX1629" fmla="*/ 2071970 w 2957425"/>
                <a:gd name="connsiteY1629" fmla="*/ 207216 h 1708593"/>
                <a:gd name="connsiteX1630" fmla="*/ 2062687 w 2957425"/>
                <a:gd name="connsiteY1630" fmla="*/ 207496 h 1708593"/>
                <a:gd name="connsiteX1631" fmla="*/ 2053502 w 2957425"/>
                <a:gd name="connsiteY1631" fmla="*/ 207216 h 1708593"/>
                <a:gd name="connsiteX1632" fmla="*/ 1963418 w 2957425"/>
                <a:gd name="connsiteY1632" fmla="*/ 160385 h 1708593"/>
                <a:gd name="connsiteX1633" fmla="*/ 1890508 w 2957425"/>
                <a:gd name="connsiteY1633" fmla="*/ 118821 h 1708593"/>
                <a:gd name="connsiteX1634" fmla="*/ 1875171 w 2957425"/>
                <a:gd name="connsiteY1634" fmla="*/ 117927 h 1708593"/>
                <a:gd name="connsiteX1635" fmla="*/ 1860044 w 2957425"/>
                <a:gd name="connsiteY1635" fmla="*/ 118821 h 1708593"/>
                <a:gd name="connsiteX1636" fmla="*/ 1788085 w 2957425"/>
                <a:gd name="connsiteY1636" fmla="*/ 160385 h 1708593"/>
                <a:gd name="connsiteX1637" fmla="*/ 1696936 w 2957425"/>
                <a:gd name="connsiteY1637" fmla="*/ 207216 h 1708593"/>
                <a:gd name="connsiteX1638" fmla="*/ 1687656 w 2957425"/>
                <a:gd name="connsiteY1638" fmla="*/ 207496 h 1708593"/>
                <a:gd name="connsiteX1639" fmla="*/ 1678456 w 2957425"/>
                <a:gd name="connsiteY1639" fmla="*/ 207216 h 1708593"/>
                <a:gd name="connsiteX1640" fmla="*/ 1588259 w 2957425"/>
                <a:gd name="connsiteY1640" fmla="*/ 160385 h 1708593"/>
                <a:gd name="connsiteX1641" fmla="*/ 1515254 w 2957425"/>
                <a:gd name="connsiteY1641" fmla="*/ 118821 h 1708593"/>
                <a:gd name="connsiteX1642" fmla="*/ 1499902 w 2957425"/>
                <a:gd name="connsiteY1642" fmla="*/ 117927 h 1708593"/>
                <a:gd name="connsiteX1643" fmla="*/ 1484938 w 2957425"/>
                <a:gd name="connsiteY1643" fmla="*/ 118821 h 1708593"/>
                <a:gd name="connsiteX1644" fmla="*/ 1412811 w 2957425"/>
                <a:gd name="connsiteY1644" fmla="*/ 160385 h 1708593"/>
                <a:gd name="connsiteX1645" fmla="*/ 1312377 w 2957425"/>
                <a:gd name="connsiteY1645" fmla="*/ 207496 h 1708593"/>
                <a:gd name="connsiteX1646" fmla="*/ 1213103 w 2957425"/>
                <a:gd name="connsiteY1646" fmla="*/ 160385 h 1708593"/>
                <a:gd name="connsiteX1647" fmla="*/ 1140203 w 2957425"/>
                <a:gd name="connsiteY1647" fmla="*/ 118821 h 1708593"/>
                <a:gd name="connsiteX1648" fmla="*/ 1124860 w 2957425"/>
                <a:gd name="connsiteY1648" fmla="*/ 117927 h 1708593"/>
                <a:gd name="connsiteX1649" fmla="*/ 1109907 w 2957425"/>
                <a:gd name="connsiteY1649" fmla="*/ 118821 h 1708593"/>
                <a:gd name="connsiteX1650" fmla="*/ 1037780 w 2957425"/>
                <a:gd name="connsiteY1650" fmla="*/ 160385 h 1708593"/>
                <a:gd name="connsiteX1651" fmla="*/ 937343 w 2957425"/>
                <a:gd name="connsiteY1651" fmla="*/ 207496 h 1708593"/>
                <a:gd name="connsiteX1652" fmla="*/ 837942 w 2957425"/>
                <a:gd name="connsiteY1652" fmla="*/ 160385 h 1708593"/>
                <a:gd name="connsiteX1653" fmla="*/ 764952 w 2957425"/>
                <a:gd name="connsiteY1653" fmla="*/ 118821 h 1708593"/>
                <a:gd name="connsiteX1654" fmla="*/ 749586 w 2957425"/>
                <a:gd name="connsiteY1654" fmla="*/ 117927 h 1708593"/>
                <a:gd name="connsiteX1655" fmla="*/ 734638 w 2957425"/>
                <a:gd name="connsiteY1655" fmla="*/ 118821 h 1708593"/>
                <a:gd name="connsiteX1656" fmla="*/ 662511 w 2957425"/>
                <a:gd name="connsiteY1656" fmla="*/ 160385 h 1708593"/>
                <a:gd name="connsiteX1657" fmla="*/ 562069 w 2957425"/>
                <a:gd name="connsiteY1657" fmla="*/ 207496 h 1708593"/>
                <a:gd name="connsiteX1658" fmla="*/ 462743 w 2957425"/>
                <a:gd name="connsiteY1658" fmla="*/ 160385 h 1708593"/>
                <a:gd name="connsiteX1659" fmla="*/ 375034 w 2957425"/>
                <a:gd name="connsiteY1659" fmla="*/ 117927 h 1708593"/>
                <a:gd name="connsiteX1660" fmla="*/ 287371 w 2957425"/>
                <a:gd name="connsiteY1660" fmla="*/ 160385 h 1708593"/>
                <a:gd name="connsiteX1661" fmla="*/ 187517 w 2957425"/>
                <a:gd name="connsiteY1661" fmla="*/ 207496 h 1708593"/>
                <a:gd name="connsiteX1662" fmla="*/ 87663 w 2957425"/>
                <a:gd name="connsiteY1662" fmla="*/ 160385 h 1708593"/>
                <a:gd name="connsiteX1663" fmla="*/ 0 w 2957425"/>
                <a:gd name="connsiteY1663" fmla="*/ 117927 h 1708593"/>
                <a:gd name="connsiteX1664" fmla="*/ 0 w 2957425"/>
                <a:gd name="connsiteY1664" fmla="*/ 0 h 1708593"/>
                <a:gd name="connsiteX1665" fmla="*/ 99855 w 2957425"/>
                <a:gd name="connsiteY1665" fmla="*/ 47649 h 1708593"/>
                <a:gd name="connsiteX1666" fmla="*/ 187517 w 2957425"/>
                <a:gd name="connsiteY1666" fmla="*/ 90068 h 1708593"/>
                <a:gd name="connsiteX1667" fmla="*/ 275179 w 2957425"/>
                <a:gd name="connsiteY1667" fmla="*/ 47649 h 1708593"/>
                <a:gd name="connsiteX1668" fmla="*/ 375034 w 2957425"/>
                <a:gd name="connsiteY1668" fmla="*/ 0 h 1708593"/>
                <a:gd name="connsiteX1669" fmla="*/ 474941 w 2957425"/>
                <a:gd name="connsiteY1669" fmla="*/ 47649 h 1708593"/>
                <a:gd name="connsiteX1670" fmla="*/ 562069 w 2957425"/>
                <a:gd name="connsiteY1670" fmla="*/ 90068 h 1708593"/>
                <a:gd name="connsiteX1671" fmla="*/ 650315 w 2957425"/>
                <a:gd name="connsiteY1671" fmla="*/ 47649 h 1708593"/>
                <a:gd name="connsiteX1672" fmla="*/ 740506 w 2957425"/>
                <a:gd name="connsiteY1672" fmla="*/ 286 h 1708593"/>
                <a:gd name="connsiteX1673" fmla="*/ 749586 w 2957425"/>
                <a:gd name="connsiteY1673" fmla="*/ 0 h 1708593"/>
                <a:gd name="connsiteX1674" fmla="*/ 850154 w 2957425"/>
                <a:gd name="connsiteY1674" fmla="*/ 47649 h 1708593"/>
                <a:gd name="connsiteX1675" fmla="*/ 937343 w 2957425"/>
                <a:gd name="connsiteY1675" fmla="*/ 90068 h 1708593"/>
                <a:gd name="connsiteX1676" fmla="*/ 1025586 w 2957425"/>
                <a:gd name="connsiteY1676" fmla="*/ 47649 h 1708593"/>
                <a:gd name="connsiteX1677" fmla="*/ 1115684 w 2957425"/>
                <a:gd name="connsiteY1677" fmla="*/ 286 h 1708593"/>
                <a:gd name="connsiteX1678" fmla="*/ 1124860 w 2957425"/>
                <a:gd name="connsiteY1678" fmla="*/ 0 h 1708593"/>
                <a:gd name="connsiteX1679" fmla="*/ 1225295 w 2957425"/>
                <a:gd name="connsiteY1679" fmla="*/ 47649 h 1708593"/>
                <a:gd name="connsiteX1680" fmla="*/ 1312377 w 2957425"/>
                <a:gd name="connsiteY1680" fmla="*/ 90068 h 1708593"/>
                <a:gd name="connsiteX1681" fmla="*/ 1400620 w 2957425"/>
                <a:gd name="connsiteY1681" fmla="*/ 47649 h 1708593"/>
                <a:gd name="connsiteX1682" fmla="*/ 1490715 w 2957425"/>
                <a:gd name="connsiteY1682" fmla="*/ 286 h 1708593"/>
                <a:gd name="connsiteX1683" fmla="*/ 1499902 w 2957425"/>
                <a:gd name="connsiteY1683" fmla="*/ 0 h 1708593"/>
                <a:gd name="connsiteX1684" fmla="*/ 1600457 w 2957425"/>
                <a:gd name="connsiteY1684" fmla="*/ 47649 h 1708593"/>
                <a:gd name="connsiteX1685" fmla="*/ 1672675 w 2957425"/>
                <a:gd name="connsiteY1685" fmla="*/ 89151 h 1708593"/>
                <a:gd name="connsiteX1686" fmla="*/ 1687656 w 2957425"/>
                <a:gd name="connsiteY1686" fmla="*/ 90068 h 1708593"/>
                <a:gd name="connsiteX1687" fmla="*/ 1702991 w 2957425"/>
                <a:gd name="connsiteY1687" fmla="*/ 89151 h 1708593"/>
                <a:gd name="connsiteX1688" fmla="*/ 1775902 w 2957425"/>
                <a:gd name="connsiteY1688" fmla="*/ 47649 h 1708593"/>
                <a:gd name="connsiteX1689" fmla="*/ 1865985 w 2957425"/>
                <a:gd name="connsiteY1689" fmla="*/ 286 h 1708593"/>
                <a:gd name="connsiteX1690" fmla="*/ 1875171 w 2957425"/>
                <a:gd name="connsiteY1690" fmla="*/ 0 h 1708593"/>
                <a:gd name="connsiteX1691" fmla="*/ 1975602 w 2957425"/>
                <a:gd name="connsiteY1691" fmla="*/ 47649 h 1708593"/>
                <a:gd name="connsiteX1692" fmla="*/ 2047561 w 2957425"/>
                <a:gd name="connsiteY1692" fmla="*/ 89151 h 1708593"/>
                <a:gd name="connsiteX1693" fmla="*/ 2062687 w 2957425"/>
                <a:gd name="connsiteY1693" fmla="*/ 90068 h 1708593"/>
                <a:gd name="connsiteX1694" fmla="*/ 2078025 w 2957425"/>
                <a:gd name="connsiteY1694" fmla="*/ 89151 h 1708593"/>
                <a:gd name="connsiteX1695" fmla="*/ 2150933 w 2957425"/>
                <a:gd name="connsiteY1695" fmla="*/ 47649 h 1708593"/>
                <a:gd name="connsiteX1696" fmla="*/ 2241019 w 2957425"/>
                <a:gd name="connsiteY1696" fmla="*/ 286 h 1708593"/>
                <a:gd name="connsiteX1697" fmla="*/ 2250202 w 2957425"/>
                <a:gd name="connsiteY1697" fmla="*/ 0 h 1708593"/>
                <a:gd name="connsiteX1698" fmla="*/ 2350772 w 2957425"/>
                <a:gd name="connsiteY1698" fmla="*/ 47649 h 1708593"/>
                <a:gd name="connsiteX1699" fmla="*/ 2422815 w 2957425"/>
                <a:gd name="connsiteY1699" fmla="*/ 89151 h 1708593"/>
                <a:gd name="connsiteX1700" fmla="*/ 2437959 w 2957425"/>
                <a:gd name="connsiteY1700" fmla="*/ 90068 h 1708593"/>
                <a:gd name="connsiteX1701" fmla="*/ 2453275 w 2957425"/>
                <a:gd name="connsiteY1701" fmla="*/ 89151 h 1708593"/>
                <a:gd name="connsiteX1702" fmla="*/ 2526203 w 2957425"/>
                <a:gd name="connsiteY1702" fmla="*/ 47649 h 1708593"/>
                <a:gd name="connsiteX1703" fmla="*/ 2625475 w 2957425"/>
                <a:gd name="connsiteY1703" fmla="*/ 0 h 1708593"/>
                <a:gd name="connsiteX1704" fmla="*/ 2725913 w 2957425"/>
                <a:gd name="connsiteY1704" fmla="*/ 47649 h 1708593"/>
                <a:gd name="connsiteX1705" fmla="*/ 2797875 w 2957425"/>
                <a:gd name="connsiteY1705" fmla="*/ 89151 h 1708593"/>
                <a:gd name="connsiteX1706" fmla="*/ 2812992 w 2957425"/>
                <a:gd name="connsiteY1706" fmla="*/ 90068 h 1708593"/>
                <a:gd name="connsiteX1707" fmla="*/ 2828318 w 2957425"/>
                <a:gd name="connsiteY1707" fmla="*/ 89151 h 1708593"/>
                <a:gd name="connsiteX1708" fmla="*/ 2901235 w 2957425"/>
                <a:gd name="connsiteY1708" fmla="*/ 47649 h 1708593"/>
                <a:gd name="connsiteX1709" fmla="*/ 2937846 w 2957425"/>
                <a:gd name="connsiteY1709" fmla="*/ 17061 h 1708593"/>
                <a:gd name="connsiteX1710" fmla="*/ 2957425 w 2957425"/>
                <a:gd name="connsiteY1710" fmla="*/ 7869 h 1708593"/>
                <a:gd name="connsiteX1711" fmla="*/ 2957425 w 2957425"/>
                <a:gd name="connsiteY1711" fmla="*/ 29307 h 1708593"/>
                <a:gd name="connsiteX1712" fmla="*/ 2944706 w 2957425"/>
                <a:gd name="connsiteY1712" fmla="*/ 34009 h 1708593"/>
                <a:gd name="connsiteX1713" fmla="*/ 2913429 w 2957425"/>
                <a:gd name="connsiteY1713" fmla="*/ 60433 h 1708593"/>
                <a:gd name="connsiteX1714" fmla="*/ 2822285 w 2957425"/>
                <a:gd name="connsiteY1714" fmla="*/ 107795 h 1708593"/>
                <a:gd name="connsiteX1715" fmla="*/ 2812992 w 2957425"/>
                <a:gd name="connsiteY1715" fmla="*/ 108081 h 1708593"/>
                <a:gd name="connsiteX1716" fmla="*/ 2803817 w 2957425"/>
                <a:gd name="connsiteY1716" fmla="*/ 107795 h 1708593"/>
                <a:gd name="connsiteX1717" fmla="*/ 2713719 w 2957425"/>
                <a:gd name="connsiteY1717" fmla="*/ 60433 h 1708593"/>
                <a:gd name="connsiteX1718" fmla="*/ 2625475 w 2957425"/>
                <a:gd name="connsiteY1718" fmla="*/ 18014 h 1708593"/>
                <a:gd name="connsiteX1719" fmla="*/ 2538398 w 2957425"/>
                <a:gd name="connsiteY1719" fmla="*/ 60433 h 1708593"/>
                <a:gd name="connsiteX1720" fmla="*/ 2447253 w 2957425"/>
                <a:gd name="connsiteY1720" fmla="*/ 107795 h 1708593"/>
                <a:gd name="connsiteX1721" fmla="*/ 2437959 w 2957425"/>
                <a:gd name="connsiteY1721" fmla="*/ 108081 h 1708593"/>
                <a:gd name="connsiteX1722" fmla="*/ 2428768 w 2957425"/>
                <a:gd name="connsiteY1722" fmla="*/ 107795 h 1708593"/>
                <a:gd name="connsiteX1723" fmla="*/ 2338559 w 2957425"/>
                <a:gd name="connsiteY1723" fmla="*/ 60433 h 1708593"/>
                <a:gd name="connsiteX1724" fmla="*/ 2265570 w 2957425"/>
                <a:gd name="connsiteY1724" fmla="*/ 18931 h 1708593"/>
                <a:gd name="connsiteX1725" fmla="*/ 2250202 w 2957425"/>
                <a:gd name="connsiteY1725" fmla="*/ 18014 h 1708593"/>
                <a:gd name="connsiteX1726" fmla="*/ 2235078 w 2957425"/>
                <a:gd name="connsiteY1726" fmla="*/ 18931 h 1708593"/>
                <a:gd name="connsiteX1727" fmla="*/ 2163119 w 2957425"/>
                <a:gd name="connsiteY1727" fmla="*/ 60433 h 1708593"/>
                <a:gd name="connsiteX1728" fmla="*/ 2071970 w 2957425"/>
                <a:gd name="connsiteY1728" fmla="*/ 107795 h 1708593"/>
                <a:gd name="connsiteX1729" fmla="*/ 2062687 w 2957425"/>
                <a:gd name="connsiteY1729" fmla="*/ 108081 h 1708593"/>
                <a:gd name="connsiteX1730" fmla="*/ 2053502 w 2957425"/>
                <a:gd name="connsiteY1730" fmla="*/ 107795 h 1708593"/>
                <a:gd name="connsiteX1731" fmla="*/ 1963418 w 2957425"/>
                <a:gd name="connsiteY1731" fmla="*/ 60433 h 1708593"/>
                <a:gd name="connsiteX1732" fmla="*/ 1890508 w 2957425"/>
                <a:gd name="connsiteY1732" fmla="*/ 18931 h 1708593"/>
                <a:gd name="connsiteX1733" fmla="*/ 1875171 w 2957425"/>
                <a:gd name="connsiteY1733" fmla="*/ 18014 h 1708593"/>
                <a:gd name="connsiteX1734" fmla="*/ 1860044 w 2957425"/>
                <a:gd name="connsiteY1734" fmla="*/ 18931 h 1708593"/>
                <a:gd name="connsiteX1735" fmla="*/ 1788085 w 2957425"/>
                <a:gd name="connsiteY1735" fmla="*/ 60433 h 1708593"/>
                <a:gd name="connsiteX1736" fmla="*/ 1696936 w 2957425"/>
                <a:gd name="connsiteY1736" fmla="*/ 107795 h 1708593"/>
                <a:gd name="connsiteX1737" fmla="*/ 1687656 w 2957425"/>
                <a:gd name="connsiteY1737" fmla="*/ 108081 h 1708593"/>
                <a:gd name="connsiteX1738" fmla="*/ 1678456 w 2957425"/>
                <a:gd name="connsiteY1738" fmla="*/ 107795 h 1708593"/>
                <a:gd name="connsiteX1739" fmla="*/ 1588259 w 2957425"/>
                <a:gd name="connsiteY1739" fmla="*/ 60433 h 1708593"/>
                <a:gd name="connsiteX1740" fmla="*/ 1515254 w 2957425"/>
                <a:gd name="connsiteY1740" fmla="*/ 18931 h 1708593"/>
                <a:gd name="connsiteX1741" fmla="*/ 1499902 w 2957425"/>
                <a:gd name="connsiteY1741" fmla="*/ 18014 h 1708593"/>
                <a:gd name="connsiteX1742" fmla="*/ 1484938 w 2957425"/>
                <a:gd name="connsiteY1742" fmla="*/ 18931 h 1708593"/>
                <a:gd name="connsiteX1743" fmla="*/ 1412811 w 2957425"/>
                <a:gd name="connsiteY1743" fmla="*/ 60433 h 1708593"/>
                <a:gd name="connsiteX1744" fmla="*/ 1312377 w 2957425"/>
                <a:gd name="connsiteY1744" fmla="*/ 108081 h 1708593"/>
                <a:gd name="connsiteX1745" fmla="*/ 1213103 w 2957425"/>
                <a:gd name="connsiteY1745" fmla="*/ 60433 h 1708593"/>
                <a:gd name="connsiteX1746" fmla="*/ 1140203 w 2957425"/>
                <a:gd name="connsiteY1746" fmla="*/ 18931 h 1708593"/>
                <a:gd name="connsiteX1747" fmla="*/ 1124860 w 2957425"/>
                <a:gd name="connsiteY1747" fmla="*/ 18014 h 1708593"/>
                <a:gd name="connsiteX1748" fmla="*/ 1109907 w 2957425"/>
                <a:gd name="connsiteY1748" fmla="*/ 18931 h 1708593"/>
                <a:gd name="connsiteX1749" fmla="*/ 1037780 w 2957425"/>
                <a:gd name="connsiteY1749" fmla="*/ 60433 h 1708593"/>
                <a:gd name="connsiteX1750" fmla="*/ 937343 w 2957425"/>
                <a:gd name="connsiteY1750" fmla="*/ 108081 h 1708593"/>
                <a:gd name="connsiteX1751" fmla="*/ 837942 w 2957425"/>
                <a:gd name="connsiteY1751" fmla="*/ 60433 h 1708593"/>
                <a:gd name="connsiteX1752" fmla="*/ 764952 w 2957425"/>
                <a:gd name="connsiteY1752" fmla="*/ 18931 h 1708593"/>
                <a:gd name="connsiteX1753" fmla="*/ 749586 w 2957425"/>
                <a:gd name="connsiteY1753" fmla="*/ 18014 h 1708593"/>
                <a:gd name="connsiteX1754" fmla="*/ 734638 w 2957425"/>
                <a:gd name="connsiteY1754" fmla="*/ 18931 h 1708593"/>
                <a:gd name="connsiteX1755" fmla="*/ 662511 w 2957425"/>
                <a:gd name="connsiteY1755" fmla="*/ 60433 h 1708593"/>
                <a:gd name="connsiteX1756" fmla="*/ 562069 w 2957425"/>
                <a:gd name="connsiteY1756" fmla="*/ 108081 h 1708593"/>
                <a:gd name="connsiteX1757" fmla="*/ 462743 w 2957425"/>
                <a:gd name="connsiteY1757" fmla="*/ 60433 h 1708593"/>
                <a:gd name="connsiteX1758" fmla="*/ 375034 w 2957425"/>
                <a:gd name="connsiteY1758" fmla="*/ 18014 h 1708593"/>
                <a:gd name="connsiteX1759" fmla="*/ 287371 w 2957425"/>
                <a:gd name="connsiteY1759" fmla="*/ 60433 h 1708593"/>
                <a:gd name="connsiteX1760" fmla="*/ 187517 w 2957425"/>
                <a:gd name="connsiteY1760" fmla="*/ 108081 h 1708593"/>
                <a:gd name="connsiteX1761" fmla="*/ 87663 w 2957425"/>
                <a:gd name="connsiteY1761" fmla="*/ 60433 h 1708593"/>
                <a:gd name="connsiteX1762" fmla="*/ 0 w 2957425"/>
                <a:gd name="connsiteY1762" fmla="*/ 18014 h 1708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</a:cxnLst>
              <a:rect l="l" t="t" r="r" b="b"/>
              <a:pathLst>
                <a:path w="2957425" h="1708593">
                  <a:moveTo>
                    <a:pt x="0" y="1600512"/>
                  </a:moveTo>
                  <a:cubicBezTo>
                    <a:pt x="50507" y="1600512"/>
                    <a:pt x="76632" y="1625499"/>
                    <a:pt x="99855" y="1648161"/>
                  </a:cubicBezTo>
                  <a:cubicBezTo>
                    <a:pt x="123076" y="1670242"/>
                    <a:pt x="144556" y="1690580"/>
                    <a:pt x="187517" y="1690580"/>
                  </a:cubicBezTo>
                  <a:cubicBezTo>
                    <a:pt x="230477" y="1690580"/>
                    <a:pt x="251957" y="1670242"/>
                    <a:pt x="275179" y="1648161"/>
                  </a:cubicBezTo>
                  <a:cubicBezTo>
                    <a:pt x="298982" y="1625499"/>
                    <a:pt x="324526" y="1600512"/>
                    <a:pt x="375034" y="1600512"/>
                  </a:cubicBezTo>
                  <a:cubicBezTo>
                    <a:pt x="425568" y="1600512"/>
                    <a:pt x="451706" y="1625499"/>
                    <a:pt x="474941" y="1648161"/>
                  </a:cubicBezTo>
                  <a:cubicBezTo>
                    <a:pt x="498175" y="1670242"/>
                    <a:pt x="519667" y="1690580"/>
                    <a:pt x="562069" y="1690580"/>
                  </a:cubicBezTo>
                  <a:cubicBezTo>
                    <a:pt x="605610" y="1690580"/>
                    <a:pt x="627090" y="1670242"/>
                    <a:pt x="650315" y="1648161"/>
                  </a:cubicBezTo>
                  <a:cubicBezTo>
                    <a:pt x="672083" y="1626915"/>
                    <a:pt x="696405" y="1603627"/>
                    <a:pt x="740506" y="1600798"/>
                  </a:cubicBezTo>
                  <a:lnTo>
                    <a:pt x="749586" y="1600512"/>
                  </a:lnTo>
                  <a:lnTo>
                    <a:pt x="758889" y="1600798"/>
                  </a:lnTo>
                  <a:cubicBezTo>
                    <a:pt x="803998" y="1603627"/>
                    <a:pt x="828351" y="1626915"/>
                    <a:pt x="850154" y="1648161"/>
                  </a:cubicBezTo>
                  <a:cubicBezTo>
                    <a:pt x="873408" y="1670242"/>
                    <a:pt x="894909" y="1690580"/>
                    <a:pt x="937343" y="1690580"/>
                  </a:cubicBezTo>
                  <a:cubicBezTo>
                    <a:pt x="980892" y="1690580"/>
                    <a:pt x="1002368" y="1670242"/>
                    <a:pt x="1025586" y="1648161"/>
                  </a:cubicBezTo>
                  <a:cubicBezTo>
                    <a:pt x="1047357" y="1626915"/>
                    <a:pt x="1071175" y="1603627"/>
                    <a:pt x="1115684" y="1600798"/>
                  </a:cubicBezTo>
                  <a:lnTo>
                    <a:pt x="1124860" y="1600512"/>
                  </a:lnTo>
                  <a:lnTo>
                    <a:pt x="1134151" y="1600798"/>
                  </a:lnTo>
                  <a:cubicBezTo>
                    <a:pt x="1179136" y="1603627"/>
                    <a:pt x="1202980" y="1626915"/>
                    <a:pt x="1225295" y="1648161"/>
                  </a:cubicBezTo>
                  <a:cubicBezTo>
                    <a:pt x="1248517" y="1670242"/>
                    <a:pt x="1270006" y="1690580"/>
                    <a:pt x="1312377" y="1690580"/>
                  </a:cubicBezTo>
                  <a:cubicBezTo>
                    <a:pt x="1355923" y="1690580"/>
                    <a:pt x="1377398" y="1670242"/>
                    <a:pt x="1400620" y="1648161"/>
                  </a:cubicBezTo>
                  <a:cubicBezTo>
                    <a:pt x="1422391" y="1626915"/>
                    <a:pt x="1446206" y="1603627"/>
                    <a:pt x="1490715" y="1600798"/>
                  </a:cubicBezTo>
                  <a:lnTo>
                    <a:pt x="1499902" y="1600512"/>
                  </a:lnTo>
                  <a:lnTo>
                    <a:pt x="1509200" y="1600798"/>
                  </a:lnTo>
                  <a:cubicBezTo>
                    <a:pt x="1554240" y="1603627"/>
                    <a:pt x="1578118" y="1626915"/>
                    <a:pt x="1600457" y="1648161"/>
                  </a:cubicBezTo>
                  <a:cubicBezTo>
                    <a:pt x="1620811" y="1667482"/>
                    <a:pt x="1639813" y="1685468"/>
                    <a:pt x="1672675" y="1689663"/>
                  </a:cubicBezTo>
                  <a:lnTo>
                    <a:pt x="1687656" y="1690580"/>
                  </a:lnTo>
                  <a:lnTo>
                    <a:pt x="1702991" y="1689663"/>
                  </a:lnTo>
                  <a:cubicBezTo>
                    <a:pt x="1736589" y="1685468"/>
                    <a:pt x="1755583" y="1667482"/>
                    <a:pt x="1775902" y="1648161"/>
                  </a:cubicBezTo>
                  <a:cubicBezTo>
                    <a:pt x="1797671" y="1626915"/>
                    <a:pt x="1821477" y="1603627"/>
                    <a:pt x="1865985" y="1600798"/>
                  </a:cubicBezTo>
                  <a:lnTo>
                    <a:pt x="1875171" y="1600512"/>
                  </a:lnTo>
                  <a:lnTo>
                    <a:pt x="1884453" y="1600798"/>
                  </a:lnTo>
                  <a:cubicBezTo>
                    <a:pt x="1929442" y="1603627"/>
                    <a:pt x="1953295" y="1626915"/>
                    <a:pt x="1975602" y="1648161"/>
                  </a:cubicBezTo>
                  <a:cubicBezTo>
                    <a:pt x="1995922" y="1667482"/>
                    <a:pt x="2014463" y="1685468"/>
                    <a:pt x="2047561" y="1689663"/>
                  </a:cubicBezTo>
                  <a:lnTo>
                    <a:pt x="2062687" y="1690580"/>
                  </a:lnTo>
                  <a:lnTo>
                    <a:pt x="2078025" y="1689663"/>
                  </a:lnTo>
                  <a:cubicBezTo>
                    <a:pt x="2111623" y="1685468"/>
                    <a:pt x="2130614" y="1667482"/>
                    <a:pt x="2150933" y="1648161"/>
                  </a:cubicBezTo>
                  <a:cubicBezTo>
                    <a:pt x="2172701" y="1626915"/>
                    <a:pt x="2196510" y="1603627"/>
                    <a:pt x="2241019" y="1600798"/>
                  </a:cubicBezTo>
                  <a:lnTo>
                    <a:pt x="2250202" y="1600512"/>
                  </a:lnTo>
                  <a:lnTo>
                    <a:pt x="2259500" y="1600798"/>
                  </a:lnTo>
                  <a:cubicBezTo>
                    <a:pt x="2304545" y="1603627"/>
                    <a:pt x="2328421" y="1626915"/>
                    <a:pt x="2350772" y="1648161"/>
                  </a:cubicBezTo>
                  <a:cubicBezTo>
                    <a:pt x="2371110" y="1667482"/>
                    <a:pt x="2389675" y="1685468"/>
                    <a:pt x="2422815" y="1689663"/>
                  </a:cubicBezTo>
                  <a:lnTo>
                    <a:pt x="2437959" y="1690580"/>
                  </a:lnTo>
                  <a:lnTo>
                    <a:pt x="2453275" y="1689663"/>
                  </a:lnTo>
                  <a:cubicBezTo>
                    <a:pt x="2486774" y="1685468"/>
                    <a:pt x="2505375" y="1667482"/>
                    <a:pt x="2526203" y="1648161"/>
                  </a:cubicBezTo>
                  <a:cubicBezTo>
                    <a:pt x="2549424" y="1625499"/>
                    <a:pt x="2574968" y="1600512"/>
                    <a:pt x="2625475" y="1600512"/>
                  </a:cubicBezTo>
                  <a:cubicBezTo>
                    <a:pt x="2676563" y="1600512"/>
                    <a:pt x="2702109" y="1625499"/>
                    <a:pt x="2725913" y="1648161"/>
                  </a:cubicBezTo>
                  <a:cubicBezTo>
                    <a:pt x="2746233" y="1667482"/>
                    <a:pt x="2764773" y="1685468"/>
                    <a:pt x="2797875" y="1689663"/>
                  </a:cubicBezTo>
                  <a:lnTo>
                    <a:pt x="2812992" y="1690580"/>
                  </a:lnTo>
                  <a:lnTo>
                    <a:pt x="2828318" y="1689663"/>
                  </a:lnTo>
                  <a:cubicBezTo>
                    <a:pt x="2861804" y="1685468"/>
                    <a:pt x="2880408" y="1667482"/>
                    <a:pt x="2901235" y="1648161"/>
                  </a:cubicBezTo>
                  <a:cubicBezTo>
                    <a:pt x="2912221" y="1637538"/>
                    <a:pt x="2923666" y="1626404"/>
                    <a:pt x="2937929" y="1617573"/>
                  </a:cubicBezTo>
                  <a:lnTo>
                    <a:pt x="2957425" y="1608425"/>
                  </a:lnTo>
                  <a:lnTo>
                    <a:pt x="2957425" y="1629851"/>
                  </a:lnTo>
                  <a:lnTo>
                    <a:pt x="2944790" y="1634521"/>
                  </a:lnTo>
                  <a:cubicBezTo>
                    <a:pt x="2933453" y="1641957"/>
                    <a:pt x="2923688" y="1651284"/>
                    <a:pt x="2913429" y="1660945"/>
                  </a:cubicBezTo>
                  <a:cubicBezTo>
                    <a:pt x="2891112" y="1682190"/>
                    <a:pt x="2867269" y="1705479"/>
                    <a:pt x="2822285" y="1708307"/>
                  </a:cubicBezTo>
                  <a:lnTo>
                    <a:pt x="2812992" y="1708593"/>
                  </a:lnTo>
                  <a:lnTo>
                    <a:pt x="2803817" y="1708307"/>
                  </a:lnTo>
                  <a:cubicBezTo>
                    <a:pt x="2759309" y="1705479"/>
                    <a:pt x="2735489" y="1682190"/>
                    <a:pt x="2713719" y="1660945"/>
                  </a:cubicBezTo>
                  <a:cubicBezTo>
                    <a:pt x="2689916" y="1638864"/>
                    <a:pt x="2669016" y="1618526"/>
                    <a:pt x="2625475" y="1618526"/>
                  </a:cubicBezTo>
                  <a:cubicBezTo>
                    <a:pt x="2582521" y="1618526"/>
                    <a:pt x="2561615" y="1638864"/>
                    <a:pt x="2538398" y="1660945"/>
                  </a:cubicBezTo>
                  <a:cubicBezTo>
                    <a:pt x="2516079" y="1682190"/>
                    <a:pt x="2492239" y="1705479"/>
                    <a:pt x="2447253" y="1708307"/>
                  </a:cubicBezTo>
                  <a:lnTo>
                    <a:pt x="2437959" y="1708593"/>
                  </a:lnTo>
                  <a:lnTo>
                    <a:pt x="2428768" y="1708307"/>
                  </a:lnTo>
                  <a:cubicBezTo>
                    <a:pt x="2384205" y="1705479"/>
                    <a:pt x="2360364" y="1682190"/>
                    <a:pt x="2338559" y="1660945"/>
                  </a:cubicBezTo>
                  <a:cubicBezTo>
                    <a:pt x="2318221" y="1641624"/>
                    <a:pt x="2299203" y="1623638"/>
                    <a:pt x="2265570" y="1619443"/>
                  </a:cubicBezTo>
                  <a:lnTo>
                    <a:pt x="2250202" y="1618526"/>
                  </a:lnTo>
                  <a:lnTo>
                    <a:pt x="2235078" y="1619443"/>
                  </a:lnTo>
                  <a:cubicBezTo>
                    <a:pt x="2201989" y="1623638"/>
                    <a:pt x="2183438" y="1641624"/>
                    <a:pt x="2163119" y="1660945"/>
                  </a:cubicBezTo>
                  <a:cubicBezTo>
                    <a:pt x="2140811" y="1682190"/>
                    <a:pt x="2116959" y="1705479"/>
                    <a:pt x="2071970" y="1708307"/>
                  </a:cubicBezTo>
                  <a:lnTo>
                    <a:pt x="2062687" y="1708593"/>
                  </a:lnTo>
                  <a:lnTo>
                    <a:pt x="2053502" y="1708307"/>
                  </a:lnTo>
                  <a:cubicBezTo>
                    <a:pt x="2008993" y="1705479"/>
                    <a:pt x="1985187" y="1682190"/>
                    <a:pt x="1963418" y="1660945"/>
                  </a:cubicBezTo>
                  <a:cubicBezTo>
                    <a:pt x="1943099" y="1641624"/>
                    <a:pt x="1924106" y="1623638"/>
                    <a:pt x="1890508" y="1619443"/>
                  </a:cubicBezTo>
                  <a:lnTo>
                    <a:pt x="1875171" y="1618526"/>
                  </a:lnTo>
                  <a:lnTo>
                    <a:pt x="1860044" y="1619443"/>
                  </a:lnTo>
                  <a:cubicBezTo>
                    <a:pt x="1826946" y="1623638"/>
                    <a:pt x="1808405" y="1641624"/>
                    <a:pt x="1788085" y="1660945"/>
                  </a:cubicBezTo>
                  <a:cubicBezTo>
                    <a:pt x="1765780" y="1682190"/>
                    <a:pt x="1741925" y="1705479"/>
                    <a:pt x="1696936" y="1708307"/>
                  </a:cubicBezTo>
                  <a:lnTo>
                    <a:pt x="1687656" y="1708593"/>
                  </a:lnTo>
                  <a:lnTo>
                    <a:pt x="1678456" y="1708307"/>
                  </a:lnTo>
                  <a:cubicBezTo>
                    <a:pt x="1633891" y="1705479"/>
                    <a:pt x="1610048" y="1682190"/>
                    <a:pt x="1588259" y="1660945"/>
                  </a:cubicBezTo>
                  <a:cubicBezTo>
                    <a:pt x="1567905" y="1641624"/>
                    <a:pt x="1548904" y="1623638"/>
                    <a:pt x="1515254" y="1619443"/>
                  </a:cubicBezTo>
                  <a:lnTo>
                    <a:pt x="1499902" y="1618526"/>
                  </a:lnTo>
                  <a:lnTo>
                    <a:pt x="1484938" y="1619443"/>
                  </a:lnTo>
                  <a:cubicBezTo>
                    <a:pt x="1452117" y="1623638"/>
                    <a:pt x="1433131" y="1641624"/>
                    <a:pt x="1412811" y="1660945"/>
                  </a:cubicBezTo>
                  <a:cubicBezTo>
                    <a:pt x="1389009" y="1683607"/>
                    <a:pt x="1363465" y="1708593"/>
                    <a:pt x="1312377" y="1708593"/>
                  </a:cubicBezTo>
                  <a:cubicBezTo>
                    <a:pt x="1261869" y="1708593"/>
                    <a:pt x="1236325" y="1683607"/>
                    <a:pt x="1213103" y="1660945"/>
                  </a:cubicBezTo>
                  <a:cubicBezTo>
                    <a:pt x="1192784" y="1641624"/>
                    <a:pt x="1173800" y="1623638"/>
                    <a:pt x="1140203" y="1619443"/>
                  </a:cubicBezTo>
                  <a:lnTo>
                    <a:pt x="1124860" y="1618526"/>
                  </a:lnTo>
                  <a:lnTo>
                    <a:pt x="1109907" y="1619443"/>
                  </a:lnTo>
                  <a:cubicBezTo>
                    <a:pt x="1077083" y="1623638"/>
                    <a:pt x="1058099" y="1641624"/>
                    <a:pt x="1037780" y="1660945"/>
                  </a:cubicBezTo>
                  <a:cubicBezTo>
                    <a:pt x="1014563" y="1683607"/>
                    <a:pt x="988431" y="1708593"/>
                    <a:pt x="937343" y="1708593"/>
                  </a:cubicBezTo>
                  <a:cubicBezTo>
                    <a:pt x="887352" y="1708593"/>
                    <a:pt x="861195" y="1683607"/>
                    <a:pt x="837942" y="1660945"/>
                  </a:cubicBezTo>
                  <a:cubicBezTo>
                    <a:pt x="817603" y="1641624"/>
                    <a:pt x="798587" y="1623638"/>
                    <a:pt x="764952" y="1619443"/>
                  </a:cubicBezTo>
                  <a:lnTo>
                    <a:pt x="749586" y="1618526"/>
                  </a:lnTo>
                  <a:lnTo>
                    <a:pt x="734638" y="1619443"/>
                  </a:lnTo>
                  <a:cubicBezTo>
                    <a:pt x="701811" y="1623638"/>
                    <a:pt x="682831" y="1641624"/>
                    <a:pt x="662511" y="1660945"/>
                  </a:cubicBezTo>
                  <a:cubicBezTo>
                    <a:pt x="639282" y="1683607"/>
                    <a:pt x="613157" y="1708593"/>
                    <a:pt x="562069" y="1708593"/>
                  </a:cubicBezTo>
                  <a:cubicBezTo>
                    <a:pt x="512115" y="1708593"/>
                    <a:pt x="485977" y="1683607"/>
                    <a:pt x="462743" y="1660945"/>
                  </a:cubicBezTo>
                  <a:cubicBezTo>
                    <a:pt x="439508" y="1638864"/>
                    <a:pt x="418017" y="1618526"/>
                    <a:pt x="375034" y="1618526"/>
                  </a:cubicBezTo>
                  <a:cubicBezTo>
                    <a:pt x="332073" y="1618526"/>
                    <a:pt x="310593" y="1638864"/>
                    <a:pt x="287371" y="1660945"/>
                  </a:cubicBezTo>
                  <a:cubicBezTo>
                    <a:pt x="264149" y="1683607"/>
                    <a:pt x="238024" y="1708593"/>
                    <a:pt x="187517" y="1708593"/>
                  </a:cubicBezTo>
                  <a:cubicBezTo>
                    <a:pt x="137009" y="1708593"/>
                    <a:pt x="111465" y="1683607"/>
                    <a:pt x="87663" y="1660945"/>
                  </a:cubicBezTo>
                  <a:cubicBezTo>
                    <a:pt x="64441" y="1638864"/>
                    <a:pt x="42960" y="1618526"/>
                    <a:pt x="0" y="1618526"/>
                  </a:cubicBezTo>
                  <a:close/>
                  <a:moveTo>
                    <a:pt x="0" y="1501097"/>
                  </a:moveTo>
                  <a:cubicBezTo>
                    <a:pt x="50507" y="1501097"/>
                    <a:pt x="76632" y="1525525"/>
                    <a:pt x="99855" y="1548208"/>
                  </a:cubicBezTo>
                  <a:cubicBezTo>
                    <a:pt x="123076" y="1570891"/>
                    <a:pt x="144556" y="1590666"/>
                    <a:pt x="187517" y="1590666"/>
                  </a:cubicBezTo>
                  <a:cubicBezTo>
                    <a:pt x="230477" y="1590666"/>
                    <a:pt x="251957" y="1570310"/>
                    <a:pt x="275179" y="1548208"/>
                  </a:cubicBezTo>
                  <a:cubicBezTo>
                    <a:pt x="298982" y="1525525"/>
                    <a:pt x="324526" y="1501097"/>
                    <a:pt x="375034" y="1501097"/>
                  </a:cubicBezTo>
                  <a:cubicBezTo>
                    <a:pt x="425568" y="1501097"/>
                    <a:pt x="451706" y="1525525"/>
                    <a:pt x="474941" y="1548208"/>
                  </a:cubicBezTo>
                  <a:cubicBezTo>
                    <a:pt x="498175" y="1570891"/>
                    <a:pt x="519667" y="1590666"/>
                    <a:pt x="562069" y="1590666"/>
                  </a:cubicBezTo>
                  <a:cubicBezTo>
                    <a:pt x="605610" y="1590666"/>
                    <a:pt x="627090" y="1570310"/>
                    <a:pt x="650315" y="1548208"/>
                  </a:cubicBezTo>
                  <a:cubicBezTo>
                    <a:pt x="672083" y="1526943"/>
                    <a:pt x="696405" y="1504144"/>
                    <a:pt x="740506" y="1501377"/>
                  </a:cubicBezTo>
                  <a:lnTo>
                    <a:pt x="749586" y="1501097"/>
                  </a:lnTo>
                  <a:lnTo>
                    <a:pt x="758889" y="1501377"/>
                  </a:lnTo>
                  <a:cubicBezTo>
                    <a:pt x="803998" y="1504144"/>
                    <a:pt x="828351" y="1526943"/>
                    <a:pt x="850154" y="1548208"/>
                  </a:cubicBezTo>
                  <a:cubicBezTo>
                    <a:pt x="873408" y="1570891"/>
                    <a:pt x="894909" y="1590666"/>
                    <a:pt x="937343" y="1590666"/>
                  </a:cubicBezTo>
                  <a:cubicBezTo>
                    <a:pt x="980892" y="1590666"/>
                    <a:pt x="1002368" y="1570310"/>
                    <a:pt x="1025586" y="1548208"/>
                  </a:cubicBezTo>
                  <a:cubicBezTo>
                    <a:pt x="1047357" y="1526943"/>
                    <a:pt x="1071175" y="1504144"/>
                    <a:pt x="1115684" y="1501377"/>
                  </a:cubicBezTo>
                  <a:lnTo>
                    <a:pt x="1124860" y="1501097"/>
                  </a:lnTo>
                  <a:lnTo>
                    <a:pt x="1134151" y="1501377"/>
                  </a:lnTo>
                  <a:cubicBezTo>
                    <a:pt x="1179136" y="1504144"/>
                    <a:pt x="1202980" y="1526943"/>
                    <a:pt x="1225295" y="1548208"/>
                  </a:cubicBezTo>
                  <a:cubicBezTo>
                    <a:pt x="1248517" y="1570891"/>
                    <a:pt x="1270006" y="1590666"/>
                    <a:pt x="1312377" y="1590666"/>
                  </a:cubicBezTo>
                  <a:cubicBezTo>
                    <a:pt x="1355923" y="1590666"/>
                    <a:pt x="1377398" y="1570310"/>
                    <a:pt x="1400620" y="1548208"/>
                  </a:cubicBezTo>
                  <a:cubicBezTo>
                    <a:pt x="1422391" y="1526943"/>
                    <a:pt x="1446206" y="1504144"/>
                    <a:pt x="1490715" y="1501377"/>
                  </a:cubicBezTo>
                  <a:lnTo>
                    <a:pt x="1499902" y="1501097"/>
                  </a:lnTo>
                  <a:lnTo>
                    <a:pt x="1509200" y="1501377"/>
                  </a:lnTo>
                  <a:cubicBezTo>
                    <a:pt x="1554240" y="1504144"/>
                    <a:pt x="1578118" y="1526943"/>
                    <a:pt x="1600457" y="1548208"/>
                  </a:cubicBezTo>
                  <a:cubicBezTo>
                    <a:pt x="1620811" y="1568056"/>
                    <a:pt x="1639813" y="1585677"/>
                    <a:pt x="1672675" y="1589772"/>
                  </a:cubicBezTo>
                  <a:lnTo>
                    <a:pt x="1687656" y="1590666"/>
                  </a:lnTo>
                  <a:lnTo>
                    <a:pt x="1702991" y="1589748"/>
                  </a:lnTo>
                  <a:cubicBezTo>
                    <a:pt x="1736589" y="1585550"/>
                    <a:pt x="1755583" y="1567547"/>
                    <a:pt x="1775902" y="1548208"/>
                  </a:cubicBezTo>
                  <a:cubicBezTo>
                    <a:pt x="1797671" y="1526943"/>
                    <a:pt x="1821477" y="1504144"/>
                    <a:pt x="1865985" y="1501377"/>
                  </a:cubicBezTo>
                  <a:lnTo>
                    <a:pt x="1875171" y="1501097"/>
                  </a:lnTo>
                  <a:lnTo>
                    <a:pt x="1884453" y="1501377"/>
                  </a:lnTo>
                  <a:cubicBezTo>
                    <a:pt x="1929442" y="1504144"/>
                    <a:pt x="1953295" y="1526943"/>
                    <a:pt x="1975602" y="1548208"/>
                  </a:cubicBezTo>
                  <a:cubicBezTo>
                    <a:pt x="1995922" y="1568056"/>
                    <a:pt x="2014463" y="1585677"/>
                    <a:pt x="2047561" y="1589772"/>
                  </a:cubicBezTo>
                  <a:lnTo>
                    <a:pt x="2062687" y="1590666"/>
                  </a:lnTo>
                  <a:lnTo>
                    <a:pt x="2078025" y="1589748"/>
                  </a:lnTo>
                  <a:cubicBezTo>
                    <a:pt x="2111623" y="1585550"/>
                    <a:pt x="2130614" y="1567547"/>
                    <a:pt x="2150933" y="1548208"/>
                  </a:cubicBezTo>
                  <a:cubicBezTo>
                    <a:pt x="2172701" y="1526943"/>
                    <a:pt x="2196510" y="1504144"/>
                    <a:pt x="2241019" y="1501377"/>
                  </a:cubicBezTo>
                  <a:lnTo>
                    <a:pt x="2250202" y="1501097"/>
                  </a:lnTo>
                  <a:lnTo>
                    <a:pt x="2259500" y="1501377"/>
                  </a:lnTo>
                  <a:cubicBezTo>
                    <a:pt x="2304545" y="1504144"/>
                    <a:pt x="2328421" y="1526943"/>
                    <a:pt x="2350772" y="1548208"/>
                  </a:cubicBezTo>
                  <a:cubicBezTo>
                    <a:pt x="2371110" y="1568056"/>
                    <a:pt x="2389675" y="1585677"/>
                    <a:pt x="2422815" y="1589772"/>
                  </a:cubicBezTo>
                  <a:lnTo>
                    <a:pt x="2437959" y="1590666"/>
                  </a:lnTo>
                  <a:lnTo>
                    <a:pt x="2453275" y="1589748"/>
                  </a:lnTo>
                  <a:cubicBezTo>
                    <a:pt x="2486774" y="1585550"/>
                    <a:pt x="2505375" y="1567547"/>
                    <a:pt x="2526203" y="1548208"/>
                  </a:cubicBezTo>
                  <a:cubicBezTo>
                    <a:pt x="2549424" y="1525525"/>
                    <a:pt x="2574968" y="1501097"/>
                    <a:pt x="2625475" y="1501097"/>
                  </a:cubicBezTo>
                  <a:cubicBezTo>
                    <a:pt x="2676563" y="1501097"/>
                    <a:pt x="2702109" y="1525525"/>
                    <a:pt x="2725913" y="1548208"/>
                  </a:cubicBezTo>
                  <a:cubicBezTo>
                    <a:pt x="2746233" y="1568056"/>
                    <a:pt x="2764773" y="1585677"/>
                    <a:pt x="2797875" y="1589772"/>
                  </a:cubicBezTo>
                  <a:lnTo>
                    <a:pt x="2812992" y="1590666"/>
                  </a:lnTo>
                  <a:lnTo>
                    <a:pt x="2828318" y="1589748"/>
                  </a:lnTo>
                  <a:cubicBezTo>
                    <a:pt x="2861804" y="1585550"/>
                    <a:pt x="2880408" y="1567547"/>
                    <a:pt x="2901235" y="1548208"/>
                  </a:cubicBezTo>
                  <a:cubicBezTo>
                    <a:pt x="2912218" y="1537575"/>
                    <a:pt x="2923662" y="1526559"/>
                    <a:pt x="2937924" y="1517856"/>
                  </a:cubicBezTo>
                  <a:lnTo>
                    <a:pt x="2957425" y="1508856"/>
                  </a:lnTo>
                  <a:lnTo>
                    <a:pt x="2957425" y="1529880"/>
                  </a:lnTo>
                  <a:lnTo>
                    <a:pt x="2944785" y="1534556"/>
                  </a:lnTo>
                  <a:cubicBezTo>
                    <a:pt x="2933448" y="1541999"/>
                    <a:pt x="2923685" y="1551334"/>
                    <a:pt x="2913429" y="1561004"/>
                  </a:cubicBezTo>
                  <a:cubicBezTo>
                    <a:pt x="2891112" y="1582269"/>
                    <a:pt x="2867269" y="1605580"/>
                    <a:pt x="2822285" y="1608410"/>
                  </a:cubicBezTo>
                  <a:lnTo>
                    <a:pt x="2812992" y="1608697"/>
                  </a:lnTo>
                  <a:lnTo>
                    <a:pt x="2803817" y="1608410"/>
                  </a:lnTo>
                  <a:cubicBezTo>
                    <a:pt x="2759309" y="1605580"/>
                    <a:pt x="2735489" y="1582269"/>
                    <a:pt x="2713719" y="1561004"/>
                  </a:cubicBezTo>
                  <a:cubicBezTo>
                    <a:pt x="2689916" y="1538902"/>
                    <a:pt x="2669016" y="1518546"/>
                    <a:pt x="2625475" y="1518546"/>
                  </a:cubicBezTo>
                  <a:cubicBezTo>
                    <a:pt x="2582521" y="1518546"/>
                    <a:pt x="2561615" y="1538902"/>
                    <a:pt x="2538398" y="1561004"/>
                  </a:cubicBezTo>
                  <a:cubicBezTo>
                    <a:pt x="2516079" y="1582269"/>
                    <a:pt x="2492239" y="1605580"/>
                    <a:pt x="2447253" y="1608410"/>
                  </a:cubicBezTo>
                  <a:lnTo>
                    <a:pt x="2437959" y="1608697"/>
                  </a:lnTo>
                  <a:lnTo>
                    <a:pt x="2428768" y="1608410"/>
                  </a:lnTo>
                  <a:cubicBezTo>
                    <a:pt x="2384205" y="1605580"/>
                    <a:pt x="2360364" y="1582269"/>
                    <a:pt x="2338559" y="1561004"/>
                  </a:cubicBezTo>
                  <a:cubicBezTo>
                    <a:pt x="2318221" y="1541665"/>
                    <a:pt x="2299203" y="1523662"/>
                    <a:pt x="2265570" y="1519464"/>
                  </a:cubicBezTo>
                  <a:lnTo>
                    <a:pt x="2250202" y="1518546"/>
                  </a:lnTo>
                  <a:lnTo>
                    <a:pt x="2235078" y="1519464"/>
                  </a:lnTo>
                  <a:cubicBezTo>
                    <a:pt x="2201989" y="1523662"/>
                    <a:pt x="2183438" y="1541665"/>
                    <a:pt x="2163119" y="1561004"/>
                  </a:cubicBezTo>
                  <a:cubicBezTo>
                    <a:pt x="2140811" y="1582269"/>
                    <a:pt x="2116959" y="1605580"/>
                    <a:pt x="2071970" y="1608410"/>
                  </a:cubicBezTo>
                  <a:lnTo>
                    <a:pt x="2062687" y="1608697"/>
                  </a:lnTo>
                  <a:lnTo>
                    <a:pt x="2053502" y="1608410"/>
                  </a:lnTo>
                  <a:cubicBezTo>
                    <a:pt x="2008993" y="1605580"/>
                    <a:pt x="1985187" y="1582269"/>
                    <a:pt x="1963418" y="1561004"/>
                  </a:cubicBezTo>
                  <a:cubicBezTo>
                    <a:pt x="1943099" y="1541665"/>
                    <a:pt x="1924106" y="1523662"/>
                    <a:pt x="1890508" y="1519464"/>
                  </a:cubicBezTo>
                  <a:lnTo>
                    <a:pt x="1875171" y="1518546"/>
                  </a:lnTo>
                  <a:lnTo>
                    <a:pt x="1860044" y="1519464"/>
                  </a:lnTo>
                  <a:cubicBezTo>
                    <a:pt x="1826946" y="1523662"/>
                    <a:pt x="1808405" y="1541665"/>
                    <a:pt x="1788085" y="1561004"/>
                  </a:cubicBezTo>
                  <a:cubicBezTo>
                    <a:pt x="1765780" y="1582269"/>
                    <a:pt x="1741925" y="1605580"/>
                    <a:pt x="1696936" y="1608410"/>
                  </a:cubicBezTo>
                  <a:lnTo>
                    <a:pt x="1687656" y="1608697"/>
                  </a:lnTo>
                  <a:lnTo>
                    <a:pt x="1678456" y="1608410"/>
                  </a:lnTo>
                  <a:cubicBezTo>
                    <a:pt x="1633891" y="1605580"/>
                    <a:pt x="1610048" y="1582269"/>
                    <a:pt x="1588259" y="1561004"/>
                  </a:cubicBezTo>
                  <a:cubicBezTo>
                    <a:pt x="1567905" y="1541665"/>
                    <a:pt x="1548904" y="1523662"/>
                    <a:pt x="1515254" y="1519464"/>
                  </a:cubicBezTo>
                  <a:lnTo>
                    <a:pt x="1499902" y="1518546"/>
                  </a:lnTo>
                  <a:lnTo>
                    <a:pt x="1484938" y="1519464"/>
                  </a:lnTo>
                  <a:cubicBezTo>
                    <a:pt x="1452117" y="1523662"/>
                    <a:pt x="1433131" y="1541665"/>
                    <a:pt x="1412811" y="1561004"/>
                  </a:cubicBezTo>
                  <a:cubicBezTo>
                    <a:pt x="1389009" y="1583687"/>
                    <a:pt x="1363465" y="1608697"/>
                    <a:pt x="1312377" y="1608697"/>
                  </a:cubicBezTo>
                  <a:cubicBezTo>
                    <a:pt x="1261869" y="1608697"/>
                    <a:pt x="1236325" y="1583687"/>
                    <a:pt x="1213103" y="1561004"/>
                  </a:cubicBezTo>
                  <a:cubicBezTo>
                    <a:pt x="1192784" y="1541665"/>
                    <a:pt x="1173800" y="1523662"/>
                    <a:pt x="1140203" y="1519464"/>
                  </a:cubicBezTo>
                  <a:lnTo>
                    <a:pt x="1124860" y="1518546"/>
                  </a:lnTo>
                  <a:lnTo>
                    <a:pt x="1109907" y="1519464"/>
                  </a:lnTo>
                  <a:cubicBezTo>
                    <a:pt x="1077083" y="1523662"/>
                    <a:pt x="1058099" y="1541665"/>
                    <a:pt x="1037780" y="1561004"/>
                  </a:cubicBezTo>
                  <a:cubicBezTo>
                    <a:pt x="1014563" y="1583687"/>
                    <a:pt x="988431" y="1608697"/>
                    <a:pt x="937343" y="1608697"/>
                  </a:cubicBezTo>
                  <a:cubicBezTo>
                    <a:pt x="887352" y="1608697"/>
                    <a:pt x="861195" y="1583687"/>
                    <a:pt x="837942" y="1561004"/>
                  </a:cubicBezTo>
                  <a:cubicBezTo>
                    <a:pt x="817603" y="1541665"/>
                    <a:pt x="798587" y="1523662"/>
                    <a:pt x="764952" y="1519464"/>
                  </a:cubicBezTo>
                  <a:lnTo>
                    <a:pt x="749586" y="1518546"/>
                  </a:lnTo>
                  <a:lnTo>
                    <a:pt x="734638" y="1519464"/>
                  </a:lnTo>
                  <a:cubicBezTo>
                    <a:pt x="701811" y="1523662"/>
                    <a:pt x="682831" y="1541665"/>
                    <a:pt x="662511" y="1561004"/>
                  </a:cubicBezTo>
                  <a:cubicBezTo>
                    <a:pt x="639282" y="1583687"/>
                    <a:pt x="613157" y="1608697"/>
                    <a:pt x="562069" y="1608697"/>
                  </a:cubicBezTo>
                  <a:cubicBezTo>
                    <a:pt x="512115" y="1608697"/>
                    <a:pt x="485977" y="1583687"/>
                    <a:pt x="462743" y="1561004"/>
                  </a:cubicBezTo>
                  <a:cubicBezTo>
                    <a:pt x="439508" y="1538902"/>
                    <a:pt x="418017" y="1518546"/>
                    <a:pt x="375034" y="1518546"/>
                  </a:cubicBezTo>
                  <a:cubicBezTo>
                    <a:pt x="332073" y="1518546"/>
                    <a:pt x="310593" y="1538902"/>
                    <a:pt x="287371" y="1561004"/>
                  </a:cubicBezTo>
                  <a:cubicBezTo>
                    <a:pt x="264149" y="1583687"/>
                    <a:pt x="238024" y="1608697"/>
                    <a:pt x="187517" y="1608697"/>
                  </a:cubicBezTo>
                  <a:cubicBezTo>
                    <a:pt x="137009" y="1608697"/>
                    <a:pt x="111465" y="1583687"/>
                    <a:pt x="87663" y="1561004"/>
                  </a:cubicBezTo>
                  <a:cubicBezTo>
                    <a:pt x="64441" y="1538902"/>
                    <a:pt x="42960" y="1518546"/>
                    <a:pt x="0" y="1518546"/>
                  </a:cubicBezTo>
                  <a:close/>
                  <a:moveTo>
                    <a:pt x="0" y="1399997"/>
                  </a:moveTo>
                  <a:cubicBezTo>
                    <a:pt x="50507" y="1399997"/>
                    <a:pt x="76632" y="1424983"/>
                    <a:pt x="99855" y="1447645"/>
                  </a:cubicBezTo>
                  <a:cubicBezTo>
                    <a:pt x="123076" y="1469726"/>
                    <a:pt x="144556" y="1490064"/>
                    <a:pt x="187517" y="1490064"/>
                  </a:cubicBezTo>
                  <a:cubicBezTo>
                    <a:pt x="230477" y="1490064"/>
                    <a:pt x="251957" y="1469726"/>
                    <a:pt x="275179" y="1447645"/>
                  </a:cubicBezTo>
                  <a:cubicBezTo>
                    <a:pt x="298982" y="1424983"/>
                    <a:pt x="324526" y="1399997"/>
                    <a:pt x="375034" y="1399997"/>
                  </a:cubicBezTo>
                  <a:cubicBezTo>
                    <a:pt x="425568" y="1399997"/>
                    <a:pt x="451706" y="1424983"/>
                    <a:pt x="474941" y="1447645"/>
                  </a:cubicBezTo>
                  <a:cubicBezTo>
                    <a:pt x="498175" y="1469726"/>
                    <a:pt x="519667" y="1490064"/>
                    <a:pt x="562069" y="1490064"/>
                  </a:cubicBezTo>
                  <a:cubicBezTo>
                    <a:pt x="605610" y="1490064"/>
                    <a:pt x="627090" y="1469726"/>
                    <a:pt x="650315" y="1447645"/>
                  </a:cubicBezTo>
                  <a:cubicBezTo>
                    <a:pt x="672083" y="1426400"/>
                    <a:pt x="696405" y="1403111"/>
                    <a:pt x="740506" y="1400283"/>
                  </a:cubicBezTo>
                  <a:lnTo>
                    <a:pt x="749586" y="1399997"/>
                  </a:lnTo>
                  <a:lnTo>
                    <a:pt x="758889" y="1400283"/>
                  </a:lnTo>
                  <a:cubicBezTo>
                    <a:pt x="803998" y="1403111"/>
                    <a:pt x="828351" y="1426400"/>
                    <a:pt x="850154" y="1447645"/>
                  </a:cubicBezTo>
                  <a:cubicBezTo>
                    <a:pt x="873408" y="1469726"/>
                    <a:pt x="894909" y="1490064"/>
                    <a:pt x="937343" y="1490064"/>
                  </a:cubicBezTo>
                  <a:cubicBezTo>
                    <a:pt x="980892" y="1490064"/>
                    <a:pt x="1002368" y="1469726"/>
                    <a:pt x="1025586" y="1447645"/>
                  </a:cubicBezTo>
                  <a:cubicBezTo>
                    <a:pt x="1047357" y="1426400"/>
                    <a:pt x="1071175" y="1403111"/>
                    <a:pt x="1115684" y="1400283"/>
                  </a:cubicBezTo>
                  <a:lnTo>
                    <a:pt x="1124860" y="1399997"/>
                  </a:lnTo>
                  <a:lnTo>
                    <a:pt x="1134151" y="1400283"/>
                  </a:lnTo>
                  <a:cubicBezTo>
                    <a:pt x="1179136" y="1403111"/>
                    <a:pt x="1202980" y="1426400"/>
                    <a:pt x="1225295" y="1447645"/>
                  </a:cubicBezTo>
                  <a:cubicBezTo>
                    <a:pt x="1248517" y="1469726"/>
                    <a:pt x="1270006" y="1490064"/>
                    <a:pt x="1312377" y="1490064"/>
                  </a:cubicBezTo>
                  <a:cubicBezTo>
                    <a:pt x="1355923" y="1490064"/>
                    <a:pt x="1377398" y="1469726"/>
                    <a:pt x="1400620" y="1447645"/>
                  </a:cubicBezTo>
                  <a:cubicBezTo>
                    <a:pt x="1422391" y="1426400"/>
                    <a:pt x="1446206" y="1403111"/>
                    <a:pt x="1490715" y="1400283"/>
                  </a:cubicBezTo>
                  <a:lnTo>
                    <a:pt x="1499902" y="1399997"/>
                  </a:lnTo>
                  <a:lnTo>
                    <a:pt x="1509200" y="1400283"/>
                  </a:lnTo>
                  <a:cubicBezTo>
                    <a:pt x="1554240" y="1403111"/>
                    <a:pt x="1578118" y="1426400"/>
                    <a:pt x="1600457" y="1447645"/>
                  </a:cubicBezTo>
                  <a:cubicBezTo>
                    <a:pt x="1620811" y="1466966"/>
                    <a:pt x="1639813" y="1484953"/>
                    <a:pt x="1672675" y="1489147"/>
                  </a:cubicBezTo>
                  <a:lnTo>
                    <a:pt x="1687656" y="1490064"/>
                  </a:lnTo>
                  <a:lnTo>
                    <a:pt x="1702991" y="1489147"/>
                  </a:lnTo>
                  <a:cubicBezTo>
                    <a:pt x="1736589" y="1484953"/>
                    <a:pt x="1755583" y="1466966"/>
                    <a:pt x="1775902" y="1447645"/>
                  </a:cubicBezTo>
                  <a:cubicBezTo>
                    <a:pt x="1797671" y="1426400"/>
                    <a:pt x="1821477" y="1403111"/>
                    <a:pt x="1865985" y="1400283"/>
                  </a:cubicBezTo>
                  <a:lnTo>
                    <a:pt x="1875171" y="1399997"/>
                  </a:lnTo>
                  <a:lnTo>
                    <a:pt x="1884453" y="1400283"/>
                  </a:lnTo>
                  <a:cubicBezTo>
                    <a:pt x="1929442" y="1403111"/>
                    <a:pt x="1953295" y="1426400"/>
                    <a:pt x="1975602" y="1447645"/>
                  </a:cubicBezTo>
                  <a:cubicBezTo>
                    <a:pt x="1995922" y="1466966"/>
                    <a:pt x="2014463" y="1484953"/>
                    <a:pt x="2047561" y="1489147"/>
                  </a:cubicBezTo>
                  <a:lnTo>
                    <a:pt x="2062687" y="1490064"/>
                  </a:lnTo>
                  <a:lnTo>
                    <a:pt x="2078025" y="1489147"/>
                  </a:lnTo>
                  <a:cubicBezTo>
                    <a:pt x="2111623" y="1484953"/>
                    <a:pt x="2130614" y="1466966"/>
                    <a:pt x="2150933" y="1447645"/>
                  </a:cubicBezTo>
                  <a:cubicBezTo>
                    <a:pt x="2172701" y="1426400"/>
                    <a:pt x="2196510" y="1403111"/>
                    <a:pt x="2241019" y="1400283"/>
                  </a:cubicBezTo>
                  <a:lnTo>
                    <a:pt x="2250202" y="1399997"/>
                  </a:lnTo>
                  <a:lnTo>
                    <a:pt x="2259500" y="1400283"/>
                  </a:lnTo>
                  <a:cubicBezTo>
                    <a:pt x="2304545" y="1403111"/>
                    <a:pt x="2328421" y="1426400"/>
                    <a:pt x="2350772" y="1447645"/>
                  </a:cubicBezTo>
                  <a:cubicBezTo>
                    <a:pt x="2371110" y="1466966"/>
                    <a:pt x="2389675" y="1484953"/>
                    <a:pt x="2422815" y="1489147"/>
                  </a:cubicBezTo>
                  <a:lnTo>
                    <a:pt x="2437959" y="1490064"/>
                  </a:lnTo>
                  <a:lnTo>
                    <a:pt x="2453275" y="1489147"/>
                  </a:lnTo>
                  <a:cubicBezTo>
                    <a:pt x="2486774" y="1484953"/>
                    <a:pt x="2505375" y="1466966"/>
                    <a:pt x="2526203" y="1447645"/>
                  </a:cubicBezTo>
                  <a:cubicBezTo>
                    <a:pt x="2549424" y="1424983"/>
                    <a:pt x="2574968" y="1399997"/>
                    <a:pt x="2625475" y="1399997"/>
                  </a:cubicBezTo>
                  <a:cubicBezTo>
                    <a:pt x="2676563" y="1399997"/>
                    <a:pt x="2702109" y="1424983"/>
                    <a:pt x="2725913" y="1447645"/>
                  </a:cubicBezTo>
                  <a:cubicBezTo>
                    <a:pt x="2746233" y="1466966"/>
                    <a:pt x="2764773" y="1484953"/>
                    <a:pt x="2797875" y="1489147"/>
                  </a:cubicBezTo>
                  <a:lnTo>
                    <a:pt x="2812992" y="1490064"/>
                  </a:lnTo>
                  <a:lnTo>
                    <a:pt x="2828318" y="1489147"/>
                  </a:lnTo>
                  <a:cubicBezTo>
                    <a:pt x="2861804" y="1484953"/>
                    <a:pt x="2880408" y="1466966"/>
                    <a:pt x="2901235" y="1447645"/>
                  </a:cubicBezTo>
                  <a:cubicBezTo>
                    <a:pt x="2912215" y="1437023"/>
                    <a:pt x="2923657" y="1425889"/>
                    <a:pt x="2937919" y="1417058"/>
                  </a:cubicBezTo>
                  <a:lnTo>
                    <a:pt x="2957425" y="1407904"/>
                  </a:lnTo>
                  <a:lnTo>
                    <a:pt x="2957425" y="1429332"/>
                  </a:lnTo>
                  <a:lnTo>
                    <a:pt x="2944779" y="1434006"/>
                  </a:lnTo>
                  <a:cubicBezTo>
                    <a:pt x="2933443" y="1441442"/>
                    <a:pt x="2923682" y="1450769"/>
                    <a:pt x="2913429" y="1460429"/>
                  </a:cubicBezTo>
                  <a:cubicBezTo>
                    <a:pt x="2891112" y="1481675"/>
                    <a:pt x="2867269" y="1504964"/>
                    <a:pt x="2822285" y="1507792"/>
                  </a:cubicBezTo>
                  <a:lnTo>
                    <a:pt x="2812992" y="1508078"/>
                  </a:lnTo>
                  <a:lnTo>
                    <a:pt x="2803817" y="1507792"/>
                  </a:lnTo>
                  <a:cubicBezTo>
                    <a:pt x="2759309" y="1504964"/>
                    <a:pt x="2735489" y="1481675"/>
                    <a:pt x="2713719" y="1460429"/>
                  </a:cubicBezTo>
                  <a:cubicBezTo>
                    <a:pt x="2689916" y="1438348"/>
                    <a:pt x="2669016" y="1418010"/>
                    <a:pt x="2625475" y="1418010"/>
                  </a:cubicBezTo>
                  <a:cubicBezTo>
                    <a:pt x="2582521" y="1418010"/>
                    <a:pt x="2561615" y="1438348"/>
                    <a:pt x="2538398" y="1460429"/>
                  </a:cubicBezTo>
                  <a:cubicBezTo>
                    <a:pt x="2516079" y="1481675"/>
                    <a:pt x="2492239" y="1504964"/>
                    <a:pt x="2447253" y="1507792"/>
                  </a:cubicBezTo>
                  <a:lnTo>
                    <a:pt x="2437959" y="1508078"/>
                  </a:lnTo>
                  <a:lnTo>
                    <a:pt x="2428768" y="1507792"/>
                  </a:lnTo>
                  <a:cubicBezTo>
                    <a:pt x="2384205" y="1504964"/>
                    <a:pt x="2360364" y="1481675"/>
                    <a:pt x="2338559" y="1460429"/>
                  </a:cubicBezTo>
                  <a:cubicBezTo>
                    <a:pt x="2318221" y="1441108"/>
                    <a:pt x="2299203" y="1423122"/>
                    <a:pt x="2265570" y="1418928"/>
                  </a:cubicBezTo>
                  <a:lnTo>
                    <a:pt x="2250202" y="1418010"/>
                  </a:lnTo>
                  <a:lnTo>
                    <a:pt x="2235078" y="1418928"/>
                  </a:lnTo>
                  <a:cubicBezTo>
                    <a:pt x="2201989" y="1423122"/>
                    <a:pt x="2183438" y="1441108"/>
                    <a:pt x="2163119" y="1460429"/>
                  </a:cubicBezTo>
                  <a:cubicBezTo>
                    <a:pt x="2140811" y="1481675"/>
                    <a:pt x="2116959" y="1504964"/>
                    <a:pt x="2071970" y="1507792"/>
                  </a:cubicBezTo>
                  <a:lnTo>
                    <a:pt x="2062687" y="1508078"/>
                  </a:lnTo>
                  <a:lnTo>
                    <a:pt x="2053502" y="1507792"/>
                  </a:lnTo>
                  <a:cubicBezTo>
                    <a:pt x="2008993" y="1504964"/>
                    <a:pt x="1985187" y="1481675"/>
                    <a:pt x="1963418" y="1460429"/>
                  </a:cubicBezTo>
                  <a:cubicBezTo>
                    <a:pt x="1943099" y="1441108"/>
                    <a:pt x="1924106" y="1423122"/>
                    <a:pt x="1890508" y="1418928"/>
                  </a:cubicBezTo>
                  <a:lnTo>
                    <a:pt x="1875171" y="1418010"/>
                  </a:lnTo>
                  <a:lnTo>
                    <a:pt x="1860044" y="1418928"/>
                  </a:lnTo>
                  <a:cubicBezTo>
                    <a:pt x="1826946" y="1423122"/>
                    <a:pt x="1808405" y="1441108"/>
                    <a:pt x="1788085" y="1460429"/>
                  </a:cubicBezTo>
                  <a:cubicBezTo>
                    <a:pt x="1765780" y="1481675"/>
                    <a:pt x="1741925" y="1504964"/>
                    <a:pt x="1696936" y="1507792"/>
                  </a:cubicBezTo>
                  <a:lnTo>
                    <a:pt x="1687656" y="1508078"/>
                  </a:lnTo>
                  <a:lnTo>
                    <a:pt x="1678456" y="1507792"/>
                  </a:lnTo>
                  <a:cubicBezTo>
                    <a:pt x="1633891" y="1504964"/>
                    <a:pt x="1610048" y="1481675"/>
                    <a:pt x="1588259" y="1460429"/>
                  </a:cubicBezTo>
                  <a:cubicBezTo>
                    <a:pt x="1567905" y="1441108"/>
                    <a:pt x="1548904" y="1423122"/>
                    <a:pt x="1515254" y="1418928"/>
                  </a:cubicBezTo>
                  <a:lnTo>
                    <a:pt x="1499902" y="1418010"/>
                  </a:lnTo>
                  <a:lnTo>
                    <a:pt x="1484938" y="1418928"/>
                  </a:lnTo>
                  <a:cubicBezTo>
                    <a:pt x="1452117" y="1423122"/>
                    <a:pt x="1433131" y="1441108"/>
                    <a:pt x="1412811" y="1460429"/>
                  </a:cubicBezTo>
                  <a:cubicBezTo>
                    <a:pt x="1389009" y="1483091"/>
                    <a:pt x="1363465" y="1508078"/>
                    <a:pt x="1312377" y="1508078"/>
                  </a:cubicBezTo>
                  <a:cubicBezTo>
                    <a:pt x="1261869" y="1508078"/>
                    <a:pt x="1236325" y="1483091"/>
                    <a:pt x="1213103" y="1460429"/>
                  </a:cubicBezTo>
                  <a:cubicBezTo>
                    <a:pt x="1192784" y="1441108"/>
                    <a:pt x="1173800" y="1423122"/>
                    <a:pt x="1140203" y="1418928"/>
                  </a:cubicBezTo>
                  <a:lnTo>
                    <a:pt x="1124860" y="1418010"/>
                  </a:lnTo>
                  <a:lnTo>
                    <a:pt x="1109907" y="1418928"/>
                  </a:lnTo>
                  <a:cubicBezTo>
                    <a:pt x="1077083" y="1423122"/>
                    <a:pt x="1058099" y="1441108"/>
                    <a:pt x="1037780" y="1460429"/>
                  </a:cubicBezTo>
                  <a:cubicBezTo>
                    <a:pt x="1014563" y="1483091"/>
                    <a:pt x="988431" y="1508078"/>
                    <a:pt x="937343" y="1508078"/>
                  </a:cubicBezTo>
                  <a:cubicBezTo>
                    <a:pt x="887352" y="1508078"/>
                    <a:pt x="861195" y="1483091"/>
                    <a:pt x="837942" y="1460429"/>
                  </a:cubicBezTo>
                  <a:cubicBezTo>
                    <a:pt x="817603" y="1441108"/>
                    <a:pt x="798587" y="1423122"/>
                    <a:pt x="764952" y="1418928"/>
                  </a:cubicBezTo>
                  <a:lnTo>
                    <a:pt x="749586" y="1418010"/>
                  </a:lnTo>
                  <a:lnTo>
                    <a:pt x="734638" y="1418928"/>
                  </a:lnTo>
                  <a:cubicBezTo>
                    <a:pt x="701811" y="1423122"/>
                    <a:pt x="682831" y="1441108"/>
                    <a:pt x="662511" y="1460429"/>
                  </a:cubicBezTo>
                  <a:cubicBezTo>
                    <a:pt x="639282" y="1483091"/>
                    <a:pt x="613157" y="1508078"/>
                    <a:pt x="562069" y="1508078"/>
                  </a:cubicBezTo>
                  <a:cubicBezTo>
                    <a:pt x="512115" y="1508078"/>
                    <a:pt x="485977" y="1483091"/>
                    <a:pt x="462743" y="1460429"/>
                  </a:cubicBezTo>
                  <a:cubicBezTo>
                    <a:pt x="439508" y="1438348"/>
                    <a:pt x="418017" y="1418010"/>
                    <a:pt x="375034" y="1418010"/>
                  </a:cubicBezTo>
                  <a:cubicBezTo>
                    <a:pt x="332073" y="1418010"/>
                    <a:pt x="310593" y="1438348"/>
                    <a:pt x="287371" y="1460429"/>
                  </a:cubicBezTo>
                  <a:cubicBezTo>
                    <a:pt x="264149" y="1483091"/>
                    <a:pt x="238024" y="1508078"/>
                    <a:pt x="187517" y="1508078"/>
                  </a:cubicBezTo>
                  <a:cubicBezTo>
                    <a:pt x="137009" y="1508078"/>
                    <a:pt x="111465" y="1483091"/>
                    <a:pt x="87663" y="1460429"/>
                  </a:cubicBezTo>
                  <a:cubicBezTo>
                    <a:pt x="64441" y="1438348"/>
                    <a:pt x="42960" y="1418010"/>
                    <a:pt x="0" y="1418010"/>
                  </a:cubicBezTo>
                  <a:close/>
                  <a:moveTo>
                    <a:pt x="0" y="1300582"/>
                  </a:moveTo>
                  <a:cubicBezTo>
                    <a:pt x="50507" y="1300582"/>
                    <a:pt x="76632" y="1325591"/>
                    <a:pt x="99855" y="1347693"/>
                  </a:cubicBezTo>
                  <a:cubicBezTo>
                    <a:pt x="123076" y="1370376"/>
                    <a:pt x="144556" y="1390151"/>
                    <a:pt x="187517" y="1390151"/>
                  </a:cubicBezTo>
                  <a:cubicBezTo>
                    <a:pt x="230477" y="1390151"/>
                    <a:pt x="251957" y="1370376"/>
                    <a:pt x="275179" y="1347693"/>
                  </a:cubicBezTo>
                  <a:cubicBezTo>
                    <a:pt x="298982" y="1325591"/>
                    <a:pt x="324526" y="1300582"/>
                    <a:pt x="375034" y="1300582"/>
                  </a:cubicBezTo>
                  <a:cubicBezTo>
                    <a:pt x="425568" y="1300582"/>
                    <a:pt x="451706" y="1325591"/>
                    <a:pt x="474941" y="1347693"/>
                  </a:cubicBezTo>
                  <a:cubicBezTo>
                    <a:pt x="498175" y="1370376"/>
                    <a:pt x="519667" y="1390151"/>
                    <a:pt x="562069" y="1390151"/>
                  </a:cubicBezTo>
                  <a:cubicBezTo>
                    <a:pt x="605610" y="1390151"/>
                    <a:pt x="627090" y="1370376"/>
                    <a:pt x="650315" y="1347693"/>
                  </a:cubicBezTo>
                  <a:cubicBezTo>
                    <a:pt x="672083" y="1326973"/>
                    <a:pt x="696405" y="1303697"/>
                    <a:pt x="740506" y="1300868"/>
                  </a:cubicBezTo>
                  <a:lnTo>
                    <a:pt x="749586" y="1300582"/>
                  </a:lnTo>
                  <a:lnTo>
                    <a:pt x="758889" y="1300868"/>
                  </a:lnTo>
                  <a:cubicBezTo>
                    <a:pt x="803998" y="1303697"/>
                    <a:pt x="828351" y="1326973"/>
                    <a:pt x="850154" y="1347693"/>
                  </a:cubicBezTo>
                  <a:cubicBezTo>
                    <a:pt x="873408" y="1370376"/>
                    <a:pt x="894909" y="1390151"/>
                    <a:pt x="937343" y="1390151"/>
                  </a:cubicBezTo>
                  <a:cubicBezTo>
                    <a:pt x="980892" y="1390151"/>
                    <a:pt x="1002368" y="1370376"/>
                    <a:pt x="1025586" y="1347693"/>
                  </a:cubicBezTo>
                  <a:cubicBezTo>
                    <a:pt x="1047357" y="1326973"/>
                    <a:pt x="1071175" y="1303697"/>
                    <a:pt x="1115684" y="1300868"/>
                  </a:cubicBezTo>
                  <a:lnTo>
                    <a:pt x="1124860" y="1300582"/>
                  </a:lnTo>
                  <a:lnTo>
                    <a:pt x="1134151" y="1300868"/>
                  </a:lnTo>
                  <a:cubicBezTo>
                    <a:pt x="1179136" y="1303697"/>
                    <a:pt x="1202980" y="1326973"/>
                    <a:pt x="1225295" y="1347693"/>
                  </a:cubicBezTo>
                  <a:cubicBezTo>
                    <a:pt x="1248517" y="1370376"/>
                    <a:pt x="1270006" y="1390151"/>
                    <a:pt x="1312377" y="1390151"/>
                  </a:cubicBezTo>
                  <a:cubicBezTo>
                    <a:pt x="1355923" y="1390151"/>
                    <a:pt x="1377398" y="1370376"/>
                    <a:pt x="1400620" y="1347693"/>
                  </a:cubicBezTo>
                  <a:cubicBezTo>
                    <a:pt x="1422391" y="1326973"/>
                    <a:pt x="1446206" y="1303697"/>
                    <a:pt x="1490715" y="1300868"/>
                  </a:cubicBezTo>
                  <a:lnTo>
                    <a:pt x="1499902" y="1300582"/>
                  </a:lnTo>
                  <a:lnTo>
                    <a:pt x="1509200" y="1300868"/>
                  </a:lnTo>
                  <a:cubicBezTo>
                    <a:pt x="1554240" y="1303697"/>
                    <a:pt x="1578118" y="1326973"/>
                    <a:pt x="1600457" y="1347693"/>
                  </a:cubicBezTo>
                  <a:cubicBezTo>
                    <a:pt x="1620811" y="1367541"/>
                    <a:pt x="1639813" y="1385162"/>
                    <a:pt x="1672675" y="1389257"/>
                  </a:cubicBezTo>
                  <a:lnTo>
                    <a:pt x="1687656" y="1390151"/>
                  </a:lnTo>
                  <a:lnTo>
                    <a:pt x="1702991" y="1389257"/>
                  </a:lnTo>
                  <a:cubicBezTo>
                    <a:pt x="1736589" y="1385162"/>
                    <a:pt x="1755583" y="1367541"/>
                    <a:pt x="1775902" y="1347693"/>
                  </a:cubicBezTo>
                  <a:cubicBezTo>
                    <a:pt x="1797671" y="1326973"/>
                    <a:pt x="1821477" y="1303697"/>
                    <a:pt x="1865985" y="1300868"/>
                  </a:cubicBezTo>
                  <a:lnTo>
                    <a:pt x="1875171" y="1300582"/>
                  </a:lnTo>
                  <a:lnTo>
                    <a:pt x="1884453" y="1300868"/>
                  </a:lnTo>
                  <a:cubicBezTo>
                    <a:pt x="1929442" y="1303697"/>
                    <a:pt x="1953295" y="1326973"/>
                    <a:pt x="1975602" y="1347693"/>
                  </a:cubicBezTo>
                  <a:cubicBezTo>
                    <a:pt x="1995922" y="1367541"/>
                    <a:pt x="2014463" y="1385162"/>
                    <a:pt x="2047561" y="1389257"/>
                  </a:cubicBezTo>
                  <a:lnTo>
                    <a:pt x="2062687" y="1390151"/>
                  </a:lnTo>
                  <a:lnTo>
                    <a:pt x="2078025" y="1389257"/>
                  </a:lnTo>
                  <a:cubicBezTo>
                    <a:pt x="2111623" y="1385162"/>
                    <a:pt x="2130614" y="1367541"/>
                    <a:pt x="2150933" y="1347693"/>
                  </a:cubicBezTo>
                  <a:cubicBezTo>
                    <a:pt x="2172701" y="1326973"/>
                    <a:pt x="2196510" y="1303697"/>
                    <a:pt x="2241019" y="1300868"/>
                  </a:cubicBezTo>
                  <a:lnTo>
                    <a:pt x="2250202" y="1300582"/>
                  </a:lnTo>
                  <a:lnTo>
                    <a:pt x="2259500" y="1300868"/>
                  </a:lnTo>
                  <a:cubicBezTo>
                    <a:pt x="2304545" y="1303697"/>
                    <a:pt x="2328421" y="1326973"/>
                    <a:pt x="2350772" y="1347693"/>
                  </a:cubicBezTo>
                  <a:cubicBezTo>
                    <a:pt x="2371110" y="1367541"/>
                    <a:pt x="2389675" y="1385162"/>
                    <a:pt x="2422815" y="1389257"/>
                  </a:cubicBezTo>
                  <a:lnTo>
                    <a:pt x="2437959" y="1390151"/>
                  </a:lnTo>
                  <a:lnTo>
                    <a:pt x="2453275" y="1389257"/>
                  </a:lnTo>
                  <a:cubicBezTo>
                    <a:pt x="2486774" y="1385162"/>
                    <a:pt x="2505375" y="1367541"/>
                    <a:pt x="2526203" y="1347693"/>
                  </a:cubicBezTo>
                  <a:cubicBezTo>
                    <a:pt x="2549424" y="1325591"/>
                    <a:pt x="2574968" y="1300582"/>
                    <a:pt x="2625475" y="1300582"/>
                  </a:cubicBezTo>
                  <a:cubicBezTo>
                    <a:pt x="2676563" y="1300582"/>
                    <a:pt x="2702109" y="1325591"/>
                    <a:pt x="2725913" y="1347693"/>
                  </a:cubicBezTo>
                  <a:cubicBezTo>
                    <a:pt x="2746233" y="1367541"/>
                    <a:pt x="2764773" y="1385162"/>
                    <a:pt x="2797875" y="1389257"/>
                  </a:cubicBezTo>
                  <a:lnTo>
                    <a:pt x="2812992" y="1390151"/>
                  </a:lnTo>
                  <a:lnTo>
                    <a:pt x="2828318" y="1389257"/>
                  </a:lnTo>
                  <a:cubicBezTo>
                    <a:pt x="2861804" y="1385162"/>
                    <a:pt x="2880408" y="1367541"/>
                    <a:pt x="2901235" y="1347693"/>
                  </a:cubicBezTo>
                  <a:cubicBezTo>
                    <a:pt x="2912212" y="1337333"/>
                    <a:pt x="2923653" y="1326334"/>
                    <a:pt x="2937914" y="1317571"/>
                  </a:cubicBezTo>
                  <a:lnTo>
                    <a:pt x="2957425" y="1308466"/>
                  </a:lnTo>
                  <a:lnTo>
                    <a:pt x="2957425" y="1329768"/>
                  </a:lnTo>
                  <a:lnTo>
                    <a:pt x="2944774" y="1334381"/>
                  </a:lnTo>
                  <a:cubicBezTo>
                    <a:pt x="2933439" y="1341779"/>
                    <a:pt x="2923679" y="1351146"/>
                    <a:pt x="2913429" y="1361070"/>
                  </a:cubicBezTo>
                  <a:cubicBezTo>
                    <a:pt x="2891112" y="1382336"/>
                    <a:pt x="2867269" y="1405135"/>
                    <a:pt x="2822285" y="1407901"/>
                  </a:cubicBezTo>
                  <a:lnTo>
                    <a:pt x="2812992" y="1408181"/>
                  </a:lnTo>
                  <a:lnTo>
                    <a:pt x="2803817" y="1407901"/>
                  </a:lnTo>
                  <a:cubicBezTo>
                    <a:pt x="2759309" y="1405135"/>
                    <a:pt x="2735489" y="1382336"/>
                    <a:pt x="2713719" y="1361070"/>
                  </a:cubicBezTo>
                  <a:cubicBezTo>
                    <a:pt x="2689916" y="1338387"/>
                    <a:pt x="2669016" y="1318612"/>
                    <a:pt x="2625475" y="1318612"/>
                  </a:cubicBezTo>
                  <a:cubicBezTo>
                    <a:pt x="2582521" y="1318612"/>
                    <a:pt x="2561615" y="1338387"/>
                    <a:pt x="2538398" y="1361070"/>
                  </a:cubicBezTo>
                  <a:cubicBezTo>
                    <a:pt x="2516079" y="1382336"/>
                    <a:pt x="2492239" y="1405135"/>
                    <a:pt x="2447253" y="1407901"/>
                  </a:cubicBezTo>
                  <a:lnTo>
                    <a:pt x="2437959" y="1408181"/>
                  </a:lnTo>
                  <a:lnTo>
                    <a:pt x="2428768" y="1407901"/>
                  </a:lnTo>
                  <a:cubicBezTo>
                    <a:pt x="2384205" y="1405135"/>
                    <a:pt x="2360364" y="1382336"/>
                    <a:pt x="2338559" y="1361070"/>
                  </a:cubicBezTo>
                  <a:cubicBezTo>
                    <a:pt x="2318221" y="1341222"/>
                    <a:pt x="2299203" y="1323601"/>
                    <a:pt x="2265570" y="1319506"/>
                  </a:cubicBezTo>
                  <a:lnTo>
                    <a:pt x="2250202" y="1318612"/>
                  </a:lnTo>
                  <a:lnTo>
                    <a:pt x="2235078" y="1319506"/>
                  </a:lnTo>
                  <a:cubicBezTo>
                    <a:pt x="2201989" y="1323601"/>
                    <a:pt x="2183438" y="1341222"/>
                    <a:pt x="2163119" y="1361070"/>
                  </a:cubicBezTo>
                  <a:cubicBezTo>
                    <a:pt x="2140811" y="1382336"/>
                    <a:pt x="2116959" y="1405135"/>
                    <a:pt x="2071970" y="1407901"/>
                  </a:cubicBezTo>
                  <a:lnTo>
                    <a:pt x="2062687" y="1408181"/>
                  </a:lnTo>
                  <a:lnTo>
                    <a:pt x="2053502" y="1407901"/>
                  </a:lnTo>
                  <a:cubicBezTo>
                    <a:pt x="2008993" y="1405135"/>
                    <a:pt x="1985187" y="1382336"/>
                    <a:pt x="1963418" y="1361070"/>
                  </a:cubicBezTo>
                  <a:cubicBezTo>
                    <a:pt x="1943099" y="1341222"/>
                    <a:pt x="1924106" y="1323601"/>
                    <a:pt x="1890508" y="1319506"/>
                  </a:cubicBezTo>
                  <a:lnTo>
                    <a:pt x="1875171" y="1318612"/>
                  </a:lnTo>
                  <a:lnTo>
                    <a:pt x="1860044" y="1319506"/>
                  </a:lnTo>
                  <a:cubicBezTo>
                    <a:pt x="1826946" y="1323601"/>
                    <a:pt x="1808405" y="1341222"/>
                    <a:pt x="1788085" y="1361070"/>
                  </a:cubicBezTo>
                  <a:cubicBezTo>
                    <a:pt x="1765780" y="1382336"/>
                    <a:pt x="1741925" y="1405135"/>
                    <a:pt x="1696936" y="1407901"/>
                  </a:cubicBezTo>
                  <a:lnTo>
                    <a:pt x="1687656" y="1408181"/>
                  </a:lnTo>
                  <a:lnTo>
                    <a:pt x="1678456" y="1407901"/>
                  </a:lnTo>
                  <a:cubicBezTo>
                    <a:pt x="1633891" y="1405135"/>
                    <a:pt x="1610048" y="1382336"/>
                    <a:pt x="1588259" y="1361070"/>
                  </a:cubicBezTo>
                  <a:cubicBezTo>
                    <a:pt x="1567905" y="1341222"/>
                    <a:pt x="1548904" y="1323601"/>
                    <a:pt x="1515254" y="1319506"/>
                  </a:cubicBezTo>
                  <a:lnTo>
                    <a:pt x="1499902" y="1318612"/>
                  </a:lnTo>
                  <a:lnTo>
                    <a:pt x="1484938" y="1319506"/>
                  </a:lnTo>
                  <a:cubicBezTo>
                    <a:pt x="1452117" y="1323601"/>
                    <a:pt x="1433131" y="1341222"/>
                    <a:pt x="1412811" y="1361070"/>
                  </a:cubicBezTo>
                  <a:cubicBezTo>
                    <a:pt x="1389009" y="1383753"/>
                    <a:pt x="1363465" y="1408181"/>
                    <a:pt x="1312377" y="1408181"/>
                  </a:cubicBezTo>
                  <a:cubicBezTo>
                    <a:pt x="1261869" y="1408181"/>
                    <a:pt x="1236325" y="1383753"/>
                    <a:pt x="1213103" y="1361070"/>
                  </a:cubicBezTo>
                  <a:cubicBezTo>
                    <a:pt x="1192784" y="1341222"/>
                    <a:pt x="1173800" y="1323601"/>
                    <a:pt x="1140203" y="1319506"/>
                  </a:cubicBezTo>
                  <a:lnTo>
                    <a:pt x="1124860" y="1318612"/>
                  </a:lnTo>
                  <a:lnTo>
                    <a:pt x="1109907" y="1319506"/>
                  </a:lnTo>
                  <a:cubicBezTo>
                    <a:pt x="1077083" y="1323601"/>
                    <a:pt x="1058099" y="1341222"/>
                    <a:pt x="1037780" y="1361070"/>
                  </a:cubicBezTo>
                  <a:cubicBezTo>
                    <a:pt x="1014563" y="1383753"/>
                    <a:pt x="988431" y="1408181"/>
                    <a:pt x="937343" y="1408181"/>
                  </a:cubicBezTo>
                  <a:cubicBezTo>
                    <a:pt x="887352" y="1408181"/>
                    <a:pt x="861195" y="1383753"/>
                    <a:pt x="837942" y="1361070"/>
                  </a:cubicBezTo>
                  <a:cubicBezTo>
                    <a:pt x="817603" y="1341222"/>
                    <a:pt x="798587" y="1323601"/>
                    <a:pt x="764952" y="1319506"/>
                  </a:cubicBezTo>
                  <a:lnTo>
                    <a:pt x="749586" y="1318612"/>
                  </a:lnTo>
                  <a:lnTo>
                    <a:pt x="734638" y="1319506"/>
                  </a:lnTo>
                  <a:cubicBezTo>
                    <a:pt x="701811" y="1323601"/>
                    <a:pt x="682831" y="1341222"/>
                    <a:pt x="662511" y="1361070"/>
                  </a:cubicBezTo>
                  <a:cubicBezTo>
                    <a:pt x="639282" y="1383753"/>
                    <a:pt x="613157" y="1408181"/>
                    <a:pt x="562069" y="1408181"/>
                  </a:cubicBezTo>
                  <a:cubicBezTo>
                    <a:pt x="512115" y="1408181"/>
                    <a:pt x="485977" y="1383753"/>
                    <a:pt x="462743" y="1361070"/>
                  </a:cubicBezTo>
                  <a:cubicBezTo>
                    <a:pt x="439508" y="1338387"/>
                    <a:pt x="418017" y="1318612"/>
                    <a:pt x="375034" y="1318612"/>
                  </a:cubicBezTo>
                  <a:cubicBezTo>
                    <a:pt x="332073" y="1318612"/>
                    <a:pt x="310593" y="1338387"/>
                    <a:pt x="287371" y="1361070"/>
                  </a:cubicBezTo>
                  <a:cubicBezTo>
                    <a:pt x="264149" y="1383753"/>
                    <a:pt x="238024" y="1408181"/>
                    <a:pt x="187517" y="1408181"/>
                  </a:cubicBezTo>
                  <a:cubicBezTo>
                    <a:pt x="137009" y="1408181"/>
                    <a:pt x="111465" y="1383753"/>
                    <a:pt x="87663" y="1361070"/>
                  </a:cubicBezTo>
                  <a:cubicBezTo>
                    <a:pt x="64441" y="1338387"/>
                    <a:pt x="42960" y="1318612"/>
                    <a:pt x="0" y="1318612"/>
                  </a:cubicBezTo>
                  <a:close/>
                  <a:moveTo>
                    <a:pt x="0" y="1200685"/>
                  </a:moveTo>
                  <a:cubicBezTo>
                    <a:pt x="50507" y="1200685"/>
                    <a:pt x="76632" y="1225672"/>
                    <a:pt x="99855" y="1248334"/>
                  </a:cubicBezTo>
                  <a:cubicBezTo>
                    <a:pt x="123076" y="1270415"/>
                    <a:pt x="144556" y="1290753"/>
                    <a:pt x="187517" y="1290753"/>
                  </a:cubicBezTo>
                  <a:cubicBezTo>
                    <a:pt x="230477" y="1290753"/>
                    <a:pt x="251957" y="1270415"/>
                    <a:pt x="275179" y="1248334"/>
                  </a:cubicBezTo>
                  <a:cubicBezTo>
                    <a:pt x="298982" y="1225672"/>
                    <a:pt x="324526" y="1200685"/>
                    <a:pt x="375034" y="1200685"/>
                  </a:cubicBezTo>
                  <a:cubicBezTo>
                    <a:pt x="425568" y="1200685"/>
                    <a:pt x="451706" y="1225672"/>
                    <a:pt x="474941" y="1248334"/>
                  </a:cubicBezTo>
                  <a:cubicBezTo>
                    <a:pt x="498175" y="1270415"/>
                    <a:pt x="519667" y="1290753"/>
                    <a:pt x="562069" y="1290753"/>
                  </a:cubicBezTo>
                  <a:cubicBezTo>
                    <a:pt x="605610" y="1290753"/>
                    <a:pt x="627090" y="1270415"/>
                    <a:pt x="650315" y="1248334"/>
                  </a:cubicBezTo>
                  <a:cubicBezTo>
                    <a:pt x="672083" y="1227088"/>
                    <a:pt x="696405" y="1203799"/>
                    <a:pt x="740506" y="1200971"/>
                  </a:cubicBezTo>
                  <a:lnTo>
                    <a:pt x="749586" y="1200685"/>
                  </a:lnTo>
                  <a:lnTo>
                    <a:pt x="758889" y="1200971"/>
                  </a:lnTo>
                  <a:cubicBezTo>
                    <a:pt x="803998" y="1203799"/>
                    <a:pt x="828351" y="1227088"/>
                    <a:pt x="850154" y="1248334"/>
                  </a:cubicBezTo>
                  <a:cubicBezTo>
                    <a:pt x="873408" y="1270415"/>
                    <a:pt x="894909" y="1290753"/>
                    <a:pt x="937343" y="1290753"/>
                  </a:cubicBezTo>
                  <a:cubicBezTo>
                    <a:pt x="980892" y="1290753"/>
                    <a:pt x="1002368" y="1270415"/>
                    <a:pt x="1025586" y="1248334"/>
                  </a:cubicBezTo>
                  <a:cubicBezTo>
                    <a:pt x="1047357" y="1227088"/>
                    <a:pt x="1071175" y="1203799"/>
                    <a:pt x="1115684" y="1200971"/>
                  </a:cubicBezTo>
                  <a:lnTo>
                    <a:pt x="1124860" y="1200685"/>
                  </a:lnTo>
                  <a:lnTo>
                    <a:pt x="1134151" y="1200971"/>
                  </a:lnTo>
                  <a:cubicBezTo>
                    <a:pt x="1179136" y="1203799"/>
                    <a:pt x="1202980" y="1227088"/>
                    <a:pt x="1225295" y="1248334"/>
                  </a:cubicBezTo>
                  <a:cubicBezTo>
                    <a:pt x="1248517" y="1270415"/>
                    <a:pt x="1270006" y="1290753"/>
                    <a:pt x="1312377" y="1290753"/>
                  </a:cubicBezTo>
                  <a:cubicBezTo>
                    <a:pt x="1355923" y="1290753"/>
                    <a:pt x="1377398" y="1270415"/>
                    <a:pt x="1400620" y="1248334"/>
                  </a:cubicBezTo>
                  <a:cubicBezTo>
                    <a:pt x="1422391" y="1227088"/>
                    <a:pt x="1446206" y="1203799"/>
                    <a:pt x="1490715" y="1200971"/>
                  </a:cubicBezTo>
                  <a:lnTo>
                    <a:pt x="1499902" y="1200685"/>
                  </a:lnTo>
                  <a:lnTo>
                    <a:pt x="1509200" y="1200971"/>
                  </a:lnTo>
                  <a:cubicBezTo>
                    <a:pt x="1554240" y="1203799"/>
                    <a:pt x="1578118" y="1227088"/>
                    <a:pt x="1600457" y="1248334"/>
                  </a:cubicBezTo>
                  <a:cubicBezTo>
                    <a:pt x="1620811" y="1267654"/>
                    <a:pt x="1639813" y="1285641"/>
                    <a:pt x="1672675" y="1289836"/>
                  </a:cubicBezTo>
                  <a:lnTo>
                    <a:pt x="1687656" y="1290753"/>
                  </a:lnTo>
                  <a:lnTo>
                    <a:pt x="1702991" y="1289836"/>
                  </a:lnTo>
                  <a:cubicBezTo>
                    <a:pt x="1736589" y="1285641"/>
                    <a:pt x="1755583" y="1267654"/>
                    <a:pt x="1775902" y="1248334"/>
                  </a:cubicBezTo>
                  <a:cubicBezTo>
                    <a:pt x="1797671" y="1227088"/>
                    <a:pt x="1821477" y="1203799"/>
                    <a:pt x="1865985" y="1200971"/>
                  </a:cubicBezTo>
                  <a:lnTo>
                    <a:pt x="1875171" y="1200685"/>
                  </a:lnTo>
                  <a:lnTo>
                    <a:pt x="1884453" y="1200971"/>
                  </a:lnTo>
                  <a:cubicBezTo>
                    <a:pt x="1929442" y="1203799"/>
                    <a:pt x="1953295" y="1227088"/>
                    <a:pt x="1975602" y="1248334"/>
                  </a:cubicBezTo>
                  <a:cubicBezTo>
                    <a:pt x="1995922" y="1267654"/>
                    <a:pt x="2014463" y="1285641"/>
                    <a:pt x="2047561" y="1289836"/>
                  </a:cubicBezTo>
                  <a:lnTo>
                    <a:pt x="2062687" y="1290753"/>
                  </a:lnTo>
                  <a:lnTo>
                    <a:pt x="2078025" y="1289836"/>
                  </a:lnTo>
                  <a:cubicBezTo>
                    <a:pt x="2111623" y="1285641"/>
                    <a:pt x="2130614" y="1267654"/>
                    <a:pt x="2150933" y="1248334"/>
                  </a:cubicBezTo>
                  <a:cubicBezTo>
                    <a:pt x="2172701" y="1227088"/>
                    <a:pt x="2196510" y="1203799"/>
                    <a:pt x="2241019" y="1200971"/>
                  </a:cubicBezTo>
                  <a:lnTo>
                    <a:pt x="2250202" y="1200685"/>
                  </a:lnTo>
                  <a:lnTo>
                    <a:pt x="2259500" y="1200971"/>
                  </a:lnTo>
                  <a:cubicBezTo>
                    <a:pt x="2304545" y="1203799"/>
                    <a:pt x="2328421" y="1227088"/>
                    <a:pt x="2350772" y="1248334"/>
                  </a:cubicBezTo>
                  <a:cubicBezTo>
                    <a:pt x="2371110" y="1267654"/>
                    <a:pt x="2389675" y="1285641"/>
                    <a:pt x="2422815" y="1289836"/>
                  </a:cubicBezTo>
                  <a:lnTo>
                    <a:pt x="2437959" y="1290753"/>
                  </a:lnTo>
                  <a:lnTo>
                    <a:pt x="2453275" y="1289836"/>
                  </a:lnTo>
                  <a:cubicBezTo>
                    <a:pt x="2486774" y="1285641"/>
                    <a:pt x="2505375" y="1267654"/>
                    <a:pt x="2526203" y="1248334"/>
                  </a:cubicBezTo>
                  <a:cubicBezTo>
                    <a:pt x="2549424" y="1225672"/>
                    <a:pt x="2574968" y="1200685"/>
                    <a:pt x="2625475" y="1200685"/>
                  </a:cubicBezTo>
                  <a:cubicBezTo>
                    <a:pt x="2676563" y="1200685"/>
                    <a:pt x="2702109" y="1225672"/>
                    <a:pt x="2725913" y="1248334"/>
                  </a:cubicBezTo>
                  <a:cubicBezTo>
                    <a:pt x="2746233" y="1267654"/>
                    <a:pt x="2764773" y="1285641"/>
                    <a:pt x="2797875" y="1289836"/>
                  </a:cubicBezTo>
                  <a:lnTo>
                    <a:pt x="2812992" y="1290753"/>
                  </a:lnTo>
                  <a:lnTo>
                    <a:pt x="2828318" y="1289836"/>
                  </a:lnTo>
                  <a:cubicBezTo>
                    <a:pt x="2861804" y="1285641"/>
                    <a:pt x="2880408" y="1267654"/>
                    <a:pt x="2901235" y="1248334"/>
                  </a:cubicBezTo>
                  <a:cubicBezTo>
                    <a:pt x="2912209" y="1237711"/>
                    <a:pt x="2923649" y="1226577"/>
                    <a:pt x="2937909" y="1217746"/>
                  </a:cubicBezTo>
                  <a:lnTo>
                    <a:pt x="2957425" y="1208587"/>
                  </a:lnTo>
                  <a:lnTo>
                    <a:pt x="2957425" y="1230016"/>
                  </a:lnTo>
                  <a:lnTo>
                    <a:pt x="2944769" y="1234694"/>
                  </a:lnTo>
                  <a:cubicBezTo>
                    <a:pt x="2933434" y="1242130"/>
                    <a:pt x="2923676" y="1251457"/>
                    <a:pt x="2913429" y="1261118"/>
                  </a:cubicBezTo>
                  <a:cubicBezTo>
                    <a:pt x="2891112" y="1282363"/>
                    <a:pt x="2867269" y="1305652"/>
                    <a:pt x="2822285" y="1308480"/>
                  </a:cubicBezTo>
                  <a:lnTo>
                    <a:pt x="2812992" y="1308766"/>
                  </a:lnTo>
                  <a:lnTo>
                    <a:pt x="2803817" y="1308480"/>
                  </a:lnTo>
                  <a:cubicBezTo>
                    <a:pt x="2759309" y="1305652"/>
                    <a:pt x="2735489" y="1282363"/>
                    <a:pt x="2713719" y="1261118"/>
                  </a:cubicBezTo>
                  <a:cubicBezTo>
                    <a:pt x="2689916" y="1239037"/>
                    <a:pt x="2669016" y="1218699"/>
                    <a:pt x="2625475" y="1218699"/>
                  </a:cubicBezTo>
                  <a:cubicBezTo>
                    <a:pt x="2582521" y="1218699"/>
                    <a:pt x="2561615" y="1239037"/>
                    <a:pt x="2538398" y="1261118"/>
                  </a:cubicBezTo>
                  <a:cubicBezTo>
                    <a:pt x="2516079" y="1282363"/>
                    <a:pt x="2492239" y="1305652"/>
                    <a:pt x="2447253" y="1308480"/>
                  </a:cubicBezTo>
                  <a:lnTo>
                    <a:pt x="2437959" y="1308766"/>
                  </a:lnTo>
                  <a:lnTo>
                    <a:pt x="2428768" y="1308480"/>
                  </a:lnTo>
                  <a:cubicBezTo>
                    <a:pt x="2384205" y="1305652"/>
                    <a:pt x="2360364" y="1282363"/>
                    <a:pt x="2338559" y="1261118"/>
                  </a:cubicBezTo>
                  <a:cubicBezTo>
                    <a:pt x="2318221" y="1241797"/>
                    <a:pt x="2299203" y="1223810"/>
                    <a:pt x="2265570" y="1219616"/>
                  </a:cubicBezTo>
                  <a:lnTo>
                    <a:pt x="2250202" y="1218699"/>
                  </a:lnTo>
                  <a:lnTo>
                    <a:pt x="2235078" y="1219616"/>
                  </a:lnTo>
                  <a:cubicBezTo>
                    <a:pt x="2201989" y="1223810"/>
                    <a:pt x="2183438" y="1241797"/>
                    <a:pt x="2163119" y="1261118"/>
                  </a:cubicBezTo>
                  <a:cubicBezTo>
                    <a:pt x="2140811" y="1282363"/>
                    <a:pt x="2116959" y="1305652"/>
                    <a:pt x="2071970" y="1308480"/>
                  </a:cubicBezTo>
                  <a:lnTo>
                    <a:pt x="2062687" y="1308766"/>
                  </a:lnTo>
                  <a:lnTo>
                    <a:pt x="2053502" y="1308480"/>
                  </a:lnTo>
                  <a:cubicBezTo>
                    <a:pt x="2008993" y="1305652"/>
                    <a:pt x="1985187" y="1282363"/>
                    <a:pt x="1963418" y="1261118"/>
                  </a:cubicBezTo>
                  <a:cubicBezTo>
                    <a:pt x="1943099" y="1241797"/>
                    <a:pt x="1924106" y="1223810"/>
                    <a:pt x="1890508" y="1219616"/>
                  </a:cubicBezTo>
                  <a:lnTo>
                    <a:pt x="1875171" y="1218699"/>
                  </a:lnTo>
                  <a:lnTo>
                    <a:pt x="1860044" y="1219616"/>
                  </a:lnTo>
                  <a:cubicBezTo>
                    <a:pt x="1826946" y="1223810"/>
                    <a:pt x="1808405" y="1241797"/>
                    <a:pt x="1788085" y="1261118"/>
                  </a:cubicBezTo>
                  <a:cubicBezTo>
                    <a:pt x="1765780" y="1282363"/>
                    <a:pt x="1741925" y="1305652"/>
                    <a:pt x="1696936" y="1308480"/>
                  </a:cubicBezTo>
                  <a:lnTo>
                    <a:pt x="1687656" y="1308766"/>
                  </a:lnTo>
                  <a:lnTo>
                    <a:pt x="1678456" y="1308480"/>
                  </a:lnTo>
                  <a:cubicBezTo>
                    <a:pt x="1633891" y="1305652"/>
                    <a:pt x="1610048" y="1282363"/>
                    <a:pt x="1588259" y="1261118"/>
                  </a:cubicBezTo>
                  <a:cubicBezTo>
                    <a:pt x="1567905" y="1241797"/>
                    <a:pt x="1548904" y="1223810"/>
                    <a:pt x="1515254" y="1219616"/>
                  </a:cubicBezTo>
                  <a:lnTo>
                    <a:pt x="1499902" y="1218699"/>
                  </a:lnTo>
                  <a:lnTo>
                    <a:pt x="1484938" y="1219616"/>
                  </a:lnTo>
                  <a:cubicBezTo>
                    <a:pt x="1452117" y="1223810"/>
                    <a:pt x="1433131" y="1241797"/>
                    <a:pt x="1412811" y="1261118"/>
                  </a:cubicBezTo>
                  <a:cubicBezTo>
                    <a:pt x="1389009" y="1283779"/>
                    <a:pt x="1363465" y="1308766"/>
                    <a:pt x="1312377" y="1308766"/>
                  </a:cubicBezTo>
                  <a:cubicBezTo>
                    <a:pt x="1261869" y="1308766"/>
                    <a:pt x="1236325" y="1283779"/>
                    <a:pt x="1213103" y="1261118"/>
                  </a:cubicBezTo>
                  <a:cubicBezTo>
                    <a:pt x="1192784" y="1241797"/>
                    <a:pt x="1173800" y="1223810"/>
                    <a:pt x="1140203" y="1219616"/>
                  </a:cubicBezTo>
                  <a:lnTo>
                    <a:pt x="1124860" y="1218699"/>
                  </a:lnTo>
                  <a:lnTo>
                    <a:pt x="1109907" y="1219616"/>
                  </a:lnTo>
                  <a:cubicBezTo>
                    <a:pt x="1077083" y="1223810"/>
                    <a:pt x="1058099" y="1241797"/>
                    <a:pt x="1037780" y="1261118"/>
                  </a:cubicBezTo>
                  <a:cubicBezTo>
                    <a:pt x="1014563" y="1283779"/>
                    <a:pt x="988431" y="1308766"/>
                    <a:pt x="937343" y="1308766"/>
                  </a:cubicBezTo>
                  <a:cubicBezTo>
                    <a:pt x="887352" y="1308766"/>
                    <a:pt x="861195" y="1283779"/>
                    <a:pt x="837942" y="1261118"/>
                  </a:cubicBezTo>
                  <a:cubicBezTo>
                    <a:pt x="817603" y="1241797"/>
                    <a:pt x="798587" y="1223810"/>
                    <a:pt x="764952" y="1219616"/>
                  </a:cubicBezTo>
                  <a:lnTo>
                    <a:pt x="749586" y="1218699"/>
                  </a:lnTo>
                  <a:lnTo>
                    <a:pt x="734638" y="1219616"/>
                  </a:lnTo>
                  <a:cubicBezTo>
                    <a:pt x="701811" y="1223810"/>
                    <a:pt x="682831" y="1241797"/>
                    <a:pt x="662511" y="1261118"/>
                  </a:cubicBezTo>
                  <a:cubicBezTo>
                    <a:pt x="639282" y="1283779"/>
                    <a:pt x="613157" y="1308766"/>
                    <a:pt x="562069" y="1308766"/>
                  </a:cubicBezTo>
                  <a:cubicBezTo>
                    <a:pt x="512115" y="1308766"/>
                    <a:pt x="485977" y="1283779"/>
                    <a:pt x="462743" y="1261118"/>
                  </a:cubicBezTo>
                  <a:cubicBezTo>
                    <a:pt x="439508" y="1239037"/>
                    <a:pt x="418017" y="1218699"/>
                    <a:pt x="375034" y="1218699"/>
                  </a:cubicBezTo>
                  <a:cubicBezTo>
                    <a:pt x="332073" y="1218699"/>
                    <a:pt x="310593" y="1239037"/>
                    <a:pt x="287371" y="1261118"/>
                  </a:cubicBezTo>
                  <a:cubicBezTo>
                    <a:pt x="264149" y="1283779"/>
                    <a:pt x="238024" y="1308766"/>
                    <a:pt x="187517" y="1308766"/>
                  </a:cubicBezTo>
                  <a:cubicBezTo>
                    <a:pt x="137009" y="1308766"/>
                    <a:pt x="111465" y="1283779"/>
                    <a:pt x="87663" y="1261118"/>
                  </a:cubicBezTo>
                  <a:cubicBezTo>
                    <a:pt x="64441" y="1239037"/>
                    <a:pt x="42960" y="1218699"/>
                    <a:pt x="0" y="1218699"/>
                  </a:cubicBezTo>
                  <a:close/>
                  <a:moveTo>
                    <a:pt x="0" y="1100066"/>
                  </a:moveTo>
                  <a:cubicBezTo>
                    <a:pt x="50507" y="1100066"/>
                    <a:pt x="76632" y="1125053"/>
                    <a:pt x="99855" y="1147715"/>
                  </a:cubicBezTo>
                  <a:cubicBezTo>
                    <a:pt x="123076" y="1169796"/>
                    <a:pt x="144556" y="1190134"/>
                    <a:pt x="187517" y="1190134"/>
                  </a:cubicBezTo>
                  <a:cubicBezTo>
                    <a:pt x="230477" y="1190134"/>
                    <a:pt x="251957" y="1169796"/>
                    <a:pt x="275179" y="1147715"/>
                  </a:cubicBezTo>
                  <a:cubicBezTo>
                    <a:pt x="298982" y="1125053"/>
                    <a:pt x="324526" y="1100066"/>
                    <a:pt x="375034" y="1100066"/>
                  </a:cubicBezTo>
                  <a:cubicBezTo>
                    <a:pt x="425568" y="1100066"/>
                    <a:pt x="451706" y="1125053"/>
                    <a:pt x="474941" y="1147715"/>
                  </a:cubicBezTo>
                  <a:cubicBezTo>
                    <a:pt x="498175" y="1169796"/>
                    <a:pt x="519667" y="1190134"/>
                    <a:pt x="562069" y="1190134"/>
                  </a:cubicBezTo>
                  <a:cubicBezTo>
                    <a:pt x="605610" y="1190134"/>
                    <a:pt x="627090" y="1169796"/>
                    <a:pt x="650315" y="1147715"/>
                  </a:cubicBezTo>
                  <a:cubicBezTo>
                    <a:pt x="672083" y="1126469"/>
                    <a:pt x="696405" y="1103181"/>
                    <a:pt x="740506" y="1100352"/>
                  </a:cubicBezTo>
                  <a:lnTo>
                    <a:pt x="749586" y="1100066"/>
                  </a:lnTo>
                  <a:lnTo>
                    <a:pt x="758889" y="1100352"/>
                  </a:lnTo>
                  <a:cubicBezTo>
                    <a:pt x="803998" y="1103181"/>
                    <a:pt x="828351" y="1126469"/>
                    <a:pt x="850154" y="1147715"/>
                  </a:cubicBezTo>
                  <a:cubicBezTo>
                    <a:pt x="873408" y="1169796"/>
                    <a:pt x="894909" y="1190134"/>
                    <a:pt x="937343" y="1190134"/>
                  </a:cubicBezTo>
                  <a:cubicBezTo>
                    <a:pt x="980892" y="1190134"/>
                    <a:pt x="1002368" y="1169796"/>
                    <a:pt x="1025586" y="1147715"/>
                  </a:cubicBezTo>
                  <a:cubicBezTo>
                    <a:pt x="1047357" y="1126469"/>
                    <a:pt x="1071175" y="1103181"/>
                    <a:pt x="1115684" y="1100352"/>
                  </a:cubicBezTo>
                  <a:lnTo>
                    <a:pt x="1124860" y="1100066"/>
                  </a:lnTo>
                  <a:lnTo>
                    <a:pt x="1134151" y="1100352"/>
                  </a:lnTo>
                  <a:cubicBezTo>
                    <a:pt x="1179136" y="1103181"/>
                    <a:pt x="1202980" y="1126469"/>
                    <a:pt x="1225295" y="1147715"/>
                  </a:cubicBezTo>
                  <a:cubicBezTo>
                    <a:pt x="1248517" y="1169796"/>
                    <a:pt x="1270006" y="1190134"/>
                    <a:pt x="1312377" y="1190134"/>
                  </a:cubicBezTo>
                  <a:cubicBezTo>
                    <a:pt x="1355923" y="1190134"/>
                    <a:pt x="1377398" y="1169796"/>
                    <a:pt x="1400620" y="1147715"/>
                  </a:cubicBezTo>
                  <a:cubicBezTo>
                    <a:pt x="1422391" y="1126469"/>
                    <a:pt x="1446206" y="1103181"/>
                    <a:pt x="1490715" y="1100352"/>
                  </a:cubicBezTo>
                  <a:lnTo>
                    <a:pt x="1499902" y="1100066"/>
                  </a:lnTo>
                  <a:lnTo>
                    <a:pt x="1509200" y="1100352"/>
                  </a:lnTo>
                  <a:cubicBezTo>
                    <a:pt x="1554240" y="1103181"/>
                    <a:pt x="1578118" y="1126469"/>
                    <a:pt x="1600457" y="1147715"/>
                  </a:cubicBezTo>
                  <a:cubicBezTo>
                    <a:pt x="1620811" y="1167036"/>
                    <a:pt x="1639813" y="1185022"/>
                    <a:pt x="1672675" y="1189217"/>
                  </a:cubicBezTo>
                  <a:lnTo>
                    <a:pt x="1687656" y="1190134"/>
                  </a:lnTo>
                  <a:lnTo>
                    <a:pt x="1702991" y="1189217"/>
                  </a:lnTo>
                  <a:cubicBezTo>
                    <a:pt x="1736589" y="1185022"/>
                    <a:pt x="1755583" y="1167036"/>
                    <a:pt x="1775902" y="1147715"/>
                  </a:cubicBezTo>
                  <a:cubicBezTo>
                    <a:pt x="1797671" y="1126469"/>
                    <a:pt x="1821477" y="1103181"/>
                    <a:pt x="1865985" y="1100352"/>
                  </a:cubicBezTo>
                  <a:lnTo>
                    <a:pt x="1875171" y="1100066"/>
                  </a:lnTo>
                  <a:lnTo>
                    <a:pt x="1884453" y="1100352"/>
                  </a:lnTo>
                  <a:cubicBezTo>
                    <a:pt x="1929442" y="1103181"/>
                    <a:pt x="1953295" y="1126469"/>
                    <a:pt x="1975602" y="1147715"/>
                  </a:cubicBezTo>
                  <a:cubicBezTo>
                    <a:pt x="1995922" y="1167036"/>
                    <a:pt x="2014463" y="1185022"/>
                    <a:pt x="2047561" y="1189217"/>
                  </a:cubicBezTo>
                  <a:lnTo>
                    <a:pt x="2062687" y="1190134"/>
                  </a:lnTo>
                  <a:lnTo>
                    <a:pt x="2078025" y="1189217"/>
                  </a:lnTo>
                  <a:cubicBezTo>
                    <a:pt x="2111623" y="1185022"/>
                    <a:pt x="2130614" y="1167036"/>
                    <a:pt x="2150933" y="1147715"/>
                  </a:cubicBezTo>
                  <a:cubicBezTo>
                    <a:pt x="2172701" y="1126469"/>
                    <a:pt x="2196510" y="1103181"/>
                    <a:pt x="2241019" y="1100352"/>
                  </a:cubicBezTo>
                  <a:lnTo>
                    <a:pt x="2250202" y="1100066"/>
                  </a:lnTo>
                  <a:lnTo>
                    <a:pt x="2259500" y="1100352"/>
                  </a:lnTo>
                  <a:cubicBezTo>
                    <a:pt x="2304545" y="1103181"/>
                    <a:pt x="2328421" y="1126469"/>
                    <a:pt x="2350772" y="1147715"/>
                  </a:cubicBezTo>
                  <a:cubicBezTo>
                    <a:pt x="2371110" y="1167036"/>
                    <a:pt x="2389675" y="1185022"/>
                    <a:pt x="2422815" y="1189217"/>
                  </a:cubicBezTo>
                  <a:lnTo>
                    <a:pt x="2437959" y="1190134"/>
                  </a:lnTo>
                  <a:lnTo>
                    <a:pt x="2453275" y="1189217"/>
                  </a:lnTo>
                  <a:cubicBezTo>
                    <a:pt x="2486774" y="1185022"/>
                    <a:pt x="2505375" y="1167036"/>
                    <a:pt x="2526203" y="1147715"/>
                  </a:cubicBezTo>
                  <a:cubicBezTo>
                    <a:pt x="2549424" y="1125053"/>
                    <a:pt x="2574968" y="1100066"/>
                    <a:pt x="2625475" y="1100066"/>
                  </a:cubicBezTo>
                  <a:cubicBezTo>
                    <a:pt x="2676563" y="1100066"/>
                    <a:pt x="2702109" y="1125053"/>
                    <a:pt x="2725913" y="1147715"/>
                  </a:cubicBezTo>
                  <a:cubicBezTo>
                    <a:pt x="2746233" y="1167036"/>
                    <a:pt x="2764773" y="1185022"/>
                    <a:pt x="2797875" y="1189217"/>
                  </a:cubicBezTo>
                  <a:lnTo>
                    <a:pt x="2812992" y="1190134"/>
                  </a:lnTo>
                  <a:lnTo>
                    <a:pt x="2828318" y="1189217"/>
                  </a:lnTo>
                  <a:cubicBezTo>
                    <a:pt x="2861804" y="1185022"/>
                    <a:pt x="2880408" y="1167036"/>
                    <a:pt x="2901235" y="1147715"/>
                  </a:cubicBezTo>
                  <a:cubicBezTo>
                    <a:pt x="2912206" y="1137092"/>
                    <a:pt x="2923644" y="1125958"/>
                    <a:pt x="2937904" y="1117127"/>
                  </a:cubicBezTo>
                  <a:lnTo>
                    <a:pt x="2957425" y="1107966"/>
                  </a:lnTo>
                  <a:lnTo>
                    <a:pt x="2957425" y="1129395"/>
                  </a:lnTo>
                  <a:lnTo>
                    <a:pt x="2944764" y="1134075"/>
                  </a:lnTo>
                  <a:cubicBezTo>
                    <a:pt x="2933430" y="1141511"/>
                    <a:pt x="2923673" y="1150838"/>
                    <a:pt x="2913429" y="1160499"/>
                  </a:cubicBezTo>
                  <a:cubicBezTo>
                    <a:pt x="2891112" y="1181744"/>
                    <a:pt x="2867269" y="1205033"/>
                    <a:pt x="2822285" y="1207861"/>
                  </a:cubicBezTo>
                  <a:lnTo>
                    <a:pt x="2812992" y="1208147"/>
                  </a:lnTo>
                  <a:lnTo>
                    <a:pt x="2803817" y="1207861"/>
                  </a:lnTo>
                  <a:cubicBezTo>
                    <a:pt x="2759309" y="1205033"/>
                    <a:pt x="2735489" y="1181744"/>
                    <a:pt x="2713719" y="1160499"/>
                  </a:cubicBezTo>
                  <a:cubicBezTo>
                    <a:pt x="2689916" y="1138418"/>
                    <a:pt x="2669016" y="1118080"/>
                    <a:pt x="2625475" y="1118080"/>
                  </a:cubicBezTo>
                  <a:cubicBezTo>
                    <a:pt x="2582521" y="1118080"/>
                    <a:pt x="2561615" y="1138418"/>
                    <a:pt x="2538398" y="1160499"/>
                  </a:cubicBezTo>
                  <a:cubicBezTo>
                    <a:pt x="2516079" y="1181744"/>
                    <a:pt x="2492239" y="1205033"/>
                    <a:pt x="2447253" y="1207861"/>
                  </a:cubicBezTo>
                  <a:lnTo>
                    <a:pt x="2437959" y="1208147"/>
                  </a:lnTo>
                  <a:lnTo>
                    <a:pt x="2428768" y="1207861"/>
                  </a:lnTo>
                  <a:cubicBezTo>
                    <a:pt x="2384205" y="1205033"/>
                    <a:pt x="2360364" y="1181744"/>
                    <a:pt x="2338559" y="1160499"/>
                  </a:cubicBezTo>
                  <a:cubicBezTo>
                    <a:pt x="2318221" y="1141178"/>
                    <a:pt x="2299203" y="1123191"/>
                    <a:pt x="2265570" y="1118997"/>
                  </a:cubicBezTo>
                  <a:lnTo>
                    <a:pt x="2250202" y="1118080"/>
                  </a:lnTo>
                  <a:lnTo>
                    <a:pt x="2235078" y="1118997"/>
                  </a:lnTo>
                  <a:cubicBezTo>
                    <a:pt x="2201989" y="1123191"/>
                    <a:pt x="2183438" y="1141178"/>
                    <a:pt x="2163119" y="1160499"/>
                  </a:cubicBezTo>
                  <a:cubicBezTo>
                    <a:pt x="2140811" y="1181744"/>
                    <a:pt x="2116959" y="1205033"/>
                    <a:pt x="2071970" y="1207861"/>
                  </a:cubicBezTo>
                  <a:lnTo>
                    <a:pt x="2062687" y="1208147"/>
                  </a:lnTo>
                  <a:lnTo>
                    <a:pt x="2053502" y="1207861"/>
                  </a:lnTo>
                  <a:cubicBezTo>
                    <a:pt x="2008993" y="1205033"/>
                    <a:pt x="1985187" y="1181744"/>
                    <a:pt x="1963418" y="1160499"/>
                  </a:cubicBezTo>
                  <a:cubicBezTo>
                    <a:pt x="1943099" y="1141178"/>
                    <a:pt x="1924106" y="1123191"/>
                    <a:pt x="1890508" y="1118997"/>
                  </a:cubicBezTo>
                  <a:lnTo>
                    <a:pt x="1875171" y="1118080"/>
                  </a:lnTo>
                  <a:lnTo>
                    <a:pt x="1860044" y="1118997"/>
                  </a:lnTo>
                  <a:cubicBezTo>
                    <a:pt x="1826946" y="1123191"/>
                    <a:pt x="1808405" y="1141178"/>
                    <a:pt x="1788085" y="1160499"/>
                  </a:cubicBezTo>
                  <a:cubicBezTo>
                    <a:pt x="1765780" y="1181744"/>
                    <a:pt x="1741925" y="1205033"/>
                    <a:pt x="1696936" y="1207861"/>
                  </a:cubicBezTo>
                  <a:lnTo>
                    <a:pt x="1687656" y="1208147"/>
                  </a:lnTo>
                  <a:lnTo>
                    <a:pt x="1678456" y="1207861"/>
                  </a:lnTo>
                  <a:cubicBezTo>
                    <a:pt x="1633891" y="1205033"/>
                    <a:pt x="1610048" y="1181744"/>
                    <a:pt x="1588259" y="1160499"/>
                  </a:cubicBezTo>
                  <a:cubicBezTo>
                    <a:pt x="1567905" y="1141178"/>
                    <a:pt x="1548904" y="1123191"/>
                    <a:pt x="1515254" y="1118997"/>
                  </a:cubicBezTo>
                  <a:lnTo>
                    <a:pt x="1499902" y="1118080"/>
                  </a:lnTo>
                  <a:lnTo>
                    <a:pt x="1484938" y="1118997"/>
                  </a:lnTo>
                  <a:cubicBezTo>
                    <a:pt x="1452117" y="1123191"/>
                    <a:pt x="1433131" y="1141178"/>
                    <a:pt x="1412811" y="1160499"/>
                  </a:cubicBezTo>
                  <a:cubicBezTo>
                    <a:pt x="1389009" y="1183161"/>
                    <a:pt x="1363465" y="1208147"/>
                    <a:pt x="1312377" y="1208147"/>
                  </a:cubicBezTo>
                  <a:cubicBezTo>
                    <a:pt x="1261869" y="1208147"/>
                    <a:pt x="1236325" y="1183161"/>
                    <a:pt x="1213103" y="1160499"/>
                  </a:cubicBezTo>
                  <a:cubicBezTo>
                    <a:pt x="1192784" y="1141178"/>
                    <a:pt x="1173800" y="1123191"/>
                    <a:pt x="1140203" y="1118997"/>
                  </a:cubicBezTo>
                  <a:lnTo>
                    <a:pt x="1124860" y="1118080"/>
                  </a:lnTo>
                  <a:lnTo>
                    <a:pt x="1109907" y="1118997"/>
                  </a:lnTo>
                  <a:cubicBezTo>
                    <a:pt x="1077083" y="1123191"/>
                    <a:pt x="1058099" y="1141178"/>
                    <a:pt x="1037780" y="1160499"/>
                  </a:cubicBezTo>
                  <a:cubicBezTo>
                    <a:pt x="1014563" y="1183161"/>
                    <a:pt x="988431" y="1208147"/>
                    <a:pt x="937343" y="1208147"/>
                  </a:cubicBezTo>
                  <a:cubicBezTo>
                    <a:pt x="887352" y="1208147"/>
                    <a:pt x="861195" y="1183161"/>
                    <a:pt x="837942" y="1160499"/>
                  </a:cubicBezTo>
                  <a:cubicBezTo>
                    <a:pt x="817603" y="1141178"/>
                    <a:pt x="798587" y="1123191"/>
                    <a:pt x="764952" y="1118997"/>
                  </a:cubicBezTo>
                  <a:lnTo>
                    <a:pt x="749586" y="1118080"/>
                  </a:lnTo>
                  <a:lnTo>
                    <a:pt x="734638" y="1118997"/>
                  </a:lnTo>
                  <a:cubicBezTo>
                    <a:pt x="701811" y="1123191"/>
                    <a:pt x="682831" y="1141178"/>
                    <a:pt x="662511" y="1160499"/>
                  </a:cubicBezTo>
                  <a:cubicBezTo>
                    <a:pt x="639282" y="1183161"/>
                    <a:pt x="613157" y="1208147"/>
                    <a:pt x="562069" y="1208147"/>
                  </a:cubicBezTo>
                  <a:cubicBezTo>
                    <a:pt x="512115" y="1208147"/>
                    <a:pt x="485977" y="1183161"/>
                    <a:pt x="462743" y="1160499"/>
                  </a:cubicBezTo>
                  <a:cubicBezTo>
                    <a:pt x="439508" y="1138418"/>
                    <a:pt x="418017" y="1118080"/>
                    <a:pt x="375034" y="1118080"/>
                  </a:cubicBezTo>
                  <a:cubicBezTo>
                    <a:pt x="332073" y="1118080"/>
                    <a:pt x="310593" y="1138418"/>
                    <a:pt x="287371" y="1160499"/>
                  </a:cubicBezTo>
                  <a:cubicBezTo>
                    <a:pt x="264149" y="1183161"/>
                    <a:pt x="238024" y="1208147"/>
                    <a:pt x="187517" y="1208147"/>
                  </a:cubicBezTo>
                  <a:cubicBezTo>
                    <a:pt x="137009" y="1208147"/>
                    <a:pt x="111465" y="1183161"/>
                    <a:pt x="87663" y="1160499"/>
                  </a:cubicBezTo>
                  <a:cubicBezTo>
                    <a:pt x="64441" y="1138418"/>
                    <a:pt x="42960" y="1118080"/>
                    <a:pt x="0" y="1118080"/>
                  </a:cubicBezTo>
                  <a:close/>
                  <a:moveTo>
                    <a:pt x="0" y="1000651"/>
                  </a:moveTo>
                  <a:cubicBezTo>
                    <a:pt x="50507" y="1000651"/>
                    <a:pt x="76632" y="1025079"/>
                    <a:pt x="99855" y="1047763"/>
                  </a:cubicBezTo>
                  <a:cubicBezTo>
                    <a:pt x="123076" y="1070445"/>
                    <a:pt x="144556" y="1090220"/>
                    <a:pt x="187517" y="1090220"/>
                  </a:cubicBezTo>
                  <a:cubicBezTo>
                    <a:pt x="230477" y="1090220"/>
                    <a:pt x="251957" y="1070445"/>
                    <a:pt x="275179" y="1047763"/>
                  </a:cubicBezTo>
                  <a:cubicBezTo>
                    <a:pt x="298982" y="1025661"/>
                    <a:pt x="324526" y="1000651"/>
                    <a:pt x="375034" y="1000651"/>
                  </a:cubicBezTo>
                  <a:cubicBezTo>
                    <a:pt x="425568" y="1000651"/>
                    <a:pt x="451706" y="1025079"/>
                    <a:pt x="474941" y="1047763"/>
                  </a:cubicBezTo>
                  <a:cubicBezTo>
                    <a:pt x="498175" y="1070445"/>
                    <a:pt x="519667" y="1090220"/>
                    <a:pt x="562069" y="1090220"/>
                  </a:cubicBezTo>
                  <a:cubicBezTo>
                    <a:pt x="605610" y="1090220"/>
                    <a:pt x="627090" y="1070445"/>
                    <a:pt x="650315" y="1047763"/>
                  </a:cubicBezTo>
                  <a:cubicBezTo>
                    <a:pt x="672083" y="1027042"/>
                    <a:pt x="696405" y="1003766"/>
                    <a:pt x="740506" y="1000937"/>
                  </a:cubicBezTo>
                  <a:lnTo>
                    <a:pt x="749586" y="1000651"/>
                  </a:lnTo>
                  <a:lnTo>
                    <a:pt x="758889" y="1000931"/>
                  </a:lnTo>
                  <a:cubicBezTo>
                    <a:pt x="803998" y="1003698"/>
                    <a:pt x="828351" y="1026497"/>
                    <a:pt x="850154" y="1047763"/>
                  </a:cubicBezTo>
                  <a:cubicBezTo>
                    <a:pt x="873408" y="1070445"/>
                    <a:pt x="894909" y="1090220"/>
                    <a:pt x="937343" y="1090220"/>
                  </a:cubicBezTo>
                  <a:cubicBezTo>
                    <a:pt x="980892" y="1090220"/>
                    <a:pt x="1002368" y="1070445"/>
                    <a:pt x="1025586" y="1047763"/>
                  </a:cubicBezTo>
                  <a:cubicBezTo>
                    <a:pt x="1047357" y="1027042"/>
                    <a:pt x="1071175" y="1003766"/>
                    <a:pt x="1115684" y="1000937"/>
                  </a:cubicBezTo>
                  <a:lnTo>
                    <a:pt x="1124860" y="1000651"/>
                  </a:lnTo>
                  <a:lnTo>
                    <a:pt x="1134151" y="1000931"/>
                  </a:lnTo>
                  <a:cubicBezTo>
                    <a:pt x="1179136" y="1003698"/>
                    <a:pt x="1202980" y="1026497"/>
                    <a:pt x="1225295" y="1047763"/>
                  </a:cubicBezTo>
                  <a:cubicBezTo>
                    <a:pt x="1248517" y="1070445"/>
                    <a:pt x="1270006" y="1090220"/>
                    <a:pt x="1312377" y="1090220"/>
                  </a:cubicBezTo>
                  <a:cubicBezTo>
                    <a:pt x="1355923" y="1090220"/>
                    <a:pt x="1377398" y="1070445"/>
                    <a:pt x="1400620" y="1047763"/>
                  </a:cubicBezTo>
                  <a:cubicBezTo>
                    <a:pt x="1422391" y="1027042"/>
                    <a:pt x="1446206" y="1003766"/>
                    <a:pt x="1490715" y="1000937"/>
                  </a:cubicBezTo>
                  <a:lnTo>
                    <a:pt x="1499902" y="1000651"/>
                  </a:lnTo>
                  <a:lnTo>
                    <a:pt x="1509200" y="1000931"/>
                  </a:lnTo>
                  <a:cubicBezTo>
                    <a:pt x="1554240" y="1003698"/>
                    <a:pt x="1578118" y="1026497"/>
                    <a:pt x="1600457" y="1047763"/>
                  </a:cubicBezTo>
                  <a:cubicBezTo>
                    <a:pt x="1620811" y="1067610"/>
                    <a:pt x="1639813" y="1085231"/>
                    <a:pt x="1672675" y="1089326"/>
                  </a:cubicBezTo>
                  <a:lnTo>
                    <a:pt x="1687656" y="1090220"/>
                  </a:lnTo>
                  <a:lnTo>
                    <a:pt x="1702991" y="1089326"/>
                  </a:lnTo>
                  <a:cubicBezTo>
                    <a:pt x="1736589" y="1085231"/>
                    <a:pt x="1755583" y="1067610"/>
                    <a:pt x="1775902" y="1047763"/>
                  </a:cubicBezTo>
                  <a:cubicBezTo>
                    <a:pt x="1797671" y="1027042"/>
                    <a:pt x="1821477" y="1003766"/>
                    <a:pt x="1865985" y="1000937"/>
                  </a:cubicBezTo>
                  <a:lnTo>
                    <a:pt x="1875171" y="1000651"/>
                  </a:lnTo>
                  <a:lnTo>
                    <a:pt x="1884453" y="1000931"/>
                  </a:lnTo>
                  <a:cubicBezTo>
                    <a:pt x="1929442" y="1003698"/>
                    <a:pt x="1953295" y="1026497"/>
                    <a:pt x="1975602" y="1047763"/>
                  </a:cubicBezTo>
                  <a:cubicBezTo>
                    <a:pt x="1995922" y="1067610"/>
                    <a:pt x="2014463" y="1085231"/>
                    <a:pt x="2047561" y="1089326"/>
                  </a:cubicBezTo>
                  <a:lnTo>
                    <a:pt x="2062687" y="1090220"/>
                  </a:lnTo>
                  <a:lnTo>
                    <a:pt x="2078025" y="1089326"/>
                  </a:lnTo>
                  <a:cubicBezTo>
                    <a:pt x="2111623" y="1085231"/>
                    <a:pt x="2130614" y="1067610"/>
                    <a:pt x="2150933" y="1047763"/>
                  </a:cubicBezTo>
                  <a:cubicBezTo>
                    <a:pt x="2172701" y="1027042"/>
                    <a:pt x="2196510" y="1003766"/>
                    <a:pt x="2241019" y="1000937"/>
                  </a:cubicBezTo>
                  <a:lnTo>
                    <a:pt x="2250202" y="1000651"/>
                  </a:lnTo>
                  <a:lnTo>
                    <a:pt x="2259500" y="1000931"/>
                  </a:lnTo>
                  <a:cubicBezTo>
                    <a:pt x="2304545" y="1003698"/>
                    <a:pt x="2328421" y="1026497"/>
                    <a:pt x="2350772" y="1047763"/>
                  </a:cubicBezTo>
                  <a:cubicBezTo>
                    <a:pt x="2371110" y="1067610"/>
                    <a:pt x="2389675" y="1085231"/>
                    <a:pt x="2422815" y="1089326"/>
                  </a:cubicBezTo>
                  <a:lnTo>
                    <a:pt x="2437959" y="1090220"/>
                  </a:lnTo>
                  <a:lnTo>
                    <a:pt x="2453275" y="1089326"/>
                  </a:lnTo>
                  <a:cubicBezTo>
                    <a:pt x="2486774" y="1085231"/>
                    <a:pt x="2505375" y="1067610"/>
                    <a:pt x="2526203" y="1047763"/>
                  </a:cubicBezTo>
                  <a:cubicBezTo>
                    <a:pt x="2549424" y="1025661"/>
                    <a:pt x="2574968" y="1000651"/>
                    <a:pt x="2625475" y="1000651"/>
                  </a:cubicBezTo>
                  <a:cubicBezTo>
                    <a:pt x="2676563" y="1000651"/>
                    <a:pt x="2702109" y="1025079"/>
                    <a:pt x="2725913" y="1047763"/>
                  </a:cubicBezTo>
                  <a:cubicBezTo>
                    <a:pt x="2746233" y="1067610"/>
                    <a:pt x="2764773" y="1085231"/>
                    <a:pt x="2797875" y="1089326"/>
                  </a:cubicBezTo>
                  <a:lnTo>
                    <a:pt x="2812992" y="1090220"/>
                  </a:lnTo>
                  <a:lnTo>
                    <a:pt x="2828318" y="1089326"/>
                  </a:lnTo>
                  <a:cubicBezTo>
                    <a:pt x="2861804" y="1085231"/>
                    <a:pt x="2880408" y="1067610"/>
                    <a:pt x="2901235" y="1047763"/>
                  </a:cubicBezTo>
                  <a:cubicBezTo>
                    <a:pt x="2912203" y="1037402"/>
                    <a:pt x="2923640" y="1026403"/>
                    <a:pt x="2937898" y="1017641"/>
                  </a:cubicBezTo>
                  <a:lnTo>
                    <a:pt x="2957425" y="1008527"/>
                  </a:lnTo>
                  <a:lnTo>
                    <a:pt x="2957425" y="1029831"/>
                  </a:lnTo>
                  <a:lnTo>
                    <a:pt x="2944759" y="1034450"/>
                  </a:lnTo>
                  <a:cubicBezTo>
                    <a:pt x="2933426" y="1041849"/>
                    <a:pt x="2923670" y="1051216"/>
                    <a:pt x="2913429" y="1061140"/>
                  </a:cubicBezTo>
                  <a:cubicBezTo>
                    <a:pt x="2891112" y="1082405"/>
                    <a:pt x="2867269" y="1105204"/>
                    <a:pt x="2822285" y="1107971"/>
                  </a:cubicBezTo>
                  <a:lnTo>
                    <a:pt x="2812992" y="1108251"/>
                  </a:lnTo>
                  <a:lnTo>
                    <a:pt x="2803817" y="1107971"/>
                  </a:lnTo>
                  <a:cubicBezTo>
                    <a:pt x="2759309" y="1105204"/>
                    <a:pt x="2735489" y="1082405"/>
                    <a:pt x="2713719" y="1061140"/>
                  </a:cubicBezTo>
                  <a:cubicBezTo>
                    <a:pt x="2689916" y="1038457"/>
                    <a:pt x="2669016" y="1018682"/>
                    <a:pt x="2625475" y="1018682"/>
                  </a:cubicBezTo>
                  <a:cubicBezTo>
                    <a:pt x="2582521" y="1018682"/>
                    <a:pt x="2561615" y="1038457"/>
                    <a:pt x="2538398" y="1061140"/>
                  </a:cubicBezTo>
                  <a:cubicBezTo>
                    <a:pt x="2516079" y="1082405"/>
                    <a:pt x="2492239" y="1105204"/>
                    <a:pt x="2447253" y="1107971"/>
                  </a:cubicBezTo>
                  <a:lnTo>
                    <a:pt x="2437959" y="1108251"/>
                  </a:lnTo>
                  <a:lnTo>
                    <a:pt x="2428768" y="1107971"/>
                  </a:lnTo>
                  <a:cubicBezTo>
                    <a:pt x="2384205" y="1105204"/>
                    <a:pt x="2360364" y="1082405"/>
                    <a:pt x="2338559" y="1061140"/>
                  </a:cubicBezTo>
                  <a:cubicBezTo>
                    <a:pt x="2318221" y="1041292"/>
                    <a:pt x="2299203" y="1023671"/>
                    <a:pt x="2265570" y="1019576"/>
                  </a:cubicBezTo>
                  <a:lnTo>
                    <a:pt x="2250202" y="1018682"/>
                  </a:lnTo>
                  <a:lnTo>
                    <a:pt x="2235078" y="1019576"/>
                  </a:lnTo>
                  <a:cubicBezTo>
                    <a:pt x="2201989" y="1023671"/>
                    <a:pt x="2183438" y="1041292"/>
                    <a:pt x="2163119" y="1061140"/>
                  </a:cubicBezTo>
                  <a:cubicBezTo>
                    <a:pt x="2140811" y="1082405"/>
                    <a:pt x="2116959" y="1105204"/>
                    <a:pt x="2071970" y="1107971"/>
                  </a:cubicBezTo>
                  <a:lnTo>
                    <a:pt x="2062687" y="1108251"/>
                  </a:lnTo>
                  <a:lnTo>
                    <a:pt x="2053502" y="1107971"/>
                  </a:lnTo>
                  <a:cubicBezTo>
                    <a:pt x="2008993" y="1105204"/>
                    <a:pt x="1985187" y="1082405"/>
                    <a:pt x="1963418" y="1061140"/>
                  </a:cubicBezTo>
                  <a:cubicBezTo>
                    <a:pt x="1943099" y="1041292"/>
                    <a:pt x="1924106" y="1023671"/>
                    <a:pt x="1890508" y="1019576"/>
                  </a:cubicBezTo>
                  <a:lnTo>
                    <a:pt x="1875171" y="1018682"/>
                  </a:lnTo>
                  <a:lnTo>
                    <a:pt x="1860044" y="1019576"/>
                  </a:lnTo>
                  <a:cubicBezTo>
                    <a:pt x="1826946" y="1023671"/>
                    <a:pt x="1808405" y="1041292"/>
                    <a:pt x="1788085" y="1061140"/>
                  </a:cubicBezTo>
                  <a:cubicBezTo>
                    <a:pt x="1765780" y="1082405"/>
                    <a:pt x="1741925" y="1105204"/>
                    <a:pt x="1696936" y="1107971"/>
                  </a:cubicBezTo>
                  <a:lnTo>
                    <a:pt x="1687656" y="1108251"/>
                  </a:lnTo>
                  <a:lnTo>
                    <a:pt x="1678456" y="1107971"/>
                  </a:lnTo>
                  <a:cubicBezTo>
                    <a:pt x="1633891" y="1105204"/>
                    <a:pt x="1610048" y="1082405"/>
                    <a:pt x="1588259" y="1061140"/>
                  </a:cubicBezTo>
                  <a:cubicBezTo>
                    <a:pt x="1567905" y="1041292"/>
                    <a:pt x="1548904" y="1023671"/>
                    <a:pt x="1515254" y="1019576"/>
                  </a:cubicBezTo>
                  <a:lnTo>
                    <a:pt x="1499902" y="1018682"/>
                  </a:lnTo>
                  <a:lnTo>
                    <a:pt x="1484938" y="1019576"/>
                  </a:lnTo>
                  <a:cubicBezTo>
                    <a:pt x="1452117" y="1023671"/>
                    <a:pt x="1433131" y="1041292"/>
                    <a:pt x="1412811" y="1061140"/>
                  </a:cubicBezTo>
                  <a:cubicBezTo>
                    <a:pt x="1389009" y="1083823"/>
                    <a:pt x="1363465" y="1108251"/>
                    <a:pt x="1312377" y="1108251"/>
                  </a:cubicBezTo>
                  <a:cubicBezTo>
                    <a:pt x="1261869" y="1108251"/>
                    <a:pt x="1236325" y="1083823"/>
                    <a:pt x="1213103" y="1061140"/>
                  </a:cubicBezTo>
                  <a:cubicBezTo>
                    <a:pt x="1192784" y="1041292"/>
                    <a:pt x="1173800" y="1023671"/>
                    <a:pt x="1140203" y="1019576"/>
                  </a:cubicBezTo>
                  <a:lnTo>
                    <a:pt x="1124860" y="1018682"/>
                  </a:lnTo>
                  <a:lnTo>
                    <a:pt x="1109907" y="1019576"/>
                  </a:lnTo>
                  <a:cubicBezTo>
                    <a:pt x="1077083" y="1023671"/>
                    <a:pt x="1058099" y="1041292"/>
                    <a:pt x="1037780" y="1061140"/>
                  </a:cubicBezTo>
                  <a:cubicBezTo>
                    <a:pt x="1014563" y="1083823"/>
                    <a:pt x="988431" y="1108251"/>
                    <a:pt x="937343" y="1108251"/>
                  </a:cubicBezTo>
                  <a:cubicBezTo>
                    <a:pt x="887352" y="1108251"/>
                    <a:pt x="861195" y="1083823"/>
                    <a:pt x="837942" y="1061140"/>
                  </a:cubicBezTo>
                  <a:cubicBezTo>
                    <a:pt x="817603" y="1041292"/>
                    <a:pt x="798587" y="1023671"/>
                    <a:pt x="764952" y="1019576"/>
                  </a:cubicBezTo>
                  <a:lnTo>
                    <a:pt x="749586" y="1018682"/>
                  </a:lnTo>
                  <a:lnTo>
                    <a:pt x="734638" y="1019576"/>
                  </a:lnTo>
                  <a:cubicBezTo>
                    <a:pt x="701811" y="1023671"/>
                    <a:pt x="682831" y="1041292"/>
                    <a:pt x="662511" y="1061140"/>
                  </a:cubicBezTo>
                  <a:cubicBezTo>
                    <a:pt x="639282" y="1083823"/>
                    <a:pt x="613157" y="1108251"/>
                    <a:pt x="562069" y="1108251"/>
                  </a:cubicBezTo>
                  <a:cubicBezTo>
                    <a:pt x="512115" y="1108251"/>
                    <a:pt x="485977" y="1083823"/>
                    <a:pt x="462743" y="1061140"/>
                  </a:cubicBezTo>
                  <a:cubicBezTo>
                    <a:pt x="439508" y="1038457"/>
                    <a:pt x="418017" y="1018682"/>
                    <a:pt x="375034" y="1018682"/>
                  </a:cubicBezTo>
                  <a:cubicBezTo>
                    <a:pt x="332073" y="1018682"/>
                    <a:pt x="310593" y="1038457"/>
                    <a:pt x="287371" y="1061140"/>
                  </a:cubicBezTo>
                  <a:cubicBezTo>
                    <a:pt x="264149" y="1083823"/>
                    <a:pt x="238024" y="1108251"/>
                    <a:pt x="187517" y="1108251"/>
                  </a:cubicBezTo>
                  <a:cubicBezTo>
                    <a:pt x="137009" y="1108251"/>
                    <a:pt x="111465" y="1083823"/>
                    <a:pt x="87663" y="1061140"/>
                  </a:cubicBezTo>
                  <a:cubicBezTo>
                    <a:pt x="64441" y="1038457"/>
                    <a:pt x="42960" y="1018682"/>
                    <a:pt x="0" y="1018682"/>
                  </a:cubicBezTo>
                  <a:close/>
                  <a:moveTo>
                    <a:pt x="0" y="900273"/>
                  </a:moveTo>
                  <a:cubicBezTo>
                    <a:pt x="50507" y="900273"/>
                    <a:pt x="76632" y="924647"/>
                    <a:pt x="99855" y="947279"/>
                  </a:cubicBezTo>
                  <a:cubicBezTo>
                    <a:pt x="123076" y="969911"/>
                    <a:pt x="144556" y="989642"/>
                    <a:pt x="187517" y="989642"/>
                  </a:cubicBezTo>
                  <a:cubicBezTo>
                    <a:pt x="230477" y="989642"/>
                    <a:pt x="251957" y="969911"/>
                    <a:pt x="275179" y="947279"/>
                  </a:cubicBezTo>
                  <a:cubicBezTo>
                    <a:pt x="298982" y="924647"/>
                    <a:pt x="324526" y="900273"/>
                    <a:pt x="375034" y="900273"/>
                  </a:cubicBezTo>
                  <a:cubicBezTo>
                    <a:pt x="425568" y="900273"/>
                    <a:pt x="451706" y="924647"/>
                    <a:pt x="474941" y="947279"/>
                  </a:cubicBezTo>
                  <a:cubicBezTo>
                    <a:pt x="498175" y="969911"/>
                    <a:pt x="519667" y="989642"/>
                    <a:pt x="562069" y="989642"/>
                  </a:cubicBezTo>
                  <a:cubicBezTo>
                    <a:pt x="605610" y="989642"/>
                    <a:pt x="627090" y="969911"/>
                    <a:pt x="650315" y="947279"/>
                  </a:cubicBezTo>
                  <a:cubicBezTo>
                    <a:pt x="672083" y="926061"/>
                    <a:pt x="696405" y="903313"/>
                    <a:pt x="740506" y="900552"/>
                  </a:cubicBezTo>
                  <a:lnTo>
                    <a:pt x="749586" y="900273"/>
                  </a:lnTo>
                  <a:lnTo>
                    <a:pt x="758889" y="900552"/>
                  </a:lnTo>
                  <a:cubicBezTo>
                    <a:pt x="803998" y="903313"/>
                    <a:pt x="828351" y="926061"/>
                    <a:pt x="850154" y="947279"/>
                  </a:cubicBezTo>
                  <a:cubicBezTo>
                    <a:pt x="873408" y="969911"/>
                    <a:pt x="894909" y="989642"/>
                    <a:pt x="937343" y="989642"/>
                  </a:cubicBezTo>
                  <a:cubicBezTo>
                    <a:pt x="980892" y="989642"/>
                    <a:pt x="1002368" y="969911"/>
                    <a:pt x="1025586" y="947279"/>
                  </a:cubicBezTo>
                  <a:cubicBezTo>
                    <a:pt x="1047357" y="926061"/>
                    <a:pt x="1071175" y="903313"/>
                    <a:pt x="1115684" y="900552"/>
                  </a:cubicBezTo>
                  <a:lnTo>
                    <a:pt x="1124860" y="900273"/>
                  </a:lnTo>
                  <a:lnTo>
                    <a:pt x="1134151" y="900552"/>
                  </a:lnTo>
                  <a:cubicBezTo>
                    <a:pt x="1179136" y="903313"/>
                    <a:pt x="1202980" y="926061"/>
                    <a:pt x="1225295" y="947279"/>
                  </a:cubicBezTo>
                  <a:cubicBezTo>
                    <a:pt x="1248517" y="969911"/>
                    <a:pt x="1270006" y="989642"/>
                    <a:pt x="1312377" y="989642"/>
                  </a:cubicBezTo>
                  <a:cubicBezTo>
                    <a:pt x="1355923" y="989642"/>
                    <a:pt x="1377398" y="969911"/>
                    <a:pt x="1400620" y="947279"/>
                  </a:cubicBezTo>
                  <a:cubicBezTo>
                    <a:pt x="1422391" y="926061"/>
                    <a:pt x="1446206" y="903313"/>
                    <a:pt x="1490715" y="900552"/>
                  </a:cubicBezTo>
                  <a:lnTo>
                    <a:pt x="1499902" y="900273"/>
                  </a:lnTo>
                  <a:lnTo>
                    <a:pt x="1509200" y="900552"/>
                  </a:lnTo>
                  <a:cubicBezTo>
                    <a:pt x="1554240" y="903313"/>
                    <a:pt x="1578118" y="926061"/>
                    <a:pt x="1600457" y="947279"/>
                  </a:cubicBezTo>
                  <a:cubicBezTo>
                    <a:pt x="1620811" y="967082"/>
                    <a:pt x="1639813" y="984664"/>
                    <a:pt x="1672675" y="988750"/>
                  </a:cubicBezTo>
                  <a:lnTo>
                    <a:pt x="1687656" y="989642"/>
                  </a:lnTo>
                  <a:lnTo>
                    <a:pt x="1702991" y="988750"/>
                  </a:lnTo>
                  <a:cubicBezTo>
                    <a:pt x="1736589" y="984664"/>
                    <a:pt x="1755583" y="967082"/>
                    <a:pt x="1775902" y="947279"/>
                  </a:cubicBezTo>
                  <a:cubicBezTo>
                    <a:pt x="1797671" y="926061"/>
                    <a:pt x="1821477" y="903313"/>
                    <a:pt x="1865985" y="900552"/>
                  </a:cubicBezTo>
                  <a:lnTo>
                    <a:pt x="1875171" y="900273"/>
                  </a:lnTo>
                  <a:lnTo>
                    <a:pt x="1884453" y="900552"/>
                  </a:lnTo>
                  <a:cubicBezTo>
                    <a:pt x="1929442" y="903313"/>
                    <a:pt x="1953295" y="926061"/>
                    <a:pt x="1975602" y="947279"/>
                  </a:cubicBezTo>
                  <a:cubicBezTo>
                    <a:pt x="1995922" y="967082"/>
                    <a:pt x="2014463" y="984664"/>
                    <a:pt x="2047561" y="988750"/>
                  </a:cubicBezTo>
                  <a:lnTo>
                    <a:pt x="2062687" y="989642"/>
                  </a:lnTo>
                  <a:lnTo>
                    <a:pt x="2078025" y="988750"/>
                  </a:lnTo>
                  <a:cubicBezTo>
                    <a:pt x="2111623" y="984664"/>
                    <a:pt x="2130614" y="967082"/>
                    <a:pt x="2150933" y="947279"/>
                  </a:cubicBezTo>
                  <a:cubicBezTo>
                    <a:pt x="2172701" y="926061"/>
                    <a:pt x="2196510" y="903313"/>
                    <a:pt x="2241019" y="900552"/>
                  </a:cubicBezTo>
                  <a:lnTo>
                    <a:pt x="2250202" y="900273"/>
                  </a:lnTo>
                  <a:lnTo>
                    <a:pt x="2259500" y="900552"/>
                  </a:lnTo>
                  <a:cubicBezTo>
                    <a:pt x="2304545" y="903313"/>
                    <a:pt x="2328421" y="926061"/>
                    <a:pt x="2350772" y="947279"/>
                  </a:cubicBezTo>
                  <a:cubicBezTo>
                    <a:pt x="2371110" y="967082"/>
                    <a:pt x="2389675" y="984664"/>
                    <a:pt x="2422815" y="988750"/>
                  </a:cubicBezTo>
                  <a:lnTo>
                    <a:pt x="2437959" y="989642"/>
                  </a:lnTo>
                  <a:lnTo>
                    <a:pt x="2453275" y="988750"/>
                  </a:lnTo>
                  <a:cubicBezTo>
                    <a:pt x="2486774" y="984664"/>
                    <a:pt x="2505375" y="967082"/>
                    <a:pt x="2526203" y="947279"/>
                  </a:cubicBezTo>
                  <a:cubicBezTo>
                    <a:pt x="2549424" y="924647"/>
                    <a:pt x="2574968" y="900273"/>
                    <a:pt x="2625475" y="900273"/>
                  </a:cubicBezTo>
                  <a:cubicBezTo>
                    <a:pt x="2676563" y="900273"/>
                    <a:pt x="2702109" y="924647"/>
                    <a:pt x="2725913" y="947279"/>
                  </a:cubicBezTo>
                  <a:cubicBezTo>
                    <a:pt x="2746233" y="967082"/>
                    <a:pt x="2764773" y="984664"/>
                    <a:pt x="2797875" y="988750"/>
                  </a:cubicBezTo>
                  <a:lnTo>
                    <a:pt x="2812992" y="989642"/>
                  </a:lnTo>
                  <a:lnTo>
                    <a:pt x="2828318" y="988750"/>
                  </a:lnTo>
                  <a:cubicBezTo>
                    <a:pt x="2861804" y="984664"/>
                    <a:pt x="2880408" y="967082"/>
                    <a:pt x="2901235" y="947279"/>
                  </a:cubicBezTo>
                  <a:cubicBezTo>
                    <a:pt x="2912200" y="936670"/>
                    <a:pt x="2923635" y="925679"/>
                    <a:pt x="2937893" y="916994"/>
                  </a:cubicBezTo>
                  <a:lnTo>
                    <a:pt x="2957425" y="907999"/>
                  </a:lnTo>
                  <a:lnTo>
                    <a:pt x="2957425" y="929386"/>
                  </a:lnTo>
                  <a:lnTo>
                    <a:pt x="2944754" y="933997"/>
                  </a:lnTo>
                  <a:cubicBezTo>
                    <a:pt x="2933421" y="941378"/>
                    <a:pt x="2923667" y="950725"/>
                    <a:pt x="2913429" y="960626"/>
                  </a:cubicBezTo>
                  <a:cubicBezTo>
                    <a:pt x="2891112" y="981844"/>
                    <a:pt x="2867269" y="1004592"/>
                    <a:pt x="2822285" y="1007353"/>
                  </a:cubicBezTo>
                  <a:lnTo>
                    <a:pt x="2812992" y="1007632"/>
                  </a:lnTo>
                  <a:lnTo>
                    <a:pt x="2803817" y="1007346"/>
                  </a:lnTo>
                  <a:cubicBezTo>
                    <a:pt x="2759309" y="1004524"/>
                    <a:pt x="2735489" y="981300"/>
                    <a:pt x="2713719" y="960626"/>
                  </a:cubicBezTo>
                  <a:cubicBezTo>
                    <a:pt x="2689916" y="937994"/>
                    <a:pt x="2669016" y="918263"/>
                    <a:pt x="2625475" y="918263"/>
                  </a:cubicBezTo>
                  <a:cubicBezTo>
                    <a:pt x="2582521" y="918263"/>
                    <a:pt x="2561615" y="937994"/>
                    <a:pt x="2538398" y="960626"/>
                  </a:cubicBezTo>
                  <a:cubicBezTo>
                    <a:pt x="2516079" y="981844"/>
                    <a:pt x="2492239" y="1004592"/>
                    <a:pt x="2447253" y="1007353"/>
                  </a:cubicBezTo>
                  <a:lnTo>
                    <a:pt x="2437959" y="1007632"/>
                  </a:lnTo>
                  <a:lnTo>
                    <a:pt x="2428768" y="1007346"/>
                  </a:lnTo>
                  <a:cubicBezTo>
                    <a:pt x="2384205" y="1004524"/>
                    <a:pt x="2360364" y="981300"/>
                    <a:pt x="2338559" y="960626"/>
                  </a:cubicBezTo>
                  <a:cubicBezTo>
                    <a:pt x="2318221" y="940823"/>
                    <a:pt x="2299203" y="923241"/>
                    <a:pt x="2265570" y="919155"/>
                  </a:cubicBezTo>
                  <a:lnTo>
                    <a:pt x="2250202" y="918263"/>
                  </a:lnTo>
                  <a:lnTo>
                    <a:pt x="2235078" y="919155"/>
                  </a:lnTo>
                  <a:cubicBezTo>
                    <a:pt x="2201989" y="923241"/>
                    <a:pt x="2183438" y="940823"/>
                    <a:pt x="2163119" y="960626"/>
                  </a:cubicBezTo>
                  <a:cubicBezTo>
                    <a:pt x="2140811" y="981844"/>
                    <a:pt x="2116959" y="1004592"/>
                    <a:pt x="2071970" y="1007353"/>
                  </a:cubicBezTo>
                  <a:lnTo>
                    <a:pt x="2062687" y="1007632"/>
                  </a:lnTo>
                  <a:lnTo>
                    <a:pt x="2053502" y="1007346"/>
                  </a:lnTo>
                  <a:cubicBezTo>
                    <a:pt x="2008993" y="1004524"/>
                    <a:pt x="1985187" y="981300"/>
                    <a:pt x="1963418" y="960626"/>
                  </a:cubicBezTo>
                  <a:cubicBezTo>
                    <a:pt x="1943099" y="940823"/>
                    <a:pt x="1924106" y="923241"/>
                    <a:pt x="1890508" y="919155"/>
                  </a:cubicBezTo>
                  <a:lnTo>
                    <a:pt x="1875171" y="918263"/>
                  </a:lnTo>
                  <a:lnTo>
                    <a:pt x="1860044" y="919155"/>
                  </a:lnTo>
                  <a:cubicBezTo>
                    <a:pt x="1826946" y="923241"/>
                    <a:pt x="1808405" y="940823"/>
                    <a:pt x="1788085" y="960626"/>
                  </a:cubicBezTo>
                  <a:cubicBezTo>
                    <a:pt x="1765780" y="981844"/>
                    <a:pt x="1741925" y="1004592"/>
                    <a:pt x="1696936" y="1007353"/>
                  </a:cubicBezTo>
                  <a:lnTo>
                    <a:pt x="1687656" y="1007632"/>
                  </a:lnTo>
                  <a:lnTo>
                    <a:pt x="1678456" y="1007346"/>
                  </a:lnTo>
                  <a:cubicBezTo>
                    <a:pt x="1633891" y="1004524"/>
                    <a:pt x="1610048" y="981300"/>
                    <a:pt x="1588259" y="960626"/>
                  </a:cubicBezTo>
                  <a:cubicBezTo>
                    <a:pt x="1567905" y="940823"/>
                    <a:pt x="1548904" y="923241"/>
                    <a:pt x="1515254" y="919155"/>
                  </a:cubicBezTo>
                  <a:lnTo>
                    <a:pt x="1499902" y="918263"/>
                  </a:lnTo>
                  <a:lnTo>
                    <a:pt x="1484938" y="919155"/>
                  </a:lnTo>
                  <a:cubicBezTo>
                    <a:pt x="1452117" y="923241"/>
                    <a:pt x="1433131" y="940823"/>
                    <a:pt x="1412811" y="960626"/>
                  </a:cubicBezTo>
                  <a:cubicBezTo>
                    <a:pt x="1389009" y="983259"/>
                    <a:pt x="1363465" y="1007632"/>
                    <a:pt x="1312377" y="1007632"/>
                  </a:cubicBezTo>
                  <a:cubicBezTo>
                    <a:pt x="1261869" y="1007632"/>
                    <a:pt x="1236325" y="982678"/>
                    <a:pt x="1213103" y="960626"/>
                  </a:cubicBezTo>
                  <a:cubicBezTo>
                    <a:pt x="1192784" y="940823"/>
                    <a:pt x="1173800" y="923241"/>
                    <a:pt x="1140203" y="919155"/>
                  </a:cubicBezTo>
                  <a:lnTo>
                    <a:pt x="1124860" y="918263"/>
                  </a:lnTo>
                  <a:lnTo>
                    <a:pt x="1109907" y="919155"/>
                  </a:lnTo>
                  <a:cubicBezTo>
                    <a:pt x="1077083" y="923241"/>
                    <a:pt x="1058099" y="940823"/>
                    <a:pt x="1037780" y="960626"/>
                  </a:cubicBezTo>
                  <a:cubicBezTo>
                    <a:pt x="1014563" y="983259"/>
                    <a:pt x="988431" y="1007632"/>
                    <a:pt x="937343" y="1007632"/>
                  </a:cubicBezTo>
                  <a:cubicBezTo>
                    <a:pt x="887352" y="1007632"/>
                    <a:pt x="861195" y="982678"/>
                    <a:pt x="837942" y="960626"/>
                  </a:cubicBezTo>
                  <a:cubicBezTo>
                    <a:pt x="817603" y="940823"/>
                    <a:pt x="798587" y="923241"/>
                    <a:pt x="764952" y="919155"/>
                  </a:cubicBezTo>
                  <a:lnTo>
                    <a:pt x="749586" y="918263"/>
                  </a:lnTo>
                  <a:lnTo>
                    <a:pt x="734638" y="919155"/>
                  </a:lnTo>
                  <a:cubicBezTo>
                    <a:pt x="701811" y="923241"/>
                    <a:pt x="682831" y="940823"/>
                    <a:pt x="662511" y="960626"/>
                  </a:cubicBezTo>
                  <a:cubicBezTo>
                    <a:pt x="639282" y="983259"/>
                    <a:pt x="613157" y="1007632"/>
                    <a:pt x="562069" y="1007632"/>
                  </a:cubicBezTo>
                  <a:cubicBezTo>
                    <a:pt x="512115" y="1007632"/>
                    <a:pt x="485977" y="982678"/>
                    <a:pt x="462743" y="960626"/>
                  </a:cubicBezTo>
                  <a:cubicBezTo>
                    <a:pt x="439508" y="937994"/>
                    <a:pt x="418017" y="918263"/>
                    <a:pt x="375034" y="918263"/>
                  </a:cubicBezTo>
                  <a:cubicBezTo>
                    <a:pt x="332073" y="918263"/>
                    <a:pt x="310593" y="937994"/>
                    <a:pt x="287371" y="960626"/>
                  </a:cubicBezTo>
                  <a:cubicBezTo>
                    <a:pt x="264149" y="983259"/>
                    <a:pt x="238024" y="1007632"/>
                    <a:pt x="187517" y="1007632"/>
                  </a:cubicBezTo>
                  <a:cubicBezTo>
                    <a:pt x="137009" y="1007632"/>
                    <a:pt x="111465" y="982678"/>
                    <a:pt x="87663" y="960626"/>
                  </a:cubicBezTo>
                  <a:cubicBezTo>
                    <a:pt x="64441" y="937994"/>
                    <a:pt x="42960" y="918263"/>
                    <a:pt x="0" y="918263"/>
                  </a:cubicBezTo>
                  <a:close/>
                  <a:moveTo>
                    <a:pt x="0" y="800136"/>
                  </a:moveTo>
                  <a:cubicBezTo>
                    <a:pt x="50507" y="800136"/>
                    <a:pt x="76632" y="825122"/>
                    <a:pt x="99855" y="847785"/>
                  </a:cubicBezTo>
                  <a:cubicBezTo>
                    <a:pt x="123076" y="869866"/>
                    <a:pt x="144556" y="890203"/>
                    <a:pt x="187517" y="890203"/>
                  </a:cubicBezTo>
                  <a:cubicBezTo>
                    <a:pt x="230477" y="890203"/>
                    <a:pt x="251957" y="869866"/>
                    <a:pt x="275179" y="847785"/>
                  </a:cubicBezTo>
                  <a:cubicBezTo>
                    <a:pt x="298982" y="825122"/>
                    <a:pt x="324526" y="800136"/>
                    <a:pt x="375034" y="800136"/>
                  </a:cubicBezTo>
                  <a:cubicBezTo>
                    <a:pt x="425568" y="800136"/>
                    <a:pt x="451706" y="825122"/>
                    <a:pt x="474941" y="847785"/>
                  </a:cubicBezTo>
                  <a:cubicBezTo>
                    <a:pt x="498175" y="869866"/>
                    <a:pt x="519667" y="890203"/>
                    <a:pt x="562069" y="890203"/>
                  </a:cubicBezTo>
                  <a:cubicBezTo>
                    <a:pt x="605610" y="890203"/>
                    <a:pt x="627090" y="869866"/>
                    <a:pt x="650315" y="847785"/>
                  </a:cubicBezTo>
                  <a:cubicBezTo>
                    <a:pt x="672083" y="826539"/>
                    <a:pt x="696405" y="803250"/>
                    <a:pt x="740506" y="800422"/>
                  </a:cubicBezTo>
                  <a:lnTo>
                    <a:pt x="749586" y="800136"/>
                  </a:lnTo>
                  <a:lnTo>
                    <a:pt x="758889" y="800422"/>
                  </a:lnTo>
                  <a:cubicBezTo>
                    <a:pt x="803998" y="803250"/>
                    <a:pt x="828351" y="826539"/>
                    <a:pt x="850154" y="847785"/>
                  </a:cubicBezTo>
                  <a:cubicBezTo>
                    <a:pt x="873408" y="869866"/>
                    <a:pt x="894909" y="890203"/>
                    <a:pt x="937343" y="890203"/>
                  </a:cubicBezTo>
                  <a:cubicBezTo>
                    <a:pt x="980892" y="890203"/>
                    <a:pt x="1002368" y="869866"/>
                    <a:pt x="1025586" y="847785"/>
                  </a:cubicBezTo>
                  <a:cubicBezTo>
                    <a:pt x="1047357" y="826539"/>
                    <a:pt x="1071175" y="803250"/>
                    <a:pt x="1115684" y="800422"/>
                  </a:cubicBezTo>
                  <a:lnTo>
                    <a:pt x="1124860" y="800136"/>
                  </a:lnTo>
                  <a:lnTo>
                    <a:pt x="1134151" y="800422"/>
                  </a:lnTo>
                  <a:cubicBezTo>
                    <a:pt x="1179136" y="803250"/>
                    <a:pt x="1202980" y="826539"/>
                    <a:pt x="1225295" y="847785"/>
                  </a:cubicBezTo>
                  <a:cubicBezTo>
                    <a:pt x="1248517" y="869866"/>
                    <a:pt x="1270006" y="890203"/>
                    <a:pt x="1312377" y="890203"/>
                  </a:cubicBezTo>
                  <a:cubicBezTo>
                    <a:pt x="1355923" y="890203"/>
                    <a:pt x="1377398" y="869866"/>
                    <a:pt x="1400620" y="847785"/>
                  </a:cubicBezTo>
                  <a:cubicBezTo>
                    <a:pt x="1422391" y="826539"/>
                    <a:pt x="1446206" y="803250"/>
                    <a:pt x="1490715" y="800422"/>
                  </a:cubicBezTo>
                  <a:lnTo>
                    <a:pt x="1499902" y="800136"/>
                  </a:lnTo>
                  <a:lnTo>
                    <a:pt x="1509200" y="800422"/>
                  </a:lnTo>
                  <a:cubicBezTo>
                    <a:pt x="1554240" y="803250"/>
                    <a:pt x="1578118" y="826539"/>
                    <a:pt x="1600457" y="847785"/>
                  </a:cubicBezTo>
                  <a:cubicBezTo>
                    <a:pt x="1620811" y="867105"/>
                    <a:pt x="1639813" y="885092"/>
                    <a:pt x="1672675" y="889286"/>
                  </a:cubicBezTo>
                  <a:lnTo>
                    <a:pt x="1687656" y="890203"/>
                  </a:lnTo>
                  <a:lnTo>
                    <a:pt x="1702991" y="889286"/>
                  </a:lnTo>
                  <a:cubicBezTo>
                    <a:pt x="1736589" y="885092"/>
                    <a:pt x="1755583" y="867105"/>
                    <a:pt x="1775902" y="847785"/>
                  </a:cubicBezTo>
                  <a:cubicBezTo>
                    <a:pt x="1797671" y="826539"/>
                    <a:pt x="1821477" y="803250"/>
                    <a:pt x="1865985" y="800422"/>
                  </a:cubicBezTo>
                  <a:lnTo>
                    <a:pt x="1875171" y="800136"/>
                  </a:lnTo>
                  <a:lnTo>
                    <a:pt x="1884453" y="800422"/>
                  </a:lnTo>
                  <a:cubicBezTo>
                    <a:pt x="1929442" y="803250"/>
                    <a:pt x="1953295" y="826539"/>
                    <a:pt x="1975602" y="847785"/>
                  </a:cubicBezTo>
                  <a:cubicBezTo>
                    <a:pt x="1995922" y="867105"/>
                    <a:pt x="2014463" y="885092"/>
                    <a:pt x="2047561" y="889286"/>
                  </a:cubicBezTo>
                  <a:lnTo>
                    <a:pt x="2062687" y="890203"/>
                  </a:lnTo>
                  <a:lnTo>
                    <a:pt x="2078025" y="889286"/>
                  </a:lnTo>
                  <a:cubicBezTo>
                    <a:pt x="2111623" y="885092"/>
                    <a:pt x="2130614" y="867105"/>
                    <a:pt x="2150933" y="847785"/>
                  </a:cubicBezTo>
                  <a:cubicBezTo>
                    <a:pt x="2172701" y="826539"/>
                    <a:pt x="2196510" y="803250"/>
                    <a:pt x="2241019" y="800422"/>
                  </a:cubicBezTo>
                  <a:lnTo>
                    <a:pt x="2250202" y="800136"/>
                  </a:lnTo>
                  <a:lnTo>
                    <a:pt x="2259500" y="800422"/>
                  </a:lnTo>
                  <a:cubicBezTo>
                    <a:pt x="2304545" y="803250"/>
                    <a:pt x="2328421" y="826539"/>
                    <a:pt x="2350772" y="847785"/>
                  </a:cubicBezTo>
                  <a:cubicBezTo>
                    <a:pt x="2371110" y="867105"/>
                    <a:pt x="2389675" y="885092"/>
                    <a:pt x="2422815" y="889286"/>
                  </a:cubicBezTo>
                  <a:lnTo>
                    <a:pt x="2437959" y="890203"/>
                  </a:lnTo>
                  <a:lnTo>
                    <a:pt x="2453275" y="889286"/>
                  </a:lnTo>
                  <a:cubicBezTo>
                    <a:pt x="2486774" y="885092"/>
                    <a:pt x="2505375" y="867105"/>
                    <a:pt x="2526203" y="847785"/>
                  </a:cubicBezTo>
                  <a:cubicBezTo>
                    <a:pt x="2549424" y="825122"/>
                    <a:pt x="2574968" y="800136"/>
                    <a:pt x="2625475" y="800136"/>
                  </a:cubicBezTo>
                  <a:cubicBezTo>
                    <a:pt x="2676563" y="800136"/>
                    <a:pt x="2702109" y="825122"/>
                    <a:pt x="2725913" y="847785"/>
                  </a:cubicBezTo>
                  <a:cubicBezTo>
                    <a:pt x="2746233" y="867105"/>
                    <a:pt x="2764773" y="885092"/>
                    <a:pt x="2797875" y="889286"/>
                  </a:cubicBezTo>
                  <a:lnTo>
                    <a:pt x="2812992" y="890203"/>
                  </a:lnTo>
                  <a:lnTo>
                    <a:pt x="2828318" y="889286"/>
                  </a:lnTo>
                  <a:cubicBezTo>
                    <a:pt x="2861804" y="885092"/>
                    <a:pt x="2880408" y="867105"/>
                    <a:pt x="2901235" y="847785"/>
                  </a:cubicBezTo>
                  <a:cubicBezTo>
                    <a:pt x="2912197" y="837162"/>
                    <a:pt x="2923631" y="826028"/>
                    <a:pt x="2937888" y="817197"/>
                  </a:cubicBezTo>
                  <a:lnTo>
                    <a:pt x="2957425" y="808027"/>
                  </a:lnTo>
                  <a:lnTo>
                    <a:pt x="2957425" y="829459"/>
                  </a:lnTo>
                  <a:lnTo>
                    <a:pt x="2944748" y="834145"/>
                  </a:lnTo>
                  <a:cubicBezTo>
                    <a:pt x="2933417" y="841581"/>
                    <a:pt x="2923664" y="850908"/>
                    <a:pt x="2913429" y="860568"/>
                  </a:cubicBezTo>
                  <a:cubicBezTo>
                    <a:pt x="2891112" y="881814"/>
                    <a:pt x="2867269" y="905103"/>
                    <a:pt x="2822285" y="907931"/>
                  </a:cubicBezTo>
                  <a:lnTo>
                    <a:pt x="2812992" y="908217"/>
                  </a:lnTo>
                  <a:lnTo>
                    <a:pt x="2803817" y="907931"/>
                  </a:lnTo>
                  <a:cubicBezTo>
                    <a:pt x="2759309" y="905103"/>
                    <a:pt x="2735489" y="881814"/>
                    <a:pt x="2713719" y="860568"/>
                  </a:cubicBezTo>
                  <a:cubicBezTo>
                    <a:pt x="2689916" y="838487"/>
                    <a:pt x="2669016" y="818149"/>
                    <a:pt x="2625475" y="818149"/>
                  </a:cubicBezTo>
                  <a:cubicBezTo>
                    <a:pt x="2582521" y="818149"/>
                    <a:pt x="2561615" y="838487"/>
                    <a:pt x="2538398" y="860568"/>
                  </a:cubicBezTo>
                  <a:cubicBezTo>
                    <a:pt x="2516079" y="881814"/>
                    <a:pt x="2492239" y="905103"/>
                    <a:pt x="2447253" y="907931"/>
                  </a:cubicBezTo>
                  <a:lnTo>
                    <a:pt x="2437959" y="908217"/>
                  </a:lnTo>
                  <a:lnTo>
                    <a:pt x="2428768" y="907931"/>
                  </a:lnTo>
                  <a:cubicBezTo>
                    <a:pt x="2384205" y="905103"/>
                    <a:pt x="2360364" y="881814"/>
                    <a:pt x="2338559" y="860568"/>
                  </a:cubicBezTo>
                  <a:cubicBezTo>
                    <a:pt x="2318221" y="841247"/>
                    <a:pt x="2299203" y="823261"/>
                    <a:pt x="2265570" y="819066"/>
                  </a:cubicBezTo>
                  <a:lnTo>
                    <a:pt x="2250202" y="818149"/>
                  </a:lnTo>
                  <a:lnTo>
                    <a:pt x="2235078" y="819066"/>
                  </a:lnTo>
                  <a:cubicBezTo>
                    <a:pt x="2201989" y="823261"/>
                    <a:pt x="2183438" y="841247"/>
                    <a:pt x="2163119" y="860568"/>
                  </a:cubicBezTo>
                  <a:cubicBezTo>
                    <a:pt x="2140811" y="881814"/>
                    <a:pt x="2116959" y="905103"/>
                    <a:pt x="2071970" y="907931"/>
                  </a:cubicBezTo>
                  <a:lnTo>
                    <a:pt x="2062687" y="908217"/>
                  </a:lnTo>
                  <a:lnTo>
                    <a:pt x="2053502" y="907931"/>
                  </a:lnTo>
                  <a:cubicBezTo>
                    <a:pt x="2008993" y="905103"/>
                    <a:pt x="1985187" y="881814"/>
                    <a:pt x="1963418" y="860568"/>
                  </a:cubicBezTo>
                  <a:cubicBezTo>
                    <a:pt x="1943099" y="841247"/>
                    <a:pt x="1924106" y="823261"/>
                    <a:pt x="1890508" y="819066"/>
                  </a:cubicBezTo>
                  <a:lnTo>
                    <a:pt x="1875171" y="818149"/>
                  </a:lnTo>
                  <a:lnTo>
                    <a:pt x="1860044" y="819066"/>
                  </a:lnTo>
                  <a:cubicBezTo>
                    <a:pt x="1826946" y="823261"/>
                    <a:pt x="1808405" y="841247"/>
                    <a:pt x="1788085" y="860568"/>
                  </a:cubicBezTo>
                  <a:cubicBezTo>
                    <a:pt x="1765780" y="881814"/>
                    <a:pt x="1741925" y="905103"/>
                    <a:pt x="1696936" y="907931"/>
                  </a:cubicBezTo>
                  <a:lnTo>
                    <a:pt x="1687656" y="908217"/>
                  </a:lnTo>
                  <a:lnTo>
                    <a:pt x="1678456" y="907931"/>
                  </a:lnTo>
                  <a:cubicBezTo>
                    <a:pt x="1633891" y="905103"/>
                    <a:pt x="1610048" y="881814"/>
                    <a:pt x="1588259" y="860568"/>
                  </a:cubicBezTo>
                  <a:cubicBezTo>
                    <a:pt x="1567905" y="841247"/>
                    <a:pt x="1548904" y="823261"/>
                    <a:pt x="1515254" y="819066"/>
                  </a:cubicBezTo>
                  <a:lnTo>
                    <a:pt x="1499902" y="818149"/>
                  </a:lnTo>
                  <a:lnTo>
                    <a:pt x="1484938" y="819066"/>
                  </a:lnTo>
                  <a:cubicBezTo>
                    <a:pt x="1452117" y="823261"/>
                    <a:pt x="1433131" y="841247"/>
                    <a:pt x="1412811" y="860568"/>
                  </a:cubicBezTo>
                  <a:cubicBezTo>
                    <a:pt x="1389009" y="883230"/>
                    <a:pt x="1363465" y="908217"/>
                    <a:pt x="1312377" y="908217"/>
                  </a:cubicBezTo>
                  <a:cubicBezTo>
                    <a:pt x="1261869" y="908217"/>
                    <a:pt x="1236325" y="883230"/>
                    <a:pt x="1213103" y="860568"/>
                  </a:cubicBezTo>
                  <a:cubicBezTo>
                    <a:pt x="1192784" y="841247"/>
                    <a:pt x="1173800" y="823261"/>
                    <a:pt x="1140203" y="819066"/>
                  </a:cubicBezTo>
                  <a:lnTo>
                    <a:pt x="1124860" y="818149"/>
                  </a:lnTo>
                  <a:lnTo>
                    <a:pt x="1109907" y="819066"/>
                  </a:lnTo>
                  <a:cubicBezTo>
                    <a:pt x="1077083" y="823261"/>
                    <a:pt x="1058099" y="841247"/>
                    <a:pt x="1037780" y="860568"/>
                  </a:cubicBezTo>
                  <a:cubicBezTo>
                    <a:pt x="1014563" y="883230"/>
                    <a:pt x="988431" y="908217"/>
                    <a:pt x="937343" y="908217"/>
                  </a:cubicBezTo>
                  <a:cubicBezTo>
                    <a:pt x="887352" y="908217"/>
                    <a:pt x="861195" y="883230"/>
                    <a:pt x="837942" y="860568"/>
                  </a:cubicBezTo>
                  <a:cubicBezTo>
                    <a:pt x="817603" y="841247"/>
                    <a:pt x="798587" y="823261"/>
                    <a:pt x="764952" y="819066"/>
                  </a:cubicBezTo>
                  <a:lnTo>
                    <a:pt x="749586" y="818149"/>
                  </a:lnTo>
                  <a:lnTo>
                    <a:pt x="734638" y="819066"/>
                  </a:lnTo>
                  <a:cubicBezTo>
                    <a:pt x="701811" y="823261"/>
                    <a:pt x="682831" y="841247"/>
                    <a:pt x="662511" y="860568"/>
                  </a:cubicBezTo>
                  <a:cubicBezTo>
                    <a:pt x="639282" y="883230"/>
                    <a:pt x="613157" y="908217"/>
                    <a:pt x="562069" y="908217"/>
                  </a:cubicBezTo>
                  <a:cubicBezTo>
                    <a:pt x="512115" y="908217"/>
                    <a:pt x="485977" y="883230"/>
                    <a:pt x="462743" y="860568"/>
                  </a:cubicBezTo>
                  <a:cubicBezTo>
                    <a:pt x="439508" y="838487"/>
                    <a:pt x="418017" y="818149"/>
                    <a:pt x="375034" y="818149"/>
                  </a:cubicBezTo>
                  <a:cubicBezTo>
                    <a:pt x="332073" y="818149"/>
                    <a:pt x="310593" y="838487"/>
                    <a:pt x="287371" y="860568"/>
                  </a:cubicBezTo>
                  <a:cubicBezTo>
                    <a:pt x="264149" y="883230"/>
                    <a:pt x="238024" y="908217"/>
                    <a:pt x="187517" y="908217"/>
                  </a:cubicBezTo>
                  <a:cubicBezTo>
                    <a:pt x="137009" y="908217"/>
                    <a:pt x="111465" y="883230"/>
                    <a:pt x="87663" y="860568"/>
                  </a:cubicBezTo>
                  <a:cubicBezTo>
                    <a:pt x="64441" y="838487"/>
                    <a:pt x="42960" y="818149"/>
                    <a:pt x="0" y="818149"/>
                  </a:cubicBezTo>
                  <a:close/>
                  <a:moveTo>
                    <a:pt x="0" y="700961"/>
                  </a:moveTo>
                  <a:cubicBezTo>
                    <a:pt x="50507" y="700961"/>
                    <a:pt x="76632" y="725335"/>
                    <a:pt x="99855" y="747967"/>
                  </a:cubicBezTo>
                  <a:cubicBezTo>
                    <a:pt x="123076" y="770600"/>
                    <a:pt x="144556" y="790330"/>
                    <a:pt x="187517" y="790330"/>
                  </a:cubicBezTo>
                  <a:cubicBezTo>
                    <a:pt x="230477" y="790330"/>
                    <a:pt x="251957" y="770600"/>
                    <a:pt x="275179" y="747967"/>
                  </a:cubicBezTo>
                  <a:cubicBezTo>
                    <a:pt x="298982" y="725335"/>
                    <a:pt x="324526" y="700961"/>
                    <a:pt x="375034" y="700961"/>
                  </a:cubicBezTo>
                  <a:cubicBezTo>
                    <a:pt x="425568" y="700961"/>
                    <a:pt x="451706" y="725335"/>
                    <a:pt x="474941" y="747967"/>
                  </a:cubicBezTo>
                  <a:cubicBezTo>
                    <a:pt x="498175" y="770600"/>
                    <a:pt x="519667" y="790330"/>
                    <a:pt x="562069" y="790330"/>
                  </a:cubicBezTo>
                  <a:cubicBezTo>
                    <a:pt x="605610" y="790330"/>
                    <a:pt x="627090" y="770600"/>
                    <a:pt x="650315" y="747967"/>
                  </a:cubicBezTo>
                  <a:cubicBezTo>
                    <a:pt x="672083" y="726749"/>
                    <a:pt x="696405" y="704001"/>
                    <a:pt x="740506" y="701241"/>
                  </a:cubicBezTo>
                  <a:lnTo>
                    <a:pt x="749586" y="700961"/>
                  </a:lnTo>
                  <a:lnTo>
                    <a:pt x="758889" y="701241"/>
                  </a:lnTo>
                  <a:cubicBezTo>
                    <a:pt x="803998" y="704001"/>
                    <a:pt x="828351" y="726749"/>
                    <a:pt x="850154" y="747967"/>
                  </a:cubicBezTo>
                  <a:cubicBezTo>
                    <a:pt x="873408" y="770600"/>
                    <a:pt x="894909" y="790330"/>
                    <a:pt x="937343" y="790330"/>
                  </a:cubicBezTo>
                  <a:cubicBezTo>
                    <a:pt x="980892" y="790330"/>
                    <a:pt x="1002368" y="770600"/>
                    <a:pt x="1025586" y="747967"/>
                  </a:cubicBezTo>
                  <a:cubicBezTo>
                    <a:pt x="1047357" y="726749"/>
                    <a:pt x="1071175" y="704001"/>
                    <a:pt x="1115684" y="701241"/>
                  </a:cubicBezTo>
                  <a:lnTo>
                    <a:pt x="1124860" y="700961"/>
                  </a:lnTo>
                  <a:lnTo>
                    <a:pt x="1134151" y="701241"/>
                  </a:lnTo>
                  <a:cubicBezTo>
                    <a:pt x="1179136" y="704001"/>
                    <a:pt x="1202980" y="726749"/>
                    <a:pt x="1225295" y="747967"/>
                  </a:cubicBezTo>
                  <a:cubicBezTo>
                    <a:pt x="1248517" y="770600"/>
                    <a:pt x="1270006" y="790330"/>
                    <a:pt x="1312377" y="790330"/>
                  </a:cubicBezTo>
                  <a:cubicBezTo>
                    <a:pt x="1355923" y="790330"/>
                    <a:pt x="1377398" y="770600"/>
                    <a:pt x="1400620" y="747967"/>
                  </a:cubicBezTo>
                  <a:cubicBezTo>
                    <a:pt x="1422391" y="726749"/>
                    <a:pt x="1446206" y="704001"/>
                    <a:pt x="1490715" y="701241"/>
                  </a:cubicBezTo>
                  <a:lnTo>
                    <a:pt x="1499902" y="700961"/>
                  </a:lnTo>
                  <a:lnTo>
                    <a:pt x="1509200" y="701241"/>
                  </a:lnTo>
                  <a:cubicBezTo>
                    <a:pt x="1554240" y="704001"/>
                    <a:pt x="1578118" y="726749"/>
                    <a:pt x="1600457" y="747967"/>
                  </a:cubicBezTo>
                  <a:cubicBezTo>
                    <a:pt x="1620811" y="767771"/>
                    <a:pt x="1639813" y="785352"/>
                    <a:pt x="1672675" y="789438"/>
                  </a:cubicBezTo>
                  <a:lnTo>
                    <a:pt x="1687656" y="790330"/>
                  </a:lnTo>
                  <a:lnTo>
                    <a:pt x="1702991" y="789438"/>
                  </a:lnTo>
                  <a:cubicBezTo>
                    <a:pt x="1736589" y="785352"/>
                    <a:pt x="1755583" y="767771"/>
                    <a:pt x="1775902" y="747967"/>
                  </a:cubicBezTo>
                  <a:cubicBezTo>
                    <a:pt x="1797671" y="726749"/>
                    <a:pt x="1821477" y="704001"/>
                    <a:pt x="1865985" y="701241"/>
                  </a:cubicBezTo>
                  <a:lnTo>
                    <a:pt x="1875171" y="700961"/>
                  </a:lnTo>
                  <a:lnTo>
                    <a:pt x="1884453" y="701241"/>
                  </a:lnTo>
                  <a:cubicBezTo>
                    <a:pt x="1929442" y="704001"/>
                    <a:pt x="1953295" y="726749"/>
                    <a:pt x="1975602" y="747967"/>
                  </a:cubicBezTo>
                  <a:cubicBezTo>
                    <a:pt x="1995922" y="767771"/>
                    <a:pt x="2014463" y="785352"/>
                    <a:pt x="2047561" y="789438"/>
                  </a:cubicBezTo>
                  <a:lnTo>
                    <a:pt x="2062687" y="790330"/>
                  </a:lnTo>
                  <a:lnTo>
                    <a:pt x="2078025" y="789438"/>
                  </a:lnTo>
                  <a:cubicBezTo>
                    <a:pt x="2111623" y="785352"/>
                    <a:pt x="2130614" y="767771"/>
                    <a:pt x="2150933" y="747967"/>
                  </a:cubicBezTo>
                  <a:cubicBezTo>
                    <a:pt x="2172701" y="726749"/>
                    <a:pt x="2196510" y="704001"/>
                    <a:pt x="2241019" y="701241"/>
                  </a:cubicBezTo>
                  <a:lnTo>
                    <a:pt x="2250202" y="700961"/>
                  </a:lnTo>
                  <a:lnTo>
                    <a:pt x="2259500" y="701241"/>
                  </a:lnTo>
                  <a:cubicBezTo>
                    <a:pt x="2304545" y="704001"/>
                    <a:pt x="2328421" y="726749"/>
                    <a:pt x="2350772" y="747967"/>
                  </a:cubicBezTo>
                  <a:cubicBezTo>
                    <a:pt x="2371110" y="767771"/>
                    <a:pt x="2389675" y="785352"/>
                    <a:pt x="2422815" y="789438"/>
                  </a:cubicBezTo>
                  <a:lnTo>
                    <a:pt x="2437959" y="790330"/>
                  </a:lnTo>
                  <a:lnTo>
                    <a:pt x="2453275" y="789438"/>
                  </a:lnTo>
                  <a:cubicBezTo>
                    <a:pt x="2486774" y="785352"/>
                    <a:pt x="2505375" y="767771"/>
                    <a:pt x="2526203" y="747967"/>
                  </a:cubicBezTo>
                  <a:cubicBezTo>
                    <a:pt x="2549424" y="725335"/>
                    <a:pt x="2574968" y="700961"/>
                    <a:pt x="2625475" y="700961"/>
                  </a:cubicBezTo>
                  <a:cubicBezTo>
                    <a:pt x="2676563" y="700961"/>
                    <a:pt x="2702109" y="725335"/>
                    <a:pt x="2725913" y="747967"/>
                  </a:cubicBezTo>
                  <a:cubicBezTo>
                    <a:pt x="2746233" y="767771"/>
                    <a:pt x="2764773" y="785352"/>
                    <a:pt x="2797875" y="789438"/>
                  </a:cubicBezTo>
                  <a:lnTo>
                    <a:pt x="2812992" y="790330"/>
                  </a:lnTo>
                  <a:lnTo>
                    <a:pt x="2828318" y="789438"/>
                  </a:lnTo>
                  <a:cubicBezTo>
                    <a:pt x="2861804" y="785352"/>
                    <a:pt x="2880408" y="767771"/>
                    <a:pt x="2901235" y="747967"/>
                  </a:cubicBezTo>
                  <a:cubicBezTo>
                    <a:pt x="2912194" y="737358"/>
                    <a:pt x="2923626" y="726367"/>
                    <a:pt x="2937883" y="717683"/>
                  </a:cubicBezTo>
                  <a:lnTo>
                    <a:pt x="2957425" y="708682"/>
                  </a:lnTo>
                  <a:lnTo>
                    <a:pt x="2957425" y="730070"/>
                  </a:lnTo>
                  <a:lnTo>
                    <a:pt x="2944743" y="734685"/>
                  </a:lnTo>
                  <a:cubicBezTo>
                    <a:pt x="2933412" y="742067"/>
                    <a:pt x="2923661" y="751413"/>
                    <a:pt x="2913429" y="761314"/>
                  </a:cubicBezTo>
                  <a:cubicBezTo>
                    <a:pt x="2891112" y="781988"/>
                    <a:pt x="2867269" y="805212"/>
                    <a:pt x="2822285" y="808035"/>
                  </a:cubicBezTo>
                  <a:lnTo>
                    <a:pt x="2812992" y="808320"/>
                  </a:lnTo>
                  <a:lnTo>
                    <a:pt x="2803817" y="808035"/>
                  </a:lnTo>
                  <a:cubicBezTo>
                    <a:pt x="2759309" y="805212"/>
                    <a:pt x="2735489" y="781988"/>
                    <a:pt x="2713719" y="761314"/>
                  </a:cubicBezTo>
                  <a:cubicBezTo>
                    <a:pt x="2689916" y="738682"/>
                    <a:pt x="2669016" y="718951"/>
                    <a:pt x="2625475" y="718951"/>
                  </a:cubicBezTo>
                  <a:cubicBezTo>
                    <a:pt x="2582521" y="718951"/>
                    <a:pt x="2561615" y="738682"/>
                    <a:pt x="2538398" y="761314"/>
                  </a:cubicBezTo>
                  <a:cubicBezTo>
                    <a:pt x="2516079" y="781988"/>
                    <a:pt x="2492239" y="805212"/>
                    <a:pt x="2447253" y="808035"/>
                  </a:cubicBezTo>
                  <a:lnTo>
                    <a:pt x="2437959" y="808320"/>
                  </a:lnTo>
                  <a:lnTo>
                    <a:pt x="2428768" y="808035"/>
                  </a:lnTo>
                  <a:cubicBezTo>
                    <a:pt x="2384205" y="805212"/>
                    <a:pt x="2360364" y="781988"/>
                    <a:pt x="2338559" y="761314"/>
                  </a:cubicBezTo>
                  <a:cubicBezTo>
                    <a:pt x="2318221" y="741511"/>
                    <a:pt x="2299203" y="723929"/>
                    <a:pt x="2265570" y="719843"/>
                  </a:cubicBezTo>
                  <a:lnTo>
                    <a:pt x="2250202" y="718951"/>
                  </a:lnTo>
                  <a:lnTo>
                    <a:pt x="2235078" y="719843"/>
                  </a:lnTo>
                  <a:cubicBezTo>
                    <a:pt x="2201989" y="723929"/>
                    <a:pt x="2183438" y="741511"/>
                    <a:pt x="2163119" y="761314"/>
                  </a:cubicBezTo>
                  <a:cubicBezTo>
                    <a:pt x="2140811" y="781988"/>
                    <a:pt x="2116959" y="805212"/>
                    <a:pt x="2071970" y="808035"/>
                  </a:cubicBezTo>
                  <a:lnTo>
                    <a:pt x="2062687" y="808320"/>
                  </a:lnTo>
                  <a:lnTo>
                    <a:pt x="2053502" y="808035"/>
                  </a:lnTo>
                  <a:cubicBezTo>
                    <a:pt x="2008993" y="805212"/>
                    <a:pt x="1985187" y="781988"/>
                    <a:pt x="1963418" y="761314"/>
                  </a:cubicBezTo>
                  <a:cubicBezTo>
                    <a:pt x="1943099" y="741511"/>
                    <a:pt x="1924106" y="723929"/>
                    <a:pt x="1890508" y="719843"/>
                  </a:cubicBezTo>
                  <a:lnTo>
                    <a:pt x="1875171" y="718951"/>
                  </a:lnTo>
                  <a:lnTo>
                    <a:pt x="1860044" y="719843"/>
                  </a:lnTo>
                  <a:cubicBezTo>
                    <a:pt x="1826946" y="723929"/>
                    <a:pt x="1808405" y="741511"/>
                    <a:pt x="1788085" y="761314"/>
                  </a:cubicBezTo>
                  <a:cubicBezTo>
                    <a:pt x="1765780" y="781988"/>
                    <a:pt x="1741925" y="805212"/>
                    <a:pt x="1696936" y="808035"/>
                  </a:cubicBezTo>
                  <a:lnTo>
                    <a:pt x="1687656" y="808320"/>
                  </a:lnTo>
                  <a:lnTo>
                    <a:pt x="1678456" y="808035"/>
                  </a:lnTo>
                  <a:cubicBezTo>
                    <a:pt x="1633891" y="805212"/>
                    <a:pt x="1610048" y="781988"/>
                    <a:pt x="1588259" y="761314"/>
                  </a:cubicBezTo>
                  <a:cubicBezTo>
                    <a:pt x="1567905" y="741511"/>
                    <a:pt x="1548904" y="723929"/>
                    <a:pt x="1515254" y="719843"/>
                  </a:cubicBezTo>
                  <a:lnTo>
                    <a:pt x="1499902" y="718951"/>
                  </a:lnTo>
                  <a:lnTo>
                    <a:pt x="1484938" y="719843"/>
                  </a:lnTo>
                  <a:cubicBezTo>
                    <a:pt x="1452117" y="723929"/>
                    <a:pt x="1433131" y="741511"/>
                    <a:pt x="1412811" y="761314"/>
                  </a:cubicBezTo>
                  <a:cubicBezTo>
                    <a:pt x="1389009" y="783366"/>
                    <a:pt x="1363465" y="808320"/>
                    <a:pt x="1312377" y="808320"/>
                  </a:cubicBezTo>
                  <a:cubicBezTo>
                    <a:pt x="1261869" y="808320"/>
                    <a:pt x="1236325" y="783366"/>
                    <a:pt x="1213103" y="761314"/>
                  </a:cubicBezTo>
                  <a:cubicBezTo>
                    <a:pt x="1192784" y="741511"/>
                    <a:pt x="1173800" y="723929"/>
                    <a:pt x="1140203" y="719843"/>
                  </a:cubicBezTo>
                  <a:lnTo>
                    <a:pt x="1124860" y="718951"/>
                  </a:lnTo>
                  <a:lnTo>
                    <a:pt x="1109907" y="719843"/>
                  </a:lnTo>
                  <a:cubicBezTo>
                    <a:pt x="1077083" y="723929"/>
                    <a:pt x="1058099" y="741511"/>
                    <a:pt x="1037780" y="761314"/>
                  </a:cubicBezTo>
                  <a:cubicBezTo>
                    <a:pt x="1014563" y="783366"/>
                    <a:pt x="988431" y="808320"/>
                    <a:pt x="937343" y="808320"/>
                  </a:cubicBezTo>
                  <a:cubicBezTo>
                    <a:pt x="887352" y="808320"/>
                    <a:pt x="861195" y="783366"/>
                    <a:pt x="837942" y="761314"/>
                  </a:cubicBezTo>
                  <a:cubicBezTo>
                    <a:pt x="817603" y="741511"/>
                    <a:pt x="798587" y="723929"/>
                    <a:pt x="764952" y="719843"/>
                  </a:cubicBezTo>
                  <a:lnTo>
                    <a:pt x="749586" y="718951"/>
                  </a:lnTo>
                  <a:lnTo>
                    <a:pt x="734638" y="719843"/>
                  </a:lnTo>
                  <a:cubicBezTo>
                    <a:pt x="701811" y="723929"/>
                    <a:pt x="682831" y="741511"/>
                    <a:pt x="662511" y="761314"/>
                  </a:cubicBezTo>
                  <a:cubicBezTo>
                    <a:pt x="639282" y="783366"/>
                    <a:pt x="613157" y="808320"/>
                    <a:pt x="562069" y="808320"/>
                  </a:cubicBezTo>
                  <a:cubicBezTo>
                    <a:pt x="512115" y="808320"/>
                    <a:pt x="485977" y="783366"/>
                    <a:pt x="462743" y="761314"/>
                  </a:cubicBezTo>
                  <a:cubicBezTo>
                    <a:pt x="439508" y="738682"/>
                    <a:pt x="418017" y="718951"/>
                    <a:pt x="375034" y="718951"/>
                  </a:cubicBezTo>
                  <a:cubicBezTo>
                    <a:pt x="332073" y="718951"/>
                    <a:pt x="310593" y="738682"/>
                    <a:pt x="287371" y="761314"/>
                  </a:cubicBezTo>
                  <a:cubicBezTo>
                    <a:pt x="264149" y="783366"/>
                    <a:pt x="238024" y="808320"/>
                    <a:pt x="187517" y="808320"/>
                  </a:cubicBezTo>
                  <a:cubicBezTo>
                    <a:pt x="137009" y="808320"/>
                    <a:pt x="111465" y="783366"/>
                    <a:pt x="87663" y="761314"/>
                  </a:cubicBezTo>
                  <a:cubicBezTo>
                    <a:pt x="64441" y="738682"/>
                    <a:pt x="42960" y="718951"/>
                    <a:pt x="0" y="718951"/>
                  </a:cubicBezTo>
                  <a:close/>
                  <a:moveTo>
                    <a:pt x="0" y="600343"/>
                  </a:moveTo>
                  <a:cubicBezTo>
                    <a:pt x="50507" y="600343"/>
                    <a:pt x="76632" y="624716"/>
                    <a:pt x="99855" y="647349"/>
                  </a:cubicBezTo>
                  <a:cubicBezTo>
                    <a:pt x="123076" y="669981"/>
                    <a:pt x="144556" y="689712"/>
                    <a:pt x="187517" y="689712"/>
                  </a:cubicBezTo>
                  <a:cubicBezTo>
                    <a:pt x="230477" y="689712"/>
                    <a:pt x="251957" y="669401"/>
                    <a:pt x="275179" y="647349"/>
                  </a:cubicBezTo>
                  <a:cubicBezTo>
                    <a:pt x="298982" y="624716"/>
                    <a:pt x="324526" y="600343"/>
                    <a:pt x="375034" y="600343"/>
                  </a:cubicBezTo>
                  <a:cubicBezTo>
                    <a:pt x="425568" y="600343"/>
                    <a:pt x="451706" y="624716"/>
                    <a:pt x="474941" y="647349"/>
                  </a:cubicBezTo>
                  <a:cubicBezTo>
                    <a:pt x="498175" y="669981"/>
                    <a:pt x="519667" y="689712"/>
                    <a:pt x="562069" y="689712"/>
                  </a:cubicBezTo>
                  <a:cubicBezTo>
                    <a:pt x="605610" y="689712"/>
                    <a:pt x="627090" y="669401"/>
                    <a:pt x="650315" y="647349"/>
                  </a:cubicBezTo>
                  <a:cubicBezTo>
                    <a:pt x="672083" y="626130"/>
                    <a:pt x="696405" y="603383"/>
                    <a:pt x="740506" y="600622"/>
                  </a:cubicBezTo>
                  <a:lnTo>
                    <a:pt x="749586" y="600343"/>
                  </a:lnTo>
                  <a:lnTo>
                    <a:pt x="758889" y="600622"/>
                  </a:lnTo>
                  <a:cubicBezTo>
                    <a:pt x="803998" y="603383"/>
                    <a:pt x="828351" y="626130"/>
                    <a:pt x="850154" y="647349"/>
                  </a:cubicBezTo>
                  <a:cubicBezTo>
                    <a:pt x="873408" y="669981"/>
                    <a:pt x="894909" y="689712"/>
                    <a:pt x="937343" y="689712"/>
                  </a:cubicBezTo>
                  <a:cubicBezTo>
                    <a:pt x="980892" y="689712"/>
                    <a:pt x="1002368" y="669401"/>
                    <a:pt x="1025586" y="647349"/>
                  </a:cubicBezTo>
                  <a:cubicBezTo>
                    <a:pt x="1047357" y="626130"/>
                    <a:pt x="1071175" y="603383"/>
                    <a:pt x="1115684" y="600622"/>
                  </a:cubicBezTo>
                  <a:lnTo>
                    <a:pt x="1124860" y="600343"/>
                  </a:lnTo>
                  <a:lnTo>
                    <a:pt x="1134151" y="600622"/>
                  </a:lnTo>
                  <a:cubicBezTo>
                    <a:pt x="1179136" y="603383"/>
                    <a:pt x="1202980" y="626130"/>
                    <a:pt x="1225295" y="647349"/>
                  </a:cubicBezTo>
                  <a:cubicBezTo>
                    <a:pt x="1248517" y="669981"/>
                    <a:pt x="1270006" y="689712"/>
                    <a:pt x="1312377" y="689712"/>
                  </a:cubicBezTo>
                  <a:cubicBezTo>
                    <a:pt x="1355923" y="689712"/>
                    <a:pt x="1377398" y="669401"/>
                    <a:pt x="1400620" y="647349"/>
                  </a:cubicBezTo>
                  <a:cubicBezTo>
                    <a:pt x="1422391" y="626130"/>
                    <a:pt x="1446206" y="603383"/>
                    <a:pt x="1490715" y="600622"/>
                  </a:cubicBezTo>
                  <a:lnTo>
                    <a:pt x="1499902" y="600343"/>
                  </a:lnTo>
                  <a:lnTo>
                    <a:pt x="1509200" y="600622"/>
                  </a:lnTo>
                  <a:cubicBezTo>
                    <a:pt x="1554240" y="603383"/>
                    <a:pt x="1578118" y="626130"/>
                    <a:pt x="1600457" y="647349"/>
                  </a:cubicBezTo>
                  <a:cubicBezTo>
                    <a:pt x="1620811" y="667152"/>
                    <a:pt x="1639813" y="684734"/>
                    <a:pt x="1672675" y="688820"/>
                  </a:cubicBezTo>
                  <a:lnTo>
                    <a:pt x="1687656" y="689712"/>
                  </a:lnTo>
                  <a:lnTo>
                    <a:pt x="1702991" y="688796"/>
                  </a:lnTo>
                  <a:cubicBezTo>
                    <a:pt x="1736589" y="684607"/>
                    <a:pt x="1755583" y="666644"/>
                    <a:pt x="1775902" y="647349"/>
                  </a:cubicBezTo>
                  <a:cubicBezTo>
                    <a:pt x="1797671" y="626130"/>
                    <a:pt x="1821477" y="603383"/>
                    <a:pt x="1865985" y="600622"/>
                  </a:cubicBezTo>
                  <a:lnTo>
                    <a:pt x="1875171" y="600343"/>
                  </a:lnTo>
                  <a:lnTo>
                    <a:pt x="1884453" y="600622"/>
                  </a:lnTo>
                  <a:cubicBezTo>
                    <a:pt x="1929442" y="603383"/>
                    <a:pt x="1953295" y="626130"/>
                    <a:pt x="1975602" y="647349"/>
                  </a:cubicBezTo>
                  <a:cubicBezTo>
                    <a:pt x="1995922" y="667152"/>
                    <a:pt x="2014463" y="684734"/>
                    <a:pt x="2047561" y="688820"/>
                  </a:cubicBezTo>
                  <a:lnTo>
                    <a:pt x="2062687" y="689712"/>
                  </a:lnTo>
                  <a:lnTo>
                    <a:pt x="2078025" y="688796"/>
                  </a:lnTo>
                  <a:cubicBezTo>
                    <a:pt x="2111623" y="684607"/>
                    <a:pt x="2130614" y="666644"/>
                    <a:pt x="2150933" y="647349"/>
                  </a:cubicBezTo>
                  <a:cubicBezTo>
                    <a:pt x="2172701" y="626130"/>
                    <a:pt x="2196510" y="603383"/>
                    <a:pt x="2241019" y="600622"/>
                  </a:cubicBezTo>
                  <a:lnTo>
                    <a:pt x="2250202" y="600343"/>
                  </a:lnTo>
                  <a:lnTo>
                    <a:pt x="2259500" y="600622"/>
                  </a:lnTo>
                  <a:cubicBezTo>
                    <a:pt x="2304545" y="603383"/>
                    <a:pt x="2328421" y="626130"/>
                    <a:pt x="2350772" y="647349"/>
                  </a:cubicBezTo>
                  <a:cubicBezTo>
                    <a:pt x="2371110" y="667152"/>
                    <a:pt x="2389675" y="684734"/>
                    <a:pt x="2422815" y="688820"/>
                  </a:cubicBezTo>
                  <a:lnTo>
                    <a:pt x="2437959" y="689712"/>
                  </a:lnTo>
                  <a:lnTo>
                    <a:pt x="2453275" y="688796"/>
                  </a:lnTo>
                  <a:cubicBezTo>
                    <a:pt x="2486774" y="684607"/>
                    <a:pt x="2505375" y="666644"/>
                    <a:pt x="2526203" y="647349"/>
                  </a:cubicBezTo>
                  <a:cubicBezTo>
                    <a:pt x="2549424" y="624716"/>
                    <a:pt x="2574968" y="600343"/>
                    <a:pt x="2625475" y="600343"/>
                  </a:cubicBezTo>
                  <a:cubicBezTo>
                    <a:pt x="2676563" y="600343"/>
                    <a:pt x="2702109" y="624716"/>
                    <a:pt x="2725913" y="647349"/>
                  </a:cubicBezTo>
                  <a:cubicBezTo>
                    <a:pt x="2746233" y="667152"/>
                    <a:pt x="2764773" y="684734"/>
                    <a:pt x="2797875" y="688820"/>
                  </a:cubicBezTo>
                  <a:lnTo>
                    <a:pt x="2812992" y="689712"/>
                  </a:lnTo>
                  <a:lnTo>
                    <a:pt x="2828318" y="688796"/>
                  </a:lnTo>
                  <a:cubicBezTo>
                    <a:pt x="2861804" y="684607"/>
                    <a:pt x="2880408" y="666644"/>
                    <a:pt x="2901235" y="647349"/>
                  </a:cubicBezTo>
                  <a:cubicBezTo>
                    <a:pt x="2912191" y="636740"/>
                    <a:pt x="2923622" y="625748"/>
                    <a:pt x="2937877" y="617064"/>
                  </a:cubicBezTo>
                  <a:lnTo>
                    <a:pt x="2957425" y="608060"/>
                  </a:lnTo>
                  <a:lnTo>
                    <a:pt x="2957425" y="629043"/>
                  </a:lnTo>
                  <a:lnTo>
                    <a:pt x="2944738" y="633727"/>
                  </a:lnTo>
                  <a:cubicBezTo>
                    <a:pt x="2933408" y="641153"/>
                    <a:pt x="2923658" y="650468"/>
                    <a:pt x="2913429" y="660115"/>
                  </a:cubicBezTo>
                  <a:cubicBezTo>
                    <a:pt x="2891112" y="681333"/>
                    <a:pt x="2867269" y="704591"/>
                    <a:pt x="2822285" y="707416"/>
                  </a:cubicBezTo>
                  <a:lnTo>
                    <a:pt x="2812992" y="707702"/>
                  </a:lnTo>
                  <a:lnTo>
                    <a:pt x="2803817" y="707416"/>
                  </a:lnTo>
                  <a:cubicBezTo>
                    <a:pt x="2759309" y="704591"/>
                    <a:pt x="2735489" y="681333"/>
                    <a:pt x="2713719" y="660115"/>
                  </a:cubicBezTo>
                  <a:cubicBezTo>
                    <a:pt x="2689916" y="638063"/>
                    <a:pt x="2669016" y="617752"/>
                    <a:pt x="2625475" y="617752"/>
                  </a:cubicBezTo>
                  <a:cubicBezTo>
                    <a:pt x="2582521" y="617752"/>
                    <a:pt x="2561615" y="638063"/>
                    <a:pt x="2538398" y="660115"/>
                  </a:cubicBezTo>
                  <a:cubicBezTo>
                    <a:pt x="2516079" y="681333"/>
                    <a:pt x="2492239" y="704591"/>
                    <a:pt x="2447253" y="707416"/>
                  </a:cubicBezTo>
                  <a:lnTo>
                    <a:pt x="2437959" y="707702"/>
                  </a:lnTo>
                  <a:lnTo>
                    <a:pt x="2428768" y="707416"/>
                  </a:lnTo>
                  <a:cubicBezTo>
                    <a:pt x="2384205" y="704591"/>
                    <a:pt x="2360364" y="681333"/>
                    <a:pt x="2338559" y="660115"/>
                  </a:cubicBezTo>
                  <a:cubicBezTo>
                    <a:pt x="2318221" y="640820"/>
                    <a:pt x="2299203" y="622857"/>
                    <a:pt x="2265570" y="618668"/>
                  </a:cubicBezTo>
                  <a:lnTo>
                    <a:pt x="2250202" y="617752"/>
                  </a:lnTo>
                  <a:lnTo>
                    <a:pt x="2235078" y="618668"/>
                  </a:lnTo>
                  <a:cubicBezTo>
                    <a:pt x="2201989" y="622857"/>
                    <a:pt x="2183438" y="640820"/>
                    <a:pt x="2163119" y="660115"/>
                  </a:cubicBezTo>
                  <a:cubicBezTo>
                    <a:pt x="2140811" y="681333"/>
                    <a:pt x="2116959" y="704591"/>
                    <a:pt x="2071970" y="707416"/>
                  </a:cubicBezTo>
                  <a:lnTo>
                    <a:pt x="2062687" y="707702"/>
                  </a:lnTo>
                  <a:lnTo>
                    <a:pt x="2053502" y="707416"/>
                  </a:lnTo>
                  <a:cubicBezTo>
                    <a:pt x="2008993" y="704591"/>
                    <a:pt x="1985187" y="681333"/>
                    <a:pt x="1963418" y="660115"/>
                  </a:cubicBezTo>
                  <a:cubicBezTo>
                    <a:pt x="1943099" y="640820"/>
                    <a:pt x="1924106" y="622857"/>
                    <a:pt x="1890508" y="618668"/>
                  </a:cubicBezTo>
                  <a:lnTo>
                    <a:pt x="1875171" y="617752"/>
                  </a:lnTo>
                  <a:lnTo>
                    <a:pt x="1860044" y="618668"/>
                  </a:lnTo>
                  <a:cubicBezTo>
                    <a:pt x="1826946" y="622857"/>
                    <a:pt x="1808405" y="640820"/>
                    <a:pt x="1788085" y="660115"/>
                  </a:cubicBezTo>
                  <a:cubicBezTo>
                    <a:pt x="1765780" y="681333"/>
                    <a:pt x="1741925" y="704591"/>
                    <a:pt x="1696936" y="707416"/>
                  </a:cubicBezTo>
                  <a:lnTo>
                    <a:pt x="1687656" y="707702"/>
                  </a:lnTo>
                  <a:lnTo>
                    <a:pt x="1678456" y="707416"/>
                  </a:lnTo>
                  <a:cubicBezTo>
                    <a:pt x="1633891" y="704591"/>
                    <a:pt x="1610048" y="681333"/>
                    <a:pt x="1588259" y="660115"/>
                  </a:cubicBezTo>
                  <a:cubicBezTo>
                    <a:pt x="1567905" y="640820"/>
                    <a:pt x="1548904" y="622857"/>
                    <a:pt x="1515254" y="618668"/>
                  </a:cubicBezTo>
                  <a:lnTo>
                    <a:pt x="1499902" y="617752"/>
                  </a:lnTo>
                  <a:lnTo>
                    <a:pt x="1484938" y="618668"/>
                  </a:lnTo>
                  <a:cubicBezTo>
                    <a:pt x="1452117" y="622857"/>
                    <a:pt x="1433131" y="640820"/>
                    <a:pt x="1412811" y="660115"/>
                  </a:cubicBezTo>
                  <a:cubicBezTo>
                    <a:pt x="1389009" y="682748"/>
                    <a:pt x="1363465" y="707702"/>
                    <a:pt x="1312377" y="707702"/>
                  </a:cubicBezTo>
                  <a:cubicBezTo>
                    <a:pt x="1261869" y="707702"/>
                    <a:pt x="1236325" y="682748"/>
                    <a:pt x="1213103" y="660115"/>
                  </a:cubicBezTo>
                  <a:cubicBezTo>
                    <a:pt x="1192784" y="640820"/>
                    <a:pt x="1173800" y="622857"/>
                    <a:pt x="1140203" y="618668"/>
                  </a:cubicBezTo>
                  <a:lnTo>
                    <a:pt x="1124860" y="617752"/>
                  </a:lnTo>
                  <a:lnTo>
                    <a:pt x="1109907" y="618668"/>
                  </a:lnTo>
                  <a:cubicBezTo>
                    <a:pt x="1077083" y="622857"/>
                    <a:pt x="1058099" y="640820"/>
                    <a:pt x="1037780" y="660115"/>
                  </a:cubicBezTo>
                  <a:cubicBezTo>
                    <a:pt x="1014563" y="682748"/>
                    <a:pt x="988431" y="707702"/>
                    <a:pt x="937343" y="707702"/>
                  </a:cubicBezTo>
                  <a:cubicBezTo>
                    <a:pt x="887352" y="707702"/>
                    <a:pt x="861195" y="682748"/>
                    <a:pt x="837942" y="660115"/>
                  </a:cubicBezTo>
                  <a:cubicBezTo>
                    <a:pt x="817603" y="640820"/>
                    <a:pt x="798587" y="622857"/>
                    <a:pt x="764952" y="618668"/>
                  </a:cubicBezTo>
                  <a:lnTo>
                    <a:pt x="749586" y="617752"/>
                  </a:lnTo>
                  <a:lnTo>
                    <a:pt x="734638" y="618668"/>
                  </a:lnTo>
                  <a:cubicBezTo>
                    <a:pt x="701811" y="622857"/>
                    <a:pt x="682831" y="640820"/>
                    <a:pt x="662511" y="660115"/>
                  </a:cubicBezTo>
                  <a:cubicBezTo>
                    <a:pt x="639282" y="682748"/>
                    <a:pt x="613157" y="707702"/>
                    <a:pt x="562069" y="707702"/>
                  </a:cubicBezTo>
                  <a:cubicBezTo>
                    <a:pt x="512115" y="707702"/>
                    <a:pt x="485977" y="682748"/>
                    <a:pt x="462743" y="660115"/>
                  </a:cubicBezTo>
                  <a:cubicBezTo>
                    <a:pt x="439508" y="638063"/>
                    <a:pt x="418017" y="617752"/>
                    <a:pt x="375034" y="617752"/>
                  </a:cubicBezTo>
                  <a:cubicBezTo>
                    <a:pt x="332073" y="617752"/>
                    <a:pt x="310593" y="638063"/>
                    <a:pt x="287371" y="660115"/>
                  </a:cubicBezTo>
                  <a:cubicBezTo>
                    <a:pt x="264149" y="682748"/>
                    <a:pt x="238024" y="707702"/>
                    <a:pt x="187517" y="707702"/>
                  </a:cubicBezTo>
                  <a:cubicBezTo>
                    <a:pt x="137009" y="707702"/>
                    <a:pt x="111465" y="682748"/>
                    <a:pt x="87663" y="660115"/>
                  </a:cubicBezTo>
                  <a:cubicBezTo>
                    <a:pt x="64441" y="638063"/>
                    <a:pt x="42960" y="617752"/>
                    <a:pt x="0" y="617752"/>
                  </a:cubicBezTo>
                  <a:close/>
                  <a:moveTo>
                    <a:pt x="0" y="500446"/>
                  </a:moveTo>
                  <a:cubicBezTo>
                    <a:pt x="50507" y="500446"/>
                    <a:pt x="76632" y="525400"/>
                    <a:pt x="99855" y="548032"/>
                  </a:cubicBezTo>
                  <a:cubicBezTo>
                    <a:pt x="123076" y="570084"/>
                    <a:pt x="144556" y="590395"/>
                    <a:pt x="187517" y="590395"/>
                  </a:cubicBezTo>
                  <a:cubicBezTo>
                    <a:pt x="230477" y="590395"/>
                    <a:pt x="251957" y="570084"/>
                    <a:pt x="275179" y="548032"/>
                  </a:cubicBezTo>
                  <a:cubicBezTo>
                    <a:pt x="298982" y="525400"/>
                    <a:pt x="324526" y="500446"/>
                    <a:pt x="375034" y="500446"/>
                  </a:cubicBezTo>
                  <a:cubicBezTo>
                    <a:pt x="425568" y="500446"/>
                    <a:pt x="451706" y="525400"/>
                    <a:pt x="474941" y="548032"/>
                  </a:cubicBezTo>
                  <a:cubicBezTo>
                    <a:pt x="498175" y="570084"/>
                    <a:pt x="519667" y="590395"/>
                    <a:pt x="562069" y="590395"/>
                  </a:cubicBezTo>
                  <a:cubicBezTo>
                    <a:pt x="605610" y="590395"/>
                    <a:pt x="627090" y="570084"/>
                    <a:pt x="650315" y="548032"/>
                  </a:cubicBezTo>
                  <a:cubicBezTo>
                    <a:pt x="672083" y="526814"/>
                    <a:pt x="696405" y="503556"/>
                    <a:pt x="740506" y="500732"/>
                  </a:cubicBezTo>
                  <a:lnTo>
                    <a:pt x="749586" y="500446"/>
                  </a:lnTo>
                  <a:lnTo>
                    <a:pt x="758889" y="500732"/>
                  </a:lnTo>
                  <a:cubicBezTo>
                    <a:pt x="803998" y="503556"/>
                    <a:pt x="828351" y="526814"/>
                    <a:pt x="850154" y="548032"/>
                  </a:cubicBezTo>
                  <a:cubicBezTo>
                    <a:pt x="873408" y="570084"/>
                    <a:pt x="894909" y="590395"/>
                    <a:pt x="937343" y="590395"/>
                  </a:cubicBezTo>
                  <a:cubicBezTo>
                    <a:pt x="980892" y="590395"/>
                    <a:pt x="1002368" y="570084"/>
                    <a:pt x="1025586" y="548032"/>
                  </a:cubicBezTo>
                  <a:cubicBezTo>
                    <a:pt x="1047357" y="526814"/>
                    <a:pt x="1071175" y="503556"/>
                    <a:pt x="1115684" y="500732"/>
                  </a:cubicBezTo>
                  <a:lnTo>
                    <a:pt x="1124860" y="500446"/>
                  </a:lnTo>
                  <a:lnTo>
                    <a:pt x="1134151" y="500732"/>
                  </a:lnTo>
                  <a:cubicBezTo>
                    <a:pt x="1179136" y="503556"/>
                    <a:pt x="1202980" y="526814"/>
                    <a:pt x="1225295" y="548032"/>
                  </a:cubicBezTo>
                  <a:cubicBezTo>
                    <a:pt x="1248517" y="570084"/>
                    <a:pt x="1270006" y="590395"/>
                    <a:pt x="1312377" y="590395"/>
                  </a:cubicBezTo>
                  <a:cubicBezTo>
                    <a:pt x="1355923" y="590395"/>
                    <a:pt x="1377398" y="570084"/>
                    <a:pt x="1400620" y="548032"/>
                  </a:cubicBezTo>
                  <a:cubicBezTo>
                    <a:pt x="1422391" y="526814"/>
                    <a:pt x="1446206" y="503556"/>
                    <a:pt x="1490715" y="500732"/>
                  </a:cubicBezTo>
                  <a:lnTo>
                    <a:pt x="1499902" y="500446"/>
                  </a:lnTo>
                  <a:lnTo>
                    <a:pt x="1509200" y="500732"/>
                  </a:lnTo>
                  <a:cubicBezTo>
                    <a:pt x="1554240" y="503556"/>
                    <a:pt x="1578118" y="526814"/>
                    <a:pt x="1600457" y="548032"/>
                  </a:cubicBezTo>
                  <a:cubicBezTo>
                    <a:pt x="1620811" y="567328"/>
                    <a:pt x="1639813" y="585291"/>
                    <a:pt x="1672675" y="589479"/>
                  </a:cubicBezTo>
                  <a:lnTo>
                    <a:pt x="1687656" y="590395"/>
                  </a:lnTo>
                  <a:lnTo>
                    <a:pt x="1702991" y="589479"/>
                  </a:lnTo>
                  <a:cubicBezTo>
                    <a:pt x="1736589" y="585291"/>
                    <a:pt x="1755583" y="567328"/>
                    <a:pt x="1775902" y="548032"/>
                  </a:cubicBezTo>
                  <a:cubicBezTo>
                    <a:pt x="1797671" y="526814"/>
                    <a:pt x="1821477" y="503556"/>
                    <a:pt x="1865985" y="500732"/>
                  </a:cubicBezTo>
                  <a:lnTo>
                    <a:pt x="1875171" y="500446"/>
                  </a:lnTo>
                  <a:lnTo>
                    <a:pt x="1884453" y="500732"/>
                  </a:lnTo>
                  <a:cubicBezTo>
                    <a:pt x="1929442" y="503556"/>
                    <a:pt x="1953295" y="526814"/>
                    <a:pt x="1975602" y="548032"/>
                  </a:cubicBezTo>
                  <a:cubicBezTo>
                    <a:pt x="1995922" y="567328"/>
                    <a:pt x="2014463" y="585291"/>
                    <a:pt x="2047561" y="589479"/>
                  </a:cubicBezTo>
                  <a:lnTo>
                    <a:pt x="2062687" y="590395"/>
                  </a:lnTo>
                  <a:lnTo>
                    <a:pt x="2078025" y="589479"/>
                  </a:lnTo>
                  <a:cubicBezTo>
                    <a:pt x="2111623" y="585291"/>
                    <a:pt x="2130614" y="567328"/>
                    <a:pt x="2150933" y="548032"/>
                  </a:cubicBezTo>
                  <a:cubicBezTo>
                    <a:pt x="2172701" y="526814"/>
                    <a:pt x="2196510" y="503556"/>
                    <a:pt x="2241019" y="500732"/>
                  </a:cubicBezTo>
                  <a:lnTo>
                    <a:pt x="2250202" y="500446"/>
                  </a:lnTo>
                  <a:lnTo>
                    <a:pt x="2259500" y="500732"/>
                  </a:lnTo>
                  <a:cubicBezTo>
                    <a:pt x="2304545" y="503556"/>
                    <a:pt x="2328421" y="526814"/>
                    <a:pt x="2350772" y="548032"/>
                  </a:cubicBezTo>
                  <a:cubicBezTo>
                    <a:pt x="2371110" y="567328"/>
                    <a:pt x="2389675" y="585291"/>
                    <a:pt x="2422815" y="589479"/>
                  </a:cubicBezTo>
                  <a:lnTo>
                    <a:pt x="2437959" y="590395"/>
                  </a:lnTo>
                  <a:lnTo>
                    <a:pt x="2453275" y="589479"/>
                  </a:lnTo>
                  <a:cubicBezTo>
                    <a:pt x="2486774" y="585291"/>
                    <a:pt x="2505375" y="567328"/>
                    <a:pt x="2526203" y="548032"/>
                  </a:cubicBezTo>
                  <a:cubicBezTo>
                    <a:pt x="2549424" y="525400"/>
                    <a:pt x="2574968" y="500446"/>
                    <a:pt x="2625475" y="500446"/>
                  </a:cubicBezTo>
                  <a:cubicBezTo>
                    <a:pt x="2676563" y="500446"/>
                    <a:pt x="2702109" y="525400"/>
                    <a:pt x="2725913" y="548032"/>
                  </a:cubicBezTo>
                  <a:cubicBezTo>
                    <a:pt x="2746233" y="567328"/>
                    <a:pt x="2764773" y="585291"/>
                    <a:pt x="2797875" y="589479"/>
                  </a:cubicBezTo>
                  <a:lnTo>
                    <a:pt x="2812992" y="590395"/>
                  </a:lnTo>
                  <a:lnTo>
                    <a:pt x="2828318" y="589479"/>
                  </a:lnTo>
                  <a:cubicBezTo>
                    <a:pt x="2861804" y="585291"/>
                    <a:pt x="2880408" y="567328"/>
                    <a:pt x="2901235" y="548032"/>
                  </a:cubicBezTo>
                  <a:cubicBezTo>
                    <a:pt x="2912188" y="537423"/>
                    <a:pt x="2923617" y="526304"/>
                    <a:pt x="2937872" y="517485"/>
                  </a:cubicBezTo>
                  <a:lnTo>
                    <a:pt x="2957425" y="508319"/>
                  </a:lnTo>
                  <a:lnTo>
                    <a:pt x="2957425" y="529725"/>
                  </a:lnTo>
                  <a:lnTo>
                    <a:pt x="2944732" y="534411"/>
                  </a:lnTo>
                  <a:cubicBezTo>
                    <a:pt x="2933403" y="541837"/>
                    <a:pt x="2923655" y="551152"/>
                    <a:pt x="2913429" y="560799"/>
                  </a:cubicBezTo>
                  <a:cubicBezTo>
                    <a:pt x="2891112" y="582017"/>
                    <a:pt x="2867269" y="604765"/>
                    <a:pt x="2822285" y="607526"/>
                  </a:cubicBezTo>
                  <a:lnTo>
                    <a:pt x="2812992" y="607805"/>
                  </a:lnTo>
                  <a:lnTo>
                    <a:pt x="2803817" y="607526"/>
                  </a:lnTo>
                  <a:cubicBezTo>
                    <a:pt x="2759309" y="604765"/>
                    <a:pt x="2735489" y="582017"/>
                    <a:pt x="2713719" y="560799"/>
                  </a:cubicBezTo>
                  <a:cubicBezTo>
                    <a:pt x="2689916" y="538747"/>
                    <a:pt x="2669016" y="518436"/>
                    <a:pt x="2625475" y="518436"/>
                  </a:cubicBezTo>
                  <a:cubicBezTo>
                    <a:pt x="2582521" y="518436"/>
                    <a:pt x="2561615" y="538747"/>
                    <a:pt x="2538398" y="560799"/>
                  </a:cubicBezTo>
                  <a:cubicBezTo>
                    <a:pt x="2516079" y="582017"/>
                    <a:pt x="2492239" y="604765"/>
                    <a:pt x="2447253" y="607526"/>
                  </a:cubicBezTo>
                  <a:lnTo>
                    <a:pt x="2437959" y="607805"/>
                  </a:lnTo>
                  <a:lnTo>
                    <a:pt x="2428768" y="607526"/>
                  </a:lnTo>
                  <a:cubicBezTo>
                    <a:pt x="2384205" y="604765"/>
                    <a:pt x="2360364" y="582017"/>
                    <a:pt x="2338559" y="560799"/>
                  </a:cubicBezTo>
                  <a:cubicBezTo>
                    <a:pt x="2318221" y="541504"/>
                    <a:pt x="2299203" y="523541"/>
                    <a:pt x="2265570" y="519352"/>
                  </a:cubicBezTo>
                  <a:lnTo>
                    <a:pt x="2250202" y="518436"/>
                  </a:lnTo>
                  <a:lnTo>
                    <a:pt x="2235078" y="519352"/>
                  </a:lnTo>
                  <a:cubicBezTo>
                    <a:pt x="2201989" y="523541"/>
                    <a:pt x="2183438" y="541504"/>
                    <a:pt x="2163119" y="560799"/>
                  </a:cubicBezTo>
                  <a:cubicBezTo>
                    <a:pt x="2140811" y="582017"/>
                    <a:pt x="2116959" y="604765"/>
                    <a:pt x="2071970" y="607526"/>
                  </a:cubicBezTo>
                  <a:lnTo>
                    <a:pt x="2062687" y="607805"/>
                  </a:lnTo>
                  <a:lnTo>
                    <a:pt x="2053502" y="607526"/>
                  </a:lnTo>
                  <a:cubicBezTo>
                    <a:pt x="2008993" y="604765"/>
                    <a:pt x="1985187" y="582017"/>
                    <a:pt x="1963418" y="560799"/>
                  </a:cubicBezTo>
                  <a:cubicBezTo>
                    <a:pt x="1943099" y="541504"/>
                    <a:pt x="1924106" y="523541"/>
                    <a:pt x="1890508" y="519352"/>
                  </a:cubicBezTo>
                  <a:lnTo>
                    <a:pt x="1875171" y="518436"/>
                  </a:lnTo>
                  <a:lnTo>
                    <a:pt x="1860044" y="519352"/>
                  </a:lnTo>
                  <a:cubicBezTo>
                    <a:pt x="1826946" y="523541"/>
                    <a:pt x="1808405" y="541504"/>
                    <a:pt x="1788085" y="560799"/>
                  </a:cubicBezTo>
                  <a:cubicBezTo>
                    <a:pt x="1765780" y="582017"/>
                    <a:pt x="1741925" y="604765"/>
                    <a:pt x="1696936" y="607526"/>
                  </a:cubicBezTo>
                  <a:lnTo>
                    <a:pt x="1687656" y="607805"/>
                  </a:lnTo>
                  <a:lnTo>
                    <a:pt x="1678456" y="607526"/>
                  </a:lnTo>
                  <a:cubicBezTo>
                    <a:pt x="1633891" y="604765"/>
                    <a:pt x="1610048" y="582017"/>
                    <a:pt x="1588259" y="560799"/>
                  </a:cubicBezTo>
                  <a:cubicBezTo>
                    <a:pt x="1567905" y="541504"/>
                    <a:pt x="1548904" y="523541"/>
                    <a:pt x="1515254" y="519352"/>
                  </a:cubicBezTo>
                  <a:lnTo>
                    <a:pt x="1499902" y="518436"/>
                  </a:lnTo>
                  <a:lnTo>
                    <a:pt x="1484938" y="519352"/>
                  </a:lnTo>
                  <a:cubicBezTo>
                    <a:pt x="1452117" y="523541"/>
                    <a:pt x="1433131" y="541504"/>
                    <a:pt x="1412811" y="560799"/>
                  </a:cubicBezTo>
                  <a:cubicBezTo>
                    <a:pt x="1389009" y="583432"/>
                    <a:pt x="1363465" y="607805"/>
                    <a:pt x="1312377" y="607805"/>
                  </a:cubicBezTo>
                  <a:cubicBezTo>
                    <a:pt x="1261869" y="607805"/>
                    <a:pt x="1236325" y="583432"/>
                    <a:pt x="1213103" y="560799"/>
                  </a:cubicBezTo>
                  <a:cubicBezTo>
                    <a:pt x="1192784" y="541504"/>
                    <a:pt x="1173800" y="523541"/>
                    <a:pt x="1140203" y="519352"/>
                  </a:cubicBezTo>
                  <a:lnTo>
                    <a:pt x="1124860" y="518436"/>
                  </a:lnTo>
                  <a:lnTo>
                    <a:pt x="1109907" y="519352"/>
                  </a:lnTo>
                  <a:cubicBezTo>
                    <a:pt x="1077083" y="523541"/>
                    <a:pt x="1058099" y="541504"/>
                    <a:pt x="1037780" y="560799"/>
                  </a:cubicBezTo>
                  <a:cubicBezTo>
                    <a:pt x="1014563" y="583432"/>
                    <a:pt x="988431" y="607805"/>
                    <a:pt x="937343" y="607805"/>
                  </a:cubicBezTo>
                  <a:cubicBezTo>
                    <a:pt x="887352" y="607805"/>
                    <a:pt x="861195" y="583432"/>
                    <a:pt x="837942" y="560799"/>
                  </a:cubicBezTo>
                  <a:cubicBezTo>
                    <a:pt x="817603" y="541504"/>
                    <a:pt x="798587" y="523541"/>
                    <a:pt x="764952" y="519352"/>
                  </a:cubicBezTo>
                  <a:lnTo>
                    <a:pt x="749586" y="518436"/>
                  </a:lnTo>
                  <a:lnTo>
                    <a:pt x="734638" y="519352"/>
                  </a:lnTo>
                  <a:cubicBezTo>
                    <a:pt x="701811" y="523541"/>
                    <a:pt x="682831" y="541504"/>
                    <a:pt x="662511" y="560799"/>
                  </a:cubicBezTo>
                  <a:cubicBezTo>
                    <a:pt x="639282" y="583432"/>
                    <a:pt x="613157" y="607805"/>
                    <a:pt x="562069" y="607805"/>
                  </a:cubicBezTo>
                  <a:cubicBezTo>
                    <a:pt x="512115" y="607805"/>
                    <a:pt x="485977" y="583432"/>
                    <a:pt x="462743" y="560799"/>
                  </a:cubicBezTo>
                  <a:cubicBezTo>
                    <a:pt x="439508" y="538747"/>
                    <a:pt x="418017" y="518436"/>
                    <a:pt x="375034" y="518436"/>
                  </a:cubicBezTo>
                  <a:cubicBezTo>
                    <a:pt x="332073" y="518436"/>
                    <a:pt x="310593" y="538747"/>
                    <a:pt x="287371" y="560799"/>
                  </a:cubicBezTo>
                  <a:cubicBezTo>
                    <a:pt x="264149" y="583432"/>
                    <a:pt x="238024" y="607805"/>
                    <a:pt x="187517" y="607805"/>
                  </a:cubicBezTo>
                  <a:cubicBezTo>
                    <a:pt x="137009" y="607805"/>
                    <a:pt x="111465" y="583432"/>
                    <a:pt x="87663" y="560799"/>
                  </a:cubicBezTo>
                  <a:cubicBezTo>
                    <a:pt x="64441" y="538747"/>
                    <a:pt x="42960" y="518436"/>
                    <a:pt x="0" y="518436"/>
                  </a:cubicBezTo>
                  <a:close/>
                  <a:moveTo>
                    <a:pt x="0" y="399827"/>
                  </a:moveTo>
                  <a:cubicBezTo>
                    <a:pt x="50507" y="399827"/>
                    <a:pt x="76632" y="424837"/>
                    <a:pt x="99855" y="447520"/>
                  </a:cubicBezTo>
                  <a:cubicBezTo>
                    <a:pt x="123076" y="469622"/>
                    <a:pt x="144556" y="489978"/>
                    <a:pt x="187517" y="489978"/>
                  </a:cubicBezTo>
                  <a:cubicBezTo>
                    <a:pt x="230477" y="489978"/>
                    <a:pt x="251957" y="469622"/>
                    <a:pt x="275179" y="447520"/>
                  </a:cubicBezTo>
                  <a:cubicBezTo>
                    <a:pt x="298982" y="424837"/>
                    <a:pt x="324526" y="399827"/>
                    <a:pt x="375034" y="399827"/>
                  </a:cubicBezTo>
                  <a:cubicBezTo>
                    <a:pt x="425568" y="399827"/>
                    <a:pt x="451706" y="424837"/>
                    <a:pt x="474941" y="447520"/>
                  </a:cubicBezTo>
                  <a:cubicBezTo>
                    <a:pt x="498175" y="469622"/>
                    <a:pt x="519667" y="489978"/>
                    <a:pt x="562069" y="489978"/>
                  </a:cubicBezTo>
                  <a:cubicBezTo>
                    <a:pt x="605610" y="489978"/>
                    <a:pt x="627090" y="469622"/>
                    <a:pt x="650315" y="447520"/>
                  </a:cubicBezTo>
                  <a:cubicBezTo>
                    <a:pt x="672083" y="426255"/>
                    <a:pt x="696405" y="402945"/>
                    <a:pt x="740506" y="400114"/>
                  </a:cubicBezTo>
                  <a:lnTo>
                    <a:pt x="749586" y="399827"/>
                  </a:lnTo>
                  <a:lnTo>
                    <a:pt x="758889" y="400114"/>
                  </a:lnTo>
                  <a:cubicBezTo>
                    <a:pt x="803998" y="402945"/>
                    <a:pt x="828351" y="426255"/>
                    <a:pt x="850154" y="447520"/>
                  </a:cubicBezTo>
                  <a:cubicBezTo>
                    <a:pt x="873408" y="469622"/>
                    <a:pt x="894909" y="489978"/>
                    <a:pt x="937343" y="489978"/>
                  </a:cubicBezTo>
                  <a:cubicBezTo>
                    <a:pt x="980892" y="489978"/>
                    <a:pt x="1002368" y="469622"/>
                    <a:pt x="1025586" y="447520"/>
                  </a:cubicBezTo>
                  <a:cubicBezTo>
                    <a:pt x="1047357" y="426255"/>
                    <a:pt x="1071175" y="402945"/>
                    <a:pt x="1115684" y="400114"/>
                  </a:cubicBezTo>
                  <a:lnTo>
                    <a:pt x="1124860" y="399827"/>
                  </a:lnTo>
                  <a:lnTo>
                    <a:pt x="1134151" y="400114"/>
                  </a:lnTo>
                  <a:cubicBezTo>
                    <a:pt x="1179136" y="402945"/>
                    <a:pt x="1202980" y="426255"/>
                    <a:pt x="1225295" y="447520"/>
                  </a:cubicBezTo>
                  <a:cubicBezTo>
                    <a:pt x="1248517" y="469622"/>
                    <a:pt x="1270006" y="489978"/>
                    <a:pt x="1312377" y="489978"/>
                  </a:cubicBezTo>
                  <a:cubicBezTo>
                    <a:pt x="1355923" y="489978"/>
                    <a:pt x="1377398" y="469622"/>
                    <a:pt x="1400620" y="447520"/>
                  </a:cubicBezTo>
                  <a:cubicBezTo>
                    <a:pt x="1422391" y="426255"/>
                    <a:pt x="1446206" y="402945"/>
                    <a:pt x="1490715" y="400114"/>
                  </a:cubicBezTo>
                  <a:lnTo>
                    <a:pt x="1499902" y="399827"/>
                  </a:lnTo>
                  <a:lnTo>
                    <a:pt x="1509200" y="400114"/>
                  </a:lnTo>
                  <a:cubicBezTo>
                    <a:pt x="1554240" y="402945"/>
                    <a:pt x="1578118" y="426255"/>
                    <a:pt x="1600457" y="447520"/>
                  </a:cubicBezTo>
                  <a:cubicBezTo>
                    <a:pt x="1620811" y="466859"/>
                    <a:pt x="1639813" y="484862"/>
                    <a:pt x="1672675" y="489061"/>
                  </a:cubicBezTo>
                  <a:lnTo>
                    <a:pt x="1687656" y="489978"/>
                  </a:lnTo>
                  <a:lnTo>
                    <a:pt x="1702991" y="489061"/>
                  </a:lnTo>
                  <a:cubicBezTo>
                    <a:pt x="1736589" y="484862"/>
                    <a:pt x="1755583" y="466859"/>
                    <a:pt x="1775902" y="447520"/>
                  </a:cubicBezTo>
                  <a:cubicBezTo>
                    <a:pt x="1797671" y="426255"/>
                    <a:pt x="1821477" y="402945"/>
                    <a:pt x="1865985" y="400114"/>
                  </a:cubicBezTo>
                  <a:lnTo>
                    <a:pt x="1875171" y="399827"/>
                  </a:lnTo>
                  <a:lnTo>
                    <a:pt x="1884453" y="400114"/>
                  </a:lnTo>
                  <a:cubicBezTo>
                    <a:pt x="1929442" y="402945"/>
                    <a:pt x="1953295" y="426255"/>
                    <a:pt x="1975602" y="447520"/>
                  </a:cubicBezTo>
                  <a:cubicBezTo>
                    <a:pt x="1995922" y="466859"/>
                    <a:pt x="2014463" y="484862"/>
                    <a:pt x="2047561" y="489061"/>
                  </a:cubicBezTo>
                  <a:lnTo>
                    <a:pt x="2062687" y="489978"/>
                  </a:lnTo>
                  <a:lnTo>
                    <a:pt x="2078025" y="489061"/>
                  </a:lnTo>
                  <a:cubicBezTo>
                    <a:pt x="2111623" y="484862"/>
                    <a:pt x="2130614" y="466859"/>
                    <a:pt x="2150933" y="447520"/>
                  </a:cubicBezTo>
                  <a:cubicBezTo>
                    <a:pt x="2172701" y="426255"/>
                    <a:pt x="2196510" y="402945"/>
                    <a:pt x="2241019" y="400114"/>
                  </a:cubicBezTo>
                  <a:lnTo>
                    <a:pt x="2250202" y="399827"/>
                  </a:lnTo>
                  <a:lnTo>
                    <a:pt x="2259500" y="400114"/>
                  </a:lnTo>
                  <a:cubicBezTo>
                    <a:pt x="2304545" y="402945"/>
                    <a:pt x="2328421" y="426255"/>
                    <a:pt x="2350772" y="447520"/>
                  </a:cubicBezTo>
                  <a:cubicBezTo>
                    <a:pt x="2371110" y="466859"/>
                    <a:pt x="2389675" y="484862"/>
                    <a:pt x="2422815" y="489061"/>
                  </a:cubicBezTo>
                  <a:lnTo>
                    <a:pt x="2437959" y="489978"/>
                  </a:lnTo>
                  <a:lnTo>
                    <a:pt x="2453275" y="489061"/>
                  </a:lnTo>
                  <a:cubicBezTo>
                    <a:pt x="2486774" y="484862"/>
                    <a:pt x="2505375" y="466859"/>
                    <a:pt x="2526203" y="447520"/>
                  </a:cubicBezTo>
                  <a:cubicBezTo>
                    <a:pt x="2549424" y="424837"/>
                    <a:pt x="2574968" y="399827"/>
                    <a:pt x="2625475" y="399827"/>
                  </a:cubicBezTo>
                  <a:cubicBezTo>
                    <a:pt x="2676563" y="399827"/>
                    <a:pt x="2702109" y="424837"/>
                    <a:pt x="2725913" y="447520"/>
                  </a:cubicBezTo>
                  <a:cubicBezTo>
                    <a:pt x="2746233" y="466859"/>
                    <a:pt x="2764773" y="484862"/>
                    <a:pt x="2797875" y="489061"/>
                  </a:cubicBezTo>
                  <a:lnTo>
                    <a:pt x="2812992" y="489978"/>
                  </a:lnTo>
                  <a:lnTo>
                    <a:pt x="2828318" y="489061"/>
                  </a:lnTo>
                  <a:cubicBezTo>
                    <a:pt x="2861804" y="484862"/>
                    <a:pt x="2880408" y="466859"/>
                    <a:pt x="2901235" y="447520"/>
                  </a:cubicBezTo>
                  <a:cubicBezTo>
                    <a:pt x="2912185" y="436887"/>
                    <a:pt x="2923613" y="425744"/>
                    <a:pt x="2937867" y="416904"/>
                  </a:cubicBezTo>
                  <a:lnTo>
                    <a:pt x="2957425" y="407715"/>
                  </a:lnTo>
                  <a:lnTo>
                    <a:pt x="2957425" y="428995"/>
                  </a:lnTo>
                  <a:lnTo>
                    <a:pt x="2944727" y="433626"/>
                  </a:lnTo>
                  <a:cubicBezTo>
                    <a:pt x="2933399" y="441025"/>
                    <a:pt x="2923652" y="450392"/>
                    <a:pt x="2913429" y="460316"/>
                  </a:cubicBezTo>
                  <a:cubicBezTo>
                    <a:pt x="2891112" y="481581"/>
                    <a:pt x="2867269" y="504380"/>
                    <a:pt x="2822285" y="507147"/>
                  </a:cubicBezTo>
                  <a:lnTo>
                    <a:pt x="2812992" y="507427"/>
                  </a:lnTo>
                  <a:lnTo>
                    <a:pt x="2803817" y="507147"/>
                  </a:lnTo>
                  <a:cubicBezTo>
                    <a:pt x="2759309" y="504380"/>
                    <a:pt x="2735489" y="481581"/>
                    <a:pt x="2713719" y="460316"/>
                  </a:cubicBezTo>
                  <a:cubicBezTo>
                    <a:pt x="2689916" y="438214"/>
                    <a:pt x="2669016" y="417857"/>
                    <a:pt x="2625475" y="417857"/>
                  </a:cubicBezTo>
                  <a:cubicBezTo>
                    <a:pt x="2582521" y="417857"/>
                    <a:pt x="2561615" y="437632"/>
                    <a:pt x="2538398" y="460316"/>
                  </a:cubicBezTo>
                  <a:cubicBezTo>
                    <a:pt x="2516079" y="481581"/>
                    <a:pt x="2492239" y="504380"/>
                    <a:pt x="2447253" y="507147"/>
                  </a:cubicBezTo>
                  <a:lnTo>
                    <a:pt x="2437959" y="507427"/>
                  </a:lnTo>
                  <a:lnTo>
                    <a:pt x="2428768" y="507147"/>
                  </a:lnTo>
                  <a:cubicBezTo>
                    <a:pt x="2384205" y="504380"/>
                    <a:pt x="2360364" y="481581"/>
                    <a:pt x="2338559" y="460316"/>
                  </a:cubicBezTo>
                  <a:cubicBezTo>
                    <a:pt x="2318221" y="440977"/>
                    <a:pt x="2299203" y="422974"/>
                    <a:pt x="2265570" y="418776"/>
                  </a:cubicBezTo>
                  <a:lnTo>
                    <a:pt x="2250202" y="417857"/>
                  </a:lnTo>
                  <a:lnTo>
                    <a:pt x="2235078" y="418752"/>
                  </a:lnTo>
                  <a:cubicBezTo>
                    <a:pt x="2201989" y="422847"/>
                    <a:pt x="2183438" y="440468"/>
                    <a:pt x="2163119" y="460316"/>
                  </a:cubicBezTo>
                  <a:cubicBezTo>
                    <a:pt x="2140811" y="481581"/>
                    <a:pt x="2116959" y="504380"/>
                    <a:pt x="2071970" y="507147"/>
                  </a:cubicBezTo>
                  <a:lnTo>
                    <a:pt x="2062687" y="507427"/>
                  </a:lnTo>
                  <a:lnTo>
                    <a:pt x="2053502" y="507147"/>
                  </a:lnTo>
                  <a:cubicBezTo>
                    <a:pt x="2008993" y="504380"/>
                    <a:pt x="1985187" y="481581"/>
                    <a:pt x="1963418" y="460316"/>
                  </a:cubicBezTo>
                  <a:cubicBezTo>
                    <a:pt x="1943099" y="440977"/>
                    <a:pt x="1924106" y="422974"/>
                    <a:pt x="1890508" y="418776"/>
                  </a:cubicBezTo>
                  <a:lnTo>
                    <a:pt x="1875171" y="417857"/>
                  </a:lnTo>
                  <a:lnTo>
                    <a:pt x="1860044" y="418752"/>
                  </a:lnTo>
                  <a:cubicBezTo>
                    <a:pt x="1826946" y="422847"/>
                    <a:pt x="1808405" y="440468"/>
                    <a:pt x="1788085" y="460316"/>
                  </a:cubicBezTo>
                  <a:cubicBezTo>
                    <a:pt x="1765780" y="481581"/>
                    <a:pt x="1741925" y="504380"/>
                    <a:pt x="1696936" y="507147"/>
                  </a:cubicBezTo>
                  <a:lnTo>
                    <a:pt x="1687656" y="507427"/>
                  </a:lnTo>
                  <a:lnTo>
                    <a:pt x="1678456" y="507147"/>
                  </a:lnTo>
                  <a:cubicBezTo>
                    <a:pt x="1633891" y="504380"/>
                    <a:pt x="1610048" y="481581"/>
                    <a:pt x="1588259" y="460316"/>
                  </a:cubicBezTo>
                  <a:cubicBezTo>
                    <a:pt x="1567905" y="440977"/>
                    <a:pt x="1548904" y="422974"/>
                    <a:pt x="1515254" y="418776"/>
                  </a:cubicBezTo>
                  <a:lnTo>
                    <a:pt x="1499902" y="417857"/>
                  </a:lnTo>
                  <a:lnTo>
                    <a:pt x="1484938" y="418752"/>
                  </a:lnTo>
                  <a:cubicBezTo>
                    <a:pt x="1452117" y="422847"/>
                    <a:pt x="1433131" y="440468"/>
                    <a:pt x="1412811" y="460316"/>
                  </a:cubicBezTo>
                  <a:cubicBezTo>
                    <a:pt x="1389009" y="482999"/>
                    <a:pt x="1363465" y="507427"/>
                    <a:pt x="1312377" y="507427"/>
                  </a:cubicBezTo>
                  <a:cubicBezTo>
                    <a:pt x="1261869" y="507427"/>
                    <a:pt x="1236325" y="482999"/>
                    <a:pt x="1213103" y="460316"/>
                  </a:cubicBezTo>
                  <a:cubicBezTo>
                    <a:pt x="1192784" y="440977"/>
                    <a:pt x="1173800" y="422974"/>
                    <a:pt x="1140203" y="418776"/>
                  </a:cubicBezTo>
                  <a:lnTo>
                    <a:pt x="1124860" y="417857"/>
                  </a:lnTo>
                  <a:lnTo>
                    <a:pt x="1109907" y="418752"/>
                  </a:lnTo>
                  <a:cubicBezTo>
                    <a:pt x="1077083" y="422847"/>
                    <a:pt x="1058099" y="440468"/>
                    <a:pt x="1037780" y="460316"/>
                  </a:cubicBezTo>
                  <a:cubicBezTo>
                    <a:pt x="1014563" y="482999"/>
                    <a:pt x="988431" y="507427"/>
                    <a:pt x="937343" y="507427"/>
                  </a:cubicBezTo>
                  <a:cubicBezTo>
                    <a:pt x="887352" y="507427"/>
                    <a:pt x="861195" y="482999"/>
                    <a:pt x="837942" y="460316"/>
                  </a:cubicBezTo>
                  <a:cubicBezTo>
                    <a:pt x="817603" y="440977"/>
                    <a:pt x="798587" y="422974"/>
                    <a:pt x="764952" y="418776"/>
                  </a:cubicBezTo>
                  <a:lnTo>
                    <a:pt x="749586" y="417857"/>
                  </a:lnTo>
                  <a:lnTo>
                    <a:pt x="734638" y="418752"/>
                  </a:lnTo>
                  <a:cubicBezTo>
                    <a:pt x="701811" y="422847"/>
                    <a:pt x="682831" y="440468"/>
                    <a:pt x="662511" y="460316"/>
                  </a:cubicBezTo>
                  <a:cubicBezTo>
                    <a:pt x="639282" y="482999"/>
                    <a:pt x="613157" y="507427"/>
                    <a:pt x="562069" y="507427"/>
                  </a:cubicBezTo>
                  <a:cubicBezTo>
                    <a:pt x="512115" y="507427"/>
                    <a:pt x="485977" y="482999"/>
                    <a:pt x="462743" y="460316"/>
                  </a:cubicBezTo>
                  <a:cubicBezTo>
                    <a:pt x="439508" y="438214"/>
                    <a:pt x="418017" y="417857"/>
                    <a:pt x="375034" y="417857"/>
                  </a:cubicBezTo>
                  <a:cubicBezTo>
                    <a:pt x="332073" y="417857"/>
                    <a:pt x="310593" y="437632"/>
                    <a:pt x="287371" y="460316"/>
                  </a:cubicBezTo>
                  <a:cubicBezTo>
                    <a:pt x="264149" y="482999"/>
                    <a:pt x="238024" y="507427"/>
                    <a:pt x="187517" y="507427"/>
                  </a:cubicBezTo>
                  <a:cubicBezTo>
                    <a:pt x="137009" y="507427"/>
                    <a:pt x="111465" y="482999"/>
                    <a:pt x="87663" y="460316"/>
                  </a:cubicBezTo>
                  <a:cubicBezTo>
                    <a:pt x="64441" y="438214"/>
                    <a:pt x="42960" y="417857"/>
                    <a:pt x="0" y="417857"/>
                  </a:cubicBezTo>
                  <a:close/>
                  <a:moveTo>
                    <a:pt x="0" y="299931"/>
                  </a:moveTo>
                  <a:cubicBezTo>
                    <a:pt x="50507" y="299931"/>
                    <a:pt x="76632" y="324917"/>
                    <a:pt x="99855" y="347579"/>
                  </a:cubicBezTo>
                  <a:cubicBezTo>
                    <a:pt x="123076" y="369660"/>
                    <a:pt x="144556" y="389998"/>
                    <a:pt x="187517" y="389998"/>
                  </a:cubicBezTo>
                  <a:cubicBezTo>
                    <a:pt x="230477" y="389998"/>
                    <a:pt x="251957" y="369660"/>
                    <a:pt x="275179" y="347579"/>
                  </a:cubicBezTo>
                  <a:cubicBezTo>
                    <a:pt x="298982" y="324917"/>
                    <a:pt x="324526" y="299931"/>
                    <a:pt x="375034" y="299931"/>
                  </a:cubicBezTo>
                  <a:cubicBezTo>
                    <a:pt x="425568" y="299931"/>
                    <a:pt x="451706" y="324917"/>
                    <a:pt x="474941" y="347579"/>
                  </a:cubicBezTo>
                  <a:cubicBezTo>
                    <a:pt x="498175" y="369660"/>
                    <a:pt x="519667" y="389998"/>
                    <a:pt x="562069" y="389998"/>
                  </a:cubicBezTo>
                  <a:cubicBezTo>
                    <a:pt x="605610" y="389998"/>
                    <a:pt x="627090" y="369660"/>
                    <a:pt x="650315" y="347579"/>
                  </a:cubicBezTo>
                  <a:cubicBezTo>
                    <a:pt x="672083" y="326334"/>
                    <a:pt x="696405" y="303045"/>
                    <a:pt x="740506" y="300217"/>
                  </a:cubicBezTo>
                  <a:lnTo>
                    <a:pt x="749586" y="299931"/>
                  </a:lnTo>
                  <a:lnTo>
                    <a:pt x="758889" y="300217"/>
                  </a:lnTo>
                  <a:cubicBezTo>
                    <a:pt x="803998" y="303045"/>
                    <a:pt x="828351" y="326334"/>
                    <a:pt x="850154" y="347579"/>
                  </a:cubicBezTo>
                  <a:cubicBezTo>
                    <a:pt x="873408" y="369660"/>
                    <a:pt x="894909" y="389998"/>
                    <a:pt x="937343" y="389998"/>
                  </a:cubicBezTo>
                  <a:cubicBezTo>
                    <a:pt x="980892" y="389998"/>
                    <a:pt x="1002368" y="369660"/>
                    <a:pt x="1025586" y="347579"/>
                  </a:cubicBezTo>
                  <a:cubicBezTo>
                    <a:pt x="1047357" y="326334"/>
                    <a:pt x="1071175" y="303045"/>
                    <a:pt x="1115684" y="300217"/>
                  </a:cubicBezTo>
                  <a:lnTo>
                    <a:pt x="1124860" y="299931"/>
                  </a:lnTo>
                  <a:lnTo>
                    <a:pt x="1134151" y="300217"/>
                  </a:lnTo>
                  <a:cubicBezTo>
                    <a:pt x="1179136" y="303045"/>
                    <a:pt x="1202980" y="326334"/>
                    <a:pt x="1225295" y="347579"/>
                  </a:cubicBezTo>
                  <a:cubicBezTo>
                    <a:pt x="1248517" y="369660"/>
                    <a:pt x="1270006" y="389998"/>
                    <a:pt x="1312377" y="389998"/>
                  </a:cubicBezTo>
                  <a:cubicBezTo>
                    <a:pt x="1355923" y="389998"/>
                    <a:pt x="1377398" y="369660"/>
                    <a:pt x="1400620" y="347579"/>
                  </a:cubicBezTo>
                  <a:cubicBezTo>
                    <a:pt x="1422391" y="326334"/>
                    <a:pt x="1446206" y="303045"/>
                    <a:pt x="1490715" y="300217"/>
                  </a:cubicBezTo>
                  <a:lnTo>
                    <a:pt x="1499902" y="299931"/>
                  </a:lnTo>
                  <a:lnTo>
                    <a:pt x="1509200" y="300217"/>
                  </a:lnTo>
                  <a:cubicBezTo>
                    <a:pt x="1554240" y="303045"/>
                    <a:pt x="1578118" y="326334"/>
                    <a:pt x="1600457" y="347579"/>
                  </a:cubicBezTo>
                  <a:cubicBezTo>
                    <a:pt x="1620811" y="366900"/>
                    <a:pt x="1639813" y="384887"/>
                    <a:pt x="1672675" y="389081"/>
                  </a:cubicBezTo>
                  <a:lnTo>
                    <a:pt x="1687656" y="389998"/>
                  </a:lnTo>
                  <a:lnTo>
                    <a:pt x="1702991" y="389081"/>
                  </a:lnTo>
                  <a:cubicBezTo>
                    <a:pt x="1736589" y="384887"/>
                    <a:pt x="1755583" y="366900"/>
                    <a:pt x="1775902" y="347579"/>
                  </a:cubicBezTo>
                  <a:cubicBezTo>
                    <a:pt x="1797671" y="326334"/>
                    <a:pt x="1821477" y="303045"/>
                    <a:pt x="1865985" y="300217"/>
                  </a:cubicBezTo>
                  <a:lnTo>
                    <a:pt x="1875171" y="299931"/>
                  </a:lnTo>
                  <a:lnTo>
                    <a:pt x="1884453" y="300217"/>
                  </a:lnTo>
                  <a:cubicBezTo>
                    <a:pt x="1929442" y="303045"/>
                    <a:pt x="1953295" y="326334"/>
                    <a:pt x="1975602" y="347579"/>
                  </a:cubicBezTo>
                  <a:cubicBezTo>
                    <a:pt x="1995922" y="366900"/>
                    <a:pt x="2014463" y="384887"/>
                    <a:pt x="2047561" y="389081"/>
                  </a:cubicBezTo>
                  <a:lnTo>
                    <a:pt x="2062687" y="389998"/>
                  </a:lnTo>
                  <a:lnTo>
                    <a:pt x="2078025" y="389081"/>
                  </a:lnTo>
                  <a:cubicBezTo>
                    <a:pt x="2111623" y="384887"/>
                    <a:pt x="2130614" y="366900"/>
                    <a:pt x="2150933" y="347579"/>
                  </a:cubicBezTo>
                  <a:cubicBezTo>
                    <a:pt x="2172701" y="326334"/>
                    <a:pt x="2196510" y="303045"/>
                    <a:pt x="2241019" y="300217"/>
                  </a:cubicBezTo>
                  <a:lnTo>
                    <a:pt x="2250202" y="299931"/>
                  </a:lnTo>
                  <a:lnTo>
                    <a:pt x="2259500" y="300217"/>
                  </a:lnTo>
                  <a:cubicBezTo>
                    <a:pt x="2304545" y="303045"/>
                    <a:pt x="2328421" y="326334"/>
                    <a:pt x="2350772" y="347579"/>
                  </a:cubicBezTo>
                  <a:cubicBezTo>
                    <a:pt x="2371110" y="366900"/>
                    <a:pt x="2389675" y="384887"/>
                    <a:pt x="2422815" y="389081"/>
                  </a:cubicBezTo>
                  <a:lnTo>
                    <a:pt x="2437959" y="389998"/>
                  </a:lnTo>
                  <a:lnTo>
                    <a:pt x="2453275" y="389081"/>
                  </a:lnTo>
                  <a:cubicBezTo>
                    <a:pt x="2486774" y="384887"/>
                    <a:pt x="2505375" y="366900"/>
                    <a:pt x="2526203" y="347579"/>
                  </a:cubicBezTo>
                  <a:cubicBezTo>
                    <a:pt x="2549424" y="324917"/>
                    <a:pt x="2574968" y="299931"/>
                    <a:pt x="2625475" y="299931"/>
                  </a:cubicBezTo>
                  <a:cubicBezTo>
                    <a:pt x="2676563" y="299931"/>
                    <a:pt x="2702109" y="324917"/>
                    <a:pt x="2725913" y="347579"/>
                  </a:cubicBezTo>
                  <a:cubicBezTo>
                    <a:pt x="2746233" y="366900"/>
                    <a:pt x="2764773" y="384887"/>
                    <a:pt x="2797875" y="389081"/>
                  </a:cubicBezTo>
                  <a:lnTo>
                    <a:pt x="2812992" y="389998"/>
                  </a:lnTo>
                  <a:lnTo>
                    <a:pt x="2828318" y="389081"/>
                  </a:lnTo>
                  <a:cubicBezTo>
                    <a:pt x="2861804" y="384887"/>
                    <a:pt x="2880408" y="366900"/>
                    <a:pt x="2901235" y="347579"/>
                  </a:cubicBezTo>
                  <a:cubicBezTo>
                    <a:pt x="2912182" y="336956"/>
                    <a:pt x="2923608" y="325823"/>
                    <a:pt x="2937862" y="316992"/>
                  </a:cubicBezTo>
                  <a:lnTo>
                    <a:pt x="2957425" y="307808"/>
                  </a:lnTo>
                  <a:lnTo>
                    <a:pt x="2957425" y="329243"/>
                  </a:lnTo>
                  <a:lnTo>
                    <a:pt x="2944722" y="333940"/>
                  </a:lnTo>
                  <a:cubicBezTo>
                    <a:pt x="2933394" y="341376"/>
                    <a:pt x="2923649" y="350702"/>
                    <a:pt x="2913429" y="360363"/>
                  </a:cubicBezTo>
                  <a:cubicBezTo>
                    <a:pt x="2891112" y="381609"/>
                    <a:pt x="2867269" y="404897"/>
                    <a:pt x="2822285" y="407725"/>
                  </a:cubicBezTo>
                  <a:lnTo>
                    <a:pt x="2812992" y="408012"/>
                  </a:lnTo>
                  <a:lnTo>
                    <a:pt x="2803817" y="407725"/>
                  </a:lnTo>
                  <a:cubicBezTo>
                    <a:pt x="2759309" y="404897"/>
                    <a:pt x="2735489" y="381609"/>
                    <a:pt x="2713719" y="360363"/>
                  </a:cubicBezTo>
                  <a:cubicBezTo>
                    <a:pt x="2689916" y="338282"/>
                    <a:pt x="2669016" y="317944"/>
                    <a:pt x="2625475" y="317944"/>
                  </a:cubicBezTo>
                  <a:cubicBezTo>
                    <a:pt x="2582521" y="317944"/>
                    <a:pt x="2561615" y="338282"/>
                    <a:pt x="2538398" y="360363"/>
                  </a:cubicBezTo>
                  <a:cubicBezTo>
                    <a:pt x="2516079" y="381609"/>
                    <a:pt x="2492239" y="404897"/>
                    <a:pt x="2447253" y="407725"/>
                  </a:cubicBezTo>
                  <a:lnTo>
                    <a:pt x="2437959" y="408012"/>
                  </a:lnTo>
                  <a:lnTo>
                    <a:pt x="2428768" y="407725"/>
                  </a:lnTo>
                  <a:cubicBezTo>
                    <a:pt x="2384205" y="404897"/>
                    <a:pt x="2360364" y="381609"/>
                    <a:pt x="2338559" y="360363"/>
                  </a:cubicBezTo>
                  <a:cubicBezTo>
                    <a:pt x="2318221" y="341042"/>
                    <a:pt x="2299203" y="323056"/>
                    <a:pt x="2265570" y="318861"/>
                  </a:cubicBezTo>
                  <a:lnTo>
                    <a:pt x="2250202" y="317944"/>
                  </a:lnTo>
                  <a:lnTo>
                    <a:pt x="2235078" y="318861"/>
                  </a:lnTo>
                  <a:cubicBezTo>
                    <a:pt x="2201989" y="323056"/>
                    <a:pt x="2183438" y="341042"/>
                    <a:pt x="2163119" y="360363"/>
                  </a:cubicBezTo>
                  <a:cubicBezTo>
                    <a:pt x="2140811" y="381609"/>
                    <a:pt x="2116959" y="404897"/>
                    <a:pt x="2071970" y="407725"/>
                  </a:cubicBezTo>
                  <a:lnTo>
                    <a:pt x="2062687" y="408012"/>
                  </a:lnTo>
                  <a:lnTo>
                    <a:pt x="2053502" y="407725"/>
                  </a:lnTo>
                  <a:cubicBezTo>
                    <a:pt x="2008993" y="404897"/>
                    <a:pt x="1985187" y="381609"/>
                    <a:pt x="1963418" y="360363"/>
                  </a:cubicBezTo>
                  <a:cubicBezTo>
                    <a:pt x="1943099" y="341042"/>
                    <a:pt x="1924106" y="323056"/>
                    <a:pt x="1890508" y="318861"/>
                  </a:cubicBezTo>
                  <a:lnTo>
                    <a:pt x="1875171" y="317944"/>
                  </a:lnTo>
                  <a:lnTo>
                    <a:pt x="1860044" y="318861"/>
                  </a:lnTo>
                  <a:cubicBezTo>
                    <a:pt x="1826946" y="323056"/>
                    <a:pt x="1808405" y="341042"/>
                    <a:pt x="1788085" y="360363"/>
                  </a:cubicBezTo>
                  <a:cubicBezTo>
                    <a:pt x="1765780" y="381609"/>
                    <a:pt x="1741925" y="404897"/>
                    <a:pt x="1696936" y="407725"/>
                  </a:cubicBezTo>
                  <a:lnTo>
                    <a:pt x="1687656" y="408012"/>
                  </a:lnTo>
                  <a:lnTo>
                    <a:pt x="1678456" y="407725"/>
                  </a:lnTo>
                  <a:cubicBezTo>
                    <a:pt x="1633891" y="404897"/>
                    <a:pt x="1610048" y="381609"/>
                    <a:pt x="1588259" y="360363"/>
                  </a:cubicBezTo>
                  <a:cubicBezTo>
                    <a:pt x="1567905" y="341042"/>
                    <a:pt x="1548904" y="323056"/>
                    <a:pt x="1515254" y="318861"/>
                  </a:cubicBezTo>
                  <a:lnTo>
                    <a:pt x="1499902" y="317944"/>
                  </a:lnTo>
                  <a:lnTo>
                    <a:pt x="1484938" y="318861"/>
                  </a:lnTo>
                  <a:cubicBezTo>
                    <a:pt x="1452117" y="323056"/>
                    <a:pt x="1433131" y="341042"/>
                    <a:pt x="1412811" y="360363"/>
                  </a:cubicBezTo>
                  <a:cubicBezTo>
                    <a:pt x="1389009" y="383025"/>
                    <a:pt x="1363465" y="408012"/>
                    <a:pt x="1312377" y="408012"/>
                  </a:cubicBezTo>
                  <a:cubicBezTo>
                    <a:pt x="1261869" y="408012"/>
                    <a:pt x="1236325" y="383025"/>
                    <a:pt x="1213103" y="360363"/>
                  </a:cubicBezTo>
                  <a:cubicBezTo>
                    <a:pt x="1192784" y="341042"/>
                    <a:pt x="1173800" y="323056"/>
                    <a:pt x="1140203" y="318861"/>
                  </a:cubicBezTo>
                  <a:lnTo>
                    <a:pt x="1124860" y="317944"/>
                  </a:lnTo>
                  <a:lnTo>
                    <a:pt x="1109907" y="318861"/>
                  </a:lnTo>
                  <a:cubicBezTo>
                    <a:pt x="1077083" y="323056"/>
                    <a:pt x="1058099" y="341042"/>
                    <a:pt x="1037780" y="360363"/>
                  </a:cubicBezTo>
                  <a:cubicBezTo>
                    <a:pt x="1014563" y="383025"/>
                    <a:pt x="988431" y="408012"/>
                    <a:pt x="937343" y="408012"/>
                  </a:cubicBezTo>
                  <a:cubicBezTo>
                    <a:pt x="887352" y="408012"/>
                    <a:pt x="861195" y="383025"/>
                    <a:pt x="837942" y="360363"/>
                  </a:cubicBezTo>
                  <a:cubicBezTo>
                    <a:pt x="817603" y="341042"/>
                    <a:pt x="798587" y="323056"/>
                    <a:pt x="764952" y="318861"/>
                  </a:cubicBezTo>
                  <a:lnTo>
                    <a:pt x="749586" y="317944"/>
                  </a:lnTo>
                  <a:lnTo>
                    <a:pt x="734638" y="318861"/>
                  </a:lnTo>
                  <a:cubicBezTo>
                    <a:pt x="701811" y="323056"/>
                    <a:pt x="682831" y="341042"/>
                    <a:pt x="662511" y="360363"/>
                  </a:cubicBezTo>
                  <a:cubicBezTo>
                    <a:pt x="639282" y="383025"/>
                    <a:pt x="613157" y="408012"/>
                    <a:pt x="562069" y="408012"/>
                  </a:cubicBezTo>
                  <a:cubicBezTo>
                    <a:pt x="512115" y="408012"/>
                    <a:pt x="485977" y="383025"/>
                    <a:pt x="462743" y="360363"/>
                  </a:cubicBezTo>
                  <a:cubicBezTo>
                    <a:pt x="439508" y="338282"/>
                    <a:pt x="418017" y="317944"/>
                    <a:pt x="375034" y="317944"/>
                  </a:cubicBezTo>
                  <a:cubicBezTo>
                    <a:pt x="332073" y="317944"/>
                    <a:pt x="310593" y="338282"/>
                    <a:pt x="287371" y="360363"/>
                  </a:cubicBezTo>
                  <a:cubicBezTo>
                    <a:pt x="264149" y="383025"/>
                    <a:pt x="238024" y="408012"/>
                    <a:pt x="187517" y="408012"/>
                  </a:cubicBezTo>
                  <a:cubicBezTo>
                    <a:pt x="137009" y="408012"/>
                    <a:pt x="111465" y="383025"/>
                    <a:pt x="87663" y="360363"/>
                  </a:cubicBezTo>
                  <a:cubicBezTo>
                    <a:pt x="64441" y="338282"/>
                    <a:pt x="42960" y="317944"/>
                    <a:pt x="0" y="317944"/>
                  </a:cubicBezTo>
                  <a:close/>
                  <a:moveTo>
                    <a:pt x="0" y="200515"/>
                  </a:moveTo>
                  <a:cubicBezTo>
                    <a:pt x="50507" y="200515"/>
                    <a:pt x="76632" y="225469"/>
                    <a:pt x="99855" y="247521"/>
                  </a:cubicBezTo>
                  <a:cubicBezTo>
                    <a:pt x="123076" y="270154"/>
                    <a:pt x="144556" y="289884"/>
                    <a:pt x="187517" y="289884"/>
                  </a:cubicBezTo>
                  <a:cubicBezTo>
                    <a:pt x="230477" y="289884"/>
                    <a:pt x="251957" y="270154"/>
                    <a:pt x="275179" y="247521"/>
                  </a:cubicBezTo>
                  <a:cubicBezTo>
                    <a:pt x="298982" y="225469"/>
                    <a:pt x="324526" y="200515"/>
                    <a:pt x="375034" y="200515"/>
                  </a:cubicBezTo>
                  <a:cubicBezTo>
                    <a:pt x="425568" y="200515"/>
                    <a:pt x="451706" y="225469"/>
                    <a:pt x="474941" y="247521"/>
                  </a:cubicBezTo>
                  <a:cubicBezTo>
                    <a:pt x="498175" y="270154"/>
                    <a:pt x="519667" y="289884"/>
                    <a:pt x="562069" y="289884"/>
                  </a:cubicBezTo>
                  <a:cubicBezTo>
                    <a:pt x="605610" y="289884"/>
                    <a:pt x="627090" y="270154"/>
                    <a:pt x="650315" y="247521"/>
                  </a:cubicBezTo>
                  <a:cubicBezTo>
                    <a:pt x="672083" y="226847"/>
                    <a:pt x="696405" y="203623"/>
                    <a:pt x="740506" y="200801"/>
                  </a:cubicBezTo>
                  <a:lnTo>
                    <a:pt x="749586" y="200515"/>
                  </a:lnTo>
                  <a:lnTo>
                    <a:pt x="758889" y="200801"/>
                  </a:lnTo>
                  <a:cubicBezTo>
                    <a:pt x="803998" y="203623"/>
                    <a:pt x="828351" y="226847"/>
                    <a:pt x="850154" y="247521"/>
                  </a:cubicBezTo>
                  <a:cubicBezTo>
                    <a:pt x="873408" y="270154"/>
                    <a:pt x="894909" y="289884"/>
                    <a:pt x="937343" y="289884"/>
                  </a:cubicBezTo>
                  <a:cubicBezTo>
                    <a:pt x="980892" y="289884"/>
                    <a:pt x="1002368" y="270154"/>
                    <a:pt x="1025586" y="247521"/>
                  </a:cubicBezTo>
                  <a:cubicBezTo>
                    <a:pt x="1047357" y="226847"/>
                    <a:pt x="1071175" y="203623"/>
                    <a:pt x="1115684" y="200801"/>
                  </a:cubicBezTo>
                  <a:lnTo>
                    <a:pt x="1124860" y="200515"/>
                  </a:lnTo>
                  <a:lnTo>
                    <a:pt x="1134151" y="200801"/>
                  </a:lnTo>
                  <a:cubicBezTo>
                    <a:pt x="1179136" y="203623"/>
                    <a:pt x="1202980" y="226847"/>
                    <a:pt x="1225295" y="247521"/>
                  </a:cubicBezTo>
                  <a:cubicBezTo>
                    <a:pt x="1248517" y="270154"/>
                    <a:pt x="1270006" y="289884"/>
                    <a:pt x="1312377" y="289884"/>
                  </a:cubicBezTo>
                  <a:cubicBezTo>
                    <a:pt x="1355923" y="289884"/>
                    <a:pt x="1377398" y="270154"/>
                    <a:pt x="1400620" y="247521"/>
                  </a:cubicBezTo>
                  <a:cubicBezTo>
                    <a:pt x="1422391" y="226847"/>
                    <a:pt x="1446206" y="203623"/>
                    <a:pt x="1490715" y="200801"/>
                  </a:cubicBezTo>
                  <a:lnTo>
                    <a:pt x="1499902" y="200515"/>
                  </a:lnTo>
                  <a:lnTo>
                    <a:pt x="1509200" y="200801"/>
                  </a:lnTo>
                  <a:cubicBezTo>
                    <a:pt x="1554240" y="203623"/>
                    <a:pt x="1578118" y="226847"/>
                    <a:pt x="1600457" y="247521"/>
                  </a:cubicBezTo>
                  <a:cubicBezTo>
                    <a:pt x="1620811" y="267325"/>
                    <a:pt x="1639813" y="284906"/>
                    <a:pt x="1672675" y="288993"/>
                  </a:cubicBezTo>
                  <a:lnTo>
                    <a:pt x="1687656" y="289884"/>
                  </a:lnTo>
                  <a:lnTo>
                    <a:pt x="1702991" y="288993"/>
                  </a:lnTo>
                  <a:cubicBezTo>
                    <a:pt x="1736589" y="284906"/>
                    <a:pt x="1755583" y="267325"/>
                    <a:pt x="1775902" y="247521"/>
                  </a:cubicBezTo>
                  <a:cubicBezTo>
                    <a:pt x="1797671" y="226847"/>
                    <a:pt x="1821477" y="203623"/>
                    <a:pt x="1865985" y="200801"/>
                  </a:cubicBezTo>
                  <a:lnTo>
                    <a:pt x="1875171" y="200515"/>
                  </a:lnTo>
                  <a:lnTo>
                    <a:pt x="1884453" y="200801"/>
                  </a:lnTo>
                  <a:cubicBezTo>
                    <a:pt x="1929442" y="203623"/>
                    <a:pt x="1953295" y="226847"/>
                    <a:pt x="1975602" y="247521"/>
                  </a:cubicBezTo>
                  <a:cubicBezTo>
                    <a:pt x="1995922" y="267325"/>
                    <a:pt x="2014463" y="284906"/>
                    <a:pt x="2047561" y="288993"/>
                  </a:cubicBezTo>
                  <a:lnTo>
                    <a:pt x="2062687" y="289884"/>
                  </a:lnTo>
                  <a:lnTo>
                    <a:pt x="2078025" y="288993"/>
                  </a:lnTo>
                  <a:cubicBezTo>
                    <a:pt x="2111623" y="284906"/>
                    <a:pt x="2130614" y="267325"/>
                    <a:pt x="2150933" y="247521"/>
                  </a:cubicBezTo>
                  <a:cubicBezTo>
                    <a:pt x="2172701" y="226847"/>
                    <a:pt x="2196510" y="203623"/>
                    <a:pt x="2241019" y="200801"/>
                  </a:cubicBezTo>
                  <a:lnTo>
                    <a:pt x="2250202" y="200515"/>
                  </a:lnTo>
                  <a:lnTo>
                    <a:pt x="2259500" y="200801"/>
                  </a:lnTo>
                  <a:cubicBezTo>
                    <a:pt x="2304545" y="203623"/>
                    <a:pt x="2328421" y="226847"/>
                    <a:pt x="2350772" y="247521"/>
                  </a:cubicBezTo>
                  <a:cubicBezTo>
                    <a:pt x="2371110" y="267325"/>
                    <a:pt x="2389675" y="284906"/>
                    <a:pt x="2422815" y="288993"/>
                  </a:cubicBezTo>
                  <a:lnTo>
                    <a:pt x="2437959" y="289884"/>
                  </a:lnTo>
                  <a:lnTo>
                    <a:pt x="2453275" y="288993"/>
                  </a:lnTo>
                  <a:cubicBezTo>
                    <a:pt x="2486774" y="284906"/>
                    <a:pt x="2505375" y="267325"/>
                    <a:pt x="2526203" y="247521"/>
                  </a:cubicBezTo>
                  <a:cubicBezTo>
                    <a:pt x="2549424" y="225469"/>
                    <a:pt x="2574968" y="200515"/>
                    <a:pt x="2625475" y="200515"/>
                  </a:cubicBezTo>
                  <a:cubicBezTo>
                    <a:pt x="2676563" y="200515"/>
                    <a:pt x="2702109" y="225469"/>
                    <a:pt x="2725913" y="247521"/>
                  </a:cubicBezTo>
                  <a:cubicBezTo>
                    <a:pt x="2746233" y="267325"/>
                    <a:pt x="2764773" y="284906"/>
                    <a:pt x="2797875" y="288993"/>
                  </a:cubicBezTo>
                  <a:lnTo>
                    <a:pt x="2812992" y="289884"/>
                  </a:lnTo>
                  <a:lnTo>
                    <a:pt x="2828318" y="288993"/>
                  </a:lnTo>
                  <a:cubicBezTo>
                    <a:pt x="2861804" y="284906"/>
                    <a:pt x="2880408" y="267325"/>
                    <a:pt x="2901235" y="247521"/>
                  </a:cubicBezTo>
                  <a:cubicBezTo>
                    <a:pt x="2912179" y="237184"/>
                    <a:pt x="2923604" y="226210"/>
                    <a:pt x="2937856" y="217467"/>
                  </a:cubicBezTo>
                  <a:lnTo>
                    <a:pt x="2957425" y="208352"/>
                  </a:lnTo>
                  <a:lnTo>
                    <a:pt x="2957425" y="229614"/>
                  </a:lnTo>
                  <a:lnTo>
                    <a:pt x="2944716" y="234239"/>
                  </a:lnTo>
                  <a:cubicBezTo>
                    <a:pt x="2933390" y="241621"/>
                    <a:pt x="2923646" y="250967"/>
                    <a:pt x="2913429" y="260868"/>
                  </a:cubicBezTo>
                  <a:cubicBezTo>
                    <a:pt x="2891112" y="282087"/>
                    <a:pt x="2867269" y="304834"/>
                    <a:pt x="2822285" y="307595"/>
                  </a:cubicBezTo>
                  <a:lnTo>
                    <a:pt x="2812992" y="307874"/>
                  </a:lnTo>
                  <a:lnTo>
                    <a:pt x="2803817" y="307595"/>
                  </a:lnTo>
                  <a:cubicBezTo>
                    <a:pt x="2759309" y="304834"/>
                    <a:pt x="2735489" y="282087"/>
                    <a:pt x="2713719" y="260868"/>
                  </a:cubicBezTo>
                  <a:cubicBezTo>
                    <a:pt x="2689916" y="238236"/>
                    <a:pt x="2669016" y="218505"/>
                    <a:pt x="2625475" y="218505"/>
                  </a:cubicBezTo>
                  <a:cubicBezTo>
                    <a:pt x="2582521" y="218505"/>
                    <a:pt x="2561615" y="238236"/>
                    <a:pt x="2538398" y="260868"/>
                  </a:cubicBezTo>
                  <a:cubicBezTo>
                    <a:pt x="2516079" y="282087"/>
                    <a:pt x="2492239" y="304834"/>
                    <a:pt x="2447253" y="307595"/>
                  </a:cubicBezTo>
                  <a:lnTo>
                    <a:pt x="2437959" y="307874"/>
                  </a:lnTo>
                  <a:lnTo>
                    <a:pt x="2428768" y="307595"/>
                  </a:lnTo>
                  <a:cubicBezTo>
                    <a:pt x="2384205" y="304834"/>
                    <a:pt x="2360364" y="282087"/>
                    <a:pt x="2338559" y="260868"/>
                  </a:cubicBezTo>
                  <a:cubicBezTo>
                    <a:pt x="2318221" y="241065"/>
                    <a:pt x="2299203" y="223483"/>
                    <a:pt x="2265570" y="219397"/>
                  </a:cubicBezTo>
                  <a:lnTo>
                    <a:pt x="2250202" y="218505"/>
                  </a:lnTo>
                  <a:lnTo>
                    <a:pt x="2235078" y="219397"/>
                  </a:lnTo>
                  <a:cubicBezTo>
                    <a:pt x="2201989" y="223483"/>
                    <a:pt x="2183438" y="241065"/>
                    <a:pt x="2163119" y="260868"/>
                  </a:cubicBezTo>
                  <a:cubicBezTo>
                    <a:pt x="2140811" y="282087"/>
                    <a:pt x="2116959" y="304834"/>
                    <a:pt x="2071970" y="307595"/>
                  </a:cubicBezTo>
                  <a:lnTo>
                    <a:pt x="2062687" y="307874"/>
                  </a:lnTo>
                  <a:lnTo>
                    <a:pt x="2053502" y="307595"/>
                  </a:lnTo>
                  <a:cubicBezTo>
                    <a:pt x="2008993" y="304834"/>
                    <a:pt x="1985187" y="282087"/>
                    <a:pt x="1963418" y="260868"/>
                  </a:cubicBezTo>
                  <a:cubicBezTo>
                    <a:pt x="1943099" y="241065"/>
                    <a:pt x="1924106" y="223483"/>
                    <a:pt x="1890508" y="219397"/>
                  </a:cubicBezTo>
                  <a:lnTo>
                    <a:pt x="1875171" y="218505"/>
                  </a:lnTo>
                  <a:lnTo>
                    <a:pt x="1860044" y="219397"/>
                  </a:lnTo>
                  <a:cubicBezTo>
                    <a:pt x="1826946" y="223483"/>
                    <a:pt x="1808405" y="241065"/>
                    <a:pt x="1788085" y="260868"/>
                  </a:cubicBezTo>
                  <a:cubicBezTo>
                    <a:pt x="1765780" y="282087"/>
                    <a:pt x="1741925" y="304834"/>
                    <a:pt x="1696936" y="307595"/>
                  </a:cubicBezTo>
                  <a:lnTo>
                    <a:pt x="1687656" y="307874"/>
                  </a:lnTo>
                  <a:lnTo>
                    <a:pt x="1678456" y="307595"/>
                  </a:lnTo>
                  <a:cubicBezTo>
                    <a:pt x="1633891" y="304834"/>
                    <a:pt x="1610048" y="282087"/>
                    <a:pt x="1588259" y="260868"/>
                  </a:cubicBezTo>
                  <a:cubicBezTo>
                    <a:pt x="1567905" y="241065"/>
                    <a:pt x="1548904" y="223483"/>
                    <a:pt x="1515254" y="219397"/>
                  </a:cubicBezTo>
                  <a:lnTo>
                    <a:pt x="1499902" y="218505"/>
                  </a:lnTo>
                  <a:lnTo>
                    <a:pt x="1484938" y="219397"/>
                  </a:lnTo>
                  <a:cubicBezTo>
                    <a:pt x="1452117" y="223483"/>
                    <a:pt x="1433131" y="241065"/>
                    <a:pt x="1412811" y="260868"/>
                  </a:cubicBezTo>
                  <a:cubicBezTo>
                    <a:pt x="1389009" y="283501"/>
                    <a:pt x="1363465" y="307874"/>
                    <a:pt x="1312377" y="307874"/>
                  </a:cubicBezTo>
                  <a:cubicBezTo>
                    <a:pt x="1261869" y="307874"/>
                    <a:pt x="1236325" y="283501"/>
                    <a:pt x="1213103" y="260868"/>
                  </a:cubicBezTo>
                  <a:cubicBezTo>
                    <a:pt x="1192784" y="241065"/>
                    <a:pt x="1173800" y="223483"/>
                    <a:pt x="1140203" y="219397"/>
                  </a:cubicBezTo>
                  <a:lnTo>
                    <a:pt x="1124860" y="218505"/>
                  </a:lnTo>
                  <a:lnTo>
                    <a:pt x="1109907" y="219397"/>
                  </a:lnTo>
                  <a:cubicBezTo>
                    <a:pt x="1077083" y="223483"/>
                    <a:pt x="1058099" y="241065"/>
                    <a:pt x="1037780" y="260868"/>
                  </a:cubicBezTo>
                  <a:cubicBezTo>
                    <a:pt x="1014563" y="283501"/>
                    <a:pt x="988431" y="307874"/>
                    <a:pt x="937343" y="307874"/>
                  </a:cubicBezTo>
                  <a:cubicBezTo>
                    <a:pt x="887352" y="307874"/>
                    <a:pt x="861195" y="283501"/>
                    <a:pt x="837942" y="260868"/>
                  </a:cubicBezTo>
                  <a:cubicBezTo>
                    <a:pt x="817603" y="241065"/>
                    <a:pt x="798587" y="223483"/>
                    <a:pt x="764952" y="219397"/>
                  </a:cubicBezTo>
                  <a:lnTo>
                    <a:pt x="749586" y="218505"/>
                  </a:lnTo>
                  <a:lnTo>
                    <a:pt x="734638" y="219397"/>
                  </a:lnTo>
                  <a:cubicBezTo>
                    <a:pt x="701811" y="223483"/>
                    <a:pt x="682831" y="241065"/>
                    <a:pt x="662511" y="260868"/>
                  </a:cubicBezTo>
                  <a:cubicBezTo>
                    <a:pt x="639282" y="283501"/>
                    <a:pt x="613157" y="307874"/>
                    <a:pt x="562069" y="307874"/>
                  </a:cubicBezTo>
                  <a:cubicBezTo>
                    <a:pt x="512115" y="307874"/>
                    <a:pt x="485977" y="283501"/>
                    <a:pt x="462743" y="260868"/>
                  </a:cubicBezTo>
                  <a:cubicBezTo>
                    <a:pt x="439508" y="238236"/>
                    <a:pt x="418017" y="218505"/>
                    <a:pt x="375034" y="218505"/>
                  </a:cubicBezTo>
                  <a:cubicBezTo>
                    <a:pt x="332073" y="218505"/>
                    <a:pt x="310593" y="238236"/>
                    <a:pt x="287371" y="260868"/>
                  </a:cubicBezTo>
                  <a:cubicBezTo>
                    <a:pt x="264149" y="283501"/>
                    <a:pt x="238024" y="307874"/>
                    <a:pt x="187517" y="307874"/>
                  </a:cubicBezTo>
                  <a:cubicBezTo>
                    <a:pt x="137009" y="307874"/>
                    <a:pt x="111465" y="283501"/>
                    <a:pt x="87663" y="260868"/>
                  </a:cubicBezTo>
                  <a:cubicBezTo>
                    <a:pt x="64441" y="238236"/>
                    <a:pt x="42960" y="218505"/>
                    <a:pt x="0" y="218505"/>
                  </a:cubicBezTo>
                  <a:close/>
                  <a:moveTo>
                    <a:pt x="0" y="99897"/>
                  </a:moveTo>
                  <a:cubicBezTo>
                    <a:pt x="50507" y="99897"/>
                    <a:pt x="76632" y="124325"/>
                    <a:pt x="99855" y="147008"/>
                  </a:cubicBezTo>
                  <a:cubicBezTo>
                    <a:pt x="123076" y="169691"/>
                    <a:pt x="144556" y="189466"/>
                    <a:pt x="187517" y="189466"/>
                  </a:cubicBezTo>
                  <a:cubicBezTo>
                    <a:pt x="230477" y="189466"/>
                    <a:pt x="251957" y="169691"/>
                    <a:pt x="275179" y="147008"/>
                  </a:cubicBezTo>
                  <a:cubicBezTo>
                    <a:pt x="298982" y="124906"/>
                    <a:pt x="324526" y="99897"/>
                    <a:pt x="375034" y="99897"/>
                  </a:cubicBezTo>
                  <a:cubicBezTo>
                    <a:pt x="425568" y="99897"/>
                    <a:pt x="451706" y="124325"/>
                    <a:pt x="474941" y="147008"/>
                  </a:cubicBezTo>
                  <a:cubicBezTo>
                    <a:pt x="498175" y="169691"/>
                    <a:pt x="519667" y="189466"/>
                    <a:pt x="562069" y="189466"/>
                  </a:cubicBezTo>
                  <a:cubicBezTo>
                    <a:pt x="605610" y="189466"/>
                    <a:pt x="627090" y="169691"/>
                    <a:pt x="650315" y="147008"/>
                  </a:cubicBezTo>
                  <a:cubicBezTo>
                    <a:pt x="672083" y="126288"/>
                    <a:pt x="696405" y="103012"/>
                    <a:pt x="740506" y="100183"/>
                  </a:cubicBezTo>
                  <a:lnTo>
                    <a:pt x="749586" y="99897"/>
                  </a:lnTo>
                  <a:lnTo>
                    <a:pt x="758889" y="100177"/>
                  </a:lnTo>
                  <a:cubicBezTo>
                    <a:pt x="803998" y="102944"/>
                    <a:pt x="828351" y="125742"/>
                    <a:pt x="850154" y="147008"/>
                  </a:cubicBezTo>
                  <a:cubicBezTo>
                    <a:pt x="873408" y="169691"/>
                    <a:pt x="894909" y="189466"/>
                    <a:pt x="937343" y="189466"/>
                  </a:cubicBezTo>
                  <a:cubicBezTo>
                    <a:pt x="980892" y="189466"/>
                    <a:pt x="1002368" y="169691"/>
                    <a:pt x="1025586" y="147008"/>
                  </a:cubicBezTo>
                  <a:cubicBezTo>
                    <a:pt x="1047357" y="126288"/>
                    <a:pt x="1071175" y="103012"/>
                    <a:pt x="1115684" y="100183"/>
                  </a:cubicBezTo>
                  <a:lnTo>
                    <a:pt x="1124860" y="99897"/>
                  </a:lnTo>
                  <a:lnTo>
                    <a:pt x="1134151" y="100177"/>
                  </a:lnTo>
                  <a:cubicBezTo>
                    <a:pt x="1179136" y="102944"/>
                    <a:pt x="1202980" y="125742"/>
                    <a:pt x="1225295" y="147008"/>
                  </a:cubicBezTo>
                  <a:cubicBezTo>
                    <a:pt x="1248517" y="169691"/>
                    <a:pt x="1270006" y="189466"/>
                    <a:pt x="1312377" y="189466"/>
                  </a:cubicBezTo>
                  <a:cubicBezTo>
                    <a:pt x="1355923" y="189466"/>
                    <a:pt x="1377398" y="169691"/>
                    <a:pt x="1400620" y="147008"/>
                  </a:cubicBezTo>
                  <a:cubicBezTo>
                    <a:pt x="1422391" y="126288"/>
                    <a:pt x="1446206" y="103012"/>
                    <a:pt x="1490715" y="100183"/>
                  </a:cubicBezTo>
                  <a:lnTo>
                    <a:pt x="1499902" y="99897"/>
                  </a:lnTo>
                  <a:lnTo>
                    <a:pt x="1509200" y="100177"/>
                  </a:lnTo>
                  <a:cubicBezTo>
                    <a:pt x="1554240" y="102944"/>
                    <a:pt x="1578118" y="125742"/>
                    <a:pt x="1600457" y="147008"/>
                  </a:cubicBezTo>
                  <a:cubicBezTo>
                    <a:pt x="1620811" y="166856"/>
                    <a:pt x="1639813" y="184477"/>
                    <a:pt x="1672675" y="188572"/>
                  </a:cubicBezTo>
                  <a:lnTo>
                    <a:pt x="1687656" y="189466"/>
                  </a:lnTo>
                  <a:lnTo>
                    <a:pt x="1702991" y="188572"/>
                  </a:lnTo>
                  <a:cubicBezTo>
                    <a:pt x="1736589" y="184477"/>
                    <a:pt x="1755583" y="166856"/>
                    <a:pt x="1775902" y="147008"/>
                  </a:cubicBezTo>
                  <a:cubicBezTo>
                    <a:pt x="1797671" y="126288"/>
                    <a:pt x="1821477" y="103012"/>
                    <a:pt x="1865985" y="100183"/>
                  </a:cubicBezTo>
                  <a:lnTo>
                    <a:pt x="1875171" y="99897"/>
                  </a:lnTo>
                  <a:lnTo>
                    <a:pt x="1884453" y="100177"/>
                  </a:lnTo>
                  <a:cubicBezTo>
                    <a:pt x="1929442" y="102944"/>
                    <a:pt x="1953295" y="125742"/>
                    <a:pt x="1975602" y="147008"/>
                  </a:cubicBezTo>
                  <a:cubicBezTo>
                    <a:pt x="1995922" y="166856"/>
                    <a:pt x="2014463" y="184477"/>
                    <a:pt x="2047561" y="188572"/>
                  </a:cubicBezTo>
                  <a:lnTo>
                    <a:pt x="2062687" y="189466"/>
                  </a:lnTo>
                  <a:lnTo>
                    <a:pt x="2078025" y="188572"/>
                  </a:lnTo>
                  <a:cubicBezTo>
                    <a:pt x="2111623" y="184477"/>
                    <a:pt x="2130614" y="166856"/>
                    <a:pt x="2150933" y="147008"/>
                  </a:cubicBezTo>
                  <a:cubicBezTo>
                    <a:pt x="2172701" y="126288"/>
                    <a:pt x="2196510" y="103012"/>
                    <a:pt x="2241019" y="100183"/>
                  </a:cubicBezTo>
                  <a:lnTo>
                    <a:pt x="2250202" y="99897"/>
                  </a:lnTo>
                  <a:lnTo>
                    <a:pt x="2259500" y="100177"/>
                  </a:lnTo>
                  <a:cubicBezTo>
                    <a:pt x="2304545" y="102944"/>
                    <a:pt x="2328421" y="125742"/>
                    <a:pt x="2350772" y="147008"/>
                  </a:cubicBezTo>
                  <a:cubicBezTo>
                    <a:pt x="2371110" y="166856"/>
                    <a:pt x="2389675" y="184477"/>
                    <a:pt x="2422815" y="188572"/>
                  </a:cubicBezTo>
                  <a:lnTo>
                    <a:pt x="2437959" y="189466"/>
                  </a:lnTo>
                  <a:lnTo>
                    <a:pt x="2453275" y="188572"/>
                  </a:lnTo>
                  <a:cubicBezTo>
                    <a:pt x="2486774" y="184477"/>
                    <a:pt x="2505375" y="166856"/>
                    <a:pt x="2526203" y="147008"/>
                  </a:cubicBezTo>
                  <a:cubicBezTo>
                    <a:pt x="2549424" y="124906"/>
                    <a:pt x="2574968" y="99897"/>
                    <a:pt x="2625475" y="99897"/>
                  </a:cubicBezTo>
                  <a:cubicBezTo>
                    <a:pt x="2676563" y="99897"/>
                    <a:pt x="2702109" y="124325"/>
                    <a:pt x="2725913" y="147008"/>
                  </a:cubicBezTo>
                  <a:cubicBezTo>
                    <a:pt x="2746233" y="166856"/>
                    <a:pt x="2764773" y="184477"/>
                    <a:pt x="2797875" y="188572"/>
                  </a:cubicBezTo>
                  <a:lnTo>
                    <a:pt x="2812992" y="189466"/>
                  </a:lnTo>
                  <a:lnTo>
                    <a:pt x="2828318" y="188572"/>
                  </a:lnTo>
                  <a:cubicBezTo>
                    <a:pt x="2861804" y="184477"/>
                    <a:pt x="2880408" y="166856"/>
                    <a:pt x="2901235" y="147008"/>
                  </a:cubicBezTo>
                  <a:cubicBezTo>
                    <a:pt x="2912176" y="136648"/>
                    <a:pt x="2923599" y="125649"/>
                    <a:pt x="2937851" y="116886"/>
                  </a:cubicBezTo>
                  <a:lnTo>
                    <a:pt x="2957425" y="107748"/>
                  </a:lnTo>
                  <a:lnTo>
                    <a:pt x="2957425" y="129059"/>
                  </a:lnTo>
                  <a:lnTo>
                    <a:pt x="2944711" y="133696"/>
                  </a:lnTo>
                  <a:cubicBezTo>
                    <a:pt x="2933385" y="141094"/>
                    <a:pt x="2923643" y="150461"/>
                    <a:pt x="2913429" y="160385"/>
                  </a:cubicBezTo>
                  <a:cubicBezTo>
                    <a:pt x="2891112" y="181651"/>
                    <a:pt x="2867269" y="204450"/>
                    <a:pt x="2822285" y="207216"/>
                  </a:cubicBezTo>
                  <a:lnTo>
                    <a:pt x="2812992" y="207496"/>
                  </a:lnTo>
                  <a:lnTo>
                    <a:pt x="2803817" y="207216"/>
                  </a:lnTo>
                  <a:cubicBezTo>
                    <a:pt x="2759309" y="204450"/>
                    <a:pt x="2735489" y="181651"/>
                    <a:pt x="2713719" y="160385"/>
                  </a:cubicBezTo>
                  <a:cubicBezTo>
                    <a:pt x="2689916" y="137702"/>
                    <a:pt x="2669016" y="117927"/>
                    <a:pt x="2625475" y="117927"/>
                  </a:cubicBezTo>
                  <a:cubicBezTo>
                    <a:pt x="2582521" y="117927"/>
                    <a:pt x="2561615" y="137702"/>
                    <a:pt x="2538398" y="160385"/>
                  </a:cubicBezTo>
                  <a:cubicBezTo>
                    <a:pt x="2516079" y="181651"/>
                    <a:pt x="2492239" y="204450"/>
                    <a:pt x="2447253" y="207216"/>
                  </a:cubicBezTo>
                  <a:lnTo>
                    <a:pt x="2437959" y="207496"/>
                  </a:lnTo>
                  <a:lnTo>
                    <a:pt x="2428768" y="207216"/>
                  </a:lnTo>
                  <a:cubicBezTo>
                    <a:pt x="2384205" y="204450"/>
                    <a:pt x="2360364" y="181651"/>
                    <a:pt x="2338559" y="160385"/>
                  </a:cubicBezTo>
                  <a:cubicBezTo>
                    <a:pt x="2318221" y="140538"/>
                    <a:pt x="2299203" y="122916"/>
                    <a:pt x="2265570" y="118821"/>
                  </a:cubicBezTo>
                  <a:lnTo>
                    <a:pt x="2250202" y="117927"/>
                  </a:lnTo>
                  <a:lnTo>
                    <a:pt x="2235078" y="118821"/>
                  </a:lnTo>
                  <a:cubicBezTo>
                    <a:pt x="2201989" y="122916"/>
                    <a:pt x="2183438" y="140538"/>
                    <a:pt x="2163119" y="160385"/>
                  </a:cubicBezTo>
                  <a:cubicBezTo>
                    <a:pt x="2140811" y="181651"/>
                    <a:pt x="2116959" y="204450"/>
                    <a:pt x="2071970" y="207216"/>
                  </a:cubicBezTo>
                  <a:lnTo>
                    <a:pt x="2062687" y="207496"/>
                  </a:lnTo>
                  <a:lnTo>
                    <a:pt x="2053502" y="207216"/>
                  </a:lnTo>
                  <a:cubicBezTo>
                    <a:pt x="2008993" y="204450"/>
                    <a:pt x="1985187" y="181651"/>
                    <a:pt x="1963418" y="160385"/>
                  </a:cubicBezTo>
                  <a:cubicBezTo>
                    <a:pt x="1943099" y="140538"/>
                    <a:pt x="1924106" y="122916"/>
                    <a:pt x="1890508" y="118821"/>
                  </a:cubicBezTo>
                  <a:lnTo>
                    <a:pt x="1875171" y="117927"/>
                  </a:lnTo>
                  <a:lnTo>
                    <a:pt x="1860044" y="118821"/>
                  </a:lnTo>
                  <a:cubicBezTo>
                    <a:pt x="1826946" y="122916"/>
                    <a:pt x="1808405" y="140538"/>
                    <a:pt x="1788085" y="160385"/>
                  </a:cubicBezTo>
                  <a:cubicBezTo>
                    <a:pt x="1765780" y="181651"/>
                    <a:pt x="1741925" y="204450"/>
                    <a:pt x="1696936" y="207216"/>
                  </a:cubicBezTo>
                  <a:lnTo>
                    <a:pt x="1687656" y="207496"/>
                  </a:lnTo>
                  <a:lnTo>
                    <a:pt x="1678456" y="207216"/>
                  </a:lnTo>
                  <a:cubicBezTo>
                    <a:pt x="1633891" y="204450"/>
                    <a:pt x="1610048" y="181651"/>
                    <a:pt x="1588259" y="160385"/>
                  </a:cubicBezTo>
                  <a:cubicBezTo>
                    <a:pt x="1567905" y="140538"/>
                    <a:pt x="1548904" y="122916"/>
                    <a:pt x="1515254" y="118821"/>
                  </a:cubicBezTo>
                  <a:lnTo>
                    <a:pt x="1499902" y="117927"/>
                  </a:lnTo>
                  <a:lnTo>
                    <a:pt x="1484938" y="118821"/>
                  </a:lnTo>
                  <a:cubicBezTo>
                    <a:pt x="1452117" y="122916"/>
                    <a:pt x="1433131" y="140538"/>
                    <a:pt x="1412811" y="160385"/>
                  </a:cubicBezTo>
                  <a:cubicBezTo>
                    <a:pt x="1389009" y="183068"/>
                    <a:pt x="1363465" y="207496"/>
                    <a:pt x="1312377" y="207496"/>
                  </a:cubicBezTo>
                  <a:cubicBezTo>
                    <a:pt x="1261869" y="207496"/>
                    <a:pt x="1236325" y="183068"/>
                    <a:pt x="1213103" y="160385"/>
                  </a:cubicBezTo>
                  <a:cubicBezTo>
                    <a:pt x="1192784" y="140538"/>
                    <a:pt x="1173800" y="122916"/>
                    <a:pt x="1140203" y="118821"/>
                  </a:cubicBezTo>
                  <a:lnTo>
                    <a:pt x="1124860" y="117927"/>
                  </a:lnTo>
                  <a:lnTo>
                    <a:pt x="1109907" y="118821"/>
                  </a:lnTo>
                  <a:cubicBezTo>
                    <a:pt x="1077083" y="122916"/>
                    <a:pt x="1058099" y="140538"/>
                    <a:pt x="1037780" y="160385"/>
                  </a:cubicBezTo>
                  <a:cubicBezTo>
                    <a:pt x="1014563" y="183068"/>
                    <a:pt x="988431" y="207496"/>
                    <a:pt x="937343" y="207496"/>
                  </a:cubicBezTo>
                  <a:cubicBezTo>
                    <a:pt x="887352" y="207496"/>
                    <a:pt x="861195" y="183068"/>
                    <a:pt x="837942" y="160385"/>
                  </a:cubicBezTo>
                  <a:cubicBezTo>
                    <a:pt x="817603" y="140538"/>
                    <a:pt x="798587" y="122916"/>
                    <a:pt x="764952" y="118821"/>
                  </a:cubicBezTo>
                  <a:lnTo>
                    <a:pt x="749586" y="117927"/>
                  </a:lnTo>
                  <a:lnTo>
                    <a:pt x="734638" y="118821"/>
                  </a:lnTo>
                  <a:cubicBezTo>
                    <a:pt x="701811" y="122916"/>
                    <a:pt x="682831" y="140538"/>
                    <a:pt x="662511" y="160385"/>
                  </a:cubicBezTo>
                  <a:cubicBezTo>
                    <a:pt x="639282" y="183068"/>
                    <a:pt x="613157" y="207496"/>
                    <a:pt x="562069" y="207496"/>
                  </a:cubicBezTo>
                  <a:cubicBezTo>
                    <a:pt x="512115" y="207496"/>
                    <a:pt x="485977" y="183068"/>
                    <a:pt x="462743" y="160385"/>
                  </a:cubicBezTo>
                  <a:cubicBezTo>
                    <a:pt x="439508" y="137702"/>
                    <a:pt x="418017" y="117927"/>
                    <a:pt x="375034" y="117927"/>
                  </a:cubicBezTo>
                  <a:cubicBezTo>
                    <a:pt x="332073" y="117927"/>
                    <a:pt x="310593" y="137702"/>
                    <a:pt x="287371" y="160385"/>
                  </a:cubicBezTo>
                  <a:cubicBezTo>
                    <a:pt x="264149" y="183068"/>
                    <a:pt x="238024" y="207496"/>
                    <a:pt x="187517" y="207496"/>
                  </a:cubicBezTo>
                  <a:cubicBezTo>
                    <a:pt x="137009" y="207496"/>
                    <a:pt x="111465" y="183068"/>
                    <a:pt x="87663" y="160385"/>
                  </a:cubicBezTo>
                  <a:cubicBezTo>
                    <a:pt x="64441" y="137702"/>
                    <a:pt x="42960" y="117927"/>
                    <a:pt x="0" y="117927"/>
                  </a:cubicBezTo>
                  <a:close/>
                  <a:moveTo>
                    <a:pt x="0" y="0"/>
                  </a:moveTo>
                  <a:cubicBezTo>
                    <a:pt x="50507" y="0"/>
                    <a:pt x="76632" y="24987"/>
                    <a:pt x="99855" y="47649"/>
                  </a:cubicBezTo>
                  <a:cubicBezTo>
                    <a:pt x="123076" y="69730"/>
                    <a:pt x="144556" y="90068"/>
                    <a:pt x="187517" y="90068"/>
                  </a:cubicBezTo>
                  <a:cubicBezTo>
                    <a:pt x="230477" y="90068"/>
                    <a:pt x="251957" y="69730"/>
                    <a:pt x="275179" y="47649"/>
                  </a:cubicBezTo>
                  <a:cubicBezTo>
                    <a:pt x="298982" y="24987"/>
                    <a:pt x="324526" y="0"/>
                    <a:pt x="375034" y="0"/>
                  </a:cubicBezTo>
                  <a:cubicBezTo>
                    <a:pt x="425568" y="0"/>
                    <a:pt x="451706" y="24987"/>
                    <a:pt x="474941" y="47649"/>
                  </a:cubicBezTo>
                  <a:cubicBezTo>
                    <a:pt x="498175" y="69730"/>
                    <a:pt x="519667" y="90068"/>
                    <a:pt x="562069" y="90068"/>
                  </a:cubicBezTo>
                  <a:cubicBezTo>
                    <a:pt x="605610" y="90068"/>
                    <a:pt x="627090" y="69730"/>
                    <a:pt x="650315" y="47649"/>
                  </a:cubicBezTo>
                  <a:cubicBezTo>
                    <a:pt x="672083" y="26403"/>
                    <a:pt x="696405" y="3114"/>
                    <a:pt x="740506" y="286"/>
                  </a:cubicBezTo>
                  <a:lnTo>
                    <a:pt x="749586" y="0"/>
                  </a:lnTo>
                  <a:cubicBezTo>
                    <a:pt x="800739" y="0"/>
                    <a:pt x="826901" y="24987"/>
                    <a:pt x="850154" y="47649"/>
                  </a:cubicBezTo>
                  <a:cubicBezTo>
                    <a:pt x="873408" y="69730"/>
                    <a:pt x="894909" y="90068"/>
                    <a:pt x="937343" y="90068"/>
                  </a:cubicBezTo>
                  <a:cubicBezTo>
                    <a:pt x="980892" y="90068"/>
                    <a:pt x="1002368" y="69730"/>
                    <a:pt x="1025586" y="47649"/>
                  </a:cubicBezTo>
                  <a:cubicBezTo>
                    <a:pt x="1047357" y="26403"/>
                    <a:pt x="1071175" y="3114"/>
                    <a:pt x="1115684" y="286"/>
                  </a:cubicBezTo>
                  <a:lnTo>
                    <a:pt x="1124860" y="0"/>
                  </a:lnTo>
                  <a:cubicBezTo>
                    <a:pt x="1175948" y="0"/>
                    <a:pt x="1201492" y="24987"/>
                    <a:pt x="1225295" y="47649"/>
                  </a:cubicBezTo>
                  <a:cubicBezTo>
                    <a:pt x="1248517" y="69730"/>
                    <a:pt x="1270006" y="90068"/>
                    <a:pt x="1312377" y="90068"/>
                  </a:cubicBezTo>
                  <a:cubicBezTo>
                    <a:pt x="1355923" y="90068"/>
                    <a:pt x="1377398" y="69730"/>
                    <a:pt x="1400620" y="47649"/>
                  </a:cubicBezTo>
                  <a:cubicBezTo>
                    <a:pt x="1422391" y="26403"/>
                    <a:pt x="1446206" y="3114"/>
                    <a:pt x="1490715" y="286"/>
                  </a:cubicBezTo>
                  <a:lnTo>
                    <a:pt x="1499902" y="0"/>
                  </a:lnTo>
                  <a:cubicBezTo>
                    <a:pt x="1551049" y="0"/>
                    <a:pt x="1576632" y="24987"/>
                    <a:pt x="1600457" y="47649"/>
                  </a:cubicBezTo>
                  <a:cubicBezTo>
                    <a:pt x="1620811" y="66970"/>
                    <a:pt x="1639813" y="84956"/>
                    <a:pt x="1672675" y="89151"/>
                  </a:cubicBezTo>
                  <a:lnTo>
                    <a:pt x="1687656" y="90068"/>
                  </a:lnTo>
                  <a:lnTo>
                    <a:pt x="1702991" y="89151"/>
                  </a:lnTo>
                  <a:cubicBezTo>
                    <a:pt x="1736589" y="84956"/>
                    <a:pt x="1755583" y="66970"/>
                    <a:pt x="1775902" y="47649"/>
                  </a:cubicBezTo>
                  <a:cubicBezTo>
                    <a:pt x="1797671" y="26403"/>
                    <a:pt x="1821477" y="3114"/>
                    <a:pt x="1865985" y="286"/>
                  </a:cubicBezTo>
                  <a:lnTo>
                    <a:pt x="1875171" y="0"/>
                  </a:lnTo>
                  <a:cubicBezTo>
                    <a:pt x="1926263" y="0"/>
                    <a:pt x="1951800" y="24987"/>
                    <a:pt x="1975602" y="47649"/>
                  </a:cubicBezTo>
                  <a:cubicBezTo>
                    <a:pt x="1995922" y="66970"/>
                    <a:pt x="2014463" y="84956"/>
                    <a:pt x="2047561" y="89151"/>
                  </a:cubicBezTo>
                  <a:lnTo>
                    <a:pt x="2062687" y="90068"/>
                  </a:lnTo>
                  <a:lnTo>
                    <a:pt x="2078025" y="89151"/>
                  </a:lnTo>
                  <a:cubicBezTo>
                    <a:pt x="2111623" y="84956"/>
                    <a:pt x="2130614" y="66970"/>
                    <a:pt x="2150933" y="47649"/>
                  </a:cubicBezTo>
                  <a:cubicBezTo>
                    <a:pt x="2172701" y="26403"/>
                    <a:pt x="2196510" y="3114"/>
                    <a:pt x="2241019" y="286"/>
                  </a:cubicBezTo>
                  <a:lnTo>
                    <a:pt x="2250202" y="0"/>
                  </a:lnTo>
                  <a:cubicBezTo>
                    <a:pt x="2301355" y="0"/>
                    <a:pt x="2326932" y="24987"/>
                    <a:pt x="2350772" y="47649"/>
                  </a:cubicBezTo>
                  <a:cubicBezTo>
                    <a:pt x="2371110" y="66970"/>
                    <a:pt x="2389675" y="84956"/>
                    <a:pt x="2422815" y="89151"/>
                  </a:cubicBezTo>
                  <a:lnTo>
                    <a:pt x="2437959" y="90068"/>
                  </a:lnTo>
                  <a:lnTo>
                    <a:pt x="2453275" y="89151"/>
                  </a:lnTo>
                  <a:cubicBezTo>
                    <a:pt x="2486774" y="84956"/>
                    <a:pt x="2505375" y="66970"/>
                    <a:pt x="2526203" y="47649"/>
                  </a:cubicBezTo>
                  <a:cubicBezTo>
                    <a:pt x="2549424" y="24987"/>
                    <a:pt x="2574968" y="0"/>
                    <a:pt x="2625475" y="0"/>
                  </a:cubicBezTo>
                  <a:cubicBezTo>
                    <a:pt x="2676563" y="0"/>
                    <a:pt x="2702109" y="24987"/>
                    <a:pt x="2725913" y="47649"/>
                  </a:cubicBezTo>
                  <a:cubicBezTo>
                    <a:pt x="2746233" y="66970"/>
                    <a:pt x="2764773" y="84956"/>
                    <a:pt x="2797875" y="89151"/>
                  </a:cubicBezTo>
                  <a:lnTo>
                    <a:pt x="2812992" y="90068"/>
                  </a:lnTo>
                  <a:lnTo>
                    <a:pt x="2828318" y="89151"/>
                  </a:lnTo>
                  <a:cubicBezTo>
                    <a:pt x="2861804" y="84956"/>
                    <a:pt x="2880408" y="66970"/>
                    <a:pt x="2901235" y="47649"/>
                  </a:cubicBezTo>
                  <a:cubicBezTo>
                    <a:pt x="2912173" y="37026"/>
                    <a:pt x="2923594" y="25892"/>
                    <a:pt x="2937846" y="17061"/>
                  </a:cubicBezTo>
                  <a:lnTo>
                    <a:pt x="2957425" y="7869"/>
                  </a:lnTo>
                  <a:lnTo>
                    <a:pt x="2957425" y="29307"/>
                  </a:lnTo>
                  <a:lnTo>
                    <a:pt x="2944706" y="34009"/>
                  </a:lnTo>
                  <a:cubicBezTo>
                    <a:pt x="2933381" y="41445"/>
                    <a:pt x="2923640" y="50772"/>
                    <a:pt x="2913429" y="60433"/>
                  </a:cubicBezTo>
                  <a:cubicBezTo>
                    <a:pt x="2891112" y="81678"/>
                    <a:pt x="2867269" y="104967"/>
                    <a:pt x="2822285" y="107795"/>
                  </a:cubicBezTo>
                  <a:lnTo>
                    <a:pt x="2812992" y="108081"/>
                  </a:lnTo>
                  <a:lnTo>
                    <a:pt x="2803817" y="107795"/>
                  </a:lnTo>
                  <a:cubicBezTo>
                    <a:pt x="2759309" y="104967"/>
                    <a:pt x="2735489" y="81678"/>
                    <a:pt x="2713719" y="60433"/>
                  </a:cubicBezTo>
                  <a:cubicBezTo>
                    <a:pt x="2689916" y="38351"/>
                    <a:pt x="2669016" y="18014"/>
                    <a:pt x="2625475" y="18014"/>
                  </a:cubicBezTo>
                  <a:cubicBezTo>
                    <a:pt x="2582521" y="18014"/>
                    <a:pt x="2561615" y="38351"/>
                    <a:pt x="2538398" y="60433"/>
                  </a:cubicBezTo>
                  <a:cubicBezTo>
                    <a:pt x="2516079" y="81678"/>
                    <a:pt x="2492239" y="104967"/>
                    <a:pt x="2447253" y="107795"/>
                  </a:cubicBezTo>
                  <a:lnTo>
                    <a:pt x="2437959" y="108081"/>
                  </a:lnTo>
                  <a:lnTo>
                    <a:pt x="2428768" y="107795"/>
                  </a:lnTo>
                  <a:cubicBezTo>
                    <a:pt x="2384205" y="104967"/>
                    <a:pt x="2360364" y="81678"/>
                    <a:pt x="2338559" y="60433"/>
                  </a:cubicBezTo>
                  <a:cubicBezTo>
                    <a:pt x="2318221" y="41112"/>
                    <a:pt x="2299203" y="23125"/>
                    <a:pt x="2265570" y="18931"/>
                  </a:cubicBezTo>
                  <a:lnTo>
                    <a:pt x="2250202" y="18014"/>
                  </a:lnTo>
                  <a:lnTo>
                    <a:pt x="2235078" y="18931"/>
                  </a:lnTo>
                  <a:cubicBezTo>
                    <a:pt x="2201989" y="23125"/>
                    <a:pt x="2183438" y="41112"/>
                    <a:pt x="2163119" y="60433"/>
                  </a:cubicBezTo>
                  <a:cubicBezTo>
                    <a:pt x="2140811" y="81678"/>
                    <a:pt x="2116959" y="104967"/>
                    <a:pt x="2071970" y="107795"/>
                  </a:cubicBezTo>
                  <a:lnTo>
                    <a:pt x="2062687" y="108081"/>
                  </a:lnTo>
                  <a:lnTo>
                    <a:pt x="2053502" y="107795"/>
                  </a:lnTo>
                  <a:cubicBezTo>
                    <a:pt x="2008993" y="104967"/>
                    <a:pt x="1985187" y="81678"/>
                    <a:pt x="1963418" y="60433"/>
                  </a:cubicBezTo>
                  <a:cubicBezTo>
                    <a:pt x="1943099" y="41112"/>
                    <a:pt x="1924106" y="23125"/>
                    <a:pt x="1890508" y="18931"/>
                  </a:cubicBezTo>
                  <a:lnTo>
                    <a:pt x="1875171" y="18014"/>
                  </a:lnTo>
                  <a:lnTo>
                    <a:pt x="1860044" y="18931"/>
                  </a:lnTo>
                  <a:cubicBezTo>
                    <a:pt x="1826946" y="23125"/>
                    <a:pt x="1808405" y="41112"/>
                    <a:pt x="1788085" y="60433"/>
                  </a:cubicBezTo>
                  <a:cubicBezTo>
                    <a:pt x="1765780" y="81678"/>
                    <a:pt x="1741925" y="104967"/>
                    <a:pt x="1696936" y="107795"/>
                  </a:cubicBezTo>
                  <a:lnTo>
                    <a:pt x="1687656" y="108081"/>
                  </a:lnTo>
                  <a:lnTo>
                    <a:pt x="1678456" y="107795"/>
                  </a:lnTo>
                  <a:cubicBezTo>
                    <a:pt x="1633891" y="104967"/>
                    <a:pt x="1610048" y="81678"/>
                    <a:pt x="1588259" y="60433"/>
                  </a:cubicBezTo>
                  <a:cubicBezTo>
                    <a:pt x="1567905" y="41112"/>
                    <a:pt x="1548904" y="23125"/>
                    <a:pt x="1515254" y="18931"/>
                  </a:cubicBezTo>
                  <a:lnTo>
                    <a:pt x="1499902" y="18014"/>
                  </a:lnTo>
                  <a:lnTo>
                    <a:pt x="1484938" y="18931"/>
                  </a:lnTo>
                  <a:cubicBezTo>
                    <a:pt x="1452117" y="23125"/>
                    <a:pt x="1433131" y="41112"/>
                    <a:pt x="1412811" y="60433"/>
                  </a:cubicBezTo>
                  <a:cubicBezTo>
                    <a:pt x="1389009" y="83095"/>
                    <a:pt x="1363465" y="108081"/>
                    <a:pt x="1312377" y="108081"/>
                  </a:cubicBezTo>
                  <a:cubicBezTo>
                    <a:pt x="1261869" y="108081"/>
                    <a:pt x="1236325" y="83095"/>
                    <a:pt x="1213103" y="60433"/>
                  </a:cubicBezTo>
                  <a:cubicBezTo>
                    <a:pt x="1192784" y="41112"/>
                    <a:pt x="1173800" y="23125"/>
                    <a:pt x="1140203" y="18931"/>
                  </a:cubicBezTo>
                  <a:lnTo>
                    <a:pt x="1124860" y="18014"/>
                  </a:lnTo>
                  <a:lnTo>
                    <a:pt x="1109907" y="18931"/>
                  </a:lnTo>
                  <a:cubicBezTo>
                    <a:pt x="1077083" y="23125"/>
                    <a:pt x="1058099" y="41112"/>
                    <a:pt x="1037780" y="60433"/>
                  </a:cubicBezTo>
                  <a:cubicBezTo>
                    <a:pt x="1014563" y="83095"/>
                    <a:pt x="988431" y="108081"/>
                    <a:pt x="937343" y="108081"/>
                  </a:cubicBezTo>
                  <a:cubicBezTo>
                    <a:pt x="887352" y="108081"/>
                    <a:pt x="861195" y="83095"/>
                    <a:pt x="837942" y="60433"/>
                  </a:cubicBezTo>
                  <a:cubicBezTo>
                    <a:pt x="817603" y="41112"/>
                    <a:pt x="798587" y="23125"/>
                    <a:pt x="764952" y="18931"/>
                  </a:cubicBezTo>
                  <a:lnTo>
                    <a:pt x="749586" y="18014"/>
                  </a:lnTo>
                  <a:lnTo>
                    <a:pt x="734638" y="18931"/>
                  </a:lnTo>
                  <a:cubicBezTo>
                    <a:pt x="701811" y="23125"/>
                    <a:pt x="682831" y="41112"/>
                    <a:pt x="662511" y="60433"/>
                  </a:cubicBezTo>
                  <a:cubicBezTo>
                    <a:pt x="639282" y="83095"/>
                    <a:pt x="613157" y="108081"/>
                    <a:pt x="562069" y="108081"/>
                  </a:cubicBezTo>
                  <a:cubicBezTo>
                    <a:pt x="512115" y="108081"/>
                    <a:pt x="485977" y="83095"/>
                    <a:pt x="462743" y="60433"/>
                  </a:cubicBezTo>
                  <a:cubicBezTo>
                    <a:pt x="439508" y="38351"/>
                    <a:pt x="418017" y="18014"/>
                    <a:pt x="375034" y="18014"/>
                  </a:cubicBezTo>
                  <a:cubicBezTo>
                    <a:pt x="332073" y="18014"/>
                    <a:pt x="310593" y="38351"/>
                    <a:pt x="287371" y="60433"/>
                  </a:cubicBezTo>
                  <a:cubicBezTo>
                    <a:pt x="264149" y="83095"/>
                    <a:pt x="238024" y="108081"/>
                    <a:pt x="187517" y="108081"/>
                  </a:cubicBezTo>
                  <a:cubicBezTo>
                    <a:pt x="137009" y="108081"/>
                    <a:pt x="111465" y="83095"/>
                    <a:pt x="87663" y="60433"/>
                  </a:cubicBezTo>
                  <a:cubicBezTo>
                    <a:pt x="64441" y="38351"/>
                    <a:pt x="42960" y="18014"/>
                    <a:pt x="0" y="18014"/>
                  </a:cubicBezTo>
                  <a:close/>
                </a:path>
              </a:pathLst>
            </a:custGeom>
            <a:solidFill>
              <a:srgbClr val="1B3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dirty="0"/>
                <a:t> </a:t>
              </a: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A0B090B-2EDE-40E2-824E-654CE1334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4576" y="0"/>
              <a:ext cx="2957425" cy="1708593"/>
            </a:xfrm>
            <a:custGeom>
              <a:avLst/>
              <a:gdLst>
                <a:gd name="connsiteX0" fmla="*/ 0 w 2957425"/>
                <a:gd name="connsiteY0" fmla="*/ 1600512 h 1708593"/>
                <a:gd name="connsiteX1" fmla="*/ 99855 w 2957425"/>
                <a:gd name="connsiteY1" fmla="*/ 1648161 h 1708593"/>
                <a:gd name="connsiteX2" fmla="*/ 187517 w 2957425"/>
                <a:gd name="connsiteY2" fmla="*/ 1690580 h 1708593"/>
                <a:gd name="connsiteX3" fmla="*/ 275179 w 2957425"/>
                <a:gd name="connsiteY3" fmla="*/ 1648161 h 1708593"/>
                <a:gd name="connsiteX4" fmla="*/ 375034 w 2957425"/>
                <a:gd name="connsiteY4" fmla="*/ 1600512 h 1708593"/>
                <a:gd name="connsiteX5" fmla="*/ 474941 w 2957425"/>
                <a:gd name="connsiteY5" fmla="*/ 1648161 h 1708593"/>
                <a:gd name="connsiteX6" fmla="*/ 562069 w 2957425"/>
                <a:gd name="connsiteY6" fmla="*/ 1690580 h 1708593"/>
                <a:gd name="connsiteX7" fmla="*/ 650315 w 2957425"/>
                <a:gd name="connsiteY7" fmla="*/ 1648161 h 1708593"/>
                <a:gd name="connsiteX8" fmla="*/ 740506 w 2957425"/>
                <a:gd name="connsiteY8" fmla="*/ 1600798 h 1708593"/>
                <a:gd name="connsiteX9" fmla="*/ 749586 w 2957425"/>
                <a:gd name="connsiteY9" fmla="*/ 1600512 h 1708593"/>
                <a:gd name="connsiteX10" fmla="*/ 758889 w 2957425"/>
                <a:gd name="connsiteY10" fmla="*/ 1600798 h 1708593"/>
                <a:gd name="connsiteX11" fmla="*/ 850154 w 2957425"/>
                <a:gd name="connsiteY11" fmla="*/ 1648161 h 1708593"/>
                <a:gd name="connsiteX12" fmla="*/ 937343 w 2957425"/>
                <a:gd name="connsiteY12" fmla="*/ 1690580 h 1708593"/>
                <a:gd name="connsiteX13" fmla="*/ 1025586 w 2957425"/>
                <a:gd name="connsiteY13" fmla="*/ 1648161 h 1708593"/>
                <a:gd name="connsiteX14" fmla="*/ 1115684 w 2957425"/>
                <a:gd name="connsiteY14" fmla="*/ 1600798 h 1708593"/>
                <a:gd name="connsiteX15" fmla="*/ 1124860 w 2957425"/>
                <a:gd name="connsiteY15" fmla="*/ 1600512 h 1708593"/>
                <a:gd name="connsiteX16" fmla="*/ 1134151 w 2957425"/>
                <a:gd name="connsiteY16" fmla="*/ 1600798 h 1708593"/>
                <a:gd name="connsiteX17" fmla="*/ 1225295 w 2957425"/>
                <a:gd name="connsiteY17" fmla="*/ 1648161 h 1708593"/>
                <a:gd name="connsiteX18" fmla="*/ 1312377 w 2957425"/>
                <a:gd name="connsiteY18" fmla="*/ 1690580 h 1708593"/>
                <a:gd name="connsiteX19" fmla="*/ 1400620 w 2957425"/>
                <a:gd name="connsiteY19" fmla="*/ 1648161 h 1708593"/>
                <a:gd name="connsiteX20" fmla="*/ 1490715 w 2957425"/>
                <a:gd name="connsiteY20" fmla="*/ 1600798 h 1708593"/>
                <a:gd name="connsiteX21" fmla="*/ 1499902 w 2957425"/>
                <a:gd name="connsiteY21" fmla="*/ 1600512 h 1708593"/>
                <a:gd name="connsiteX22" fmla="*/ 1509200 w 2957425"/>
                <a:gd name="connsiteY22" fmla="*/ 1600798 h 1708593"/>
                <a:gd name="connsiteX23" fmla="*/ 1600457 w 2957425"/>
                <a:gd name="connsiteY23" fmla="*/ 1648161 h 1708593"/>
                <a:gd name="connsiteX24" fmla="*/ 1672675 w 2957425"/>
                <a:gd name="connsiteY24" fmla="*/ 1689663 h 1708593"/>
                <a:gd name="connsiteX25" fmla="*/ 1687656 w 2957425"/>
                <a:gd name="connsiteY25" fmla="*/ 1690580 h 1708593"/>
                <a:gd name="connsiteX26" fmla="*/ 1702991 w 2957425"/>
                <a:gd name="connsiteY26" fmla="*/ 1689663 h 1708593"/>
                <a:gd name="connsiteX27" fmla="*/ 1775902 w 2957425"/>
                <a:gd name="connsiteY27" fmla="*/ 1648161 h 1708593"/>
                <a:gd name="connsiteX28" fmla="*/ 1865985 w 2957425"/>
                <a:gd name="connsiteY28" fmla="*/ 1600798 h 1708593"/>
                <a:gd name="connsiteX29" fmla="*/ 1875171 w 2957425"/>
                <a:gd name="connsiteY29" fmla="*/ 1600512 h 1708593"/>
                <a:gd name="connsiteX30" fmla="*/ 1884453 w 2957425"/>
                <a:gd name="connsiteY30" fmla="*/ 1600798 h 1708593"/>
                <a:gd name="connsiteX31" fmla="*/ 1975602 w 2957425"/>
                <a:gd name="connsiteY31" fmla="*/ 1648161 h 1708593"/>
                <a:gd name="connsiteX32" fmla="*/ 2047561 w 2957425"/>
                <a:gd name="connsiteY32" fmla="*/ 1689663 h 1708593"/>
                <a:gd name="connsiteX33" fmla="*/ 2062687 w 2957425"/>
                <a:gd name="connsiteY33" fmla="*/ 1690580 h 1708593"/>
                <a:gd name="connsiteX34" fmla="*/ 2078025 w 2957425"/>
                <a:gd name="connsiteY34" fmla="*/ 1689663 h 1708593"/>
                <a:gd name="connsiteX35" fmla="*/ 2150933 w 2957425"/>
                <a:gd name="connsiteY35" fmla="*/ 1648161 h 1708593"/>
                <a:gd name="connsiteX36" fmla="*/ 2241019 w 2957425"/>
                <a:gd name="connsiteY36" fmla="*/ 1600798 h 1708593"/>
                <a:gd name="connsiteX37" fmla="*/ 2250202 w 2957425"/>
                <a:gd name="connsiteY37" fmla="*/ 1600512 h 1708593"/>
                <a:gd name="connsiteX38" fmla="*/ 2259500 w 2957425"/>
                <a:gd name="connsiteY38" fmla="*/ 1600798 h 1708593"/>
                <a:gd name="connsiteX39" fmla="*/ 2350772 w 2957425"/>
                <a:gd name="connsiteY39" fmla="*/ 1648161 h 1708593"/>
                <a:gd name="connsiteX40" fmla="*/ 2422815 w 2957425"/>
                <a:gd name="connsiteY40" fmla="*/ 1689663 h 1708593"/>
                <a:gd name="connsiteX41" fmla="*/ 2437959 w 2957425"/>
                <a:gd name="connsiteY41" fmla="*/ 1690580 h 1708593"/>
                <a:gd name="connsiteX42" fmla="*/ 2453275 w 2957425"/>
                <a:gd name="connsiteY42" fmla="*/ 1689663 h 1708593"/>
                <a:gd name="connsiteX43" fmla="*/ 2526203 w 2957425"/>
                <a:gd name="connsiteY43" fmla="*/ 1648161 h 1708593"/>
                <a:gd name="connsiteX44" fmla="*/ 2625475 w 2957425"/>
                <a:gd name="connsiteY44" fmla="*/ 1600512 h 1708593"/>
                <a:gd name="connsiteX45" fmla="*/ 2725913 w 2957425"/>
                <a:gd name="connsiteY45" fmla="*/ 1648161 h 1708593"/>
                <a:gd name="connsiteX46" fmla="*/ 2797875 w 2957425"/>
                <a:gd name="connsiteY46" fmla="*/ 1689663 h 1708593"/>
                <a:gd name="connsiteX47" fmla="*/ 2812992 w 2957425"/>
                <a:gd name="connsiteY47" fmla="*/ 1690580 h 1708593"/>
                <a:gd name="connsiteX48" fmla="*/ 2828318 w 2957425"/>
                <a:gd name="connsiteY48" fmla="*/ 1689663 h 1708593"/>
                <a:gd name="connsiteX49" fmla="*/ 2901235 w 2957425"/>
                <a:gd name="connsiteY49" fmla="*/ 1648161 h 1708593"/>
                <a:gd name="connsiteX50" fmla="*/ 2937929 w 2957425"/>
                <a:gd name="connsiteY50" fmla="*/ 1617573 h 1708593"/>
                <a:gd name="connsiteX51" fmla="*/ 2957425 w 2957425"/>
                <a:gd name="connsiteY51" fmla="*/ 1608425 h 1708593"/>
                <a:gd name="connsiteX52" fmla="*/ 2957425 w 2957425"/>
                <a:gd name="connsiteY52" fmla="*/ 1629851 h 1708593"/>
                <a:gd name="connsiteX53" fmla="*/ 2944790 w 2957425"/>
                <a:gd name="connsiteY53" fmla="*/ 1634522 h 1708593"/>
                <a:gd name="connsiteX54" fmla="*/ 2913429 w 2957425"/>
                <a:gd name="connsiteY54" fmla="*/ 1660945 h 1708593"/>
                <a:gd name="connsiteX55" fmla="*/ 2822285 w 2957425"/>
                <a:gd name="connsiteY55" fmla="*/ 1708307 h 1708593"/>
                <a:gd name="connsiteX56" fmla="*/ 2812992 w 2957425"/>
                <a:gd name="connsiteY56" fmla="*/ 1708593 h 1708593"/>
                <a:gd name="connsiteX57" fmla="*/ 2803817 w 2957425"/>
                <a:gd name="connsiteY57" fmla="*/ 1708307 h 1708593"/>
                <a:gd name="connsiteX58" fmla="*/ 2713719 w 2957425"/>
                <a:gd name="connsiteY58" fmla="*/ 1660945 h 1708593"/>
                <a:gd name="connsiteX59" fmla="*/ 2625475 w 2957425"/>
                <a:gd name="connsiteY59" fmla="*/ 1618526 h 1708593"/>
                <a:gd name="connsiteX60" fmla="*/ 2538398 w 2957425"/>
                <a:gd name="connsiteY60" fmla="*/ 1660945 h 1708593"/>
                <a:gd name="connsiteX61" fmla="*/ 2447253 w 2957425"/>
                <a:gd name="connsiteY61" fmla="*/ 1708307 h 1708593"/>
                <a:gd name="connsiteX62" fmla="*/ 2437959 w 2957425"/>
                <a:gd name="connsiteY62" fmla="*/ 1708593 h 1708593"/>
                <a:gd name="connsiteX63" fmla="*/ 2428768 w 2957425"/>
                <a:gd name="connsiteY63" fmla="*/ 1708307 h 1708593"/>
                <a:gd name="connsiteX64" fmla="*/ 2338559 w 2957425"/>
                <a:gd name="connsiteY64" fmla="*/ 1660945 h 1708593"/>
                <a:gd name="connsiteX65" fmla="*/ 2265570 w 2957425"/>
                <a:gd name="connsiteY65" fmla="*/ 1619443 h 1708593"/>
                <a:gd name="connsiteX66" fmla="*/ 2250202 w 2957425"/>
                <a:gd name="connsiteY66" fmla="*/ 1618526 h 1708593"/>
                <a:gd name="connsiteX67" fmla="*/ 2235078 w 2957425"/>
                <a:gd name="connsiteY67" fmla="*/ 1619443 h 1708593"/>
                <a:gd name="connsiteX68" fmla="*/ 2163119 w 2957425"/>
                <a:gd name="connsiteY68" fmla="*/ 1660945 h 1708593"/>
                <a:gd name="connsiteX69" fmla="*/ 2071970 w 2957425"/>
                <a:gd name="connsiteY69" fmla="*/ 1708307 h 1708593"/>
                <a:gd name="connsiteX70" fmla="*/ 2062687 w 2957425"/>
                <a:gd name="connsiteY70" fmla="*/ 1708593 h 1708593"/>
                <a:gd name="connsiteX71" fmla="*/ 2053502 w 2957425"/>
                <a:gd name="connsiteY71" fmla="*/ 1708307 h 1708593"/>
                <a:gd name="connsiteX72" fmla="*/ 1963418 w 2957425"/>
                <a:gd name="connsiteY72" fmla="*/ 1660945 h 1708593"/>
                <a:gd name="connsiteX73" fmla="*/ 1890508 w 2957425"/>
                <a:gd name="connsiteY73" fmla="*/ 1619443 h 1708593"/>
                <a:gd name="connsiteX74" fmla="*/ 1875171 w 2957425"/>
                <a:gd name="connsiteY74" fmla="*/ 1618526 h 1708593"/>
                <a:gd name="connsiteX75" fmla="*/ 1860044 w 2957425"/>
                <a:gd name="connsiteY75" fmla="*/ 1619443 h 1708593"/>
                <a:gd name="connsiteX76" fmla="*/ 1788085 w 2957425"/>
                <a:gd name="connsiteY76" fmla="*/ 1660945 h 1708593"/>
                <a:gd name="connsiteX77" fmla="*/ 1696936 w 2957425"/>
                <a:gd name="connsiteY77" fmla="*/ 1708307 h 1708593"/>
                <a:gd name="connsiteX78" fmla="*/ 1687656 w 2957425"/>
                <a:gd name="connsiteY78" fmla="*/ 1708593 h 1708593"/>
                <a:gd name="connsiteX79" fmla="*/ 1678456 w 2957425"/>
                <a:gd name="connsiteY79" fmla="*/ 1708307 h 1708593"/>
                <a:gd name="connsiteX80" fmla="*/ 1588259 w 2957425"/>
                <a:gd name="connsiteY80" fmla="*/ 1660945 h 1708593"/>
                <a:gd name="connsiteX81" fmla="*/ 1515254 w 2957425"/>
                <a:gd name="connsiteY81" fmla="*/ 1619443 h 1708593"/>
                <a:gd name="connsiteX82" fmla="*/ 1499902 w 2957425"/>
                <a:gd name="connsiteY82" fmla="*/ 1618526 h 1708593"/>
                <a:gd name="connsiteX83" fmla="*/ 1484938 w 2957425"/>
                <a:gd name="connsiteY83" fmla="*/ 1619443 h 1708593"/>
                <a:gd name="connsiteX84" fmla="*/ 1412811 w 2957425"/>
                <a:gd name="connsiteY84" fmla="*/ 1660945 h 1708593"/>
                <a:gd name="connsiteX85" fmla="*/ 1312377 w 2957425"/>
                <a:gd name="connsiteY85" fmla="*/ 1708593 h 1708593"/>
                <a:gd name="connsiteX86" fmla="*/ 1213103 w 2957425"/>
                <a:gd name="connsiteY86" fmla="*/ 1660945 h 1708593"/>
                <a:gd name="connsiteX87" fmla="*/ 1140203 w 2957425"/>
                <a:gd name="connsiteY87" fmla="*/ 1619443 h 1708593"/>
                <a:gd name="connsiteX88" fmla="*/ 1124860 w 2957425"/>
                <a:gd name="connsiteY88" fmla="*/ 1618526 h 1708593"/>
                <a:gd name="connsiteX89" fmla="*/ 1109907 w 2957425"/>
                <a:gd name="connsiteY89" fmla="*/ 1619443 h 1708593"/>
                <a:gd name="connsiteX90" fmla="*/ 1037780 w 2957425"/>
                <a:gd name="connsiteY90" fmla="*/ 1660945 h 1708593"/>
                <a:gd name="connsiteX91" fmla="*/ 937343 w 2957425"/>
                <a:gd name="connsiteY91" fmla="*/ 1708593 h 1708593"/>
                <a:gd name="connsiteX92" fmla="*/ 837942 w 2957425"/>
                <a:gd name="connsiteY92" fmla="*/ 1660945 h 1708593"/>
                <a:gd name="connsiteX93" fmla="*/ 764952 w 2957425"/>
                <a:gd name="connsiteY93" fmla="*/ 1619443 h 1708593"/>
                <a:gd name="connsiteX94" fmla="*/ 749586 w 2957425"/>
                <a:gd name="connsiteY94" fmla="*/ 1618526 h 1708593"/>
                <a:gd name="connsiteX95" fmla="*/ 734638 w 2957425"/>
                <a:gd name="connsiteY95" fmla="*/ 1619443 h 1708593"/>
                <a:gd name="connsiteX96" fmla="*/ 662511 w 2957425"/>
                <a:gd name="connsiteY96" fmla="*/ 1660945 h 1708593"/>
                <a:gd name="connsiteX97" fmla="*/ 562069 w 2957425"/>
                <a:gd name="connsiteY97" fmla="*/ 1708593 h 1708593"/>
                <a:gd name="connsiteX98" fmla="*/ 462743 w 2957425"/>
                <a:gd name="connsiteY98" fmla="*/ 1660945 h 1708593"/>
                <a:gd name="connsiteX99" fmla="*/ 375034 w 2957425"/>
                <a:gd name="connsiteY99" fmla="*/ 1618526 h 1708593"/>
                <a:gd name="connsiteX100" fmla="*/ 287371 w 2957425"/>
                <a:gd name="connsiteY100" fmla="*/ 1660945 h 1708593"/>
                <a:gd name="connsiteX101" fmla="*/ 187517 w 2957425"/>
                <a:gd name="connsiteY101" fmla="*/ 1708593 h 1708593"/>
                <a:gd name="connsiteX102" fmla="*/ 87663 w 2957425"/>
                <a:gd name="connsiteY102" fmla="*/ 1660945 h 1708593"/>
                <a:gd name="connsiteX103" fmla="*/ 0 w 2957425"/>
                <a:gd name="connsiteY103" fmla="*/ 1618526 h 1708593"/>
                <a:gd name="connsiteX104" fmla="*/ 0 w 2957425"/>
                <a:gd name="connsiteY104" fmla="*/ 1501097 h 1708593"/>
                <a:gd name="connsiteX105" fmla="*/ 99855 w 2957425"/>
                <a:gd name="connsiteY105" fmla="*/ 1548208 h 1708593"/>
                <a:gd name="connsiteX106" fmla="*/ 187517 w 2957425"/>
                <a:gd name="connsiteY106" fmla="*/ 1590666 h 1708593"/>
                <a:gd name="connsiteX107" fmla="*/ 275179 w 2957425"/>
                <a:gd name="connsiteY107" fmla="*/ 1548208 h 1708593"/>
                <a:gd name="connsiteX108" fmla="*/ 375034 w 2957425"/>
                <a:gd name="connsiteY108" fmla="*/ 1501097 h 1708593"/>
                <a:gd name="connsiteX109" fmla="*/ 474941 w 2957425"/>
                <a:gd name="connsiteY109" fmla="*/ 1548208 h 1708593"/>
                <a:gd name="connsiteX110" fmla="*/ 562069 w 2957425"/>
                <a:gd name="connsiteY110" fmla="*/ 1590666 h 1708593"/>
                <a:gd name="connsiteX111" fmla="*/ 650315 w 2957425"/>
                <a:gd name="connsiteY111" fmla="*/ 1548208 h 1708593"/>
                <a:gd name="connsiteX112" fmla="*/ 740506 w 2957425"/>
                <a:gd name="connsiteY112" fmla="*/ 1501377 h 1708593"/>
                <a:gd name="connsiteX113" fmla="*/ 749586 w 2957425"/>
                <a:gd name="connsiteY113" fmla="*/ 1501097 h 1708593"/>
                <a:gd name="connsiteX114" fmla="*/ 758889 w 2957425"/>
                <a:gd name="connsiteY114" fmla="*/ 1501377 h 1708593"/>
                <a:gd name="connsiteX115" fmla="*/ 850154 w 2957425"/>
                <a:gd name="connsiteY115" fmla="*/ 1548208 h 1708593"/>
                <a:gd name="connsiteX116" fmla="*/ 937343 w 2957425"/>
                <a:gd name="connsiteY116" fmla="*/ 1590666 h 1708593"/>
                <a:gd name="connsiteX117" fmla="*/ 1025586 w 2957425"/>
                <a:gd name="connsiteY117" fmla="*/ 1548208 h 1708593"/>
                <a:gd name="connsiteX118" fmla="*/ 1115684 w 2957425"/>
                <a:gd name="connsiteY118" fmla="*/ 1501377 h 1708593"/>
                <a:gd name="connsiteX119" fmla="*/ 1124860 w 2957425"/>
                <a:gd name="connsiteY119" fmla="*/ 1501097 h 1708593"/>
                <a:gd name="connsiteX120" fmla="*/ 1134151 w 2957425"/>
                <a:gd name="connsiteY120" fmla="*/ 1501377 h 1708593"/>
                <a:gd name="connsiteX121" fmla="*/ 1225295 w 2957425"/>
                <a:gd name="connsiteY121" fmla="*/ 1548208 h 1708593"/>
                <a:gd name="connsiteX122" fmla="*/ 1312377 w 2957425"/>
                <a:gd name="connsiteY122" fmla="*/ 1590666 h 1708593"/>
                <a:gd name="connsiteX123" fmla="*/ 1400620 w 2957425"/>
                <a:gd name="connsiteY123" fmla="*/ 1548208 h 1708593"/>
                <a:gd name="connsiteX124" fmla="*/ 1490715 w 2957425"/>
                <a:gd name="connsiteY124" fmla="*/ 1501377 h 1708593"/>
                <a:gd name="connsiteX125" fmla="*/ 1499902 w 2957425"/>
                <a:gd name="connsiteY125" fmla="*/ 1501097 h 1708593"/>
                <a:gd name="connsiteX126" fmla="*/ 1509200 w 2957425"/>
                <a:gd name="connsiteY126" fmla="*/ 1501377 h 1708593"/>
                <a:gd name="connsiteX127" fmla="*/ 1600457 w 2957425"/>
                <a:gd name="connsiteY127" fmla="*/ 1548208 h 1708593"/>
                <a:gd name="connsiteX128" fmla="*/ 1672675 w 2957425"/>
                <a:gd name="connsiteY128" fmla="*/ 1589772 h 1708593"/>
                <a:gd name="connsiteX129" fmla="*/ 1687656 w 2957425"/>
                <a:gd name="connsiteY129" fmla="*/ 1590666 h 1708593"/>
                <a:gd name="connsiteX130" fmla="*/ 1702991 w 2957425"/>
                <a:gd name="connsiteY130" fmla="*/ 1589748 h 1708593"/>
                <a:gd name="connsiteX131" fmla="*/ 1775902 w 2957425"/>
                <a:gd name="connsiteY131" fmla="*/ 1548208 h 1708593"/>
                <a:gd name="connsiteX132" fmla="*/ 1865985 w 2957425"/>
                <a:gd name="connsiteY132" fmla="*/ 1501377 h 1708593"/>
                <a:gd name="connsiteX133" fmla="*/ 1875171 w 2957425"/>
                <a:gd name="connsiteY133" fmla="*/ 1501097 h 1708593"/>
                <a:gd name="connsiteX134" fmla="*/ 1884453 w 2957425"/>
                <a:gd name="connsiteY134" fmla="*/ 1501377 h 1708593"/>
                <a:gd name="connsiteX135" fmla="*/ 1975602 w 2957425"/>
                <a:gd name="connsiteY135" fmla="*/ 1548208 h 1708593"/>
                <a:gd name="connsiteX136" fmla="*/ 2047561 w 2957425"/>
                <a:gd name="connsiteY136" fmla="*/ 1589772 h 1708593"/>
                <a:gd name="connsiteX137" fmla="*/ 2062687 w 2957425"/>
                <a:gd name="connsiteY137" fmla="*/ 1590666 h 1708593"/>
                <a:gd name="connsiteX138" fmla="*/ 2078025 w 2957425"/>
                <a:gd name="connsiteY138" fmla="*/ 1589748 h 1708593"/>
                <a:gd name="connsiteX139" fmla="*/ 2150933 w 2957425"/>
                <a:gd name="connsiteY139" fmla="*/ 1548208 h 1708593"/>
                <a:gd name="connsiteX140" fmla="*/ 2241019 w 2957425"/>
                <a:gd name="connsiteY140" fmla="*/ 1501377 h 1708593"/>
                <a:gd name="connsiteX141" fmla="*/ 2250202 w 2957425"/>
                <a:gd name="connsiteY141" fmla="*/ 1501097 h 1708593"/>
                <a:gd name="connsiteX142" fmla="*/ 2259500 w 2957425"/>
                <a:gd name="connsiteY142" fmla="*/ 1501377 h 1708593"/>
                <a:gd name="connsiteX143" fmla="*/ 2350772 w 2957425"/>
                <a:gd name="connsiteY143" fmla="*/ 1548208 h 1708593"/>
                <a:gd name="connsiteX144" fmla="*/ 2422815 w 2957425"/>
                <a:gd name="connsiteY144" fmla="*/ 1589772 h 1708593"/>
                <a:gd name="connsiteX145" fmla="*/ 2437959 w 2957425"/>
                <a:gd name="connsiteY145" fmla="*/ 1590666 h 1708593"/>
                <a:gd name="connsiteX146" fmla="*/ 2453275 w 2957425"/>
                <a:gd name="connsiteY146" fmla="*/ 1589748 h 1708593"/>
                <a:gd name="connsiteX147" fmla="*/ 2526203 w 2957425"/>
                <a:gd name="connsiteY147" fmla="*/ 1548208 h 1708593"/>
                <a:gd name="connsiteX148" fmla="*/ 2625475 w 2957425"/>
                <a:gd name="connsiteY148" fmla="*/ 1501097 h 1708593"/>
                <a:gd name="connsiteX149" fmla="*/ 2725913 w 2957425"/>
                <a:gd name="connsiteY149" fmla="*/ 1548208 h 1708593"/>
                <a:gd name="connsiteX150" fmla="*/ 2797875 w 2957425"/>
                <a:gd name="connsiteY150" fmla="*/ 1589772 h 1708593"/>
                <a:gd name="connsiteX151" fmla="*/ 2812992 w 2957425"/>
                <a:gd name="connsiteY151" fmla="*/ 1590666 h 1708593"/>
                <a:gd name="connsiteX152" fmla="*/ 2828318 w 2957425"/>
                <a:gd name="connsiteY152" fmla="*/ 1589748 h 1708593"/>
                <a:gd name="connsiteX153" fmla="*/ 2901235 w 2957425"/>
                <a:gd name="connsiteY153" fmla="*/ 1548208 h 1708593"/>
                <a:gd name="connsiteX154" fmla="*/ 2937924 w 2957425"/>
                <a:gd name="connsiteY154" fmla="*/ 1517856 h 1708593"/>
                <a:gd name="connsiteX155" fmla="*/ 2957425 w 2957425"/>
                <a:gd name="connsiteY155" fmla="*/ 1508856 h 1708593"/>
                <a:gd name="connsiteX156" fmla="*/ 2957425 w 2957425"/>
                <a:gd name="connsiteY156" fmla="*/ 1529880 h 1708593"/>
                <a:gd name="connsiteX157" fmla="*/ 2944785 w 2957425"/>
                <a:gd name="connsiteY157" fmla="*/ 1534556 h 1708593"/>
                <a:gd name="connsiteX158" fmla="*/ 2913429 w 2957425"/>
                <a:gd name="connsiteY158" fmla="*/ 1561004 h 1708593"/>
                <a:gd name="connsiteX159" fmla="*/ 2822285 w 2957425"/>
                <a:gd name="connsiteY159" fmla="*/ 1608410 h 1708593"/>
                <a:gd name="connsiteX160" fmla="*/ 2812992 w 2957425"/>
                <a:gd name="connsiteY160" fmla="*/ 1608697 h 1708593"/>
                <a:gd name="connsiteX161" fmla="*/ 2803817 w 2957425"/>
                <a:gd name="connsiteY161" fmla="*/ 1608410 h 1708593"/>
                <a:gd name="connsiteX162" fmla="*/ 2713719 w 2957425"/>
                <a:gd name="connsiteY162" fmla="*/ 1561004 h 1708593"/>
                <a:gd name="connsiteX163" fmla="*/ 2625475 w 2957425"/>
                <a:gd name="connsiteY163" fmla="*/ 1518546 h 1708593"/>
                <a:gd name="connsiteX164" fmla="*/ 2538398 w 2957425"/>
                <a:gd name="connsiteY164" fmla="*/ 1561004 h 1708593"/>
                <a:gd name="connsiteX165" fmla="*/ 2447253 w 2957425"/>
                <a:gd name="connsiteY165" fmla="*/ 1608410 h 1708593"/>
                <a:gd name="connsiteX166" fmla="*/ 2437959 w 2957425"/>
                <a:gd name="connsiteY166" fmla="*/ 1608697 h 1708593"/>
                <a:gd name="connsiteX167" fmla="*/ 2428768 w 2957425"/>
                <a:gd name="connsiteY167" fmla="*/ 1608410 h 1708593"/>
                <a:gd name="connsiteX168" fmla="*/ 2338559 w 2957425"/>
                <a:gd name="connsiteY168" fmla="*/ 1561004 h 1708593"/>
                <a:gd name="connsiteX169" fmla="*/ 2265570 w 2957425"/>
                <a:gd name="connsiteY169" fmla="*/ 1519464 h 1708593"/>
                <a:gd name="connsiteX170" fmla="*/ 2250202 w 2957425"/>
                <a:gd name="connsiteY170" fmla="*/ 1518546 h 1708593"/>
                <a:gd name="connsiteX171" fmla="*/ 2235078 w 2957425"/>
                <a:gd name="connsiteY171" fmla="*/ 1519464 h 1708593"/>
                <a:gd name="connsiteX172" fmla="*/ 2163119 w 2957425"/>
                <a:gd name="connsiteY172" fmla="*/ 1561004 h 1708593"/>
                <a:gd name="connsiteX173" fmla="*/ 2071970 w 2957425"/>
                <a:gd name="connsiteY173" fmla="*/ 1608410 h 1708593"/>
                <a:gd name="connsiteX174" fmla="*/ 2062687 w 2957425"/>
                <a:gd name="connsiteY174" fmla="*/ 1608697 h 1708593"/>
                <a:gd name="connsiteX175" fmla="*/ 2053502 w 2957425"/>
                <a:gd name="connsiteY175" fmla="*/ 1608410 h 1708593"/>
                <a:gd name="connsiteX176" fmla="*/ 1963418 w 2957425"/>
                <a:gd name="connsiteY176" fmla="*/ 1561004 h 1708593"/>
                <a:gd name="connsiteX177" fmla="*/ 1890508 w 2957425"/>
                <a:gd name="connsiteY177" fmla="*/ 1519464 h 1708593"/>
                <a:gd name="connsiteX178" fmla="*/ 1875171 w 2957425"/>
                <a:gd name="connsiteY178" fmla="*/ 1518546 h 1708593"/>
                <a:gd name="connsiteX179" fmla="*/ 1860044 w 2957425"/>
                <a:gd name="connsiteY179" fmla="*/ 1519464 h 1708593"/>
                <a:gd name="connsiteX180" fmla="*/ 1788085 w 2957425"/>
                <a:gd name="connsiteY180" fmla="*/ 1561004 h 1708593"/>
                <a:gd name="connsiteX181" fmla="*/ 1696936 w 2957425"/>
                <a:gd name="connsiteY181" fmla="*/ 1608410 h 1708593"/>
                <a:gd name="connsiteX182" fmla="*/ 1687656 w 2957425"/>
                <a:gd name="connsiteY182" fmla="*/ 1608697 h 1708593"/>
                <a:gd name="connsiteX183" fmla="*/ 1678456 w 2957425"/>
                <a:gd name="connsiteY183" fmla="*/ 1608410 h 1708593"/>
                <a:gd name="connsiteX184" fmla="*/ 1588259 w 2957425"/>
                <a:gd name="connsiteY184" fmla="*/ 1561004 h 1708593"/>
                <a:gd name="connsiteX185" fmla="*/ 1515254 w 2957425"/>
                <a:gd name="connsiteY185" fmla="*/ 1519464 h 1708593"/>
                <a:gd name="connsiteX186" fmla="*/ 1499902 w 2957425"/>
                <a:gd name="connsiteY186" fmla="*/ 1518546 h 1708593"/>
                <a:gd name="connsiteX187" fmla="*/ 1484938 w 2957425"/>
                <a:gd name="connsiteY187" fmla="*/ 1519464 h 1708593"/>
                <a:gd name="connsiteX188" fmla="*/ 1412811 w 2957425"/>
                <a:gd name="connsiteY188" fmla="*/ 1561004 h 1708593"/>
                <a:gd name="connsiteX189" fmla="*/ 1312377 w 2957425"/>
                <a:gd name="connsiteY189" fmla="*/ 1608697 h 1708593"/>
                <a:gd name="connsiteX190" fmla="*/ 1213103 w 2957425"/>
                <a:gd name="connsiteY190" fmla="*/ 1561004 h 1708593"/>
                <a:gd name="connsiteX191" fmla="*/ 1140203 w 2957425"/>
                <a:gd name="connsiteY191" fmla="*/ 1519464 h 1708593"/>
                <a:gd name="connsiteX192" fmla="*/ 1124860 w 2957425"/>
                <a:gd name="connsiteY192" fmla="*/ 1518546 h 1708593"/>
                <a:gd name="connsiteX193" fmla="*/ 1109907 w 2957425"/>
                <a:gd name="connsiteY193" fmla="*/ 1519464 h 1708593"/>
                <a:gd name="connsiteX194" fmla="*/ 1037780 w 2957425"/>
                <a:gd name="connsiteY194" fmla="*/ 1561004 h 1708593"/>
                <a:gd name="connsiteX195" fmla="*/ 937343 w 2957425"/>
                <a:gd name="connsiteY195" fmla="*/ 1608697 h 1708593"/>
                <a:gd name="connsiteX196" fmla="*/ 837942 w 2957425"/>
                <a:gd name="connsiteY196" fmla="*/ 1561004 h 1708593"/>
                <a:gd name="connsiteX197" fmla="*/ 764952 w 2957425"/>
                <a:gd name="connsiteY197" fmla="*/ 1519464 h 1708593"/>
                <a:gd name="connsiteX198" fmla="*/ 749586 w 2957425"/>
                <a:gd name="connsiteY198" fmla="*/ 1518546 h 1708593"/>
                <a:gd name="connsiteX199" fmla="*/ 734638 w 2957425"/>
                <a:gd name="connsiteY199" fmla="*/ 1519464 h 1708593"/>
                <a:gd name="connsiteX200" fmla="*/ 662511 w 2957425"/>
                <a:gd name="connsiteY200" fmla="*/ 1561004 h 1708593"/>
                <a:gd name="connsiteX201" fmla="*/ 562069 w 2957425"/>
                <a:gd name="connsiteY201" fmla="*/ 1608697 h 1708593"/>
                <a:gd name="connsiteX202" fmla="*/ 462743 w 2957425"/>
                <a:gd name="connsiteY202" fmla="*/ 1561004 h 1708593"/>
                <a:gd name="connsiteX203" fmla="*/ 375034 w 2957425"/>
                <a:gd name="connsiteY203" fmla="*/ 1518546 h 1708593"/>
                <a:gd name="connsiteX204" fmla="*/ 287371 w 2957425"/>
                <a:gd name="connsiteY204" fmla="*/ 1561004 h 1708593"/>
                <a:gd name="connsiteX205" fmla="*/ 187517 w 2957425"/>
                <a:gd name="connsiteY205" fmla="*/ 1608697 h 1708593"/>
                <a:gd name="connsiteX206" fmla="*/ 87663 w 2957425"/>
                <a:gd name="connsiteY206" fmla="*/ 1561004 h 1708593"/>
                <a:gd name="connsiteX207" fmla="*/ 0 w 2957425"/>
                <a:gd name="connsiteY207" fmla="*/ 1518546 h 1708593"/>
                <a:gd name="connsiteX208" fmla="*/ 0 w 2957425"/>
                <a:gd name="connsiteY208" fmla="*/ 1399997 h 1708593"/>
                <a:gd name="connsiteX209" fmla="*/ 99855 w 2957425"/>
                <a:gd name="connsiteY209" fmla="*/ 1447646 h 1708593"/>
                <a:gd name="connsiteX210" fmla="*/ 187517 w 2957425"/>
                <a:gd name="connsiteY210" fmla="*/ 1490064 h 1708593"/>
                <a:gd name="connsiteX211" fmla="*/ 275179 w 2957425"/>
                <a:gd name="connsiteY211" fmla="*/ 1447646 h 1708593"/>
                <a:gd name="connsiteX212" fmla="*/ 375034 w 2957425"/>
                <a:gd name="connsiteY212" fmla="*/ 1399997 h 1708593"/>
                <a:gd name="connsiteX213" fmla="*/ 474941 w 2957425"/>
                <a:gd name="connsiteY213" fmla="*/ 1447646 h 1708593"/>
                <a:gd name="connsiteX214" fmla="*/ 562069 w 2957425"/>
                <a:gd name="connsiteY214" fmla="*/ 1490064 h 1708593"/>
                <a:gd name="connsiteX215" fmla="*/ 650315 w 2957425"/>
                <a:gd name="connsiteY215" fmla="*/ 1447646 h 1708593"/>
                <a:gd name="connsiteX216" fmla="*/ 740506 w 2957425"/>
                <a:gd name="connsiteY216" fmla="*/ 1400283 h 1708593"/>
                <a:gd name="connsiteX217" fmla="*/ 749586 w 2957425"/>
                <a:gd name="connsiteY217" fmla="*/ 1399997 h 1708593"/>
                <a:gd name="connsiteX218" fmla="*/ 758889 w 2957425"/>
                <a:gd name="connsiteY218" fmla="*/ 1400283 h 1708593"/>
                <a:gd name="connsiteX219" fmla="*/ 850154 w 2957425"/>
                <a:gd name="connsiteY219" fmla="*/ 1447646 h 1708593"/>
                <a:gd name="connsiteX220" fmla="*/ 937343 w 2957425"/>
                <a:gd name="connsiteY220" fmla="*/ 1490064 h 1708593"/>
                <a:gd name="connsiteX221" fmla="*/ 1025586 w 2957425"/>
                <a:gd name="connsiteY221" fmla="*/ 1447646 h 1708593"/>
                <a:gd name="connsiteX222" fmla="*/ 1115684 w 2957425"/>
                <a:gd name="connsiteY222" fmla="*/ 1400283 h 1708593"/>
                <a:gd name="connsiteX223" fmla="*/ 1124860 w 2957425"/>
                <a:gd name="connsiteY223" fmla="*/ 1399997 h 1708593"/>
                <a:gd name="connsiteX224" fmla="*/ 1134151 w 2957425"/>
                <a:gd name="connsiteY224" fmla="*/ 1400283 h 1708593"/>
                <a:gd name="connsiteX225" fmla="*/ 1225295 w 2957425"/>
                <a:gd name="connsiteY225" fmla="*/ 1447646 h 1708593"/>
                <a:gd name="connsiteX226" fmla="*/ 1312377 w 2957425"/>
                <a:gd name="connsiteY226" fmla="*/ 1490064 h 1708593"/>
                <a:gd name="connsiteX227" fmla="*/ 1400620 w 2957425"/>
                <a:gd name="connsiteY227" fmla="*/ 1447646 h 1708593"/>
                <a:gd name="connsiteX228" fmla="*/ 1490715 w 2957425"/>
                <a:gd name="connsiteY228" fmla="*/ 1400283 h 1708593"/>
                <a:gd name="connsiteX229" fmla="*/ 1499902 w 2957425"/>
                <a:gd name="connsiteY229" fmla="*/ 1399997 h 1708593"/>
                <a:gd name="connsiteX230" fmla="*/ 1509200 w 2957425"/>
                <a:gd name="connsiteY230" fmla="*/ 1400283 h 1708593"/>
                <a:gd name="connsiteX231" fmla="*/ 1600457 w 2957425"/>
                <a:gd name="connsiteY231" fmla="*/ 1447646 h 1708593"/>
                <a:gd name="connsiteX232" fmla="*/ 1672675 w 2957425"/>
                <a:gd name="connsiteY232" fmla="*/ 1489147 h 1708593"/>
                <a:gd name="connsiteX233" fmla="*/ 1687656 w 2957425"/>
                <a:gd name="connsiteY233" fmla="*/ 1490064 h 1708593"/>
                <a:gd name="connsiteX234" fmla="*/ 1702991 w 2957425"/>
                <a:gd name="connsiteY234" fmla="*/ 1489147 h 1708593"/>
                <a:gd name="connsiteX235" fmla="*/ 1775902 w 2957425"/>
                <a:gd name="connsiteY235" fmla="*/ 1447646 h 1708593"/>
                <a:gd name="connsiteX236" fmla="*/ 1865985 w 2957425"/>
                <a:gd name="connsiteY236" fmla="*/ 1400283 h 1708593"/>
                <a:gd name="connsiteX237" fmla="*/ 1875171 w 2957425"/>
                <a:gd name="connsiteY237" fmla="*/ 1399997 h 1708593"/>
                <a:gd name="connsiteX238" fmla="*/ 1884453 w 2957425"/>
                <a:gd name="connsiteY238" fmla="*/ 1400283 h 1708593"/>
                <a:gd name="connsiteX239" fmla="*/ 1975602 w 2957425"/>
                <a:gd name="connsiteY239" fmla="*/ 1447646 h 1708593"/>
                <a:gd name="connsiteX240" fmla="*/ 2047561 w 2957425"/>
                <a:gd name="connsiteY240" fmla="*/ 1489147 h 1708593"/>
                <a:gd name="connsiteX241" fmla="*/ 2062687 w 2957425"/>
                <a:gd name="connsiteY241" fmla="*/ 1490064 h 1708593"/>
                <a:gd name="connsiteX242" fmla="*/ 2078025 w 2957425"/>
                <a:gd name="connsiteY242" fmla="*/ 1489147 h 1708593"/>
                <a:gd name="connsiteX243" fmla="*/ 2150933 w 2957425"/>
                <a:gd name="connsiteY243" fmla="*/ 1447646 h 1708593"/>
                <a:gd name="connsiteX244" fmla="*/ 2241019 w 2957425"/>
                <a:gd name="connsiteY244" fmla="*/ 1400283 h 1708593"/>
                <a:gd name="connsiteX245" fmla="*/ 2250202 w 2957425"/>
                <a:gd name="connsiteY245" fmla="*/ 1399997 h 1708593"/>
                <a:gd name="connsiteX246" fmla="*/ 2259500 w 2957425"/>
                <a:gd name="connsiteY246" fmla="*/ 1400283 h 1708593"/>
                <a:gd name="connsiteX247" fmla="*/ 2350772 w 2957425"/>
                <a:gd name="connsiteY247" fmla="*/ 1447646 h 1708593"/>
                <a:gd name="connsiteX248" fmla="*/ 2422815 w 2957425"/>
                <a:gd name="connsiteY248" fmla="*/ 1489147 h 1708593"/>
                <a:gd name="connsiteX249" fmla="*/ 2437959 w 2957425"/>
                <a:gd name="connsiteY249" fmla="*/ 1490064 h 1708593"/>
                <a:gd name="connsiteX250" fmla="*/ 2453275 w 2957425"/>
                <a:gd name="connsiteY250" fmla="*/ 1489147 h 1708593"/>
                <a:gd name="connsiteX251" fmla="*/ 2526203 w 2957425"/>
                <a:gd name="connsiteY251" fmla="*/ 1447646 h 1708593"/>
                <a:gd name="connsiteX252" fmla="*/ 2625475 w 2957425"/>
                <a:gd name="connsiteY252" fmla="*/ 1399997 h 1708593"/>
                <a:gd name="connsiteX253" fmla="*/ 2725913 w 2957425"/>
                <a:gd name="connsiteY253" fmla="*/ 1447646 h 1708593"/>
                <a:gd name="connsiteX254" fmla="*/ 2797875 w 2957425"/>
                <a:gd name="connsiteY254" fmla="*/ 1489147 h 1708593"/>
                <a:gd name="connsiteX255" fmla="*/ 2812992 w 2957425"/>
                <a:gd name="connsiteY255" fmla="*/ 1490064 h 1708593"/>
                <a:gd name="connsiteX256" fmla="*/ 2828318 w 2957425"/>
                <a:gd name="connsiteY256" fmla="*/ 1489147 h 1708593"/>
                <a:gd name="connsiteX257" fmla="*/ 2901235 w 2957425"/>
                <a:gd name="connsiteY257" fmla="*/ 1447646 h 1708593"/>
                <a:gd name="connsiteX258" fmla="*/ 2937919 w 2957425"/>
                <a:gd name="connsiteY258" fmla="*/ 1417057 h 1708593"/>
                <a:gd name="connsiteX259" fmla="*/ 2957425 w 2957425"/>
                <a:gd name="connsiteY259" fmla="*/ 1407904 h 1708593"/>
                <a:gd name="connsiteX260" fmla="*/ 2957425 w 2957425"/>
                <a:gd name="connsiteY260" fmla="*/ 1429332 h 1708593"/>
                <a:gd name="connsiteX261" fmla="*/ 2944779 w 2957425"/>
                <a:gd name="connsiteY261" fmla="*/ 1434006 h 1708593"/>
                <a:gd name="connsiteX262" fmla="*/ 2913429 w 2957425"/>
                <a:gd name="connsiteY262" fmla="*/ 1460429 h 1708593"/>
                <a:gd name="connsiteX263" fmla="*/ 2822285 w 2957425"/>
                <a:gd name="connsiteY263" fmla="*/ 1507792 h 1708593"/>
                <a:gd name="connsiteX264" fmla="*/ 2812992 w 2957425"/>
                <a:gd name="connsiteY264" fmla="*/ 1508078 h 1708593"/>
                <a:gd name="connsiteX265" fmla="*/ 2803817 w 2957425"/>
                <a:gd name="connsiteY265" fmla="*/ 1507792 h 1708593"/>
                <a:gd name="connsiteX266" fmla="*/ 2713719 w 2957425"/>
                <a:gd name="connsiteY266" fmla="*/ 1460429 h 1708593"/>
                <a:gd name="connsiteX267" fmla="*/ 2625475 w 2957425"/>
                <a:gd name="connsiteY267" fmla="*/ 1418011 h 1708593"/>
                <a:gd name="connsiteX268" fmla="*/ 2538398 w 2957425"/>
                <a:gd name="connsiteY268" fmla="*/ 1460429 h 1708593"/>
                <a:gd name="connsiteX269" fmla="*/ 2447253 w 2957425"/>
                <a:gd name="connsiteY269" fmla="*/ 1507792 h 1708593"/>
                <a:gd name="connsiteX270" fmla="*/ 2437959 w 2957425"/>
                <a:gd name="connsiteY270" fmla="*/ 1508078 h 1708593"/>
                <a:gd name="connsiteX271" fmla="*/ 2428768 w 2957425"/>
                <a:gd name="connsiteY271" fmla="*/ 1507792 h 1708593"/>
                <a:gd name="connsiteX272" fmla="*/ 2338559 w 2957425"/>
                <a:gd name="connsiteY272" fmla="*/ 1460429 h 1708593"/>
                <a:gd name="connsiteX273" fmla="*/ 2265570 w 2957425"/>
                <a:gd name="connsiteY273" fmla="*/ 1418928 h 1708593"/>
                <a:gd name="connsiteX274" fmla="*/ 2250202 w 2957425"/>
                <a:gd name="connsiteY274" fmla="*/ 1418011 h 1708593"/>
                <a:gd name="connsiteX275" fmla="*/ 2235078 w 2957425"/>
                <a:gd name="connsiteY275" fmla="*/ 1418928 h 1708593"/>
                <a:gd name="connsiteX276" fmla="*/ 2163119 w 2957425"/>
                <a:gd name="connsiteY276" fmla="*/ 1460429 h 1708593"/>
                <a:gd name="connsiteX277" fmla="*/ 2071970 w 2957425"/>
                <a:gd name="connsiteY277" fmla="*/ 1507792 h 1708593"/>
                <a:gd name="connsiteX278" fmla="*/ 2062687 w 2957425"/>
                <a:gd name="connsiteY278" fmla="*/ 1508078 h 1708593"/>
                <a:gd name="connsiteX279" fmla="*/ 2053502 w 2957425"/>
                <a:gd name="connsiteY279" fmla="*/ 1507792 h 1708593"/>
                <a:gd name="connsiteX280" fmla="*/ 1963418 w 2957425"/>
                <a:gd name="connsiteY280" fmla="*/ 1460429 h 1708593"/>
                <a:gd name="connsiteX281" fmla="*/ 1890508 w 2957425"/>
                <a:gd name="connsiteY281" fmla="*/ 1418928 h 1708593"/>
                <a:gd name="connsiteX282" fmla="*/ 1875171 w 2957425"/>
                <a:gd name="connsiteY282" fmla="*/ 1418011 h 1708593"/>
                <a:gd name="connsiteX283" fmla="*/ 1860044 w 2957425"/>
                <a:gd name="connsiteY283" fmla="*/ 1418928 h 1708593"/>
                <a:gd name="connsiteX284" fmla="*/ 1788085 w 2957425"/>
                <a:gd name="connsiteY284" fmla="*/ 1460429 h 1708593"/>
                <a:gd name="connsiteX285" fmla="*/ 1696936 w 2957425"/>
                <a:gd name="connsiteY285" fmla="*/ 1507792 h 1708593"/>
                <a:gd name="connsiteX286" fmla="*/ 1687656 w 2957425"/>
                <a:gd name="connsiteY286" fmla="*/ 1508078 h 1708593"/>
                <a:gd name="connsiteX287" fmla="*/ 1678456 w 2957425"/>
                <a:gd name="connsiteY287" fmla="*/ 1507792 h 1708593"/>
                <a:gd name="connsiteX288" fmla="*/ 1588259 w 2957425"/>
                <a:gd name="connsiteY288" fmla="*/ 1460429 h 1708593"/>
                <a:gd name="connsiteX289" fmla="*/ 1515254 w 2957425"/>
                <a:gd name="connsiteY289" fmla="*/ 1418928 h 1708593"/>
                <a:gd name="connsiteX290" fmla="*/ 1499902 w 2957425"/>
                <a:gd name="connsiteY290" fmla="*/ 1418011 h 1708593"/>
                <a:gd name="connsiteX291" fmla="*/ 1484938 w 2957425"/>
                <a:gd name="connsiteY291" fmla="*/ 1418928 h 1708593"/>
                <a:gd name="connsiteX292" fmla="*/ 1412811 w 2957425"/>
                <a:gd name="connsiteY292" fmla="*/ 1460429 h 1708593"/>
                <a:gd name="connsiteX293" fmla="*/ 1312377 w 2957425"/>
                <a:gd name="connsiteY293" fmla="*/ 1508078 h 1708593"/>
                <a:gd name="connsiteX294" fmla="*/ 1213103 w 2957425"/>
                <a:gd name="connsiteY294" fmla="*/ 1460429 h 1708593"/>
                <a:gd name="connsiteX295" fmla="*/ 1140203 w 2957425"/>
                <a:gd name="connsiteY295" fmla="*/ 1418928 h 1708593"/>
                <a:gd name="connsiteX296" fmla="*/ 1124860 w 2957425"/>
                <a:gd name="connsiteY296" fmla="*/ 1418011 h 1708593"/>
                <a:gd name="connsiteX297" fmla="*/ 1109907 w 2957425"/>
                <a:gd name="connsiteY297" fmla="*/ 1418928 h 1708593"/>
                <a:gd name="connsiteX298" fmla="*/ 1037780 w 2957425"/>
                <a:gd name="connsiteY298" fmla="*/ 1460429 h 1708593"/>
                <a:gd name="connsiteX299" fmla="*/ 937343 w 2957425"/>
                <a:gd name="connsiteY299" fmla="*/ 1508078 h 1708593"/>
                <a:gd name="connsiteX300" fmla="*/ 837942 w 2957425"/>
                <a:gd name="connsiteY300" fmla="*/ 1460429 h 1708593"/>
                <a:gd name="connsiteX301" fmla="*/ 764952 w 2957425"/>
                <a:gd name="connsiteY301" fmla="*/ 1418928 h 1708593"/>
                <a:gd name="connsiteX302" fmla="*/ 749586 w 2957425"/>
                <a:gd name="connsiteY302" fmla="*/ 1418011 h 1708593"/>
                <a:gd name="connsiteX303" fmla="*/ 734638 w 2957425"/>
                <a:gd name="connsiteY303" fmla="*/ 1418928 h 1708593"/>
                <a:gd name="connsiteX304" fmla="*/ 662511 w 2957425"/>
                <a:gd name="connsiteY304" fmla="*/ 1460429 h 1708593"/>
                <a:gd name="connsiteX305" fmla="*/ 562069 w 2957425"/>
                <a:gd name="connsiteY305" fmla="*/ 1508078 h 1708593"/>
                <a:gd name="connsiteX306" fmla="*/ 462743 w 2957425"/>
                <a:gd name="connsiteY306" fmla="*/ 1460429 h 1708593"/>
                <a:gd name="connsiteX307" fmla="*/ 375034 w 2957425"/>
                <a:gd name="connsiteY307" fmla="*/ 1418011 h 1708593"/>
                <a:gd name="connsiteX308" fmla="*/ 287371 w 2957425"/>
                <a:gd name="connsiteY308" fmla="*/ 1460429 h 1708593"/>
                <a:gd name="connsiteX309" fmla="*/ 187517 w 2957425"/>
                <a:gd name="connsiteY309" fmla="*/ 1508078 h 1708593"/>
                <a:gd name="connsiteX310" fmla="*/ 87663 w 2957425"/>
                <a:gd name="connsiteY310" fmla="*/ 1460429 h 1708593"/>
                <a:gd name="connsiteX311" fmla="*/ 0 w 2957425"/>
                <a:gd name="connsiteY311" fmla="*/ 1418011 h 1708593"/>
                <a:gd name="connsiteX312" fmla="*/ 0 w 2957425"/>
                <a:gd name="connsiteY312" fmla="*/ 1300582 h 1708593"/>
                <a:gd name="connsiteX313" fmla="*/ 99855 w 2957425"/>
                <a:gd name="connsiteY313" fmla="*/ 1347693 h 1708593"/>
                <a:gd name="connsiteX314" fmla="*/ 187517 w 2957425"/>
                <a:gd name="connsiteY314" fmla="*/ 1390151 h 1708593"/>
                <a:gd name="connsiteX315" fmla="*/ 275179 w 2957425"/>
                <a:gd name="connsiteY315" fmla="*/ 1347693 h 1708593"/>
                <a:gd name="connsiteX316" fmla="*/ 375034 w 2957425"/>
                <a:gd name="connsiteY316" fmla="*/ 1300582 h 1708593"/>
                <a:gd name="connsiteX317" fmla="*/ 474941 w 2957425"/>
                <a:gd name="connsiteY317" fmla="*/ 1347693 h 1708593"/>
                <a:gd name="connsiteX318" fmla="*/ 562069 w 2957425"/>
                <a:gd name="connsiteY318" fmla="*/ 1390151 h 1708593"/>
                <a:gd name="connsiteX319" fmla="*/ 650315 w 2957425"/>
                <a:gd name="connsiteY319" fmla="*/ 1347693 h 1708593"/>
                <a:gd name="connsiteX320" fmla="*/ 740506 w 2957425"/>
                <a:gd name="connsiteY320" fmla="*/ 1300868 h 1708593"/>
                <a:gd name="connsiteX321" fmla="*/ 749586 w 2957425"/>
                <a:gd name="connsiteY321" fmla="*/ 1300582 h 1708593"/>
                <a:gd name="connsiteX322" fmla="*/ 758889 w 2957425"/>
                <a:gd name="connsiteY322" fmla="*/ 1300868 h 1708593"/>
                <a:gd name="connsiteX323" fmla="*/ 850154 w 2957425"/>
                <a:gd name="connsiteY323" fmla="*/ 1347693 h 1708593"/>
                <a:gd name="connsiteX324" fmla="*/ 937343 w 2957425"/>
                <a:gd name="connsiteY324" fmla="*/ 1390151 h 1708593"/>
                <a:gd name="connsiteX325" fmla="*/ 1025586 w 2957425"/>
                <a:gd name="connsiteY325" fmla="*/ 1347693 h 1708593"/>
                <a:gd name="connsiteX326" fmla="*/ 1115684 w 2957425"/>
                <a:gd name="connsiteY326" fmla="*/ 1300868 h 1708593"/>
                <a:gd name="connsiteX327" fmla="*/ 1124860 w 2957425"/>
                <a:gd name="connsiteY327" fmla="*/ 1300582 h 1708593"/>
                <a:gd name="connsiteX328" fmla="*/ 1134151 w 2957425"/>
                <a:gd name="connsiteY328" fmla="*/ 1300868 h 1708593"/>
                <a:gd name="connsiteX329" fmla="*/ 1225295 w 2957425"/>
                <a:gd name="connsiteY329" fmla="*/ 1347693 h 1708593"/>
                <a:gd name="connsiteX330" fmla="*/ 1312377 w 2957425"/>
                <a:gd name="connsiteY330" fmla="*/ 1390151 h 1708593"/>
                <a:gd name="connsiteX331" fmla="*/ 1400620 w 2957425"/>
                <a:gd name="connsiteY331" fmla="*/ 1347693 h 1708593"/>
                <a:gd name="connsiteX332" fmla="*/ 1490715 w 2957425"/>
                <a:gd name="connsiteY332" fmla="*/ 1300868 h 1708593"/>
                <a:gd name="connsiteX333" fmla="*/ 1499902 w 2957425"/>
                <a:gd name="connsiteY333" fmla="*/ 1300582 h 1708593"/>
                <a:gd name="connsiteX334" fmla="*/ 1509200 w 2957425"/>
                <a:gd name="connsiteY334" fmla="*/ 1300868 h 1708593"/>
                <a:gd name="connsiteX335" fmla="*/ 1600457 w 2957425"/>
                <a:gd name="connsiteY335" fmla="*/ 1347693 h 1708593"/>
                <a:gd name="connsiteX336" fmla="*/ 1672675 w 2957425"/>
                <a:gd name="connsiteY336" fmla="*/ 1389257 h 1708593"/>
                <a:gd name="connsiteX337" fmla="*/ 1687656 w 2957425"/>
                <a:gd name="connsiteY337" fmla="*/ 1390151 h 1708593"/>
                <a:gd name="connsiteX338" fmla="*/ 1702991 w 2957425"/>
                <a:gd name="connsiteY338" fmla="*/ 1389257 h 1708593"/>
                <a:gd name="connsiteX339" fmla="*/ 1775902 w 2957425"/>
                <a:gd name="connsiteY339" fmla="*/ 1347693 h 1708593"/>
                <a:gd name="connsiteX340" fmla="*/ 1865985 w 2957425"/>
                <a:gd name="connsiteY340" fmla="*/ 1300868 h 1708593"/>
                <a:gd name="connsiteX341" fmla="*/ 1875171 w 2957425"/>
                <a:gd name="connsiteY341" fmla="*/ 1300582 h 1708593"/>
                <a:gd name="connsiteX342" fmla="*/ 1884453 w 2957425"/>
                <a:gd name="connsiteY342" fmla="*/ 1300868 h 1708593"/>
                <a:gd name="connsiteX343" fmla="*/ 1975602 w 2957425"/>
                <a:gd name="connsiteY343" fmla="*/ 1347693 h 1708593"/>
                <a:gd name="connsiteX344" fmla="*/ 2047561 w 2957425"/>
                <a:gd name="connsiteY344" fmla="*/ 1389257 h 1708593"/>
                <a:gd name="connsiteX345" fmla="*/ 2062687 w 2957425"/>
                <a:gd name="connsiteY345" fmla="*/ 1390151 h 1708593"/>
                <a:gd name="connsiteX346" fmla="*/ 2078025 w 2957425"/>
                <a:gd name="connsiteY346" fmla="*/ 1389257 h 1708593"/>
                <a:gd name="connsiteX347" fmla="*/ 2150933 w 2957425"/>
                <a:gd name="connsiteY347" fmla="*/ 1347693 h 1708593"/>
                <a:gd name="connsiteX348" fmla="*/ 2241019 w 2957425"/>
                <a:gd name="connsiteY348" fmla="*/ 1300868 h 1708593"/>
                <a:gd name="connsiteX349" fmla="*/ 2250202 w 2957425"/>
                <a:gd name="connsiteY349" fmla="*/ 1300582 h 1708593"/>
                <a:gd name="connsiteX350" fmla="*/ 2259500 w 2957425"/>
                <a:gd name="connsiteY350" fmla="*/ 1300868 h 1708593"/>
                <a:gd name="connsiteX351" fmla="*/ 2350772 w 2957425"/>
                <a:gd name="connsiteY351" fmla="*/ 1347693 h 1708593"/>
                <a:gd name="connsiteX352" fmla="*/ 2422815 w 2957425"/>
                <a:gd name="connsiteY352" fmla="*/ 1389257 h 1708593"/>
                <a:gd name="connsiteX353" fmla="*/ 2437959 w 2957425"/>
                <a:gd name="connsiteY353" fmla="*/ 1390151 h 1708593"/>
                <a:gd name="connsiteX354" fmla="*/ 2453275 w 2957425"/>
                <a:gd name="connsiteY354" fmla="*/ 1389257 h 1708593"/>
                <a:gd name="connsiteX355" fmla="*/ 2526203 w 2957425"/>
                <a:gd name="connsiteY355" fmla="*/ 1347693 h 1708593"/>
                <a:gd name="connsiteX356" fmla="*/ 2625475 w 2957425"/>
                <a:gd name="connsiteY356" fmla="*/ 1300582 h 1708593"/>
                <a:gd name="connsiteX357" fmla="*/ 2725913 w 2957425"/>
                <a:gd name="connsiteY357" fmla="*/ 1347693 h 1708593"/>
                <a:gd name="connsiteX358" fmla="*/ 2797875 w 2957425"/>
                <a:gd name="connsiteY358" fmla="*/ 1389257 h 1708593"/>
                <a:gd name="connsiteX359" fmla="*/ 2812992 w 2957425"/>
                <a:gd name="connsiteY359" fmla="*/ 1390151 h 1708593"/>
                <a:gd name="connsiteX360" fmla="*/ 2828318 w 2957425"/>
                <a:gd name="connsiteY360" fmla="*/ 1389257 h 1708593"/>
                <a:gd name="connsiteX361" fmla="*/ 2901235 w 2957425"/>
                <a:gd name="connsiteY361" fmla="*/ 1347693 h 1708593"/>
                <a:gd name="connsiteX362" fmla="*/ 2937914 w 2957425"/>
                <a:gd name="connsiteY362" fmla="*/ 1317571 h 1708593"/>
                <a:gd name="connsiteX363" fmla="*/ 2957425 w 2957425"/>
                <a:gd name="connsiteY363" fmla="*/ 1308465 h 1708593"/>
                <a:gd name="connsiteX364" fmla="*/ 2957425 w 2957425"/>
                <a:gd name="connsiteY364" fmla="*/ 1329768 h 1708593"/>
                <a:gd name="connsiteX365" fmla="*/ 2944774 w 2957425"/>
                <a:gd name="connsiteY365" fmla="*/ 1334381 h 1708593"/>
                <a:gd name="connsiteX366" fmla="*/ 2913429 w 2957425"/>
                <a:gd name="connsiteY366" fmla="*/ 1361070 h 1708593"/>
                <a:gd name="connsiteX367" fmla="*/ 2822285 w 2957425"/>
                <a:gd name="connsiteY367" fmla="*/ 1407901 h 1708593"/>
                <a:gd name="connsiteX368" fmla="*/ 2812992 w 2957425"/>
                <a:gd name="connsiteY368" fmla="*/ 1408181 h 1708593"/>
                <a:gd name="connsiteX369" fmla="*/ 2803817 w 2957425"/>
                <a:gd name="connsiteY369" fmla="*/ 1407901 h 1708593"/>
                <a:gd name="connsiteX370" fmla="*/ 2713719 w 2957425"/>
                <a:gd name="connsiteY370" fmla="*/ 1361070 h 1708593"/>
                <a:gd name="connsiteX371" fmla="*/ 2625475 w 2957425"/>
                <a:gd name="connsiteY371" fmla="*/ 1318612 h 1708593"/>
                <a:gd name="connsiteX372" fmla="*/ 2538398 w 2957425"/>
                <a:gd name="connsiteY372" fmla="*/ 1361070 h 1708593"/>
                <a:gd name="connsiteX373" fmla="*/ 2447253 w 2957425"/>
                <a:gd name="connsiteY373" fmla="*/ 1407901 h 1708593"/>
                <a:gd name="connsiteX374" fmla="*/ 2437959 w 2957425"/>
                <a:gd name="connsiteY374" fmla="*/ 1408181 h 1708593"/>
                <a:gd name="connsiteX375" fmla="*/ 2428768 w 2957425"/>
                <a:gd name="connsiteY375" fmla="*/ 1407901 h 1708593"/>
                <a:gd name="connsiteX376" fmla="*/ 2338559 w 2957425"/>
                <a:gd name="connsiteY376" fmla="*/ 1361070 h 1708593"/>
                <a:gd name="connsiteX377" fmla="*/ 2265570 w 2957425"/>
                <a:gd name="connsiteY377" fmla="*/ 1319506 h 1708593"/>
                <a:gd name="connsiteX378" fmla="*/ 2250202 w 2957425"/>
                <a:gd name="connsiteY378" fmla="*/ 1318612 h 1708593"/>
                <a:gd name="connsiteX379" fmla="*/ 2235078 w 2957425"/>
                <a:gd name="connsiteY379" fmla="*/ 1319506 h 1708593"/>
                <a:gd name="connsiteX380" fmla="*/ 2163119 w 2957425"/>
                <a:gd name="connsiteY380" fmla="*/ 1361070 h 1708593"/>
                <a:gd name="connsiteX381" fmla="*/ 2071970 w 2957425"/>
                <a:gd name="connsiteY381" fmla="*/ 1407901 h 1708593"/>
                <a:gd name="connsiteX382" fmla="*/ 2062687 w 2957425"/>
                <a:gd name="connsiteY382" fmla="*/ 1408181 h 1708593"/>
                <a:gd name="connsiteX383" fmla="*/ 2053502 w 2957425"/>
                <a:gd name="connsiteY383" fmla="*/ 1407901 h 1708593"/>
                <a:gd name="connsiteX384" fmla="*/ 1963418 w 2957425"/>
                <a:gd name="connsiteY384" fmla="*/ 1361070 h 1708593"/>
                <a:gd name="connsiteX385" fmla="*/ 1890508 w 2957425"/>
                <a:gd name="connsiteY385" fmla="*/ 1319506 h 1708593"/>
                <a:gd name="connsiteX386" fmla="*/ 1875171 w 2957425"/>
                <a:gd name="connsiteY386" fmla="*/ 1318612 h 1708593"/>
                <a:gd name="connsiteX387" fmla="*/ 1860044 w 2957425"/>
                <a:gd name="connsiteY387" fmla="*/ 1319506 h 1708593"/>
                <a:gd name="connsiteX388" fmla="*/ 1788085 w 2957425"/>
                <a:gd name="connsiteY388" fmla="*/ 1361070 h 1708593"/>
                <a:gd name="connsiteX389" fmla="*/ 1696936 w 2957425"/>
                <a:gd name="connsiteY389" fmla="*/ 1407901 h 1708593"/>
                <a:gd name="connsiteX390" fmla="*/ 1687656 w 2957425"/>
                <a:gd name="connsiteY390" fmla="*/ 1408181 h 1708593"/>
                <a:gd name="connsiteX391" fmla="*/ 1678456 w 2957425"/>
                <a:gd name="connsiteY391" fmla="*/ 1407901 h 1708593"/>
                <a:gd name="connsiteX392" fmla="*/ 1588259 w 2957425"/>
                <a:gd name="connsiteY392" fmla="*/ 1361070 h 1708593"/>
                <a:gd name="connsiteX393" fmla="*/ 1515254 w 2957425"/>
                <a:gd name="connsiteY393" fmla="*/ 1319506 h 1708593"/>
                <a:gd name="connsiteX394" fmla="*/ 1499902 w 2957425"/>
                <a:gd name="connsiteY394" fmla="*/ 1318612 h 1708593"/>
                <a:gd name="connsiteX395" fmla="*/ 1484938 w 2957425"/>
                <a:gd name="connsiteY395" fmla="*/ 1319506 h 1708593"/>
                <a:gd name="connsiteX396" fmla="*/ 1412811 w 2957425"/>
                <a:gd name="connsiteY396" fmla="*/ 1361070 h 1708593"/>
                <a:gd name="connsiteX397" fmla="*/ 1312377 w 2957425"/>
                <a:gd name="connsiteY397" fmla="*/ 1408181 h 1708593"/>
                <a:gd name="connsiteX398" fmla="*/ 1213103 w 2957425"/>
                <a:gd name="connsiteY398" fmla="*/ 1361070 h 1708593"/>
                <a:gd name="connsiteX399" fmla="*/ 1140203 w 2957425"/>
                <a:gd name="connsiteY399" fmla="*/ 1319506 h 1708593"/>
                <a:gd name="connsiteX400" fmla="*/ 1124860 w 2957425"/>
                <a:gd name="connsiteY400" fmla="*/ 1318612 h 1708593"/>
                <a:gd name="connsiteX401" fmla="*/ 1109907 w 2957425"/>
                <a:gd name="connsiteY401" fmla="*/ 1319506 h 1708593"/>
                <a:gd name="connsiteX402" fmla="*/ 1037780 w 2957425"/>
                <a:gd name="connsiteY402" fmla="*/ 1361070 h 1708593"/>
                <a:gd name="connsiteX403" fmla="*/ 937343 w 2957425"/>
                <a:gd name="connsiteY403" fmla="*/ 1408181 h 1708593"/>
                <a:gd name="connsiteX404" fmla="*/ 837942 w 2957425"/>
                <a:gd name="connsiteY404" fmla="*/ 1361070 h 1708593"/>
                <a:gd name="connsiteX405" fmla="*/ 764952 w 2957425"/>
                <a:gd name="connsiteY405" fmla="*/ 1319506 h 1708593"/>
                <a:gd name="connsiteX406" fmla="*/ 749586 w 2957425"/>
                <a:gd name="connsiteY406" fmla="*/ 1318612 h 1708593"/>
                <a:gd name="connsiteX407" fmla="*/ 734638 w 2957425"/>
                <a:gd name="connsiteY407" fmla="*/ 1319506 h 1708593"/>
                <a:gd name="connsiteX408" fmla="*/ 662511 w 2957425"/>
                <a:gd name="connsiteY408" fmla="*/ 1361070 h 1708593"/>
                <a:gd name="connsiteX409" fmla="*/ 562069 w 2957425"/>
                <a:gd name="connsiteY409" fmla="*/ 1408181 h 1708593"/>
                <a:gd name="connsiteX410" fmla="*/ 462743 w 2957425"/>
                <a:gd name="connsiteY410" fmla="*/ 1361070 h 1708593"/>
                <a:gd name="connsiteX411" fmla="*/ 375034 w 2957425"/>
                <a:gd name="connsiteY411" fmla="*/ 1318612 h 1708593"/>
                <a:gd name="connsiteX412" fmla="*/ 287371 w 2957425"/>
                <a:gd name="connsiteY412" fmla="*/ 1361070 h 1708593"/>
                <a:gd name="connsiteX413" fmla="*/ 187517 w 2957425"/>
                <a:gd name="connsiteY413" fmla="*/ 1408181 h 1708593"/>
                <a:gd name="connsiteX414" fmla="*/ 87663 w 2957425"/>
                <a:gd name="connsiteY414" fmla="*/ 1361070 h 1708593"/>
                <a:gd name="connsiteX415" fmla="*/ 0 w 2957425"/>
                <a:gd name="connsiteY415" fmla="*/ 1318612 h 1708593"/>
                <a:gd name="connsiteX416" fmla="*/ 0 w 2957425"/>
                <a:gd name="connsiteY416" fmla="*/ 1200685 h 1708593"/>
                <a:gd name="connsiteX417" fmla="*/ 99855 w 2957425"/>
                <a:gd name="connsiteY417" fmla="*/ 1248334 h 1708593"/>
                <a:gd name="connsiteX418" fmla="*/ 187517 w 2957425"/>
                <a:gd name="connsiteY418" fmla="*/ 1290753 h 1708593"/>
                <a:gd name="connsiteX419" fmla="*/ 275179 w 2957425"/>
                <a:gd name="connsiteY419" fmla="*/ 1248334 h 1708593"/>
                <a:gd name="connsiteX420" fmla="*/ 375034 w 2957425"/>
                <a:gd name="connsiteY420" fmla="*/ 1200685 h 1708593"/>
                <a:gd name="connsiteX421" fmla="*/ 474941 w 2957425"/>
                <a:gd name="connsiteY421" fmla="*/ 1248334 h 1708593"/>
                <a:gd name="connsiteX422" fmla="*/ 562069 w 2957425"/>
                <a:gd name="connsiteY422" fmla="*/ 1290753 h 1708593"/>
                <a:gd name="connsiteX423" fmla="*/ 650315 w 2957425"/>
                <a:gd name="connsiteY423" fmla="*/ 1248334 h 1708593"/>
                <a:gd name="connsiteX424" fmla="*/ 740506 w 2957425"/>
                <a:gd name="connsiteY424" fmla="*/ 1200971 h 1708593"/>
                <a:gd name="connsiteX425" fmla="*/ 749586 w 2957425"/>
                <a:gd name="connsiteY425" fmla="*/ 1200685 h 1708593"/>
                <a:gd name="connsiteX426" fmla="*/ 758889 w 2957425"/>
                <a:gd name="connsiteY426" fmla="*/ 1200971 h 1708593"/>
                <a:gd name="connsiteX427" fmla="*/ 850154 w 2957425"/>
                <a:gd name="connsiteY427" fmla="*/ 1248334 h 1708593"/>
                <a:gd name="connsiteX428" fmla="*/ 937343 w 2957425"/>
                <a:gd name="connsiteY428" fmla="*/ 1290753 h 1708593"/>
                <a:gd name="connsiteX429" fmla="*/ 1025586 w 2957425"/>
                <a:gd name="connsiteY429" fmla="*/ 1248334 h 1708593"/>
                <a:gd name="connsiteX430" fmla="*/ 1115684 w 2957425"/>
                <a:gd name="connsiteY430" fmla="*/ 1200971 h 1708593"/>
                <a:gd name="connsiteX431" fmla="*/ 1124860 w 2957425"/>
                <a:gd name="connsiteY431" fmla="*/ 1200685 h 1708593"/>
                <a:gd name="connsiteX432" fmla="*/ 1134151 w 2957425"/>
                <a:gd name="connsiteY432" fmla="*/ 1200971 h 1708593"/>
                <a:gd name="connsiteX433" fmla="*/ 1225295 w 2957425"/>
                <a:gd name="connsiteY433" fmla="*/ 1248334 h 1708593"/>
                <a:gd name="connsiteX434" fmla="*/ 1312377 w 2957425"/>
                <a:gd name="connsiteY434" fmla="*/ 1290753 h 1708593"/>
                <a:gd name="connsiteX435" fmla="*/ 1400620 w 2957425"/>
                <a:gd name="connsiteY435" fmla="*/ 1248334 h 1708593"/>
                <a:gd name="connsiteX436" fmla="*/ 1490715 w 2957425"/>
                <a:gd name="connsiteY436" fmla="*/ 1200971 h 1708593"/>
                <a:gd name="connsiteX437" fmla="*/ 1499902 w 2957425"/>
                <a:gd name="connsiteY437" fmla="*/ 1200685 h 1708593"/>
                <a:gd name="connsiteX438" fmla="*/ 1509200 w 2957425"/>
                <a:gd name="connsiteY438" fmla="*/ 1200971 h 1708593"/>
                <a:gd name="connsiteX439" fmla="*/ 1600457 w 2957425"/>
                <a:gd name="connsiteY439" fmla="*/ 1248334 h 1708593"/>
                <a:gd name="connsiteX440" fmla="*/ 1672675 w 2957425"/>
                <a:gd name="connsiteY440" fmla="*/ 1289836 h 1708593"/>
                <a:gd name="connsiteX441" fmla="*/ 1687656 w 2957425"/>
                <a:gd name="connsiteY441" fmla="*/ 1290753 h 1708593"/>
                <a:gd name="connsiteX442" fmla="*/ 1702991 w 2957425"/>
                <a:gd name="connsiteY442" fmla="*/ 1289836 h 1708593"/>
                <a:gd name="connsiteX443" fmla="*/ 1775902 w 2957425"/>
                <a:gd name="connsiteY443" fmla="*/ 1248334 h 1708593"/>
                <a:gd name="connsiteX444" fmla="*/ 1865985 w 2957425"/>
                <a:gd name="connsiteY444" fmla="*/ 1200971 h 1708593"/>
                <a:gd name="connsiteX445" fmla="*/ 1875171 w 2957425"/>
                <a:gd name="connsiteY445" fmla="*/ 1200685 h 1708593"/>
                <a:gd name="connsiteX446" fmla="*/ 1884453 w 2957425"/>
                <a:gd name="connsiteY446" fmla="*/ 1200971 h 1708593"/>
                <a:gd name="connsiteX447" fmla="*/ 1975602 w 2957425"/>
                <a:gd name="connsiteY447" fmla="*/ 1248334 h 1708593"/>
                <a:gd name="connsiteX448" fmla="*/ 2047561 w 2957425"/>
                <a:gd name="connsiteY448" fmla="*/ 1289836 h 1708593"/>
                <a:gd name="connsiteX449" fmla="*/ 2062687 w 2957425"/>
                <a:gd name="connsiteY449" fmla="*/ 1290753 h 1708593"/>
                <a:gd name="connsiteX450" fmla="*/ 2078025 w 2957425"/>
                <a:gd name="connsiteY450" fmla="*/ 1289836 h 1708593"/>
                <a:gd name="connsiteX451" fmla="*/ 2150933 w 2957425"/>
                <a:gd name="connsiteY451" fmla="*/ 1248334 h 1708593"/>
                <a:gd name="connsiteX452" fmla="*/ 2241019 w 2957425"/>
                <a:gd name="connsiteY452" fmla="*/ 1200971 h 1708593"/>
                <a:gd name="connsiteX453" fmla="*/ 2250202 w 2957425"/>
                <a:gd name="connsiteY453" fmla="*/ 1200685 h 1708593"/>
                <a:gd name="connsiteX454" fmla="*/ 2259500 w 2957425"/>
                <a:gd name="connsiteY454" fmla="*/ 1200971 h 1708593"/>
                <a:gd name="connsiteX455" fmla="*/ 2350772 w 2957425"/>
                <a:gd name="connsiteY455" fmla="*/ 1248334 h 1708593"/>
                <a:gd name="connsiteX456" fmla="*/ 2422815 w 2957425"/>
                <a:gd name="connsiteY456" fmla="*/ 1289836 h 1708593"/>
                <a:gd name="connsiteX457" fmla="*/ 2437959 w 2957425"/>
                <a:gd name="connsiteY457" fmla="*/ 1290753 h 1708593"/>
                <a:gd name="connsiteX458" fmla="*/ 2453275 w 2957425"/>
                <a:gd name="connsiteY458" fmla="*/ 1289836 h 1708593"/>
                <a:gd name="connsiteX459" fmla="*/ 2526203 w 2957425"/>
                <a:gd name="connsiteY459" fmla="*/ 1248334 h 1708593"/>
                <a:gd name="connsiteX460" fmla="*/ 2625475 w 2957425"/>
                <a:gd name="connsiteY460" fmla="*/ 1200685 h 1708593"/>
                <a:gd name="connsiteX461" fmla="*/ 2725913 w 2957425"/>
                <a:gd name="connsiteY461" fmla="*/ 1248334 h 1708593"/>
                <a:gd name="connsiteX462" fmla="*/ 2797875 w 2957425"/>
                <a:gd name="connsiteY462" fmla="*/ 1289836 h 1708593"/>
                <a:gd name="connsiteX463" fmla="*/ 2812992 w 2957425"/>
                <a:gd name="connsiteY463" fmla="*/ 1290753 h 1708593"/>
                <a:gd name="connsiteX464" fmla="*/ 2828318 w 2957425"/>
                <a:gd name="connsiteY464" fmla="*/ 1289836 h 1708593"/>
                <a:gd name="connsiteX465" fmla="*/ 2901235 w 2957425"/>
                <a:gd name="connsiteY465" fmla="*/ 1248334 h 1708593"/>
                <a:gd name="connsiteX466" fmla="*/ 2937909 w 2957425"/>
                <a:gd name="connsiteY466" fmla="*/ 1217746 h 1708593"/>
                <a:gd name="connsiteX467" fmla="*/ 2957425 w 2957425"/>
                <a:gd name="connsiteY467" fmla="*/ 1208587 h 1708593"/>
                <a:gd name="connsiteX468" fmla="*/ 2957425 w 2957425"/>
                <a:gd name="connsiteY468" fmla="*/ 1230016 h 1708593"/>
                <a:gd name="connsiteX469" fmla="*/ 2944769 w 2957425"/>
                <a:gd name="connsiteY469" fmla="*/ 1234694 h 1708593"/>
                <a:gd name="connsiteX470" fmla="*/ 2913429 w 2957425"/>
                <a:gd name="connsiteY470" fmla="*/ 1261118 h 1708593"/>
                <a:gd name="connsiteX471" fmla="*/ 2822285 w 2957425"/>
                <a:gd name="connsiteY471" fmla="*/ 1308480 h 1708593"/>
                <a:gd name="connsiteX472" fmla="*/ 2812992 w 2957425"/>
                <a:gd name="connsiteY472" fmla="*/ 1308766 h 1708593"/>
                <a:gd name="connsiteX473" fmla="*/ 2803817 w 2957425"/>
                <a:gd name="connsiteY473" fmla="*/ 1308480 h 1708593"/>
                <a:gd name="connsiteX474" fmla="*/ 2713719 w 2957425"/>
                <a:gd name="connsiteY474" fmla="*/ 1261118 h 1708593"/>
                <a:gd name="connsiteX475" fmla="*/ 2625475 w 2957425"/>
                <a:gd name="connsiteY475" fmla="*/ 1218699 h 1708593"/>
                <a:gd name="connsiteX476" fmla="*/ 2538398 w 2957425"/>
                <a:gd name="connsiteY476" fmla="*/ 1261118 h 1708593"/>
                <a:gd name="connsiteX477" fmla="*/ 2447253 w 2957425"/>
                <a:gd name="connsiteY477" fmla="*/ 1308480 h 1708593"/>
                <a:gd name="connsiteX478" fmla="*/ 2437959 w 2957425"/>
                <a:gd name="connsiteY478" fmla="*/ 1308766 h 1708593"/>
                <a:gd name="connsiteX479" fmla="*/ 2428768 w 2957425"/>
                <a:gd name="connsiteY479" fmla="*/ 1308480 h 1708593"/>
                <a:gd name="connsiteX480" fmla="*/ 2338559 w 2957425"/>
                <a:gd name="connsiteY480" fmla="*/ 1261118 h 1708593"/>
                <a:gd name="connsiteX481" fmla="*/ 2265570 w 2957425"/>
                <a:gd name="connsiteY481" fmla="*/ 1219616 h 1708593"/>
                <a:gd name="connsiteX482" fmla="*/ 2250202 w 2957425"/>
                <a:gd name="connsiteY482" fmla="*/ 1218699 h 1708593"/>
                <a:gd name="connsiteX483" fmla="*/ 2235078 w 2957425"/>
                <a:gd name="connsiteY483" fmla="*/ 1219616 h 1708593"/>
                <a:gd name="connsiteX484" fmla="*/ 2163119 w 2957425"/>
                <a:gd name="connsiteY484" fmla="*/ 1261118 h 1708593"/>
                <a:gd name="connsiteX485" fmla="*/ 2071970 w 2957425"/>
                <a:gd name="connsiteY485" fmla="*/ 1308480 h 1708593"/>
                <a:gd name="connsiteX486" fmla="*/ 2062687 w 2957425"/>
                <a:gd name="connsiteY486" fmla="*/ 1308766 h 1708593"/>
                <a:gd name="connsiteX487" fmla="*/ 2053502 w 2957425"/>
                <a:gd name="connsiteY487" fmla="*/ 1308480 h 1708593"/>
                <a:gd name="connsiteX488" fmla="*/ 1963418 w 2957425"/>
                <a:gd name="connsiteY488" fmla="*/ 1261118 h 1708593"/>
                <a:gd name="connsiteX489" fmla="*/ 1890508 w 2957425"/>
                <a:gd name="connsiteY489" fmla="*/ 1219616 h 1708593"/>
                <a:gd name="connsiteX490" fmla="*/ 1875171 w 2957425"/>
                <a:gd name="connsiteY490" fmla="*/ 1218699 h 1708593"/>
                <a:gd name="connsiteX491" fmla="*/ 1860044 w 2957425"/>
                <a:gd name="connsiteY491" fmla="*/ 1219616 h 1708593"/>
                <a:gd name="connsiteX492" fmla="*/ 1788085 w 2957425"/>
                <a:gd name="connsiteY492" fmla="*/ 1261118 h 1708593"/>
                <a:gd name="connsiteX493" fmla="*/ 1696936 w 2957425"/>
                <a:gd name="connsiteY493" fmla="*/ 1308480 h 1708593"/>
                <a:gd name="connsiteX494" fmla="*/ 1687656 w 2957425"/>
                <a:gd name="connsiteY494" fmla="*/ 1308766 h 1708593"/>
                <a:gd name="connsiteX495" fmla="*/ 1678456 w 2957425"/>
                <a:gd name="connsiteY495" fmla="*/ 1308480 h 1708593"/>
                <a:gd name="connsiteX496" fmla="*/ 1588259 w 2957425"/>
                <a:gd name="connsiteY496" fmla="*/ 1261118 h 1708593"/>
                <a:gd name="connsiteX497" fmla="*/ 1515254 w 2957425"/>
                <a:gd name="connsiteY497" fmla="*/ 1219616 h 1708593"/>
                <a:gd name="connsiteX498" fmla="*/ 1499902 w 2957425"/>
                <a:gd name="connsiteY498" fmla="*/ 1218699 h 1708593"/>
                <a:gd name="connsiteX499" fmla="*/ 1484938 w 2957425"/>
                <a:gd name="connsiteY499" fmla="*/ 1219616 h 1708593"/>
                <a:gd name="connsiteX500" fmla="*/ 1412811 w 2957425"/>
                <a:gd name="connsiteY500" fmla="*/ 1261118 h 1708593"/>
                <a:gd name="connsiteX501" fmla="*/ 1312377 w 2957425"/>
                <a:gd name="connsiteY501" fmla="*/ 1308766 h 1708593"/>
                <a:gd name="connsiteX502" fmla="*/ 1213103 w 2957425"/>
                <a:gd name="connsiteY502" fmla="*/ 1261118 h 1708593"/>
                <a:gd name="connsiteX503" fmla="*/ 1140203 w 2957425"/>
                <a:gd name="connsiteY503" fmla="*/ 1219616 h 1708593"/>
                <a:gd name="connsiteX504" fmla="*/ 1124860 w 2957425"/>
                <a:gd name="connsiteY504" fmla="*/ 1218699 h 1708593"/>
                <a:gd name="connsiteX505" fmla="*/ 1109907 w 2957425"/>
                <a:gd name="connsiteY505" fmla="*/ 1219616 h 1708593"/>
                <a:gd name="connsiteX506" fmla="*/ 1037780 w 2957425"/>
                <a:gd name="connsiteY506" fmla="*/ 1261118 h 1708593"/>
                <a:gd name="connsiteX507" fmla="*/ 937343 w 2957425"/>
                <a:gd name="connsiteY507" fmla="*/ 1308766 h 1708593"/>
                <a:gd name="connsiteX508" fmla="*/ 837942 w 2957425"/>
                <a:gd name="connsiteY508" fmla="*/ 1261118 h 1708593"/>
                <a:gd name="connsiteX509" fmla="*/ 764952 w 2957425"/>
                <a:gd name="connsiteY509" fmla="*/ 1219616 h 1708593"/>
                <a:gd name="connsiteX510" fmla="*/ 749586 w 2957425"/>
                <a:gd name="connsiteY510" fmla="*/ 1218699 h 1708593"/>
                <a:gd name="connsiteX511" fmla="*/ 734638 w 2957425"/>
                <a:gd name="connsiteY511" fmla="*/ 1219616 h 1708593"/>
                <a:gd name="connsiteX512" fmla="*/ 662511 w 2957425"/>
                <a:gd name="connsiteY512" fmla="*/ 1261118 h 1708593"/>
                <a:gd name="connsiteX513" fmla="*/ 562069 w 2957425"/>
                <a:gd name="connsiteY513" fmla="*/ 1308766 h 1708593"/>
                <a:gd name="connsiteX514" fmla="*/ 462743 w 2957425"/>
                <a:gd name="connsiteY514" fmla="*/ 1261118 h 1708593"/>
                <a:gd name="connsiteX515" fmla="*/ 375034 w 2957425"/>
                <a:gd name="connsiteY515" fmla="*/ 1218699 h 1708593"/>
                <a:gd name="connsiteX516" fmla="*/ 287371 w 2957425"/>
                <a:gd name="connsiteY516" fmla="*/ 1261118 h 1708593"/>
                <a:gd name="connsiteX517" fmla="*/ 187517 w 2957425"/>
                <a:gd name="connsiteY517" fmla="*/ 1308766 h 1708593"/>
                <a:gd name="connsiteX518" fmla="*/ 87663 w 2957425"/>
                <a:gd name="connsiteY518" fmla="*/ 1261118 h 1708593"/>
                <a:gd name="connsiteX519" fmla="*/ 0 w 2957425"/>
                <a:gd name="connsiteY519" fmla="*/ 1218699 h 1708593"/>
                <a:gd name="connsiteX520" fmla="*/ 0 w 2957425"/>
                <a:gd name="connsiteY520" fmla="*/ 1100066 h 1708593"/>
                <a:gd name="connsiteX521" fmla="*/ 99855 w 2957425"/>
                <a:gd name="connsiteY521" fmla="*/ 1147715 h 1708593"/>
                <a:gd name="connsiteX522" fmla="*/ 187517 w 2957425"/>
                <a:gd name="connsiteY522" fmla="*/ 1190134 h 1708593"/>
                <a:gd name="connsiteX523" fmla="*/ 275179 w 2957425"/>
                <a:gd name="connsiteY523" fmla="*/ 1147715 h 1708593"/>
                <a:gd name="connsiteX524" fmla="*/ 375034 w 2957425"/>
                <a:gd name="connsiteY524" fmla="*/ 1100066 h 1708593"/>
                <a:gd name="connsiteX525" fmla="*/ 474941 w 2957425"/>
                <a:gd name="connsiteY525" fmla="*/ 1147715 h 1708593"/>
                <a:gd name="connsiteX526" fmla="*/ 562069 w 2957425"/>
                <a:gd name="connsiteY526" fmla="*/ 1190134 h 1708593"/>
                <a:gd name="connsiteX527" fmla="*/ 650315 w 2957425"/>
                <a:gd name="connsiteY527" fmla="*/ 1147715 h 1708593"/>
                <a:gd name="connsiteX528" fmla="*/ 740506 w 2957425"/>
                <a:gd name="connsiteY528" fmla="*/ 1100352 h 1708593"/>
                <a:gd name="connsiteX529" fmla="*/ 749586 w 2957425"/>
                <a:gd name="connsiteY529" fmla="*/ 1100066 h 1708593"/>
                <a:gd name="connsiteX530" fmla="*/ 758889 w 2957425"/>
                <a:gd name="connsiteY530" fmla="*/ 1100352 h 1708593"/>
                <a:gd name="connsiteX531" fmla="*/ 850154 w 2957425"/>
                <a:gd name="connsiteY531" fmla="*/ 1147715 h 1708593"/>
                <a:gd name="connsiteX532" fmla="*/ 937343 w 2957425"/>
                <a:gd name="connsiteY532" fmla="*/ 1190134 h 1708593"/>
                <a:gd name="connsiteX533" fmla="*/ 1025586 w 2957425"/>
                <a:gd name="connsiteY533" fmla="*/ 1147715 h 1708593"/>
                <a:gd name="connsiteX534" fmla="*/ 1115684 w 2957425"/>
                <a:gd name="connsiteY534" fmla="*/ 1100352 h 1708593"/>
                <a:gd name="connsiteX535" fmla="*/ 1124860 w 2957425"/>
                <a:gd name="connsiteY535" fmla="*/ 1100066 h 1708593"/>
                <a:gd name="connsiteX536" fmla="*/ 1134151 w 2957425"/>
                <a:gd name="connsiteY536" fmla="*/ 1100352 h 1708593"/>
                <a:gd name="connsiteX537" fmla="*/ 1225295 w 2957425"/>
                <a:gd name="connsiteY537" fmla="*/ 1147715 h 1708593"/>
                <a:gd name="connsiteX538" fmla="*/ 1312377 w 2957425"/>
                <a:gd name="connsiteY538" fmla="*/ 1190134 h 1708593"/>
                <a:gd name="connsiteX539" fmla="*/ 1400620 w 2957425"/>
                <a:gd name="connsiteY539" fmla="*/ 1147715 h 1708593"/>
                <a:gd name="connsiteX540" fmla="*/ 1490715 w 2957425"/>
                <a:gd name="connsiteY540" fmla="*/ 1100352 h 1708593"/>
                <a:gd name="connsiteX541" fmla="*/ 1499902 w 2957425"/>
                <a:gd name="connsiteY541" fmla="*/ 1100066 h 1708593"/>
                <a:gd name="connsiteX542" fmla="*/ 1509200 w 2957425"/>
                <a:gd name="connsiteY542" fmla="*/ 1100352 h 1708593"/>
                <a:gd name="connsiteX543" fmla="*/ 1600457 w 2957425"/>
                <a:gd name="connsiteY543" fmla="*/ 1147715 h 1708593"/>
                <a:gd name="connsiteX544" fmla="*/ 1672675 w 2957425"/>
                <a:gd name="connsiteY544" fmla="*/ 1189217 h 1708593"/>
                <a:gd name="connsiteX545" fmla="*/ 1687656 w 2957425"/>
                <a:gd name="connsiteY545" fmla="*/ 1190134 h 1708593"/>
                <a:gd name="connsiteX546" fmla="*/ 1702991 w 2957425"/>
                <a:gd name="connsiteY546" fmla="*/ 1189217 h 1708593"/>
                <a:gd name="connsiteX547" fmla="*/ 1775902 w 2957425"/>
                <a:gd name="connsiteY547" fmla="*/ 1147715 h 1708593"/>
                <a:gd name="connsiteX548" fmla="*/ 1865985 w 2957425"/>
                <a:gd name="connsiteY548" fmla="*/ 1100352 h 1708593"/>
                <a:gd name="connsiteX549" fmla="*/ 1875171 w 2957425"/>
                <a:gd name="connsiteY549" fmla="*/ 1100066 h 1708593"/>
                <a:gd name="connsiteX550" fmla="*/ 1884453 w 2957425"/>
                <a:gd name="connsiteY550" fmla="*/ 1100352 h 1708593"/>
                <a:gd name="connsiteX551" fmla="*/ 1975602 w 2957425"/>
                <a:gd name="connsiteY551" fmla="*/ 1147715 h 1708593"/>
                <a:gd name="connsiteX552" fmla="*/ 2047561 w 2957425"/>
                <a:gd name="connsiteY552" fmla="*/ 1189217 h 1708593"/>
                <a:gd name="connsiteX553" fmla="*/ 2062687 w 2957425"/>
                <a:gd name="connsiteY553" fmla="*/ 1190134 h 1708593"/>
                <a:gd name="connsiteX554" fmla="*/ 2078025 w 2957425"/>
                <a:gd name="connsiteY554" fmla="*/ 1189217 h 1708593"/>
                <a:gd name="connsiteX555" fmla="*/ 2150933 w 2957425"/>
                <a:gd name="connsiteY555" fmla="*/ 1147715 h 1708593"/>
                <a:gd name="connsiteX556" fmla="*/ 2241019 w 2957425"/>
                <a:gd name="connsiteY556" fmla="*/ 1100352 h 1708593"/>
                <a:gd name="connsiteX557" fmla="*/ 2250202 w 2957425"/>
                <a:gd name="connsiteY557" fmla="*/ 1100066 h 1708593"/>
                <a:gd name="connsiteX558" fmla="*/ 2259500 w 2957425"/>
                <a:gd name="connsiteY558" fmla="*/ 1100352 h 1708593"/>
                <a:gd name="connsiteX559" fmla="*/ 2350772 w 2957425"/>
                <a:gd name="connsiteY559" fmla="*/ 1147715 h 1708593"/>
                <a:gd name="connsiteX560" fmla="*/ 2422815 w 2957425"/>
                <a:gd name="connsiteY560" fmla="*/ 1189217 h 1708593"/>
                <a:gd name="connsiteX561" fmla="*/ 2437959 w 2957425"/>
                <a:gd name="connsiteY561" fmla="*/ 1190134 h 1708593"/>
                <a:gd name="connsiteX562" fmla="*/ 2453275 w 2957425"/>
                <a:gd name="connsiteY562" fmla="*/ 1189217 h 1708593"/>
                <a:gd name="connsiteX563" fmla="*/ 2526203 w 2957425"/>
                <a:gd name="connsiteY563" fmla="*/ 1147715 h 1708593"/>
                <a:gd name="connsiteX564" fmla="*/ 2625475 w 2957425"/>
                <a:gd name="connsiteY564" fmla="*/ 1100066 h 1708593"/>
                <a:gd name="connsiteX565" fmla="*/ 2725913 w 2957425"/>
                <a:gd name="connsiteY565" fmla="*/ 1147715 h 1708593"/>
                <a:gd name="connsiteX566" fmla="*/ 2797875 w 2957425"/>
                <a:gd name="connsiteY566" fmla="*/ 1189217 h 1708593"/>
                <a:gd name="connsiteX567" fmla="*/ 2812992 w 2957425"/>
                <a:gd name="connsiteY567" fmla="*/ 1190134 h 1708593"/>
                <a:gd name="connsiteX568" fmla="*/ 2828318 w 2957425"/>
                <a:gd name="connsiteY568" fmla="*/ 1189217 h 1708593"/>
                <a:gd name="connsiteX569" fmla="*/ 2901235 w 2957425"/>
                <a:gd name="connsiteY569" fmla="*/ 1147715 h 1708593"/>
                <a:gd name="connsiteX570" fmla="*/ 2937904 w 2957425"/>
                <a:gd name="connsiteY570" fmla="*/ 1117127 h 1708593"/>
                <a:gd name="connsiteX571" fmla="*/ 2957425 w 2957425"/>
                <a:gd name="connsiteY571" fmla="*/ 1107966 h 1708593"/>
                <a:gd name="connsiteX572" fmla="*/ 2957425 w 2957425"/>
                <a:gd name="connsiteY572" fmla="*/ 1129395 h 1708593"/>
                <a:gd name="connsiteX573" fmla="*/ 2944764 w 2957425"/>
                <a:gd name="connsiteY573" fmla="*/ 1134075 h 1708593"/>
                <a:gd name="connsiteX574" fmla="*/ 2913429 w 2957425"/>
                <a:gd name="connsiteY574" fmla="*/ 1160499 h 1708593"/>
                <a:gd name="connsiteX575" fmla="*/ 2822285 w 2957425"/>
                <a:gd name="connsiteY575" fmla="*/ 1207861 h 1708593"/>
                <a:gd name="connsiteX576" fmla="*/ 2812992 w 2957425"/>
                <a:gd name="connsiteY576" fmla="*/ 1208148 h 1708593"/>
                <a:gd name="connsiteX577" fmla="*/ 2803817 w 2957425"/>
                <a:gd name="connsiteY577" fmla="*/ 1207861 h 1708593"/>
                <a:gd name="connsiteX578" fmla="*/ 2713719 w 2957425"/>
                <a:gd name="connsiteY578" fmla="*/ 1160499 h 1708593"/>
                <a:gd name="connsiteX579" fmla="*/ 2625475 w 2957425"/>
                <a:gd name="connsiteY579" fmla="*/ 1118080 h 1708593"/>
                <a:gd name="connsiteX580" fmla="*/ 2538398 w 2957425"/>
                <a:gd name="connsiteY580" fmla="*/ 1160499 h 1708593"/>
                <a:gd name="connsiteX581" fmla="*/ 2447253 w 2957425"/>
                <a:gd name="connsiteY581" fmla="*/ 1207861 h 1708593"/>
                <a:gd name="connsiteX582" fmla="*/ 2437959 w 2957425"/>
                <a:gd name="connsiteY582" fmla="*/ 1208148 h 1708593"/>
                <a:gd name="connsiteX583" fmla="*/ 2428768 w 2957425"/>
                <a:gd name="connsiteY583" fmla="*/ 1207861 h 1708593"/>
                <a:gd name="connsiteX584" fmla="*/ 2338559 w 2957425"/>
                <a:gd name="connsiteY584" fmla="*/ 1160499 h 1708593"/>
                <a:gd name="connsiteX585" fmla="*/ 2265570 w 2957425"/>
                <a:gd name="connsiteY585" fmla="*/ 1118997 h 1708593"/>
                <a:gd name="connsiteX586" fmla="*/ 2250202 w 2957425"/>
                <a:gd name="connsiteY586" fmla="*/ 1118080 h 1708593"/>
                <a:gd name="connsiteX587" fmla="*/ 2235078 w 2957425"/>
                <a:gd name="connsiteY587" fmla="*/ 1118997 h 1708593"/>
                <a:gd name="connsiteX588" fmla="*/ 2163119 w 2957425"/>
                <a:gd name="connsiteY588" fmla="*/ 1160499 h 1708593"/>
                <a:gd name="connsiteX589" fmla="*/ 2071970 w 2957425"/>
                <a:gd name="connsiteY589" fmla="*/ 1207861 h 1708593"/>
                <a:gd name="connsiteX590" fmla="*/ 2062687 w 2957425"/>
                <a:gd name="connsiteY590" fmla="*/ 1208148 h 1708593"/>
                <a:gd name="connsiteX591" fmla="*/ 2053502 w 2957425"/>
                <a:gd name="connsiteY591" fmla="*/ 1207861 h 1708593"/>
                <a:gd name="connsiteX592" fmla="*/ 1963418 w 2957425"/>
                <a:gd name="connsiteY592" fmla="*/ 1160499 h 1708593"/>
                <a:gd name="connsiteX593" fmla="*/ 1890508 w 2957425"/>
                <a:gd name="connsiteY593" fmla="*/ 1118997 h 1708593"/>
                <a:gd name="connsiteX594" fmla="*/ 1875171 w 2957425"/>
                <a:gd name="connsiteY594" fmla="*/ 1118080 h 1708593"/>
                <a:gd name="connsiteX595" fmla="*/ 1860044 w 2957425"/>
                <a:gd name="connsiteY595" fmla="*/ 1118997 h 1708593"/>
                <a:gd name="connsiteX596" fmla="*/ 1788085 w 2957425"/>
                <a:gd name="connsiteY596" fmla="*/ 1160499 h 1708593"/>
                <a:gd name="connsiteX597" fmla="*/ 1696936 w 2957425"/>
                <a:gd name="connsiteY597" fmla="*/ 1207861 h 1708593"/>
                <a:gd name="connsiteX598" fmla="*/ 1687656 w 2957425"/>
                <a:gd name="connsiteY598" fmla="*/ 1208148 h 1708593"/>
                <a:gd name="connsiteX599" fmla="*/ 1678456 w 2957425"/>
                <a:gd name="connsiteY599" fmla="*/ 1207861 h 1708593"/>
                <a:gd name="connsiteX600" fmla="*/ 1588259 w 2957425"/>
                <a:gd name="connsiteY600" fmla="*/ 1160499 h 1708593"/>
                <a:gd name="connsiteX601" fmla="*/ 1515254 w 2957425"/>
                <a:gd name="connsiteY601" fmla="*/ 1118997 h 1708593"/>
                <a:gd name="connsiteX602" fmla="*/ 1499902 w 2957425"/>
                <a:gd name="connsiteY602" fmla="*/ 1118080 h 1708593"/>
                <a:gd name="connsiteX603" fmla="*/ 1484938 w 2957425"/>
                <a:gd name="connsiteY603" fmla="*/ 1118997 h 1708593"/>
                <a:gd name="connsiteX604" fmla="*/ 1412811 w 2957425"/>
                <a:gd name="connsiteY604" fmla="*/ 1160499 h 1708593"/>
                <a:gd name="connsiteX605" fmla="*/ 1312377 w 2957425"/>
                <a:gd name="connsiteY605" fmla="*/ 1208148 h 1708593"/>
                <a:gd name="connsiteX606" fmla="*/ 1213103 w 2957425"/>
                <a:gd name="connsiteY606" fmla="*/ 1160499 h 1708593"/>
                <a:gd name="connsiteX607" fmla="*/ 1140203 w 2957425"/>
                <a:gd name="connsiteY607" fmla="*/ 1118997 h 1708593"/>
                <a:gd name="connsiteX608" fmla="*/ 1124860 w 2957425"/>
                <a:gd name="connsiteY608" fmla="*/ 1118080 h 1708593"/>
                <a:gd name="connsiteX609" fmla="*/ 1109907 w 2957425"/>
                <a:gd name="connsiteY609" fmla="*/ 1118997 h 1708593"/>
                <a:gd name="connsiteX610" fmla="*/ 1037780 w 2957425"/>
                <a:gd name="connsiteY610" fmla="*/ 1160499 h 1708593"/>
                <a:gd name="connsiteX611" fmla="*/ 937343 w 2957425"/>
                <a:gd name="connsiteY611" fmla="*/ 1208148 h 1708593"/>
                <a:gd name="connsiteX612" fmla="*/ 837942 w 2957425"/>
                <a:gd name="connsiteY612" fmla="*/ 1160499 h 1708593"/>
                <a:gd name="connsiteX613" fmla="*/ 764952 w 2957425"/>
                <a:gd name="connsiteY613" fmla="*/ 1118997 h 1708593"/>
                <a:gd name="connsiteX614" fmla="*/ 749586 w 2957425"/>
                <a:gd name="connsiteY614" fmla="*/ 1118080 h 1708593"/>
                <a:gd name="connsiteX615" fmla="*/ 734638 w 2957425"/>
                <a:gd name="connsiteY615" fmla="*/ 1118997 h 1708593"/>
                <a:gd name="connsiteX616" fmla="*/ 662511 w 2957425"/>
                <a:gd name="connsiteY616" fmla="*/ 1160499 h 1708593"/>
                <a:gd name="connsiteX617" fmla="*/ 562069 w 2957425"/>
                <a:gd name="connsiteY617" fmla="*/ 1208148 h 1708593"/>
                <a:gd name="connsiteX618" fmla="*/ 462743 w 2957425"/>
                <a:gd name="connsiteY618" fmla="*/ 1160499 h 1708593"/>
                <a:gd name="connsiteX619" fmla="*/ 375034 w 2957425"/>
                <a:gd name="connsiteY619" fmla="*/ 1118080 h 1708593"/>
                <a:gd name="connsiteX620" fmla="*/ 287371 w 2957425"/>
                <a:gd name="connsiteY620" fmla="*/ 1160499 h 1708593"/>
                <a:gd name="connsiteX621" fmla="*/ 187517 w 2957425"/>
                <a:gd name="connsiteY621" fmla="*/ 1208148 h 1708593"/>
                <a:gd name="connsiteX622" fmla="*/ 87663 w 2957425"/>
                <a:gd name="connsiteY622" fmla="*/ 1160499 h 1708593"/>
                <a:gd name="connsiteX623" fmla="*/ 0 w 2957425"/>
                <a:gd name="connsiteY623" fmla="*/ 1118080 h 1708593"/>
                <a:gd name="connsiteX624" fmla="*/ 0 w 2957425"/>
                <a:gd name="connsiteY624" fmla="*/ 1000651 h 1708593"/>
                <a:gd name="connsiteX625" fmla="*/ 99855 w 2957425"/>
                <a:gd name="connsiteY625" fmla="*/ 1047762 h 1708593"/>
                <a:gd name="connsiteX626" fmla="*/ 187517 w 2957425"/>
                <a:gd name="connsiteY626" fmla="*/ 1090220 h 1708593"/>
                <a:gd name="connsiteX627" fmla="*/ 275179 w 2957425"/>
                <a:gd name="connsiteY627" fmla="*/ 1047762 h 1708593"/>
                <a:gd name="connsiteX628" fmla="*/ 375034 w 2957425"/>
                <a:gd name="connsiteY628" fmla="*/ 1000651 h 1708593"/>
                <a:gd name="connsiteX629" fmla="*/ 474941 w 2957425"/>
                <a:gd name="connsiteY629" fmla="*/ 1047762 h 1708593"/>
                <a:gd name="connsiteX630" fmla="*/ 562069 w 2957425"/>
                <a:gd name="connsiteY630" fmla="*/ 1090220 h 1708593"/>
                <a:gd name="connsiteX631" fmla="*/ 650315 w 2957425"/>
                <a:gd name="connsiteY631" fmla="*/ 1047762 h 1708593"/>
                <a:gd name="connsiteX632" fmla="*/ 740506 w 2957425"/>
                <a:gd name="connsiteY632" fmla="*/ 1000937 h 1708593"/>
                <a:gd name="connsiteX633" fmla="*/ 749586 w 2957425"/>
                <a:gd name="connsiteY633" fmla="*/ 1000651 h 1708593"/>
                <a:gd name="connsiteX634" fmla="*/ 758889 w 2957425"/>
                <a:gd name="connsiteY634" fmla="*/ 1000931 h 1708593"/>
                <a:gd name="connsiteX635" fmla="*/ 850154 w 2957425"/>
                <a:gd name="connsiteY635" fmla="*/ 1047762 h 1708593"/>
                <a:gd name="connsiteX636" fmla="*/ 937343 w 2957425"/>
                <a:gd name="connsiteY636" fmla="*/ 1090220 h 1708593"/>
                <a:gd name="connsiteX637" fmla="*/ 1025586 w 2957425"/>
                <a:gd name="connsiteY637" fmla="*/ 1047762 h 1708593"/>
                <a:gd name="connsiteX638" fmla="*/ 1115684 w 2957425"/>
                <a:gd name="connsiteY638" fmla="*/ 1000937 h 1708593"/>
                <a:gd name="connsiteX639" fmla="*/ 1124860 w 2957425"/>
                <a:gd name="connsiteY639" fmla="*/ 1000651 h 1708593"/>
                <a:gd name="connsiteX640" fmla="*/ 1134151 w 2957425"/>
                <a:gd name="connsiteY640" fmla="*/ 1000931 h 1708593"/>
                <a:gd name="connsiteX641" fmla="*/ 1225295 w 2957425"/>
                <a:gd name="connsiteY641" fmla="*/ 1047762 h 1708593"/>
                <a:gd name="connsiteX642" fmla="*/ 1312377 w 2957425"/>
                <a:gd name="connsiteY642" fmla="*/ 1090220 h 1708593"/>
                <a:gd name="connsiteX643" fmla="*/ 1400620 w 2957425"/>
                <a:gd name="connsiteY643" fmla="*/ 1047762 h 1708593"/>
                <a:gd name="connsiteX644" fmla="*/ 1490715 w 2957425"/>
                <a:gd name="connsiteY644" fmla="*/ 1000937 h 1708593"/>
                <a:gd name="connsiteX645" fmla="*/ 1499902 w 2957425"/>
                <a:gd name="connsiteY645" fmla="*/ 1000651 h 1708593"/>
                <a:gd name="connsiteX646" fmla="*/ 1509200 w 2957425"/>
                <a:gd name="connsiteY646" fmla="*/ 1000931 h 1708593"/>
                <a:gd name="connsiteX647" fmla="*/ 1600457 w 2957425"/>
                <a:gd name="connsiteY647" fmla="*/ 1047762 h 1708593"/>
                <a:gd name="connsiteX648" fmla="*/ 1672675 w 2957425"/>
                <a:gd name="connsiteY648" fmla="*/ 1089327 h 1708593"/>
                <a:gd name="connsiteX649" fmla="*/ 1687656 w 2957425"/>
                <a:gd name="connsiteY649" fmla="*/ 1090220 h 1708593"/>
                <a:gd name="connsiteX650" fmla="*/ 1702991 w 2957425"/>
                <a:gd name="connsiteY650" fmla="*/ 1089327 h 1708593"/>
                <a:gd name="connsiteX651" fmla="*/ 1775902 w 2957425"/>
                <a:gd name="connsiteY651" fmla="*/ 1047762 h 1708593"/>
                <a:gd name="connsiteX652" fmla="*/ 1865985 w 2957425"/>
                <a:gd name="connsiteY652" fmla="*/ 1000937 h 1708593"/>
                <a:gd name="connsiteX653" fmla="*/ 1875171 w 2957425"/>
                <a:gd name="connsiteY653" fmla="*/ 1000651 h 1708593"/>
                <a:gd name="connsiteX654" fmla="*/ 1884453 w 2957425"/>
                <a:gd name="connsiteY654" fmla="*/ 1000931 h 1708593"/>
                <a:gd name="connsiteX655" fmla="*/ 1975602 w 2957425"/>
                <a:gd name="connsiteY655" fmla="*/ 1047762 h 1708593"/>
                <a:gd name="connsiteX656" fmla="*/ 2047561 w 2957425"/>
                <a:gd name="connsiteY656" fmla="*/ 1089327 h 1708593"/>
                <a:gd name="connsiteX657" fmla="*/ 2062687 w 2957425"/>
                <a:gd name="connsiteY657" fmla="*/ 1090220 h 1708593"/>
                <a:gd name="connsiteX658" fmla="*/ 2078025 w 2957425"/>
                <a:gd name="connsiteY658" fmla="*/ 1089327 h 1708593"/>
                <a:gd name="connsiteX659" fmla="*/ 2150933 w 2957425"/>
                <a:gd name="connsiteY659" fmla="*/ 1047762 h 1708593"/>
                <a:gd name="connsiteX660" fmla="*/ 2241019 w 2957425"/>
                <a:gd name="connsiteY660" fmla="*/ 1000937 h 1708593"/>
                <a:gd name="connsiteX661" fmla="*/ 2250202 w 2957425"/>
                <a:gd name="connsiteY661" fmla="*/ 1000651 h 1708593"/>
                <a:gd name="connsiteX662" fmla="*/ 2259500 w 2957425"/>
                <a:gd name="connsiteY662" fmla="*/ 1000931 h 1708593"/>
                <a:gd name="connsiteX663" fmla="*/ 2350772 w 2957425"/>
                <a:gd name="connsiteY663" fmla="*/ 1047762 h 1708593"/>
                <a:gd name="connsiteX664" fmla="*/ 2422815 w 2957425"/>
                <a:gd name="connsiteY664" fmla="*/ 1089327 h 1708593"/>
                <a:gd name="connsiteX665" fmla="*/ 2437959 w 2957425"/>
                <a:gd name="connsiteY665" fmla="*/ 1090220 h 1708593"/>
                <a:gd name="connsiteX666" fmla="*/ 2453275 w 2957425"/>
                <a:gd name="connsiteY666" fmla="*/ 1089327 h 1708593"/>
                <a:gd name="connsiteX667" fmla="*/ 2526203 w 2957425"/>
                <a:gd name="connsiteY667" fmla="*/ 1047762 h 1708593"/>
                <a:gd name="connsiteX668" fmla="*/ 2625475 w 2957425"/>
                <a:gd name="connsiteY668" fmla="*/ 1000651 h 1708593"/>
                <a:gd name="connsiteX669" fmla="*/ 2725913 w 2957425"/>
                <a:gd name="connsiteY669" fmla="*/ 1047762 h 1708593"/>
                <a:gd name="connsiteX670" fmla="*/ 2797875 w 2957425"/>
                <a:gd name="connsiteY670" fmla="*/ 1089327 h 1708593"/>
                <a:gd name="connsiteX671" fmla="*/ 2812992 w 2957425"/>
                <a:gd name="connsiteY671" fmla="*/ 1090220 h 1708593"/>
                <a:gd name="connsiteX672" fmla="*/ 2828318 w 2957425"/>
                <a:gd name="connsiteY672" fmla="*/ 1089327 h 1708593"/>
                <a:gd name="connsiteX673" fmla="*/ 2901235 w 2957425"/>
                <a:gd name="connsiteY673" fmla="*/ 1047762 h 1708593"/>
                <a:gd name="connsiteX674" fmla="*/ 2937898 w 2957425"/>
                <a:gd name="connsiteY674" fmla="*/ 1017640 h 1708593"/>
                <a:gd name="connsiteX675" fmla="*/ 2957425 w 2957425"/>
                <a:gd name="connsiteY675" fmla="*/ 1008527 h 1708593"/>
                <a:gd name="connsiteX676" fmla="*/ 2957425 w 2957425"/>
                <a:gd name="connsiteY676" fmla="*/ 1029831 h 1708593"/>
                <a:gd name="connsiteX677" fmla="*/ 2944759 w 2957425"/>
                <a:gd name="connsiteY677" fmla="*/ 1034450 h 1708593"/>
                <a:gd name="connsiteX678" fmla="*/ 2913429 w 2957425"/>
                <a:gd name="connsiteY678" fmla="*/ 1061140 h 1708593"/>
                <a:gd name="connsiteX679" fmla="*/ 2822285 w 2957425"/>
                <a:gd name="connsiteY679" fmla="*/ 1107971 h 1708593"/>
                <a:gd name="connsiteX680" fmla="*/ 2812992 w 2957425"/>
                <a:gd name="connsiteY680" fmla="*/ 1108251 h 1708593"/>
                <a:gd name="connsiteX681" fmla="*/ 2803817 w 2957425"/>
                <a:gd name="connsiteY681" fmla="*/ 1107971 h 1708593"/>
                <a:gd name="connsiteX682" fmla="*/ 2713719 w 2957425"/>
                <a:gd name="connsiteY682" fmla="*/ 1061140 h 1708593"/>
                <a:gd name="connsiteX683" fmla="*/ 2625475 w 2957425"/>
                <a:gd name="connsiteY683" fmla="*/ 1018681 h 1708593"/>
                <a:gd name="connsiteX684" fmla="*/ 2538398 w 2957425"/>
                <a:gd name="connsiteY684" fmla="*/ 1061140 h 1708593"/>
                <a:gd name="connsiteX685" fmla="*/ 2447253 w 2957425"/>
                <a:gd name="connsiteY685" fmla="*/ 1107971 h 1708593"/>
                <a:gd name="connsiteX686" fmla="*/ 2437959 w 2957425"/>
                <a:gd name="connsiteY686" fmla="*/ 1108251 h 1708593"/>
                <a:gd name="connsiteX687" fmla="*/ 2428768 w 2957425"/>
                <a:gd name="connsiteY687" fmla="*/ 1107971 h 1708593"/>
                <a:gd name="connsiteX688" fmla="*/ 2338559 w 2957425"/>
                <a:gd name="connsiteY688" fmla="*/ 1061140 h 1708593"/>
                <a:gd name="connsiteX689" fmla="*/ 2265570 w 2957425"/>
                <a:gd name="connsiteY689" fmla="*/ 1019575 h 1708593"/>
                <a:gd name="connsiteX690" fmla="*/ 2250202 w 2957425"/>
                <a:gd name="connsiteY690" fmla="*/ 1018681 h 1708593"/>
                <a:gd name="connsiteX691" fmla="*/ 2235078 w 2957425"/>
                <a:gd name="connsiteY691" fmla="*/ 1019575 h 1708593"/>
                <a:gd name="connsiteX692" fmla="*/ 2163119 w 2957425"/>
                <a:gd name="connsiteY692" fmla="*/ 1061140 h 1708593"/>
                <a:gd name="connsiteX693" fmla="*/ 2071970 w 2957425"/>
                <a:gd name="connsiteY693" fmla="*/ 1107971 h 1708593"/>
                <a:gd name="connsiteX694" fmla="*/ 2062687 w 2957425"/>
                <a:gd name="connsiteY694" fmla="*/ 1108251 h 1708593"/>
                <a:gd name="connsiteX695" fmla="*/ 2053502 w 2957425"/>
                <a:gd name="connsiteY695" fmla="*/ 1107971 h 1708593"/>
                <a:gd name="connsiteX696" fmla="*/ 1963418 w 2957425"/>
                <a:gd name="connsiteY696" fmla="*/ 1061140 h 1708593"/>
                <a:gd name="connsiteX697" fmla="*/ 1890508 w 2957425"/>
                <a:gd name="connsiteY697" fmla="*/ 1019575 h 1708593"/>
                <a:gd name="connsiteX698" fmla="*/ 1875171 w 2957425"/>
                <a:gd name="connsiteY698" fmla="*/ 1018681 h 1708593"/>
                <a:gd name="connsiteX699" fmla="*/ 1860044 w 2957425"/>
                <a:gd name="connsiteY699" fmla="*/ 1019575 h 1708593"/>
                <a:gd name="connsiteX700" fmla="*/ 1788085 w 2957425"/>
                <a:gd name="connsiteY700" fmla="*/ 1061140 h 1708593"/>
                <a:gd name="connsiteX701" fmla="*/ 1696936 w 2957425"/>
                <a:gd name="connsiteY701" fmla="*/ 1107971 h 1708593"/>
                <a:gd name="connsiteX702" fmla="*/ 1687656 w 2957425"/>
                <a:gd name="connsiteY702" fmla="*/ 1108251 h 1708593"/>
                <a:gd name="connsiteX703" fmla="*/ 1678456 w 2957425"/>
                <a:gd name="connsiteY703" fmla="*/ 1107971 h 1708593"/>
                <a:gd name="connsiteX704" fmla="*/ 1588259 w 2957425"/>
                <a:gd name="connsiteY704" fmla="*/ 1061140 h 1708593"/>
                <a:gd name="connsiteX705" fmla="*/ 1515254 w 2957425"/>
                <a:gd name="connsiteY705" fmla="*/ 1019575 h 1708593"/>
                <a:gd name="connsiteX706" fmla="*/ 1499902 w 2957425"/>
                <a:gd name="connsiteY706" fmla="*/ 1018681 h 1708593"/>
                <a:gd name="connsiteX707" fmla="*/ 1484938 w 2957425"/>
                <a:gd name="connsiteY707" fmla="*/ 1019575 h 1708593"/>
                <a:gd name="connsiteX708" fmla="*/ 1412811 w 2957425"/>
                <a:gd name="connsiteY708" fmla="*/ 1061140 h 1708593"/>
                <a:gd name="connsiteX709" fmla="*/ 1312377 w 2957425"/>
                <a:gd name="connsiteY709" fmla="*/ 1108251 h 1708593"/>
                <a:gd name="connsiteX710" fmla="*/ 1213103 w 2957425"/>
                <a:gd name="connsiteY710" fmla="*/ 1061140 h 1708593"/>
                <a:gd name="connsiteX711" fmla="*/ 1140203 w 2957425"/>
                <a:gd name="connsiteY711" fmla="*/ 1019575 h 1708593"/>
                <a:gd name="connsiteX712" fmla="*/ 1124860 w 2957425"/>
                <a:gd name="connsiteY712" fmla="*/ 1018681 h 1708593"/>
                <a:gd name="connsiteX713" fmla="*/ 1109907 w 2957425"/>
                <a:gd name="connsiteY713" fmla="*/ 1019575 h 1708593"/>
                <a:gd name="connsiteX714" fmla="*/ 1037780 w 2957425"/>
                <a:gd name="connsiteY714" fmla="*/ 1061140 h 1708593"/>
                <a:gd name="connsiteX715" fmla="*/ 937343 w 2957425"/>
                <a:gd name="connsiteY715" fmla="*/ 1108251 h 1708593"/>
                <a:gd name="connsiteX716" fmla="*/ 837942 w 2957425"/>
                <a:gd name="connsiteY716" fmla="*/ 1061140 h 1708593"/>
                <a:gd name="connsiteX717" fmla="*/ 764952 w 2957425"/>
                <a:gd name="connsiteY717" fmla="*/ 1019575 h 1708593"/>
                <a:gd name="connsiteX718" fmla="*/ 749586 w 2957425"/>
                <a:gd name="connsiteY718" fmla="*/ 1018681 h 1708593"/>
                <a:gd name="connsiteX719" fmla="*/ 734638 w 2957425"/>
                <a:gd name="connsiteY719" fmla="*/ 1019575 h 1708593"/>
                <a:gd name="connsiteX720" fmla="*/ 662511 w 2957425"/>
                <a:gd name="connsiteY720" fmla="*/ 1061140 h 1708593"/>
                <a:gd name="connsiteX721" fmla="*/ 562069 w 2957425"/>
                <a:gd name="connsiteY721" fmla="*/ 1108251 h 1708593"/>
                <a:gd name="connsiteX722" fmla="*/ 462743 w 2957425"/>
                <a:gd name="connsiteY722" fmla="*/ 1061140 h 1708593"/>
                <a:gd name="connsiteX723" fmla="*/ 375034 w 2957425"/>
                <a:gd name="connsiteY723" fmla="*/ 1018681 h 1708593"/>
                <a:gd name="connsiteX724" fmla="*/ 287371 w 2957425"/>
                <a:gd name="connsiteY724" fmla="*/ 1061140 h 1708593"/>
                <a:gd name="connsiteX725" fmla="*/ 187517 w 2957425"/>
                <a:gd name="connsiteY725" fmla="*/ 1108251 h 1708593"/>
                <a:gd name="connsiteX726" fmla="*/ 87663 w 2957425"/>
                <a:gd name="connsiteY726" fmla="*/ 1061140 h 1708593"/>
                <a:gd name="connsiteX727" fmla="*/ 0 w 2957425"/>
                <a:gd name="connsiteY727" fmla="*/ 1018681 h 1708593"/>
                <a:gd name="connsiteX728" fmla="*/ 0 w 2957425"/>
                <a:gd name="connsiteY728" fmla="*/ 900273 h 1708593"/>
                <a:gd name="connsiteX729" fmla="*/ 99855 w 2957425"/>
                <a:gd name="connsiteY729" fmla="*/ 947279 h 1708593"/>
                <a:gd name="connsiteX730" fmla="*/ 187517 w 2957425"/>
                <a:gd name="connsiteY730" fmla="*/ 989642 h 1708593"/>
                <a:gd name="connsiteX731" fmla="*/ 275179 w 2957425"/>
                <a:gd name="connsiteY731" fmla="*/ 947279 h 1708593"/>
                <a:gd name="connsiteX732" fmla="*/ 375034 w 2957425"/>
                <a:gd name="connsiteY732" fmla="*/ 900273 h 1708593"/>
                <a:gd name="connsiteX733" fmla="*/ 474941 w 2957425"/>
                <a:gd name="connsiteY733" fmla="*/ 947279 h 1708593"/>
                <a:gd name="connsiteX734" fmla="*/ 562069 w 2957425"/>
                <a:gd name="connsiteY734" fmla="*/ 989642 h 1708593"/>
                <a:gd name="connsiteX735" fmla="*/ 650315 w 2957425"/>
                <a:gd name="connsiteY735" fmla="*/ 947279 h 1708593"/>
                <a:gd name="connsiteX736" fmla="*/ 740506 w 2957425"/>
                <a:gd name="connsiteY736" fmla="*/ 900552 h 1708593"/>
                <a:gd name="connsiteX737" fmla="*/ 749586 w 2957425"/>
                <a:gd name="connsiteY737" fmla="*/ 900273 h 1708593"/>
                <a:gd name="connsiteX738" fmla="*/ 758889 w 2957425"/>
                <a:gd name="connsiteY738" fmla="*/ 900552 h 1708593"/>
                <a:gd name="connsiteX739" fmla="*/ 850154 w 2957425"/>
                <a:gd name="connsiteY739" fmla="*/ 947279 h 1708593"/>
                <a:gd name="connsiteX740" fmla="*/ 937343 w 2957425"/>
                <a:gd name="connsiteY740" fmla="*/ 989642 h 1708593"/>
                <a:gd name="connsiteX741" fmla="*/ 1025586 w 2957425"/>
                <a:gd name="connsiteY741" fmla="*/ 947279 h 1708593"/>
                <a:gd name="connsiteX742" fmla="*/ 1115684 w 2957425"/>
                <a:gd name="connsiteY742" fmla="*/ 900552 h 1708593"/>
                <a:gd name="connsiteX743" fmla="*/ 1124860 w 2957425"/>
                <a:gd name="connsiteY743" fmla="*/ 900273 h 1708593"/>
                <a:gd name="connsiteX744" fmla="*/ 1134151 w 2957425"/>
                <a:gd name="connsiteY744" fmla="*/ 900552 h 1708593"/>
                <a:gd name="connsiteX745" fmla="*/ 1225295 w 2957425"/>
                <a:gd name="connsiteY745" fmla="*/ 947279 h 1708593"/>
                <a:gd name="connsiteX746" fmla="*/ 1312377 w 2957425"/>
                <a:gd name="connsiteY746" fmla="*/ 989642 h 1708593"/>
                <a:gd name="connsiteX747" fmla="*/ 1400620 w 2957425"/>
                <a:gd name="connsiteY747" fmla="*/ 947279 h 1708593"/>
                <a:gd name="connsiteX748" fmla="*/ 1490715 w 2957425"/>
                <a:gd name="connsiteY748" fmla="*/ 900552 h 1708593"/>
                <a:gd name="connsiteX749" fmla="*/ 1499902 w 2957425"/>
                <a:gd name="connsiteY749" fmla="*/ 900273 h 1708593"/>
                <a:gd name="connsiteX750" fmla="*/ 1509200 w 2957425"/>
                <a:gd name="connsiteY750" fmla="*/ 900552 h 1708593"/>
                <a:gd name="connsiteX751" fmla="*/ 1600457 w 2957425"/>
                <a:gd name="connsiteY751" fmla="*/ 947279 h 1708593"/>
                <a:gd name="connsiteX752" fmla="*/ 1672675 w 2957425"/>
                <a:gd name="connsiteY752" fmla="*/ 988750 h 1708593"/>
                <a:gd name="connsiteX753" fmla="*/ 1687656 w 2957425"/>
                <a:gd name="connsiteY753" fmla="*/ 989642 h 1708593"/>
                <a:gd name="connsiteX754" fmla="*/ 1702991 w 2957425"/>
                <a:gd name="connsiteY754" fmla="*/ 988750 h 1708593"/>
                <a:gd name="connsiteX755" fmla="*/ 1775902 w 2957425"/>
                <a:gd name="connsiteY755" fmla="*/ 947279 h 1708593"/>
                <a:gd name="connsiteX756" fmla="*/ 1865985 w 2957425"/>
                <a:gd name="connsiteY756" fmla="*/ 900552 h 1708593"/>
                <a:gd name="connsiteX757" fmla="*/ 1875171 w 2957425"/>
                <a:gd name="connsiteY757" fmla="*/ 900273 h 1708593"/>
                <a:gd name="connsiteX758" fmla="*/ 1884453 w 2957425"/>
                <a:gd name="connsiteY758" fmla="*/ 900552 h 1708593"/>
                <a:gd name="connsiteX759" fmla="*/ 1975602 w 2957425"/>
                <a:gd name="connsiteY759" fmla="*/ 947279 h 1708593"/>
                <a:gd name="connsiteX760" fmla="*/ 2047561 w 2957425"/>
                <a:gd name="connsiteY760" fmla="*/ 988750 h 1708593"/>
                <a:gd name="connsiteX761" fmla="*/ 2062687 w 2957425"/>
                <a:gd name="connsiteY761" fmla="*/ 989642 h 1708593"/>
                <a:gd name="connsiteX762" fmla="*/ 2078025 w 2957425"/>
                <a:gd name="connsiteY762" fmla="*/ 988750 h 1708593"/>
                <a:gd name="connsiteX763" fmla="*/ 2150933 w 2957425"/>
                <a:gd name="connsiteY763" fmla="*/ 947279 h 1708593"/>
                <a:gd name="connsiteX764" fmla="*/ 2241019 w 2957425"/>
                <a:gd name="connsiteY764" fmla="*/ 900552 h 1708593"/>
                <a:gd name="connsiteX765" fmla="*/ 2250202 w 2957425"/>
                <a:gd name="connsiteY765" fmla="*/ 900273 h 1708593"/>
                <a:gd name="connsiteX766" fmla="*/ 2259500 w 2957425"/>
                <a:gd name="connsiteY766" fmla="*/ 900552 h 1708593"/>
                <a:gd name="connsiteX767" fmla="*/ 2350772 w 2957425"/>
                <a:gd name="connsiteY767" fmla="*/ 947279 h 1708593"/>
                <a:gd name="connsiteX768" fmla="*/ 2422815 w 2957425"/>
                <a:gd name="connsiteY768" fmla="*/ 988750 h 1708593"/>
                <a:gd name="connsiteX769" fmla="*/ 2437959 w 2957425"/>
                <a:gd name="connsiteY769" fmla="*/ 989642 h 1708593"/>
                <a:gd name="connsiteX770" fmla="*/ 2453275 w 2957425"/>
                <a:gd name="connsiteY770" fmla="*/ 988750 h 1708593"/>
                <a:gd name="connsiteX771" fmla="*/ 2526203 w 2957425"/>
                <a:gd name="connsiteY771" fmla="*/ 947279 h 1708593"/>
                <a:gd name="connsiteX772" fmla="*/ 2625475 w 2957425"/>
                <a:gd name="connsiteY772" fmla="*/ 900273 h 1708593"/>
                <a:gd name="connsiteX773" fmla="*/ 2725913 w 2957425"/>
                <a:gd name="connsiteY773" fmla="*/ 947279 h 1708593"/>
                <a:gd name="connsiteX774" fmla="*/ 2797875 w 2957425"/>
                <a:gd name="connsiteY774" fmla="*/ 988750 h 1708593"/>
                <a:gd name="connsiteX775" fmla="*/ 2812992 w 2957425"/>
                <a:gd name="connsiteY775" fmla="*/ 989642 h 1708593"/>
                <a:gd name="connsiteX776" fmla="*/ 2828318 w 2957425"/>
                <a:gd name="connsiteY776" fmla="*/ 988750 h 1708593"/>
                <a:gd name="connsiteX777" fmla="*/ 2901235 w 2957425"/>
                <a:gd name="connsiteY777" fmla="*/ 947279 h 1708593"/>
                <a:gd name="connsiteX778" fmla="*/ 2937893 w 2957425"/>
                <a:gd name="connsiteY778" fmla="*/ 916994 h 1708593"/>
                <a:gd name="connsiteX779" fmla="*/ 2957425 w 2957425"/>
                <a:gd name="connsiteY779" fmla="*/ 907999 h 1708593"/>
                <a:gd name="connsiteX780" fmla="*/ 2957425 w 2957425"/>
                <a:gd name="connsiteY780" fmla="*/ 929386 h 1708593"/>
                <a:gd name="connsiteX781" fmla="*/ 2944754 w 2957425"/>
                <a:gd name="connsiteY781" fmla="*/ 933997 h 1708593"/>
                <a:gd name="connsiteX782" fmla="*/ 2913429 w 2957425"/>
                <a:gd name="connsiteY782" fmla="*/ 960626 h 1708593"/>
                <a:gd name="connsiteX783" fmla="*/ 2822285 w 2957425"/>
                <a:gd name="connsiteY783" fmla="*/ 1007353 h 1708593"/>
                <a:gd name="connsiteX784" fmla="*/ 2812992 w 2957425"/>
                <a:gd name="connsiteY784" fmla="*/ 1007632 h 1708593"/>
                <a:gd name="connsiteX785" fmla="*/ 2803817 w 2957425"/>
                <a:gd name="connsiteY785" fmla="*/ 1007346 h 1708593"/>
                <a:gd name="connsiteX786" fmla="*/ 2713719 w 2957425"/>
                <a:gd name="connsiteY786" fmla="*/ 960626 h 1708593"/>
                <a:gd name="connsiteX787" fmla="*/ 2625475 w 2957425"/>
                <a:gd name="connsiteY787" fmla="*/ 918263 h 1708593"/>
                <a:gd name="connsiteX788" fmla="*/ 2538398 w 2957425"/>
                <a:gd name="connsiteY788" fmla="*/ 960626 h 1708593"/>
                <a:gd name="connsiteX789" fmla="*/ 2447253 w 2957425"/>
                <a:gd name="connsiteY789" fmla="*/ 1007353 h 1708593"/>
                <a:gd name="connsiteX790" fmla="*/ 2437959 w 2957425"/>
                <a:gd name="connsiteY790" fmla="*/ 1007632 h 1708593"/>
                <a:gd name="connsiteX791" fmla="*/ 2428768 w 2957425"/>
                <a:gd name="connsiteY791" fmla="*/ 1007346 h 1708593"/>
                <a:gd name="connsiteX792" fmla="*/ 2338559 w 2957425"/>
                <a:gd name="connsiteY792" fmla="*/ 960626 h 1708593"/>
                <a:gd name="connsiteX793" fmla="*/ 2265570 w 2957425"/>
                <a:gd name="connsiteY793" fmla="*/ 919155 h 1708593"/>
                <a:gd name="connsiteX794" fmla="*/ 2250202 w 2957425"/>
                <a:gd name="connsiteY794" fmla="*/ 918263 h 1708593"/>
                <a:gd name="connsiteX795" fmla="*/ 2235078 w 2957425"/>
                <a:gd name="connsiteY795" fmla="*/ 919155 h 1708593"/>
                <a:gd name="connsiteX796" fmla="*/ 2163119 w 2957425"/>
                <a:gd name="connsiteY796" fmla="*/ 960626 h 1708593"/>
                <a:gd name="connsiteX797" fmla="*/ 2071970 w 2957425"/>
                <a:gd name="connsiteY797" fmla="*/ 1007353 h 1708593"/>
                <a:gd name="connsiteX798" fmla="*/ 2062687 w 2957425"/>
                <a:gd name="connsiteY798" fmla="*/ 1007632 h 1708593"/>
                <a:gd name="connsiteX799" fmla="*/ 2053502 w 2957425"/>
                <a:gd name="connsiteY799" fmla="*/ 1007346 h 1708593"/>
                <a:gd name="connsiteX800" fmla="*/ 1963418 w 2957425"/>
                <a:gd name="connsiteY800" fmla="*/ 960626 h 1708593"/>
                <a:gd name="connsiteX801" fmla="*/ 1890508 w 2957425"/>
                <a:gd name="connsiteY801" fmla="*/ 919155 h 1708593"/>
                <a:gd name="connsiteX802" fmla="*/ 1875171 w 2957425"/>
                <a:gd name="connsiteY802" fmla="*/ 918263 h 1708593"/>
                <a:gd name="connsiteX803" fmla="*/ 1860044 w 2957425"/>
                <a:gd name="connsiteY803" fmla="*/ 919155 h 1708593"/>
                <a:gd name="connsiteX804" fmla="*/ 1788085 w 2957425"/>
                <a:gd name="connsiteY804" fmla="*/ 960626 h 1708593"/>
                <a:gd name="connsiteX805" fmla="*/ 1696936 w 2957425"/>
                <a:gd name="connsiteY805" fmla="*/ 1007353 h 1708593"/>
                <a:gd name="connsiteX806" fmla="*/ 1687656 w 2957425"/>
                <a:gd name="connsiteY806" fmla="*/ 1007632 h 1708593"/>
                <a:gd name="connsiteX807" fmla="*/ 1678456 w 2957425"/>
                <a:gd name="connsiteY807" fmla="*/ 1007346 h 1708593"/>
                <a:gd name="connsiteX808" fmla="*/ 1588259 w 2957425"/>
                <a:gd name="connsiteY808" fmla="*/ 960626 h 1708593"/>
                <a:gd name="connsiteX809" fmla="*/ 1515254 w 2957425"/>
                <a:gd name="connsiteY809" fmla="*/ 919155 h 1708593"/>
                <a:gd name="connsiteX810" fmla="*/ 1499902 w 2957425"/>
                <a:gd name="connsiteY810" fmla="*/ 918263 h 1708593"/>
                <a:gd name="connsiteX811" fmla="*/ 1484938 w 2957425"/>
                <a:gd name="connsiteY811" fmla="*/ 919155 h 1708593"/>
                <a:gd name="connsiteX812" fmla="*/ 1412811 w 2957425"/>
                <a:gd name="connsiteY812" fmla="*/ 960626 h 1708593"/>
                <a:gd name="connsiteX813" fmla="*/ 1312377 w 2957425"/>
                <a:gd name="connsiteY813" fmla="*/ 1007632 h 1708593"/>
                <a:gd name="connsiteX814" fmla="*/ 1213103 w 2957425"/>
                <a:gd name="connsiteY814" fmla="*/ 960626 h 1708593"/>
                <a:gd name="connsiteX815" fmla="*/ 1140203 w 2957425"/>
                <a:gd name="connsiteY815" fmla="*/ 919155 h 1708593"/>
                <a:gd name="connsiteX816" fmla="*/ 1124860 w 2957425"/>
                <a:gd name="connsiteY816" fmla="*/ 918263 h 1708593"/>
                <a:gd name="connsiteX817" fmla="*/ 1109907 w 2957425"/>
                <a:gd name="connsiteY817" fmla="*/ 919155 h 1708593"/>
                <a:gd name="connsiteX818" fmla="*/ 1037780 w 2957425"/>
                <a:gd name="connsiteY818" fmla="*/ 960626 h 1708593"/>
                <a:gd name="connsiteX819" fmla="*/ 937343 w 2957425"/>
                <a:gd name="connsiteY819" fmla="*/ 1007632 h 1708593"/>
                <a:gd name="connsiteX820" fmla="*/ 837942 w 2957425"/>
                <a:gd name="connsiteY820" fmla="*/ 960626 h 1708593"/>
                <a:gd name="connsiteX821" fmla="*/ 764952 w 2957425"/>
                <a:gd name="connsiteY821" fmla="*/ 919155 h 1708593"/>
                <a:gd name="connsiteX822" fmla="*/ 749586 w 2957425"/>
                <a:gd name="connsiteY822" fmla="*/ 918263 h 1708593"/>
                <a:gd name="connsiteX823" fmla="*/ 734638 w 2957425"/>
                <a:gd name="connsiteY823" fmla="*/ 919155 h 1708593"/>
                <a:gd name="connsiteX824" fmla="*/ 662511 w 2957425"/>
                <a:gd name="connsiteY824" fmla="*/ 960626 h 1708593"/>
                <a:gd name="connsiteX825" fmla="*/ 562069 w 2957425"/>
                <a:gd name="connsiteY825" fmla="*/ 1007632 h 1708593"/>
                <a:gd name="connsiteX826" fmla="*/ 462743 w 2957425"/>
                <a:gd name="connsiteY826" fmla="*/ 960626 h 1708593"/>
                <a:gd name="connsiteX827" fmla="*/ 375034 w 2957425"/>
                <a:gd name="connsiteY827" fmla="*/ 918263 h 1708593"/>
                <a:gd name="connsiteX828" fmla="*/ 287371 w 2957425"/>
                <a:gd name="connsiteY828" fmla="*/ 960626 h 1708593"/>
                <a:gd name="connsiteX829" fmla="*/ 187517 w 2957425"/>
                <a:gd name="connsiteY829" fmla="*/ 1007632 h 1708593"/>
                <a:gd name="connsiteX830" fmla="*/ 87663 w 2957425"/>
                <a:gd name="connsiteY830" fmla="*/ 960626 h 1708593"/>
                <a:gd name="connsiteX831" fmla="*/ 0 w 2957425"/>
                <a:gd name="connsiteY831" fmla="*/ 918263 h 1708593"/>
                <a:gd name="connsiteX832" fmla="*/ 0 w 2957425"/>
                <a:gd name="connsiteY832" fmla="*/ 800136 h 1708593"/>
                <a:gd name="connsiteX833" fmla="*/ 99855 w 2957425"/>
                <a:gd name="connsiteY833" fmla="*/ 847784 h 1708593"/>
                <a:gd name="connsiteX834" fmla="*/ 187517 w 2957425"/>
                <a:gd name="connsiteY834" fmla="*/ 890203 h 1708593"/>
                <a:gd name="connsiteX835" fmla="*/ 275179 w 2957425"/>
                <a:gd name="connsiteY835" fmla="*/ 847784 h 1708593"/>
                <a:gd name="connsiteX836" fmla="*/ 375034 w 2957425"/>
                <a:gd name="connsiteY836" fmla="*/ 800136 h 1708593"/>
                <a:gd name="connsiteX837" fmla="*/ 474941 w 2957425"/>
                <a:gd name="connsiteY837" fmla="*/ 847784 h 1708593"/>
                <a:gd name="connsiteX838" fmla="*/ 562069 w 2957425"/>
                <a:gd name="connsiteY838" fmla="*/ 890203 h 1708593"/>
                <a:gd name="connsiteX839" fmla="*/ 650315 w 2957425"/>
                <a:gd name="connsiteY839" fmla="*/ 847784 h 1708593"/>
                <a:gd name="connsiteX840" fmla="*/ 740506 w 2957425"/>
                <a:gd name="connsiteY840" fmla="*/ 800422 h 1708593"/>
                <a:gd name="connsiteX841" fmla="*/ 749586 w 2957425"/>
                <a:gd name="connsiteY841" fmla="*/ 800136 h 1708593"/>
                <a:gd name="connsiteX842" fmla="*/ 758889 w 2957425"/>
                <a:gd name="connsiteY842" fmla="*/ 800422 h 1708593"/>
                <a:gd name="connsiteX843" fmla="*/ 850154 w 2957425"/>
                <a:gd name="connsiteY843" fmla="*/ 847784 h 1708593"/>
                <a:gd name="connsiteX844" fmla="*/ 937343 w 2957425"/>
                <a:gd name="connsiteY844" fmla="*/ 890203 h 1708593"/>
                <a:gd name="connsiteX845" fmla="*/ 1025586 w 2957425"/>
                <a:gd name="connsiteY845" fmla="*/ 847784 h 1708593"/>
                <a:gd name="connsiteX846" fmla="*/ 1115684 w 2957425"/>
                <a:gd name="connsiteY846" fmla="*/ 800422 h 1708593"/>
                <a:gd name="connsiteX847" fmla="*/ 1124860 w 2957425"/>
                <a:gd name="connsiteY847" fmla="*/ 800136 h 1708593"/>
                <a:gd name="connsiteX848" fmla="*/ 1134151 w 2957425"/>
                <a:gd name="connsiteY848" fmla="*/ 800422 h 1708593"/>
                <a:gd name="connsiteX849" fmla="*/ 1225295 w 2957425"/>
                <a:gd name="connsiteY849" fmla="*/ 847784 h 1708593"/>
                <a:gd name="connsiteX850" fmla="*/ 1312377 w 2957425"/>
                <a:gd name="connsiteY850" fmla="*/ 890203 h 1708593"/>
                <a:gd name="connsiteX851" fmla="*/ 1400620 w 2957425"/>
                <a:gd name="connsiteY851" fmla="*/ 847784 h 1708593"/>
                <a:gd name="connsiteX852" fmla="*/ 1490715 w 2957425"/>
                <a:gd name="connsiteY852" fmla="*/ 800422 h 1708593"/>
                <a:gd name="connsiteX853" fmla="*/ 1499902 w 2957425"/>
                <a:gd name="connsiteY853" fmla="*/ 800136 h 1708593"/>
                <a:gd name="connsiteX854" fmla="*/ 1509200 w 2957425"/>
                <a:gd name="connsiteY854" fmla="*/ 800422 h 1708593"/>
                <a:gd name="connsiteX855" fmla="*/ 1600457 w 2957425"/>
                <a:gd name="connsiteY855" fmla="*/ 847784 h 1708593"/>
                <a:gd name="connsiteX856" fmla="*/ 1672675 w 2957425"/>
                <a:gd name="connsiteY856" fmla="*/ 889286 h 1708593"/>
                <a:gd name="connsiteX857" fmla="*/ 1687656 w 2957425"/>
                <a:gd name="connsiteY857" fmla="*/ 890203 h 1708593"/>
                <a:gd name="connsiteX858" fmla="*/ 1702991 w 2957425"/>
                <a:gd name="connsiteY858" fmla="*/ 889286 h 1708593"/>
                <a:gd name="connsiteX859" fmla="*/ 1775902 w 2957425"/>
                <a:gd name="connsiteY859" fmla="*/ 847784 h 1708593"/>
                <a:gd name="connsiteX860" fmla="*/ 1865985 w 2957425"/>
                <a:gd name="connsiteY860" fmla="*/ 800422 h 1708593"/>
                <a:gd name="connsiteX861" fmla="*/ 1875171 w 2957425"/>
                <a:gd name="connsiteY861" fmla="*/ 800136 h 1708593"/>
                <a:gd name="connsiteX862" fmla="*/ 1884453 w 2957425"/>
                <a:gd name="connsiteY862" fmla="*/ 800422 h 1708593"/>
                <a:gd name="connsiteX863" fmla="*/ 1975602 w 2957425"/>
                <a:gd name="connsiteY863" fmla="*/ 847784 h 1708593"/>
                <a:gd name="connsiteX864" fmla="*/ 2047561 w 2957425"/>
                <a:gd name="connsiteY864" fmla="*/ 889286 h 1708593"/>
                <a:gd name="connsiteX865" fmla="*/ 2062687 w 2957425"/>
                <a:gd name="connsiteY865" fmla="*/ 890203 h 1708593"/>
                <a:gd name="connsiteX866" fmla="*/ 2078025 w 2957425"/>
                <a:gd name="connsiteY866" fmla="*/ 889286 h 1708593"/>
                <a:gd name="connsiteX867" fmla="*/ 2150933 w 2957425"/>
                <a:gd name="connsiteY867" fmla="*/ 847784 h 1708593"/>
                <a:gd name="connsiteX868" fmla="*/ 2241019 w 2957425"/>
                <a:gd name="connsiteY868" fmla="*/ 800422 h 1708593"/>
                <a:gd name="connsiteX869" fmla="*/ 2250202 w 2957425"/>
                <a:gd name="connsiteY869" fmla="*/ 800136 h 1708593"/>
                <a:gd name="connsiteX870" fmla="*/ 2259500 w 2957425"/>
                <a:gd name="connsiteY870" fmla="*/ 800422 h 1708593"/>
                <a:gd name="connsiteX871" fmla="*/ 2350772 w 2957425"/>
                <a:gd name="connsiteY871" fmla="*/ 847784 h 1708593"/>
                <a:gd name="connsiteX872" fmla="*/ 2422815 w 2957425"/>
                <a:gd name="connsiteY872" fmla="*/ 889286 h 1708593"/>
                <a:gd name="connsiteX873" fmla="*/ 2437959 w 2957425"/>
                <a:gd name="connsiteY873" fmla="*/ 890203 h 1708593"/>
                <a:gd name="connsiteX874" fmla="*/ 2453275 w 2957425"/>
                <a:gd name="connsiteY874" fmla="*/ 889286 h 1708593"/>
                <a:gd name="connsiteX875" fmla="*/ 2526203 w 2957425"/>
                <a:gd name="connsiteY875" fmla="*/ 847784 h 1708593"/>
                <a:gd name="connsiteX876" fmla="*/ 2625475 w 2957425"/>
                <a:gd name="connsiteY876" fmla="*/ 800136 h 1708593"/>
                <a:gd name="connsiteX877" fmla="*/ 2725913 w 2957425"/>
                <a:gd name="connsiteY877" fmla="*/ 847784 h 1708593"/>
                <a:gd name="connsiteX878" fmla="*/ 2797875 w 2957425"/>
                <a:gd name="connsiteY878" fmla="*/ 889286 h 1708593"/>
                <a:gd name="connsiteX879" fmla="*/ 2812992 w 2957425"/>
                <a:gd name="connsiteY879" fmla="*/ 890203 h 1708593"/>
                <a:gd name="connsiteX880" fmla="*/ 2828318 w 2957425"/>
                <a:gd name="connsiteY880" fmla="*/ 889286 h 1708593"/>
                <a:gd name="connsiteX881" fmla="*/ 2901235 w 2957425"/>
                <a:gd name="connsiteY881" fmla="*/ 847784 h 1708593"/>
                <a:gd name="connsiteX882" fmla="*/ 2937888 w 2957425"/>
                <a:gd name="connsiteY882" fmla="*/ 817197 h 1708593"/>
                <a:gd name="connsiteX883" fmla="*/ 2957425 w 2957425"/>
                <a:gd name="connsiteY883" fmla="*/ 808027 h 1708593"/>
                <a:gd name="connsiteX884" fmla="*/ 2957425 w 2957425"/>
                <a:gd name="connsiteY884" fmla="*/ 829459 h 1708593"/>
                <a:gd name="connsiteX885" fmla="*/ 2944748 w 2957425"/>
                <a:gd name="connsiteY885" fmla="*/ 834145 h 1708593"/>
                <a:gd name="connsiteX886" fmla="*/ 2913429 w 2957425"/>
                <a:gd name="connsiteY886" fmla="*/ 860568 h 1708593"/>
                <a:gd name="connsiteX887" fmla="*/ 2822285 w 2957425"/>
                <a:gd name="connsiteY887" fmla="*/ 907931 h 1708593"/>
                <a:gd name="connsiteX888" fmla="*/ 2812992 w 2957425"/>
                <a:gd name="connsiteY888" fmla="*/ 908217 h 1708593"/>
                <a:gd name="connsiteX889" fmla="*/ 2803817 w 2957425"/>
                <a:gd name="connsiteY889" fmla="*/ 907931 h 1708593"/>
                <a:gd name="connsiteX890" fmla="*/ 2713719 w 2957425"/>
                <a:gd name="connsiteY890" fmla="*/ 860568 h 1708593"/>
                <a:gd name="connsiteX891" fmla="*/ 2625475 w 2957425"/>
                <a:gd name="connsiteY891" fmla="*/ 818149 h 1708593"/>
                <a:gd name="connsiteX892" fmla="*/ 2538398 w 2957425"/>
                <a:gd name="connsiteY892" fmla="*/ 860568 h 1708593"/>
                <a:gd name="connsiteX893" fmla="*/ 2447253 w 2957425"/>
                <a:gd name="connsiteY893" fmla="*/ 907931 h 1708593"/>
                <a:gd name="connsiteX894" fmla="*/ 2437959 w 2957425"/>
                <a:gd name="connsiteY894" fmla="*/ 908217 h 1708593"/>
                <a:gd name="connsiteX895" fmla="*/ 2428768 w 2957425"/>
                <a:gd name="connsiteY895" fmla="*/ 907931 h 1708593"/>
                <a:gd name="connsiteX896" fmla="*/ 2338559 w 2957425"/>
                <a:gd name="connsiteY896" fmla="*/ 860568 h 1708593"/>
                <a:gd name="connsiteX897" fmla="*/ 2265570 w 2957425"/>
                <a:gd name="connsiteY897" fmla="*/ 819066 h 1708593"/>
                <a:gd name="connsiteX898" fmla="*/ 2250202 w 2957425"/>
                <a:gd name="connsiteY898" fmla="*/ 818149 h 1708593"/>
                <a:gd name="connsiteX899" fmla="*/ 2235078 w 2957425"/>
                <a:gd name="connsiteY899" fmla="*/ 819066 h 1708593"/>
                <a:gd name="connsiteX900" fmla="*/ 2163119 w 2957425"/>
                <a:gd name="connsiteY900" fmla="*/ 860568 h 1708593"/>
                <a:gd name="connsiteX901" fmla="*/ 2071970 w 2957425"/>
                <a:gd name="connsiteY901" fmla="*/ 907931 h 1708593"/>
                <a:gd name="connsiteX902" fmla="*/ 2062687 w 2957425"/>
                <a:gd name="connsiteY902" fmla="*/ 908217 h 1708593"/>
                <a:gd name="connsiteX903" fmla="*/ 2053502 w 2957425"/>
                <a:gd name="connsiteY903" fmla="*/ 907931 h 1708593"/>
                <a:gd name="connsiteX904" fmla="*/ 1963418 w 2957425"/>
                <a:gd name="connsiteY904" fmla="*/ 860568 h 1708593"/>
                <a:gd name="connsiteX905" fmla="*/ 1890508 w 2957425"/>
                <a:gd name="connsiteY905" fmla="*/ 819066 h 1708593"/>
                <a:gd name="connsiteX906" fmla="*/ 1875171 w 2957425"/>
                <a:gd name="connsiteY906" fmla="*/ 818149 h 1708593"/>
                <a:gd name="connsiteX907" fmla="*/ 1860044 w 2957425"/>
                <a:gd name="connsiteY907" fmla="*/ 819066 h 1708593"/>
                <a:gd name="connsiteX908" fmla="*/ 1788085 w 2957425"/>
                <a:gd name="connsiteY908" fmla="*/ 860568 h 1708593"/>
                <a:gd name="connsiteX909" fmla="*/ 1696936 w 2957425"/>
                <a:gd name="connsiteY909" fmla="*/ 907931 h 1708593"/>
                <a:gd name="connsiteX910" fmla="*/ 1687656 w 2957425"/>
                <a:gd name="connsiteY910" fmla="*/ 908217 h 1708593"/>
                <a:gd name="connsiteX911" fmla="*/ 1678456 w 2957425"/>
                <a:gd name="connsiteY911" fmla="*/ 907931 h 1708593"/>
                <a:gd name="connsiteX912" fmla="*/ 1588259 w 2957425"/>
                <a:gd name="connsiteY912" fmla="*/ 860568 h 1708593"/>
                <a:gd name="connsiteX913" fmla="*/ 1515254 w 2957425"/>
                <a:gd name="connsiteY913" fmla="*/ 819066 h 1708593"/>
                <a:gd name="connsiteX914" fmla="*/ 1499902 w 2957425"/>
                <a:gd name="connsiteY914" fmla="*/ 818149 h 1708593"/>
                <a:gd name="connsiteX915" fmla="*/ 1484938 w 2957425"/>
                <a:gd name="connsiteY915" fmla="*/ 819066 h 1708593"/>
                <a:gd name="connsiteX916" fmla="*/ 1412811 w 2957425"/>
                <a:gd name="connsiteY916" fmla="*/ 860568 h 1708593"/>
                <a:gd name="connsiteX917" fmla="*/ 1312377 w 2957425"/>
                <a:gd name="connsiteY917" fmla="*/ 908217 h 1708593"/>
                <a:gd name="connsiteX918" fmla="*/ 1213103 w 2957425"/>
                <a:gd name="connsiteY918" fmla="*/ 860568 h 1708593"/>
                <a:gd name="connsiteX919" fmla="*/ 1140203 w 2957425"/>
                <a:gd name="connsiteY919" fmla="*/ 819066 h 1708593"/>
                <a:gd name="connsiteX920" fmla="*/ 1124860 w 2957425"/>
                <a:gd name="connsiteY920" fmla="*/ 818149 h 1708593"/>
                <a:gd name="connsiteX921" fmla="*/ 1109907 w 2957425"/>
                <a:gd name="connsiteY921" fmla="*/ 819066 h 1708593"/>
                <a:gd name="connsiteX922" fmla="*/ 1037780 w 2957425"/>
                <a:gd name="connsiteY922" fmla="*/ 860568 h 1708593"/>
                <a:gd name="connsiteX923" fmla="*/ 937343 w 2957425"/>
                <a:gd name="connsiteY923" fmla="*/ 908217 h 1708593"/>
                <a:gd name="connsiteX924" fmla="*/ 837942 w 2957425"/>
                <a:gd name="connsiteY924" fmla="*/ 860568 h 1708593"/>
                <a:gd name="connsiteX925" fmla="*/ 764952 w 2957425"/>
                <a:gd name="connsiteY925" fmla="*/ 819066 h 1708593"/>
                <a:gd name="connsiteX926" fmla="*/ 749586 w 2957425"/>
                <a:gd name="connsiteY926" fmla="*/ 818149 h 1708593"/>
                <a:gd name="connsiteX927" fmla="*/ 734638 w 2957425"/>
                <a:gd name="connsiteY927" fmla="*/ 819066 h 1708593"/>
                <a:gd name="connsiteX928" fmla="*/ 662511 w 2957425"/>
                <a:gd name="connsiteY928" fmla="*/ 860568 h 1708593"/>
                <a:gd name="connsiteX929" fmla="*/ 562069 w 2957425"/>
                <a:gd name="connsiteY929" fmla="*/ 908217 h 1708593"/>
                <a:gd name="connsiteX930" fmla="*/ 462743 w 2957425"/>
                <a:gd name="connsiteY930" fmla="*/ 860568 h 1708593"/>
                <a:gd name="connsiteX931" fmla="*/ 375034 w 2957425"/>
                <a:gd name="connsiteY931" fmla="*/ 818149 h 1708593"/>
                <a:gd name="connsiteX932" fmla="*/ 287371 w 2957425"/>
                <a:gd name="connsiteY932" fmla="*/ 860568 h 1708593"/>
                <a:gd name="connsiteX933" fmla="*/ 187517 w 2957425"/>
                <a:gd name="connsiteY933" fmla="*/ 908217 h 1708593"/>
                <a:gd name="connsiteX934" fmla="*/ 87663 w 2957425"/>
                <a:gd name="connsiteY934" fmla="*/ 860568 h 1708593"/>
                <a:gd name="connsiteX935" fmla="*/ 0 w 2957425"/>
                <a:gd name="connsiteY935" fmla="*/ 818149 h 1708593"/>
                <a:gd name="connsiteX936" fmla="*/ 0 w 2957425"/>
                <a:gd name="connsiteY936" fmla="*/ 700961 h 1708593"/>
                <a:gd name="connsiteX937" fmla="*/ 99855 w 2957425"/>
                <a:gd name="connsiteY937" fmla="*/ 747967 h 1708593"/>
                <a:gd name="connsiteX938" fmla="*/ 187517 w 2957425"/>
                <a:gd name="connsiteY938" fmla="*/ 790330 h 1708593"/>
                <a:gd name="connsiteX939" fmla="*/ 275179 w 2957425"/>
                <a:gd name="connsiteY939" fmla="*/ 747967 h 1708593"/>
                <a:gd name="connsiteX940" fmla="*/ 375034 w 2957425"/>
                <a:gd name="connsiteY940" fmla="*/ 700961 h 1708593"/>
                <a:gd name="connsiteX941" fmla="*/ 474941 w 2957425"/>
                <a:gd name="connsiteY941" fmla="*/ 747967 h 1708593"/>
                <a:gd name="connsiteX942" fmla="*/ 562069 w 2957425"/>
                <a:gd name="connsiteY942" fmla="*/ 790330 h 1708593"/>
                <a:gd name="connsiteX943" fmla="*/ 650315 w 2957425"/>
                <a:gd name="connsiteY943" fmla="*/ 747967 h 1708593"/>
                <a:gd name="connsiteX944" fmla="*/ 740506 w 2957425"/>
                <a:gd name="connsiteY944" fmla="*/ 701241 h 1708593"/>
                <a:gd name="connsiteX945" fmla="*/ 749586 w 2957425"/>
                <a:gd name="connsiteY945" fmla="*/ 700961 h 1708593"/>
                <a:gd name="connsiteX946" fmla="*/ 758889 w 2957425"/>
                <a:gd name="connsiteY946" fmla="*/ 701241 h 1708593"/>
                <a:gd name="connsiteX947" fmla="*/ 850154 w 2957425"/>
                <a:gd name="connsiteY947" fmla="*/ 747967 h 1708593"/>
                <a:gd name="connsiteX948" fmla="*/ 937343 w 2957425"/>
                <a:gd name="connsiteY948" fmla="*/ 790330 h 1708593"/>
                <a:gd name="connsiteX949" fmla="*/ 1025586 w 2957425"/>
                <a:gd name="connsiteY949" fmla="*/ 747967 h 1708593"/>
                <a:gd name="connsiteX950" fmla="*/ 1115684 w 2957425"/>
                <a:gd name="connsiteY950" fmla="*/ 701241 h 1708593"/>
                <a:gd name="connsiteX951" fmla="*/ 1124860 w 2957425"/>
                <a:gd name="connsiteY951" fmla="*/ 700961 h 1708593"/>
                <a:gd name="connsiteX952" fmla="*/ 1134151 w 2957425"/>
                <a:gd name="connsiteY952" fmla="*/ 701241 h 1708593"/>
                <a:gd name="connsiteX953" fmla="*/ 1225295 w 2957425"/>
                <a:gd name="connsiteY953" fmla="*/ 747967 h 1708593"/>
                <a:gd name="connsiteX954" fmla="*/ 1312377 w 2957425"/>
                <a:gd name="connsiteY954" fmla="*/ 790330 h 1708593"/>
                <a:gd name="connsiteX955" fmla="*/ 1400620 w 2957425"/>
                <a:gd name="connsiteY955" fmla="*/ 747967 h 1708593"/>
                <a:gd name="connsiteX956" fmla="*/ 1490715 w 2957425"/>
                <a:gd name="connsiteY956" fmla="*/ 701241 h 1708593"/>
                <a:gd name="connsiteX957" fmla="*/ 1499902 w 2957425"/>
                <a:gd name="connsiteY957" fmla="*/ 700961 h 1708593"/>
                <a:gd name="connsiteX958" fmla="*/ 1509200 w 2957425"/>
                <a:gd name="connsiteY958" fmla="*/ 701241 h 1708593"/>
                <a:gd name="connsiteX959" fmla="*/ 1600457 w 2957425"/>
                <a:gd name="connsiteY959" fmla="*/ 747967 h 1708593"/>
                <a:gd name="connsiteX960" fmla="*/ 1672675 w 2957425"/>
                <a:gd name="connsiteY960" fmla="*/ 789438 h 1708593"/>
                <a:gd name="connsiteX961" fmla="*/ 1687656 w 2957425"/>
                <a:gd name="connsiteY961" fmla="*/ 790330 h 1708593"/>
                <a:gd name="connsiteX962" fmla="*/ 1702991 w 2957425"/>
                <a:gd name="connsiteY962" fmla="*/ 789438 h 1708593"/>
                <a:gd name="connsiteX963" fmla="*/ 1775902 w 2957425"/>
                <a:gd name="connsiteY963" fmla="*/ 747967 h 1708593"/>
                <a:gd name="connsiteX964" fmla="*/ 1865985 w 2957425"/>
                <a:gd name="connsiteY964" fmla="*/ 701241 h 1708593"/>
                <a:gd name="connsiteX965" fmla="*/ 1875171 w 2957425"/>
                <a:gd name="connsiteY965" fmla="*/ 700961 h 1708593"/>
                <a:gd name="connsiteX966" fmla="*/ 1884453 w 2957425"/>
                <a:gd name="connsiteY966" fmla="*/ 701241 h 1708593"/>
                <a:gd name="connsiteX967" fmla="*/ 1975602 w 2957425"/>
                <a:gd name="connsiteY967" fmla="*/ 747967 h 1708593"/>
                <a:gd name="connsiteX968" fmla="*/ 2047561 w 2957425"/>
                <a:gd name="connsiteY968" fmla="*/ 789438 h 1708593"/>
                <a:gd name="connsiteX969" fmla="*/ 2062687 w 2957425"/>
                <a:gd name="connsiteY969" fmla="*/ 790330 h 1708593"/>
                <a:gd name="connsiteX970" fmla="*/ 2078025 w 2957425"/>
                <a:gd name="connsiteY970" fmla="*/ 789438 h 1708593"/>
                <a:gd name="connsiteX971" fmla="*/ 2150933 w 2957425"/>
                <a:gd name="connsiteY971" fmla="*/ 747967 h 1708593"/>
                <a:gd name="connsiteX972" fmla="*/ 2241019 w 2957425"/>
                <a:gd name="connsiteY972" fmla="*/ 701241 h 1708593"/>
                <a:gd name="connsiteX973" fmla="*/ 2250202 w 2957425"/>
                <a:gd name="connsiteY973" fmla="*/ 700961 h 1708593"/>
                <a:gd name="connsiteX974" fmla="*/ 2259500 w 2957425"/>
                <a:gd name="connsiteY974" fmla="*/ 701241 h 1708593"/>
                <a:gd name="connsiteX975" fmla="*/ 2350772 w 2957425"/>
                <a:gd name="connsiteY975" fmla="*/ 747967 h 1708593"/>
                <a:gd name="connsiteX976" fmla="*/ 2422815 w 2957425"/>
                <a:gd name="connsiteY976" fmla="*/ 789438 h 1708593"/>
                <a:gd name="connsiteX977" fmla="*/ 2437959 w 2957425"/>
                <a:gd name="connsiteY977" fmla="*/ 790330 h 1708593"/>
                <a:gd name="connsiteX978" fmla="*/ 2453275 w 2957425"/>
                <a:gd name="connsiteY978" fmla="*/ 789438 h 1708593"/>
                <a:gd name="connsiteX979" fmla="*/ 2526203 w 2957425"/>
                <a:gd name="connsiteY979" fmla="*/ 747967 h 1708593"/>
                <a:gd name="connsiteX980" fmla="*/ 2625475 w 2957425"/>
                <a:gd name="connsiteY980" fmla="*/ 700961 h 1708593"/>
                <a:gd name="connsiteX981" fmla="*/ 2725913 w 2957425"/>
                <a:gd name="connsiteY981" fmla="*/ 747967 h 1708593"/>
                <a:gd name="connsiteX982" fmla="*/ 2797875 w 2957425"/>
                <a:gd name="connsiteY982" fmla="*/ 789438 h 1708593"/>
                <a:gd name="connsiteX983" fmla="*/ 2812992 w 2957425"/>
                <a:gd name="connsiteY983" fmla="*/ 790330 h 1708593"/>
                <a:gd name="connsiteX984" fmla="*/ 2828318 w 2957425"/>
                <a:gd name="connsiteY984" fmla="*/ 789438 h 1708593"/>
                <a:gd name="connsiteX985" fmla="*/ 2901235 w 2957425"/>
                <a:gd name="connsiteY985" fmla="*/ 747967 h 1708593"/>
                <a:gd name="connsiteX986" fmla="*/ 2937883 w 2957425"/>
                <a:gd name="connsiteY986" fmla="*/ 717682 h 1708593"/>
                <a:gd name="connsiteX987" fmla="*/ 2957425 w 2957425"/>
                <a:gd name="connsiteY987" fmla="*/ 708682 h 1708593"/>
                <a:gd name="connsiteX988" fmla="*/ 2957425 w 2957425"/>
                <a:gd name="connsiteY988" fmla="*/ 730070 h 1708593"/>
                <a:gd name="connsiteX989" fmla="*/ 2944743 w 2957425"/>
                <a:gd name="connsiteY989" fmla="*/ 734685 h 1708593"/>
                <a:gd name="connsiteX990" fmla="*/ 2913429 w 2957425"/>
                <a:gd name="connsiteY990" fmla="*/ 761314 h 1708593"/>
                <a:gd name="connsiteX991" fmla="*/ 2822285 w 2957425"/>
                <a:gd name="connsiteY991" fmla="*/ 808034 h 1708593"/>
                <a:gd name="connsiteX992" fmla="*/ 2812992 w 2957425"/>
                <a:gd name="connsiteY992" fmla="*/ 808320 h 1708593"/>
                <a:gd name="connsiteX993" fmla="*/ 2803817 w 2957425"/>
                <a:gd name="connsiteY993" fmla="*/ 808034 h 1708593"/>
                <a:gd name="connsiteX994" fmla="*/ 2713719 w 2957425"/>
                <a:gd name="connsiteY994" fmla="*/ 761314 h 1708593"/>
                <a:gd name="connsiteX995" fmla="*/ 2625475 w 2957425"/>
                <a:gd name="connsiteY995" fmla="*/ 718951 h 1708593"/>
                <a:gd name="connsiteX996" fmla="*/ 2538398 w 2957425"/>
                <a:gd name="connsiteY996" fmla="*/ 761314 h 1708593"/>
                <a:gd name="connsiteX997" fmla="*/ 2447253 w 2957425"/>
                <a:gd name="connsiteY997" fmla="*/ 808034 h 1708593"/>
                <a:gd name="connsiteX998" fmla="*/ 2437959 w 2957425"/>
                <a:gd name="connsiteY998" fmla="*/ 808320 h 1708593"/>
                <a:gd name="connsiteX999" fmla="*/ 2428768 w 2957425"/>
                <a:gd name="connsiteY999" fmla="*/ 808034 h 1708593"/>
                <a:gd name="connsiteX1000" fmla="*/ 2338559 w 2957425"/>
                <a:gd name="connsiteY1000" fmla="*/ 761314 h 1708593"/>
                <a:gd name="connsiteX1001" fmla="*/ 2265570 w 2957425"/>
                <a:gd name="connsiteY1001" fmla="*/ 719843 h 1708593"/>
                <a:gd name="connsiteX1002" fmla="*/ 2250202 w 2957425"/>
                <a:gd name="connsiteY1002" fmla="*/ 718951 h 1708593"/>
                <a:gd name="connsiteX1003" fmla="*/ 2235078 w 2957425"/>
                <a:gd name="connsiteY1003" fmla="*/ 719843 h 1708593"/>
                <a:gd name="connsiteX1004" fmla="*/ 2163119 w 2957425"/>
                <a:gd name="connsiteY1004" fmla="*/ 761314 h 1708593"/>
                <a:gd name="connsiteX1005" fmla="*/ 2071970 w 2957425"/>
                <a:gd name="connsiteY1005" fmla="*/ 808034 h 1708593"/>
                <a:gd name="connsiteX1006" fmla="*/ 2062687 w 2957425"/>
                <a:gd name="connsiteY1006" fmla="*/ 808320 h 1708593"/>
                <a:gd name="connsiteX1007" fmla="*/ 2053502 w 2957425"/>
                <a:gd name="connsiteY1007" fmla="*/ 808034 h 1708593"/>
                <a:gd name="connsiteX1008" fmla="*/ 1963418 w 2957425"/>
                <a:gd name="connsiteY1008" fmla="*/ 761314 h 1708593"/>
                <a:gd name="connsiteX1009" fmla="*/ 1890508 w 2957425"/>
                <a:gd name="connsiteY1009" fmla="*/ 719843 h 1708593"/>
                <a:gd name="connsiteX1010" fmla="*/ 1875171 w 2957425"/>
                <a:gd name="connsiteY1010" fmla="*/ 718951 h 1708593"/>
                <a:gd name="connsiteX1011" fmla="*/ 1860044 w 2957425"/>
                <a:gd name="connsiteY1011" fmla="*/ 719843 h 1708593"/>
                <a:gd name="connsiteX1012" fmla="*/ 1788085 w 2957425"/>
                <a:gd name="connsiteY1012" fmla="*/ 761314 h 1708593"/>
                <a:gd name="connsiteX1013" fmla="*/ 1696936 w 2957425"/>
                <a:gd name="connsiteY1013" fmla="*/ 808034 h 1708593"/>
                <a:gd name="connsiteX1014" fmla="*/ 1687656 w 2957425"/>
                <a:gd name="connsiteY1014" fmla="*/ 808320 h 1708593"/>
                <a:gd name="connsiteX1015" fmla="*/ 1678456 w 2957425"/>
                <a:gd name="connsiteY1015" fmla="*/ 808034 h 1708593"/>
                <a:gd name="connsiteX1016" fmla="*/ 1588259 w 2957425"/>
                <a:gd name="connsiteY1016" fmla="*/ 761314 h 1708593"/>
                <a:gd name="connsiteX1017" fmla="*/ 1515254 w 2957425"/>
                <a:gd name="connsiteY1017" fmla="*/ 719843 h 1708593"/>
                <a:gd name="connsiteX1018" fmla="*/ 1499902 w 2957425"/>
                <a:gd name="connsiteY1018" fmla="*/ 718951 h 1708593"/>
                <a:gd name="connsiteX1019" fmla="*/ 1484938 w 2957425"/>
                <a:gd name="connsiteY1019" fmla="*/ 719843 h 1708593"/>
                <a:gd name="connsiteX1020" fmla="*/ 1412811 w 2957425"/>
                <a:gd name="connsiteY1020" fmla="*/ 761314 h 1708593"/>
                <a:gd name="connsiteX1021" fmla="*/ 1312377 w 2957425"/>
                <a:gd name="connsiteY1021" fmla="*/ 808320 h 1708593"/>
                <a:gd name="connsiteX1022" fmla="*/ 1213103 w 2957425"/>
                <a:gd name="connsiteY1022" fmla="*/ 761314 h 1708593"/>
                <a:gd name="connsiteX1023" fmla="*/ 1140203 w 2957425"/>
                <a:gd name="connsiteY1023" fmla="*/ 719843 h 1708593"/>
                <a:gd name="connsiteX1024" fmla="*/ 1124860 w 2957425"/>
                <a:gd name="connsiteY1024" fmla="*/ 718951 h 1708593"/>
                <a:gd name="connsiteX1025" fmla="*/ 1109907 w 2957425"/>
                <a:gd name="connsiteY1025" fmla="*/ 719843 h 1708593"/>
                <a:gd name="connsiteX1026" fmla="*/ 1037780 w 2957425"/>
                <a:gd name="connsiteY1026" fmla="*/ 761314 h 1708593"/>
                <a:gd name="connsiteX1027" fmla="*/ 937343 w 2957425"/>
                <a:gd name="connsiteY1027" fmla="*/ 808320 h 1708593"/>
                <a:gd name="connsiteX1028" fmla="*/ 837942 w 2957425"/>
                <a:gd name="connsiteY1028" fmla="*/ 761314 h 1708593"/>
                <a:gd name="connsiteX1029" fmla="*/ 764952 w 2957425"/>
                <a:gd name="connsiteY1029" fmla="*/ 719843 h 1708593"/>
                <a:gd name="connsiteX1030" fmla="*/ 749586 w 2957425"/>
                <a:gd name="connsiteY1030" fmla="*/ 718951 h 1708593"/>
                <a:gd name="connsiteX1031" fmla="*/ 734638 w 2957425"/>
                <a:gd name="connsiteY1031" fmla="*/ 719843 h 1708593"/>
                <a:gd name="connsiteX1032" fmla="*/ 662511 w 2957425"/>
                <a:gd name="connsiteY1032" fmla="*/ 761314 h 1708593"/>
                <a:gd name="connsiteX1033" fmla="*/ 562069 w 2957425"/>
                <a:gd name="connsiteY1033" fmla="*/ 808320 h 1708593"/>
                <a:gd name="connsiteX1034" fmla="*/ 462743 w 2957425"/>
                <a:gd name="connsiteY1034" fmla="*/ 761314 h 1708593"/>
                <a:gd name="connsiteX1035" fmla="*/ 375034 w 2957425"/>
                <a:gd name="connsiteY1035" fmla="*/ 718951 h 1708593"/>
                <a:gd name="connsiteX1036" fmla="*/ 287371 w 2957425"/>
                <a:gd name="connsiteY1036" fmla="*/ 761314 h 1708593"/>
                <a:gd name="connsiteX1037" fmla="*/ 187517 w 2957425"/>
                <a:gd name="connsiteY1037" fmla="*/ 808320 h 1708593"/>
                <a:gd name="connsiteX1038" fmla="*/ 87663 w 2957425"/>
                <a:gd name="connsiteY1038" fmla="*/ 761314 h 1708593"/>
                <a:gd name="connsiteX1039" fmla="*/ 0 w 2957425"/>
                <a:gd name="connsiteY1039" fmla="*/ 718951 h 1708593"/>
                <a:gd name="connsiteX1040" fmla="*/ 0 w 2957425"/>
                <a:gd name="connsiteY1040" fmla="*/ 600343 h 1708593"/>
                <a:gd name="connsiteX1041" fmla="*/ 99855 w 2957425"/>
                <a:gd name="connsiteY1041" fmla="*/ 647348 h 1708593"/>
                <a:gd name="connsiteX1042" fmla="*/ 187517 w 2957425"/>
                <a:gd name="connsiteY1042" fmla="*/ 689712 h 1708593"/>
                <a:gd name="connsiteX1043" fmla="*/ 275179 w 2957425"/>
                <a:gd name="connsiteY1043" fmla="*/ 647348 h 1708593"/>
                <a:gd name="connsiteX1044" fmla="*/ 375034 w 2957425"/>
                <a:gd name="connsiteY1044" fmla="*/ 600343 h 1708593"/>
                <a:gd name="connsiteX1045" fmla="*/ 474941 w 2957425"/>
                <a:gd name="connsiteY1045" fmla="*/ 647348 h 1708593"/>
                <a:gd name="connsiteX1046" fmla="*/ 562069 w 2957425"/>
                <a:gd name="connsiteY1046" fmla="*/ 689712 h 1708593"/>
                <a:gd name="connsiteX1047" fmla="*/ 650315 w 2957425"/>
                <a:gd name="connsiteY1047" fmla="*/ 647348 h 1708593"/>
                <a:gd name="connsiteX1048" fmla="*/ 740506 w 2957425"/>
                <a:gd name="connsiteY1048" fmla="*/ 600622 h 1708593"/>
                <a:gd name="connsiteX1049" fmla="*/ 749586 w 2957425"/>
                <a:gd name="connsiteY1049" fmla="*/ 600343 h 1708593"/>
                <a:gd name="connsiteX1050" fmla="*/ 758889 w 2957425"/>
                <a:gd name="connsiteY1050" fmla="*/ 600622 h 1708593"/>
                <a:gd name="connsiteX1051" fmla="*/ 850154 w 2957425"/>
                <a:gd name="connsiteY1051" fmla="*/ 647348 h 1708593"/>
                <a:gd name="connsiteX1052" fmla="*/ 937343 w 2957425"/>
                <a:gd name="connsiteY1052" fmla="*/ 689712 h 1708593"/>
                <a:gd name="connsiteX1053" fmla="*/ 1025586 w 2957425"/>
                <a:gd name="connsiteY1053" fmla="*/ 647348 h 1708593"/>
                <a:gd name="connsiteX1054" fmla="*/ 1115684 w 2957425"/>
                <a:gd name="connsiteY1054" fmla="*/ 600622 h 1708593"/>
                <a:gd name="connsiteX1055" fmla="*/ 1124860 w 2957425"/>
                <a:gd name="connsiteY1055" fmla="*/ 600343 h 1708593"/>
                <a:gd name="connsiteX1056" fmla="*/ 1134151 w 2957425"/>
                <a:gd name="connsiteY1056" fmla="*/ 600622 h 1708593"/>
                <a:gd name="connsiteX1057" fmla="*/ 1225295 w 2957425"/>
                <a:gd name="connsiteY1057" fmla="*/ 647348 h 1708593"/>
                <a:gd name="connsiteX1058" fmla="*/ 1312377 w 2957425"/>
                <a:gd name="connsiteY1058" fmla="*/ 689712 h 1708593"/>
                <a:gd name="connsiteX1059" fmla="*/ 1400620 w 2957425"/>
                <a:gd name="connsiteY1059" fmla="*/ 647348 h 1708593"/>
                <a:gd name="connsiteX1060" fmla="*/ 1490715 w 2957425"/>
                <a:gd name="connsiteY1060" fmla="*/ 600622 h 1708593"/>
                <a:gd name="connsiteX1061" fmla="*/ 1499902 w 2957425"/>
                <a:gd name="connsiteY1061" fmla="*/ 600343 h 1708593"/>
                <a:gd name="connsiteX1062" fmla="*/ 1509200 w 2957425"/>
                <a:gd name="connsiteY1062" fmla="*/ 600622 h 1708593"/>
                <a:gd name="connsiteX1063" fmla="*/ 1600457 w 2957425"/>
                <a:gd name="connsiteY1063" fmla="*/ 647348 h 1708593"/>
                <a:gd name="connsiteX1064" fmla="*/ 1672675 w 2957425"/>
                <a:gd name="connsiteY1064" fmla="*/ 688820 h 1708593"/>
                <a:gd name="connsiteX1065" fmla="*/ 1687656 w 2957425"/>
                <a:gd name="connsiteY1065" fmla="*/ 689712 h 1708593"/>
                <a:gd name="connsiteX1066" fmla="*/ 1702991 w 2957425"/>
                <a:gd name="connsiteY1066" fmla="*/ 688796 h 1708593"/>
                <a:gd name="connsiteX1067" fmla="*/ 1775902 w 2957425"/>
                <a:gd name="connsiteY1067" fmla="*/ 647348 h 1708593"/>
                <a:gd name="connsiteX1068" fmla="*/ 1865985 w 2957425"/>
                <a:gd name="connsiteY1068" fmla="*/ 600622 h 1708593"/>
                <a:gd name="connsiteX1069" fmla="*/ 1875171 w 2957425"/>
                <a:gd name="connsiteY1069" fmla="*/ 600343 h 1708593"/>
                <a:gd name="connsiteX1070" fmla="*/ 1884453 w 2957425"/>
                <a:gd name="connsiteY1070" fmla="*/ 600622 h 1708593"/>
                <a:gd name="connsiteX1071" fmla="*/ 1975602 w 2957425"/>
                <a:gd name="connsiteY1071" fmla="*/ 647348 h 1708593"/>
                <a:gd name="connsiteX1072" fmla="*/ 2047561 w 2957425"/>
                <a:gd name="connsiteY1072" fmla="*/ 688820 h 1708593"/>
                <a:gd name="connsiteX1073" fmla="*/ 2062687 w 2957425"/>
                <a:gd name="connsiteY1073" fmla="*/ 689712 h 1708593"/>
                <a:gd name="connsiteX1074" fmla="*/ 2078025 w 2957425"/>
                <a:gd name="connsiteY1074" fmla="*/ 688796 h 1708593"/>
                <a:gd name="connsiteX1075" fmla="*/ 2150933 w 2957425"/>
                <a:gd name="connsiteY1075" fmla="*/ 647348 h 1708593"/>
                <a:gd name="connsiteX1076" fmla="*/ 2241019 w 2957425"/>
                <a:gd name="connsiteY1076" fmla="*/ 600622 h 1708593"/>
                <a:gd name="connsiteX1077" fmla="*/ 2250202 w 2957425"/>
                <a:gd name="connsiteY1077" fmla="*/ 600343 h 1708593"/>
                <a:gd name="connsiteX1078" fmla="*/ 2259500 w 2957425"/>
                <a:gd name="connsiteY1078" fmla="*/ 600622 h 1708593"/>
                <a:gd name="connsiteX1079" fmla="*/ 2350772 w 2957425"/>
                <a:gd name="connsiteY1079" fmla="*/ 647348 h 1708593"/>
                <a:gd name="connsiteX1080" fmla="*/ 2422815 w 2957425"/>
                <a:gd name="connsiteY1080" fmla="*/ 688820 h 1708593"/>
                <a:gd name="connsiteX1081" fmla="*/ 2437959 w 2957425"/>
                <a:gd name="connsiteY1081" fmla="*/ 689712 h 1708593"/>
                <a:gd name="connsiteX1082" fmla="*/ 2453275 w 2957425"/>
                <a:gd name="connsiteY1082" fmla="*/ 688796 h 1708593"/>
                <a:gd name="connsiteX1083" fmla="*/ 2526203 w 2957425"/>
                <a:gd name="connsiteY1083" fmla="*/ 647348 h 1708593"/>
                <a:gd name="connsiteX1084" fmla="*/ 2625475 w 2957425"/>
                <a:gd name="connsiteY1084" fmla="*/ 600343 h 1708593"/>
                <a:gd name="connsiteX1085" fmla="*/ 2725913 w 2957425"/>
                <a:gd name="connsiteY1085" fmla="*/ 647348 h 1708593"/>
                <a:gd name="connsiteX1086" fmla="*/ 2797875 w 2957425"/>
                <a:gd name="connsiteY1086" fmla="*/ 688820 h 1708593"/>
                <a:gd name="connsiteX1087" fmla="*/ 2812992 w 2957425"/>
                <a:gd name="connsiteY1087" fmla="*/ 689712 h 1708593"/>
                <a:gd name="connsiteX1088" fmla="*/ 2828318 w 2957425"/>
                <a:gd name="connsiteY1088" fmla="*/ 688796 h 1708593"/>
                <a:gd name="connsiteX1089" fmla="*/ 2901235 w 2957425"/>
                <a:gd name="connsiteY1089" fmla="*/ 647348 h 1708593"/>
                <a:gd name="connsiteX1090" fmla="*/ 2937877 w 2957425"/>
                <a:gd name="connsiteY1090" fmla="*/ 617064 h 1708593"/>
                <a:gd name="connsiteX1091" fmla="*/ 2957425 w 2957425"/>
                <a:gd name="connsiteY1091" fmla="*/ 608060 h 1708593"/>
                <a:gd name="connsiteX1092" fmla="*/ 2957425 w 2957425"/>
                <a:gd name="connsiteY1092" fmla="*/ 629043 h 1708593"/>
                <a:gd name="connsiteX1093" fmla="*/ 2944738 w 2957425"/>
                <a:gd name="connsiteY1093" fmla="*/ 633727 h 1708593"/>
                <a:gd name="connsiteX1094" fmla="*/ 2913429 w 2957425"/>
                <a:gd name="connsiteY1094" fmla="*/ 660115 h 1708593"/>
                <a:gd name="connsiteX1095" fmla="*/ 2822285 w 2957425"/>
                <a:gd name="connsiteY1095" fmla="*/ 707416 h 1708593"/>
                <a:gd name="connsiteX1096" fmla="*/ 2812992 w 2957425"/>
                <a:gd name="connsiteY1096" fmla="*/ 707701 h 1708593"/>
                <a:gd name="connsiteX1097" fmla="*/ 2803817 w 2957425"/>
                <a:gd name="connsiteY1097" fmla="*/ 707416 h 1708593"/>
                <a:gd name="connsiteX1098" fmla="*/ 2713719 w 2957425"/>
                <a:gd name="connsiteY1098" fmla="*/ 660115 h 1708593"/>
                <a:gd name="connsiteX1099" fmla="*/ 2625475 w 2957425"/>
                <a:gd name="connsiteY1099" fmla="*/ 617752 h 1708593"/>
                <a:gd name="connsiteX1100" fmla="*/ 2538398 w 2957425"/>
                <a:gd name="connsiteY1100" fmla="*/ 660115 h 1708593"/>
                <a:gd name="connsiteX1101" fmla="*/ 2447253 w 2957425"/>
                <a:gd name="connsiteY1101" fmla="*/ 707416 h 1708593"/>
                <a:gd name="connsiteX1102" fmla="*/ 2437959 w 2957425"/>
                <a:gd name="connsiteY1102" fmla="*/ 707701 h 1708593"/>
                <a:gd name="connsiteX1103" fmla="*/ 2428768 w 2957425"/>
                <a:gd name="connsiteY1103" fmla="*/ 707416 h 1708593"/>
                <a:gd name="connsiteX1104" fmla="*/ 2338559 w 2957425"/>
                <a:gd name="connsiteY1104" fmla="*/ 660115 h 1708593"/>
                <a:gd name="connsiteX1105" fmla="*/ 2265570 w 2957425"/>
                <a:gd name="connsiteY1105" fmla="*/ 618668 h 1708593"/>
                <a:gd name="connsiteX1106" fmla="*/ 2250202 w 2957425"/>
                <a:gd name="connsiteY1106" fmla="*/ 617752 h 1708593"/>
                <a:gd name="connsiteX1107" fmla="*/ 2235078 w 2957425"/>
                <a:gd name="connsiteY1107" fmla="*/ 618668 h 1708593"/>
                <a:gd name="connsiteX1108" fmla="*/ 2163119 w 2957425"/>
                <a:gd name="connsiteY1108" fmla="*/ 660115 h 1708593"/>
                <a:gd name="connsiteX1109" fmla="*/ 2071970 w 2957425"/>
                <a:gd name="connsiteY1109" fmla="*/ 707416 h 1708593"/>
                <a:gd name="connsiteX1110" fmla="*/ 2062687 w 2957425"/>
                <a:gd name="connsiteY1110" fmla="*/ 707701 h 1708593"/>
                <a:gd name="connsiteX1111" fmla="*/ 2053502 w 2957425"/>
                <a:gd name="connsiteY1111" fmla="*/ 707416 h 1708593"/>
                <a:gd name="connsiteX1112" fmla="*/ 1963418 w 2957425"/>
                <a:gd name="connsiteY1112" fmla="*/ 660115 h 1708593"/>
                <a:gd name="connsiteX1113" fmla="*/ 1890508 w 2957425"/>
                <a:gd name="connsiteY1113" fmla="*/ 618668 h 1708593"/>
                <a:gd name="connsiteX1114" fmla="*/ 1875171 w 2957425"/>
                <a:gd name="connsiteY1114" fmla="*/ 617752 h 1708593"/>
                <a:gd name="connsiteX1115" fmla="*/ 1860044 w 2957425"/>
                <a:gd name="connsiteY1115" fmla="*/ 618668 h 1708593"/>
                <a:gd name="connsiteX1116" fmla="*/ 1788085 w 2957425"/>
                <a:gd name="connsiteY1116" fmla="*/ 660115 h 1708593"/>
                <a:gd name="connsiteX1117" fmla="*/ 1696936 w 2957425"/>
                <a:gd name="connsiteY1117" fmla="*/ 707416 h 1708593"/>
                <a:gd name="connsiteX1118" fmla="*/ 1687656 w 2957425"/>
                <a:gd name="connsiteY1118" fmla="*/ 707701 h 1708593"/>
                <a:gd name="connsiteX1119" fmla="*/ 1678456 w 2957425"/>
                <a:gd name="connsiteY1119" fmla="*/ 707416 h 1708593"/>
                <a:gd name="connsiteX1120" fmla="*/ 1588259 w 2957425"/>
                <a:gd name="connsiteY1120" fmla="*/ 660115 h 1708593"/>
                <a:gd name="connsiteX1121" fmla="*/ 1515254 w 2957425"/>
                <a:gd name="connsiteY1121" fmla="*/ 618668 h 1708593"/>
                <a:gd name="connsiteX1122" fmla="*/ 1499902 w 2957425"/>
                <a:gd name="connsiteY1122" fmla="*/ 617752 h 1708593"/>
                <a:gd name="connsiteX1123" fmla="*/ 1484938 w 2957425"/>
                <a:gd name="connsiteY1123" fmla="*/ 618668 h 1708593"/>
                <a:gd name="connsiteX1124" fmla="*/ 1412811 w 2957425"/>
                <a:gd name="connsiteY1124" fmla="*/ 660115 h 1708593"/>
                <a:gd name="connsiteX1125" fmla="*/ 1312377 w 2957425"/>
                <a:gd name="connsiteY1125" fmla="*/ 707701 h 1708593"/>
                <a:gd name="connsiteX1126" fmla="*/ 1213103 w 2957425"/>
                <a:gd name="connsiteY1126" fmla="*/ 660115 h 1708593"/>
                <a:gd name="connsiteX1127" fmla="*/ 1140203 w 2957425"/>
                <a:gd name="connsiteY1127" fmla="*/ 618668 h 1708593"/>
                <a:gd name="connsiteX1128" fmla="*/ 1124860 w 2957425"/>
                <a:gd name="connsiteY1128" fmla="*/ 617752 h 1708593"/>
                <a:gd name="connsiteX1129" fmla="*/ 1109907 w 2957425"/>
                <a:gd name="connsiteY1129" fmla="*/ 618668 h 1708593"/>
                <a:gd name="connsiteX1130" fmla="*/ 1037780 w 2957425"/>
                <a:gd name="connsiteY1130" fmla="*/ 660115 h 1708593"/>
                <a:gd name="connsiteX1131" fmla="*/ 937343 w 2957425"/>
                <a:gd name="connsiteY1131" fmla="*/ 707701 h 1708593"/>
                <a:gd name="connsiteX1132" fmla="*/ 837942 w 2957425"/>
                <a:gd name="connsiteY1132" fmla="*/ 660115 h 1708593"/>
                <a:gd name="connsiteX1133" fmla="*/ 764952 w 2957425"/>
                <a:gd name="connsiteY1133" fmla="*/ 618668 h 1708593"/>
                <a:gd name="connsiteX1134" fmla="*/ 749586 w 2957425"/>
                <a:gd name="connsiteY1134" fmla="*/ 617752 h 1708593"/>
                <a:gd name="connsiteX1135" fmla="*/ 734638 w 2957425"/>
                <a:gd name="connsiteY1135" fmla="*/ 618668 h 1708593"/>
                <a:gd name="connsiteX1136" fmla="*/ 662511 w 2957425"/>
                <a:gd name="connsiteY1136" fmla="*/ 660115 h 1708593"/>
                <a:gd name="connsiteX1137" fmla="*/ 562069 w 2957425"/>
                <a:gd name="connsiteY1137" fmla="*/ 707701 h 1708593"/>
                <a:gd name="connsiteX1138" fmla="*/ 462743 w 2957425"/>
                <a:gd name="connsiteY1138" fmla="*/ 660115 h 1708593"/>
                <a:gd name="connsiteX1139" fmla="*/ 375034 w 2957425"/>
                <a:gd name="connsiteY1139" fmla="*/ 617752 h 1708593"/>
                <a:gd name="connsiteX1140" fmla="*/ 287371 w 2957425"/>
                <a:gd name="connsiteY1140" fmla="*/ 660115 h 1708593"/>
                <a:gd name="connsiteX1141" fmla="*/ 187517 w 2957425"/>
                <a:gd name="connsiteY1141" fmla="*/ 707701 h 1708593"/>
                <a:gd name="connsiteX1142" fmla="*/ 87663 w 2957425"/>
                <a:gd name="connsiteY1142" fmla="*/ 660115 h 1708593"/>
                <a:gd name="connsiteX1143" fmla="*/ 0 w 2957425"/>
                <a:gd name="connsiteY1143" fmla="*/ 617752 h 1708593"/>
                <a:gd name="connsiteX1144" fmla="*/ 0 w 2957425"/>
                <a:gd name="connsiteY1144" fmla="*/ 500446 h 1708593"/>
                <a:gd name="connsiteX1145" fmla="*/ 99855 w 2957425"/>
                <a:gd name="connsiteY1145" fmla="*/ 548032 h 1708593"/>
                <a:gd name="connsiteX1146" fmla="*/ 187517 w 2957425"/>
                <a:gd name="connsiteY1146" fmla="*/ 590395 h 1708593"/>
                <a:gd name="connsiteX1147" fmla="*/ 275179 w 2957425"/>
                <a:gd name="connsiteY1147" fmla="*/ 548032 h 1708593"/>
                <a:gd name="connsiteX1148" fmla="*/ 375034 w 2957425"/>
                <a:gd name="connsiteY1148" fmla="*/ 500446 h 1708593"/>
                <a:gd name="connsiteX1149" fmla="*/ 474941 w 2957425"/>
                <a:gd name="connsiteY1149" fmla="*/ 548032 h 1708593"/>
                <a:gd name="connsiteX1150" fmla="*/ 562069 w 2957425"/>
                <a:gd name="connsiteY1150" fmla="*/ 590395 h 1708593"/>
                <a:gd name="connsiteX1151" fmla="*/ 650315 w 2957425"/>
                <a:gd name="connsiteY1151" fmla="*/ 548032 h 1708593"/>
                <a:gd name="connsiteX1152" fmla="*/ 740506 w 2957425"/>
                <a:gd name="connsiteY1152" fmla="*/ 500732 h 1708593"/>
                <a:gd name="connsiteX1153" fmla="*/ 749586 w 2957425"/>
                <a:gd name="connsiteY1153" fmla="*/ 500446 h 1708593"/>
                <a:gd name="connsiteX1154" fmla="*/ 758889 w 2957425"/>
                <a:gd name="connsiteY1154" fmla="*/ 500732 h 1708593"/>
                <a:gd name="connsiteX1155" fmla="*/ 850154 w 2957425"/>
                <a:gd name="connsiteY1155" fmla="*/ 548032 h 1708593"/>
                <a:gd name="connsiteX1156" fmla="*/ 937343 w 2957425"/>
                <a:gd name="connsiteY1156" fmla="*/ 590395 h 1708593"/>
                <a:gd name="connsiteX1157" fmla="*/ 1025586 w 2957425"/>
                <a:gd name="connsiteY1157" fmla="*/ 548032 h 1708593"/>
                <a:gd name="connsiteX1158" fmla="*/ 1115684 w 2957425"/>
                <a:gd name="connsiteY1158" fmla="*/ 500732 h 1708593"/>
                <a:gd name="connsiteX1159" fmla="*/ 1124860 w 2957425"/>
                <a:gd name="connsiteY1159" fmla="*/ 500446 h 1708593"/>
                <a:gd name="connsiteX1160" fmla="*/ 1134151 w 2957425"/>
                <a:gd name="connsiteY1160" fmla="*/ 500732 h 1708593"/>
                <a:gd name="connsiteX1161" fmla="*/ 1225295 w 2957425"/>
                <a:gd name="connsiteY1161" fmla="*/ 548032 h 1708593"/>
                <a:gd name="connsiteX1162" fmla="*/ 1312377 w 2957425"/>
                <a:gd name="connsiteY1162" fmla="*/ 590395 h 1708593"/>
                <a:gd name="connsiteX1163" fmla="*/ 1400620 w 2957425"/>
                <a:gd name="connsiteY1163" fmla="*/ 548032 h 1708593"/>
                <a:gd name="connsiteX1164" fmla="*/ 1490715 w 2957425"/>
                <a:gd name="connsiteY1164" fmla="*/ 500732 h 1708593"/>
                <a:gd name="connsiteX1165" fmla="*/ 1499902 w 2957425"/>
                <a:gd name="connsiteY1165" fmla="*/ 500446 h 1708593"/>
                <a:gd name="connsiteX1166" fmla="*/ 1509200 w 2957425"/>
                <a:gd name="connsiteY1166" fmla="*/ 500732 h 1708593"/>
                <a:gd name="connsiteX1167" fmla="*/ 1600457 w 2957425"/>
                <a:gd name="connsiteY1167" fmla="*/ 548032 h 1708593"/>
                <a:gd name="connsiteX1168" fmla="*/ 1672675 w 2957425"/>
                <a:gd name="connsiteY1168" fmla="*/ 589480 h 1708593"/>
                <a:gd name="connsiteX1169" fmla="*/ 1687656 w 2957425"/>
                <a:gd name="connsiteY1169" fmla="*/ 590395 h 1708593"/>
                <a:gd name="connsiteX1170" fmla="*/ 1702991 w 2957425"/>
                <a:gd name="connsiteY1170" fmla="*/ 589480 h 1708593"/>
                <a:gd name="connsiteX1171" fmla="*/ 1775902 w 2957425"/>
                <a:gd name="connsiteY1171" fmla="*/ 548032 h 1708593"/>
                <a:gd name="connsiteX1172" fmla="*/ 1865985 w 2957425"/>
                <a:gd name="connsiteY1172" fmla="*/ 500732 h 1708593"/>
                <a:gd name="connsiteX1173" fmla="*/ 1875171 w 2957425"/>
                <a:gd name="connsiteY1173" fmla="*/ 500446 h 1708593"/>
                <a:gd name="connsiteX1174" fmla="*/ 1884453 w 2957425"/>
                <a:gd name="connsiteY1174" fmla="*/ 500732 h 1708593"/>
                <a:gd name="connsiteX1175" fmla="*/ 1975602 w 2957425"/>
                <a:gd name="connsiteY1175" fmla="*/ 548032 h 1708593"/>
                <a:gd name="connsiteX1176" fmla="*/ 2047561 w 2957425"/>
                <a:gd name="connsiteY1176" fmla="*/ 589480 h 1708593"/>
                <a:gd name="connsiteX1177" fmla="*/ 2062687 w 2957425"/>
                <a:gd name="connsiteY1177" fmla="*/ 590395 h 1708593"/>
                <a:gd name="connsiteX1178" fmla="*/ 2078025 w 2957425"/>
                <a:gd name="connsiteY1178" fmla="*/ 589480 h 1708593"/>
                <a:gd name="connsiteX1179" fmla="*/ 2150933 w 2957425"/>
                <a:gd name="connsiteY1179" fmla="*/ 548032 h 1708593"/>
                <a:gd name="connsiteX1180" fmla="*/ 2241019 w 2957425"/>
                <a:gd name="connsiteY1180" fmla="*/ 500732 h 1708593"/>
                <a:gd name="connsiteX1181" fmla="*/ 2250202 w 2957425"/>
                <a:gd name="connsiteY1181" fmla="*/ 500446 h 1708593"/>
                <a:gd name="connsiteX1182" fmla="*/ 2259500 w 2957425"/>
                <a:gd name="connsiteY1182" fmla="*/ 500732 h 1708593"/>
                <a:gd name="connsiteX1183" fmla="*/ 2350772 w 2957425"/>
                <a:gd name="connsiteY1183" fmla="*/ 548032 h 1708593"/>
                <a:gd name="connsiteX1184" fmla="*/ 2422815 w 2957425"/>
                <a:gd name="connsiteY1184" fmla="*/ 589480 h 1708593"/>
                <a:gd name="connsiteX1185" fmla="*/ 2437959 w 2957425"/>
                <a:gd name="connsiteY1185" fmla="*/ 590395 h 1708593"/>
                <a:gd name="connsiteX1186" fmla="*/ 2453275 w 2957425"/>
                <a:gd name="connsiteY1186" fmla="*/ 589480 h 1708593"/>
                <a:gd name="connsiteX1187" fmla="*/ 2526203 w 2957425"/>
                <a:gd name="connsiteY1187" fmla="*/ 548032 h 1708593"/>
                <a:gd name="connsiteX1188" fmla="*/ 2625475 w 2957425"/>
                <a:gd name="connsiteY1188" fmla="*/ 500446 h 1708593"/>
                <a:gd name="connsiteX1189" fmla="*/ 2725913 w 2957425"/>
                <a:gd name="connsiteY1189" fmla="*/ 548032 h 1708593"/>
                <a:gd name="connsiteX1190" fmla="*/ 2797875 w 2957425"/>
                <a:gd name="connsiteY1190" fmla="*/ 589480 h 1708593"/>
                <a:gd name="connsiteX1191" fmla="*/ 2812992 w 2957425"/>
                <a:gd name="connsiteY1191" fmla="*/ 590395 h 1708593"/>
                <a:gd name="connsiteX1192" fmla="*/ 2828318 w 2957425"/>
                <a:gd name="connsiteY1192" fmla="*/ 589480 h 1708593"/>
                <a:gd name="connsiteX1193" fmla="*/ 2901235 w 2957425"/>
                <a:gd name="connsiteY1193" fmla="*/ 548032 h 1708593"/>
                <a:gd name="connsiteX1194" fmla="*/ 2937872 w 2957425"/>
                <a:gd name="connsiteY1194" fmla="*/ 517484 h 1708593"/>
                <a:gd name="connsiteX1195" fmla="*/ 2957425 w 2957425"/>
                <a:gd name="connsiteY1195" fmla="*/ 508318 h 1708593"/>
                <a:gd name="connsiteX1196" fmla="*/ 2957425 w 2957425"/>
                <a:gd name="connsiteY1196" fmla="*/ 529724 h 1708593"/>
                <a:gd name="connsiteX1197" fmla="*/ 2944732 w 2957425"/>
                <a:gd name="connsiteY1197" fmla="*/ 534411 h 1708593"/>
                <a:gd name="connsiteX1198" fmla="*/ 2913429 w 2957425"/>
                <a:gd name="connsiteY1198" fmla="*/ 560799 h 1708593"/>
                <a:gd name="connsiteX1199" fmla="*/ 2822285 w 2957425"/>
                <a:gd name="connsiteY1199" fmla="*/ 607526 h 1708593"/>
                <a:gd name="connsiteX1200" fmla="*/ 2812992 w 2957425"/>
                <a:gd name="connsiteY1200" fmla="*/ 607805 h 1708593"/>
                <a:gd name="connsiteX1201" fmla="*/ 2803817 w 2957425"/>
                <a:gd name="connsiteY1201" fmla="*/ 607526 h 1708593"/>
                <a:gd name="connsiteX1202" fmla="*/ 2713719 w 2957425"/>
                <a:gd name="connsiteY1202" fmla="*/ 560799 h 1708593"/>
                <a:gd name="connsiteX1203" fmla="*/ 2625475 w 2957425"/>
                <a:gd name="connsiteY1203" fmla="*/ 518436 h 1708593"/>
                <a:gd name="connsiteX1204" fmla="*/ 2538398 w 2957425"/>
                <a:gd name="connsiteY1204" fmla="*/ 560799 h 1708593"/>
                <a:gd name="connsiteX1205" fmla="*/ 2447253 w 2957425"/>
                <a:gd name="connsiteY1205" fmla="*/ 607526 h 1708593"/>
                <a:gd name="connsiteX1206" fmla="*/ 2437959 w 2957425"/>
                <a:gd name="connsiteY1206" fmla="*/ 607805 h 1708593"/>
                <a:gd name="connsiteX1207" fmla="*/ 2428768 w 2957425"/>
                <a:gd name="connsiteY1207" fmla="*/ 607526 h 1708593"/>
                <a:gd name="connsiteX1208" fmla="*/ 2338559 w 2957425"/>
                <a:gd name="connsiteY1208" fmla="*/ 560799 h 1708593"/>
                <a:gd name="connsiteX1209" fmla="*/ 2265570 w 2957425"/>
                <a:gd name="connsiteY1209" fmla="*/ 519352 h 1708593"/>
                <a:gd name="connsiteX1210" fmla="*/ 2250202 w 2957425"/>
                <a:gd name="connsiteY1210" fmla="*/ 518436 h 1708593"/>
                <a:gd name="connsiteX1211" fmla="*/ 2235078 w 2957425"/>
                <a:gd name="connsiteY1211" fmla="*/ 519352 h 1708593"/>
                <a:gd name="connsiteX1212" fmla="*/ 2163119 w 2957425"/>
                <a:gd name="connsiteY1212" fmla="*/ 560799 h 1708593"/>
                <a:gd name="connsiteX1213" fmla="*/ 2071970 w 2957425"/>
                <a:gd name="connsiteY1213" fmla="*/ 607526 h 1708593"/>
                <a:gd name="connsiteX1214" fmla="*/ 2062687 w 2957425"/>
                <a:gd name="connsiteY1214" fmla="*/ 607805 h 1708593"/>
                <a:gd name="connsiteX1215" fmla="*/ 2053502 w 2957425"/>
                <a:gd name="connsiteY1215" fmla="*/ 607526 h 1708593"/>
                <a:gd name="connsiteX1216" fmla="*/ 1963418 w 2957425"/>
                <a:gd name="connsiteY1216" fmla="*/ 560799 h 1708593"/>
                <a:gd name="connsiteX1217" fmla="*/ 1890508 w 2957425"/>
                <a:gd name="connsiteY1217" fmla="*/ 519352 h 1708593"/>
                <a:gd name="connsiteX1218" fmla="*/ 1875171 w 2957425"/>
                <a:gd name="connsiteY1218" fmla="*/ 518436 h 1708593"/>
                <a:gd name="connsiteX1219" fmla="*/ 1860044 w 2957425"/>
                <a:gd name="connsiteY1219" fmla="*/ 519352 h 1708593"/>
                <a:gd name="connsiteX1220" fmla="*/ 1788085 w 2957425"/>
                <a:gd name="connsiteY1220" fmla="*/ 560799 h 1708593"/>
                <a:gd name="connsiteX1221" fmla="*/ 1696936 w 2957425"/>
                <a:gd name="connsiteY1221" fmla="*/ 607526 h 1708593"/>
                <a:gd name="connsiteX1222" fmla="*/ 1687656 w 2957425"/>
                <a:gd name="connsiteY1222" fmla="*/ 607805 h 1708593"/>
                <a:gd name="connsiteX1223" fmla="*/ 1678456 w 2957425"/>
                <a:gd name="connsiteY1223" fmla="*/ 607526 h 1708593"/>
                <a:gd name="connsiteX1224" fmla="*/ 1588259 w 2957425"/>
                <a:gd name="connsiteY1224" fmla="*/ 560799 h 1708593"/>
                <a:gd name="connsiteX1225" fmla="*/ 1515254 w 2957425"/>
                <a:gd name="connsiteY1225" fmla="*/ 519352 h 1708593"/>
                <a:gd name="connsiteX1226" fmla="*/ 1499902 w 2957425"/>
                <a:gd name="connsiteY1226" fmla="*/ 518436 h 1708593"/>
                <a:gd name="connsiteX1227" fmla="*/ 1484938 w 2957425"/>
                <a:gd name="connsiteY1227" fmla="*/ 519352 h 1708593"/>
                <a:gd name="connsiteX1228" fmla="*/ 1412811 w 2957425"/>
                <a:gd name="connsiteY1228" fmla="*/ 560799 h 1708593"/>
                <a:gd name="connsiteX1229" fmla="*/ 1312377 w 2957425"/>
                <a:gd name="connsiteY1229" fmla="*/ 607805 h 1708593"/>
                <a:gd name="connsiteX1230" fmla="*/ 1213103 w 2957425"/>
                <a:gd name="connsiteY1230" fmla="*/ 560799 h 1708593"/>
                <a:gd name="connsiteX1231" fmla="*/ 1140203 w 2957425"/>
                <a:gd name="connsiteY1231" fmla="*/ 519352 h 1708593"/>
                <a:gd name="connsiteX1232" fmla="*/ 1124860 w 2957425"/>
                <a:gd name="connsiteY1232" fmla="*/ 518436 h 1708593"/>
                <a:gd name="connsiteX1233" fmla="*/ 1109907 w 2957425"/>
                <a:gd name="connsiteY1233" fmla="*/ 519352 h 1708593"/>
                <a:gd name="connsiteX1234" fmla="*/ 1037780 w 2957425"/>
                <a:gd name="connsiteY1234" fmla="*/ 560799 h 1708593"/>
                <a:gd name="connsiteX1235" fmla="*/ 937343 w 2957425"/>
                <a:gd name="connsiteY1235" fmla="*/ 607805 h 1708593"/>
                <a:gd name="connsiteX1236" fmla="*/ 837942 w 2957425"/>
                <a:gd name="connsiteY1236" fmla="*/ 560799 h 1708593"/>
                <a:gd name="connsiteX1237" fmla="*/ 764952 w 2957425"/>
                <a:gd name="connsiteY1237" fmla="*/ 519352 h 1708593"/>
                <a:gd name="connsiteX1238" fmla="*/ 749586 w 2957425"/>
                <a:gd name="connsiteY1238" fmla="*/ 518436 h 1708593"/>
                <a:gd name="connsiteX1239" fmla="*/ 734638 w 2957425"/>
                <a:gd name="connsiteY1239" fmla="*/ 519352 h 1708593"/>
                <a:gd name="connsiteX1240" fmla="*/ 662511 w 2957425"/>
                <a:gd name="connsiteY1240" fmla="*/ 560799 h 1708593"/>
                <a:gd name="connsiteX1241" fmla="*/ 562069 w 2957425"/>
                <a:gd name="connsiteY1241" fmla="*/ 607805 h 1708593"/>
                <a:gd name="connsiteX1242" fmla="*/ 462743 w 2957425"/>
                <a:gd name="connsiteY1242" fmla="*/ 560799 h 1708593"/>
                <a:gd name="connsiteX1243" fmla="*/ 375034 w 2957425"/>
                <a:gd name="connsiteY1243" fmla="*/ 518436 h 1708593"/>
                <a:gd name="connsiteX1244" fmla="*/ 287371 w 2957425"/>
                <a:gd name="connsiteY1244" fmla="*/ 560799 h 1708593"/>
                <a:gd name="connsiteX1245" fmla="*/ 187517 w 2957425"/>
                <a:gd name="connsiteY1245" fmla="*/ 607805 h 1708593"/>
                <a:gd name="connsiteX1246" fmla="*/ 87663 w 2957425"/>
                <a:gd name="connsiteY1246" fmla="*/ 560799 h 1708593"/>
                <a:gd name="connsiteX1247" fmla="*/ 0 w 2957425"/>
                <a:gd name="connsiteY1247" fmla="*/ 518436 h 1708593"/>
                <a:gd name="connsiteX1248" fmla="*/ 0 w 2957425"/>
                <a:gd name="connsiteY1248" fmla="*/ 399827 h 1708593"/>
                <a:gd name="connsiteX1249" fmla="*/ 99855 w 2957425"/>
                <a:gd name="connsiteY1249" fmla="*/ 447520 h 1708593"/>
                <a:gd name="connsiteX1250" fmla="*/ 187517 w 2957425"/>
                <a:gd name="connsiteY1250" fmla="*/ 489978 h 1708593"/>
                <a:gd name="connsiteX1251" fmla="*/ 275179 w 2957425"/>
                <a:gd name="connsiteY1251" fmla="*/ 447520 h 1708593"/>
                <a:gd name="connsiteX1252" fmla="*/ 375034 w 2957425"/>
                <a:gd name="connsiteY1252" fmla="*/ 399827 h 1708593"/>
                <a:gd name="connsiteX1253" fmla="*/ 474941 w 2957425"/>
                <a:gd name="connsiteY1253" fmla="*/ 447520 h 1708593"/>
                <a:gd name="connsiteX1254" fmla="*/ 562069 w 2957425"/>
                <a:gd name="connsiteY1254" fmla="*/ 489978 h 1708593"/>
                <a:gd name="connsiteX1255" fmla="*/ 650315 w 2957425"/>
                <a:gd name="connsiteY1255" fmla="*/ 447520 h 1708593"/>
                <a:gd name="connsiteX1256" fmla="*/ 740506 w 2957425"/>
                <a:gd name="connsiteY1256" fmla="*/ 400114 h 1708593"/>
                <a:gd name="connsiteX1257" fmla="*/ 749586 w 2957425"/>
                <a:gd name="connsiteY1257" fmla="*/ 399827 h 1708593"/>
                <a:gd name="connsiteX1258" fmla="*/ 758889 w 2957425"/>
                <a:gd name="connsiteY1258" fmla="*/ 400114 h 1708593"/>
                <a:gd name="connsiteX1259" fmla="*/ 850154 w 2957425"/>
                <a:gd name="connsiteY1259" fmla="*/ 447520 h 1708593"/>
                <a:gd name="connsiteX1260" fmla="*/ 937343 w 2957425"/>
                <a:gd name="connsiteY1260" fmla="*/ 489978 h 1708593"/>
                <a:gd name="connsiteX1261" fmla="*/ 1025586 w 2957425"/>
                <a:gd name="connsiteY1261" fmla="*/ 447520 h 1708593"/>
                <a:gd name="connsiteX1262" fmla="*/ 1115684 w 2957425"/>
                <a:gd name="connsiteY1262" fmla="*/ 400114 h 1708593"/>
                <a:gd name="connsiteX1263" fmla="*/ 1124860 w 2957425"/>
                <a:gd name="connsiteY1263" fmla="*/ 399827 h 1708593"/>
                <a:gd name="connsiteX1264" fmla="*/ 1134151 w 2957425"/>
                <a:gd name="connsiteY1264" fmla="*/ 400114 h 1708593"/>
                <a:gd name="connsiteX1265" fmla="*/ 1225295 w 2957425"/>
                <a:gd name="connsiteY1265" fmla="*/ 447520 h 1708593"/>
                <a:gd name="connsiteX1266" fmla="*/ 1312377 w 2957425"/>
                <a:gd name="connsiteY1266" fmla="*/ 489978 h 1708593"/>
                <a:gd name="connsiteX1267" fmla="*/ 1400620 w 2957425"/>
                <a:gd name="connsiteY1267" fmla="*/ 447520 h 1708593"/>
                <a:gd name="connsiteX1268" fmla="*/ 1490715 w 2957425"/>
                <a:gd name="connsiteY1268" fmla="*/ 400114 h 1708593"/>
                <a:gd name="connsiteX1269" fmla="*/ 1499902 w 2957425"/>
                <a:gd name="connsiteY1269" fmla="*/ 399827 h 1708593"/>
                <a:gd name="connsiteX1270" fmla="*/ 1509200 w 2957425"/>
                <a:gd name="connsiteY1270" fmla="*/ 400114 h 1708593"/>
                <a:gd name="connsiteX1271" fmla="*/ 1600457 w 2957425"/>
                <a:gd name="connsiteY1271" fmla="*/ 447520 h 1708593"/>
                <a:gd name="connsiteX1272" fmla="*/ 1672675 w 2957425"/>
                <a:gd name="connsiteY1272" fmla="*/ 489060 h 1708593"/>
                <a:gd name="connsiteX1273" fmla="*/ 1687656 w 2957425"/>
                <a:gd name="connsiteY1273" fmla="*/ 489978 h 1708593"/>
                <a:gd name="connsiteX1274" fmla="*/ 1702991 w 2957425"/>
                <a:gd name="connsiteY1274" fmla="*/ 489060 h 1708593"/>
                <a:gd name="connsiteX1275" fmla="*/ 1775902 w 2957425"/>
                <a:gd name="connsiteY1275" fmla="*/ 447520 h 1708593"/>
                <a:gd name="connsiteX1276" fmla="*/ 1865985 w 2957425"/>
                <a:gd name="connsiteY1276" fmla="*/ 400114 h 1708593"/>
                <a:gd name="connsiteX1277" fmla="*/ 1875171 w 2957425"/>
                <a:gd name="connsiteY1277" fmla="*/ 399827 h 1708593"/>
                <a:gd name="connsiteX1278" fmla="*/ 1884453 w 2957425"/>
                <a:gd name="connsiteY1278" fmla="*/ 400114 h 1708593"/>
                <a:gd name="connsiteX1279" fmla="*/ 1975602 w 2957425"/>
                <a:gd name="connsiteY1279" fmla="*/ 447520 h 1708593"/>
                <a:gd name="connsiteX1280" fmla="*/ 2047561 w 2957425"/>
                <a:gd name="connsiteY1280" fmla="*/ 489060 h 1708593"/>
                <a:gd name="connsiteX1281" fmla="*/ 2062687 w 2957425"/>
                <a:gd name="connsiteY1281" fmla="*/ 489978 h 1708593"/>
                <a:gd name="connsiteX1282" fmla="*/ 2078025 w 2957425"/>
                <a:gd name="connsiteY1282" fmla="*/ 489060 h 1708593"/>
                <a:gd name="connsiteX1283" fmla="*/ 2150933 w 2957425"/>
                <a:gd name="connsiteY1283" fmla="*/ 447520 h 1708593"/>
                <a:gd name="connsiteX1284" fmla="*/ 2241019 w 2957425"/>
                <a:gd name="connsiteY1284" fmla="*/ 400114 h 1708593"/>
                <a:gd name="connsiteX1285" fmla="*/ 2250202 w 2957425"/>
                <a:gd name="connsiteY1285" fmla="*/ 399827 h 1708593"/>
                <a:gd name="connsiteX1286" fmla="*/ 2259500 w 2957425"/>
                <a:gd name="connsiteY1286" fmla="*/ 400114 h 1708593"/>
                <a:gd name="connsiteX1287" fmla="*/ 2350772 w 2957425"/>
                <a:gd name="connsiteY1287" fmla="*/ 447520 h 1708593"/>
                <a:gd name="connsiteX1288" fmla="*/ 2422815 w 2957425"/>
                <a:gd name="connsiteY1288" fmla="*/ 489060 h 1708593"/>
                <a:gd name="connsiteX1289" fmla="*/ 2437959 w 2957425"/>
                <a:gd name="connsiteY1289" fmla="*/ 489978 h 1708593"/>
                <a:gd name="connsiteX1290" fmla="*/ 2453275 w 2957425"/>
                <a:gd name="connsiteY1290" fmla="*/ 489060 h 1708593"/>
                <a:gd name="connsiteX1291" fmla="*/ 2526203 w 2957425"/>
                <a:gd name="connsiteY1291" fmla="*/ 447520 h 1708593"/>
                <a:gd name="connsiteX1292" fmla="*/ 2625475 w 2957425"/>
                <a:gd name="connsiteY1292" fmla="*/ 399827 h 1708593"/>
                <a:gd name="connsiteX1293" fmla="*/ 2725913 w 2957425"/>
                <a:gd name="connsiteY1293" fmla="*/ 447520 h 1708593"/>
                <a:gd name="connsiteX1294" fmla="*/ 2797875 w 2957425"/>
                <a:gd name="connsiteY1294" fmla="*/ 489060 h 1708593"/>
                <a:gd name="connsiteX1295" fmla="*/ 2812992 w 2957425"/>
                <a:gd name="connsiteY1295" fmla="*/ 489978 h 1708593"/>
                <a:gd name="connsiteX1296" fmla="*/ 2828318 w 2957425"/>
                <a:gd name="connsiteY1296" fmla="*/ 489060 h 1708593"/>
                <a:gd name="connsiteX1297" fmla="*/ 2901235 w 2957425"/>
                <a:gd name="connsiteY1297" fmla="*/ 447520 h 1708593"/>
                <a:gd name="connsiteX1298" fmla="*/ 2937867 w 2957425"/>
                <a:gd name="connsiteY1298" fmla="*/ 416904 h 1708593"/>
                <a:gd name="connsiteX1299" fmla="*/ 2957425 w 2957425"/>
                <a:gd name="connsiteY1299" fmla="*/ 407715 h 1708593"/>
                <a:gd name="connsiteX1300" fmla="*/ 2957425 w 2957425"/>
                <a:gd name="connsiteY1300" fmla="*/ 428995 h 1708593"/>
                <a:gd name="connsiteX1301" fmla="*/ 2944727 w 2957425"/>
                <a:gd name="connsiteY1301" fmla="*/ 433626 h 1708593"/>
                <a:gd name="connsiteX1302" fmla="*/ 2913429 w 2957425"/>
                <a:gd name="connsiteY1302" fmla="*/ 460316 h 1708593"/>
                <a:gd name="connsiteX1303" fmla="*/ 2822285 w 2957425"/>
                <a:gd name="connsiteY1303" fmla="*/ 507147 h 1708593"/>
                <a:gd name="connsiteX1304" fmla="*/ 2812992 w 2957425"/>
                <a:gd name="connsiteY1304" fmla="*/ 507427 h 1708593"/>
                <a:gd name="connsiteX1305" fmla="*/ 2803817 w 2957425"/>
                <a:gd name="connsiteY1305" fmla="*/ 507147 h 1708593"/>
                <a:gd name="connsiteX1306" fmla="*/ 2713719 w 2957425"/>
                <a:gd name="connsiteY1306" fmla="*/ 460316 h 1708593"/>
                <a:gd name="connsiteX1307" fmla="*/ 2625475 w 2957425"/>
                <a:gd name="connsiteY1307" fmla="*/ 417857 h 1708593"/>
                <a:gd name="connsiteX1308" fmla="*/ 2538398 w 2957425"/>
                <a:gd name="connsiteY1308" fmla="*/ 460316 h 1708593"/>
                <a:gd name="connsiteX1309" fmla="*/ 2447253 w 2957425"/>
                <a:gd name="connsiteY1309" fmla="*/ 507147 h 1708593"/>
                <a:gd name="connsiteX1310" fmla="*/ 2437959 w 2957425"/>
                <a:gd name="connsiteY1310" fmla="*/ 507427 h 1708593"/>
                <a:gd name="connsiteX1311" fmla="*/ 2428768 w 2957425"/>
                <a:gd name="connsiteY1311" fmla="*/ 507147 h 1708593"/>
                <a:gd name="connsiteX1312" fmla="*/ 2338559 w 2957425"/>
                <a:gd name="connsiteY1312" fmla="*/ 460316 h 1708593"/>
                <a:gd name="connsiteX1313" fmla="*/ 2265570 w 2957425"/>
                <a:gd name="connsiteY1313" fmla="*/ 418775 h 1708593"/>
                <a:gd name="connsiteX1314" fmla="*/ 2250202 w 2957425"/>
                <a:gd name="connsiteY1314" fmla="*/ 417857 h 1708593"/>
                <a:gd name="connsiteX1315" fmla="*/ 2235078 w 2957425"/>
                <a:gd name="connsiteY1315" fmla="*/ 418752 h 1708593"/>
                <a:gd name="connsiteX1316" fmla="*/ 2163119 w 2957425"/>
                <a:gd name="connsiteY1316" fmla="*/ 460316 h 1708593"/>
                <a:gd name="connsiteX1317" fmla="*/ 2071970 w 2957425"/>
                <a:gd name="connsiteY1317" fmla="*/ 507147 h 1708593"/>
                <a:gd name="connsiteX1318" fmla="*/ 2062687 w 2957425"/>
                <a:gd name="connsiteY1318" fmla="*/ 507427 h 1708593"/>
                <a:gd name="connsiteX1319" fmla="*/ 2053502 w 2957425"/>
                <a:gd name="connsiteY1319" fmla="*/ 507147 h 1708593"/>
                <a:gd name="connsiteX1320" fmla="*/ 1963418 w 2957425"/>
                <a:gd name="connsiteY1320" fmla="*/ 460316 h 1708593"/>
                <a:gd name="connsiteX1321" fmla="*/ 1890508 w 2957425"/>
                <a:gd name="connsiteY1321" fmla="*/ 418775 h 1708593"/>
                <a:gd name="connsiteX1322" fmla="*/ 1875171 w 2957425"/>
                <a:gd name="connsiteY1322" fmla="*/ 417857 h 1708593"/>
                <a:gd name="connsiteX1323" fmla="*/ 1860044 w 2957425"/>
                <a:gd name="connsiteY1323" fmla="*/ 418752 h 1708593"/>
                <a:gd name="connsiteX1324" fmla="*/ 1788085 w 2957425"/>
                <a:gd name="connsiteY1324" fmla="*/ 460316 h 1708593"/>
                <a:gd name="connsiteX1325" fmla="*/ 1696936 w 2957425"/>
                <a:gd name="connsiteY1325" fmla="*/ 507147 h 1708593"/>
                <a:gd name="connsiteX1326" fmla="*/ 1687656 w 2957425"/>
                <a:gd name="connsiteY1326" fmla="*/ 507427 h 1708593"/>
                <a:gd name="connsiteX1327" fmla="*/ 1678456 w 2957425"/>
                <a:gd name="connsiteY1327" fmla="*/ 507147 h 1708593"/>
                <a:gd name="connsiteX1328" fmla="*/ 1588259 w 2957425"/>
                <a:gd name="connsiteY1328" fmla="*/ 460316 h 1708593"/>
                <a:gd name="connsiteX1329" fmla="*/ 1515254 w 2957425"/>
                <a:gd name="connsiteY1329" fmla="*/ 418775 h 1708593"/>
                <a:gd name="connsiteX1330" fmla="*/ 1499902 w 2957425"/>
                <a:gd name="connsiteY1330" fmla="*/ 417857 h 1708593"/>
                <a:gd name="connsiteX1331" fmla="*/ 1484938 w 2957425"/>
                <a:gd name="connsiteY1331" fmla="*/ 418752 h 1708593"/>
                <a:gd name="connsiteX1332" fmla="*/ 1412811 w 2957425"/>
                <a:gd name="connsiteY1332" fmla="*/ 460316 h 1708593"/>
                <a:gd name="connsiteX1333" fmla="*/ 1312377 w 2957425"/>
                <a:gd name="connsiteY1333" fmla="*/ 507427 h 1708593"/>
                <a:gd name="connsiteX1334" fmla="*/ 1213103 w 2957425"/>
                <a:gd name="connsiteY1334" fmla="*/ 460316 h 1708593"/>
                <a:gd name="connsiteX1335" fmla="*/ 1140203 w 2957425"/>
                <a:gd name="connsiteY1335" fmla="*/ 418775 h 1708593"/>
                <a:gd name="connsiteX1336" fmla="*/ 1124860 w 2957425"/>
                <a:gd name="connsiteY1336" fmla="*/ 417857 h 1708593"/>
                <a:gd name="connsiteX1337" fmla="*/ 1109907 w 2957425"/>
                <a:gd name="connsiteY1337" fmla="*/ 418752 h 1708593"/>
                <a:gd name="connsiteX1338" fmla="*/ 1037780 w 2957425"/>
                <a:gd name="connsiteY1338" fmla="*/ 460316 h 1708593"/>
                <a:gd name="connsiteX1339" fmla="*/ 937343 w 2957425"/>
                <a:gd name="connsiteY1339" fmla="*/ 507427 h 1708593"/>
                <a:gd name="connsiteX1340" fmla="*/ 837942 w 2957425"/>
                <a:gd name="connsiteY1340" fmla="*/ 460316 h 1708593"/>
                <a:gd name="connsiteX1341" fmla="*/ 764952 w 2957425"/>
                <a:gd name="connsiteY1341" fmla="*/ 418775 h 1708593"/>
                <a:gd name="connsiteX1342" fmla="*/ 749586 w 2957425"/>
                <a:gd name="connsiteY1342" fmla="*/ 417857 h 1708593"/>
                <a:gd name="connsiteX1343" fmla="*/ 734638 w 2957425"/>
                <a:gd name="connsiteY1343" fmla="*/ 418752 h 1708593"/>
                <a:gd name="connsiteX1344" fmla="*/ 662511 w 2957425"/>
                <a:gd name="connsiteY1344" fmla="*/ 460316 h 1708593"/>
                <a:gd name="connsiteX1345" fmla="*/ 562069 w 2957425"/>
                <a:gd name="connsiteY1345" fmla="*/ 507427 h 1708593"/>
                <a:gd name="connsiteX1346" fmla="*/ 462743 w 2957425"/>
                <a:gd name="connsiteY1346" fmla="*/ 460316 h 1708593"/>
                <a:gd name="connsiteX1347" fmla="*/ 375034 w 2957425"/>
                <a:gd name="connsiteY1347" fmla="*/ 417857 h 1708593"/>
                <a:gd name="connsiteX1348" fmla="*/ 287371 w 2957425"/>
                <a:gd name="connsiteY1348" fmla="*/ 460316 h 1708593"/>
                <a:gd name="connsiteX1349" fmla="*/ 187517 w 2957425"/>
                <a:gd name="connsiteY1349" fmla="*/ 507427 h 1708593"/>
                <a:gd name="connsiteX1350" fmla="*/ 87663 w 2957425"/>
                <a:gd name="connsiteY1350" fmla="*/ 460316 h 1708593"/>
                <a:gd name="connsiteX1351" fmla="*/ 0 w 2957425"/>
                <a:gd name="connsiteY1351" fmla="*/ 417857 h 1708593"/>
                <a:gd name="connsiteX1352" fmla="*/ 0 w 2957425"/>
                <a:gd name="connsiteY1352" fmla="*/ 299931 h 1708593"/>
                <a:gd name="connsiteX1353" fmla="*/ 99855 w 2957425"/>
                <a:gd name="connsiteY1353" fmla="*/ 347579 h 1708593"/>
                <a:gd name="connsiteX1354" fmla="*/ 187517 w 2957425"/>
                <a:gd name="connsiteY1354" fmla="*/ 389998 h 1708593"/>
                <a:gd name="connsiteX1355" fmla="*/ 275179 w 2957425"/>
                <a:gd name="connsiteY1355" fmla="*/ 347579 h 1708593"/>
                <a:gd name="connsiteX1356" fmla="*/ 375034 w 2957425"/>
                <a:gd name="connsiteY1356" fmla="*/ 299931 h 1708593"/>
                <a:gd name="connsiteX1357" fmla="*/ 474941 w 2957425"/>
                <a:gd name="connsiteY1357" fmla="*/ 347579 h 1708593"/>
                <a:gd name="connsiteX1358" fmla="*/ 562069 w 2957425"/>
                <a:gd name="connsiteY1358" fmla="*/ 389998 h 1708593"/>
                <a:gd name="connsiteX1359" fmla="*/ 650315 w 2957425"/>
                <a:gd name="connsiteY1359" fmla="*/ 347579 h 1708593"/>
                <a:gd name="connsiteX1360" fmla="*/ 740506 w 2957425"/>
                <a:gd name="connsiteY1360" fmla="*/ 300217 h 1708593"/>
                <a:gd name="connsiteX1361" fmla="*/ 749586 w 2957425"/>
                <a:gd name="connsiteY1361" fmla="*/ 299931 h 1708593"/>
                <a:gd name="connsiteX1362" fmla="*/ 758889 w 2957425"/>
                <a:gd name="connsiteY1362" fmla="*/ 300217 h 1708593"/>
                <a:gd name="connsiteX1363" fmla="*/ 850154 w 2957425"/>
                <a:gd name="connsiteY1363" fmla="*/ 347579 h 1708593"/>
                <a:gd name="connsiteX1364" fmla="*/ 937343 w 2957425"/>
                <a:gd name="connsiteY1364" fmla="*/ 389998 h 1708593"/>
                <a:gd name="connsiteX1365" fmla="*/ 1025586 w 2957425"/>
                <a:gd name="connsiteY1365" fmla="*/ 347579 h 1708593"/>
                <a:gd name="connsiteX1366" fmla="*/ 1115684 w 2957425"/>
                <a:gd name="connsiteY1366" fmla="*/ 300217 h 1708593"/>
                <a:gd name="connsiteX1367" fmla="*/ 1124860 w 2957425"/>
                <a:gd name="connsiteY1367" fmla="*/ 299931 h 1708593"/>
                <a:gd name="connsiteX1368" fmla="*/ 1134151 w 2957425"/>
                <a:gd name="connsiteY1368" fmla="*/ 300217 h 1708593"/>
                <a:gd name="connsiteX1369" fmla="*/ 1225295 w 2957425"/>
                <a:gd name="connsiteY1369" fmla="*/ 347579 h 1708593"/>
                <a:gd name="connsiteX1370" fmla="*/ 1312377 w 2957425"/>
                <a:gd name="connsiteY1370" fmla="*/ 389998 h 1708593"/>
                <a:gd name="connsiteX1371" fmla="*/ 1400620 w 2957425"/>
                <a:gd name="connsiteY1371" fmla="*/ 347579 h 1708593"/>
                <a:gd name="connsiteX1372" fmla="*/ 1490715 w 2957425"/>
                <a:gd name="connsiteY1372" fmla="*/ 300217 h 1708593"/>
                <a:gd name="connsiteX1373" fmla="*/ 1499902 w 2957425"/>
                <a:gd name="connsiteY1373" fmla="*/ 299931 h 1708593"/>
                <a:gd name="connsiteX1374" fmla="*/ 1509200 w 2957425"/>
                <a:gd name="connsiteY1374" fmla="*/ 300217 h 1708593"/>
                <a:gd name="connsiteX1375" fmla="*/ 1600457 w 2957425"/>
                <a:gd name="connsiteY1375" fmla="*/ 347579 h 1708593"/>
                <a:gd name="connsiteX1376" fmla="*/ 1672675 w 2957425"/>
                <a:gd name="connsiteY1376" fmla="*/ 389081 h 1708593"/>
                <a:gd name="connsiteX1377" fmla="*/ 1687656 w 2957425"/>
                <a:gd name="connsiteY1377" fmla="*/ 389998 h 1708593"/>
                <a:gd name="connsiteX1378" fmla="*/ 1702991 w 2957425"/>
                <a:gd name="connsiteY1378" fmla="*/ 389081 h 1708593"/>
                <a:gd name="connsiteX1379" fmla="*/ 1775902 w 2957425"/>
                <a:gd name="connsiteY1379" fmla="*/ 347579 h 1708593"/>
                <a:gd name="connsiteX1380" fmla="*/ 1865985 w 2957425"/>
                <a:gd name="connsiteY1380" fmla="*/ 300217 h 1708593"/>
                <a:gd name="connsiteX1381" fmla="*/ 1875171 w 2957425"/>
                <a:gd name="connsiteY1381" fmla="*/ 299931 h 1708593"/>
                <a:gd name="connsiteX1382" fmla="*/ 1884453 w 2957425"/>
                <a:gd name="connsiteY1382" fmla="*/ 300217 h 1708593"/>
                <a:gd name="connsiteX1383" fmla="*/ 1975602 w 2957425"/>
                <a:gd name="connsiteY1383" fmla="*/ 347579 h 1708593"/>
                <a:gd name="connsiteX1384" fmla="*/ 2047561 w 2957425"/>
                <a:gd name="connsiteY1384" fmla="*/ 389081 h 1708593"/>
                <a:gd name="connsiteX1385" fmla="*/ 2062687 w 2957425"/>
                <a:gd name="connsiteY1385" fmla="*/ 389998 h 1708593"/>
                <a:gd name="connsiteX1386" fmla="*/ 2078025 w 2957425"/>
                <a:gd name="connsiteY1386" fmla="*/ 389081 h 1708593"/>
                <a:gd name="connsiteX1387" fmla="*/ 2150933 w 2957425"/>
                <a:gd name="connsiteY1387" fmla="*/ 347579 h 1708593"/>
                <a:gd name="connsiteX1388" fmla="*/ 2241019 w 2957425"/>
                <a:gd name="connsiteY1388" fmla="*/ 300217 h 1708593"/>
                <a:gd name="connsiteX1389" fmla="*/ 2250202 w 2957425"/>
                <a:gd name="connsiteY1389" fmla="*/ 299931 h 1708593"/>
                <a:gd name="connsiteX1390" fmla="*/ 2259500 w 2957425"/>
                <a:gd name="connsiteY1390" fmla="*/ 300217 h 1708593"/>
                <a:gd name="connsiteX1391" fmla="*/ 2350772 w 2957425"/>
                <a:gd name="connsiteY1391" fmla="*/ 347579 h 1708593"/>
                <a:gd name="connsiteX1392" fmla="*/ 2422815 w 2957425"/>
                <a:gd name="connsiteY1392" fmla="*/ 389081 h 1708593"/>
                <a:gd name="connsiteX1393" fmla="*/ 2437959 w 2957425"/>
                <a:gd name="connsiteY1393" fmla="*/ 389998 h 1708593"/>
                <a:gd name="connsiteX1394" fmla="*/ 2453275 w 2957425"/>
                <a:gd name="connsiteY1394" fmla="*/ 389081 h 1708593"/>
                <a:gd name="connsiteX1395" fmla="*/ 2526203 w 2957425"/>
                <a:gd name="connsiteY1395" fmla="*/ 347579 h 1708593"/>
                <a:gd name="connsiteX1396" fmla="*/ 2625475 w 2957425"/>
                <a:gd name="connsiteY1396" fmla="*/ 299931 h 1708593"/>
                <a:gd name="connsiteX1397" fmla="*/ 2725913 w 2957425"/>
                <a:gd name="connsiteY1397" fmla="*/ 347579 h 1708593"/>
                <a:gd name="connsiteX1398" fmla="*/ 2797875 w 2957425"/>
                <a:gd name="connsiteY1398" fmla="*/ 389081 h 1708593"/>
                <a:gd name="connsiteX1399" fmla="*/ 2812992 w 2957425"/>
                <a:gd name="connsiteY1399" fmla="*/ 389998 h 1708593"/>
                <a:gd name="connsiteX1400" fmla="*/ 2828318 w 2957425"/>
                <a:gd name="connsiteY1400" fmla="*/ 389081 h 1708593"/>
                <a:gd name="connsiteX1401" fmla="*/ 2901235 w 2957425"/>
                <a:gd name="connsiteY1401" fmla="*/ 347579 h 1708593"/>
                <a:gd name="connsiteX1402" fmla="*/ 2937862 w 2957425"/>
                <a:gd name="connsiteY1402" fmla="*/ 316991 h 1708593"/>
                <a:gd name="connsiteX1403" fmla="*/ 2957425 w 2957425"/>
                <a:gd name="connsiteY1403" fmla="*/ 307808 h 1708593"/>
                <a:gd name="connsiteX1404" fmla="*/ 2957425 w 2957425"/>
                <a:gd name="connsiteY1404" fmla="*/ 329243 h 1708593"/>
                <a:gd name="connsiteX1405" fmla="*/ 2944722 w 2957425"/>
                <a:gd name="connsiteY1405" fmla="*/ 333940 h 1708593"/>
                <a:gd name="connsiteX1406" fmla="*/ 2913429 w 2957425"/>
                <a:gd name="connsiteY1406" fmla="*/ 360363 h 1708593"/>
                <a:gd name="connsiteX1407" fmla="*/ 2822285 w 2957425"/>
                <a:gd name="connsiteY1407" fmla="*/ 407725 h 1708593"/>
                <a:gd name="connsiteX1408" fmla="*/ 2812992 w 2957425"/>
                <a:gd name="connsiteY1408" fmla="*/ 408011 h 1708593"/>
                <a:gd name="connsiteX1409" fmla="*/ 2803817 w 2957425"/>
                <a:gd name="connsiteY1409" fmla="*/ 407725 h 1708593"/>
                <a:gd name="connsiteX1410" fmla="*/ 2713719 w 2957425"/>
                <a:gd name="connsiteY1410" fmla="*/ 360363 h 1708593"/>
                <a:gd name="connsiteX1411" fmla="*/ 2625475 w 2957425"/>
                <a:gd name="connsiteY1411" fmla="*/ 317944 h 1708593"/>
                <a:gd name="connsiteX1412" fmla="*/ 2538398 w 2957425"/>
                <a:gd name="connsiteY1412" fmla="*/ 360363 h 1708593"/>
                <a:gd name="connsiteX1413" fmla="*/ 2447253 w 2957425"/>
                <a:gd name="connsiteY1413" fmla="*/ 407725 h 1708593"/>
                <a:gd name="connsiteX1414" fmla="*/ 2437959 w 2957425"/>
                <a:gd name="connsiteY1414" fmla="*/ 408011 h 1708593"/>
                <a:gd name="connsiteX1415" fmla="*/ 2428768 w 2957425"/>
                <a:gd name="connsiteY1415" fmla="*/ 407725 h 1708593"/>
                <a:gd name="connsiteX1416" fmla="*/ 2338559 w 2957425"/>
                <a:gd name="connsiteY1416" fmla="*/ 360363 h 1708593"/>
                <a:gd name="connsiteX1417" fmla="*/ 2265570 w 2957425"/>
                <a:gd name="connsiteY1417" fmla="*/ 318861 h 1708593"/>
                <a:gd name="connsiteX1418" fmla="*/ 2250202 w 2957425"/>
                <a:gd name="connsiteY1418" fmla="*/ 317944 h 1708593"/>
                <a:gd name="connsiteX1419" fmla="*/ 2235078 w 2957425"/>
                <a:gd name="connsiteY1419" fmla="*/ 318861 h 1708593"/>
                <a:gd name="connsiteX1420" fmla="*/ 2163119 w 2957425"/>
                <a:gd name="connsiteY1420" fmla="*/ 360363 h 1708593"/>
                <a:gd name="connsiteX1421" fmla="*/ 2071970 w 2957425"/>
                <a:gd name="connsiteY1421" fmla="*/ 407725 h 1708593"/>
                <a:gd name="connsiteX1422" fmla="*/ 2062687 w 2957425"/>
                <a:gd name="connsiteY1422" fmla="*/ 408011 h 1708593"/>
                <a:gd name="connsiteX1423" fmla="*/ 2053502 w 2957425"/>
                <a:gd name="connsiteY1423" fmla="*/ 407725 h 1708593"/>
                <a:gd name="connsiteX1424" fmla="*/ 1963418 w 2957425"/>
                <a:gd name="connsiteY1424" fmla="*/ 360363 h 1708593"/>
                <a:gd name="connsiteX1425" fmla="*/ 1890508 w 2957425"/>
                <a:gd name="connsiteY1425" fmla="*/ 318861 h 1708593"/>
                <a:gd name="connsiteX1426" fmla="*/ 1875171 w 2957425"/>
                <a:gd name="connsiteY1426" fmla="*/ 317944 h 1708593"/>
                <a:gd name="connsiteX1427" fmla="*/ 1860044 w 2957425"/>
                <a:gd name="connsiteY1427" fmla="*/ 318861 h 1708593"/>
                <a:gd name="connsiteX1428" fmla="*/ 1788085 w 2957425"/>
                <a:gd name="connsiteY1428" fmla="*/ 360363 h 1708593"/>
                <a:gd name="connsiteX1429" fmla="*/ 1696936 w 2957425"/>
                <a:gd name="connsiteY1429" fmla="*/ 407725 h 1708593"/>
                <a:gd name="connsiteX1430" fmla="*/ 1687656 w 2957425"/>
                <a:gd name="connsiteY1430" fmla="*/ 408011 h 1708593"/>
                <a:gd name="connsiteX1431" fmla="*/ 1678456 w 2957425"/>
                <a:gd name="connsiteY1431" fmla="*/ 407725 h 1708593"/>
                <a:gd name="connsiteX1432" fmla="*/ 1588259 w 2957425"/>
                <a:gd name="connsiteY1432" fmla="*/ 360363 h 1708593"/>
                <a:gd name="connsiteX1433" fmla="*/ 1515254 w 2957425"/>
                <a:gd name="connsiteY1433" fmla="*/ 318861 h 1708593"/>
                <a:gd name="connsiteX1434" fmla="*/ 1499902 w 2957425"/>
                <a:gd name="connsiteY1434" fmla="*/ 317944 h 1708593"/>
                <a:gd name="connsiteX1435" fmla="*/ 1484938 w 2957425"/>
                <a:gd name="connsiteY1435" fmla="*/ 318861 h 1708593"/>
                <a:gd name="connsiteX1436" fmla="*/ 1412811 w 2957425"/>
                <a:gd name="connsiteY1436" fmla="*/ 360363 h 1708593"/>
                <a:gd name="connsiteX1437" fmla="*/ 1312377 w 2957425"/>
                <a:gd name="connsiteY1437" fmla="*/ 408011 h 1708593"/>
                <a:gd name="connsiteX1438" fmla="*/ 1213103 w 2957425"/>
                <a:gd name="connsiteY1438" fmla="*/ 360363 h 1708593"/>
                <a:gd name="connsiteX1439" fmla="*/ 1140203 w 2957425"/>
                <a:gd name="connsiteY1439" fmla="*/ 318861 h 1708593"/>
                <a:gd name="connsiteX1440" fmla="*/ 1124860 w 2957425"/>
                <a:gd name="connsiteY1440" fmla="*/ 317944 h 1708593"/>
                <a:gd name="connsiteX1441" fmla="*/ 1109907 w 2957425"/>
                <a:gd name="connsiteY1441" fmla="*/ 318861 h 1708593"/>
                <a:gd name="connsiteX1442" fmla="*/ 1037780 w 2957425"/>
                <a:gd name="connsiteY1442" fmla="*/ 360363 h 1708593"/>
                <a:gd name="connsiteX1443" fmla="*/ 937343 w 2957425"/>
                <a:gd name="connsiteY1443" fmla="*/ 408011 h 1708593"/>
                <a:gd name="connsiteX1444" fmla="*/ 837942 w 2957425"/>
                <a:gd name="connsiteY1444" fmla="*/ 360363 h 1708593"/>
                <a:gd name="connsiteX1445" fmla="*/ 764952 w 2957425"/>
                <a:gd name="connsiteY1445" fmla="*/ 318861 h 1708593"/>
                <a:gd name="connsiteX1446" fmla="*/ 749586 w 2957425"/>
                <a:gd name="connsiteY1446" fmla="*/ 317944 h 1708593"/>
                <a:gd name="connsiteX1447" fmla="*/ 734638 w 2957425"/>
                <a:gd name="connsiteY1447" fmla="*/ 318861 h 1708593"/>
                <a:gd name="connsiteX1448" fmla="*/ 662511 w 2957425"/>
                <a:gd name="connsiteY1448" fmla="*/ 360363 h 1708593"/>
                <a:gd name="connsiteX1449" fmla="*/ 562069 w 2957425"/>
                <a:gd name="connsiteY1449" fmla="*/ 408011 h 1708593"/>
                <a:gd name="connsiteX1450" fmla="*/ 462743 w 2957425"/>
                <a:gd name="connsiteY1450" fmla="*/ 360363 h 1708593"/>
                <a:gd name="connsiteX1451" fmla="*/ 375034 w 2957425"/>
                <a:gd name="connsiteY1451" fmla="*/ 317944 h 1708593"/>
                <a:gd name="connsiteX1452" fmla="*/ 287371 w 2957425"/>
                <a:gd name="connsiteY1452" fmla="*/ 360363 h 1708593"/>
                <a:gd name="connsiteX1453" fmla="*/ 187517 w 2957425"/>
                <a:gd name="connsiteY1453" fmla="*/ 408011 h 1708593"/>
                <a:gd name="connsiteX1454" fmla="*/ 87663 w 2957425"/>
                <a:gd name="connsiteY1454" fmla="*/ 360363 h 1708593"/>
                <a:gd name="connsiteX1455" fmla="*/ 0 w 2957425"/>
                <a:gd name="connsiteY1455" fmla="*/ 317944 h 1708593"/>
                <a:gd name="connsiteX1456" fmla="*/ 0 w 2957425"/>
                <a:gd name="connsiteY1456" fmla="*/ 200515 h 1708593"/>
                <a:gd name="connsiteX1457" fmla="*/ 99855 w 2957425"/>
                <a:gd name="connsiteY1457" fmla="*/ 247521 h 1708593"/>
                <a:gd name="connsiteX1458" fmla="*/ 187517 w 2957425"/>
                <a:gd name="connsiteY1458" fmla="*/ 289884 h 1708593"/>
                <a:gd name="connsiteX1459" fmla="*/ 275179 w 2957425"/>
                <a:gd name="connsiteY1459" fmla="*/ 247521 h 1708593"/>
                <a:gd name="connsiteX1460" fmla="*/ 375034 w 2957425"/>
                <a:gd name="connsiteY1460" fmla="*/ 200515 h 1708593"/>
                <a:gd name="connsiteX1461" fmla="*/ 474941 w 2957425"/>
                <a:gd name="connsiteY1461" fmla="*/ 247521 h 1708593"/>
                <a:gd name="connsiteX1462" fmla="*/ 562069 w 2957425"/>
                <a:gd name="connsiteY1462" fmla="*/ 289884 h 1708593"/>
                <a:gd name="connsiteX1463" fmla="*/ 650315 w 2957425"/>
                <a:gd name="connsiteY1463" fmla="*/ 247521 h 1708593"/>
                <a:gd name="connsiteX1464" fmla="*/ 740506 w 2957425"/>
                <a:gd name="connsiteY1464" fmla="*/ 200801 h 1708593"/>
                <a:gd name="connsiteX1465" fmla="*/ 749586 w 2957425"/>
                <a:gd name="connsiteY1465" fmla="*/ 200515 h 1708593"/>
                <a:gd name="connsiteX1466" fmla="*/ 758889 w 2957425"/>
                <a:gd name="connsiteY1466" fmla="*/ 200801 h 1708593"/>
                <a:gd name="connsiteX1467" fmla="*/ 850154 w 2957425"/>
                <a:gd name="connsiteY1467" fmla="*/ 247521 h 1708593"/>
                <a:gd name="connsiteX1468" fmla="*/ 937343 w 2957425"/>
                <a:gd name="connsiteY1468" fmla="*/ 289884 h 1708593"/>
                <a:gd name="connsiteX1469" fmla="*/ 1025586 w 2957425"/>
                <a:gd name="connsiteY1469" fmla="*/ 247521 h 1708593"/>
                <a:gd name="connsiteX1470" fmla="*/ 1115684 w 2957425"/>
                <a:gd name="connsiteY1470" fmla="*/ 200801 h 1708593"/>
                <a:gd name="connsiteX1471" fmla="*/ 1124860 w 2957425"/>
                <a:gd name="connsiteY1471" fmla="*/ 200515 h 1708593"/>
                <a:gd name="connsiteX1472" fmla="*/ 1134151 w 2957425"/>
                <a:gd name="connsiteY1472" fmla="*/ 200801 h 1708593"/>
                <a:gd name="connsiteX1473" fmla="*/ 1225295 w 2957425"/>
                <a:gd name="connsiteY1473" fmla="*/ 247521 h 1708593"/>
                <a:gd name="connsiteX1474" fmla="*/ 1312377 w 2957425"/>
                <a:gd name="connsiteY1474" fmla="*/ 289884 h 1708593"/>
                <a:gd name="connsiteX1475" fmla="*/ 1400620 w 2957425"/>
                <a:gd name="connsiteY1475" fmla="*/ 247521 h 1708593"/>
                <a:gd name="connsiteX1476" fmla="*/ 1490715 w 2957425"/>
                <a:gd name="connsiteY1476" fmla="*/ 200801 h 1708593"/>
                <a:gd name="connsiteX1477" fmla="*/ 1499902 w 2957425"/>
                <a:gd name="connsiteY1477" fmla="*/ 200515 h 1708593"/>
                <a:gd name="connsiteX1478" fmla="*/ 1509200 w 2957425"/>
                <a:gd name="connsiteY1478" fmla="*/ 200801 h 1708593"/>
                <a:gd name="connsiteX1479" fmla="*/ 1600457 w 2957425"/>
                <a:gd name="connsiteY1479" fmla="*/ 247521 h 1708593"/>
                <a:gd name="connsiteX1480" fmla="*/ 1672675 w 2957425"/>
                <a:gd name="connsiteY1480" fmla="*/ 288992 h 1708593"/>
                <a:gd name="connsiteX1481" fmla="*/ 1687656 w 2957425"/>
                <a:gd name="connsiteY1481" fmla="*/ 289884 h 1708593"/>
                <a:gd name="connsiteX1482" fmla="*/ 1702991 w 2957425"/>
                <a:gd name="connsiteY1482" fmla="*/ 288992 h 1708593"/>
                <a:gd name="connsiteX1483" fmla="*/ 1775902 w 2957425"/>
                <a:gd name="connsiteY1483" fmla="*/ 247521 h 1708593"/>
                <a:gd name="connsiteX1484" fmla="*/ 1865985 w 2957425"/>
                <a:gd name="connsiteY1484" fmla="*/ 200801 h 1708593"/>
                <a:gd name="connsiteX1485" fmla="*/ 1875171 w 2957425"/>
                <a:gd name="connsiteY1485" fmla="*/ 200515 h 1708593"/>
                <a:gd name="connsiteX1486" fmla="*/ 1884453 w 2957425"/>
                <a:gd name="connsiteY1486" fmla="*/ 200801 h 1708593"/>
                <a:gd name="connsiteX1487" fmla="*/ 1975602 w 2957425"/>
                <a:gd name="connsiteY1487" fmla="*/ 247521 h 1708593"/>
                <a:gd name="connsiteX1488" fmla="*/ 2047561 w 2957425"/>
                <a:gd name="connsiteY1488" fmla="*/ 288992 h 1708593"/>
                <a:gd name="connsiteX1489" fmla="*/ 2062687 w 2957425"/>
                <a:gd name="connsiteY1489" fmla="*/ 289884 h 1708593"/>
                <a:gd name="connsiteX1490" fmla="*/ 2078025 w 2957425"/>
                <a:gd name="connsiteY1490" fmla="*/ 288992 h 1708593"/>
                <a:gd name="connsiteX1491" fmla="*/ 2150933 w 2957425"/>
                <a:gd name="connsiteY1491" fmla="*/ 247521 h 1708593"/>
                <a:gd name="connsiteX1492" fmla="*/ 2241019 w 2957425"/>
                <a:gd name="connsiteY1492" fmla="*/ 200801 h 1708593"/>
                <a:gd name="connsiteX1493" fmla="*/ 2250202 w 2957425"/>
                <a:gd name="connsiteY1493" fmla="*/ 200515 h 1708593"/>
                <a:gd name="connsiteX1494" fmla="*/ 2259500 w 2957425"/>
                <a:gd name="connsiteY1494" fmla="*/ 200801 h 1708593"/>
                <a:gd name="connsiteX1495" fmla="*/ 2350772 w 2957425"/>
                <a:gd name="connsiteY1495" fmla="*/ 247521 h 1708593"/>
                <a:gd name="connsiteX1496" fmla="*/ 2422815 w 2957425"/>
                <a:gd name="connsiteY1496" fmla="*/ 288992 h 1708593"/>
                <a:gd name="connsiteX1497" fmla="*/ 2437959 w 2957425"/>
                <a:gd name="connsiteY1497" fmla="*/ 289884 h 1708593"/>
                <a:gd name="connsiteX1498" fmla="*/ 2453275 w 2957425"/>
                <a:gd name="connsiteY1498" fmla="*/ 288992 h 1708593"/>
                <a:gd name="connsiteX1499" fmla="*/ 2526203 w 2957425"/>
                <a:gd name="connsiteY1499" fmla="*/ 247521 h 1708593"/>
                <a:gd name="connsiteX1500" fmla="*/ 2625475 w 2957425"/>
                <a:gd name="connsiteY1500" fmla="*/ 200515 h 1708593"/>
                <a:gd name="connsiteX1501" fmla="*/ 2725913 w 2957425"/>
                <a:gd name="connsiteY1501" fmla="*/ 247521 h 1708593"/>
                <a:gd name="connsiteX1502" fmla="*/ 2797875 w 2957425"/>
                <a:gd name="connsiteY1502" fmla="*/ 288992 h 1708593"/>
                <a:gd name="connsiteX1503" fmla="*/ 2812992 w 2957425"/>
                <a:gd name="connsiteY1503" fmla="*/ 289884 h 1708593"/>
                <a:gd name="connsiteX1504" fmla="*/ 2828318 w 2957425"/>
                <a:gd name="connsiteY1504" fmla="*/ 288992 h 1708593"/>
                <a:gd name="connsiteX1505" fmla="*/ 2901235 w 2957425"/>
                <a:gd name="connsiteY1505" fmla="*/ 247521 h 1708593"/>
                <a:gd name="connsiteX1506" fmla="*/ 2937856 w 2957425"/>
                <a:gd name="connsiteY1506" fmla="*/ 217467 h 1708593"/>
                <a:gd name="connsiteX1507" fmla="*/ 2957425 w 2957425"/>
                <a:gd name="connsiteY1507" fmla="*/ 208352 h 1708593"/>
                <a:gd name="connsiteX1508" fmla="*/ 2957425 w 2957425"/>
                <a:gd name="connsiteY1508" fmla="*/ 229614 h 1708593"/>
                <a:gd name="connsiteX1509" fmla="*/ 2944716 w 2957425"/>
                <a:gd name="connsiteY1509" fmla="*/ 234239 h 1708593"/>
                <a:gd name="connsiteX1510" fmla="*/ 2913429 w 2957425"/>
                <a:gd name="connsiteY1510" fmla="*/ 260869 h 1708593"/>
                <a:gd name="connsiteX1511" fmla="*/ 2822285 w 2957425"/>
                <a:gd name="connsiteY1511" fmla="*/ 307595 h 1708593"/>
                <a:gd name="connsiteX1512" fmla="*/ 2812992 w 2957425"/>
                <a:gd name="connsiteY1512" fmla="*/ 307874 h 1708593"/>
                <a:gd name="connsiteX1513" fmla="*/ 2803817 w 2957425"/>
                <a:gd name="connsiteY1513" fmla="*/ 307595 h 1708593"/>
                <a:gd name="connsiteX1514" fmla="*/ 2713719 w 2957425"/>
                <a:gd name="connsiteY1514" fmla="*/ 260869 h 1708593"/>
                <a:gd name="connsiteX1515" fmla="*/ 2625475 w 2957425"/>
                <a:gd name="connsiteY1515" fmla="*/ 218505 h 1708593"/>
                <a:gd name="connsiteX1516" fmla="*/ 2538398 w 2957425"/>
                <a:gd name="connsiteY1516" fmla="*/ 260869 h 1708593"/>
                <a:gd name="connsiteX1517" fmla="*/ 2447253 w 2957425"/>
                <a:gd name="connsiteY1517" fmla="*/ 307595 h 1708593"/>
                <a:gd name="connsiteX1518" fmla="*/ 2437959 w 2957425"/>
                <a:gd name="connsiteY1518" fmla="*/ 307874 h 1708593"/>
                <a:gd name="connsiteX1519" fmla="*/ 2428768 w 2957425"/>
                <a:gd name="connsiteY1519" fmla="*/ 307595 h 1708593"/>
                <a:gd name="connsiteX1520" fmla="*/ 2338559 w 2957425"/>
                <a:gd name="connsiteY1520" fmla="*/ 260869 h 1708593"/>
                <a:gd name="connsiteX1521" fmla="*/ 2265570 w 2957425"/>
                <a:gd name="connsiteY1521" fmla="*/ 219397 h 1708593"/>
                <a:gd name="connsiteX1522" fmla="*/ 2250202 w 2957425"/>
                <a:gd name="connsiteY1522" fmla="*/ 218505 h 1708593"/>
                <a:gd name="connsiteX1523" fmla="*/ 2235078 w 2957425"/>
                <a:gd name="connsiteY1523" fmla="*/ 219397 h 1708593"/>
                <a:gd name="connsiteX1524" fmla="*/ 2163119 w 2957425"/>
                <a:gd name="connsiteY1524" fmla="*/ 260869 h 1708593"/>
                <a:gd name="connsiteX1525" fmla="*/ 2071970 w 2957425"/>
                <a:gd name="connsiteY1525" fmla="*/ 307595 h 1708593"/>
                <a:gd name="connsiteX1526" fmla="*/ 2062687 w 2957425"/>
                <a:gd name="connsiteY1526" fmla="*/ 307874 h 1708593"/>
                <a:gd name="connsiteX1527" fmla="*/ 2053502 w 2957425"/>
                <a:gd name="connsiteY1527" fmla="*/ 307595 h 1708593"/>
                <a:gd name="connsiteX1528" fmla="*/ 1963418 w 2957425"/>
                <a:gd name="connsiteY1528" fmla="*/ 260869 h 1708593"/>
                <a:gd name="connsiteX1529" fmla="*/ 1890508 w 2957425"/>
                <a:gd name="connsiteY1529" fmla="*/ 219397 h 1708593"/>
                <a:gd name="connsiteX1530" fmla="*/ 1875171 w 2957425"/>
                <a:gd name="connsiteY1530" fmla="*/ 218505 h 1708593"/>
                <a:gd name="connsiteX1531" fmla="*/ 1860044 w 2957425"/>
                <a:gd name="connsiteY1531" fmla="*/ 219397 h 1708593"/>
                <a:gd name="connsiteX1532" fmla="*/ 1788085 w 2957425"/>
                <a:gd name="connsiteY1532" fmla="*/ 260869 h 1708593"/>
                <a:gd name="connsiteX1533" fmla="*/ 1696936 w 2957425"/>
                <a:gd name="connsiteY1533" fmla="*/ 307595 h 1708593"/>
                <a:gd name="connsiteX1534" fmla="*/ 1687656 w 2957425"/>
                <a:gd name="connsiteY1534" fmla="*/ 307874 h 1708593"/>
                <a:gd name="connsiteX1535" fmla="*/ 1678456 w 2957425"/>
                <a:gd name="connsiteY1535" fmla="*/ 307595 h 1708593"/>
                <a:gd name="connsiteX1536" fmla="*/ 1588259 w 2957425"/>
                <a:gd name="connsiteY1536" fmla="*/ 260869 h 1708593"/>
                <a:gd name="connsiteX1537" fmla="*/ 1515254 w 2957425"/>
                <a:gd name="connsiteY1537" fmla="*/ 219397 h 1708593"/>
                <a:gd name="connsiteX1538" fmla="*/ 1499902 w 2957425"/>
                <a:gd name="connsiteY1538" fmla="*/ 218505 h 1708593"/>
                <a:gd name="connsiteX1539" fmla="*/ 1484938 w 2957425"/>
                <a:gd name="connsiteY1539" fmla="*/ 219397 h 1708593"/>
                <a:gd name="connsiteX1540" fmla="*/ 1412811 w 2957425"/>
                <a:gd name="connsiteY1540" fmla="*/ 260869 h 1708593"/>
                <a:gd name="connsiteX1541" fmla="*/ 1312377 w 2957425"/>
                <a:gd name="connsiteY1541" fmla="*/ 307874 h 1708593"/>
                <a:gd name="connsiteX1542" fmla="*/ 1213103 w 2957425"/>
                <a:gd name="connsiteY1542" fmla="*/ 260869 h 1708593"/>
                <a:gd name="connsiteX1543" fmla="*/ 1140203 w 2957425"/>
                <a:gd name="connsiteY1543" fmla="*/ 219397 h 1708593"/>
                <a:gd name="connsiteX1544" fmla="*/ 1124860 w 2957425"/>
                <a:gd name="connsiteY1544" fmla="*/ 218505 h 1708593"/>
                <a:gd name="connsiteX1545" fmla="*/ 1109907 w 2957425"/>
                <a:gd name="connsiteY1545" fmla="*/ 219397 h 1708593"/>
                <a:gd name="connsiteX1546" fmla="*/ 1037780 w 2957425"/>
                <a:gd name="connsiteY1546" fmla="*/ 260869 h 1708593"/>
                <a:gd name="connsiteX1547" fmla="*/ 937343 w 2957425"/>
                <a:gd name="connsiteY1547" fmla="*/ 307874 h 1708593"/>
                <a:gd name="connsiteX1548" fmla="*/ 837942 w 2957425"/>
                <a:gd name="connsiteY1548" fmla="*/ 260869 h 1708593"/>
                <a:gd name="connsiteX1549" fmla="*/ 764952 w 2957425"/>
                <a:gd name="connsiteY1549" fmla="*/ 219397 h 1708593"/>
                <a:gd name="connsiteX1550" fmla="*/ 749586 w 2957425"/>
                <a:gd name="connsiteY1550" fmla="*/ 218505 h 1708593"/>
                <a:gd name="connsiteX1551" fmla="*/ 734638 w 2957425"/>
                <a:gd name="connsiteY1551" fmla="*/ 219397 h 1708593"/>
                <a:gd name="connsiteX1552" fmla="*/ 662511 w 2957425"/>
                <a:gd name="connsiteY1552" fmla="*/ 260869 h 1708593"/>
                <a:gd name="connsiteX1553" fmla="*/ 562069 w 2957425"/>
                <a:gd name="connsiteY1553" fmla="*/ 307874 h 1708593"/>
                <a:gd name="connsiteX1554" fmla="*/ 462743 w 2957425"/>
                <a:gd name="connsiteY1554" fmla="*/ 260869 h 1708593"/>
                <a:gd name="connsiteX1555" fmla="*/ 375034 w 2957425"/>
                <a:gd name="connsiteY1555" fmla="*/ 218505 h 1708593"/>
                <a:gd name="connsiteX1556" fmla="*/ 287371 w 2957425"/>
                <a:gd name="connsiteY1556" fmla="*/ 260869 h 1708593"/>
                <a:gd name="connsiteX1557" fmla="*/ 187517 w 2957425"/>
                <a:gd name="connsiteY1557" fmla="*/ 307874 h 1708593"/>
                <a:gd name="connsiteX1558" fmla="*/ 87663 w 2957425"/>
                <a:gd name="connsiteY1558" fmla="*/ 260869 h 1708593"/>
                <a:gd name="connsiteX1559" fmla="*/ 0 w 2957425"/>
                <a:gd name="connsiteY1559" fmla="*/ 218505 h 1708593"/>
                <a:gd name="connsiteX1560" fmla="*/ 0 w 2957425"/>
                <a:gd name="connsiteY1560" fmla="*/ 99897 h 1708593"/>
                <a:gd name="connsiteX1561" fmla="*/ 99855 w 2957425"/>
                <a:gd name="connsiteY1561" fmla="*/ 147008 h 1708593"/>
                <a:gd name="connsiteX1562" fmla="*/ 187517 w 2957425"/>
                <a:gd name="connsiteY1562" fmla="*/ 189466 h 1708593"/>
                <a:gd name="connsiteX1563" fmla="*/ 275179 w 2957425"/>
                <a:gd name="connsiteY1563" fmla="*/ 147008 h 1708593"/>
                <a:gd name="connsiteX1564" fmla="*/ 375034 w 2957425"/>
                <a:gd name="connsiteY1564" fmla="*/ 99897 h 1708593"/>
                <a:gd name="connsiteX1565" fmla="*/ 474941 w 2957425"/>
                <a:gd name="connsiteY1565" fmla="*/ 147008 h 1708593"/>
                <a:gd name="connsiteX1566" fmla="*/ 562069 w 2957425"/>
                <a:gd name="connsiteY1566" fmla="*/ 189466 h 1708593"/>
                <a:gd name="connsiteX1567" fmla="*/ 650315 w 2957425"/>
                <a:gd name="connsiteY1567" fmla="*/ 147008 h 1708593"/>
                <a:gd name="connsiteX1568" fmla="*/ 740506 w 2957425"/>
                <a:gd name="connsiteY1568" fmla="*/ 100183 h 1708593"/>
                <a:gd name="connsiteX1569" fmla="*/ 749586 w 2957425"/>
                <a:gd name="connsiteY1569" fmla="*/ 99897 h 1708593"/>
                <a:gd name="connsiteX1570" fmla="*/ 758889 w 2957425"/>
                <a:gd name="connsiteY1570" fmla="*/ 100177 h 1708593"/>
                <a:gd name="connsiteX1571" fmla="*/ 850154 w 2957425"/>
                <a:gd name="connsiteY1571" fmla="*/ 147008 h 1708593"/>
                <a:gd name="connsiteX1572" fmla="*/ 937343 w 2957425"/>
                <a:gd name="connsiteY1572" fmla="*/ 189466 h 1708593"/>
                <a:gd name="connsiteX1573" fmla="*/ 1025586 w 2957425"/>
                <a:gd name="connsiteY1573" fmla="*/ 147008 h 1708593"/>
                <a:gd name="connsiteX1574" fmla="*/ 1115684 w 2957425"/>
                <a:gd name="connsiteY1574" fmla="*/ 100183 h 1708593"/>
                <a:gd name="connsiteX1575" fmla="*/ 1124860 w 2957425"/>
                <a:gd name="connsiteY1575" fmla="*/ 99897 h 1708593"/>
                <a:gd name="connsiteX1576" fmla="*/ 1134151 w 2957425"/>
                <a:gd name="connsiteY1576" fmla="*/ 100177 h 1708593"/>
                <a:gd name="connsiteX1577" fmla="*/ 1225295 w 2957425"/>
                <a:gd name="connsiteY1577" fmla="*/ 147008 h 1708593"/>
                <a:gd name="connsiteX1578" fmla="*/ 1312377 w 2957425"/>
                <a:gd name="connsiteY1578" fmla="*/ 189466 h 1708593"/>
                <a:gd name="connsiteX1579" fmla="*/ 1400620 w 2957425"/>
                <a:gd name="connsiteY1579" fmla="*/ 147008 h 1708593"/>
                <a:gd name="connsiteX1580" fmla="*/ 1490715 w 2957425"/>
                <a:gd name="connsiteY1580" fmla="*/ 100183 h 1708593"/>
                <a:gd name="connsiteX1581" fmla="*/ 1499902 w 2957425"/>
                <a:gd name="connsiteY1581" fmla="*/ 99897 h 1708593"/>
                <a:gd name="connsiteX1582" fmla="*/ 1509200 w 2957425"/>
                <a:gd name="connsiteY1582" fmla="*/ 100177 h 1708593"/>
                <a:gd name="connsiteX1583" fmla="*/ 1600457 w 2957425"/>
                <a:gd name="connsiteY1583" fmla="*/ 147008 h 1708593"/>
                <a:gd name="connsiteX1584" fmla="*/ 1672675 w 2957425"/>
                <a:gd name="connsiteY1584" fmla="*/ 188572 h 1708593"/>
                <a:gd name="connsiteX1585" fmla="*/ 1687656 w 2957425"/>
                <a:gd name="connsiteY1585" fmla="*/ 189466 h 1708593"/>
                <a:gd name="connsiteX1586" fmla="*/ 1702991 w 2957425"/>
                <a:gd name="connsiteY1586" fmla="*/ 188572 h 1708593"/>
                <a:gd name="connsiteX1587" fmla="*/ 1775902 w 2957425"/>
                <a:gd name="connsiteY1587" fmla="*/ 147008 h 1708593"/>
                <a:gd name="connsiteX1588" fmla="*/ 1865985 w 2957425"/>
                <a:gd name="connsiteY1588" fmla="*/ 100183 h 1708593"/>
                <a:gd name="connsiteX1589" fmla="*/ 1875171 w 2957425"/>
                <a:gd name="connsiteY1589" fmla="*/ 99897 h 1708593"/>
                <a:gd name="connsiteX1590" fmla="*/ 1884453 w 2957425"/>
                <a:gd name="connsiteY1590" fmla="*/ 100177 h 1708593"/>
                <a:gd name="connsiteX1591" fmla="*/ 1975602 w 2957425"/>
                <a:gd name="connsiteY1591" fmla="*/ 147008 h 1708593"/>
                <a:gd name="connsiteX1592" fmla="*/ 2047561 w 2957425"/>
                <a:gd name="connsiteY1592" fmla="*/ 188572 h 1708593"/>
                <a:gd name="connsiteX1593" fmla="*/ 2062687 w 2957425"/>
                <a:gd name="connsiteY1593" fmla="*/ 189466 h 1708593"/>
                <a:gd name="connsiteX1594" fmla="*/ 2078025 w 2957425"/>
                <a:gd name="connsiteY1594" fmla="*/ 188572 h 1708593"/>
                <a:gd name="connsiteX1595" fmla="*/ 2150933 w 2957425"/>
                <a:gd name="connsiteY1595" fmla="*/ 147008 h 1708593"/>
                <a:gd name="connsiteX1596" fmla="*/ 2241019 w 2957425"/>
                <a:gd name="connsiteY1596" fmla="*/ 100183 h 1708593"/>
                <a:gd name="connsiteX1597" fmla="*/ 2250202 w 2957425"/>
                <a:gd name="connsiteY1597" fmla="*/ 99897 h 1708593"/>
                <a:gd name="connsiteX1598" fmla="*/ 2259500 w 2957425"/>
                <a:gd name="connsiteY1598" fmla="*/ 100177 h 1708593"/>
                <a:gd name="connsiteX1599" fmla="*/ 2350772 w 2957425"/>
                <a:gd name="connsiteY1599" fmla="*/ 147008 h 1708593"/>
                <a:gd name="connsiteX1600" fmla="*/ 2422815 w 2957425"/>
                <a:gd name="connsiteY1600" fmla="*/ 188572 h 1708593"/>
                <a:gd name="connsiteX1601" fmla="*/ 2437959 w 2957425"/>
                <a:gd name="connsiteY1601" fmla="*/ 189466 h 1708593"/>
                <a:gd name="connsiteX1602" fmla="*/ 2453275 w 2957425"/>
                <a:gd name="connsiteY1602" fmla="*/ 188572 h 1708593"/>
                <a:gd name="connsiteX1603" fmla="*/ 2526203 w 2957425"/>
                <a:gd name="connsiteY1603" fmla="*/ 147008 h 1708593"/>
                <a:gd name="connsiteX1604" fmla="*/ 2625475 w 2957425"/>
                <a:gd name="connsiteY1604" fmla="*/ 99897 h 1708593"/>
                <a:gd name="connsiteX1605" fmla="*/ 2725913 w 2957425"/>
                <a:gd name="connsiteY1605" fmla="*/ 147008 h 1708593"/>
                <a:gd name="connsiteX1606" fmla="*/ 2797875 w 2957425"/>
                <a:gd name="connsiteY1606" fmla="*/ 188572 h 1708593"/>
                <a:gd name="connsiteX1607" fmla="*/ 2812992 w 2957425"/>
                <a:gd name="connsiteY1607" fmla="*/ 189466 h 1708593"/>
                <a:gd name="connsiteX1608" fmla="*/ 2828318 w 2957425"/>
                <a:gd name="connsiteY1608" fmla="*/ 188572 h 1708593"/>
                <a:gd name="connsiteX1609" fmla="*/ 2901235 w 2957425"/>
                <a:gd name="connsiteY1609" fmla="*/ 147008 h 1708593"/>
                <a:gd name="connsiteX1610" fmla="*/ 2937851 w 2957425"/>
                <a:gd name="connsiteY1610" fmla="*/ 116886 h 1708593"/>
                <a:gd name="connsiteX1611" fmla="*/ 2957425 w 2957425"/>
                <a:gd name="connsiteY1611" fmla="*/ 107748 h 1708593"/>
                <a:gd name="connsiteX1612" fmla="*/ 2957425 w 2957425"/>
                <a:gd name="connsiteY1612" fmla="*/ 129059 h 1708593"/>
                <a:gd name="connsiteX1613" fmla="*/ 2944711 w 2957425"/>
                <a:gd name="connsiteY1613" fmla="*/ 133696 h 1708593"/>
                <a:gd name="connsiteX1614" fmla="*/ 2913429 w 2957425"/>
                <a:gd name="connsiteY1614" fmla="*/ 160385 h 1708593"/>
                <a:gd name="connsiteX1615" fmla="*/ 2822285 w 2957425"/>
                <a:gd name="connsiteY1615" fmla="*/ 207216 h 1708593"/>
                <a:gd name="connsiteX1616" fmla="*/ 2812992 w 2957425"/>
                <a:gd name="connsiteY1616" fmla="*/ 207496 h 1708593"/>
                <a:gd name="connsiteX1617" fmla="*/ 2803817 w 2957425"/>
                <a:gd name="connsiteY1617" fmla="*/ 207216 h 1708593"/>
                <a:gd name="connsiteX1618" fmla="*/ 2713719 w 2957425"/>
                <a:gd name="connsiteY1618" fmla="*/ 160385 h 1708593"/>
                <a:gd name="connsiteX1619" fmla="*/ 2625475 w 2957425"/>
                <a:gd name="connsiteY1619" fmla="*/ 117927 h 1708593"/>
                <a:gd name="connsiteX1620" fmla="*/ 2538398 w 2957425"/>
                <a:gd name="connsiteY1620" fmla="*/ 160385 h 1708593"/>
                <a:gd name="connsiteX1621" fmla="*/ 2447253 w 2957425"/>
                <a:gd name="connsiteY1621" fmla="*/ 207216 h 1708593"/>
                <a:gd name="connsiteX1622" fmla="*/ 2437959 w 2957425"/>
                <a:gd name="connsiteY1622" fmla="*/ 207496 h 1708593"/>
                <a:gd name="connsiteX1623" fmla="*/ 2428768 w 2957425"/>
                <a:gd name="connsiteY1623" fmla="*/ 207216 h 1708593"/>
                <a:gd name="connsiteX1624" fmla="*/ 2338559 w 2957425"/>
                <a:gd name="connsiteY1624" fmla="*/ 160385 h 1708593"/>
                <a:gd name="connsiteX1625" fmla="*/ 2265570 w 2957425"/>
                <a:gd name="connsiteY1625" fmla="*/ 118821 h 1708593"/>
                <a:gd name="connsiteX1626" fmla="*/ 2250202 w 2957425"/>
                <a:gd name="connsiteY1626" fmla="*/ 117927 h 1708593"/>
                <a:gd name="connsiteX1627" fmla="*/ 2235078 w 2957425"/>
                <a:gd name="connsiteY1627" fmla="*/ 118821 h 1708593"/>
                <a:gd name="connsiteX1628" fmla="*/ 2163119 w 2957425"/>
                <a:gd name="connsiteY1628" fmla="*/ 160385 h 1708593"/>
                <a:gd name="connsiteX1629" fmla="*/ 2071970 w 2957425"/>
                <a:gd name="connsiteY1629" fmla="*/ 207216 h 1708593"/>
                <a:gd name="connsiteX1630" fmla="*/ 2062687 w 2957425"/>
                <a:gd name="connsiteY1630" fmla="*/ 207496 h 1708593"/>
                <a:gd name="connsiteX1631" fmla="*/ 2053502 w 2957425"/>
                <a:gd name="connsiteY1631" fmla="*/ 207216 h 1708593"/>
                <a:gd name="connsiteX1632" fmla="*/ 1963418 w 2957425"/>
                <a:gd name="connsiteY1632" fmla="*/ 160385 h 1708593"/>
                <a:gd name="connsiteX1633" fmla="*/ 1890508 w 2957425"/>
                <a:gd name="connsiteY1633" fmla="*/ 118821 h 1708593"/>
                <a:gd name="connsiteX1634" fmla="*/ 1875171 w 2957425"/>
                <a:gd name="connsiteY1634" fmla="*/ 117927 h 1708593"/>
                <a:gd name="connsiteX1635" fmla="*/ 1860044 w 2957425"/>
                <a:gd name="connsiteY1635" fmla="*/ 118821 h 1708593"/>
                <a:gd name="connsiteX1636" fmla="*/ 1788085 w 2957425"/>
                <a:gd name="connsiteY1636" fmla="*/ 160385 h 1708593"/>
                <a:gd name="connsiteX1637" fmla="*/ 1696936 w 2957425"/>
                <a:gd name="connsiteY1637" fmla="*/ 207216 h 1708593"/>
                <a:gd name="connsiteX1638" fmla="*/ 1687656 w 2957425"/>
                <a:gd name="connsiteY1638" fmla="*/ 207496 h 1708593"/>
                <a:gd name="connsiteX1639" fmla="*/ 1678456 w 2957425"/>
                <a:gd name="connsiteY1639" fmla="*/ 207216 h 1708593"/>
                <a:gd name="connsiteX1640" fmla="*/ 1588259 w 2957425"/>
                <a:gd name="connsiteY1640" fmla="*/ 160385 h 1708593"/>
                <a:gd name="connsiteX1641" fmla="*/ 1515254 w 2957425"/>
                <a:gd name="connsiteY1641" fmla="*/ 118821 h 1708593"/>
                <a:gd name="connsiteX1642" fmla="*/ 1499902 w 2957425"/>
                <a:gd name="connsiteY1642" fmla="*/ 117927 h 1708593"/>
                <a:gd name="connsiteX1643" fmla="*/ 1484938 w 2957425"/>
                <a:gd name="connsiteY1643" fmla="*/ 118821 h 1708593"/>
                <a:gd name="connsiteX1644" fmla="*/ 1412811 w 2957425"/>
                <a:gd name="connsiteY1644" fmla="*/ 160385 h 1708593"/>
                <a:gd name="connsiteX1645" fmla="*/ 1312377 w 2957425"/>
                <a:gd name="connsiteY1645" fmla="*/ 207496 h 1708593"/>
                <a:gd name="connsiteX1646" fmla="*/ 1213103 w 2957425"/>
                <a:gd name="connsiteY1646" fmla="*/ 160385 h 1708593"/>
                <a:gd name="connsiteX1647" fmla="*/ 1140203 w 2957425"/>
                <a:gd name="connsiteY1647" fmla="*/ 118821 h 1708593"/>
                <a:gd name="connsiteX1648" fmla="*/ 1124860 w 2957425"/>
                <a:gd name="connsiteY1648" fmla="*/ 117927 h 1708593"/>
                <a:gd name="connsiteX1649" fmla="*/ 1109907 w 2957425"/>
                <a:gd name="connsiteY1649" fmla="*/ 118821 h 1708593"/>
                <a:gd name="connsiteX1650" fmla="*/ 1037780 w 2957425"/>
                <a:gd name="connsiteY1650" fmla="*/ 160385 h 1708593"/>
                <a:gd name="connsiteX1651" fmla="*/ 937343 w 2957425"/>
                <a:gd name="connsiteY1651" fmla="*/ 207496 h 1708593"/>
                <a:gd name="connsiteX1652" fmla="*/ 837942 w 2957425"/>
                <a:gd name="connsiteY1652" fmla="*/ 160385 h 1708593"/>
                <a:gd name="connsiteX1653" fmla="*/ 764952 w 2957425"/>
                <a:gd name="connsiteY1653" fmla="*/ 118821 h 1708593"/>
                <a:gd name="connsiteX1654" fmla="*/ 749586 w 2957425"/>
                <a:gd name="connsiteY1654" fmla="*/ 117927 h 1708593"/>
                <a:gd name="connsiteX1655" fmla="*/ 734638 w 2957425"/>
                <a:gd name="connsiteY1655" fmla="*/ 118821 h 1708593"/>
                <a:gd name="connsiteX1656" fmla="*/ 662511 w 2957425"/>
                <a:gd name="connsiteY1656" fmla="*/ 160385 h 1708593"/>
                <a:gd name="connsiteX1657" fmla="*/ 562069 w 2957425"/>
                <a:gd name="connsiteY1657" fmla="*/ 207496 h 1708593"/>
                <a:gd name="connsiteX1658" fmla="*/ 462743 w 2957425"/>
                <a:gd name="connsiteY1658" fmla="*/ 160385 h 1708593"/>
                <a:gd name="connsiteX1659" fmla="*/ 375034 w 2957425"/>
                <a:gd name="connsiteY1659" fmla="*/ 117927 h 1708593"/>
                <a:gd name="connsiteX1660" fmla="*/ 287371 w 2957425"/>
                <a:gd name="connsiteY1660" fmla="*/ 160385 h 1708593"/>
                <a:gd name="connsiteX1661" fmla="*/ 187517 w 2957425"/>
                <a:gd name="connsiteY1661" fmla="*/ 207496 h 1708593"/>
                <a:gd name="connsiteX1662" fmla="*/ 87663 w 2957425"/>
                <a:gd name="connsiteY1662" fmla="*/ 160385 h 1708593"/>
                <a:gd name="connsiteX1663" fmla="*/ 0 w 2957425"/>
                <a:gd name="connsiteY1663" fmla="*/ 117927 h 1708593"/>
                <a:gd name="connsiteX1664" fmla="*/ 0 w 2957425"/>
                <a:gd name="connsiteY1664" fmla="*/ 0 h 1708593"/>
                <a:gd name="connsiteX1665" fmla="*/ 99855 w 2957425"/>
                <a:gd name="connsiteY1665" fmla="*/ 47649 h 1708593"/>
                <a:gd name="connsiteX1666" fmla="*/ 187517 w 2957425"/>
                <a:gd name="connsiteY1666" fmla="*/ 90067 h 1708593"/>
                <a:gd name="connsiteX1667" fmla="*/ 275179 w 2957425"/>
                <a:gd name="connsiteY1667" fmla="*/ 47649 h 1708593"/>
                <a:gd name="connsiteX1668" fmla="*/ 375034 w 2957425"/>
                <a:gd name="connsiteY1668" fmla="*/ 0 h 1708593"/>
                <a:gd name="connsiteX1669" fmla="*/ 474941 w 2957425"/>
                <a:gd name="connsiteY1669" fmla="*/ 47649 h 1708593"/>
                <a:gd name="connsiteX1670" fmla="*/ 562069 w 2957425"/>
                <a:gd name="connsiteY1670" fmla="*/ 90067 h 1708593"/>
                <a:gd name="connsiteX1671" fmla="*/ 650315 w 2957425"/>
                <a:gd name="connsiteY1671" fmla="*/ 47649 h 1708593"/>
                <a:gd name="connsiteX1672" fmla="*/ 740506 w 2957425"/>
                <a:gd name="connsiteY1672" fmla="*/ 286 h 1708593"/>
                <a:gd name="connsiteX1673" fmla="*/ 749586 w 2957425"/>
                <a:gd name="connsiteY1673" fmla="*/ 0 h 1708593"/>
                <a:gd name="connsiteX1674" fmla="*/ 850154 w 2957425"/>
                <a:gd name="connsiteY1674" fmla="*/ 47649 h 1708593"/>
                <a:gd name="connsiteX1675" fmla="*/ 937343 w 2957425"/>
                <a:gd name="connsiteY1675" fmla="*/ 90067 h 1708593"/>
                <a:gd name="connsiteX1676" fmla="*/ 1025586 w 2957425"/>
                <a:gd name="connsiteY1676" fmla="*/ 47649 h 1708593"/>
                <a:gd name="connsiteX1677" fmla="*/ 1115684 w 2957425"/>
                <a:gd name="connsiteY1677" fmla="*/ 286 h 1708593"/>
                <a:gd name="connsiteX1678" fmla="*/ 1124860 w 2957425"/>
                <a:gd name="connsiteY1678" fmla="*/ 0 h 1708593"/>
                <a:gd name="connsiteX1679" fmla="*/ 1225295 w 2957425"/>
                <a:gd name="connsiteY1679" fmla="*/ 47649 h 1708593"/>
                <a:gd name="connsiteX1680" fmla="*/ 1312377 w 2957425"/>
                <a:gd name="connsiteY1680" fmla="*/ 90067 h 1708593"/>
                <a:gd name="connsiteX1681" fmla="*/ 1400620 w 2957425"/>
                <a:gd name="connsiteY1681" fmla="*/ 47649 h 1708593"/>
                <a:gd name="connsiteX1682" fmla="*/ 1490715 w 2957425"/>
                <a:gd name="connsiteY1682" fmla="*/ 286 h 1708593"/>
                <a:gd name="connsiteX1683" fmla="*/ 1499902 w 2957425"/>
                <a:gd name="connsiteY1683" fmla="*/ 0 h 1708593"/>
                <a:gd name="connsiteX1684" fmla="*/ 1600457 w 2957425"/>
                <a:gd name="connsiteY1684" fmla="*/ 47649 h 1708593"/>
                <a:gd name="connsiteX1685" fmla="*/ 1672675 w 2957425"/>
                <a:gd name="connsiteY1685" fmla="*/ 89151 h 1708593"/>
                <a:gd name="connsiteX1686" fmla="*/ 1687656 w 2957425"/>
                <a:gd name="connsiteY1686" fmla="*/ 90067 h 1708593"/>
                <a:gd name="connsiteX1687" fmla="*/ 1702991 w 2957425"/>
                <a:gd name="connsiteY1687" fmla="*/ 89151 h 1708593"/>
                <a:gd name="connsiteX1688" fmla="*/ 1775902 w 2957425"/>
                <a:gd name="connsiteY1688" fmla="*/ 47649 h 1708593"/>
                <a:gd name="connsiteX1689" fmla="*/ 1865985 w 2957425"/>
                <a:gd name="connsiteY1689" fmla="*/ 286 h 1708593"/>
                <a:gd name="connsiteX1690" fmla="*/ 1875171 w 2957425"/>
                <a:gd name="connsiteY1690" fmla="*/ 0 h 1708593"/>
                <a:gd name="connsiteX1691" fmla="*/ 1975602 w 2957425"/>
                <a:gd name="connsiteY1691" fmla="*/ 47649 h 1708593"/>
                <a:gd name="connsiteX1692" fmla="*/ 2047561 w 2957425"/>
                <a:gd name="connsiteY1692" fmla="*/ 89151 h 1708593"/>
                <a:gd name="connsiteX1693" fmla="*/ 2062687 w 2957425"/>
                <a:gd name="connsiteY1693" fmla="*/ 90067 h 1708593"/>
                <a:gd name="connsiteX1694" fmla="*/ 2078025 w 2957425"/>
                <a:gd name="connsiteY1694" fmla="*/ 89151 h 1708593"/>
                <a:gd name="connsiteX1695" fmla="*/ 2150933 w 2957425"/>
                <a:gd name="connsiteY1695" fmla="*/ 47649 h 1708593"/>
                <a:gd name="connsiteX1696" fmla="*/ 2241019 w 2957425"/>
                <a:gd name="connsiteY1696" fmla="*/ 286 h 1708593"/>
                <a:gd name="connsiteX1697" fmla="*/ 2250202 w 2957425"/>
                <a:gd name="connsiteY1697" fmla="*/ 0 h 1708593"/>
                <a:gd name="connsiteX1698" fmla="*/ 2350772 w 2957425"/>
                <a:gd name="connsiteY1698" fmla="*/ 47649 h 1708593"/>
                <a:gd name="connsiteX1699" fmla="*/ 2422815 w 2957425"/>
                <a:gd name="connsiteY1699" fmla="*/ 89151 h 1708593"/>
                <a:gd name="connsiteX1700" fmla="*/ 2437959 w 2957425"/>
                <a:gd name="connsiteY1700" fmla="*/ 90067 h 1708593"/>
                <a:gd name="connsiteX1701" fmla="*/ 2453275 w 2957425"/>
                <a:gd name="connsiteY1701" fmla="*/ 89151 h 1708593"/>
                <a:gd name="connsiteX1702" fmla="*/ 2526203 w 2957425"/>
                <a:gd name="connsiteY1702" fmla="*/ 47649 h 1708593"/>
                <a:gd name="connsiteX1703" fmla="*/ 2625475 w 2957425"/>
                <a:gd name="connsiteY1703" fmla="*/ 0 h 1708593"/>
                <a:gd name="connsiteX1704" fmla="*/ 2725913 w 2957425"/>
                <a:gd name="connsiteY1704" fmla="*/ 47649 h 1708593"/>
                <a:gd name="connsiteX1705" fmla="*/ 2797875 w 2957425"/>
                <a:gd name="connsiteY1705" fmla="*/ 89151 h 1708593"/>
                <a:gd name="connsiteX1706" fmla="*/ 2812992 w 2957425"/>
                <a:gd name="connsiteY1706" fmla="*/ 90067 h 1708593"/>
                <a:gd name="connsiteX1707" fmla="*/ 2828318 w 2957425"/>
                <a:gd name="connsiteY1707" fmla="*/ 89151 h 1708593"/>
                <a:gd name="connsiteX1708" fmla="*/ 2901235 w 2957425"/>
                <a:gd name="connsiteY1708" fmla="*/ 47649 h 1708593"/>
                <a:gd name="connsiteX1709" fmla="*/ 2937846 w 2957425"/>
                <a:gd name="connsiteY1709" fmla="*/ 17061 h 1708593"/>
                <a:gd name="connsiteX1710" fmla="*/ 2957425 w 2957425"/>
                <a:gd name="connsiteY1710" fmla="*/ 7869 h 1708593"/>
                <a:gd name="connsiteX1711" fmla="*/ 2957425 w 2957425"/>
                <a:gd name="connsiteY1711" fmla="*/ 29307 h 1708593"/>
                <a:gd name="connsiteX1712" fmla="*/ 2944706 w 2957425"/>
                <a:gd name="connsiteY1712" fmla="*/ 34009 h 1708593"/>
                <a:gd name="connsiteX1713" fmla="*/ 2913429 w 2957425"/>
                <a:gd name="connsiteY1713" fmla="*/ 60432 h 1708593"/>
                <a:gd name="connsiteX1714" fmla="*/ 2822285 w 2957425"/>
                <a:gd name="connsiteY1714" fmla="*/ 107795 h 1708593"/>
                <a:gd name="connsiteX1715" fmla="*/ 2812992 w 2957425"/>
                <a:gd name="connsiteY1715" fmla="*/ 108081 h 1708593"/>
                <a:gd name="connsiteX1716" fmla="*/ 2803817 w 2957425"/>
                <a:gd name="connsiteY1716" fmla="*/ 107795 h 1708593"/>
                <a:gd name="connsiteX1717" fmla="*/ 2713719 w 2957425"/>
                <a:gd name="connsiteY1717" fmla="*/ 60432 h 1708593"/>
                <a:gd name="connsiteX1718" fmla="*/ 2625475 w 2957425"/>
                <a:gd name="connsiteY1718" fmla="*/ 18014 h 1708593"/>
                <a:gd name="connsiteX1719" fmla="*/ 2538398 w 2957425"/>
                <a:gd name="connsiteY1719" fmla="*/ 60432 h 1708593"/>
                <a:gd name="connsiteX1720" fmla="*/ 2447253 w 2957425"/>
                <a:gd name="connsiteY1720" fmla="*/ 107795 h 1708593"/>
                <a:gd name="connsiteX1721" fmla="*/ 2437959 w 2957425"/>
                <a:gd name="connsiteY1721" fmla="*/ 108081 h 1708593"/>
                <a:gd name="connsiteX1722" fmla="*/ 2428768 w 2957425"/>
                <a:gd name="connsiteY1722" fmla="*/ 107795 h 1708593"/>
                <a:gd name="connsiteX1723" fmla="*/ 2338559 w 2957425"/>
                <a:gd name="connsiteY1723" fmla="*/ 60432 h 1708593"/>
                <a:gd name="connsiteX1724" fmla="*/ 2265570 w 2957425"/>
                <a:gd name="connsiteY1724" fmla="*/ 18931 h 1708593"/>
                <a:gd name="connsiteX1725" fmla="*/ 2250202 w 2957425"/>
                <a:gd name="connsiteY1725" fmla="*/ 18014 h 1708593"/>
                <a:gd name="connsiteX1726" fmla="*/ 2235078 w 2957425"/>
                <a:gd name="connsiteY1726" fmla="*/ 18931 h 1708593"/>
                <a:gd name="connsiteX1727" fmla="*/ 2163119 w 2957425"/>
                <a:gd name="connsiteY1727" fmla="*/ 60432 h 1708593"/>
                <a:gd name="connsiteX1728" fmla="*/ 2071970 w 2957425"/>
                <a:gd name="connsiteY1728" fmla="*/ 107795 h 1708593"/>
                <a:gd name="connsiteX1729" fmla="*/ 2062687 w 2957425"/>
                <a:gd name="connsiteY1729" fmla="*/ 108081 h 1708593"/>
                <a:gd name="connsiteX1730" fmla="*/ 2053502 w 2957425"/>
                <a:gd name="connsiteY1730" fmla="*/ 107795 h 1708593"/>
                <a:gd name="connsiteX1731" fmla="*/ 1963418 w 2957425"/>
                <a:gd name="connsiteY1731" fmla="*/ 60432 h 1708593"/>
                <a:gd name="connsiteX1732" fmla="*/ 1890508 w 2957425"/>
                <a:gd name="connsiteY1732" fmla="*/ 18931 h 1708593"/>
                <a:gd name="connsiteX1733" fmla="*/ 1875171 w 2957425"/>
                <a:gd name="connsiteY1733" fmla="*/ 18014 h 1708593"/>
                <a:gd name="connsiteX1734" fmla="*/ 1860044 w 2957425"/>
                <a:gd name="connsiteY1734" fmla="*/ 18931 h 1708593"/>
                <a:gd name="connsiteX1735" fmla="*/ 1788085 w 2957425"/>
                <a:gd name="connsiteY1735" fmla="*/ 60432 h 1708593"/>
                <a:gd name="connsiteX1736" fmla="*/ 1696936 w 2957425"/>
                <a:gd name="connsiteY1736" fmla="*/ 107795 h 1708593"/>
                <a:gd name="connsiteX1737" fmla="*/ 1687656 w 2957425"/>
                <a:gd name="connsiteY1737" fmla="*/ 108081 h 1708593"/>
                <a:gd name="connsiteX1738" fmla="*/ 1678456 w 2957425"/>
                <a:gd name="connsiteY1738" fmla="*/ 107795 h 1708593"/>
                <a:gd name="connsiteX1739" fmla="*/ 1588259 w 2957425"/>
                <a:gd name="connsiteY1739" fmla="*/ 60432 h 1708593"/>
                <a:gd name="connsiteX1740" fmla="*/ 1515254 w 2957425"/>
                <a:gd name="connsiteY1740" fmla="*/ 18931 h 1708593"/>
                <a:gd name="connsiteX1741" fmla="*/ 1499902 w 2957425"/>
                <a:gd name="connsiteY1741" fmla="*/ 18014 h 1708593"/>
                <a:gd name="connsiteX1742" fmla="*/ 1484938 w 2957425"/>
                <a:gd name="connsiteY1742" fmla="*/ 18931 h 1708593"/>
                <a:gd name="connsiteX1743" fmla="*/ 1412811 w 2957425"/>
                <a:gd name="connsiteY1743" fmla="*/ 60432 h 1708593"/>
                <a:gd name="connsiteX1744" fmla="*/ 1312377 w 2957425"/>
                <a:gd name="connsiteY1744" fmla="*/ 108081 h 1708593"/>
                <a:gd name="connsiteX1745" fmla="*/ 1213103 w 2957425"/>
                <a:gd name="connsiteY1745" fmla="*/ 60432 h 1708593"/>
                <a:gd name="connsiteX1746" fmla="*/ 1140203 w 2957425"/>
                <a:gd name="connsiteY1746" fmla="*/ 18931 h 1708593"/>
                <a:gd name="connsiteX1747" fmla="*/ 1124860 w 2957425"/>
                <a:gd name="connsiteY1747" fmla="*/ 18014 h 1708593"/>
                <a:gd name="connsiteX1748" fmla="*/ 1109907 w 2957425"/>
                <a:gd name="connsiteY1748" fmla="*/ 18931 h 1708593"/>
                <a:gd name="connsiteX1749" fmla="*/ 1037780 w 2957425"/>
                <a:gd name="connsiteY1749" fmla="*/ 60432 h 1708593"/>
                <a:gd name="connsiteX1750" fmla="*/ 937343 w 2957425"/>
                <a:gd name="connsiteY1750" fmla="*/ 108081 h 1708593"/>
                <a:gd name="connsiteX1751" fmla="*/ 837942 w 2957425"/>
                <a:gd name="connsiteY1751" fmla="*/ 60432 h 1708593"/>
                <a:gd name="connsiteX1752" fmla="*/ 764952 w 2957425"/>
                <a:gd name="connsiteY1752" fmla="*/ 18931 h 1708593"/>
                <a:gd name="connsiteX1753" fmla="*/ 749586 w 2957425"/>
                <a:gd name="connsiteY1753" fmla="*/ 18014 h 1708593"/>
                <a:gd name="connsiteX1754" fmla="*/ 734638 w 2957425"/>
                <a:gd name="connsiteY1754" fmla="*/ 18931 h 1708593"/>
                <a:gd name="connsiteX1755" fmla="*/ 662511 w 2957425"/>
                <a:gd name="connsiteY1755" fmla="*/ 60432 h 1708593"/>
                <a:gd name="connsiteX1756" fmla="*/ 562069 w 2957425"/>
                <a:gd name="connsiteY1756" fmla="*/ 108081 h 1708593"/>
                <a:gd name="connsiteX1757" fmla="*/ 462743 w 2957425"/>
                <a:gd name="connsiteY1757" fmla="*/ 60432 h 1708593"/>
                <a:gd name="connsiteX1758" fmla="*/ 375034 w 2957425"/>
                <a:gd name="connsiteY1758" fmla="*/ 18014 h 1708593"/>
                <a:gd name="connsiteX1759" fmla="*/ 287371 w 2957425"/>
                <a:gd name="connsiteY1759" fmla="*/ 60432 h 1708593"/>
                <a:gd name="connsiteX1760" fmla="*/ 187517 w 2957425"/>
                <a:gd name="connsiteY1760" fmla="*/ 108081 h 1708593"/>
                <a:gd name="connsiteX1761" fmla="*/ 87663 w 2957425"/>
                <a:gd name="connsiteY1761" fmla="*/ 60432 h 1708593"/>
                <a:gd name="connsiteX1762" fmla="*/ 0 w 2957425"/>
                <a:gd name="connsiteY1762" fmla="*/ 18014 h 1708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</a:cxnLst>
              <a:rect l="l" t="t" r="r" b="b"/>
              <a:pathLst>
                <a:path w="2957425" h="1708593">
                  <a:moveTo>
                    <a:pt x="0" y="1600512"/>
                  </a:moveTo>
                  <a:cubicBezTo>
                    <a:pt x="50507" y="1600512"/>
                    <a:pt x="76632" y="1625499"/>
                    <a:pt x="99855" y="1648161"/>
                  </a:cubicBezTo>
                  <a:cubicBezTo>
                    <a:pt x="123076" y="1670242"/>
                    <a:pt x="144556" y="1690580"/>
                    <a:pt x="187517" y="1690580"/>
                  </a:cubicBezTo>
                  <a:cubicBezTo>
                    <a:pt x="230477" y="1690580"/>
                    <a:pt x="251957" y="1670242"/>
                    <a:pt x="275179" y="1648161"/>
                  </a:cubicBezTo>
                  <a:cubicBezTo>
                    <a:pt x="298982" y="1625499"/>
                    <a:pt x="324526" y="1600512"/>
                    <a:pt x="375034" y="1600512"/>
                  </a:cubicBezTo>
                  <a:cubicBezTo>
                    <a:pt x="425568" y="1600512"/>
                    <a:pt x="451706" y="1625499"/>
                    <a:pt x="474941" y="1648161"/>
                  </a:cubicBezTo>
                  <a:cubicBezTo>
                    <a:pt x="498175" y="1670242"/>
                    <a:pt x="519667" y="1690580"/>
                    <a:pt x="562069" y="1690580"/>
                  </a:cubicBezTo>
                  <a:cubicBezTo>
                    <a:pt x="605610" y="1690580"/>
                    <a:pt x="627090" y="1670242"/>
                    <a:pt x="650315" y="1648161"/>
                  </a:cubicBezTo>
                  <a:cubicBezTo>
                    <a:pt x="672083" y="1626915"/>
                    <a:pt x="696405" y="1603627"/>
                    <a:pt x="740506" y="1600798"/>
                  </a:cubicBezTo>
                  <a:lnTo>
                    <a:pt x="749586" y="1600512"/>
                  </a:lnTo>
                  <a:lnTo>
                    <a:pt x="758889" y="1600798"/>
                  </a:lnTo>
                  <a:cubicBezTo>
                    <a:pt x="803998" y="1603627"/>
                    <a:pt x="828351" y="1626915"/>
                    <a:pt x="850154" y="1648161"/>
                  </a:cubicBezTo>
                  <a:cubicBezTo>
                    <a:pt x="873408" y="1670242"/>
                    <a:pt x="894909" y="1690580"/>
                    <a:pt x="937343" y="1690580"/>
                  </a:cubicBezTo>
                  <a:cubicBezTo>
                    <a:pt x="980892" y="1690580"/>
                    <a:pt x="1002368" y="1670242"/>
                    <a:pt x="1025586" y="1648161"/>
                  </a:cubicBezTo>
                  <a:cubicBezTo>
                    <a:pt x="1047357" y="1626915"/>
                    <a:pt x="1071175" y="1603627"/>
                    <a:pt x="1115684" y="1600798"/>
                  </a:cubicBezTo>
                  <a:lnTo>
                    <a:pt x="1124860" y="1600512"/>
                  </a:lnTo>
                  <a:lnTo>
                    <a:pt x="1134151" y="1600798"/>
                  </a:lnTo>
                  <a:cubicBezTo>
                    <a:pt x="1179136" y="1603627"/>
                    <a:pt x="1202980" y="1626915"/>
                    <a:pt x="1225295" y="1648161"/>
                  </a:cubicBezTo>
                  <a:cubicBezTo>
                    <a:pt x="1248517" y="1670242"/>
                    <a:pt x="1270006" y="1690580"/>
                    <a:pt x="1312377" y="1690580"/>
                  </a:cubicBezTo>
                  <a:cubicBezTo>
                    <a:pt x="1355923" y="1690580"/>
                    <a:pt x="1377398" y="1670242"/>
                    <a:pt x="1400620" y="1648161"/>
                  </a:cubicBezTo>
                  <a:cubicBezTo>
                    <a:pt x="1422391" y="1626915"/>
                    <a:pt x="1446206" y="1603627"/>
                    <a:pt x="1490715" y="1600798"/>
                  </a:cubicBezTo>
                  <a:lnTo>
                    <a:pt x="1499902" y="1600512"/>
                  </a:lnTo>
                  <a:lnTo>
                    <a:pt x="1509200" y="1600798"/>
                  </a:lnTo>
                  <a:cubicBezTo>
                    <a:pt x="1554240" y="1603627"/>
                    <a:pt x="1578118" y="1626915"/>
                    <a:pt x="1600457" y="1648161"/>
                  </a:cubicBezTo>
                  <a:cubicBezTo>
                    <a:pt x="1620811" y="1667482"/>
                    <a:pt x="1639813" y="1685468"/>
                    <a:pt x="1672675" y="1689663"/>
                  </a:cubicBezTo>
                  <a:lnTo>
                    <a:pt x="1687656" y="1690580"/>
                  </a:lnTo>
                  <a:lnTo>
                    <a:pt x="1702991" y="1689663"/>
                  </a:lnTo>
                  <a:cubicBezTo>
                    <a:pt x="1736589" y="1685468"/>
                    <a:pt x="1755583" y="1667482"/>
                    <a:pt x="1775902" y="1648161"/>
                  </a:cubicBezTo>
                  <a:cubicBezTo>
                    <a:pt x="1797671" y="1626915"/>
                    <a:pt x="1821477" y="1603627"/>
                    <a:pt x="1865985" y="1600798"/>
                  </a:cubicBezTo>
                  <a:lnTo>
                    <a:pt x="1875171" y="1600512"/>
                  </a:lnTo>
                  <a:lnTo>
                    <a:pt x="1884453" y="1600798"/>
                  </a:lnTo>
                  <a:cubicBezTo>
                    <a:pt x="1929442" y="1603627"/>
                    <a:pt x="1953295" y="1626915"/>
                    <a:pt x="1975602" y="1648161"/>
                  </a:cubicBezTo>
                  <a:cubicBezTo>
                    <a:pt x="1995922" y="1667482"/>
                    <a:pt x="2014463" y="1685468"/>
                    <a:pt x="2047561" y="1689663"/>
                  </a:cubicBezTo>
                  <a:lnTo>
                    <a:pt x="2062687" y="1690580"/>
                  </a:lnTo>
                  <a:lnTo>
                    <a:pt x="2078025" y="1689663"/>
                  </a:lnTo>
                  <a:cubicBezTo>
                    <a:pt x="2111623" y="1685468"/>
                    <a:pt x="2130614" y="1667482"/>
                    <a:pt x="2150933" y="1648161"/>
                  </a:cubicBezTo>
                  <a:cubicBezTo>
                    <a:pt x="2172701" y="1626915"/>
                    <a:pt x="2196510" y="1603627"/>
                    <a:pt x="2241019" y="1600798"/>
                  </a:cubicBezTo>
                  <a:lnTo>
                    <a:pt x="2250202" y="1600512"/>
                  </a:lnTo>
                  <a:lnTo>
                    <a:pt x="2259500" y="1600798"/>
                  </a:lnTo>
                  <a:cubicBezTo>
                    <a:pt x="2304545" y="1603627"/>
                    <a:pt x="2328421" y="1626915"/>
                    <a:pt x="2350772" y="1648161"/>
                  </a:cubicBezTo>
                  <a:cubicBezTo>
                    <a:pt x="2371110" y="1667482"/>
                    <a:pt x="2389675" y="1685468"/>
                    <a:pt x="2422815" y="1689663"/>
                  </a:cubicBezTo>
                  <a:lnTo>
                    <a:pt x="2437959" y="1690580"/>
                  </a:lnTo>
                  <a:lnTo>
                    <a:pt x="2453275" y="1689663"/>
                  </a:lnTo>
                  <a:cubicBezTo>
                    <a:pt x="2486774" y="1685468"/>
                    <a:pt x="2505375" y="1667482"/>
                    <a:pt x="2526203" y="1648161"/>
                  </a:cubicBezTo>
                  <a:cubicBezTo>
                    <a:pt x="2549424" y="1625499"/>
                    <a:pt x="2574968" y="1600512"/>
                    <a:pt x="2625475" y="1600512"/>
                  </a:cubicBezTo>
                  <a:cubicBezTo>
                    <a:pt x="2676563" y="1600512"/>
                    <a:pt x="2702109" y="1625499"/>
                    <a:pt x="2725913" y="1648161"/>
                  </a:cubicBezTo>
                  <a:cubicBezTo>
                    <a:pt x="2746233" y="1667482"/>
                    <a:pt x="2764773" y="1685468"/>
                    <a:pt x="2797875" y="1689663"/>
                  </a:cubicBezTo>
                  <a:lnTo>
                    <a:pt x="2812992" y="1690580"/>
                  </a:lnTo>
                  <a:lnTo>
                    <a:pt x="2828318" y="1689663"/>
                  </a:lnTo>
                  <a:cubicBezTo>
                    <a:pt x="2861804" y="1685468"/>
                    <a:pt x="2880408" y="1667482"/>
                    <a:pt x="2901235" y="1648161"/>
                  </a:cubicBezTo>
                  <a:cubicBezTo>
                    <a:pt x="2912221" y="1637538"/>
                    <a:pt x="2923666" y="1626404"/>
                    <a:pt x="2937929" y="1617573"/>
                  </a:cubicBezTo>
                  <a:lnTo>
                    <a:pt x="2957425" y="1608425"/>
                  </a:lnTo>
                  <a:lnTo>
                    <a:pt x="2957425" y="1629851"/>
                  </a:lnTo>
                  <a:lnTo>
                    <a:pt x="2944790" y="1634522"/>
                  </a:lnTo>
                  <a:cubicBezTo>
                    <a:pt x="2933453" y="1641958"/>
                    <a:pt x="2923688" y="1651284"/>
                    <a:pt x="2913429" y="1660945"/>
                  </a:cubicBezTo>
                  <a:cubicBezTo>
                    <a:pt x="2891112" y="1682190"/>
                    <a:pt x="2867269" y="1705479"/>
                    <a:pt x="2822285" y="1708307"/>
                  </a:cubicBezTo>
                  <a:lnTo>
                    <a:pt x="2812992" y="1708593"/>
                  </a:lnTo>
                  <a:lnTo>
                    <a:pt x="2803817" y="1708307"/>
                  </a:lnTo>
                  <a:cubicBezTo>
                    <a:pt x="2759309" y="1705479"/>
                    <a:pt x="2735489" y="1682190"/>
                    <a:pt x="2713719" y="1660945"/>
                  </a:cubicBezTo>
                  <a:cubicBezTo>
                    <a:pt x="2689916" y="1638864"/>
                    <a:pt x="2669016" y="1618526"/>
                    <a:pt x="2625475" y="1618526"/>
                  </a:cubicBezTo>
                  <a:cubicBezTo>
                    <a:pt x="2582521" y="1618526"/>
                    <a:pt x="2561615" y="1638864"/>
                    <a:pt x="2538398" y="1660945"/>
                  </a:cubicBezTo>
                  <a:cubicBezTo>
                    <a:pt x="2516079" y="1682190"/>
                    <a:pt x="2492239" y="1705479"/>
                    <a:pt x="2447253" y="1708307"/>
                  </a:cubicBezTo>
                  <a:lnTo>
                    <a:pt x="2437959" y="1708593"/>
                  </a:lnTo>
                  <a:lnTo>
                    <a:pt x="2428768" y="1708307"/>
                  </a:lnTo>
                  <a:cubicBezTo>
                    <a:pt x="2384205" y="1705479"/>
                    <a:pt x="2360364" y="1682190"/>
                    <a:pt x="2338559" y="1660945"/>
                  </a:cubicBezTo>
                  <a:cubicBezTo>
                    <a:pt x="2318221" y="1641624"/>
                    <a:pt x="2299203" y="1623638"/>
                    <a:pt x="2265570" y="1619443"/>
                  </a:cubicBezTo>
                  <a:lnTo>
                    <a:pt x="2250202" y="1618526"/>
                  </a:lnTo>
                  <a:lnTo>
                    <a:pt x="2235078" y="1619443"/>
                  </a:lnTo>
                  <a:cubicBezTo>
                    <a:pt x="2201989" y="1623638"/>
                    <a:pt x="2183438" y="1641624"/>
                    <a:pt x="2163119" y="1660945"/>
                  </a:cubicBezTo>
                  <a:cubicBezTo>
                    <a:pt x="2140811" y="1682190"/>
                    <a:pt x="2116959" y="1705479"/>
                    <a:pt x="2071970" y="1708307"/>
                  </a:cubicBezTo>
                  <a:lnTo>
                    <a:pt x="2062687" y="1708593"/>
                  </a:lnTo>
                  <a:lnTo>
                    <a:pt x="2053502" y="1708307"/>
                  </a:lnTo>
                  <a:cubicBezTo>
                    <a:pt x="2008993" y="1705479"/>
                    <a:pt x="1985187" y="1682190"/>
                    <a:pt x="1963418" y="1660945"/>
                  </a:cubicBezTo>
                  <a:cubicBezTo>
                    <a:pt x="1943099" y="1641624"/>
                    <a:pt x="1924106" y="1623638"/>
                    <a:pt x="1890508" y="1619443"/>
                  </a:cubicBezTo>
                  <a:lnTo>
                    <a:pt x="1875171" y="1618526"/>
                  </a:lnTo>
                  <a:lnTo>
                    <a:pt x="1860044" y="1619443"/>
                  </a:lnTo>
                  <a:cubicBezTo>
                    <a:pt x="1826946" y="1623638"/>
                    <a:pt x="1808405" y="1641624"/>
                    <a:pt x="1788085" y="1660945"/>
                  </a:cubicBezTo>
                  <a:cubicBezTo>
                    <a:pt x="1765780" y="1682190"/>
                    <a:pt x="1741925" y="1705479"/>
                    <a:pt x="1696936" y="1708307"/>
                  </a:cubicBezTo>
                  <a:lnTo>
                    <a:pt x="1687656" y="1708593"/>
                  </a:lnTo>
                  <a:lnTo>
                    <a:pt x="1678456" y="1708307"/>
                  </a:lnTo>
                  <a:cubicBezTo>
                    <a:pt x="1633891" y="1705479"/>
                    <a:pt x="1610048" y="1682190"/>
                    <a:pt x="1588259" y="1660945"/>
                  </a:cubicBezTo>
                  <a:cubicBezTo>
                    <a:pt x="1567905" y="1641624"/>
                    <a:pt x="1548904" y="1623638"/>
                    <a:pt x="1515254" y="1619443"/>
                  </a:cubicBezTo>
                  <a:lnTo>
                    <a:pt x="1499902" y="1618526"/>
                  </a:lnTo>
                  <a:lnTo>
                    <a:pt x="1484938" y="1619443"/>
                  </a:lnTo>
                  <a:cubicBezTo>
                    <a:pt x="1452117" y="1623638"/>
                    <a:pt x="1433131" y="1641624"/>
                    <a:pt x="1412811" y="1660945"/>
                  </a:cubicBezTo>
                  <a:cubicBezTo>
                    <a:pt x="1389009" y="1683607"/>
                    <a:pt x="1363465" y="1708593"/>
                    <a:pt x="1312377" y="1708593"/>
                  </a:cubicBezTo>
                  <a:cubicBezTo>
                    <a:pt x="1261869" y="1708593"/>
                    <a:pt x="1236325" y="1683607"/>
                    <a:pt x="1213103" y="1660945"/>
                  </a:cubicBezTo>
                  <a:cubicBezTo>
                    <a:pt x="1192784" y="1641624"/>
                    <a:pt x="1173800" y="1623638"/>
                    <a:pt x="1140203" y="1619443"/>
                  </a:cubicBezTo>
                  <a:lnTo>
                    <a:pt x="1124860" y="1618526"/>
                  </a:lnTo>
                  <a:lnTo>
                    <a:pt x="1109907" y="1619443"/>
                  </a:lnTo>
                  <a:cubicBezTo>
                    <a:pt x="1077083" y="1623638"/>
                    <a:pt x="1058099" y="1641624"/>
                    <a:pt x="1037780" y="1660945"/>
                  </a:cubicBezTo>
                  <a:cubicBezTo>
                    <a:pt x="1014563" y="1683607"/>
                    <a:pt x="988431" y="1708593"/>
                    <a:pt x="937343" y="1708593"/>
                  </a:cubicBezTo>
                  <a:cubicBezTo>
                    <a:pt x="887352" y="1708593"/>
                    <a:pt x="861195" y="1683607"/>
                    <a:pt x="837942" y="1660945"/>
                  </a:cubicBezTo>
                  <a:cubicBezTo>
                    <a:pt x="817603" y="1641624"/>
                    <a:pt x="798587" y="1623638"/>
                    <a:pt x="764952" y="1619443"/>
                  </a:cubicBezTo>
                  <a:lnTo>
                    <a:pt x="749586" y="1618526"/>
                  </a:lnTo>
                  <a:lnTo>
                    <a:pt x="734638" y="1619443"/>
                  </a:lnTo>
                  <a:cubicBezTo>
                    <a:pt x="701811" y="1623638"/>
                    <a:pt x="682831" y="1641624"/>
                    <a:pt x="662511" y="1660945"/>
                  </a:cubicBezTo>
                  <a:cubicBezTo>
                    <a:pt x="639282" y="1683607"/>
                    <a:pt x="613157" y="1708593"/>
                    <a:pt x="562069" y="1708593"/>
                  </a:cubicBezTo>
                  <a:cubicBezTo>
                    <a:pt x="512115" y="1708593"/>
                    <a:pt x="485977" y="1683607"/>
                    <a:pt x="462743" y="1660945"/>
                  </a:cubicBezTo>
                  <a:cubicBezTo>
                    <a:pt x="439508" y="1638864"/>
                    <a:pt x="418017" y="1618526"/>
                    <a:pt x="375034" y="1618526"/>
                  </a:cubicBezTo>
                  <a:cubicBezTo>
                    <a:pt x="332073" y="1618526"/>
                    <a:pt x="310593" y="1638864"/>
                    <a:pt x="287371" y="1660945"/>
                  </a:cubicBezTo>
                  <a:cubicBezTo>
                    <a:pt x="264149" y="1683607"/>
                    <a:pt x="238024" y="1708593"/>
                    <a:pt x="187517" y="1708593"/>
                  </a:cubicBezTo>
                  <a:cubicBezTo>
                    <a:pt x="137009" y="1708593"/>
                    <a:pt x="111465" y="1683607"/>
                    <a:pt x="87663" y="1660945"/>
                  </a:cubicBezTo>
                  <a:cubicBezTo>
                    <a:pt x="64441" y="1638864"/>
                    <a:pt x="42960" y="1618526"/>
                    <a:pt x="0" y="1618526"/>
                  </a:cubicBezTo>
                  <a:close/>
                  <a:moveTo>
                    <a:pt x="0" y="1501097"/>
                  </a:moveTo>
                  <a:cubicBezTo>
                    <a:pt x="50507" y="1501097"/>
                    <a:pt x="76632" y="1525525"/>
                    <a:pt x="99855" y="1548208"/>
                  </a:cubicBezTo>
                  <a:cubicBezTo>
                    <a:pt x="123076" y="1570891"/>
                    <a:pt x="144556" y="1590666"/>
                    <a:pt x="187517" y="1590666"/>
                  </a:cubicBezTo>
                  <a:cubicBezTo>
                    <a:pt x="230477" y="1590666"/>
                    <a:pt x="251957" y="1570310"/>
                    <a:pt x="275179" y="1548208"/>
                  </a:cubicBezTo>
                  <a:cubicBezTo>
                    <a:pt x="298982" y="1525525"/>
                    <a:pt x="324526" y="1501097"/>
                    <a:pt x="375034" y="1501097"/>
                  </a:cubicBezTo>
                  <a:cubicBezTo>
                    <a:pt x="425568" y="1501097"/>
                    <a:pt x="451706" y="1525525"/>
                    <a:pt x="474941" y="1548208"/>
                  </a:cubicBezTo>
                  <a:cubicBezTo>
                    <a:pt x="498175" y="1570891"/>
                    <a:pt x="519667" y="1590666"/>
                    <a:pt x="562069" y="1590666"/>
                  </a:cubicBezTo>
                  <a:cubicBezTo>
                    <a:pt x="605610" y="1590666"/>
                    <a:pt x="627090" y="1570310"/>
                    <a:pt x="650315" y="1548208"/>
                  </a:cubicBezTo>
                  <a:cubicBezTo>
                    <a:pt x="672083" y="1526943"/>
                    <a:pt x="696405" y="1504144"/>
                    <a:pt x="740506" y="1501377"/>
                  </a:cubicBezTo>
                  <a:lnTo>
                    <a:pt x="749586" y="1501097"/>
                  </a:lnTo>
                  <a:lnTo>
                    <a:pt x="758889" y="1501377"/>
                  </a:lnTo>
                  <a:cubicBezTo>
                    <a:pt x="803998" y="1504144"/>
                    <a:pt x="828351" y="1526943"/>
                    <a:pt x="850154" y="1548208"/>
                  </a:cubicBezTo>
                  <a:cubicBezTo>
                    <a:pt x="873408" y="1570891"/>
                    <a:pt x="894909" y="1590666"/>
                    <a:pt x="937343" y="1590666"/>
                  </a:cubicBezTo>
                  <a:cubicBezTo>
                    <a:pt x="980892" y="1590666"/>
                    <a:pt x="1002368" y="1570310"/>
                    <a:pt x="1025586" y="1548208"/>
                  </a:cubicBezTo>
                  <a:cubicBezTo>
                    <a:pt x="1047357" y="1526943"/>
                    <a:pt x="1071175" y="1504144"/>
                    <a:pt x="1115684" y="1501377"/>
                  </a:cubicBezTo>
                  <a:lnTo>
                    <a:pt x="1124860" y="1501097"/>
                  </a:lnTo>
                  <a:lnTo>
                    <a:pt x="1134151" y="1501377"/>
                  </a:lnTo>
                  <a:cubicBezTo>
                    <a:pt x="1179136" y="1504144"/>
                    <a:pt x="1202980" y="1526943"/>
                    <a:pt x="1225295" y="1548208"/>
                  </a:cubicBezTo>
                  <a:cubicBezTo>
                    <a:pt x="1248517" y="1570891"/>
                    <a:pt x="1270006" y="1590666"/>
                    <a:pt x="1312377" y="1590666"/>
                  </a:cubicBezTo>
                  <a:cubicBezTo>
                    <a:pt x="1355923" y="1590666"/>
                    <a:pt x="1377398" y="1570310"/>
                    <a:pt x="1400620" y="1548208"/>
                  </a:cubicBezTo>
                  <a:cubicBezTo>
                    <a:pt x="1422391" y="1526943"/>
                    <a:pt x="1446206" y="1504144"/>
                    <a:pt x="1490715" y="1501377"/>
                  </a:cubicBezTo>
                  <a:lnTo>
                    <a:pt x="1499902" y="1501097"/>
                  </a:lnTo>
                  <a:lnTo>
                    <a:pt x="1509200" y="1501377"/>
                  </a:lnTo>
                  <a:cubicBezTo>
                    <a:pt x="1554240" y="1504144"/>
                    <a:pt x="1578118" y="1526943"/>
                    <a:pt x="1600457" y="1548208"/>
                  </a:cubicBezTo>
                  <a:cubicBezTo>
                    <a:pt x="1620811" y="1568056"/>
                    <a:pt x="1639813" y="1585677"/>
                    <a:pt x="1672675" y="1589772"/>
                  </a:cubicBezTo>
                  <a:lnTo>
                    <a:pt x="1687656" y="1590666"/>
                  </a:lnTo>
                  <a:lnTo>
                    <a:pt x="1702991" y="1589748"/>
                  </a:lnTo>
                  <a:cubicBezTo>
                    <a:pt x="1736589" y="1585550"/>
                    <a:pt x="1755583" y="1567547"/>
                    <a:pt x="1775902" y="1548208"/>
                  </a:cubicBezTo>
                  <a:cubicBezTo>
                    <a:pt x="1797671" y="1526943"/>
                    <a:pt x="1821477" y="1504144"/>
                    <a:pt x="1865985" y="1501377"/>
                  </a:cubicBezTo>
                  <a:lnTo>
                    <a:pt x="1875171" y="1501097"/>
                  </a:lnTo>
                  <a:lnTo>
                    <a:pt x="1884453" y="1501377"/>
                  </a:lnTo>
                  <a:cubicBezTo>
                    <a:pt x="1929442" y="1504144"/>
                    <a:pt x="1953295" y="1526943"/>
                    <a:pt x="1975602" y="1548208"/>
                  </a:cubicBezTo>
                  <a:cubicBezTo>
                    <a:pt x="1995922" y="1568056"/>
                    <a:pt x="2014463" y="1585677"/>
                    <a:pt x="2047561" y="1589772"/>
                  </a:cubicBezTo>
                  <a:lnTo>
                    <a:pt x="2062687" y="1590666"/>
                  </a:lnTo>
                  <a:lnTo>
                    <a:pt x="2078025" y="1589748"/>
                  </a:lnTo>
                  <a:cubicBezTo>
                    <a:pt x="2111623" y="1585550"/>
                    <a:pt x="2130614" y="1567547"/>
                    <a:pt x="2150933" y="1548208"/>
                  </a:cubicBezTo>
                  <a:cubicBezTo>
                    <a:pt x="2172701" y="1526943"/>
                    <a:pt x="2196510" y="1504144"/>
                    <a:pt x="2241019" y="1501377"/>
                  </a:cubicBezTo>
                  <a:lnTo>
                    <a:pt x="2250202" y="1501097"/>
                  </a:lnTo>
                  <a:lnTo>
                    <a:pt x="2259500" y="1501377"/>
                  </a:lnTo>
                  <a:cubicBezTo>
                    <a:pt x="2304545" y="1504144"/>
                    <a:pt x="2328421" y="1526943"/>
                    <a:pt x="2350772" y="1548208"/>
                  </a:cubicBezTo>
                  <a:cubicBezTo>
                    <a:pt x="2371110" y="1568056"/>
                    <a:pt x="2389675" y="1585677"/>
                    <a:pt x="2422815" y="1589772"/>
                  </a:cubicBezTo>
                  <a:lnTo>
                    <a:pt x="2437959" y="1590666"/>
                  </a:lnTo>
                  <a:lnTo>
                    <a:pt x="2453275" y="1589748"/>
                  </a:lnTo>
                  <a:cubicBezTo>
                    <a:pt x="2486774" y="1585550"/>
                    <a:pt x="2505375" y="1567547"/>
                    <a:pt x="2526203" y="1548208"/>
                  </a:cubicBezTo>
                  <a:cubicBezTo>
                    <a:pt x="2549424" y="1525525"/>
                    <a:pt x="2574968" y="1501097"/>
                    <a:pt x="2625475" y="1501097"/>
                  </a:cubicBezTo>
                  <a:cubicBezTo>
                    <a:pt x="2676563" y="1501097"/>
                    <a:pt x="2702109" y="1525525"/>
                    <a:pt x="2725913" y="1548208"/>
                  </a:cubicBezTo>
                  <a:cubicBezTo>
                    <a:pt x="2746233" y="1568056"/>
                    <a:pt x="2764773" y="1585677"/>
                    <a:pt x="2797875" y="1589772"/>
                  </a:cubicBezTo>
                  <a:lnTo>
                    <a:pt x="2812992" y="1590666"/>
                  </a:lnTo>
                  <a:lnTo>
                    <a:pt x="2828318" y="1589748"/>
                  </a:lnTo>
                  <a:cubicBezTo>
                    <a:pt x="2861804" y="1585550"/>
                    <a:pt x="2880408" y="1567547"/>
                    <a:pt x="2901235" y="1548208"/>
                  </a:cubicBezTo>
                  <a:cubicBezTo>
                    <a:pt x="2912218" y="1537576"/>
                    <a:pt x="2923662" y="1526559"/>
                    <a:pt x="2937924" y="1517856"/>
                  </a:cubicBezTo>
                  <a:lnTo>
                    <a:pt x="2957425" y="1508856"/>
                  </a:lnTo>
                  <a:lnTo>
                    <a:pt x="2957425" y="1529880"/>
                  </a:lnTo>
                  <a:lnTo>
                    <a:pt x="2944785" y="1534556"/>
                  </a:lnTo>
                  <a:cubicBezTo>
                    <a:pt x="2933448" y="1541999"/>
                    <a:pt x="2923685" y="1551334"/>
                    <a:pt x="2913429" y="1561004"/>
                  </a:cubicBezTo>
                  <a:cubicBezTo>
                    <a:pt x="2891112" y="1582269"/>
                    <a:pt x="2867269" y="1605580"/>
                    <a:pt x="2822285" y="1608410"/>
                  </a:cubicBezTo>
                  <a:lnTo>
                    <a:pt x="2812992" y="1608697"/>
                  </a:lnTo>
                  <a:lnTo>
                    <a:pt x="2803817" y="1608410"/>
                  </a:lnTo>
                  <a:cubicBezTo>
                    <a:pt x="2759309" y="1605580"/>
                    <a:pt x="2735489" y="1582269"/>
                    <a:pt x="2713719" y="1561004"/>
                  </a:cubicBezTo>
                  <a:cubicBezTo>
                    <a:pt x="2689916" y="1538902"/>
                    <a:pt x="2669016" y="1518546"/>
                    <a:pt x="2625475" y="1518546"/>
                  </a:cubicBezTo>
                  <a:cubicBezTo>
                    <a:pt x="2582521" y="1518546"/>
                    <a:pt x="2561615" y="1538902"/>
                    <a:pt x="2538398" y="1561004"/>
                  </a:cubicBezTo>
                  <a:cubicBezTo>
                    <a:pt x="2516079" y="1582269"/>
                    <a:pt x="2492239" y="1605580"/>
                    <a:pt x="2447253" y="1608410"/>
                  </a:cubicBezTo>
                  <a:lnTo>
                    <a:pt x="2437959" y="1608697"/>
                  </a:lnTo>
                  <a:lnTo>
                    <a:pt x="2428768" y="1608410"/>
                  </a:lnTo>
                  <a:cubicBezTo>
                    <a:pt x="2384205" y="1605580"/>
                    <a:pt x="2360364" y="1582269"/>
                    <a:pt x="2338559" y="1561004"/>
                  </a:cubicBezTo>
                  <a:cubicBezTo>
                    <a:pt x="2318221" y="1541665"/>
                    <a:pt x="2299203" y="1523662"/>
                    <a:pt x="2265570" y="1519464"/>
                  </a:cubicBezTo>
                  <a:lnTo>
                    <a:pt x="2250202" y="1518546"/>
                  </a:lnTo>
                  <a:lnTo>
                    <a:pt x="2235078" y="1519464"/>
                  </a:lnTo>
                  <a:cubicBezTo>
                    <a:pt x="2201989" y="1523662"/>
                    <a:pt x="2183438" y="1541665"/>
                    <a:pt x="2163119" y="1561004"/>
                  </a:cubicBezTo>
                  <a:cubicBezTo>
                    <a:pt x="2140811" y="1582269"/>
                    <a:pt x="2116959" y="1605580"/>
                    <a:pt x="2071970" y="1608410"/>
                  </a:cubicBezTo>
                  <a:lnTo>
                    <a:pt x="2062687" y="1608697"/>
                  </a:lnTo>
                  <a:lnTo>
                    <a:pt x="2053502" y="1608410"/>
                  </a:lnTo>
                  <a:cubicBezTo>
                    <a:pt x="2008993" y="1605580"/>
                    <a:pt x="1985187" y="1582269"/>
                    <a:pt x="1963418" y="1561004"/>
                  </a:cubicBezTo>
                  <a:cubicBezTo>
                    <a:pt x="1943099" y="1541665"/>
                    <a:pt x="1924106" y="1523662"/>
                    <a:pt x="1890508" y="1519464"/>
                  </a:cubicBezTo>
                  <a:lnTo>
                    <a:pt x="1875171" y="1518546"/>
                  </a:lnTo>
                  <a:lnTo>
                    <a:pt x="1860044" y="1519464"/>
                  </a:lnTo>
                  <a:cubicBezTo>
                    <a:pt x="1826946" y="1523662"/>
                    <a:pt x="1808405" y="1541665"/>
                    <a:pt x="1788085" y="1561004"/>
                  </a:cubicBezTo>
                  <a:cubicBezTo>
                    <a:pt x="1765780" y="1582269"/>
                    <a:pt x="1741925" y="1605580"/>
                    <a:pt x="1696936" y="1608410"/>
                  </a:cubicBezTo>
                  <a:lnTo>
                    <a:pt x="1687656" y="1608697"/>
                  </a:lnTo>
                  <a:lnTo>
                    <a:pt x="1678456" y="1608410"/>
                  </a:lnTo>
                  <a:cubicBezTo>
                    <a:pt x="1633891" y="1605580"/>
                    <a:pt x="1610048" y="1582269"/>
                    <a:pt x="1588259" y="1561004"/>
                  </a:cubicBezTo>
                  <a:cubicBezTo>
                    <a:pt x="1567905" y="1541665"/>
                    <a:pt x="1548904" y="1523662"/>
                    <a:pt x="1515254" y="1519464"/>
                  </a:cubicBezTo>
                  <a:lnTo>
                    <a:pt x="1499902" y="1518546"/>
                  </a:lnTo>
                  <a:lnTo>
                    <a:pt x="1484938" y="1519464"/>
                  </a:lnTo>
                  <a:cubicBezTo>
                    <a:pt x="1452117" y="1523662"/>
                    <a:pt x="1433131" y="1541665"/>
                    <a:pt x="1412811" y="1561004"/>
                  </a:cubicBezTo>
                  <a:cubicBezTo>
                    <a:pt x="1389009" y="1583687"/>
                    <a:pt x="1363465" y="1608697"/>
                    <a:pt x="1312377" y="1608697"/>
                  </a:cubicBezTo>
                  <a:cubicBezTo>
                    <a:pt x="1261869" y="1608697"/>
                    <a:pt x="1236325" y="1583687"/>
                    <a:pt x="1213103" y="1561004"/>
                  </a:cubicBezTo>
                  <a:cubicBezTo>
                    <a:pt x="1192784" y="1541665"/>
                    <a:pt x="1173800" y="1523662"/>
                    <a:pt x="1140203" y="1519464"/>
                  </a:cubicBezTo>
                  <a:lnTo>
                    <a:pt x="1124860" y="1518546"/>
                  </a:lnTo>
                  <a:lnTo>
                    <a:pt x="1109907" y="1519464"/>
                  </a:lnTo>
                  <a:cubicBezTo>
                    <a:pt x="1077083" y="1523662"/>
                    <a:pt x="1058099" y="1541665"/>
                    <a:pt x="1037780" y="1561004"/>
                  </a:cubicBezTo>
                  <a:cubicBezTo>
                    <a:pt x="1014563" y="1583687"/>
                    <a:pt x="988431" y="1608697"/>
                    <a:pt x="937343" y="1608697"/>
                  </a:cubicBezTo>
                  <a:cubicBezTo>
                    <a:pt x="887352" y="1608697"/>
                    <a:pt x="861195" y="1583687"/>
                    <a:pt x="837942" y="1561004"/>
                  </a:cubicBezTo>
                  <a:cubicBezTo>
                    <a:pt x="817603" y="1541665"/>
                    <a:pt x="798587" y="1523662"/>
                    <a:pt x="764952" y="1519464"/>
                  </a:cubicBezTo>
                  <a:lnTo>
                    <a:pt x="749586" y="1518546"/>
                  </a:lnTo>
                  <a:lnTo>
                    <a:pt x="734638" y="1519464"/>
                  </a:lnTo>
                  <a:cubicBezTo>
                    <a:pt x="701811" y="1523662"/>
                    <a:pt x="682831" y="1541665"/>
                    <a:pt x="662511" y="1561004"/>
                  </a:cubicBezTo>
                  <a:cubicBezTo>
                    <a:pt x="639282" y="1583687"/>
                    <a:pt x="613157" y="1608697"/>
                    <a:pt x="562069" y="1608697"/>
                  </a:cubicBezTo>
                  <a:cubicBezTo>
                    <a:pt x="512115" y="1608697"/>
                    <a:pt x="485977" y="1583687"/>
                    <a:pt x="462743" y="1561004"/>
                  </a:cubicBezTo>
                  <a:cubicBezTo>
                    <a:pt x="439508" y="1538902"/>
                    <a:pt x="418017" y="1518546"/>
                    <a:pt x="375034" y="1518546"/>
                  </a:cubicBezTo>
                  <a:cubicBezTo>
                    <a:pt x="332073" y="1518546"/>
                    <a:pt x="310593" y="1538902"/>
                    <a:pt x="287371" y="1561004"/>
                  </a:cubicBezTo>
                  <a:cubicBezTo>
                    <a:pt x="264149" y="1583687"/>
                    <a:pt x="238024" y="1608697"/>
                    <a:pt x="187517" y="1608697"/>
                  </a:cubicBezTo>
                  <a:cubicBezTo>
                    <a:pt x="137009" y="1608697"/>
                    <a:pt x="111465" y="1583687"/>
                    <a:pt x="87663" y="1561004"/>
                  </a:cubicBezTo>
                  <a:cubicBezTo>
                    <a:pt x="64441" y="1538902"/>
                    <a:pt x="42960" y="1518546"/>
                    <a:pt x="0" y="1518546"/>
                  </a:cubicBezTo>
                  <a:close/>
                  <a:moveTo>
                    <a:pt x="0" y="1399997"/>
                  </a:moveTo>
                  <a:cubicBezTo>
                    <a:pt x="50507" y="1399997"/>
                    <a:pt x="76632" y="1424983"/>
                    <a:pt x="99855" y="1447646"/>
                  </a:cubicBezTo>
                  <a:cubicBezTo>
                    <a:pt x="123076" y="1469727"/>
                    <a:pt x="144556" y="1490064"/>
                    <a:pt x="187517" y="1490064"/>
                  </a:cubicBezTo>
                  <a:cubicBezTo>
                    <a:pt x="230477" y="1490064"/>
                    <a:pt x="251957" y="1469727"/>
                    <a:pt x="275179" y="1447646"/>
                  </a:cubicBezTo>
                  <a:cubicBezTo>
                    <a:pt x="298982" y="1424983"/>
                    <a:pt x="324526" y="1399997"/>
                    <a:pt x="375034" y="1399997"/>
                  </a:cubicBezTo>
                  <a:cubicBezTo>
                    <a:pt x="425568" y="1399997"/>
                    <a:pt x="451706" y="1424983"/>
                    <a:pt x="474941" y="1447646"/>
                  </a:cubicBezTo>
                  <a:cubicBezTo>
                    <a:pt x="498175" y="1469727"/>
                    <a:pt x="519667" y="1490064"/>
                    <a:pt x="562069" y="1490064"/>
                  </a:cubicBezTo>
                  <a:cubicBezTo>
                    <a:pt x="605610" y="1490064"/>
                    <a:pt x="627090" y="1469727"/>
                    <a:pt x="650315" y="1447646"/>
                  </a:cubicBezTo>
                  <a:cubicBezTo>
                    <a:pt x="672083" y="1426400"/>
                    <a:pt x="696405" y="1403111"/>
                    <a:pt x="740506" y="1400283"/>
                  </a:cubicBezTo>
                  <a:lnTo>
                    <a:pt x="749586" y="1399997"/>
                  </a:lnTo>
                  <a:lnTo>
                    <a:pt x="758889" y="1400283"/>
                  </a:lnTo>
                  <a:cubicBezTo>
                    <a:pt x="803998" y="1403111"/>
                    <a:pt x="828351" y="1426400"/>
                    <a:pt x="850154" y="1447646"/>
                  </a:cubicBezTo>
                  <a:cubicBezTo>
                    <a:pt x="873408" y="1469727"/>
                    <a:pt x="894909" y="1490064"/>
                    <a:pt x="937343" y="1490064"/>
                  </a:cubicBezTo>
                  <a:cubicBezTo>
                    <a:pt x="980892" y="1490064"/>
                    <a:pt x="1002368" y="1469727"/>
                    <a:pt x="1025586" y="1447646"/>
                  </a:cubicBezTo>
                  <a:cubicBezTo>
                    <a:pt x="1047357" y="1426400"/>
                    <a:pt x="1071175" y="1403111"/>
                    <a:pt x="1115684" y="1400283"/>
                  </a:cubicBezTo>
                  <a:lnTo>
                    <a:pt x="1124860" y="1399997"/>
                  </a:lnTo>
                  <a:lnTo>
                    <a:pt x="1134151" y="1400283"/>
                  </a:lnTo>
                  <a:cubicBezTo>
                    <a:pt x="1179136" y="1403111"/>
                    <a:pt x="1202980" y="1426400"/>
                    <a:pt x="1225295" y="1447646"/>
                  </a:cubicBezTo>
                  <a:cubicBezTo>
                    <a:pt x="1248517" y="1469727"/>
                    <a:pt x="1270006" y="1490064"/>
                    <a:pt x="1312377" y="1490064"/>
                  </a:cubicBezTo>
                  <a:cubicBezTo>
                    <a:pt x="1355923" y="1490064"/>
                    <a:pt x="1377398" y="1469727"/>
                    <a:pt x="1400620" y="1447646"/>
                  </a:cubicBezTo>
                  <a:cubicBezTo>
                    <a:pt x="1422391" y="1426400"/>
                    <a:pt x="1446206" y="1403111"/>
                    <a:pt x="1490715" y="1400283"/>
                  </a:cubicBezTo>
                  <a:lnTo>
                    <a:pt x="1499902" y="1399997"/>
                  </a:lnTo>
                  <a:lnTo>
                    <a:pt x="1509200" y="1400283"/>
                  </a:lnTo>
                  <a:cubicBezTo>
                    <a:pt x="1554240" y="1403111"/>
                    <a:pt x="1578118" y="1426400"/>
                    <a:pt x="1600457" y="1447646"/>
                  </a:cubicBezTo>
                  <a:cubicBezTo>
                    <a:pt x="1620811" y="1466966"/>
                    <a:pt x="1639813" y="1484953"/>
                    <a:pt x="1672675" y="1489147"/>
                  </a:cubicBezTo>
                  <a:lnTo>
                    <a:pt x="1687656" y="1490064"/>
                  </a:lnTo>
                  <a:lnTo>
                    <a:pt x="1702991" y="1489147"/>
                  </a:lnTo>
                  <a:cubicBezTo>
                    <a:pt x="1736589" y="1484953"/>
                    <a:pt x="1755583" y="1466966"/>
                    <a:pt x="1775902" y="1447646"/>
                  </a:cubicBezTo>
                  <a:cubicBezTo>
                    <a:pt x="1797671" y="1426400"/>
                    <a:pt x="1821477" y="1403111"/>
                    <a:pt x="1865985" y="1400283"/>
                  </a:cubicBezTo>
                  <a:lnTo>
                    <a:pt x="1875171" y="1399997"/>
                  </a:lnTo>
                  <a:lnTo>
                    <a:pt x="1884453" y="1400283"/>
                  </a:lnTo>
                  <a:cubicBezTo>
                    <a:pt x="1929442" y="1403111"/>
                    <a:pt x="1953295" y="1426400"/>
                    <a:pt x="1975602" y="1447646"/>
                  </a:cubicBezTo>
                  <a:cubicBezTo>
                    <a:pt x="1995922" y="1466966"/>
                    <a:pt x="2014463" y="1484953"/>
                    <a:pt x="2047561" y="1489147"/>
                  </a:cubicBezTo>
                  <a:lnTo>
                    <a:pt x="2062687" y="1490064"/>
                  </a:lnTo>
                  <a:lnTo>
                    <a:pt x="2078025" y="1489147"/>
                  </a:lnTo>
                  <a:cubicBezTo>
                    <a:pt x="2111623" y="1484953"/>
                    <a:pt x="2130614" y="1466966"/>
                    <a:pt x="2150933" y="1447646"/>
                  </a:cubicBezTo>
                  <a:cubicBezTo>
                    <a:pt x="2172701" y="1426400"/>
                    <a:pt x="2196510" y="1403111"/>
                    <a:pt x="2241019" y="1400283"/>
                  </a:cubicBezTo>
                  <a:lnTo>
                    <a:pt x="2250202" y="1399997"/>
                  </a:lnTo>
                  <a:lnTo>
                    <a:pt x="2259500" y="1400283"/>
                  </a:lnTo>
                  <a:cubicBezTo>
                    <a:pt x="2304545" y="1403111"/>
                    <a:pt x="2328421" y="1426400"/>
                    <a:pt x="2350772" y="1447646"/>
                  </a:cubicBezTo>
                  <a:cubicBezTo>
                    <a:pt x="2371110" y="1466966"/>
                    <a:pt x="2389675" y="1484953"/>
                    <a:pt x="2422815" y="1489147"/>
                  </a:cubicBezTo>
                  <a:lnTo>
                    <a:pt x="2437959" y="1490064"/>
                  </a:lnTo>
                  <a:lnTo>
                    <a:pt x="2453275" y="1489147"/>
                  </a:lnTo>
                  <a:cubicBezTo>
                    <a:pt x="2486774" y="1484953"/>
                    <a:pt x="2505375" y="1466966"/>
                    <a:pt x="2526203" y="1447646"/>
                  </a:cubicBezTo>
                  <a:cubicBezTo>
                    <a:pt x="2549424" y="1424983"/>
                    <a:pt x="2574968" y="1399997"/>
                    <a:pt x="2625475" y="1399997"/>
                  </a:cubicBezTo>
                  <a:cubicBezTo>
                    <a:pt x="2676563" y="1399997"/>
                    <a:pt x="2702109" y="1424983"/>
                    <a:pt x="2725913" y="1447646"/>
                  </a:cubicBezTo>
                  <a:cubicBezTo>
                    <a:pt x="2746233" y="1466966"/>
                    <a:pt x="2764773" y="1484953"/>
                    <a:pt x="2797875" y="1489147"/>
                  </a:cubicBezTo>
                  <a:lnTo>
                    <a:pt x="2812992" y="1490064"/>
                  </a:lnTo>
                  <a:lnTo>
                    <a:pt x="2828318" y="1489147"/>
                  </a:lnTo>
                  <a:cubicBezTo>
                    <a:pt x="2861804" y="1484953"/>
                    <a:pt x="2880408" y="1466966"/>
                    <a:pt x="2901235" y="1447646"/>
                  </a:cubicBezTo>
                  <a:cubicBezTo>
                    <a:pt x="2912215" y="1437023"/>
                    <a:pt x="2923657" y="1425889"/>
                    <a:pt x="2937919" y="1417057"/>
                  </a:cubicBezTo>
                  <a:lnTo>
                    <a:pt x="2957425" y="1407904"/>
                  </a:lnTo>
                  <a:lnTo>
                    <a:pt x="2957425" y="1429332"/>
                  </a:lnTo>
                  <a:lnTo>
                    <a:pt x="2944779" y="1434006"/>
                  </a:lnTo>
                  <a:cubicBezTo>
                    <a:pt x="2933443" y="1441442"/>
                    <a:pt x="2923682" y="1450769"/>
                    <a:pt x="2913429" y="1460429"/>
                  </a:cubicBezTo>
                  <a:cubicBezTo>
                    <a:pt x="2891112" y="1481675"/>
                    <a:pt x="2867269" y="1504964"/>
                    <a:pt x="2822285" y="1507792"/>
                  </a:cubicBezTo>
                  <a:lnTo>
                    <a:pt x="2812992" y="1508078"/>
                  </a:lnTo>
                  <a:lnTo>
                    <a:pt x="2803817" y="1507792"/>
                  </a:lnTo>
                  <a:cubicBezTo>
                    <a:pt x="2759309" y="1504964"/>
                    <a:pt x="2735489" y="1481675"/>
                    <a:pt x="2713719" y="1460429"/>
                  </a:cubicBezTo>
                  <a:cubicBezTo>
                    <a:pt x="2689916" y="1438348"/>
                    <a:pt x="2669016" y="1418011"/>
                    <a:pt x="2625475" y="1418011"/>
                  </a:cubicBezTo>
                  <a:cubicBezTo>
                    <a:pt x="2582521" y="1418011"/>
                    <a:pt x="2561615" y="1438348"/>
                    <a:pt x="2538398" y="1460429"/>
                  </a:cubicBezTo>
                  <a:cubicBezTo>
                    <a:pt x="2516079" y="1481675"/>
                    <a:pt x="2492239" y="1504964"/>
                    <a:pt x="2447253" y="1507792"/>
                  </a:cubicBezTo>
                  <a:lnTo>
                    <a:pt x="2437959" y="1508078"/>
                  </a:lnTo>
                  <a:lnTo>
                    <a:pt x="2428768" y="1507792"/>
                  </a:lnTo>
                  <a:cubicBezTo>
                    <a:pt x="2384205" y="1504964"/>
                    <a:pt x="2360364" y="1481675"/>
                    <a:pt x="2338559" y="1460429"/>
                  </a:cubicBezTo>
                  <a:cubicBezTo>
                    <a:pt x="2318221" y="1441108"/>
                    <a:pt x="2299203" y="1423122"/>
                    <a:pt x="2265570" y="1418928"/>
                  </a:cubicBezTo>
                  <a:lnTo>
                    <a:pt x="2250202" y="1418011"/>
                  </a:lnTo>
                  <a:lnTo>
                    <a:pt x="2235078" y="1418928"/>
                  </a:lnTo>
                  <a:cubicBezTo>
                    <a:pt x="2201989" y="1423122"/>
                    <a:pt x="2183438" y="1441108"/>
                    <a:pt x="2163119" y="1460429"/>
                  </a:cubicBezTo>
                  <a:cubicBezTo>
                    <a:pt x="2140811" y="1481675"/>
                    <a:pt x="2116959" y="1504964"/>
                    <a:pt x="2071970" y="1507792"/>
                  </a:cubicBezTo>
                  <a:lnTo>
                    <a:pt x="2062687" y="1508078"/>
                  </a:lnTo>
                  <a:lnTo>
                    <a:pt x="2053502" y="1507792"/>
                  </a:lnTo>
                  <a:cubicBezTo>
                    <a:pt x="2008993" y="1504964"/>
                    <a:pt x="1985187" y="1481675"/>
                    <a:pt x="1963418" y="1460429"/>
                  </a:cubicBezTo>
                  <a:cubicBezTo>
                    <a:pt x="1943099" y="1441108"/>
                    <a:pt x="1924106" y="1423122"/>
                    <a:pt x="1890508" y="1418928"/>
                  </a:cubicBezTo>
                  <a:lnTo>
                    <a:pt x="1875171" y="1418011"/>
                  </a:lnTo>
                  <a:lnTo>
                    <a:pt x="1860044" y="1418928"/>
                  </a:lnTo>
                  <a:cubicBezTo>
                    <a:pt x="1826946" y="1423122"/>
                    <a:pt x="1808405" y="1441108"/>
                    <a:pt x="1788085" y="1460429"/>
                  </a:cubicBezTo>
                  <a:cubicBezTo>
                    <a:pt x="1765780" y="1481675"/>
                    <a:pt x="1741925" y="1504964"/>
                    <a:pt x="1696936" y="1507792"/>
                  </a:cubicBezTo>
                  <a:lnTo>
                    <a:pt x="1687656" y="1508078"/>
                  </a:lnTo>
                  <a:lnTo>
                    <a:pt x="1678456" y="1507792"/>
                  </a:lnTo>
                  <a:cubicBezTo>
                    <a:pt x="1633891" y="1504964"/>
                    <a:pt x="1610048" y="1481675"/>
                    <a:pt x="1588259" y="1460429"/>
                  </a:cubicBezTo>
                  <a:cubicBezTo>
                    <a:pt x="1567905" y="1441108"/>
                    <a:pt x="1548904" y="1423122"/>
                    <a:pt x="1515254" y="1418928"/>
                  </a:cubicBezTo>
                  <a:lnTo>
                    <a:pt x="1499902" y="1418011"/>
                  </a:lnTo>
                  <a:lnTo>
                    <a:pt x="1484938" y="1418928"/>
                  </a:lnTo>
                  <a:cubicBezTo>
                    <a:pt x="1452117" y="1423122"/>
                    <a:pt x="1433131" y="1441108"/>
                    <a:pt x="1412811" y="1460429"/>
                  </a:cubicBezTo>
                  <a:cubicBezTo>
                    <a:pt x="1389009" y="1483091"/>
                    <a:pt x="1363465" y="1508078"/>
                    <a:pt x="1312377" y="1508078"/>
                  </a:cubicBezTo>
                  <a:cubicBezTo>
                    <a:pt x="1261869" y="1508078"/>
                    <a:pt x="1236325" y="1483091"/>
                    <a:pt x="1213103" y="1460429"/>
                  </a:cubicBezTo>
                  <a:cubicBezTo>
                    <a:pt x="1192784" y="1441108"/>
                    <a:pt x="1173800" y="1423122"/>
                    <a:pt x="1140203" y="1418928"/>
                  </a:cubicBezTo>
                  <a:lnTo>
                    <a:pt x="1124860" y="1418011"/>
                  </a:lnTo>
                  <a:lnTo>
                    <a:pt x="1109907" y="1418928"/>
                  </a:lnTo>
                  <a:cubicBezTo>
                    <a:pt x="1077083" y="1423122"/>
                    <a:pt x="1058099" y="1441108"/>
                    <a:pt x="1037780" y="1460429"/>
                  </a:cubicBezTo>
                  <a:cubicBezTo>
                    <a:pt x="1014563" y="1483091"/>
                    <a:pt x="988431" y="1508078"/>
                    <a:pt x="937343" y="1508078"/>
                  </a:cubicBezTo>
                  <a:cubicBezTo>
                    <a:pt x="887352" y="1508078"/>
                    <a:pt x="861195" y="1483091"/>
                    <a:pt x="837942" y="1460429"/>
                  </a:cubicBezTo>
                  <a:cubicBezTo>
                    <a:pt x="817603" y="1441108"/>
                    <a:pt x="798587" y="1423122"/>
                    <a:pt x="764952" y="1418928"/>
                  </a:cubicBezTo>
                  <a:lnTo>
                    <a:pt x="749586" y="1418011"/>
                  </a:lnTo>
                  <a:lnTo>
                    <a:pt x="734638" y="1418928"/>
                  </a:lnTo>
                  <a:cubicBezTo>
                    <a:pt x="701811" y="1423122"/>
                    <a:pt x="682831" y="1441108"/>
                    <a:pt x="662511" y="1460429"/>
                  </a:cubicBezTo>
                  <a:cubicBezTo>
                    <a:pt x="639282" y="1483091"/>
                    <a:pt x="613157" y="1508078"/>
                    <a:pt x="562069" y="1508078"/>
                  </a:cubicBezTo>
                  <a:cubicBezTo>
                    <a:pt x="512115" y="1508078"/>
                    <a:pt x="485977" y="1483091"/>
                    <a:pt x="462743" y="1460429"/>
                  </a:cubicBezTo>
                  <a:cubicBezTo>
                    <a:pt x="439508" y="1438348"/>
                    <a:pt x="418017" y="1418011"/>
                    <a:pt x="375034" y="1418011"/>
                  </a:cubicBezTo>
                  <a:cubicBezTo>
                    <a:pt x="332073" y="1418011"/>
                    <a:pt x="310593" y="1438348"/>
                    <a:pt x="287371" y="1460429"/>
                  </a:cubicBezTo>
                  <a:cubicBezTo>
                    <a:pt x="264149" y="1483091"/>
                    <a:pt x="238024" y="1508078"/>
                    <a:pt x="187517" y="1508078"/>
                  </a:cubicBezTo>
                  <a:cubicBezTo>
                    <a:pt x="137009" y="1508078"/>
                    <a:pt x="111465" y="1483091"/>
                    <a:pt x="87663" y="1460429"/>
                  </a:cubicBezTo>
                  <a:cubicBezTo>
                    <a:pt x="64441" y="1438348"/>
                    <a:pt x="42960" y="1418011"/>
                    <a:pt x="0" y="1418011"/>
                  </a:cubicBezTo>
                  <a:close/>
                  <a:moveTo>
                    <a:pt x="0" y="1300582"/>
                  </a:moveTo>
                  <a:cubicBezTo>
                    <a:pt x="50507" y="1300582"/>
                    <a:pt x="76632" y="1325591"/>
                    <a:pt x="99855" y="1347693"/>
                  </a:cubicBezTo>
                  <a:cubicBezTo>
                    <a:pt x="123076" y="1370376"/>
                    <a:pt x="144556" y="1390151"/>
                    <a:pt x="187517" y="1390151"/>
                  </a:cubicBezTo>
                  <a:cubicBezTo>
                    <a:pt x="230477" y="1390151"/>
                    <a:pt x="251957" y="1370376"/>
                    <a:pt x="275179" y="1347693"/>
                  </a:cubicBezTo>
                  <a:cubicBezTo>
                    <a:pt x="298982" y="1325591"/>
                    <a:pt x="324526" y="1300582"/>
                    <a:pt x="375034" y="1300582"/>
                  </a:cubicBezTo>
                  <a:cubicBezTo>
                    <a:pt x="425568" y="1300582"/>
                    <a:pt x="451706" y="1325591"/>
                    <a:pt x="474941" y="1347693"/>
                  </a:cubicBezTo>
                  <a:cubicBezTo>
                    <a:pt x="498175" y="1370376"/>
                    <a:pt x="519667" y="1390151"/>
                    <a:pt x="562069" y="1390151"/>
                  </a:cubicBezTo>
                  <a:cubicBezTo>
                    <a:pt x="605610" y="1390151"/>
                    <a:pt x="627090" y="1370376"/>
                    <a:pt x="650315" y="1347693"/>
                  </a:cubicBezTo>
                  <a:cubicBezTo>
                    <a:pt x="672083" y="1326973"/>
                    <a:pt x="696405" y="1303697"/>
                    <a:pt x="740506" y="1300868"/>
                  </a:cubicBezTo>
                  <a:lnTo>
                    <a:pt x="749586" y="1300582"/>
                  </a:lnTo>
                  <a:lnTo>
                    <a:pt x="758889" y="1300868"/>
                  </a:lnTo>
                  <a:cubicBezTo>
                    <a:pt x="803998" y="1303697"/>
                    <a:pt x="828351" y="1326973"/>
                    <a:pt x="850154" y="1347693"/>
                  </a:cubicBezTo>
                  <a:cubicBezTo>
                    <a:pt x="873408" y="1370376"/>
                    <a:pt x="894909" y="1390151"/>
                    <a:pt x="937343" y="1390151"/>
                  </a:cubicBezTo>
                  <a:cubicBezTo>
                    <a:pt x="980892" y="1390151"/>
                    <a:pt x="1002368" y="1370376"/>
                    <a:pt x="1025586" y="1347693"/>
                  </a:cubicBezTo>
                  <a:cubicBezTo>
                    <a:pt x="1047357" y="1326973"/>
                    <a:pt x="1071175" y="1303697"/>
                    <a:pt x="1115684" y="1300868"/>
                  </a:cubicBezTo>
                  <a:lnTo>
                    <a:pt x="1124860" y="1300582"/>
                  </a:lnTo>
                  <a:lnTo>
                    <a:pt x="1134151" y="1300868"/>
                  </a:lnTo>
                  <a:cubicBezTo>
                    <a:pt x="1179136" y="1303697"/>
                    <a:pt x="1202980" y="1326973"/>
                    <a:pt x="1225295" y="1347693"/>
                  </a:cubicBezTo>
                  <a:cubicBezTo>
                    <a:pt x="1248517" y="1370376"/>
                    <a:pt x="1270006" y="1390151"/>
                    <a:pt x="1312377" y="1390151"/>
                  </a:cubicBezTo>
                  <a:cubicBezTo>
                    <a:pt x="1355923" y="1390151"/>
                    <a:pt x="1377398" y="1370376"/>
                    <a:pt x="1400620" y="1347693"/>
                  </a:cubicBezTo>
                  <a:cubicBezTo>
                    <a:pt x="1422391" y="1326973"/>
                    <a:pt x="1446206" y="1303697"/>
                    <a:pt x="1490715" y="1300868"/>
                  </a:cubicBezTo>
                  <a:lnTo>
                    <a:pt x="1499902" y="1300582"/>
                  </a:lnTo>
                  <a:lnTo>
                    <a:pt x="1509200" y="1300868"/>
                  </a:lnTo>
                  <a:cubicBezTo>
                    <a:pt x="1554240" y="1303697"/>
                    <a:pt x="1578118" y="1326973"/>
                    <a:pt x="1600457" y="1347693"/>
                  </a:cubicBezTo>
                  <a:cubicBezTo>
                    <a:pt x="1620811" y="1367541"/>
                    <a:pt x="1639813" y="1385162"/>
                    <a:pt x="1672675" y="1389257"/>
                  </a:cubicBezTo>
                  <a:lnTo>
                    <a:pt x="1687656" y="1390151"/>
                  </a:lnTo>
                  <a:lnTo>
                    <a:pt x="1702991" y="1389257"/>
                  </a:lnTo>
                  <a:cubicBezTo>
                    <a:pt x="1736589" y="1385162"/>
                    <a:pt x="1755583" y="1367541"/>
                    <a:pt x="1775902" y="1347693"/>
                  </a:cubicBezTo>
                  <a:cubicBezTo>
                    <a:pt x="1797671" y="1326973"/>
                    <a:pt x="1821477" y="1303697"/>
                    <a:pt x="1865985" y="1300868"/>
                  </a:cubicBezTo>
                  <a:lnTo>
                    <a:pt x="1875171" y="1300582"/>
                  </a:lnTo>
                  <a:lnTo>
                    <a:pt x="1884453" y="1300868"/>
                  </a:lnTo>
                  <a:cubicBezTo>
                    <a:pt x="1929442" y="1303697"/>
                    <a:pt x="1953295" y="1326973"/>
                    <a:pt x="1975602" y="1347693"/>
                  </a:cubicBezTo>
                  <a:cubicBezTo>
                    <a:pt x="1995922" y="1367541"/>
                    <a:pt x="2014463" y="1385162"/>
                    <a:pt x="2047561" y="1389257"/>
                  </a:cubicBezTo>
                  <a:lnTo>
                    <a:pt x="2062687" y="1390151"/>
                  </a:lnTo>
                  <a:lnTo>
                    <a:pt x="2078025" y="1389257"/>
                  </a:lnTo>
                  <a:cubicBezTo>
                    <a:pt x="2111623" y="1385162"/>
                    <a:pt x="2130614" y="1367541"/>
                    <a:pt x="2150933" y="1347693"/>
                  </a:cubicBezTo>
                  <a:cubicBezTo>
                    <a:pt x="2172701" y="1326973"/>
                    <a:pt x="2196510" y="1303697"/>
                    <a:pt x="2241019" y="1300868"/>
                  </a:cubicBezTo>
                  <a:lnTo>
                    <a:pt x="2250202" y="1300582"/>
                  </a:lnTo>
                  <a:lnTo>
                    <a:pt x="2259500" y="1300868"/>
                  </a:lnTo>
                  <a:cubicBezTo>
                    <a:pt x="2304545" y="1303697"/>
                    <a:pt x="2328421" y="1326973"/>
                    <a:pt x="2350772" y="1347693"/>
                  </a:cubicBezTo>
                  <a:cubicBezTo>
                    <a:pt x="2371110" y="1367541"/>
                    <a:pt x="2389675" y="1385162"/>
                    <a:pt x="2422815" y="1389257"/>
                  </a:cubicBezTo>
                  <a:lnTo>
                    <a:pt x="2437959" y="1390151"/>
                  </a:lnTo>
                  <a:lnTo>
                    <a:pt x="2453275" y="1389257"/>
                  </a:lnTo>
                  <a:cubicBezTo>
                    <a:pt x="2486774" y="1385162"/>
                    <a:pt x="2505375" y="1367541"/>
                    <a:pt x="2526203" y="1347693"/>
                  </a:cubicBezTo>
                  <a:cubicBezTo>
                    <a:pt x="2549424" y="1325591"/>
                    <a:pt x="2574968" y="1300582"/>
                    <a:pt x="2625475" y="1300582"/>
                  </a:cubicBezTo>
                  <a:cubicBezTo>
                    <a:pt x="2676563" y="1300582"/>
                    <a:pt x="2702109" y="1325591"/>
                    <a:pt x="2725913" y="1347693"/>
                  </a:cubicBezTo>
                  <a:cubicBezTo>
                    <a:pt x="2746233" y="1367541"/>
                    <a:pt x="2764773" y="1385162"/>
                    <a:pt x="2797875" y="1389257"/>
                  </a:cubicBezTo>
                  <a:lnTo>
                    <a:pt x="2812992" y="1390151"/>
                  </a:lnTo>
                  <a:lnTo>
                    <a:pt x="2828318" y="1389257"/>
                  </a:lnTo>
                  <a:cubicBezTo>
                    <a:pt x="2861804" y="1385162"/>
                    <a:pt x="2880408" y="1367541"/>
                    <a:pt x="2901235" y="1347693"/>
                  </a:cubicBezTo>
                  <a:cubicBezTo>
                    <a:pt x="2912212" y="1337333"/>
                    <a:pt x="2923653" y="1326334"/>
                    <a:pt x="2937914" y="1317571"/>
                  </a:cubicBezTo>
                  <a:lnTo>
                    <a:pt x="2957425" y="1308465"/>
                  </a:lnTo>
                  <a:lnTo>
                    <a:pt x="2957425" y="1329768"/>
                  </a:lnTo>
                  <a:lnTo>
                    <a:pt x="2944774" y="1334381"/>
                  </a:lnTo>
                  <a:cubicBezTo>
                    <a:pt x="2933439" y="1341779"/>
                    <a:pt x="2923679" y="1351146"/>
                    <a:pt x="2913429" y="1361070"/>
                  </a:cubicBezTo>
                  <a:cubicBezTo>
                    <a:pt x="2891112" y="1382336"/>
                    <a:pt x="2867269" y="1405135"/>
                    <a:pt x="2822285" y="1407901"/>
                  </a:cubicBezTo>
                  <a:lnTo>
                    <a:pt x="2812992" y="1408181"/>
                  </a:lnTo>
                  <a:lnTo>
                    <a:pt x="2803817" y="1407901"/>
                  </a:lnTo>
                  <a:cubicBezTo>
                    <a:pt x="2759309" y="1405135"/>
                    <a:pt x="2735489" y="1382336"/>
                    <a:pt x="2713719" y="1361070"/>
                  </a:cubicBezTo>
                  <a:cubicBezTo>
                    <a:pt x="2689916" y="1338387"/>
                    <a:pt x="2669016" y="1318612"/>
                    <a:pt x="2625475" y="1318612"/>
                  </a:cubicBezTo>
                  <a:cubicBezTo>
                    <a:pt x="2582521" y="1318612"/>
                    <a:pt x="2561615" y="1338387"/>
                    <a:pt x="2538398" y="1361070"/>
                  </a:cubicBezTo>
                  <a:cubicBezTo>
                    <a:pt x="2516079" y="1382336"/>
                    <a:pt x="2492239" y="1405135"/>
                    <a:pt x="2447253" y="1407901"/>
                  </a:cubicBezTo>
                  <a:lnTo>
                    <a:pt x="2437959" y="1408181"/>
                  </a:lnTo>
                  <a:lnTo>
                    <a:pt x="2428768" y="1407901"/>
                  </a:lnTo>
                  <a:cubicBezTo>
                    <a:pt x="2384205" y="1405135"/>
                    <a:pt x="2360364" y="1382336"/>
                    <a:pt x="2338559" y="1361070"/>
                  </a:cubicBezTo>
                  <a:cubicBezTo>
                    <a:pt x="2318221" y="1341222"/>
                    <a:pt x="2299203" y="1323601"/>
                    <a:pt x="2265570" y="1319506"/>
                  </a:cubicBezTo>
                  <a:lnTo>
                    <a:pt x="2250202" y="1318612"/>
                  </a:lnTo>
                  <a:lnTo>
                    <a:pt x="2235078" y="1319506"/>
                  </a:lnTo>
                  <a:cubicBezTo>
                    <a:pt x="2201989" y="1323601"/>
                    <a:pt x="2183438" y="1341222"/>
                    <a:pt x="2163119" y="1361070"/>
                  </a:cubicBezTo>
                  <a:cubicBezTo>
                    <a:pt x="2140811" y="1382336"/>
                    <a:pt x="2116959" y="1405135"/>
                    <a:pt x="2071970" y="1407901"/>
                  </a:cubicBezTo>
                  <a:lnTo>
                    <a:pt x="2062687" y="1408181"/>
                  </a:lnTo>
                  <a:lnTo>
                    <a:pt x="2053502" y="1407901"/>
                  </a:lnTo>
                  <a:cubicBezTo>
                    <a:pt x="2008993" y="1405135"/>
                    <a:pt x="1985187" y="1382336"/>
                    <a:pt x="1963418" y="1361070"/>
                  </a:cubicBezTo>
                  <a:cubicBezTo>
                    <a:pt x="1943099" y="1341222"/>
                    <a:pt x="1924106" y="1323601"/>
                    <a:pt x="1890508" y="1319506"/>
                  </a:cubicBezTo>
                  <a:lnTo>
                    <a:pt x="1875171" y="1318612"/>
                  </a:lnTo>
                  <a:lnTo>
                    <a:pt x="1860044" y="1319506"/>
                  </a:lnTo>
                  <a:cubicBezTo>
                    <a:pt x="1826946" y="1323601"/>
                    <a:pt x="1808405" y="1341222"/>
                    <a:pt x="1788085" y="1361070"/>
                  </a:cubicBezTo>
                  <a:cubicBezTo>
                    <a:pt x="1765780" y="1382336"/>
                    <a:pt x="1741925" y="1405135"/>
                    <a:pt x="1696936" y="1407901"/>
                  </a:cubicBezTo>
                  <a:lnTo>
                    <a:pt x="1687656" y="1408181"/>
                  </a:lnTo>
                  <a:lnTo>
                    <a:pt x="1678456" y="1407901"/>
                  </a:lnTo>
                  <a:cubicBezTo>
                    <a:pt x="1633891" y="1405135"/>
                    <a:pt x="1610048" y="1382336"/>
                    <a:pt x="1588259" y="1361070"/>
                  </a:cubicBezTo>
                  <a:cubicBezTo>
                    <a:pt x="1567905" y="1341222"/>
                    <a:pt x="1548904" y="1323601"/>
                    <a:pt x="1515254" y="1319506"/>
                  </a:cubicBezTo>
                  <a:lnTo>
                    <a:pt x="1499902" y="1318612"/>
                  </a:lnTo>
                  <a:lnTo>
                    <a:pt x="1484938" y="1319506"/>
                  </a:lnTo>
                  <a:cubicBezTo>
                    <a:pt x="1452117" y="1323601"/>
                    <a:pt x="1433131" y="1341222"/>
                    <a:pt x="1412811" y="1361070"/>
                  </a:cubicBezTo>
                  <a:cubicBezTo>
                    <a:pt x="1389009" y="1383753"/>
                    <a:pt x="1363465" y="1408181"/>
                    <a:pt x="1312377" y="1408181"/>
                  </a:cubicBezTo>
                  <a:cubicBezTo>
                    <a:pt x="1261869" y="1408181"/>
                    <a:pt x="1236325" y="1383753"/>
                    <a:pt x="1213103" y="1361070"/>
                  </a:cubicBezTo>
                  <a:cubicBezTo>
                    <a:pt x="1192784" y="1341222"/>
                    <a:pt x="1173800" y="1323601"/>
                    <a:pt x="1140203" y="1319506"/>
                  </a:cubicBezTo>
                  <a:lnTo>
                    <a:pt x="1124860" y="1318612"/>
                  </a:lnTo>
                  <a:lnTo>
                    <a:pt x="1109907" y="1319506"/>
                  </a:lnTo>
                  <a:cubicBezTo>
                    <a:pt x="1077083" y="1323601"/>
                    <a:pt x="1058099" y="1341222"/>
                    <a:pt x="1037780" y="1361070"/>
                  </a:cubicBezTo>
                  <a:cubicBezTo>
                    <a:pt x="1014563" y="1383753"/>
                    <a:pt x="988431" y="1408181"/>
                    <a:pt x="937343" y="1408181"/>
                  </a:cubicBezTo>
                  <a:cubicBezTo>
                    <a:pt x="887352" y="1408181"/>
                    <a:pt x="861195" y="1383753"/>
                    <a:pt x="837942" y="1361070"/>
                  </a:cubicBezTo>
                  <a:cubicBezTo>
                    <a:pt x="817603" y="1341222"/>
                    <a:pt x="798587" y="1323601"/>
                    <a:pt x="764952" y="1319506"/>
                  </a:cubicBezTo>
                  <a:lnTo>
                    <a:pt x="749586" y="1318612"/>
                  </a:lnTo>
                  <a:lnTo>
                    <a:pt x="734638" y="1319506"/>
                  </a:lnTo>
                  <a:cubicBezTo>
                    <a:pt x="701811" y="1323601"/>
                    <a:pt x="682831" y="1341222"/>
                    <a:pt x="662511" y="1361070"/>
                  </a:cubicBezTo>
                  <a:cubicBezTo>
                    <a:pt x="639282" y="1383753"/>
                    <a:pt x="613157" y="1408181"/>
                    <a:pt x="562069" y="1408181"/>
                  </a:cubicBezTo>
                  <a:cubicBezTo>
                    <a:pt x="512115" y="1408181"/>
                    <a:pt x="485977" y="1383753"/>
                    <a:pt x="462743" y="1361070"/>
                  </a:cubicBezTo>
                  <a:cubicBezTo>
                    <a:pt x="439508" y="1338387"/>
                    <a:pt x="418017" y="1318612"/>
                    <a:pt x="375034" y="1318612"/>
                  </a:cubicBezTo>
                  <a:cubicBezTo>
                    <a:pt x="332073" y="1318612"/>
                    <a:pt x="310593" y="1338387"/>
                    <a:pt x="287371" y="1361070"/>
                  </a:cubicBezTo>
                  <a:cubicBezTo>
                    <a:pt x="264149" y="1383753"/>
                    <a:pt x="238024" y="1408181"/>
                    <a:pt x="187517" y="1408181"/>
                  </a:cubicBezTo>
                  <a:cubicBezTo>
                    <a:pt x="137009" y="1408181"/>
                    <a:pt x="111465" y="1383753"/>
                    <a:pt x="87663" y="1361070"/>
                  </a:cubicBezTo>
                  <a:cubicBezTo>
                    <a:pt x="64441" y="1338387"/>
                    <a:pt x="42960" y="1318612"/>
                    <a:pt x="0" y="1318612"/>
                  </a:cubicBezTo>
                  <a:close/>
                  <a:moveTo>
                    <a:pt x="0" y="1200685"/>
                  </a:moveTo>
                  <a:cubicBezTo>
                    <a:pt x="50507" y="1200685"/>
                    <a:pt x="76632" y="1225672"/>
                    <a:pt x="99855" y="1248334"/>
                  </a:cubicBezTo>
                  <a:cubicBezTo>
                    <a:pt x="123076" y="1270415"/>
                    <a:pt x="144556" y="1290753"/>
                    <a:pt x="187517" y="1290753"/>
                  </a:cubicBezTo>
                  <a:cubicBezTo>
                    <a:pt x="230477" y="1290753"/>
                    <a:pt x="251957" y="1270415"/>
                    <a:pt x="275179" y="1248334"/>
                  </a:cubicBezTo>
                  <a:cubicBezTo>
                    <a:pt x="298982" y="1225672"/>
                    <a:pt x="324526" y="1200685"/>
                    <a:pt x="375034" y="1200685"/>
                  </a:cubicBezTo>
                  <a:cubicBezTo>
                    <a:pt x="425568" y="1200685"/>
                    <a:pt x="451706" y="1225672"/>
                    <a:pt x="474941" y="1248334"/>
                  </a:cubicBezTo>
                  <a:cubicBezTo>
                    <a:pt x="498175" y="1270415"/>
                    <a:pt x="519667" y="1290753"/>
                    <a:pt x="562069" y="1290753"/>
                  </a:cubicBezTo>
                  <a:cubicBezTo>
                    <a:pt x="605610" y="1290753"/>
                    <a:pt x="627090" y="1270415"/>
                    <a:pt x="650315" y="1248334"/>
                  </a:cubicBezTo>
                  <a:cubicBezTo>
                    <a:pt x="672083" y="1227088"/>
                    <a:pt x="696405" y="1203799"/>
                    <a:pt x="740506" y="1200971"/>
                  </a:cubicBezTo>
                  <a:lnTo>
                    <a:pt x="749586" y="1200685"/>
                  </a:lnTo>
                  <a:lnTo>
                    <a:pt x="758889" y="1200971"/>
                  </a:lnTo>
                  <a:cubicBezTo>
                    <a:pt x="803998" y="1203799"/>
                    <a:pt x="828351" y="1227088"/>
                    <a:pt x="850154" y="1248334"/>
                  </a:cubicBezTo>
                  <a:cubicBezTo>
                    <a:pt x="873408" y="1270415"/>
                    <a:pt x="894909" y="1290753"/>
                    <a:pt x="937343" y="1290753"/>
                  </a:cubicBezTo>
                  <a:cubicBezTo>
                    <a:pt x="980892" y="1290753"/>
                    <a:pt x="1002368" y="1270415"/>
                    <a:pt x="1025586" y="1248334"/>
                  </a:cubicBezTo>
                  <a:cubicBezTo>
                    <a:pt x="1047357" y="1227088"/>
                    <a:pt x="1071175" y="1203799"/>
                    <a:pt x="1115684" y="1200971"/>
                  </a:cubicBezTo>
                  <a:lnTo>
                    <a:pt x="1124860" y="1200685"/>
                  </a:lnTo>
                  <a:lnTo>
                    <a:pt x="1134151" y="1200971"/>
                  </a:lnTo>
                  <a:cubicBezTo>
                    <a:pt x="1179136" y="1203799"/>
                    <a:pt x="1202980" y="1227088"/>
                    <a:pt x="1225295" y="1248334"/>
                  </a:cubicBezTo>
                  <a:cubicBezTo>
                    <a:pt x="1248517" y="1270415"/>
                    <a:pt x="1270006" y="1290753"/>
                    <a:pt x="1312377" y="1290753"/>
                  </a:cubicBezTo>
                  <a:cubicBezTo>
                    <a:pt x="1355923" y="1290753"/>
                    <a:pt x="1377398" y="1270415"/>
                    <a:pt x="1400620" y="1248334"/>
                  </a:cubicBezTo>
                  <a:cubicBezTo>
                    <a:pt x="1422391" y="1227088"/>
                    <a:pt x="1446206" y="1203799"/>
                    <a:pt x="1490715" y="1200971"/>
                  </a:cubicBezTo>
                  <a:lnTo>
                    <a:pt x="1499902" y="1200685"/>
                  </a:lnTo>
                  <a:lnTo>
                    <a:pt x="1509200" y="1200971"/>
                  </a:lnTo>
                  <a:cubicBezTo>
                    <a:pt x="1554240" y="1203799"/>
                    <a:pt x="1578118" y="1227088"/>
                    <a:pt x="1600457" y="1248334"/>
                  </a:cubicBezTo>
                  <a:cubicBezTo>
                    <a:pt x="1620811" y="1267654"/>
                    <a:pt x="1639813" y="1285641"/>
                    <a:pt x="1672675" y="1289836"/>
                  </a:cubicBezTo>
                  <a:lnTo>
                    <a:pt x="1687656" y="1290753"/>
                  </a:lnTo>
                  <a:lnTo>
                    <a:pt x="1702991" y="1289836"/>
                  </a:lnTo>
                  <a:cubicBezTo>
                    <a:pt x="1736589" y="1285641"/>
                    <a:pt x="1755583" y="1267654"/>
                    <a:pt x="1775902" y="1248334"/>
                  </a:cubicBezTo>
                  <a:cubicBezTo>
                    <a:pt x="1797671" y="1227088"/>
                    <a:pt x="1821477" y="1203799"/>
                    <a:pt x="1865985" y="1200971"/>
                  </a:cubicBezTo>
                  <a:lnTo>
                    <a:pt x="1875171" y="1200685"/>
                  </a:lnTo>
                  <a:lnTo>
                    <a:pt x="1884453" y="1200971"/>
                  </a:lnTo>
                  <a:cubicBezTo>
                    <a:pt x="1929442" y="1203799"/>
                    <a:pt x="1953295" y="1227088"/>
                    <a:pt x="1975602" y="1248334"/>
                  </a:cubicBezTo>
                  <a:cubicBezTo>
                    <a:pt x="1995922" y="1267654"/>
                    <a:pt x="2014463" y="1285641"/>
                    <a:pt x="2047561" y="1289836"/>
                  </a:cubicBezTo>
                  <a:lnTo>
                    <a:pt x="2062687" y="1290753"/>
                  </a:lnTo>
                  <a:lnTo>
                    <a:pt x="2078025" y="1289836"/>
                  </a:lnTo>
                  <a:cubicBezTo>
                    <a:pt x="2111623" y="1285641"/>
                    <a:pt x="2130614" y="1267654"/>
                    <a:pt x="2150933" y="1248334"/>
                  </a:cubicBezTo>
                  <a:cubicBezTo>
                    <a:pt x="2172701" y="1227088"/>
                    <a:pt x="2196510" y="1203799"/>
                    <a:pt x="2241019" y="1200971"/>
                  </a:cubicBezTo>
                  <a:lnTo>
                    <a:pt x="2250202" y="1200685"/>
                  </a:lnTo>
                  <a:lnTo>
                    <a:pt x="2259500" y="1200971"/>
                  </a:lnTo>
                  <a:cubicBezTo>
                    <a:pt x="2304545" y="1203799"/>
                    <a:pt x="2328421" y="1227088"/>
                    <a:pt x="2350772" y="1248334"/>
                  </a:cubicBezTo>
                  <a:cubicBezTo>
                    <a:pt x="2371110" y="1267654"/>
                    <a:pt x="2389675" y="1285641"/>
                    <a:pt x="2422815" y="1289836"/>
                  </a:cubicBezTo>
                  <a:lnTo>
                    <a:pt x="2437959" y="1290753"/>
                  </a:lnTo>
                  <a:lnTo>
                    <a:pt x="2453275" y="1289836"/>
                  </a:lnTo>
                  <a:cubicBezTo>
                    <a:pt x="2486774" y="1285641"/>
                    <a:pt x="2505375" y="1267654"/>
                    <a:pt x="2526203" y="1248334"/>
                  </a:cubicBezTo>
                  <a:cubicBezTo>
                    <a:pt x="2549424" y="1225672"/>
                    <a:pt x="2574968" y="1200685"/>
                    <a:pt x="2625475" y="1200685"/>
                  </a:cubicBezTo>
                  <a:cubicBezTo>
                    <a:pt x="2676563" y="1200685"/>
                    <a:pt x="2702109" y="1225672"/>
                    <a:pt x="2725913" y="1248334"/>
                  </a:cubicBezTo>
                  <a:cubicBezTo>
                    <a:pt x="2746233" y="1267654"/>
                    <a:pt x="2764773" y="1285641"/>
                    <a:pt x="2797875" y="1289836"/>
                  </a:cubicBezTo>
                  <a:lnTo>
                    <a:pt x="2812992" y="1290753"/>
                  </a:lnTo>
                  <a:lnTo>
                    <a:pt x="2828318" y="1289836"/>
                  </a:lnTo>
                  <a:cubicBezTo>
                    <a:pt x="2861804" y="1285641"/>
                    <a:pt x="2880408" y="1267654"/>
                    <a:pt x="2901235" y="1248334"/>
                  </a:cubicBezTo>
                  <a:cubicBezTo>
                    <a:pt x="2912209" y="1237711"/>
                    <a:pt x="2923649" y="1226577"/>
                    <a:pt x="2937909" y="1217746"/>
                  </a:cubicBezTo>
                  <a:lnTo>
                    <a:pt x="2957425" y="1208587"/>
                  </a:lnTo>
                  <a:lnTo>
                    <a:pt x="2957425" y="1230016"/>
                  </a:lnTo>
                  <a:lnTo>
                    <a:pt x="2944769" y="1234694"/>
                  </a:lnTo>
                  <a:cubicBezTo>
                    <a:pt x="2933434" y="1242130"/>
                    <a:pt x="2923676" y="1251457"/>
                    <a:pt x="2913429" y="1261118"/>
                  </a:cubicBezTo>
                  <a:cubicBezTo>
                    <a:pt x="2891112" y="1282363"/>
                    <a:pt x="2867269" y="1305652"/>
                    <a:pt x="2822285" y="1308480"/>
                  </a:cubicBezTo>
                  <a:lnTo>
                    <a:pt x="2812992" y="1308766"/>
                  </a:lnTo>
                  <a:lnTo>
                    <a:pt x="2803817" y="1308480"/>
                  </a:lnTo>
                  <a:cubicBezTo>
                    <a:pt x="2759309" y="1305652"/>
                    <a:pt x="2735489" y="1282363"/>
                    <a:pt x="2713719" y="1261118"/>
                  </a:cubicBezTo>
                  <a:cubicBezTo>
                    <a:pt x="2689916" y="1239037"/>
                    <a:pt x="2669016" y="1218699"/>
                    <a:pt x="2625475" y="1218699"/>
                  </a:cubicBezTo>
                  <a:cubicBezTo>
                    <a:pt x="2582521" y="1218699"/>
                    <a:pt x="2561615" y="1239037"/>
                    <a:pt x="2538398" y="1261118"/>
                  </a:cubicBezTo>
                  <a:cubicBezTo>
                    <a:pt x="2516079" y="1282363"/>
                    <a:pt x="2492239" y="1305652"/>
                    <a:pt x="2447253" y="1308480"/>
                  </a:cubicBezTo>
                  <a:lnTo>
                    <a:pt x="2437959" y="1308766"/>
                  </a:lnTo>
                  <a:lnTo>
                    <a:pt x="2428768" y="1308480"/>
                  </a:lnTo>
                  <a:cubicBezTo>
                    <a:pt x="2384205" y="1305652"/>
                    <a:pt x="2360364" y="1282363"/>
                    <a:pt x="2338559" y="1261118"/>
                  </a:cubicBezTo>
                  <a:cubicBezTo>
                    <a:pt x="2318221" y="1241797"/>
                    <a:pt x="2299203" y="1223811"/>
                    <a:pt x="2265570" y="1219616"/>
                  </a:cubicBezTo>
                  <a:lnTo>
                    <a:pt x="2250202" y="1218699"/>
                  </a:lnTo>
                  <a:lnTo>
                    <a:pt x="2235078" y="1219616"/>
                  </a:lnTo>
                  <a:cubicBezTo>
                    <a:pt x="2201989" y="1223811"/>
                    <a:pt x="2183438" y="1241797"/>
                    <a:pt x="2163119" y="1261118"/>
                  </a:cubicBezTo>
                  <a:cubicBezTo>
                    <a:pt x="2140811" y="1282363"/>
                    <a:pt x="2116959" y="1305652"/>
                    <a:pt x="2071970" y="1308480"/>
                  </a:cubicBezTo>
                  <a:lnTo>
                    <a:pt x="2062687" y="1308766"/>
                  </a:lnTo>
                  <a:lnTo>
                    <a:pt x="2053502" y="1308480"/>
                  </a:lnTo>
                  <a:cubicBezTo>
                    <a:pt x="2008993" y="1305652"/>
                    <a:pt x="1985187" y="1282363"/>
                    <a:pt x="1963418" y="1261118"/>
                  </a:cubicBezTo>
                  <a:cubicBezTo>
                    <a:pt x="1943099" y="1241797"/>
                    <a:pt x="1924106" y="1223811"/>
                    <a:pt x="1890508" y="1219616"/>
                  </a:cubicBezTo>
                  <a:lnTo>
                    <a:pt x="1875171" y="1218699"/>
                  </a:lnTo>
                  <a:lnTo>
                    <a:pt x="1860044" y="1219616"/>
                  </a:lnTo>
                  <a:cubicBezTo>
                    <a:pt x="1826946" y="1223811"/>
                    <a:pt x="1808405" y="1241797"/>
                    <a:pt x="1788085" y="1261118"/>
                  </a:cubicBezTo>
                  <a:cubicBezTo>
                    <a:pt x="1765780" y="1282363"/>
                    <a:pt x="1741925" y="1305652"/>
                    <a:pt x="1696936" y="1308480"/>
                  </a:cubicBezTo>
                  <a:lnTo>
                    <a:pt x="1687656" y="1308766"/>
                  </a:lnTo>
                  <a:lnTo>
                    <a:pt x="1678456" y="1308480"/>
                  </a:lnTo>
                  <a:cubicBezTo>
                    <a:pt x="1633891" y="1305652"/>
                    <a:pt x="1610048" y="1282363"/>
                    <a:pt x="1588259" y="1261118"/>
                  </a:cubicBezTo>
                  <a:cubicBezTo>
                    <a:pt x="1567905" y="1241797"/>
                    <a:pt x="1548904" y="1223811"/>
                    <a:pt x="1515254" y="1219616"/>
                  </a:cubicBezTo>
                  <a:lnTo>
                    <a:pt x="1499902" y="1218699"/>
                  </a:lnTo>
                  <a:lnTo>
                    <a:pt x="1484938" y="1219616"/>
                  </a:lnTo>
                  <a:cubicBezTo>
                    <a:pt x="1452117" y="1223811"/>
                    <a:pt x="1433131" y="1241797"/>
                    <a:pt x="1412811" y="1261118"/>
                  </a:cubicBezTo>
                  <a:cubicBezTo>
                    <a:pt x="1389009" y="1283780"/>
                    <a:pt x="1363465" y="1308766"/>
                    <a:pt x="1312377" y="1308766"/>
                  </a:cubicBezTo>
                  <a:cubicBezTo>
                    <a:pt x="1261869" y="1308766"/>
                    <a:pt x="1236325" y="1283780"/>
                    <a:pt x="1213103" y="1261118"/>
                  </a:cubicBezTo>
                  <a:cubicBezTo>
                    <a:pt x="1192784" y="1241797"/>
                    <a:pt x="1173800" y="1223811"/>
                    <a:pt x="1140203" y="1219616"/>
                  </a:cubicBezTo>
                  <a:lnTo>
                    <a:pt x="1124860" y="1218699"/>
                  </a:lnTo>
                  <a:lnTo>
                    <a:pt x="1109907" y="1219616"/>
                  </a:lnTo>
                  <a:cubicBezTo>
                    <a:pt x="1077083" y="1223811"/>
                    <a:pt x="1058099" y="1241797"/>
                    <a:pt x="1037780" y="1261118"/>
                  </a:cubicBezTo>
                  <a:cubicBezTo>
                    <a:pt x="1014563" y="1283780"/>
                    <a:pt x="988431" y="1308766"/>
                    <a:pt x="937343" y="1308766"/>
                  </a:cubicBezTo>
                  <a:cubicBezTo>
                    <a:pt x="887352" y="1308766"/>
                    <a:pt x="861195" y="1283780"/>
                    <a:pt x="837942" y="1261118"/>
                  </a:cubicBezTo>
                  <a:cubicBezTo>
                    <a:pt x="817603" y="1241797"/>
                    <a:pt x="798587" y="1223811"/>
                    <a:pt x="764952" y="1219616"/>
                  </a:cubicBezTo>
                  <a:lnTo>
                    <a:pt x="749586" y="1218699"/>
                  </a:lnTo>
                  <a:lnTo>
                    <a:pt x="734638" y="1219616"/>
                  </a:lnTo>
                  <a:cubicBezTo>
                    <a:pt x="701811" y="1223811"/>
                    <a:pt x="682831" y="1241797"/>
                    <a:pt x="662511" y="1261118"/>
                  </a:cubicBezTo>
                  <a:cubicBezTo>
                    <a:pt x="639282" y="1283780"/>
                    <a:pt x="613157" y="1308766"/>
                    <a:pt x="562069" y="1308766"/>
                  </a:cubicBezTo>
                  <a:cubicBezTo>
                    <a:pt x="512115" y="1308766"/>
                    <a:pt x="485977" y="1283780"/>
                    <a:pt x="462743" y="1261118"/>
                  </a:cubicBezTo>
                  <a:cubicBezTo>
                    <a:pt x="439508" y="1239037"/>
                    <a:pt x="418017" y="1218699"/>
                    <a:pt x="375034" y="1218699"/>
                  </a:cubicBezTo>
                  <a:cubicBezTo>
                    <a:pt x="332073" y="1218699"/>
                    <a:pt x="310593" y="1239037"/>
                    <a:pt x="287371" y="1261118"/>
                  </a:cubicBezTo>
                  <a:cubicBezTo>
                    <a:pt x="264149" y="1283780"/>
                    <a:pt x="238024" y="1308766"/>
                    <a:pt x="187517" y="1308766"/>
                  </a:cubicBezTo>
                  <a:cubicBezTo>
                    <a:pt x="137009" y="1308766"/>
                    <a:pt x="111465" y="1283780"/>
                    <a:pt x="87663" y="1261118"/>
                  </a:cubicBezTo>
                  <a:cubicBezTo>
                    <a:pt x="64441" y="1239037"/>
                    <a:pt x="42960" y="1218699"/>
                    <a:pt x="0" y="1218699"/>
                  </a:cubicBezTo>
                  <a:close/>
                  <a:moveTo>
                    <a:pt x="0" y="1100066"/>
                  </a:moveTo>
                  <a:cubicBezTo>
                    <a:pt x="50507" y="1100066"/>
                    <a:pt x="76632" y="1125053"/>
                    <a:pt x="99855" y="1147715"/>
                  </a:cubicBezTo>
                  <a:cubicBezTo>
                    <a:pt x="123076" y="1169796"/>
                    <a:pt x="144556" y="1190134"/>
                    <a:pt x="187517" y="1190134"/>
                  </a:cubicBezTo>
                  <a:cubicBezTo>
                    <a:pt x="230477" y="1190134"/>
                    <a:pt x="251957" y="1169796"/>
                    <a:pt x="275179" y="1147715"/>
                  </a:cubicBezTo>
                  <a:cubicBezTo>
                    <a:pt x="298982" y="1125053"/>
                    <a:pt x="324526" y="1100066"/>
                    <a:pt x="375034" y="1100066"/>
                  </a:cubicBezTo>
                  <a:cubicBezTo>
                    <a:pt x="425568" y="1100066"/>
                    <a:pt x="451706" y="1125053"/>
                    <a:pt x="474941" y="1147715"/>
                  </a:cubicBezTo>
                  <a:cubicBezTo>
                    <a:pt x="498175" y="1169796"/>
                    <a:pt x="519667" y="1190134"/>
                    <a:pt x="562069" y="1190134"/>
                  </a:cubicBezTo>
                  <a:cubicBezTo>
                    <a:pt x="605610" y="1190134"/>
                    <a:pt x="627090" y="1169796"/>
                    <a:pt x="650315" y="1147715"/>
                  </a:cubicBezTo>
                  <a:cubicBezTo>
                    <a:pt x="672083" y="1126469"/>
                    <a:pt x="696405" y="1103181"/>
                    <a:pt x="740506" y="1100352"/>
                  </a:cubicBezTo>
                  <a:lnTo>
                    <a:pt x="749586" y="1100066"/>
                  </a:lnTo>
                  <a:lnTo>
                    <a:pt x="758889" y="1100352"/>
                  </a:lnTo>
                  <a:cubicBezTo>
                    <a:pt x="803998" y="1103181"/>
                    <a:pt x="828351" y="1126469"/>
                    <a:pt x="850154" y="1147715"/>
                  </a:cubicBezTo>
                  <a:cubicBezTo>
                    <a:pt x="873408" y="1169796"/>
                    <a:pt x="894909" y="1190134"/>
                    <a:pt x="937343" y="1190134"/>
                  </a:cubicBezTo>
                  <a:cubicBezTo>
                    <a:pt x="980892" y="1190134"/>
                    <a:pt x="1002368" y="1169796"/>
                    <a:pt x="1025586" y="1147715"/>
                  </a:cubicBezTo>
                  <a:cubicBezTo>
                    <a:pt x="1047357" y="1126469"/>
                    <a:pt x="1071175" y="1103181"/>
                    <a:pt x="1115684" y="1100352"/>
                  </a:cubicBezTo>
                  <a:lnTo>
                    <a:pt x="1124860" y="1100066"/>
                  </a:lnTo>
                  <a:lnTo>
                    <a:pt x="1134151" y="1100352"/>
                  </a:lnTo>
                  <a:cubicBezTo>
                    <a:pt x="1179136" y="1103181"/>
                    <a:pt x="1202980" y="1126469"/>
                    <a:pt x="1225295" y="1147715"/>
                  </a:cubicBezTo>
                  <a:cubicBezTo>
                    <a:pt x="1248517" y="1169796"/>
                    <a:pt x="1270006" y="1190134"/>
                    <a:pt x="1312377" y="1190134"/>
                  </a:cubicBezTo>
                  <a:cubicBezTo>
                    <a:pt x="1355923" y="1190134"/>
                    <a:pt x="1377398" y="1169796"/>
                    <a:pt x="1400620" y="1147715"/>
                  </a:cubicBezTo>
                  <a:cubicBezTo>
                    <a:pt x="1422391" y="1126469"/>
                    <a:pt x="1446206" y="1103181"/>
                    <a:pt x="1490715" y="1100352"/>
                  </a:cubicBezTo>
                  <a:lnTo>
                    <a:pt x="1499902" y="1100066"/>
                  </a:lnTo>
                  <a:lnTo>
                    <a:pt x="1509200" y="1100352"/>
                  </a:lnTo>
                  <a:cubicBezTo>
                    <a:pt x="1554240" y="1103181"/>
                    <a:pt x="1578118" y="1126469"/>
                    <a:pt x="1600457" y="1147715"/>
                  </a:cubicBezTo>
                  <a:cubicBezTo>
                    <a:pt x="1620811" y="1167036"/>
                    <a:pt x="1639813" y="1185022"/>
                    <a:pt x="1672675" y="1189217"/>
                  </a:cubicBezTo>
                  <a:lnTo>
                    <a:pt x="1687656" y="1190134"/>
                  </a:lnTo>
                  <a:lnTo>
                    <a:pt x="1702991" y="1189217"/>
                  </a:lnTo>
                  <a:cubicBezTo>
                    <a:pt x="1736589" y="1185022"/>
                    <a:pt x="1755583" y="1167036"/>
                    <a:pt x="1775902" y="1147715"/>
                  </a:cubicBezTo>
                  <a:cubicBezTo>
                    <a:pt x="1797671" y="1126469"/>
                    <a:pt x="1821477" y="1103181"/>
                    <a:pt x="1865985" y="1100352"/>
                  </a:cubicBezTo>
                  <a:lnTo>
                    <a:pt x="1875171" y="1100066"/>
                  </a:lnTo>
                  <a:lnTo>
                    <a:pt x="1884453" y="1100352"/>
                  </a:lnTo>
                  <a:cubicBezTo>
                    <a:pt x="1929442" y="1103181"/>
                    <a:pt x="1953295" y="1126469"/>
                    <a:pt x="1975602" y="1147715"/>
                  </a:cubicBezTo>
                  <a:cubicBezTo>
                    <a:pt x="1995922" y="1167036"/>
                    <a:pt x="2014463" y="1185022"/>
                    <a:pt x="2047561" y="1189217"/>
                  </a:cubicBezTo>
                  <a:lnTo>
                    <a:pt x="2062687" y="1190134"/>
                  </a:lnTo>
                  <a:lnTo>
                    <a:pt x="2078025" y="1189217"/>
                  </a:lnTo>
                  <a:cubicBezTo>
                    <a:pt x="2111623" y="1185022"/>
                    <a:pt x="2130614" y="1167036"/>
                    <a:pt x="2150933" y="1147715"/>
                  </a:cubicBezTo>
                  <a:cubicBezTo>
                    <a:pt x="2172701" y="1126469"/>
                    <a:pt x="2196510" y="1103181"/>
                    <a:pt x="2241019" y="1100352"/>
                  </a:cubicBezTo>
                  <a:lnTo>
                    <a:pt x="2250202" y="1100066"/>
                  </a:lnTo>
                  <a:lnTo>
                    <a:pt x="2259500" y="1100352"/>
                  </a:lnTo>
                  <a:cubicBezTo>
                    <a:pt x="2304545" y="1103181"/>
                    <a:pt x="2328421" y="1126469"/>
                    <a:pt x="2350772" y="1147715"/>
                  </a:cubicBezTo>
                  <a:cubicBezTo>
                    <a:pt x="2371110" y="1167036"/>
                    <a:pt x="2389675" y="1185022"/>
                    <a:pt x="2422815" y="1189217"/>
                  </a:cubicBezTo>
                  <a:lnTo>
                    <a:pt x="2437959" y="1190134"/>
                  </a:lnTo>
                  <a:lnTo>
                    <a:pt x="2453275" y="1189217"/>
                  </a:lnTo>
                  <a:cubicBezTo>
                    <a:pt x="2486774" y="1185022"/>
                    <a:pt x="2505375" y="1167036"/>
                    <a:pt x="2526203" y="1147715"/>
                  </a:cubicBezTo>
                  <a:cubicBezTo>
                    <a:pt x="2549424" y="1125053"/>
                    <a:pt x="2574968" y="1100066"/>
                    <a:pt x="2625475" y="1100066"/>
                  </a:cubicBezTo>
                  <a:cubicBezTo>
                    <a:pt x="2676563" y="1100066"/>
                    <a:pt x="2702109" y="1125053"/>
                    <a:pt x="2725913" y="1147715"/>
                  </a:cubicBezTo>
                  <a:cubicBezTo>
                    <a:pt x="2746233" y="1167036"/>
                    <a:pt x="2764773" y="1185022"/>
                    <a:pt x="2797875" y="1189217"/>
                  </a:cubicBezTo>
                  <a:lnTo>
                    <a:pt x="2812992" y="1190134"/>
                  </a:lnTo>
                  <a:lnTo>
                    <a:pt x="2828318" y="1189217"/>
                  </a:lnTo>
                  <a:cubicBezTo>
                    <a:pt x="2861804" y="1185022"/>
                    <a:pt x="2880408" y="1167036"/>
                    <a:pt x="2901235" y="1147715"/>
                  </a:cubicBezTo>
                  <a:cubicBezTo>
                    <a:pt x="2912206" y="1137092"/>
                    <a:pt x="2923644" y="1125959"/>
                    <a:pt x="2937904" y="1117127"/>
                  </a:cubicBezTo>
                  <a:lnTo>
                    <a:pt x="2957425" y="1107966"/>
                  </a:lnTo>
                  <a:lnTo>
                    <a:pt x="2957425" y="1129395"/>
                  </a:lnTo>
                  <a:lnTo>
                    <a:pt x="2944764" y="1134075"/>
                  </a:lnTo>
                  <a:cubicBezTo>
                    <a:pt x="2933430" y="1141511"/>
                    <a:pt x="2923673" y="1150838"/>
                    <a:pt x="2913429" y="1160499"/>
                  </a:cubicBezTo>
                  <a:cubicBezTo>
                    <a:pt x="2891112" y="1181744"/>
                    <a:pt x="2867269" y="1205033"/>
                    <a:pt x="2822285" y="1207861"/>
                  </a:cubicBezTo>
                  <a:lnTo>
                    <a:pt x="2812992" y="1208148"/>
                  </a:lnTo>
                  <a:lnTo>
                    <a:pt x="2803817" y="1207861"/>
                  </a:lnTo>
                  <a:cubicBezTo>
                    <a:pt x="2759309" y="1205033"/>
                    <a:pt x="2735489" y="1181744"/>
                    <a:pt x="2713719" y="1160499"/>
                  </a:cubicBezTo>
                  <a:cubicBezTo>
                    <a:pt x="2689916" y="1138418"/>
                    <a:pt x="2669016" y="1118080"/>
                    <a:pt x="2625475" y="1118080"/>
                  </a:cubicBezTo>
                  <a:cubicBezTo>
                    <a:pt x="2582521" y="1118080"/>
                    <a:pt x="2561615" y="1138418"/>
                    <a:pt x="2538398" y="1160499"/>
                  </a:cubicBezTo>
                  <a:cubicBezTo>
                    <a:pt x="2516079" y="1181744"/>
                    <a:pt x="2492239" y="1205033"/>
                    <a:pt x="2447253" y="1207861"/>
                  </a:cubicBezTo>
                  <a:lnTo>
                    <a:pt x="2437959" y="1208148"/>
                  </a:lnTo>
                  <a:lnTo>
                    <a:pt x="2428768" y="1207861"/>
                  </a:lnTo>
                  <a:cubicBezTo>
                    <a:pt x="2384205" y="1205033"/>
                    <a:pt x="2360364" y="1181744"/>
                    <a:pt x="2338559" y="1160499"/>
                  </a:cubicBezTo>
                  <a:cubicBezTo>
                    <a:pt x="2318221" y="1141178"/>
                    <a:pt x="2299203" y="1123191"/>
                    <a:pt x="2265570" y="1118997"/>
                  </a:cubicBezTo>
                  <a:lnTo>
                    <a:pt x="2250202" y="1118080"/>
                  </a:lnTo>
                  <a:lnTo>
                    <a:pt x="2235078" y="1118997"/>
                  </a:lnTo>
                  <a:cubicBezTo>
                    <a:pt x="2201989" y="1123191"/>
                    <a:pt x="2183438" y="1141178"/>
                    <a:pt x="2163119" y="1160499"/>
                  </a:cubicBezTo>
                  <a:cubicBezTo>
                    <a:pt x="2140811" y="1181744"/>
                    <a:pt x="2116959" y="1205033"/>
                    <a:pt x="2071970" y="1207861"/>
                  </a:cubicBezTo>
                  <a:lnTo>
                    <a:pt x="2062687" y="1208148"/>
                  </a:lnTo>
                  <a:lnTo>
                    <a:pt x="2053502" y="1207861"/>
                  </a:lnTo>
                  <a:cubicBezTo>
                    <a:pt x="2008993" y="1205033"/>
                    <a:pt x="1985187" y="1181744"/>
                    <a:pt x="1963418" y="1160499"/>
                  </a:cubicBezTo>
                  <a:cubicBezTo>
                    <a:pt x="1943099" y="1141178"/>
                    <a:pt x="1924106" y="1123191"/>
                    <a:pt x="1890508" y="1118997"/>
                  </a:cubicBezTo>
                  <a:lnTo>
                    <a:pt x="1875171" y="1118080"/>
                  </a:lnTo>
                  <a:lnTo>
                    <a:pt x="1860044" y="1118997"/>
                  </a:lnTo>
                  <a:cubicBezTo>
                    <a:pt x="1826946" y="1123191"/>
                    <a:pt x="1808405" y="1141178"/>
                    <a:pt x="1788085" y="1160499"/>
                  </a:cubicBezTo>
                  <a:cubicBezTo>
                    <a:pt x="1765780" y="1181744"/>
                    <a:pt x="1741925" y="1205033"/>
                    <a:pt x="1696936" y="1207861"/>
                  </a:cubicBezTo>
                  <a:lnTo>
                    <a:pt x="1687656" y="1208148"/>
                  </a:lnTo>
                  <a:lnTo>
                    <a:pt x="1678456" y="1207861"/>
                  </a:lnTo>
                  <a:cubicBezTo>
                    <a:pt x="1633891" y="1205033"/>
                    <a:pt x="1610048" y="1181744"/>
                    <a:pt x="1588259" y="1160499"/>
                  </a:cubicBezTo>
                  <a:cubicBezTo>
                    <a:pt x="1567905" y="1141178"/>
                    <a:pt x="1548904" y="1123191"/>
                    <a:pt x="1515254" y="1118997"/>
                  </a:cubicBezTo>
                  <a:lnTo>
                    <a:pt x="1499902" y="1118080"/>
                  </a:lnTo>
                  <a:lnTo>
                    <a:pt x="1484938" y="1118997"/>
                  </a:lnTo>
                  <a:cubicBezTo>
                    <a:pt x="1452117" y="1123191"/>
                    <a:pt x="1433131" y="1141178"/>
                    <a:pt x="1412811" y="1160499"/>
                  </a:cubicBezTo>
                  <a:cubicBezTo>
                    <a:pt x="1389009" y="1183161"/>
                    <a:pt x="1363465" y="1208148"/>
                    <a:pt x="1312377" y="1208148"/>
                  </a:cubicBezTo>
                  <a:cubicBezTo>
                    <a:pt x="1261869" y="1208148"/>
                    <a:pt x="1236325" y="1183161"/>
                    <a:pt x="1213103" y="1160499"/>
                  </a:cubicBezTo>
                  <a:cubicBezTo>
                    <a:pt x="1192784" y="1141178"/>
                    <a:pt x="1173800" y="1123191"/>
                    <a:pt x="1140203" y="1118997"/>
                  </a:cubicBezTo>
                  <a:lnTo>
                    <a:pt x="1124860" y="1118080"/>
                  </a:lnTo>
                  <a:lnTo>
                    <a:pt x="1109907" y="1118997"/>
                  </a:lnTo>
                  <a:cubicBezTo>
                    <a:pt x="1077083" y="1123191"/>
                    <a:pt x="1058099" y="1141178"/>
                    <a:pt x="1037780" y="1160499"/>
                  </a:cubicBezTo>
                  <a:cubicBezTo>
                    <a:pt x="1014563" y="1183161"/>
                    <a:pt x="988431" y="1208148"/>
                    <a:pt x="937343" y="1208148"/>
                  </a:cubicBezTo>
                  <a:cubicBezTo>
                    <a:pt x="887352" y="1208148"/>
                    <a:pt x="861195" y="1183161"/>
                    <a:pt x="837942" y="1160499"/>
                  </a:cubicBezTo>
                  <a:cubicBezTo>
                    <a:pt x="817603" y="1141178"/>
                    <a:pt x="798587" y="1123191"/>
                    <a:pt x="764952" y="1118997"/>
                  </a:cubicBezTo>
                  <a:lnTo>
                    <a:pt x="749586" y="1118080"/>
                  </a:lnTo>
                  <a:lnTo>
                    <a:pt x="734638" y="1118997"/>
                  </a:lnTo>
                  <a:cubicBezTo>
                    <a:pt x="701811" y="1123191"/>
                    <a:pt x="682831" y="1141178"/>
                    <a:pt x="662511" y="1160499"/>
                  </a:cubicBezTo>
                  <a:cubicBezTo>
                    <a:pt x="639282" y="1183161"/>
                    <a:pt x="613157" y="1208148"/>
                    <a:pt x="562069" y="1208148"/>
                  </a:cubicBezTo>
                  <a:cubicBezTo>
                    <a:pt x="512115" y="1208148"/>
                    <a:pt x="485977" y="1183161"/>
                    <a:pt x="462743" y="1160499"/>
                  </a:cubicBezTo>
                  <a:cubicBezTo>
                    <a:pt x="439508" y="1138418"/>
                    <a:pt x="418017" y="1118080"/>
                    <a:pt x="375034" y="1118080"/>
                  </a:cubicBezTo>
                  <a:cubicBezTo>
                    <a:pt x="332073" y="1118080"/>
                    <a:pt x="310593" y="1138418"/>
                    <a:pt x="287371" y="1160499"/>
                  </a:cubicBezTo>
                  <a:cubicBezTo>
                    <a:pt x="264149" y="1183161"/>
                    <a:pt x="238024" y="1208148"/>
                    <a:pt x="187517" y="1208148"/>
                  </a:cubicBezTo>
                  <a:cubicBezTo>
                    <a:pt x="137009" y="1208148"/>
                    <a:pt x="111465" y="1183161"/>
                    <a:pt x="87663" y="1160499"/>
                  </a:cubicBezTo>
                  <a:cubicBezTo>
                    <a:pt x="64441" y="1138418"/>
                    <a:pt x="42960" y="1118080"/>
                    <a:pt x="0" y="1118080"/>
                  </a:cubicBezTo>
                  <a:close/>
                  <a:moveTo>
                    <a:pt x="0" y="1000651"/>
                  </a:moveTo>
                  <a:cubicBezTo>
                    <a:pt x="50507" y="1000651"/>
                    <a:pt x="76632" y="1025079"/>
                    <a:pt x="99855" y="1047762"/>
                  </a:cubicBezTo>
                  <a:cubicBezTo>
                    <a:pt x="123076" y="1070445"/>
                    <a:pt x="144556" y="1090220"/>
                    <a:pt x="187517" y="1090220"/>
                  </a:cubicBezTo>
                  <a:cubicBezTo>
                    <a:pt x="230477" y="1090220"/>
                    <a:pt x="251957" y="1070445"/>
                    <a:pt x="275179" y="1047762"/>
                  </a:cubicBezTo>
                  <a:cubicBezTo>
                    <a:pt x="298982" y="1025661"/>
                    <a:pt x="324526" y="1000651"/>
                    <a:pt x="375034" y="1000651"/>
                  </a:cubicBezTo>
                  <a:cubicBezTo>
                    <a:pt x="425568" y="1000651"/>
                    <a:pt x="451706" y="1025079"/>
                    <a:pt x="474941" y="1047762"/>
                  </a:cubicBezTo>
                  <a:cubicBezTo>
                    <a:pt x="498175" y="1070445"/>
                    <a:pt x="519667" y="1090220"/>
                    <a:pt x="562069" y="1090220"/>
                  </a:cubicBezTo>
                  <a:cubicBezTo>
                    <a:pt x="605610" y="1090220"/>
                    <a:pt x="627090" y="1070445"/>
                    <a:pt x="650315" y="1047762"/>
                  </a:cubicBezTo>
                  <a:cubicBezTo>
                    <a:pt x="672083" y="1027042"/>
                    <a:pt x="696405" y="1003766"/>
                    <a:pt x="740506" y="1000937"/>
                  </a:cubicBezTo>
                  <a:lnTo>
                    <a:pt x="749586" y="1000651"/>
                  </a:lnTo>
                  <a:lnTo>
                    <a:pt x="758889" y="1000931"/>
                  </a:lnTo>
                  <a:cubicBezTo>
                    <a:pt x="803998" y="1003698"/>
                    <a:pt x="828351" y="1026497"/>
                    <a:pt x="850154" y="1047762"/>
                  </a:cubicBezTo>
                  <a:cubicBezTo>
                    <a:pt x="873408" y="1070445"/>
                    <a:pt x="894909" y="1090220"/>
                    <a:pt x="937343" y="1090220"/>
                  </a:cubicBezTo>
                  <a:cubicBezTo>
                    <a:pt x="980892" y="1090220"/>
                    <a:pt x="1002368" y="1070445"/>
                    <a:pt x="1025586" y="1047762"/>
                  </a:cubicBezTo>
                  <a:cubicBezTo>
                    <a:pt x="1047357" y="1027042"/>
                    <a:pt x="1071175" y="1003766"/>
                    <a:pt x="1115684" y="1000937"/>
                  </a:cubicBezTo>
                  <a:lnTo>
                    <a:pt x="1124860" y="1000651"/>
                  </a:lnTo>
                  <a:lnTo>
                    <a:pt x="1134151" y="1000931"/>
                  </a:lnTo>
                  <a:cubicBezTo>
                    <a:pt x="1179136" y="1003698"/>
                    <a:pt x="1202980" y="1026497"/>
                    <a:pt x="1225295" y="1047762"/>
                  </a:cubicBezTo>
                  <a:cubicBezTo>
                    <a:pt x="1248517" y="1070445"/>
                    <a:pt x="1270006" y="1090220"/>
                    <a:pt x="1312377" y="1090220"/>
                  </a:cubicBezTo>
                  <a:cubicBezTo>
                    <a:pt x="1355923" y="1090220"/>
                    <a:pt x="1377398" y="1070445"/>
                    <a:pt x="1400620" y="1047762"/>
                  </a:cubicBezTo>
                  <a:cubicBezTo>
                    <a:pt x="1422391" y="1027042"/>
                    <a:pt x="1446206" y="1003766"/>
                    <a:pt x="1490715" y="1000937"/>
                  </a:cubicBezTo>
                  <a:lnTo>
                    <a:pt x="1499902" y="1000651"/>
                  </a:lnTo>
                  <a:lnTo>
                    <a:pt x="1509200" y="1000931"/>
                  </a:lnTo>
                  <a:cubicBezTo>
                    <a:pt x="1554240" y="1003698"/>
                    <a:pt x="1578118" y="1026497"/>
                    <a:pt x="1600457" y="1047762"/>
                  </a:cubicBezTo>
                  <a:cubicBezTo>
                    <a:pt x="1620811" y="1067610"/>
                    <a:pt x="1639813" y="1085231"/>
                    <a:pt x="1672675" y="1089327"/>
                  </a:cubicBezTo>
                  <a:lnTo>
                    <a:pt x="1687656" y="1090220"/>
                  </a:lnTo>
                  <a:lnTo>
                    <a:pt x="1702991" y="1089327"/>
                  </a:lnTo>
                  <a:cubicBezTo>
                    <a:pt x="1736589" y="1085231"/>
                    <a:pt x="1755583" y="1067610"/>
                    <a:pt x="1775902" y="1047762"/>
                  </a:cubicBezTo>
                  <a:cubicBezTo>
                    <a:pt x="1797671" y="1027042"/>
                    <a:pt x="1821477" y="1003766"/>
                    <a:pt x="1865985" y="1000937"/>
                  </a:cubicBezTo>
                  <a:lnTo>
                    <a:pt x="1875171" y="1000651"/>
                  </a:lnTo>
                  <a:lnTo>
                    <a:pt x="1884453" y="1000931"/>
                  </a:lnTo>
                  <a:cubicBezTo>
                    <a:pt x="1929442" y="1003698"/>
                    <a:pt x="1953295" y="1026497"/>
                    <a:pt x="1975602" y="1047762"/>
                  </a:cubicBezTo>
                  <a:cubicBezTo>
                    <a:pt x="1995922" y="1067610"/>
                    <a:pt x="2014463" y="1085231"/>
                    <a:pt x="2047561" y="1089327"/>
                  </a:cubicBezTo>
                  <a:lnTo>
                    <a:pt x="2062687" y="1090220"/>
                  </a:lnTo>
                  <a:lnTo>
                    <a:pt x="2078025" y="1089327"/>
                  </a:lnTo>
                  <a:cubicBezTo>
                    <a:pt x="2111623" y="1085231"/>
                    <a:pt x="2130614" y="1067610"/>
                    <a:pt x="2150933" y="1047762"/>
                  </a:cubicBezTo>
                  <a:cubicBezTo>
                    <a:pt x="2172701" y="1027042"/>
                    <a:pt x="2196510" y="1003766"/>
                    <a:pt x="2241019" y="1000937"/>
                  </a:cubicBezTo>
                  <a:lnTo>
                    <a:pt x="2250202" y="1000651"/>
                  </a:lnTo>
                  <a:lnTo>
                    <a:pt x="2259500" y="1000931"/>
                  </a:lnTo>
                  <a:cubicBezTo>
                    <a:pt x="2304545" y="1003698"/>
                    <a:pt x="2328421" y="1026497"/>
                    <a:pt x="2350772" y="1047762"/>
                  </a:cubicBezTo>
                  <a:cubicBezTo>
                    <a:pt x="2371110" y="1067610"/>
                    <a:pt x="2389675" y="1085231"/>
                    <a:pt x="2422815" y="1089327"/>
                  </a:cubicBezTo>
                  <a:lnTo>
                    <a:pt x="2437959" y="1090220"/>
                  </a:lnTo>
                  <a:lnTo>
                    <a:pt x="2453275" y="1089327"/>
                  </a:lnTo>
                  <a:cubicBezTo>
                    <a:pt x="2486774" y="1085231"/>
                    <a:pt x="2505375" y="1067610"/>
                    <a:pt x="2526203" y="1047762"/>
                  </a:cubicBezTo>
                  <a:cubicBezTo>
                    <a:pt x="2549424" y="1025661"/>
                    <a:pt x="2574968" y="1000651"/>
                    <a:pt x="2625475" y="1000651"/>
                  </a:cubicBezTo>
                  <a:cubicBezTo>
                    <a:pt x="2676563" y="1000651"/>
                    <a:pt x="2702109" y="1025079"/>
                    <a:pt x="2725913" y="1047762"/>
                  </a:cubicBezTo>
                  <a:cubicBezTo>
                    <a:pt x="2746233" y="1067610"/>
                    <a:pt x="2764773" y="1085231"/>
                    <a:pt x="2797875" y="1089327"/>
                  </a:cubicBezTo>
                  <a:lnTo>
                    <a:pt x="2812992" y="1090220"/>
                  </a:lnTo>
                  <a:lnTo>
                    <a:pt x="2828318" y="1089327"/>
                  </a:lnTo>
                  <a:cubicBezTo>
                    <a:pt x="2861804" y="1085231"/>
                    <a:pt x="2880408" y="1067610"/>
                    <a:pt x="2901235" y="1047762"/>
                  </a:cubicBezTo>
                  <a:cubicBezTo>
                    <a:pt x="2912203" y="1037402"/>
                    <a:pt x="2923640" y="1026403"/>
                    <a:pt x="2937898" y="1017640"/>
                  </a:cubicBezTo>
                  <a:lnTo>
                    <a:pt x="2957425" y="1008527"/>
                  </a:lnTo>
                  <a:lnTo>
                    <a:pt x="2957425" y="1029831"/>
                  </a:lnTo>
                  <a:lnTo>
                    <a:pt x="2944759" y="1034450"/>
                  </a:lnTo>
                  <a:cubicBezTo>
                    <a:pt x="2933426" y="1041848"/>
                    <a:pt x="2923670" y="1051216"/>
                    <a:pt x="2913429" y="1061140"/>
                  </a:cubicBezTo>
                  <a:cubicBezTo>
                    <a:pt x="2891112" y="1082405"/>
                    <a:pt x="2867269" y="1105204"/>
                    <a:pt x="2822285" y="1107971"/>
                  </a:cubicBezTo>
                  <a:lnTo>
                    <a:pt x="2812992" y="1108251"/>
                  </a:lnTo>
                  <a:lnTo>
                    <a:pt x="2803817" y="1107971"/>
                  </a:lnTo>
                  <a:cubicBezTo>
                    <a:pt x="2759309" y="1105204"/>
                    <a:pt x="2735489" y="1082405"/>
                    <a:pt x="2713719" y="1061140"/>
                  </a:cubicBezTo>
                  <a:cubicBezTo>
                    <a:pt x="2689916" y="1038456"/>
                    <a:pt x="2669016" y="1018681"/>
                    <a:pt x="2625475" y="1018681"/>
                  </a:cubicBezTo>
                  <a:cubicBezTo>
                    <a:pt x="2582521" y="1018681"/>
                    <a:pt x="2561615" y="1038456"/>
                    <a:pt x="2538398" y="1061140"/>
                  </a:cubicBezTo>
                  <a:cubicBezTo>
                    <a:pt x="2516079" y="1082405"/>
                    <a:pt x="2492239" y="1105204"/>
                    <a:pt x="2447253" y="1107971"/>
                  </a:cubicBezTo>
                  <a:lnTo>
                    <a:pt x="2437959" y="1108251"/>
                  </a:lnTo>
                  <a:lnTo>
                    <a:pt x="2428768" y="1107971"/>
                  </a:lnTo>
                  <a:cubicBezTo>
                    <a:pt x="2384205" y="1105204"/>
                    <a:pt x="2360364" y="1082405"/>
                    <a:pt x="2338559" y="1061140"/>
                  </a:cubicBezTo>
                  <a:cubicBezTo>
                    <a:pt x="2318221" y="1041292"/>
                    <a:pt x="2299203" y="1023671"/>
                    <a:pt x="2265570" y="1019575"/>
                  </a:cubicBezTo>
                  <a:lnTo>
                    <a:pt x="2250202" y="1018681"/>
                  </a:lnTo>
                  <a:lnTo>
                    <a:pt x="2235078" y="1019575"/>
                  </a:lnTo>
                  <a:cubicBezTo>
                    <a:pt x="2201989" y="1023671"/>
                    <a:pt x="2183438" y="1041292"/>
                    <a:pt x="2163119" y="1061140"/>
                  </a:cubicBezTo>
                  <a:cubicBezTo>
                    <a:pt x="2140811" y="1082405"/>
                    <a:pt x="2116959" y="1105204"/>
                    <a:pt x="2071970" y="1107971"/>
                  </a:cubicBezTo>
                  <a:lnTo>
                    <a:pt x="2062687" y="1108251"/>
                  </a:lnTo>
                  <a:lnTo>
                    <a:pt x="2053502" y="1107971"/>
                  </a:lnTo>
                  <a:cubicBezTo>
                    <a:pt x="2008993" y="1105204"/>
                    <a:pt x="1985187" y="1082405"/>
                    <a:pt x="1963418" y="1061140"/>
                  </a:cubicBezTo>
                  <a:cubicBezTo>
                    <a:pt x="1943099" y="1041292"/>
                    <a:pt x="1924106" y="1023671"/>
                    <a:pt x="1890508" y="1019575"/>
                  </a:cubicBezTo>
                  <a:lnTo>
                    <a:pt x="1875171" y="1018681"/>
                  </a:lnTo>
                  <a:lnTo>
                    <a:pt x="1860044" y="1019575"/>
                  </a:lnTo>
                  <a:cubicBezTo>
                    <a:pt x="1826946" y="1023671"/>
                    <a:pt x="1808405" y="1041292"/>
                    <a:pt x="1788085" y="1061140"/>
                  </a:cubicBezTo>
                  <a:cubicBezTo>
                    <a:pt x="1765780" y="1082405"/>
                    <a:pt x="1741925" y="1105204"/>
                    <a:pt x="1696936" y="1107971"/>
                  </a:cubicBezTo>
                  <a:lnTo>
                    <a:pt x="1687656" y="1108251"/>
                  </a:lnTo>
                  <a:lnTo>
                    <a:pt x="1678456" y="1107971"/>
                  </a:lnTo>
                  <a:cubicBezTo>
                    <a:pt x="1633891" y="1105204"/>
                    <a:pt x="1610048" y="1082405"/>
                    <a:pt x="1588259" y="1061140"/>
                  </a:cubicBezTo>
                  <a:cubicBezTo>
                    <a:pt x="1567905" y="1041292"/>
                    <a:pt x="1548904" y="1023671"/>
                    <a:pt x="1515254" y="1019575"/>
                  </a:cubicBezTo>
                  <a:lnTo>
                    <a:pt x="1499902" y="1018681"/>
                  </a:lnTo>
                  <a:lnTo>
                    <a:pt x="1484938" y="1019575"/>
                  </a:lnTo>
                  <a:cubicBezTo>
                    <a:pt x="1452117" y="1023671"/>
                    <a:pt x="1433131" y="1041292"/>
                    <a:pt x="1412811" y="1061140"/>
                  </a:cubicBezTo>
                  <a:cubicBezTo>
                    <a:pt x="1389009" y="1083823"/>
                    <a:pt x="1363465" y="1108251"/>
                    <a:pt x="1312377" y="1108251"/>
                  </a:cubicBezTo>
                  <a:cubicBezTo>
                    <a:pt x="1261869" y="1108251"/>
                    <a:pt x="1236325" y="1083823"/>
                    <a:pt x="1213103" y="1061140"/>
                  </a:cubicBezTo>
                  <a:cubicBezTo>
                    <a:pt x="1192784" y="1041292"/>
                    <a:pt x="1173800" y="1023671"/>
                    <a:pt x="1140203" y="1019575"/>
                  </a:cubicBezTo>
                  <a:lnTo>
                    <a:pt x="1124860" y="1018681"/>
                  </a:lnTo>
                  <a:lnTo>
                    <a:pt x="1109907" y="1019575"/>
                  </a:lnTo>
                  <a:cubicBezTo>
                    <a:pt x="1077083" y="1023671"/>
                    <a:pt x="1058099" y="1041292"/>
                    <a:pt x="1037780" y="1061140"/>
                  </a:cubicBezTo>
                  <a:cubicBezTo>
                    <a:pt x="1014563" y="1083823"/>
                    <a:pt x="988431" y="1108251"/>
                    <a:pt x="937343" y="1108251"/>
                  </a:cubicBezTo>
                  <a:cubicBezTo>
                    <a:pt x="887352" y="1108251"/>
                    <a:pt x="861195" y="1083823"/>
                    <a:pt x="837942" y="1061140"/>
                  </a:cubicBezTo>
                  <a:cubicBezTo>
                    <a:pt x="817603" y="1041292"/>
                    <a:pt x="798587" y="1023671"/>
                    <a:pt x="764952" y="1019575"/>
                  </a:cubicBezTo>
                  <a:lnTo>
                    <a:pt x="749586" y="1018681"/>
                  </a:lnTo>
                  <a:lnTo>
                    <a:pt x="734638" y="1019575"/>
                  </a:lnTo>
                  <a:cubicBezTo>
                    <a:pt x="701811" y="1023671"/>
                    <a:pt x="682831" y="1041292"/>
                    <a:pt x="662511" y="1061140"/>
                  </a:cubicBezTo>
                  <a:cubicBezTo>
                    <a:pt x="639282" y="1083823"/>
                    <a:pt x="613157" y="1108251"/>
                    <a:pt x="562069" y="1108251"/>
                  </a:cubicBezTo>
                  <a:cubicBezTo>
                    <a:pt x="512115" y="1108251"/>
                    <a:pt x="485977" y="1083823"/>
                    <a:pt x="462743" y="1061140"/>
                  </a:cubicBezTo>
                  <a:cubicBezTo>
                    <a:pt x="439508" y="1038456"/>
                    <a:pt x="418017" y="1018681"/>
                    <a:pt x="375034" y="1018681"/>
                  </a:cubicBezTo>
                  <a:cubicBezTo>
                    <a:pt x="332073" y="1018681"/>
                    <a:pt x="310593" y="1038456"/>
                    <a:pt x="287371" y="1061140"/>
                  </a:cubicBezTo>
                  <a:cubicBezTo>
                    <a:pt x="264149" y="1083823"/>
                    <a:pt x="238024" y="1108251"/>
                    <a:pt x="187517" y="1108251"/>
                  </a:cubicBezTo>
                  <a:cubicBezTo>
                    <a:pt x="137009" y="1108251"/>
                    <a:pt x="111465" y="1083823"/>
                    <a:pt x="87663" y="1061140"/>
                  </a:cubicBezTo>
                  <a:cubicBezTo>
                    <a:pt x="64441" y="1038456"/>
                    <a:pt x="42960" y="1018681"/>
                    <a:pt x="0" y="1018681"/>
                  </a:cubicBezTo>
                  <a:close/>
                  <a:moveTo>
                    <a:pt x="0" y="900273"/>
                  </a:moveTo>
                  <a:cubicBezTo>
                    <a:pt x="50507" y="900273"/>
                    <a:pt x="76632" y="924646"/>
                    <a:pt x="99855" y="947279"/>
                  </a:cubicBezTo>
                  <a:cubicBezTo>
                    <a:pt x="123076" y="969911"/>
                    <a:pt x="144556" y="989642"/>
                    <a:pt x="187517" y="989642"/>
                  </a:cubicBezTo>
                  <a:cubicBezTo>
                    <a:pt x="230477" y="989642"/>
                    <a:pt x="251957" y="969911"/>
                    <a:pt x="275179" y="947279"/>
                  </a:cubicBezTo>
                  <a:cubicBezTo>
                    <a:pt x="298982" y="924646"/>
                    <a:pt x="324526" y="900273"/>
                    <a:pt x="375034" y="900273"/>
                  </a:cubicBezTo>
                  <a:cubicBezTo>
                    <a:pt x="425568" y="900273"/>
                    <a:pt x="451706" y="924646"/>
                    <a:pt x="474941" y="947279"/>
                  </a:cubicBezTo>
                  <a:cubicBezTo>
                    <a:pt x="498175" y="969911"/>
                    <a:pt x="519667" y="989642"/>
                    <a:pt x="562069" y="989642"/>
                  </a:cubicBezTo>
                  <a:cubicBezTo>
                    <a:pt x="605610" y="989642"/>
                    <a:pt x="627090" y="969911"/>
                    <a:pt x="650315" y="947279"/>
                  </a:cubicBezTo>
                  <a:cubicBezTo>
                    <a:pt x="672083" y="926061"/>
                    <a:pt x="696405" y="903313"/>
                    <a:pt x="740506" y="900552"/>
                  </a:cubicBezTo>
                  <a:lnTo>
                    <a:pt x="749586" y="900273"/>
                  </a:lnTo>
                  <a:lnTo>
                    <a:pt x="758889" y="900552"/>
                  </a:lnTo>
                  <a:cubicBezTo>
                    <a:pt x="803998" y="903313"/>
                    <a:pt x="828351" y="926061"/>
                    <a:pt x="850154" y="947279"/>
                  </a:cubicBezTo>
                  <a:cubicBezTo>
                    <a:pt x="873408" y="969911"/>
                    <a:pt x="894909" y="989642"/>
                    <a:pt x="937343" y="989642"/>
                  </a:cubicBezTo>
                  <a:cubicBezTo>
                    <a:pt x="980892" y="989642"/>
                    <a:pt x="1002368" y="969911"/>
                    <a:pt x="1025586" y="947279"/>
                  </a:cubicBezTo>
                  <a:cubicBezTo>
                    <a:pt x="1047357" y="926061"/>
                    <a:pt x="1071175" y="903313"/>
                    <a:pt x="1115684" y="900552"/>
                  </a:cubicBezTo>
                  <a:lnTo>
                    <a:pt x="1124860" y="900273"/>
                  </a:lnTo>
                  <a:lnTo>
                    <a:pt x="1134151" y="900552"/>
                  </a:lnTo>
                  <a:cubicBezTo>
                    <a:pt x="1179136" y="903313"/>
                    <a:pt x="1202980" y="926061"/>
                    <a:pt x="1225295" y="947279"/>
                  </a:cubicBezTo>
                  <a:cubicBezTo>
                    <a:pt x="1248517" y="969911"/>
                    <a:pt x="1270006" y="989642"/>
                    <a:pt x="1312377" y="989642"/>
                  </a:cubicBezTo>
                  <a:cubicBezTo>
                    <a:pt x="1355923" y="989642"/>
                    <a:pt x="1377398" y="969911"/>
                    <a:pt x="1400620" y="947279"/>
                  </a:cubicBezTo>
                  <a:cubicBezTo>
                    <a:pt x="1422391" y="926061"/>
                    <a:pt x="1446206" y="903313"/>
                    <a:pt x="1490715" y="900552"/>
                  </a:cubicBezTo>
                  <a:lnTo>
                    <a:pt x="1499902" y="900273"/>
                  </a:lnTo>
                  <a:lnTo>
                    <a:pt x="1509200" y="900552"/>
                  </a:lnTo>
                  <a:cubicBezTo>
                    <a:pt x="1554240" y="903313"/>
                    <a:pt x="1578118" y="926061"/>
                    <a:pt x="1600457" y="947279"/>
                  </a:cubicBezTo>
                  <a:cubicBezTo>
                    <a:pt x="1620811" y="967082"/>
                    <a:pt x="1639813" y="984664"/>
                    <a:pt x="1672675" y="988750"/>
                  </a:cubicBezTo>
                  <a:lnTo>
                    <a:pt x="1687656" y="989642"/>
                  </a:lnTo>
                  <a:lnTo>
                    <a:pt x="1702991" y="988750"/>
                  </a:lnTo>
                  <a:cubicBezTo>
                    <a:pt x="1736589" y="984664"/>
                    <a:pt x="1755583" y="967082"/>
                    <a:pt x="1775902" y="947279"/>
                  </a:cubicBezTo>
                  <a:cubicBezTo>
                    <a:pt x="1797671" y="926061"/>
                    <a:pt x="1821477" y="903313"/>
                    <a:pt x="1865985" y="900552"/>
                  </a:cubicBezTo>
                  <a:lnTo>
                    <a:pt x="1875171" y="900273"/>
                  </a:lnTo>
                  <a:lnTo>
                    <a:pt x="1884453" y="900552"/>
                  </a:lnTo>
                  <a:cubicBezTo>
                    <a:pt x="1929442" y="903313"/>
                    <a:pt x="1953295" y="926061"/>
                    <a:pt x="1975602" y="947279"/>
                  </a:cubicBezTo>
                  <a:cubicBezTo>
                    <a:pt x="1995922" y="967082"/>
                    <a:pt x="2014463" y="984664"/>
                    <a:pt x="2047561" y="988750"/>
                  </a:cubicBezTo>
                  <a:lnTo>
                    <a:pt x="2062687" y="989642"/>
                  </a:lnTo>
                  <a:lnTo>
                    <a:pt x="2078025" y="988750"/>
                  </a:lnTo>
                  <a:cubicBezTo>
                    <a:pt x="2111623" y="984664"/>
                    <a:pt x="2130614" y="967082"/>
                    <a:pt x="2150933" y="947279"/>
                  </a:cubicBezTo>
                  <a:cubicBezTo>
                    <a:pt x="2172701" y="926061"/>
                    <a:pt x="2196510" y="903313"/>
                    <a:pt x="2241019" y="900552"/>
                  </a:cubicBezTo>
                  <a:lnTo>
                    <a:pt x="2250202" y="900273"/>
                  </a:lnTo>
                  <a:lnTo>
                    <a:pt x="2259500" y="900552"/>
                  </a:lnTo>
                  <a:cubicBezTo>
                    <a:pt x="2304545" y="903313"/>
                    <a:pt x="2328421" y="926061"/>
                    <a:pt x="2350772" y="947279"/>
                  </a:cubicBezTo>
                  <a:cubicBezTo>
                    <a:pt x="2371110" y="967082"/>
                    <a:pt x="2389675" y="984664"/>
                    <a:pt x="2422815" y="988750"/>
                  </a:cubicBezTo>
                  <a:lnTo>
                    <a:pt x="2437959" y="989642"/>
                  </a:lnTo>
                  <a:lnTo>
                    <a:pt x="2453275" y="988750"/>
                  </a:lnTo>
                  <a:cubicBezTo>
                    <a:pt x="2486774" y="984664"/>
                    <a:pt x="2505375" y="967082"/>
                    <a:pt x="2526203" y="947279"/>
                  </a:cubicBezTo>
                  <a:cubicBezTo>
                    <a:pt x="2549424" y="924646"/>
                    <a:pt x="2574968" y="900273"/>
                    <a:pt x="2625475" y="900273"/>
                  </a:cubicBezTo>
                  <a:cubicBezTo>
                    <a:pt x="2676563" y="900273"/>
                    <a:pt x="2702109" y="924646"/>
                    <a:pt x="2725913" y="947279"/>
                  </a:cubicBezTo>
                  <a:cubicBezTo>
                    <a:pt x="2746233" y="967082"/>
                    <a:pt x="2764773" y="984664"/>
                    <a:pt x="2797875" y="988750"/>
                  </a:cubicBezTo>
                  <a:lnTo>
                    <a:pt x="2812992" y="989642"/>
                  </a:lnTo>
                  <a:lnTo>
                    <a:pt x="2828318" y="988750"/>
                  </a:lnTo>
                  <a:cubicBezTo>
                    <a:pt x="2861804" y="984664"/>
                    <a:pt x="2880408" y="967082"/>
                    <a:pt x="2901235" y="947279"/>
                  </a:cubicBezTo>
                  <a:cubicBezTo>
                    <a:pt x="2912200" y="936670"/>
                    <a:pt x="2923635" y="925678"/>
                    <a:pt x="2937893" y="916994"/>
                  </a:cubicBezTo>
                  <a:lnTo>
                    <a:pt x="2957425" y="907999"/>
                  </a:lnTo>
                  <a:lnTo>
                    <a:pt x="2957425" y="929386"/>
                  </a:lnTo>
                  <a:lnTo>
                    <a:pt x="2944754" y="933997"/>
                  </a:lnTo>
                  <a:cubicBezTo>
                    <a:pt x="2933421" y="941378"/>
                    <a:pt x="2923667" y="950724"/>
                    <a:pt x="2913429" y="960626"/>
                  </a:cubicBezTo>
                  <a:cubicBezTo>
                    <a:pt x="2891112" y="981844"/>
                    <a:pt x="2867269" y="1004592"/>
                    <a:pt x="2822285" y="1007353"/>
                  </a:cubicBezTo>
                  <a:lnTo>
                    <a:pt x="2812992" y="1007632"/>
                  </a:lnTo>
                  <a:lnTo>
                    <a:pt x="2803817" y="1007346"/>
                  </a:lnTo>
                  <a:cubicBezTo>
                    <a:pt x="2759309" y="1004524"/>
                    <a:pt x="2735489" y="981300"/>
                    <a:pt x="2713719" y="960626"/>
                  </a:cubicBezTo>
                  <a:cubicBezTo>
                    <a:pt x="2689916" y="937994"/>
                    <a:pt x="2669016" y="918263"/>
                    <a:pt x="2625475" y="918263"/>
                  </a:cubicBezTo>
                  <a:cubicBezTo>
                    <a:pt x="2582521" y="918263"/>
                    <a:pt x="2561615" y="937994"/>
                    <a:pt x="2538398" y="960626"/>
                  </a:cubicBezTo>
                  <a:cubicBezTo>
                    <a:pt x="2516079" y="981844"/>
                    <a:pt x="2492239" y="1004592"/>
                    <a:pt x="2447253" y="1007353"/>
                  </a:cubicBezTo>
                  <a:lnTo>
                    <a:pt x="2437959" y="1007632"/>
                  </a:lnTo>
                  <a:lnTo>
                    <a:pt x="2428768" y="1007346"/>
                  </a:lnTo>
                  <a:cubicBezTo>
                    <a:pt x="2384205" y="1004524"/>
                    <a:pt x="2360364" y="981300"/>
                    <a:pt x="2338559" y="960626"/>
                  </a:cubicBezTo>
                  <a:cubicBezTo>
                    <a:pt x="2318221" y="940823"/>
                    <a:pt x="2299203" y="923241"/>
                    <a:pt x="2265570" y="919155"/>
                  </a:cubicBezTo>
                  <a:lnTo>
                    <a:pt x="2250202" y="918263"/>
                  </a:lnTo>
                  <a:lnTo>
                    <a:pt x="2235078" y="919155"/>
                  </a:lnTo>
                  <a:cubicBezTo>
                    <a:pt x="2201989" y="923241"/>
                    <a:pt x="2183438" y="940823"/>
                    <a:pt x="2163119" y="960626"/>
                  </a:cubicBezTo>
                  <a:cubicBezTo>
                    <a:pt x="2140811" y="981844"/>
                    <a:pt x="2116959" y="1004592"/>
                    <a:pt x="2071970" y="1007353"/>
                  </a:cubicBezTo>
                  <a:lnTo>
                    <a:pt x="2062687" y="1007632"/>
                  </a:lnTo>
                  <a:lnTo>
                    <a:pt x="2053502" y="1007346"/>
                  </a:lnTo>
                  <a:cubicBezTo>
                    <a:pt x="2008993" y="1004524"/>
                    <a:pt x="1985187" y="981300"/>
                    <a:pt x="1963418" y="960626"/>
                  </a:cubicBezTo>
                  <a:cubicBezTo>
                    <a:pt x="1943099" y="940823"/>
                    <a:pt x="1924106" y="923241"/>
                    <a:pt x="1890508" y="919155"/>
                  </a:cubicBezTo>
                  <a:lnTo>
                    <a:pt x="1875171" y="918263"/>
                  </a:lnTo>
                  <a:lnTo>
                    <a:pt x="1860044" y="919155"/>
                  </a:lnTo>
                  <a:cubicBezTo>
                    <a:pt x="1826946" y="923241"/>
                    <a:pt x="1808405" y="940823"/>
                    <a:pt x="1788085" y="960626"/>
                  </a:cubicBezTo>
                  <a:cubicBezTo>
                    <a:pt x="1765780" y="981844"/>
                    <a:pt x="1741925" y="1004592"/>
                    <a:pt x="1696936" y="1007353"/>
                  </a:cubicBezTo>
                  <a:lnTo>
                    <a:pt x="1687656" y="1007632"/>
                  </a:lnTo>
                  <a:lnTo>
                    <a:pt x="1678456" y="1007346"/>
                  </a:lnTo>
                  <a:cubicBezTo>
                    <a:pt x="1633891" y="1004524"/>
                    <a:pt x="1610048" y="981300"/>
                    <a:pt x="1588259" y="960626"/>
                  </a:cubicBezTo>
                  <a:cubicBezTo>
                    <a:pt x="1567905" y="940823"/>
                    <a:pt x="1548904" y="923241"/>
                    <a:pt x="1515254" y="919155"/>
                  </a:cubicBezTo>
                  <a:lnTo>
                    <a:pt x="1499902" y="918263"/>
                  </a:lnTo>
                  <a:lnTo>
                    <a:pt x="1484938" y="919155"/>
                  </a:lnTo>
                  <a:cubicBezTo>
                    <a:pt x="1452117" y="923241"/>
                    <a:pt x="1433131" y="940823"/>
                    <a:pt x="1412811" y="960626"/>
                  </a:cubicBezTo>
                  <a:cubicBezTo>
                    <a:pt x="1389009" y="983258"/>
                    <a:pt x="1363465" y="1007632"/>
                    <a:pt x="1312377" y="1007632"/>
                  </a:cubicBezTo>
                  <a:cubicBezTo>
                    <a:pt x="1261869" y="1007632"/>
                    <a:pt x="1236325" y="982678"/>
                    <a:pt x="1213103" y="960626"/>
                  </a:cubicBezTo>
                  <a:cubicBezTo>
                    <a:pt x="1192784" y="940823"/>
                    <a:pt x="1173800" y="923241"/>
                    <a:pt x="1140203" y="919155"/>
                  </a:cubicBezTo>
                  <a:lnTo>
                    <a:pt x="1124860" y="918263"/>
                  </a:lnTo>
                  <a:lnTo>
                    <a:pt x="1109907" y="919155"/>
                  </a:lnTo>
                  <a:cubicBezTo>
                    <a:pt x="1077083" y="923241"/>
                    <a:pt x="1058099" y="940823"/>
                    <a:pt x="1037780" y="960626"/>
                  </a:cubicBezTo>
                  <a:cubicBezTo>
                    <a:pt x="1014563" y="983258"/>
                    <a:pt x="988431" y="1007632"/>
                    <a:pt x="937343" y="1007632"/>
                  </a:cubicBezTo>
                  <a:cubicBezTo>
                    <a:pt x="887352" y="1007632"/>
                    <a:pt x="861195" y="982678"/>
                    <a:pt x="837942" y="960626"/>
                  </a:cubicBezTo>
                  <a:cubicBezTo>
                    <a:pt x="817603" y="940823"/>
                    <a:pt x="798587" y="923241"/>
                    <a:pt x="764952" y="919155"/>
                  </a:cubicBezTo>
                  <a:lnTo>
                    <a:pt x="749586" y="918263"/>
                  </a:lnTo>
                  <a:lnTo>
                    <a:pt x="734638" y="919155"/>
                  </a:lnTo>
                  <a:cubicBezTo>
                    <a:pt x="701811" y="923241"/>
                    <a:pt x="682831" y="940823"/>
                    <a:pt x="662511" y="960626"/>
                  </a:cubicBezTo>
                  <a:cubicBezTo>
                    <a:pt x="639282" y="983258"/>
                    <a:pt x="613157" y="1007632"/>
                    <a:pt x="562069" y="1007632"/>
                  </a:cubicBezTo>
                  <a:cubicBezTo>
                    <a:pt x="512115" y="1007632"/>
                    <a:pt x="485977" y="982678"/>
                    <a:pt x="462743" y="960626"/>
                  </a:cubicBezTo>
                  <a:cubicBezTo>
                    <a:pt x="439508" y="937994"/>
                    <a:pt x="418017" y="918263"/>
                    <a:pt x="375034" y="918263"/>
                  </a:cubicBezTo>
                  <a:cubicBezTo>
                    <a:pt x="332073" y="918263"/>
                    <a:pt x="310593" y="937994"/>
                    <a:pt x="287371" y="960626"/>
                  </a:cubicBezTo>
                  <a:cubicBezTo>
                    <a:pt x="264149" y="983258"/>
                    <a:pt x="238024" y="1007632"/>
                    <a:pt x="187517" y="1007632"/>
                  </a:cubicBezTo>
                  <a:cubicBezTo>
                    <a:pt x="137009" y="1007632"/>
                    <a:pt x="111465" y="982678"/>
                    <a:pt x="87663" y="960626"/>
                  </a:cubicBezTo>
                  <a:cubicBezTo>
                    <a:pt x="64441" y="937994"/>
                    <a:pt x="42960" y="918263"/>
                    <a:pt x="0" y="918263"/>
                  </a:cubicBezTo>
                  <a:close/>
                  <a:moveTo>
                    <a:pt x="0" y="800136"/>
                  </a:moveTo>
                  <a:cubicBezTo>
                    <a:pt x="50507" y="800136"/>
                    <a:pt x="76632" y="825122"/>
                    <a:pt x="99855" y="847784"/>
                  </a:cubicBezTo>
                  <a:cubicBezTo>
                    <a:pt x="123076" y="869865"/>
                    <a:pt x="144556" y="890203"/>
                    <a:pt x="187517" y="890203"/>
                  </a:cubicBezTo>
                  <a:cubicBezTo>
                    <a:pt x="230477" y="890203"/>
                    <a:pt x="251957" y="869865"/>
                    <a:pt x="275179" y="847784"/>
                  </a:cubicBezTo>
                  <a:cubicBezTo>
                    <a:pt x="298982" y="825122"/>
                    <a:pt x="324526" y="800136"/>
                    <a:pt x="375034" y="800136"/>
                  </a:cubicBezTo>
                  <a:cubicBezTo>
                    <a:pt x="425568" y="800136"/>
                    <a:pt x="451706" y="825122"/>
                    <a:pt x="474941" y="847784"/>
                  </a:cubicBezTo>
                  <a:cubicBezTo>
                    <a:pt x="498175" y="869865"/>
                    <a:pt x="519667" y="890203"/>
                    <a:pt x="562069" y="890203"/>
                  </a:cubicBezTo>
                  <a:cubicBezTo>
                    <a:pt x="605610" y="890203"/>
                    <a:pt x="627090" y="869865"/>
                    <a:pt x="650315" y="847784"/>
                  </a:cubicBezTo>
                  <a:cubicBezTo>
                    <a:pt x="672083" y="826539"/>
                    <a:pt x="696405" y="803250"/>
                    <a:pt x="740506" y="800422"/>
                  </a:cubicBezTo>
                  <a:lnTo>
                    <a:pt x="749586" y="800136"/>
                  </a:lnTo>
                  <a:lnTo>
                    <a:pt x="758889" y="800422"/>
                  </a:lnTo>
                  <a:cubicBezTo>
                    <a:pt x="803998" y="803250"/>
                    <a:pt x="828351" y="826539"/>
                    <a:pt x="850154" y="847784"/>
                  </a:cubicBezTo>
                  <a:cubicBezTo>
                    <a:pt x="873408" y="869865"/>
                    <a:pt x="894909" y="890203"/>
                    <a:pt x="937343" y="890203"/>
                  </a:cubicBezTo>
                  <a:cubicBezTo>
                    <a:pt x="980892" y="890203"/>
                    <a:pt x="1002368" y="869865"/>
                    <a:pt x="1025586" y="847784"/>
                  </a:cubicBezTo>
                  <a:cubicBezTo>
                    <a:pt x="1047357" y="826539"/>
                    <a:pt x="1071175" y="803250"/>
                    <a:pt x="1115684" y="800422"/>
                  </a:cubicBezTo>
                  <a:lnTo>
                    <a:pt x="1124860" y="800136"/>
                  </a:lnTo>
                  <a:lnTo>
                    <a:pt x="1134151" y="800422"/>
                  </a:lnTo>
                  <a:cubicBezTo>
                    <a:pt x="1179136" y="803250"/>
                    <a:pt x="1202980" y="826539"/>
                    <a:pt x="1225295" y="847784"/>
                  </a:cubicBezTo>
                  <a:cubicBezTo>
                    <a:pt x="1248517" y="869865"/>
                    <a:pt x="1270006" y="890203"/>
                    <a:pt x="1312377" y="890203"/>
                  </a:cubicBezTo>
                  <a:cubicBezTo>
                    <a:pt x="1355923" y="890203"/>
                    <a:pt x="1377398" y="869865"/>
                    <a:pt x="1400620" y="847784"/>
                  </a:cubicBezTo>
                  <a:cubicBezTo>
                    <a:pt x="1422391" y="826539"/>
                    <a:pt x="1446206" y="803250"/>
                    <a:pt x="1490715" y="800422"/>
                  </a:cubicBezTo>
                  <a:lnTo>
                    <a:pt x="1499902" y="800136"/>
                  </a:lnTo>
                  <a:lnTo>
                    <a:pt x="1509200" y="800422"/>
                  </a:lnTo>
                  <a:cubicBezTo>
                    <a:pt x="1554240" y="803250"/>
                    <a:pt x="1578118" y="826539"/>
                    <a:pt x="1600457" y="847784"/>
                  </a:cubicBezTo>
                  <a:cubicBezTo>
                    <a:pt x="1620811" y="867105"/>
                    <a:pt x="1639813" y="885092"/>
                    <a:pt x="1672675" y="889286"/>
                  </a:cubicBezTo>
                  <a:lnTo>
                    <a:pt x="1687656" y="890203"/>
                  </a:lnTo>
                  <a:lnTo>
                    <a:pt x="1702991" y="889286"/>
                  </a:lnTo>
                  <a:cubicBezTo>
                    <a:pt x="1736589" y="885092"/>
                    <a:pt x="1755583" y="867105"/>
                    <a:pt x="1775902" y="847784"/>
                  </a:cubicBezTo>
                  <a:cubicBezTo>
                    <a:pt x="1797671" y="826539"/>
                    <a:pt x="1821477" y="803250"/>
                    <a:pt x="1865985" y="800422"/>
                  </a:cubicBezTo>
                  <a:lnTo>
                    <a:pt x="1875171" y="800136"/>
                  </a:lnTo>
                  <a:lnTo>
                    <a:pt x="1884453" y="800422"/>
                  </a:lnTo>
                  <a:cubicBezTo>
                    <a:pt x="1929442" y="803250"/>
                    <a:pt x="1953295" y="826539"/>
                    <a:pt x="1975602" y="847784"/>
                  </a:cubicBezTo>
                  <a:cubicBezTo>
                    <a:pt x="1995922" y="867105"/>
                    <a:pt x="2014463" y="885092"/>
                    <a:pt x="2047561" y="889286"/>
                  </a:cubicBezTo>
                  <a:lnTo>
                    <a:pt x="2062687" y="890203"/>
                  </a:lnTo>
                  <a:lnTo>
                    <a:pt x="2078025" y="889286"/>
                  </a:lnTo>
                  <a:cubicBezTo>
                    <a:pt x="2111623" y="885092"/>
                    <a:pt x="2130614" y="867105"/>
                    <a:pt x="2150933" y="847784"/>
                  </a:cubicBezTo>
                  <a:cubicBezTo>
                    <a:pt x="2172701" y="826539"/>
                    <a:pt x="2196510" y="803250"/>
                    <a:pt x="2241019" y="800422"/>
                  </a:cubicBezTo>
                  <a:lnTo>
                    <a:pt x="2250202" y="800136"/>
                  </a:lnTo>
                  <a:lnTo>
                    <a:pt x="2259500" y="800422"/>
                  </a:lnTo>
                  <a:cubicBezTo>
                    <a:pt x="2304545" y="803250"/>
                    <a:pt x="2328421" y="826539"/>
                    <a:pt x="2350772" y="847784"/>
                  </a:cubicBezTo>
                  <a:cubicBezTo>
                    <a:pt x="2371110" y="867105"/>
                    <a:pt x="2389675" y="885092"/>
                    <a:pt x="2422815" y="889286"/>
                  </a:cubicBezTo>
                  <a:lnTo>
                    <a:pt x="2437959" y="890203"/>
                  </a:lnTo>
                  <a:lnTo>
                    <a:pt x="2453275" y="889286"/>
                  </a:lnTo>
                  <a:cubicBezTo>
                    <a:pt x="2486774" y="885092"/>
                    <a:pt x="2505375" y="867105"/>
                    <a:pt x="2526203" y="847784"/>
                  </a:cubicBezTo>
                  <a:cubicBezTo>
                    <a:pt x="2549424" y="825122"/>
                    <a:pt x="2574968" y="800136"/>
                    <a:pt x="2625475" y="800136"/>
                  </a:cubicBezTo>
                  <a:cubicBezTo>
                    <a:pt x="2676563" y="800136"/>
                    <a:pt x="2702109" y="825122"/>
                    <a:pt x="2725913" y="847784"/>
                  </a:cubicBezTo>
                  <a:cubicBezTo>
                    <a:pt x="2746233" y="867105"/>
                    <a:pt x="2764773" y="885092"/>
                    <a:pt x="2797875" y="889286"/>
                  </a:cubicBezTo>
                  <a:lnTo>
                    <a:pt x="2812992" y="890203"/>
                  </a:lnTo>
                  <a:lnTo>
                    <a:pt x="2828318" y="889286"/>
                  </a:lnTo>
                  <a:cubicBezTo>
                    <a:pt x="2861804" y="885092"/>
                    <a:pt x="2880408" y="867105"/>
                    <a:pt x="2901235" y="847784"/>
                  </a:cubicBezTo>
                  <a:cubicBezTo>
                    <a:pt x="2912197" y="837162"/>
                    <a:pt x="2923631" y="826028"/>
                    <a:pt x="2937888" y="817197"/>
                  </a:cubicBezTo>
                  <a:lnTo>
                    <a:pt x="2957425" y="808027"/>
                  </a:lnTo>
                  <a:lnTo>
                    <a:pt x="2957425" y="829459"/>
                  </a:lnTo>
                  <a:lnTo>
                    <a:pt x="2944748" y="834145"/>
                  </a:lnTo>
                  <a:cubicBezTo>
                    <a:pt x="2933417" y="841581"/>
                    <a:pt x="2923664" y="850908"/>
                    <a:pt x="2913429" y="860568"/>
                  </a:cubicBezTo>
                  <a:cubicBezTo>
                    <a:pt x="2891112" y="881814"/>
                    <a:pt x="2867269" y="905102"/>
                    <a:pt x="2822285" y="907931"/>
                  </a:cubicBezTo>
                  <a:lnTo>
                    <a:pt x="2812992" y="908217"/>
                  </a:lnTo>
                  <a:lnTo>
                    <a:pt x="2803817" y="907931"/>
                  </a:lnTo>
                  <a:cubicBezTo>
                    <a:pt x="2759309" y="905102"/>
                    <a:pt x="2735489" y="881814"/>
                    <a:pt x="2713719" y="860568"/>
                  </a:cubicBezTo>
                  <a:cubicBezTo>
                    <a:pt x="2689916" y="838487"/>
                    <a:pt x="2669016" y="818149"/>
                    <a:pt x="2625475" y="818149"/>
                  </a:cubicBezTo>
                  <a:cubicBezTo>
                    <a:pt x="2582521" y="818149"/>
                    <a:pt x="2561615" y="838487"/>
                    <a:pt x="2538398" y="860568"/>
                  </a:cubicBezTo>
                  <a:cubicBezTo>
                    <a:pt x="2516079" y="881814"/>
                    <a:pt x="2492239" y="905102"/>
                    <a:pt x="2447253" y="907931"/>
                  </a:cubicBezTo>
                  <a:lnTo>
                    <a:pt x="2437959" y="908217"/>
                  </a:lnTo>
                  <a:lnTo>
                    <a:pt x="2428768" y="907931"/>
                  </a:lnTo>
                  <a:cubicBezTo>
                    <a:pt x="2384205" y="905102"/>
                    <a:pt x="2360364" y="881814"/>
                    <a:pt x="2338559" y="860568"/>
                  </a:cubicBezTo>
                  <a:cubicBezTo>
                    <a:pt x="2318221" y="841247"/>
                    <a:pt x="2299203" y="823261"/>
                    <a:pt x="2265570" y="819066"/>
                  </a:cubicBezTo>
                  <a:lnTo>
                    <a:pt x="2250202" y="818149"/>
                  </a:lnTo>
                  <a:lnTo>
                    <a:pt x="2235078" y="819066"/>
                  </a:lnTo>
                  <a:cubicBezTo>
                    <a:pt x="2201989" y="823261"/>
                    <a:pt x="2183438" y="841247"/>
                    <a:pt x="2163119" y="860568"/>
                  </a:cubicBezTo>
                  <a:cubicBezTo>
                    <a:pt x="2140811" y="881814"/>
                    <a:pt x="2116959" y="905102"/>
                    <a:pt x="2071970" y="907931"/>
                  </a:cubicBezTo>
                  <a:lnTo>
                    <a:pt x="2062687" y="908217"/>
                  </a:lnTo>
                  <a:lnTo>
                    <a:pt x="2053502" y="907931"/>
                  </a:lnTo>
                  <a:cubicBezTo>
                    <a:pt x="2008993" y="905102"/>
                    <a:pt x="1985187" y="881814"/>
                    <a:pt x="1963418" y="860568"/>
                  </a:cubicBezTo>
                  <a:cubicBezTo>
                    <a:pt x="1943099" y="841247"/>
                    <a:pt x="1924106" y="823261"/>
                    <a:pt x="1890508" y="819066"/>
                  </a:cubicBezTo>
                  <a:lnTo>
                    <a:pt x="1875171" y="818149"/>
                  </a:lnTo>
                  <a:lnTo>
                    <a:pt x="1860044" y="819066"/>
                  </a:lnTo>
                  <a:cubicBezTo>
                    <a:pt x="1826946" y="823261"/>
                    <a:pt x="1808405" y="841247"/>
                    <a:pt x="1788085" y="860568"/>
                  </a:cubicBezTo>
                  <a:cubicBezTo>
                    <a:pt x="1765780" y="881814"/>
                    <a:pt x="1741925" y="905102"/>
                    <a:pt x="1696936" y="907931"/>
                  </a:cubicBezTo>
                  <a:lnTo>
                    <a:pt x="1687656" y="908217"/>
                  </a:lnTo>
                  <a:lnTo>
                    <a:pt x="1678456" y="907931"/>
                  </a:lnTo>
                  <a:cubicBezTo>
                    <a:pt x="1633891" y="905102"/>
                    <a:pt x="1610048" y="881814"/>
                    <a:pt x="1588259" y="860568"/>
                  </a:cubicBezTo>
                  <a:cubicBezTo>
                    <a:pt x="1567905" y="841247"/>
                    <a:pt x="1548904" y="823261"/>
                    <a:pt x="1515254" y="819066"/>
                  </a:cubicBezTo>
                  <a:lnTo>
                    <a:pt x="1499902" y="818149"/>
                  </a:lnTo>
                  <a:lnTo>
                    <a:pt x="1484938" y="819066"/>
                  </a:lnTo>
                  <a:cubicBezTo>
                    <a:pt x="1452117" y="823261"/>
                    <a:pt x="1433131" y="841247"/>
                    <a:pt x="1412811" y="860568"/>
                  </a:cubicBezTo>
                  <a:cubicBezTo>
                    <a:pt x="1389009" y="883230"/>
                    <a:pt x="1363465" y="908217"/>
                    <a:pt x="1312377" y="908217"/>
                  </a:cubicBezTo>
                  <a:cubicBezTo>
                    <a:pt x="1261869" y="908217"/>
                    <a:pt x="1236325" y="883230"/>
                    <a:pt x="1213103" y="860568"/>
                  </a:cubicBezTo>
                  <a:cubicBezTo>
                    <a:pt x="1192784" y="841247"/>
                    <a:pt x="1173800" y="823261"/>
                    <a:pt x="1140203" y="819066"/>
                  </a:cubicBezTo>
                  <a:lnTo>
                    <a:pt x="1124860" y="818149"/>
                  </a:lnTo>
                  <a:lnTo>
                    <a:pt x="1109907" y="819066"/>
                  </a:lnTo>
                  <a:cubicBezTo>
                    <a:pt x="1077083" y="823261"/>
                    <a:pt x="1058099" y="841247"/>
                    <a:pt x="1037780" y="860568"/>
                  </a:cubicBezTo>
                  <a:cubicBezTo>
                    <a:pt x="1014563" y="883230"/>
                    <a:pt x="988431" y="908217"/>
                    <a:pt x="937343" y="908217"/>
                  </a:cubicBezTo>
                  <a:cubicBezTo>
                    <a:pt x="887352" y="908217"/>
                    <a:pt x="861195" y="883230"/>
                    <a:pt x="837942" y="860568"/>
                  </a:cubicBezTo>
                  <a:cubicBezTo>
                    <a:pt x="817603" y="841247"/>
                    <a:pt x="798587" y="823261"/>
                    <a:pt x="764952" y="819066"/>
                  </a:cubicBezTo>
                  <a:lnTo>
                    <a:pt x="749586" y="818149"/>
                  </a:lnTo>
                  <a:lnTo>
                    <a:pt x="734638" y="819066"/>
                  </a:lnTo>
                  <a:cubicBezTo>
                    <a:pt x="701811" y="823261"/>
                    <a:pt x="682831" y="841247"/>
                    <a:pt x="662511" y="860568"/>
                  </a:cubicBezTo>
                  <a:cubicBezTo>
                    <a:pt x="639282" y="883230"/>
                    <a:pt x="613157" y="908217"/>
                    <a:pt x="562069" y="908217"/>
                  </a:cubicBezTo>
                  <a:cubicBezTo>
                    <a:pt x="512115" y="908217"/>
                    <a:pt x="485977" y="883230"/>
                    <a:pt x="462743" y="860568"/>
                  </a:cubicBezTo>
                  <a:cubicBezTo>
                    <a:pt x="439508" y="838487"/>
                    <a:pt x="418017" y="818149"/>
                    <a:pt x="375034" y="818149"/>
                  </a:cubicBezTo>
                  <a:cubicBezTo>
                    <a:pt x="332073" y="818149"/>
                    <a:pt x="310593" y="838487"/>
                    <a:pt x="287371" y="860568"/>
                  </a:cubicBezTo>
                  <a:cubicBezTo>
                    <a:pt x="264149" y="883230"/>
                    <a:pt x="238024" y="908217"/>
                    <a:pt x="187517" y="908217"/>
                  </a:cubicBezTo>
                  <a:cubicBezTo>
                    <a:pt x="137009" y="908217"/>
                    <a:pt x="111465" y="883230"/>
                    <a:pt x="87663" y="860568"/>
                  </a:cubicBezTo>
                  <a:cubicBezTo>
                    <a:pt x="64441" y="838487"/>
                    <a:pt x="42960" y="818149"/>
                    <a:pt x="0" y="818149"/>
                  </a:cubicBezTo>
                  <a:close/>
                  <a:moveTo>
                    <a:pt x="0" y="700961"/>
                  </a:moveTo>
                  <a:cubicBezTo>
                    <a:pt x="50507" y="700961"/>
                    <a:pt x="76632" y="725335"/>
                    <a:pt x="99855" y="747967"/>
                  </a:cubicBezTo>
                  <a:cubicBezTo>
                    <a:pt x="123076" y="770599"/>
                    <a:pt x="144556" y="790330"/>
                    <a:pt x="187517" y="790330"/>
                  </a:cubicBezTo>
                  <a:cubicBezTo>
                    <a:pt x="230477" y="790330"/>
                    <a:pt x="251957" y="770599"/>
                    <a:pt x="275179" y="747967"/>
                  </a:cubicBezTo>
                  <a:cubicBezTo>
                    <a:pt x="298982" y="725335"/>
                    <a:pt x="324526" y="700961"/>
                    <a:pt x="375034" y="700961"/>
                  </a:cubicBezTo>
                  <a:cubicBezTo>
                    <a:pt x="425568" y="700961"/>
                    <a:pt x="451706" y="725335"/>
                    <a:pt x="474941" y="747967"/>
                  </a:cubicBezTo>
                  <a:cubicBezTo>
                    <a:pt x="498175" y="770599"/>
                    <a:pt x="519667" y="790330"/>
                    <a:pt x="562069" y="790330"/>
                  </a:cubicBezTo>
                  <a:cubicBezTo>
                    <a:pt x="605610" y="790330"/>
                    <a:pt x="627090" y="770599"/>
                    <a:pt x="650315" y="747967"/>
                  </a:cubicBezTo>
                  <a:cubicBezTo>
                    <a:pt x="672083" y="726749"/>
                    <a:pt x="696405" y="704001"/>
                    <a:pt x="740506" y="701241"/>
                  </a:cubicBezTo>
                  <a:lnTo>
                    <a:pt x="749586" y="700961"/>
                  </a:lnTo>
                  <a:lnTo>
                    <a:pt x="758889" y="701241"/>
                  </a:lnTo>
                  <a:cubicBezTo>
                    <a:pt x="803998" y="704001"/>
                    <a:pt x="828351" y="726749"/>
                    <a:pt x="850154" y="747967"/>
                  </a:cubicBezTo>
                  <a:cubicBezTo>
                    <a:pt x="873408" y="770599"/>
                    <a:pt x="894909" y="790330"/>
                    <a:pt x="937343" y="790330"/>
                  </a:cubicBezTo>
                  <a:cubicBezTo>
                    <a:pt x="980892" y="790330"/>
                    <a:pt x="1002368" y="770599"/>
                    <a:pt x="1025586" y="747967"/>
                  </a:cubicBezTo>
                  <a:cubicBezTo>
                    <a:pt x="1047357" y="726749"/>
                    <a:pt x="1071175" y="704001"/>
                    <a:pt x="1115684" y="701241"/>
                  </a:cubicBezTo>
                  <a:lnTo>
                    <a:pt x="1124860" y="700961"/>
                  </a:lnTo>
                  <a:lnTo>
                    <a:pt x="1134151" y="701241"/>
                  </a:lnTo>
                  <a:cubicBezTo>
                    <a:pt x="1179136" y="704001"/>
                    <a:pt x="1202980" y="726749"/>
                    <a:pt x="1225295" y="747967"/>
                  </a:cubicBezTo>
                  <a:cubicBezTo>
                    <a:pt x="1248517" y="770599"/>
                    <a:pt x="1270006" y="790330"/>
                    <a:pt x="1312377" y="790330"/>
                  </a:cubicBezTo>
                  <a:cubicBezTo>
                    <a:pt x="1355923" y="790330"/>
                    <a:pt x="1377398" y="770599"/>
                    <a:pt x="1400620" y="747967"/>
                  </a:cubicBezTo>
                  <a:cubicBezTo>
                    <a:pt x="1422391" y="726749"/>
                    <a:pt x="1446206" y="704001"/>
                    <a:pt x="1490715" y="701241"/>
                  </a:cubicBezTo>
                  <a:lnTo>
                    <a:pt x="1499902" y="700961"/>
                  </a:lnTo>
                  <a:lnTo>
                    <a:pt x="1509200" y="701241"/>
                  </a:lnTo>
                  <a:cubicBezTo>
                    <a:pt x="1554240" y="704001"/>
                    <a:pt x="1578118" y="726749"/>
                    <a:pt x="1600457" y="747967"/>
                  </a:cubicBezTo>
                  <a:cubicBezTo>
                    <a:pt x="1620811" y="767771"/>
                    <a:pt x="1639813" y="785352"/>
                    <a:pt x="1672675" y="789438"/>
                  </a:cubicBezTo>
                  <a:lnTo>
                    <a:pt x="1687656" y="790330"/>
                  </a:lnTo>
                  <a:lnTo>
                    <a:pt x="1702991" y="789438"/>
                  </a:lnTo>
                  <a:cubicBezTo>
                    <a:pt x="1736589" y="785352"/>
                    <a:pt x="1755583" y="767771"/>
                    <a:pt x="1775902" y="747967"/>
                  </a:cubicBezTo>
                  <a:cubicBezTo>
                    <a:pt x="1797671" y="726749"/>
                    <a:pt x="1821477" y="704001"/>
                    <a:pt x="1865985" y="701241"/>
                  </a:cubicBezTo>
                  <a:lnTo>
                    <a:pt x="1875171" y="700961"/>
                  </a:lnTo>
                  <a:lnTo>
                    <a:pt x="1884453" y="701241"/>
                  </a:lnTo>
                  <a:cubicBezTo>
                    <a:pt x="1929442" y="704001"/>
                    <a:pt x="1953295" y="726749"/>
                    <a:pt x="1975602" y="747967"/>
                  </a:cubicBezTo>
                  <a:cubicBezTo>
                    <a:pt x="1995922" y="767771"/>
                    <a:pt x="2014463" y="785352"/>
                    <a:pt x="2047561" y="789438"/>
                  </a:cubicBezTo>
                  <a:lnTo>
                    <a:pt x="2062687" y="790330"/>
                  </a:lnTo>
                  <a:lnTo>
                    <a:pt x="2078025" y="789438"/>
                  </a:lnTo>
                  <a:cubicBezTo>
                    <a:pt x="2111623" y="785352"/>
                    <a:pt x="2130614" y="767771"/>
                    <a:pt x="2150933" y="747967"/>
                  </a:cubicBezTo>
                  <a:cubicBezTo>
                    <a:pt x="2172701" y="726749"/>
                    <a:pt x="2196510" y="704001"/>
                    <a:pt x="2241019" y="701241"/>
                  </a:cubicBezTo>
                  <a:lnTo>
                    <a:pt x="2250202" y="700961"/>
                  </a:lnTo>
                  <a:lnTo>
                    <a:pt x="2259500" y="701241"/>
                  </a:lnTo>
                  <a:cubicBezTo>
                    <a:pt x="2304545" y="704001"/>
                    <a:pt x="2328421" y="726749"/>
                    <a:pt x="2350772" y="747967"/>
                  </a:cubicBezTo>
                  <a:cubicBezTo>
                    <a:pt x="2371110" y="767771"/>
                    <a:pt x="2389675" y="785352"/>
                    <a:pt x="2422815" y="789438"/>
                  </a:cubicBezTo>
                  <a:lnTo>
                    <a:pt x="2437959" y="790330"/>
                  </a:lnTo>
                  <a:lnTo>
                    <a:pt x="2453275" y="789438"/>
                  </a:lnTo>
                  <a:cubicBezTo>
                    <a:pt x="2486774" y="785352"/>
                    <a:pt x="2505375" y="767771"/>
                    <a:pt x="2526203" y="747967"/>
                  </a:cubicBezTo>
                  <a:cubicBezTo>
                    <a:pt x="2549424" y="725335"/>
                    <a:pt x="2574968" y="700961"/>
                    <a:pt x="2625475" y="700961"/>
                  </a:cubicBezTo>
                  <a:cubicBezTo>
                    <a:pt x="2676563" y="700961"/>
                    <a:pt x="2702109" y="725335"/>
                    <a:pt x="2725913" y="747967"/>
                  </a:cubicBezTo>
                  <a:cubicBezTo>
                    <a:pt x="2746233" y="767771"/>
                    <a:pt x="2764773" y="785352"/>
                    <a:pt x="2797875" y="789438"/>
                  </a:cubicBezTo>
                  <a:lnTo>
                    <a:pt x="2812992" y="790330"/>
                  </a:lnTo>
                  <a:lnTo>
                    <a:pt x="2828318" y="789438"/>
                  </a:lnTo>
                  <a:cubicBezTo>
                    <a:pt x="2861804" y="785352"/>
                    <a:pt x="2880408" y="767771"/>
                    <a:pt x="2901235" y="747967"/>
                  </a:cubicBezTo>
                  <a:cubicBezTo>
                    <a:pt x="2912194" y="737358"/>
                    <a:pt x="2923626" y="726367"/>
                    <a:pt x="2937883" y="717682"/>
                  </a:cubicBezTo>
                  <a:lnTo>
                    <a:pt x="2957425" y="708682"/>
                  </a:lnTo>
                  <a:lnTo>
                    <a:pt x="2957425" y="730070"/>
                  </a:lnTo>
                  <a:lnTo>
                    <a:pt x="2944743" y="734685"/>
                  </a:lnTo>
                  <a:cubicBezTo>
                    <a:pt x="2933412" y="742067"/>
                    <a:pt x="2923661" y="751413"/>
                    <a:pt x="2913429" y="761314"/>
                  </a:cubicBezTo>
                  <a:cubicBezTo>
                    <a:pt x="2891112" y="781988"/>
                    <a:pt x="2867269" y="805212"/>
                    <a:pt x="2822285" y="808034"/>
                  </a:cubicBezTo>
                  <a:lnTo>
                    <a:pt x="2812992" y="808320"/>
                  </a:lnTo>
                  <a:lnTo>
                    <a:pt x="2803817" y="808034"/>
                  </a:lnTo>
                  <a:cubicBezTo>
                    <a:pt x="2759309" y="805212"/>
                    <a:pt x="2735489" y="781988"/>
                    <a:pt x="2713719" y="761314"/>
                  </a:cubicBezTo>
                  <a:cubicBezTo>
                    <a:pt x="2689916" y="738682"/>
                    <a:pt x="2669016" y="718951"/>
                    <a:pt x="2625475" y="718951"/>
                  </a:cubicBezTo>
                  <a:cubicBezTo>
                    <a:pt x="2582521" y="718951"/>
                    <a:pt x="2561615" y="738682"/>
                    <a:pt x="2538398" y="761314"/>
                  </a:cubicBezTo>
                  <a:cubicBezTo>
                    <a:pt x="2516079" y="781988"/>
                    <a:pt x="2492239" y="805212"/>
                    <a:pt x="2447253" y="808034"/>
                  </a:cubicBezTo>
                  <a:lnTo>
                    <a:pt x="2437959" y="808320"/>
                  </a:lnTo>
                  <a:lnTo>
                    <a:pt x="2428768" y="808034"/>
                  </a:lnTo>
                  <a:cubicBezTo>
                    <a:pt x="2384205" y="805212"/>
                    <a:pt x="2360364" y="781988"/>
                    <a:pt x="2338559" y="761314"/>
                  </a:cubicBezTo>
                  <a:cubicBezTo>
                    <a:pt x="2318221" y="741511"/>
                    <a:pt x="2299203" y="723929"/>
                    <a:pt x="2265570" y="719843"/>
                  </a:cubicBezTo>
                  <a:lnTo>
                    <a:pt x="2250202" y="718951"/>
                  </a:lnTo>
                  <a:lnTo>
                    <a:pt x="2235078" y="719843"/>
                  </a:lnTo>
                  <a:cubicBezTo>
                    <a:pt x="2201989" y="723929"/>
                    <a:pt x="2183438" y="741511"/>
                    <a:pt x="2163119" y="761314"/>
                  </a:cubicBezTo>
                  <a:cubicBezTo>
                    <a:pt x="2140811" y="781988"/>
                    <a:pt x="2116959" y="805212"/>
                    <a:pt x="2071970" y="808034"/>
                  </a:cubicBezTo>
                  <a:lnTo>
                    <a:pt x="2062687" y="808320"/>
                  </a:lnTo>
                  <a:lnTo>
                    <a:pt x="2053502" y="808034"/>
                  </a:lnTo>
                  <a:cubicBezTo>
                    <a:pt x="2008993" y="805212"/>
                    <a:pt x="1985187" y="781988"/>
                    <a:pt x="1963418" y="761314"/>
                  </a:cubicBezTo>
                  <a:cubicBezTo>
                    <a:pt x="1943099" y="741511"/>
                    <a:pt x="1924106" y="723929"/>
                    <a:pt x="1890508" y="719843"/>
                  </a:cubicBezTo>
                  <a:lnTo>
                    <a:pt x="1875171" y="718951"/>
                  </a:lnTo>
                  <a:lnTo>
                    <a:pt x="1860044" y="719843"/>
                  </a:lnTo>
                  <a:cubicBezTo>
                    <a:pt x="1826946" y="723929"/>
                    <a:pt x="1808405" y="741511"/>
                    <a:pt x="1788085" y="761314"/>
                  </a:cubicBezTo>
                  <a:cubicBezTo>
                    <a:pt x="1765780" y="781988"/>
                    <a:pt x="1741925" y="805212"/>
                    <a:pt x="1696936" y="808034"/>
                  </a:cubicBezTo>
                  <a:lnTo>
                    <a:pt x="1687656" y="808320"/>
                  </a:lnTo>
                  <a:lnTo>
                    <a:pt x="1678456" y="808034"/>
                  </a:lnTo>
                  <a:cubicBezTo>
                    <a:pt x="1633891" y="805212"/>
                    <a:pt x="1610048" y="781988"/>
                    <a:pt x="1588259" y="761314"/>
                  </a:cubicBezTo>
                  <a:cubicBezTo>
                    <a:pt x="1567905" y="741511"/>
                    <a:pt x="1548904" y="723929"/>
                    <a:pt x="1515254" y="719843"/>
                  </a:cubicBezTo>
                  <a:lnTo>
                    <a:pt x="1499902" y="718951"/>
                  </a:lnTo>
                  <a:lnTo>
                    <a:pt x="1484938" y="719843"/>
                  </a:lnTo>
                  <a:cubicBezTo>
                    <a:pt x="1452117" y="723929"/>
                    <a:pt x="1433131" y="741511"/>
                    <a:pt x="1412811" y="761314"/>
                  </a:cubicBezTo>
                  <a:cubicBezTo>
                    <a:pt x="1389009" y="783367"/>
                    <a:pt x="1363465" y="808320"/>
                    <a:pt x="1312377" y="808320"/>
                  </a:cubicBezTo>
                  <a:cubicBezTo>
                    <a:pt x="1261869" y="808320"/>
                    <a:pt x="1236325" y="783367"/>
                    <a:pt x="1213103" y="761314"/>
                  </a:cubicBezTo>
                  <a:cubicBezTo>
                    <a:pt x="1192784" y="741511"/>
                    <a:pt x="1173800" y="723929"/>
                    <a:pt x="1140203" y="719843"/>
                  </a:cubicBezTo>
                  <a:lnTo>
                    <a:pt x="1124860" y="718951"/>
                  </a:lnTo>
                  <a:lnTo>
                    <a:pt x="1109907" y="719843"/>
                  </a:lnTo>
                  <a:cubicBezTo>
                    <a:pt x="1077083" y="723929"/>
                    <a:pt x="1058099" y="741511"/>
                    <a:pt x="1037780" y="761314"/>
                  </a:cubicBezTo>
                  <a:cubicBezTo>
                    <a:pt x="1014563" y="783367"/>
                    <a:pt x="988431" y="808320"/>
                    <a:pt x="937343" y="808320"/>
                  </a:cubicBezTo>
                  <a:cubicBezTo>
                    <a:pt x="887352" y="808320"/>
                    <a:pt x="861195" y="783367"/>
                    <a:pt x="837942" y="761314"/>
                  </a:cubicBezTo>
                  <a:cubicBezTo>
                    <a:pt x="817603" y="741511"/>
                    <a:pt x="798587" y="723929"/>
                    <a:pt x="764952" y="719843"/>
                  </a:cubicBezTo>
                  <a:lnTo>
                    <a:pt x="749586" y="718951"/>
                  </a:lnTo>
                  <a:lnTo>
                    <a:pt x="734638" y="719843"/>
                  </a:lnTo>
                  <a:cubicBezTo>
                    <a:pt x="701811" y="723929"/>
                    <a:pt x="682831" y="741511"/>
                    <a:pt x="662511" y="761314"/>
                  </a:cubicBezTo>
                  <a:cubicBezTo>
                    <a:pt x="639282" y="783367"/>
                    <a:pt x="613157" y="808320"/>
                    <a:pt x="562069" y="808320"/>
                  </a:cubicBezTo>
                  <a:cubicBezTo>
                    <a:pt x="512115" y="808320"/>
                    <a:pt x="485977" y="783367"/>
                    <a:pt x="462743" y="761314"/>
                  </a:cubicBezTo>
                  <a:cubicBezTo>
                    <a:pt x="439508" y="738682"/>
                    <a:pt x="418017" y="718951"/>
                    <a:pt x="375034" y="718951"/>
                  </a:cubicBezTo>
                  <a:cubicBezTo>
                    <a:pt x="332073" y="718951"/>
                    <a:pt x="310593" y="738682"/>
                    <a:pt x="287371" y="761314"/>
                  </a:cubicBezTo>
                  <a:cubicBezTo>
                    <a:pt x="264149" y="783367"/>
                    <a:pt x="238024" y="808320"/>
                    <a:pt x="187517" y="808320"/>
                  </a:cubicBezTo>
                  <a:cubicBezTo>
                    <a:pt x="137009" y="808320"/>
                    <a:pt x="111465" y="783367"/>
                    <a:pt x="87663" y="761314"/>
                  </a:cubicBezTo>
                  <a:cubicBezTo>
                    <a:pt x="64441" y="738682"/>
                    <a:pt x="42960" y="718951"/>
                    <a:pt x="0" y="718951"/>
                  </a:cubicBezTo>
                  <a:close/>
                  <a:moveTo>
                    <a:pt x="0" y="600343"/>
                  </a:moveTo>
                  <a:cubicBezTo>
                    <a:pt x="50507" y="600343"/>
                    <a:pt x="76632" y="624716"/>
                    <a:pt x="99855" y="647348"/>
                  </a:cubicBezTo>
                  <a:cubicBezTo>
                    <a:pt x="123076" y="669981"/>
                    <a:pt x="144556" y="689712"/>
                    <a:pt x="187517" y="689712"/>
                  </a:cubicBezTo>
                  <a:cubicBezTo>
                    <a:pt x="230477" y="689712"/>
                    <a:pt x="251957" y="669400"/>
                    <a:pt x="275179" y="647348"/>
                  </a:cubicBezTo>
                  <a:cubicBezTo>
                    <a:pt x="298982" y="624716"/>
                    <a:pt x="324526" y="600343"/>
                    <a:pt x="375034" y="600343"/>
                  </a:cubicBezTo>
                  <a:cubicBezTo>
                    <a:pt x="425568" y="600343"/>
                    <a:pt x="451706" y="624716"/>
                    <a:pt x="474941" y="647348"/>
                  </a:cubicBezTo>
                  <a:cubicBezTo>
                    <a:pt x="498175" y="669981"/>
                    <a:pt x="519667" y="689712"/>
                    <a:pt x="562069" y="689712"/>
                  </a:cubicBezTo>
                  <a:cubicBezTo>
                    <a:pt x="605610" y="689712"/>
                    <a:pt x="627090" y="669400"/>
                    <a:pt x="650315" y="647348"/>
                  </a:cubicBezTo>
                  <a:cubicBezTo>
                    <a:pt x="672083" y="626131"/>
                    <a:pt x="696405" y="603382"/>
                    <a:pt x="740506" y="600622"/>
                  </a:cubicBezTo>
                  <a:lnTo>
                    <a:pt x="749586" y="600343"/>
                  </a:lnTo>
                  <a:lnTo>
                    <a:pt x="758889" y="600622"/>
                  </a:lnTo>
                  <a:cubicBezTo>
                    <a:pt x="803998" y="603382"/>
                    <a:pt x="828351" y="626131"/>
                    <a:pt x="850154" y="647348"/>
                  </a:cubicBezTo>
                  <a:cubicBezTo>
                    <a:pt x="873408" y="669981"/>
                    <a:pt x="894909" y="689712"/>
                    <a:pt x="937343" y="689712"/>
                  </a:cubicBezTo>
                  <a:cubicBezTo>
                    <a:pt x="980892" y="689712"/>
                    <a:pt x="1002368" y="669400"/>
                    <a:pt x="1025586" y="647348"/>
                  </a:cubicBezTo>
                  <a:cubicBezTo>
                    <a:pt x="1047357" y="626131"/>
                    <a:pt x="1071175" y="603382"/>
                    <a:pt x="1115684" y="600622"/>
                  </a:cubicBezTo>
                  <a:lnTo>
                    <a:pt x="1124860" y="600343"/>
                  </a:lnTo>
                  <a:lnTo>
                    <a:pt x="1134151" y="600622"/>
                  </a:lnTo>
                  <a:cubicBezTo>
                    <a:pt x="1179136" y="603382"/>
                    <a:pt x="1202980" y="626131"/>
                    <a:pt x="1225295" y="647348"/>
                  </a:cubicBezTo>
                  <a:cubicBezTo>
                    <a:pt x="1248517" y="669981"/>
                    <a:pt x="1270006" y="689712"/>
                    <a:pt x="1312377" y="689712"/>
                  </a:cubicBezTo>
                  <a:cubicBezTo>
                    <a:pt x="1355923" y="689712"/>
                    <a:pt x="1377398" y="669400"/>
                    <a:pt x="1400620" y="647348"/>
                  </a:cubicBezTo>
                  <a:cubicBezTo>
                    <a:pt x="1422391" y="626131"/>
                    <a:pt x="1446206" y="603382"/>
                    <a:pt x="1490715" y="600622"/>
                  </a:cubicBezTo>
                  <a:lnTo>
                    <a:pt x="1499902" y="600343"/>
                  </a:lnTo>
                  <a:lnTo>
                    <a:pt x="1509200" y="600622"/>
                  </a:lnTo>
                  <a:cubicBezTo>
                    <a:pt x="1554240" y="603382"/>
                    <a:pt x="1578118" y="626131"/>
                    <a:pt x="1600457" y="647348"/>
                  </a:cubicBezTo>
                  <a:cubicBezTo>
                    <a:pt x="1620811" y="667152"/>
                    <a:pt x="1639813" y="684734"/>
                    <a:pt x="1672675" y="688820"/>
                  </a:cubicBezTo>
                  <a:lnTo>
                    <a:pt x="1687656" y="689712"/>
                  </a:lnTo>
                  <a:lnTo>
                    <a:pt x="1702991" y="688796"/>
                  </a:lnTo>
                  <a:cubicBezTo>
                    <a:pt x="1736589" y="684607"/>
                    <a:pt x="1755583" y="666644"/>
                    <a:pt x="1775902" y="647348"/>
                  </a:cubicBezTo>
                  <a:cubicBezTo>
                    <a:pt x="1797671" y="626131"/>
                    <a:pt x="1821477" y="603382"/>
                    <a:pt x="1865985" y="600622"/>
                  </a:cubicBezTo>
                  <a:lnTo>
                    <a:pt x="1875171" y="600343"/>
                  </a:lnTo>
                  <a:lnTo>
                    <a:pt x="1884453" y="600622"/>
                  </a:lnTo>
                  <a:cubicBezTo>
                    <a:pt x="1929442" y="603382"/>
                    <a:pt x="1953295" y="626131"/>
                    <a:pt x="1975602" y="647348"/>
                  </a:cubicBezTo>
                  <a:cubicBezTo>
                    <a:pt x="1995922" y="667152"/>
                    <a:pt x="2014463" y="684734"/>
                    <a:pt x="2047561" y="688820"/>
                  </a:cubicBezTo>
                  <a:lnTo>
                    <a:pt x="2062687" y="689712"/>
                  </a:lnTo>
                  <a:lnTo>
                    <a:pt x="2078025" y="688796"/>
                  </a:lnTo>
                  <a:cubicBezTo>
                    <a:pt x="2111623" y="684607"/>
                    <a:pt x="2130614" y="666644"/>
                    <a:pt x="2150933" y="647348"/>
                  </a:cubicBezTo>
                  <a:cubicBezTo>
                    <a:pt x="2172701" y="626131"/>
                    <a:pt x="2196510" y="603382"/>
                    <a:pt x="2241019" y="600622"/>
                  </a:cubicBezTo>
                  <a:lnTo>
                    <a:pt x="2250202" y="600343"/>
                  </a:lnTo>
                  <a:lnTo>
                    <a:pt x="2259500" y="600622"/>
                  </a:lnTo>
                  <a:cubicBezTo>
                    <a:pt x="2304545" y="603382"/>
                    <a:pt x="2328421" y="626131"/>
                    <a:pt x="2350772" y="647348"/>
                  </a:cubicBezTo>
                  <a:cubicBezTo>
                    <a:pt x="2371110" y="667152"/>
                    <a:pt x="2389675" y="684734"/>
                    <a:pt x="2422815" y="688820"/>
                  </a:cubicBezTo>
                  <a:lnTo>
                    <a:pt x="2437959" y="689712"/>
                  </a:lnTo>
                  <a:lnTo>
                    <a:pt x="2453275" y="688796"/>
                  </a:lnTo>
                  <a:cubicBezTo>
                    <a:pt x="2486774" y="684607"/>
                    <a:pt x="2505375" y="666644"/>
                    <a:pt x="2526203" y="647348"/>
                  </a:cubicBezTo>
                  <a:cubicBezTo>
                    <a:pt x="2549424" y="624716"/>
                    <a:pt x="2574968" y="600343"/>
                    <a:pt x="2625475" y="600343"/>
                  </a:cubicBezTo>
                  <a:cubicBezTo>
                    <a:pt x="2676563" y="600343"/>
                    <a:pt x="2702109" y="624716"/>
                    <a:pt x="2725913" y="647348"/>
                  </a:cubicBezTo>
                  <a:cubicBezTo>
                    <a:pt x="2746233" y="667152"/>
                    <a:pt x="2764773" y="684734"/>
                    <a:pt x="2797875" y="688820"/>
                  </a:cubicBezTo>
                  <a:lnTo>
                    <a:pt x="2812992" y="689712"/>
                  </a:lnTo>
                  <a:lnTo>
                    <a:pt x="2828318" y="688796"/>
                  </a:lnTo>
                  <a:cubicBezTo>
                    <a:pt x="2861804" y="684607"/>
                    <a:pt x="2880408" y="666644"/>
                    <a:pt x="2901235" y="647348"/>
                  </a:cubicBezTo>
                  <a:cubicBezTo>
                    <a:pt x="2912191" y="636740"/>
                    <a:pt x="2923622" y="625748"/>
                    <a:pt x="2937877" y="617064"/>
                  </a:cubicBezTo>
                  <a:lnTo>
                    <a:pt x="2957425" y="608060"/>
                  </a:lnTo>
                  <a:lnTo>
                    <a:pt x="2957425" y="629043"/>
                  </a:lnTo>
                  <a:lnTo>
                    <a:pt x="2944738" y="633727"/>
                  </a:lnTo>
                  <a:cubicBezTo>
                    <a:pt x="2933408" y="641153"/>
                    <a:pt x="2923658" y="650468"/>
                    <a:pt x="2913429" y="660115"/>
                  </a:cubicBezTo>
                  <a:cubicBezTo>
                    <a:pt x="2891112" y="681333"/>
                    <a:pt x="2867269" y="704591"/>
                    <a:pt x="2822285" y="707416"/>
                  </a:cubicBezTo>
                  <a:lnTo>
                    <a:pt x="2812992" y="707701"/>
                  </a:lnTo>
                  <a:lnTo>
                    <a:pt x="2803817" y="707416"/>
                  </a:lnTo>
                  <a:cubicBezTo>
                    <a:pt x="2759309" y="704591"/>
                    <a:pt x="2735489" y="681333"/>
                    <a:pt x="2713719" y="660115"/>
                  </a:cubicBezTo>
                  <a:cubicBezTo>
                    <a:pt x="2689916" y="638063"/>
                    <a:pt x="2669016" y="617752"/>
                    <a:pt x="2625475" y="617752"/>
                  </a:cubicBezTo>
                  <a:cubicBezTo>
                    <a:pt x="2582521" y="617752"/>
                    <a:pt x="2561615" y="638063"/>
                    <a:pt x="2538398" y="660115"/>
                  </a:cubicBezTo>
                  <a:cubicBezTo>
                    <a:pt x="2516079" y="681333"/>
                    <a:pt x="2492239" y="704591"/>
                    <a:pt x="2447253" y="707416"/>
                  </a:cubicBezTo>
                  <a:lnTo>
                    <a:pt x="2437959" y="707701"/>
                  </a:lnTo>
                  <a:lnTo>
                    <a:pt x="2428768" y="707416"/>
                  </a:lnTo>
                  <a:cubicBezTo>
                    <a:pt x="2384205" y="704591"/>
                    <a:pt x="2360364" y="681333"/>
                    <a:pt x="2338559" y="660115"/>
                  </a:cubicBezTo>
                  <a:cubicBezTo>
                    <a:pt x="2318221" y="640820"/>
                    <a:pt x="2299203" y="622857"/>
                    <a:pt x="2265570" y="618668"/>
                  </a:cubicBezTo>
                  <a:lnTo>
                    <a:pt x="2250202" y="617752"/>
                  </a:lnTo>
                  <a:lnTo>
                    <a:pt x="2235078" y="618668"/>
                  </a:lnTo>
                  <a:cubicBezTo>
                    <a:pt x="2201989" y="622857"/>
                    <a:pt x="2183438" y="640820"/>
                    <a:pt x="2163119" y="660115"/>
                  </a:cubicBezTo>
                  <a:cubicBezTo>
                    <a:pt x="2140811" y="681333"/>
                    <a:pt x="2116959" y="704591"/>
                    <a:pt x="2071970" y="707416"/>
                  </a:cubicBezTo>
                  <a:lnTo>
                    <a:pt x="2062687" y="707701"/>
                  </a:lnTo>
                  <a:lnTo>
                    <a:pt x="2053502" y="707416"/>
                  </a:lnTo>
                  <a:cubicBezTo>
                    <a:pt x="2008993" y="704591"/>
                    <a:pt x="1985187" y="681333"/>
                    <a:pt x="1963418" y="660115"/>
                  </a:cubicBezTo>
                  <a:cubicBezTo>
                    <a:pt x="1943099" y="640820"/>
                    <a:pt x="1924106" y="622857"/>
                    <a:pt x="1890508" y="618668"/>
                  </a:cubicBezTo>
                  <a:lnTo>
                    <a:pt x="1875171" y="617752"/>
                  </a:lnTo>
                  <a:lnTo>
                    <a:pt x="1860044" y="618668"/>
                  </a:lnTo>
                  <a:cubicBezTo>
                    <a:pt x="1826946" y="622857"/>
                    <a:pt x="1808405" y="640820"/>
                    <a:pt x="1788085" y="660115"/>
                  </a:cubicBezTo>
                  <a:cubicBezTo>
                    <a:pt x="1765780" y="681333"/>
                    <a:pt x="1741925" y="704591"/>
                    <a:pt x="1696936" y="707416"/>
                  </a:cubicBezTo>
                  <a:lnTo>
                    <a:pt x="1687656" y="707701"/>
                  </a:lnTo>
                  <a:lnTo>
                    <a:pt x="1678456" y="707416"/>
                  </a:lnTo>
                  <a:cubicBezTo>
                    <a:pt x="1633891" y="704591"/>
                    <a:pt x="1610048" y="681333"/>
                    <a:pt x="1588259" y="660115"/>
                  </a:cubicBezTo>
                  <a:cubicBezTo>
                    <a:pt x="1567905" y="640820"/>
                    <a:pt x="1548904" y="622857"/>
                    <a:pt x="1515254" y="618668"/>
                  </a:cubicBezTo>
                  <a:lnTo>
                    <a:pt x="1499902" y="617752"/>
                  </a:lnTo>
                  <a:lnTo>
                    <a:pt x="1484938" y="618668"/>
                  </a:lnTo>
                  <a:cubicBezTo>
                    <a:pt x="1452117" y="622857"/>
                    <a:pt x="1433131" y="640820"/>
                    <a:pt x="1412811" y="660115"/>
                  </a:cubicBezTo>
                  <a:cubicBezTo>
                    <a:pt x="1389009" y="682748"/>
                    <a:pt x="1363465" y="707701"/>
                    <a:pt x="1312377" y="707701"/>
                  </a:cubicBezTo>
                  <a:cubicBezTo>
                    <a:pt x="1261869" y="707701"/>
                    <a:pt x="1236325" y="682748"/>
                    <a:pt x="1213103" y="660115"/>
                  </a:cubicBezTo>
                  <a:cubicBezTo>
                    <a:pt x="1192784" y="640820"/>
                    <a:pt x="1173800" y="622857"/>
                    <a:pt x="1140203" y="618668"/>
                  </a:cubicBezTo>
                  <a:lnTo>
                    <a:pt x="1124860" y="617752"/>
                  </a:lnTo>
                  <a:lnTo>
                    <a:pt x="1109907" y="618668"/>
                  </a:lnTo>
                  <a:cubicBezTo>
                    <a:pt x="1077083" y="622857"/>
                    <a:pt x="1058099" y="640820"/>
                    <a:pt x="1037780" y="660115"/>
                  </a:cubicBezTo>
                  <a:cubicBezTo>
                    <a:pt x="1014563" y="682748"/>
                    <a:pt x="988431" y="707701"/>
                    <a:pt x="937343" y="707701"/>
                  </a:cubicBezTo>
                  <a:cubicBezTo>
                    <a:pt x="887352" y="707701"/>
                    <a:pt x="861195" y="682748"/>
                    <a:pt x="837942" y="660115"/>
                  </a:cubicBezTo>
                  <a:cubicBezTo>
                    <a:pt x="817603" y="640820"/>
                    <a:pt x="798587" y="622857"/>
                    <a:pt x="764952" y="618668"/>
                  </a:cubicBezTo>
                  <a:lnTo>
                    <a:pt x="749586" y="617752"/>
                  </a:lnTo>
                  <a:lnTo>
                    <a:pt x="734638" y="618668"/>
                  </a:lnTo>
                  <a:cubicBezTo>
                    <a:pt x="701811" y="622857"/>
                    <a:pt x="682831" y="640820"/>
                    <a:pt x="662511" y="660115"/>
                  </a:cubicBezTo>
                  <a:cubicBezTo>
                    <a:pt x="639282" y="682748"/>
                    <a:pt x="613157" y="707701"/>
                    <a:pt x="562069" y="707701"/>
                  </a:cubicBezTo>
                  <a:cubicBezTo>
                    <a:pt x="512115" y="707701"/>
                    <a:pt x="485977" y="682748"/>
                    <a:pt x="462743" y="660115"/>
                  </a:cubicBezTo>
                  <a:cubicBezTo>
                    <a:pt x="439508" y="638063"/>
                    <a:pt x="418017" y="617752"/>
                    <a:pt x="375034" y="617752"/>
                  </a:cubicBezTo>
                  <a:cubicBezTo>
                    <a:pt x="332073" y="617752"/>
                    <a:pt x="310593" y="638063"/>
                    <a:pt x="287371" y="660115"/>
                  </a:cubicBezTo>
                  <a:cubicBezTo>
                    <a:pt x="264149" y="682748"/>
                    <a:pt x="238024" y="707701"/>
                    <a:pt x="187517" y="707701"/>
                  </a:cubicBezTo>
                  <a:cubicBezTo>
                    <a:pt x="137009" y="707701"/>
                    <a:pt x="111465" y="682748"/>
                    <a:pt x="87663" y="660115"/>
                  </a:cubicBezTo>
                  <a:cubicBezTo>
                    <a:pt x="64441" y="638063"/>
                    <a:pt x="42960" y="617752"/>
                    <a:pt x="0" y="617752"/>
                  </a:cubicBezTo>
                  <a:close/>
                  <a:moveTo>
                    <a:pt x="0" y="500446"/>
                  </a:moveTo>
                  <a:cubicBezTo>
                    <a:pt x="50507" y="500446"/>
                    <a:pt x="76632" y="525400"/>
                    <a:pt x="99855" y="548032"/>
                  </a:cubicBezTo>
                  <a:cubicBezTo>
                    <a:pt x="123076" y="570084"/>
                    <a:pt x="144556" y="590395"/>
                    <a:pt x="187517" y="590395"/>
                  </a:cubicBezTo>
                  <a:cubicBezTo>
                    <a:pt x="230477" y="590395"/>
                    <a:pt x="251957" y="570084"/>
                    <a:pt x="275179" y="548032"/>
                  </a:cubicBezTo>
                  <a:cubicBezTo>
                    <a:pt x="298982" y="525400"/>
                    <a:pt x="324526" y="500446"/>
                    <a:pt x="375034" y="500446"/>
                  </a:cubicBezTo>
                  <a:cubicBezTo>
                    <a:pt x="425568" y="500446"/>
                    <a:pt x="451706" y="525400"/>
                    <a:pt x="474941" y="548032"/>
                  </a:cubicBezTo>
                  <a:cubicBezTo>
                    <a:pt x="498175" y="570084"/>
                    <a:pt x="519667" y="590395"/>
                    <a:pt x="562069" y="590395"/>
                  </a:cubicBezTo>
                  <a:cubicBezTo>
                    <a:pt x="605610" y="590395"/>
                    <a:pt x="627090" y="570084"/>
                    <a:pt x="650315" y="548032"/>
                  </a:cubicBezTo>
                  <a:cubicBezTo>
                    <a:pt x="672083" y="526814"/>
                    <a:pt x="696405" y="503556"/>
                    <a:pt x="740506" y="500732"/>
                  </a:cubicBezTo>
                  <a:lnTo>
                    <a:pt x="749586" y="500446"/>
                  </a:lnTo>
                  <a:lnTo>
                    <a:pt x="758889" y="500732"/>
                  </a:lnTo>
                  <a:cubicBezTo>
                    <a:pt x="803998" y="503556"/>
                    <a:pt x="828351" y="526814"/>
                    <a:pt x="850154" y="548032"/>
                  </a:cubicBezTo>
                  <a:cubicBezTo>
                    <a:pt x="873408" y="570084"/>
                    <a:pt x="894909" y="590395"/>
                    <a:pt x="937343" y="590395"/>
                  </a:cubicBezTo>
                  <a:cubicBezTo>
                    <a:pt x="980892" y="590395"/>
                    <a:pt x="1002368" y="570084"/>
                    <a:pt x="1025586" y="548032"/>
                  </a:cubicBezTo>
                  <a:cubicBezTo>
                    <a:pt x="1047357" y="526814"/>
                    <a:pt x="1071175" y="503556"/>
                    <a:pt x="1115684" y="500732"/>
                  </a:cubicBezTo>
                  <a:lnTo>
                    <a:pt x="1124860" y="500446"/>
                  </a:lnTo>
                  <a:lnTo>
                    <a:pt x="1134151" y="500732"/>
                  </a:lnTo>
                  <a:cubicBezTo>
                    <a:pt x="1179136" y="503556"/>
                    <a:pt x="1202980" y="526814"/>
                    <a:pt x="1225295" y="548032"/>
                  </a:cubicBezTo>
                  <a:cubicBezTo>
                    <a:pt x="1248517" y="570084"/>
                    <a:pt x="1270006" y="590395"/>
                    <a:pt x="1312377" y="590395"/>
                  </a:cubicBezTo>
                  <a:cubicBezTo>
                    <a:pt x="1355923" y="590395"/>
                    <a:pt x="1377398" y="570084"/>
                    <a:pt x="1400620" y="548032"/>
                  </a:cubicBezTo>
                  <a:cubicBezTo>
                    <a:pt x="1422391" y="526814"/>
                    <a:pt x="1446206" y="503556"/>
                    <a:pt x="1490715" y="500732"/>
                  </a:cubicBezTo>
                  <a:lnTo>
                    <a:pt x="1499902" y="500446"/>
                  </a:lnTo>
                  <a:lnTo>
                    <a:pt x="1509200" y="500732"/>
                  </a:lnTo>
                  <a:cubicBezTo>
                    <a:pt x="1554240" y="503556"/>
                    <a:pt x="1578118" y="526814"/>
                    <a:pt x="1600457" y="548032"/>
                  </a:cubicBezTo>
                  <a:cubicBezTo>
                    <a:pt x="1620811" y="567328"/>
                    <a:pt x="1639813" y="585290"/>
                    <a:pt x="1672675" y="589480"/>
                  </a:cubicBezTo>
                  <a:lnTo>
                    <a:pt x="1687656" y="590395"/>
                  </a:lnTo>
                  <a:lnTo>
                    <a:pt x="1702991" y="589480"/>
                  </a:lnTo>
                  <a:cubicBezTo>
                    <a:pt x="1736589" y="585290"/>
                    <a:pt x="1755583" y="567328"/>
                    <a:pt x="1775902" y="548032"/>
                  </a:cubicBezTo>
                  <a:cubicBezTo>
                    <a:pt x="1797671" y="526814"/>
                    <a:pt x="1821477" y="503556"/>
                    <a:pt x="1865985" y="500732"/>
                  </a:cubicBezTo>
                  <a:lnTo>
                    <a:pt x="1875171" y="500446"/>
                  </a:lnTo>
                  <a:lnTo>
                    <a:pt x="1884453" y="500732"/>
                  </a:lnTo>
                  <a:cubicBezTo>
                    <a:pt x="1929442" y="503556"/>
                    <a:pt x="1953295" y="526814"/>
                    <a:pt x="1975602" y="548032"/>
                  </a:cubicBezTo>
                  <a:cubicBezTo>
                    <a:pt x="1995922" y="567328"/>
                    <a:pt x="2014463" y="585290"/>
                    <a:pt x="2047561" y="589480"/>
                  </a:cubicBezTo>
                  <a:lnTo>
                    <a:pt x="2062687" y="590395"/>
                  </a:lnTo>
                  <a:lnTo>
                    <a:pt x="2078025" y="589480"/>
                  </a:lnTo>
                  <a:cubicBezTo>
                    <a:pt x="2111623" y="585290"/>
                    <a:pt x="2130614" y="567328"/>
                    <a:pt x="2150933" y="548032"/>
                  </a:cubicBezTo>
                  <a:cubicBezTo>
                    <a:pt x="2172701" y="526814"/>
                    <a:pt x="2196510" y="503556"/>
                    <a:pt x="2241019" y="500732"/>
                  </a:cubicBezTo>
                  <a:lnTo>
                    <a:pt x="2250202" y="500446"/>
                  </a:lnTo>
                  <a:lnTo>
                    <a:pt x="2259500" y="500732"/>
                  </a:lnTo>
                  <a:cubicBezTo>
                    <a:pt x="2304545" y="503556"/>
                    <a:pt x="2328421" y="526814"/>
                    <a:pt x="2350772" y="548032"/>
                  </a:cubicBezTo>
                  <a:cubicBezTo>
                    <a:pt x="2371110" y="567328"/>
                    <a:pt x="2389675" y="585290"/>
                    <a:pt x="2422815" y="589480"/>
                  </a:cubicBezTo>
                  <a:lnTo>
                    <a:pt x="2437959" y="590395"/>
                  </a:lnTo>
                  <a:lnTo>
                    <a:pt x="2453275" y="589480"/>
                  </a:lnTo>
                  <a:cubicBezTo>
                    <a:pt x="2486774" y="585290"/>
                    <a:pt x="2505375" y="567328"/>
                    <a:pt x="2526203" y="548032"/>
                  </a:cubicBezTo>
                  <a:cubicBezTo>
                    <a:pt x="2549424" y="525400"/>
                    <a:pt x="2574968" y="500446"/>
                    <a:pt x="2625475" y="500446"/>
                  </a:cubicBezTo>
                  <a:cubicBezTo>
                    <a:pt x="2676563" y="500446"/>
                    <a:pt x="2702109" y="525400"/>
                    <a:pt x="2725913" y="548032"/>
                  </a:cubicBezTo>
                  <a:cubicBezTo>
                    <a:pt x="2746233" y="567328"/>
                    <a:pt x="2764773" y="585290"/>
                    <a:pt x="2797875" y="589480"/>
                  </a:cubicBezTo>
                  <a:lnTo>
                    <a:pt x="2812992" y="590395"/>
                  </a:lnTo>
                  <a:lnTo>
                    <a:pt x="2828318" y="589480"/>
                  </a:lnTo>
                  <a:cubicBezTo>
                    <a:pt x="2861804" y="585290"/>
                    <a:pt x="2880408" y="567328"/>
                    <a:pt x="2901235" y="548032"/>
                  </a:cubicBezTo>
                  <a:cubicBezTo>
                    <a:pt x="2912188" y="537423"/>
                    <a:pt x="2923617" y="526304"/>
                    <a:pt x="2937872" y="517484"/>
                  </a:cubicBezTo>
                  <a:lnTo>
                    <a:pt x="2957425" y="508318"/>
                  </a:lnTo>
                  <a:lnTo>
                    <a:pt x="2957425" y="529724"/>
                  </a:lnTo>
                  <a:lnTo>
                    <a:pt x="2944732" y="534411"/>
                  </a:lnTo>
                  <a:cubicBezTo>
                    <a:pt x="2933403" y="541837"/>
                    <a:pt x="2923655" y="551151"/>
                    <a:pt x="2913429" y="560799"/>
                  </a:cubicBezTo>
                  <a:cubicBezTo>
                    <a:pt x="2891112" y="582017"/>
                    <a:pt x="2867269" y="604765"/>
                    <a:pt x="2822285" y="607526"/>
                  </a:cubicBezTo>
                  <a:lnTo>
                    <a:pt x="2812992" y="607805"/>
                  </a:lnTo>
                  <a:lnTo>
                    <a:pt x="2803817" y="607526"/>
                  </a:lnTo>
                  <a:cubicBezTo>
                    <a:pt x="2759309" y="604765"/>
                    <a:pt x="2735489" y="582017"/>
                    <a:pt x="2713719" y="560799"/>
                  </a:cubicBezTo>
                  <a:cubicBezTo>
                    <a:pt x="2689916" y="538747"/>
                    <a:pt x="2669016" y="518436"/>
                    <a:pt x="2625475" y="518436"/>
                  </a:cubicBezTo>
                  <a:cubicBezTo>
                    <a:pt x="2582521" y="518436"/>
                    <a:pt x="2561615" y="538747"/>
                    <a:pt x="2538398" y="560799"/>
                  </a:cubicBezTo>
                  <a:cubicBezTo>
                    <a:pt x="2516079" y="582017"/>
                    <a:pt x="2492239" y="604765"/>
                    <a:pt x="2447253" y="607526"/>
                  </a:cubicBezTo>
                  <a:lnTo>
                    <a:pt x="2437959" y="607805"/>
                  </a:lnTo>
                  <a:lnTo>
                    <a:pt x="2428768" y="607526"/>
                  </a:lnTo>
                  <a:cubicBezTo>
                    <a:pt x="2384205" y="604765"/>
                    <a:pt x="2360364" y="582017"/>
                    <a:pt x="2338559" y="560799"/>
                  </a:cubicBezTo>
                  <a:cubicBezTo>
                    <a:pt x="2318221" y="541504"/>
                    <a:pt x="2299203" y="523541"/>
                    <a:pt x="2265570" y="519352"/>
                  </a:cubicBezTo>
                  <a:lnTo>
                    <a:pt x="2250202" y="518436"/>
                  </a:lnTo>
                  <a:lnTo>
                    <a:pt x="2235078" y="519352"/>
                  </a:lnTo>
                  <a:cubicBezTo>
                    <a:pt x="2201989" y="523541"/>
                    <a:pt x="2183438" y="541504"/>
                    <a:pt x="2163119" y="560799"/>
                  </a:cubicBezTo>
                  <a:cubicBezTo>
                    <a:pt x="2140811" y="582017"/>
                    <a:pt x="2116959" y="604765"/>
                    <a:pt x="2071970" y="607526"/>
                  </a:cubicBezTo>
                  <a:lnTo>
                    <a:pt x="2062687" y="607805"/>
                  </a:lnTo>
                  <a:lnTo>
                    <a:pt x="2053502" y="607526"/>
                  </a:lnTo>
                  <a:cubicBezTo>
                    <a:pt x="2008993" y="604765"/>
                    <a:pt x="1985187" y="582017"/>
                    <a:pt x="1963418" y="560799"/>
                  </a:cubicBezTo>
                  <a:cubicBezTo>
                    <a:pt x="1943099" y="541504"/>
                    <a:pt x="1924106" y="523541"/>
                    <a:pt x="1890508" y="519352"/>
                  </a:cubicBezTo>
                  <a:lnTo>
                    <a:pt x="1875171" y="518436"/>
                  </a:lnTo>
                  <a:lnTo>
                    <a:pt x="1860044" y="519352"/>
                  </a:lnTo>
                  <a:cubicBezTo>
                    <a:pt x="1826946" y="523541"/>
                    <a:pt x="1808405" y="541504"/>
                    <a:pt x="1788085" y="560799"/>
                  </a:cubicBezTo>
                  <a:cubicBezTo>
                    <a:pt x="1765780" y="582017"/>
                    <a:pt x="1741925" y="604765"/>
                    <a:pt x="1696936" y="607526"/>
                  </a:cubicBezTo>
                  <a:lnTo>
                    <a:pt x="1687656" y="607805"/>
                  </a:lnTo>
                  <a:lnTo>
                    <a:pt x="1678456" y="607526"/>
                  </a:lnTo>
                  <a:cubicBezTo>
                    <a:pt x="1633891" y="604765"/>
                    <a:pt x="1610048" y="582017"/>
                    <a:pt x="1588259" y="560799"/>
                  </a:cubicBezTo>
                  <a:cubicBezTo>
                    <a:pt x="1567905" y="541504"/>
                    <a:pt x="1548904" y="523541"/>
                    <a:pt x="1515254" y="519352"/>
                  </a:cubicBezTo>
                  <a:lnTo>
                    <a:pt x="1499902" y="518436"/>
                  </a:lnTo>
                  <a:lnTo>
                    <a:pt x="1484938" y="519352"/>
                  </a:lnTo>
                  <a:cubicBezTo>
                    <a:pt x="1452117" y="523541"/>
                    <a:pt x="1433131" y="541504"/>
                    <a:pt x="1412811" y="560799"/>
                  </a:cubicBezTo>
                  <a:cubicBezTo>
                    <a:pt x="1389009" y="583431"/>
                    <a:pt x="1363465" y="607805"/>
                    <a:pt x="1312377" y="607805"/>
                  </a:cubicBezTo>
                  <a:cubicBezTo>
                    <a:pt x="1261869" y="607805"/>
                    <a:pt x="1236325" y="583431"/>
                    <a:pt x="1213103" y="560799"/>
                  </a:cubicBezTo>
                  <a:cubicBezTo>
                    <a:pt x="1192784" y="541504"/>
                    <a:pt x="1173800" y="523541"/>
                    <a:pt x="1140203" y="519352"/>
                  </a:cubicBezTo>
                  <a:lnTo>
                    <a:pt x="1124860" y="518436"/>
                  </a:lnTo>
                  <a:lnTo>
                    <a:pt x="1109907" y="519352"/>
                  </a:lnTo>
                  <a:cubicBezTo>
                    <a:pt x="1077083" y="523541"/>
                    <a:pt x="1058099" y="541504"/>
                    <a:pt x="1037780" y="560799"/>
                  </a:cubicBezTo>
                  <a:cubicBezTo>
                    <a:pt x="1014563" y="583431"/>
                    <a:pt x="988431" y="607805"/>
                    <a:pt x="937343" y="607805"/>
                  </a:cubicBezTo>
                  <a:cubicBezTo>
                    <a:pt x="887352" y="607805"/>
                    <a:pt x="861195" y="583431"/>
                    <a:pt x="837942" y="560799"/>
                  </a:cubicBezTo>
                  <a:cubicBezTo>
                    <a:pt x="817603" y="541504"/>
                    <a:pt x="798587" y="523541"/>
                    <a:pt x="764952" y="519352"/>
                  </a:cubicBezTo>
                  <a:lnTo>
                    <a:pt x="749586" y="518436"/>
                  </a:lnTo>
                  <a:lnTo>
                    <a:pt x="734638" y="519352"/>
                  </a:lnTo>
                  <a:cubicBezTo>
                    <a:pt x="701811" y="523541"/>
                    <a:pt x="682831" y="541504"/>
                    <a:pt x="662511" y="560799"/>
                  </a:cubicBezTo>
                  <a:cubicBezTo>
                    <a:pt x="639282" y="583431"/>
                    <a:pt x="613157" y="607805"/>
                    <a:pt x="562069" y="607805"/>
                  </a:cubicBezTo>
                  <a:cubicBezTo>
                    <a:pt x="512115" y="607805"/>
                    <a:pt x="485977" y="583431"/>
                    <a:pt x="462743" y="560799"/>
                  </a:cubicBezTo>
                  <a:cubicBezTo>
                    <a:pt x="439508" y="538747"/>
                    <a:pt x="418017" y="518436"/>
                    <a:pt x="375034" y="518436"/>
                  </a:cubicBezTo>
                  <a:cubicBezTo>
                    <a:pt x="332073" y="518436"/>
                    <a:pt x="310593" y="538747"/>
                    <a:pt x="287371" y="560799"/>
                  </a:cubicBezTo>
                  <a:cubicBezTo>
                    <a:pt x="264149" y="583431"/>
                    <a:pt x="238024" y="607805"/>
                    <a:pt x="187517" y="607805"/>
                  </a:cubicBezTo>
                  <a:cubicBezTo>
                    <a:pt x="137009" y="607805"/>
                    <a:pt x="111465" y="583431"/>
                    <a:pt x="87663" y="560799"/>
                  </a:cubicBezTo>
                  <a:cubicBezTo>
                    <a:pt x="64441" y="538747"/>
                    <a:pt x="42960" y="518436"/>
                    <a:pt x="0" y="518436"/>
                  </a:cubicBezTo>
                  <a:close/>
                  <a:moveTo>
                    <a:pt x="0" y="399827"/>
                  </a:moveTo>
                  <a:cubicBezTo>
                    <a:pt x="50507" y="399827"/>
                    <a:pt x="76632" y="424837"/>
                    <a:pt x="99855" y="447520"/>
                  </a:cubicBezTo>
                  <a:cubicBezTo>
                    <a:pt x="123076" y="469622"/>
                    <a:pt x="144556" y="489978"/>
                    <a:pt x="187517" y="489978"/>
                  </a:cubicBezTo>
                  <a:cubicBezTo>
                    <a:pt x="230477" y="489978"/>
                    <a:pt x="251957" y="469622"/>
                    <a:pt x="275179" y="447520"/>
                  </a:cubicBezTo>
                  <a:cubicBezTo>
                    <a:pt x="298982" y="424837"/>
                    <a:pt x="324526" y="399827"/>
                    <a:pt x="375034" y="399827"/>
                  </a:cubicBezTo>
                  <a:cubicBezTo>
                    <a:pt x="425568" y="399827"/>
                    <a:pt x="451706" y="424837"/>
                    <a:pt x="474941" y="447520"/>
                  </a:cubicBezTo>
                  <a:cubicBezTo>
                    <a:pt x="498175" y="469622"/>
                    <a:pt x="519667" y="489978"/>
                    <a:pt x="562069" y="489978"/>
                  </a:cubicBezTo>
                  <a:cubicBezTo>
                    <a:pt x="605610" y="489978"/>
                    <a:pt x="627090" y="469622"/>
                    <a:pt x="650315" y="447520"/>
                  </a:cubicBezTo>
                  <a:cubicBezTo>
                    <a:pt x="672083" y="426255"/>
                    <a:pt x="696405" y="402944"/>
                    <a:pt x="740506" y="400114"/>
                  </a:cubicBezTo>
                  <a:lnTo>
                    <a:pt x="749586" y="399827"/>
                  </a:lnTo>
                  <a:lnTo>
                    <a:pt x="758889" y="400114"/>
                  </a:lnTo>
                  <a:cubicBezTo>
                    <a:pt x="803998" y="402944"/>
                    <a:pt x="828351" y="426255"/>
                    <a:pt x="850154" y="447520"/>
                  </a:cubicBezTo>
                  <a:cubicBezTo>
                    <a:pt x="873408" y="469622"/>
                    <a:pt x="894909" y="489978"/>
                    <a:pt x="937343" y="489978"/>
                  </a:cubicBezTo>
                  <a:cubicBezTo>
                    <a:pt x="980892" y="489978"/>
                    <a:pt x="1002368" y="469622"/>
                    <a:pt x="1025586" y="447520"/>
                  </a:cubicBezTo>
                  <a:cubicBezTo>
                    <a:pt x="1047357" y="426255"/>
                    <a:pt x="1071175" y="402944"/>
                    <a:pt x="1115684" y="400114"/>
                  </a:cubicBezTo>
                  <a:lnTo>
                    <a:pt x="1124860" y="399827"/>
                  </a:lnTo>
                  <a:lnTo>
                    <a:pt x="1134151" y="400114"/>
                  </a:lnTo>
                  <a:cubicBezTo>
                    <a:pt x="1179136" y="402944"/>
                    <a:pt x="1202980" y="426255"/>
                    <a:pt x="1225295" y="447520"/>
                  </a:cubicBezTo>
                  <a:cubicBezTo>
                    <a:pt x="1248517" y="469622"/>
                    <a:pt x="1270006" y="489978"/>
                    <a:pt x="1312377" y="489978"/>
                  </a:cubicBezTo>
                  <a:cubicBezTo>
                    <a:pt x="1355923" y="489978"/>
                    <a:pt x="1377398" y="469622"/>
                    <a:pt x="1400620" y="447520"/>
                  </a:cubicBezTo>
                  <a:cubicBezTo>
                    <a:pt x="1422391" y="426255"/>
                    <a:pt x="1446206" y="402944"/>
                    <a:pt x="1490715" y="400114"/>
                  </a:cubicBezTo>
                  <a:lnTo>
                    <a:pt x="1499902" y="399827"/>
                  </a:lnTo>
                  <a:lnTo>
                    <a:pt x="1509200" y="400114"/>
                  </a:lnTo>
                  <a:cubicBezTo>
                    <a:pt x="1554240" y="402944"/>
                    <a:pt x="1578118" y="426255"/>
                    <a:pt x="1600457" y="447520"/>
                  </a:cubicBezTo>
                  <a:cubicBezTo>
                    <a:pt x="1620811" y="466859"/>
                    <a:pt x="1639813" y="484862"/>
                    <a:pt x="1672675" y="489060"/>
                  </a:cubicBezTo>
                  <a:lnTo>
                    <a:pt x="1687656" y="489978"/>
                  </a:lnTo>
                  <a:lnTo>
                    <a:pt x="1702991" y="489060"/>
                  </a:lnTo>
                  <a:cubicBezTo>
                    <a:pt x="1736589" y="484862"/>
                    <a:pt x="1755583" y="466859"/>
                    <a:pt x="1775902" y="447520"/>
                  </a:cubicBezTo>
                  <a:cubicBezTo>
                    <a:pt x="1797671" y="426255"/>
                    <a:pt x="1821477" y="402944"/>
                    <a:pt x="1865985" y="400114"/>
                  </a:cubicBezTo>
                  <a:lnTo>
                    <a:pt x="1875171" y="399827"/>
                  </a:lnTo>
                  <a:lnTo>
                    <a:pt x="1884453" y="400114"/>
                  </a:lnTo>
                  <a:cubicBezTo>
                    <a:pt x="1929442" y="402944"/>
                    <a:pt x="1953295" y="426255"/>
                    <a:pt x="1975602" y="447520"/>
                  </a:cubicBezTo>
                  <a:cubicBezTo>
                    <a:pt x="1995922" y="466859"/>
                    <a:pt x="2014463" y="484862"/>
                    <a:pt x="2047561" y="489060"/>
                  </a:cubicBezTo>
                  <a:lnTo>
                    <a:pt x="2062687" y="489978"/>
                  </a:lnTo>
                  <a:lnTo>
                    <a:pt x="2078025" y="489060"/>
                  </a:lnTo>
                  <a:cubicBezTo>
                    <a:pt x="2111623" y="484862"/>
                    <a:pt x="2130614" y="466859"/>
                    <a:pt x="2150933" y="447520"/>
                  </a:cubicBezTo>
                  <a:cubicBezTo>
                    <a:pt x="2172701" y="426255"/>
                    <a:pt x="2196510" y="402944"/>
                    <a:pt x="2241019" y="400114"/>
                  </a:cubicBezTo>
                  <a:lnTo>
                    <a:pt x="2250202" y="399827"/>
                  </a:lnTo>
                  <a:lnTo>
                    <a:pt x="2259500" y="400114"/>
                  </a:lnTo>
                  <a:cubicBezTo>
                    <a:pt x="2304545" y="402944"/>
                    <a:pt x="2328421" y="426255"/>
                    <a:pt x="2350772" y="447520"/>
                  </a:cubicBezTo>
                  <a:cubicBezTo>
                    <a:pt x="2371110" y="466859"/>
                    <a:pt x="2389675" y="484862"/>
                    <a:pt x="2422815" y="489060"/>
                  </a:cubicBezTo>
                  <a:lnTo>
                    <a:pt x="2437959" y="489978"/>
                  </a:lnTo>
                  <a:lnTo>
                    <a:pt x="2453275" y="489060"/>
                  </a:lnTo>
                  <a:cubicBezTo>
                    <a:pt x="2486774" y="484862"/>
                    <a:pt x="2505375" y="466859"/>
                    <a:pt x="2526203" y="447520"/>
                  </a:cubicBezTo>
                  <a:cubicBezTo>
                    <a:pt x="2549424" y="424837"/>
                    <a:pt x="2574968" y="399827"/>
                    <a:pt x="2625475" y="399827"/>
                  </a:cubicBezTo>
                  <a:cubicBezTo>
                    <a:pt x="2676563" y="399827"/>
                    <a:pt x="2702109" y="424837"/>
                    <a:pt x="2725913" y="447520"/>
                  </a:cubicBezTo>
                  <a:cubicBezTo>
                    <a:pt x="2746233" y="466859"/>
                    <a:pt x="2764773" y="484862"/>
                    <a:pt x="2797875" y="489060"/>
                  </a:cubicBezTo>
                  <a:lnTo>
                    <a:pt x="2812992" y="489978"/>
                  </a:lnTo>
                  <a:lnTo>
                    <a:pt x="2828318" y="489060"/>
                  </a:lnTo>
                  <a:cubicBezTo>
                    <a:pt x="2861804" y="484862"/>
                    <a:pt x="2880408" y="466859"/>
                    <a:pt x="2901235" y="447520"/>
                  </a:cubicBezTo>
                  <a:cubicBezTo>
                    <a:pt x="2912185" y="436887"/>
                    <a:pt x="2923613" y="425743"/>
                    <a:pt x="2937867" y="416904"/>
                  </a:cubicBezTo>
                  <a:lnTo>
                    <a:pt x="2957425" y="407715"/>
                  </a:lnTo>
                  <a:lnTo>
                    <a:pt x="2957425" y="428995"/>
                  </a:lnTo>
                  <a:lnTo>
                    <a:pt x="2944727" y="433626"/>
                  </a:lnTo>
                  <a:cubicBezTo>
                    <a:pt x="2933399" y="441025"/>
                    <a:pt x="2923652" y="450392"/>
                    <a:pt x="2913429" y="460316"/>
                  </a:cubicBezTo>
                  <a:cubicBezTo>
                    <a:pt x="2891112" y="481581"/>
                    <a:pt x="2867269" y="504380"/>
                    <a:pt x="2822285" y="507147"/>
                  </a:cubicBezTo>
                  <a:lnTo>
                    <a:pt x="2812992" y="507427"/>
                  </a:lnTo>
                  <a:lnTo>
                    <a:pt x="2803817" y="507147"/>
                  </a:lnTo>
                  <a:cubicBezTo>
                    <a:pt x="2759309" y="504380"/>
                    <a:pt x="2735489" y="481581"/>
                    <a:pt x="2713719" y="460316"/>
                  </a:cubicBezTo>
                  <a:cubicBezTo>
                    <a:pt x="2689916" y="438214"/>
                    <a:pt x="2669016" y="417857"/>
                    <a:pt x="2625475" y="417857"/>
                  </a:cubicBezTo>
                  <a:cubicBezTo>
                    <a:pt x="2582521" y="417857"/>
                    <a:pt x="2561615" y="437633"/>
                    <a:pt x="2538398" y="460316"/>
                  </a:cubicBezTo>
                  <a:cubicBezTo>
                    <a:pt x="2516079" y="481581"/>
                    <a:pt x="2492239" y="504380"/>
                    <a:pt x="2447253" y="507147"/>
                  </a:cubicBezTo>
                  <a:lnTo>
                    <a:pt x="2437959" y="507427"/>
                  </a:lnTo>
                  <a:lnTo>
                    <a:pt x="2428768" y="507147"/>
                  </a:lnTo>
                  <a:cubicBezTo>
                    <a:pt x="2384205" y="504380"/>
                    <a:pt x="2360364" y="481581"/>
                    <a:pt x="2338559" y="460316"/>
                  </a:cubicBezTo>
                  <a:cubicBezTo>
                    <a:pt x="2318221" y="440977"/>
                    <a:pt x="2299203" y="422974"/>
                    <a:pt x="2265570" y="418775"/>
                  </a:cubicBezTo>
                  <a:lnTo>
                    <a:pt x="2250202" y="417857"/>
                  </a:lnTo>
                  <a:lnTo>
                    <a:pt x="2235078" y="418752"/>
                  </a:lnTo>
                  <a:cubicBezTo>
                    <a:pt x="2201989" y="422847"/>
                    <a:pt x="2183438" y="440468"/>
                    <a:pt x="2163119" y="460316"/>
                  </a:cubicBezTo>
                  <a:cubicBezTo>
                    <a:pt x="2140811" y="481581"/>
                    <a:pt x="2116959" y="504380"/>
                    <a:pt x="2071970" y="507147"/>
                  </a:cubicBezTo>
                  <a:lnTo>
                    <a:pt x="2062687" y="507427"/>
                  </a:lnTo>
                  <a:lnTo>
                    <a:pt x="2053502" y="507147"/>
                  </a:lnTo>
                  <a:cubicBezTo>
                    <a:pt x="2008993" y="504380"/>
                    <a:pt x="1985187" y="481581"/>
                    <a:pt x="1963418" y="460316"/>
                  </a:cubicBezTo>
                  <a:cubicBezTo>
                    <a:pt x="1943099" y="440977"/>
                    <a:pt x="1924106" y="422974"/>
                    <a:pt x="1890508" y="418775"/>
                  </a:cubicBezTo>
                  <a:lnTo>
                    <a:pt x="1875171" y="417857"/>
                  </a:lnTo>
                  <a:lnTo>
                    <a:pt x="1860044" y="418752"/>
                  </a:lnTo>
                  <a:cubicBezTo>
                    <a:pt x="1826946" y="422847"/>
                    <a:pt x="1808405" y="440468"/>
                    <a:pt x="1788085" y="460316"/>
                  </a:cubicBezTo>
                  <a:cubicBezTo>
                    <a:pt x="1765780" y="481581"/>
                    <a:pt x="1741925" y="504380"/>
                    <a:pt x="1696936" y="507147"/>
                  </a:cubicBezTo>
                  <a:lnTo>
                    <a:pt x="1687656" y="507427"/>
                  </a:lnTo>
                  <a:lnTo>
                    <a:pt x="1678456" y="507147"/>
                  </a:lnTo>
                  <a:cubicBezTo>
                    <a:pt x="1633891" y="504380"/>
                    <a:pt x="1610048" y="481581"/>
                    <a:pt x="1588259" y="460316"/>
                  </a:cubicBezTo>
                  <a:cubicBezTo>
                    <a:pt x="1567905" y="440977"/>
                    <a:pt x="1548904" y="422974"/>
                    <a:pt x="1515254" y="418775"/>
                  </a:cubicBezTo>
                  <a:lnTo>
                    <a:pt x="1499902" y="417857"/>
                  </a:lnTo>
                  <a:lnTo>
                    <a:pt x="1484938" y="418752"/>
                  </a:lnTo>
                  <a:cubicBezTo>
                    <a:pt x="1452117" y="422847"/>
                    <a:pt x="1433131" y="440468"/>
                    <a:pt x="1412811" y="460316"/>
                  </a:cubicBezTo>
                  <a:cubicBezTo>
                    <a:pt x="1389009" y="482999"/>
                    <a:pt x="1363465" y="507427"/>
                    <a:pt x="1312377" y="507427"/>
                  </a:cubicBezTo>
                  <a:cubicBezTo>
                    <a:pt x="1261869" y="507427"/>
                    <a:pt x="1236325" y="482999"/>
                    <a:pt x="1213103" y="460316"/>
                  </a:cubicBezTo>
                  <a:cubicBezTo>
                    <a:pt x="1192784" y="440977"/>
                    <a:pt x="1173800" y="422974"/>
                    <a:pt x="1140203" y="418775"/>
                  </a:cubicBezTo>
                  <a:lnTo>
                    <a:pt x="1124860" y="417857"/>
                  </a:lnTo>
                  <a:lnTo>
                    <a:pt x="1109907" y="418752"/>
                  </a:lnTo>
                  <a:cubicBezTo>
                    <a:pt x="1077083" y="422847"/>
                    <a:pt x="1058099" y="440468"/>
                    <a:pt x="1037780" y="460316"/>
                  </a:cubicBezTo>
                  <a:cubicBezTo>
                    <a:pt x="1014563" y="482999"/>
                    <a:pt x="988431" y="507427"/>
                    <a:pt x="937343" y="507427"/>
                  </a:cubicBezTo>
                  <a:cubicBezTo>
                    <a:pt x="887352" y="507427"/>
                    <a:pt x="861195" y="482999"/>
                    <a:pt x="837942" y="460316"/>
                  </a:cubicBezTo>
                  <a:cubicBezTo>
                    <a:pt x="817603" y="440977"/>
                    <a:pt x="798587" y="422974"/>
                    <a:pt x="764952" y="418775"/>
                  </a:cubicBezTo>
                  <a:lnTo>
                    <a:pt x="749586" y="417857"/>
                  </a:lnTo>
                  <a:lnTo>
                    <a:pt x="734638" y="418752"/>
                  </a:lnTo>
                  <a:cubicBezTo>
                    <a:pt x="701811" y="422847"/>
                    <a:pt x="682831" y="440468"/>
                    <a:pt x="662511" y="460316"/>
                  </a:cubicBezTo>
                  <a:cubicBezTo>
                    <a:pt x="639282" y="482999"/>
                    <a:pt x="613157" y="507427"/>
                    <a:pt x="562069" y="507427"/>
                  </a:cubicBezTo>
                  <a:cubicBezTo>
                    <a:pt x="512115" y="507427"/>
                    <a:pt x="485977" y="482999"/>
                    <a:pt x="462743" y="460316"/>
                  </a:cubicBezTo>
                  <a:cubicBezTo>
                    <a:pt x="439508" y="438214"/>
                    <a:pt x="418017" y="417857"/>
                    <a:pt x="375034" y="417857"/>
                  </a:cubicBezTo>
                  <a:cubicBezTo>
                    <a:pt x="332073" y="417857"/>
                    <a:pt x="310593" y="437633"/>
                    <a:pt x="287371" y="460316"/>
                  </a:cubicBezTo>
                  <a:cubicBezTo>
                    <a:pt x="264149" y="482999"/>
                    <a:pt x="238024" y="507427"/>
                    <a:pt x="187517" y="507427"/>
                  </a:cubicBezTo>
                  <a:cubicBezTo>
                    <a:pt x="137009" y="507427"/>
                    <a:pt x="111465" y="482999"/>
                    <a:pt x="87663" y="460316"/>
                  </a:cubicBezTo>
                  <a:cubicBezTo>
                    <a:pt x="64441" y="438214"/>
                    <a:pt x="42960" y="417857"/>
                    <a:pt x="0" y="417857"/>
                  </a:cubicBezTo>
                  <a:close/>
                  <a:moveTo>
                    <a:pt x="0" y="299931"/>
                  </a:moveTo>
                  <a:cubicBezTo>
                    <a:pt x="50507" y="299931"/>
                    <a:pt x="76632" y="324917"/>
                    <a:pt x="99855" y="347579"/>
                  </a:cubicBezTo>
                  <a:cubicBezTo>
                    <a:pt x="123076" y="369660"/>
                    <a:pt x="144556" y="389998"/>
                    <a:pt x="187517" y="389998"/>
                  </a:cubicBezTo>
                  <a:cubicBezTo>
                    <a:pt x="230477" y="389998"/>
                    <a:pt x="251957" y="369660"/>
                    <a:pt x="275179" y="347579"/>
                  </a:cubicBezTo>
                  <a:cubicBezTo>
                    <a:pt x="298982" y="324917"/>
                    <a:pt x="324526" y="299931"/>
                    <a:pt x="375034" y="299931"/>
                  </a:cubicBezTo>
                  <a:cubicBezTo>
                    <a:pt x="425568" y="299931"/>
                    <a:pt x="451706" y="324917"/>
                    <a:pt x="474941" y="347579"/>
                  </a:cubicBezTo>
                  <a:cubicBezTo>
                    <a:pt x="498175" y="369660"/>
                    <a:pt x="519667" y="389998"/>
                    <a:pt x="562069" y="389998"/>
                  </a:cubicBezTo>
                  <a:cubicBezTo>
                    <a:pt x="605610" y="389998"/>
                    <a:pt x="627090" y="369660"/>
                    <a:pt x="650315" y="347579"/>
                  </a:cubicBezTo>
                  <a:cubicBezTo>
                    <a:pt x="672083" y="326333"/>
                    <a:pt x="696405" y="303045"/>
                    <a:pt x="740506" y="300217"/>
                  </a:cubicBezTo>
                  <a:lnTo>
                    <a:pt x="749586" y="299931"/>
                  </a:lnTo>
                  <a:lnTo>
                    <a:pt x="758889" y="300217"/>
                  </a:lnTo>
                  <a:cubicBezTo>
                    <a:pt x="803998" y="303045"/>
                    <a:pt x="828351" y="326333"/>
                    <a:pt x="850154" y="347579"/>
                  </a:cubicBezTo>
                  <a:cubicBezTo>
                    <a:pt x="873408" y="369660"/>
                    <a:pt x="894909" y="389998"/>
                    <a:pt x="937343" y="389998"/>
                  </a:cubicBezTo>
                  <a:cubicBezTo>
                    <a:pt x="980892" y="389998"/>
                    <a:pt x="1002368" y="369660"/>
                    <a:pt x="1025586" y="347579"/>
                  </a:cubicBezTo>
                  <a:cubicBezTo>
                    <a:pt x="1047357" y="326333"/>
                    <a:pt x="1071175" y="303045"/>
                    <a:pt x="1115684" y="300217"/>
                  </a:cubicBezTo>
                  <a:lnTo>
                    <a:pt x="1124860" y="299931"/>
                  </a:lnTo>
                  <a:lnTo>
                    <a:pt x="1134151" y="300217"/>
                  </a:lnTo>
                  <a:cubicBezTo>
                    <a:pt x="1179136" y="303045"/>
                    <a:pt x="1202980" y="326333"/>
                    <a:pt x="1225295" y="347579"/>
                  </a:cubicBezTo>
                  <a:cubicBezTo>
                    <a:pt x="1248517" y="369660"/>
                    <a:pt x="1270006" y="389998"/>
                    <a:pt x="1312377" y="389998"/>
                  </a:cubicBezTo>
                  <a:cubicBezTo>
                    <a:pt x="1355923" y="389998"/>
                    <a:pt x="1377398" y="369660"/>
                    <a:pt x="1400620" y="347579"/>
                  </a:cubicBezTo>
                  <a:cubicBezTo>
                    <a:pt x="1422391" y="326333"/>
                    <a:pt x="1446206" y="303045"/>
                    <a:pt x="1490715" y="300217"/>
                  </a:cubicBezTo>
                  <a:lnTo>
                    <a:pt x="1499902" y="299931"/>
                  </a:lnTo>
                  <a:lnTo>
                    <a:pt x="1509200" y="300217"/>
                  </a:lnTo>
                  <a:cubicBezTo>
                    <a:pt x="1554240" y="303045"/>
                    <a:pt x="1578118" y="326333"/>
                    <a:pt x="1600457" y="347579"/>
                  </a:cubicBezTo>
                  <a:cubicBezTo>
                    <a:pt x="1620811" y="366900"/>
                    <a:pt x="1639813" y="384886"/>
                    <a:pt x="1672675" y="389081"/>
                  </a:cubicBezTo>
                  <a:lnTo>
                    <a:pt x="1687656" y="389998"/>
                  </a:lnTo>
                  <a:lnTo>
                    <a:pt x="1702991" y="389081"/>
                  </a:lnTo>
                  <a:cubicBezTo>
                    <a:pt x="1736589" y="384886"/>
                    <a:pt x="1755583" y="366900"/>
                    <a:pt x="1775902" y="347579"/>
                  </a:cubicBezTo>
                  <a:cubicBezTo>
                    <a:pt x="1797671" y="326333"/>
                    <a:pt x="1821477" y="303045"/>
                    <a:pt x="1865985" y="300217"/>
                  </a:cubicBezTo>
                  <a:lnTo>
                    <a:pt x="1875171" y="299931"/>
                  </a:lnTo>
                  <a:lnTo>
                    <a:pt x="1884453" y="300217"/>
                  </a:lnTo>
                  <a:cubicBezTo>
                    <a:pt x="1929442" y="303045"/>
                    <a:pt x="1953295" y="326333"/>
                    <a:pt x="1975602" y="347579"/>
                  </a:cubicBezTo>
                  <a:cubicBezTo>
                    <a:pt x="1995922" y="366900"/>
                    <a:pt x="2014463" y="384886"/>
                    <a:pt x="2047561" y="389081"/>
                  </a:cubicBezTo>
                  <a:lnTo>
                    <a:pt x="2062687" y="389998"/>
                  </a:lnTo>
                  <a:lnTo>
                    <a:pt x="2078025" y="389081"/>
                  </a:lnTo>
                  <a:cubicBezTo>
                    <a:pt x="2111623" y="384886"/>
                    <a:pt x="2130614" y="366900"/>
                    <a:pt x="2150933" y="347579"/>
                  </a:cubicBezTo>
                  <a:cubicBezTo>
                    <a:pt x="2172701" y="326333"/>
                    <a:pt x="2196510" y="303045"/>
                    <a:pt x="2241019" y="300217"/>
                  </a:cubicBezTo>
                  <a:lnTo>
                    <a:pt x="2250202" y="299931"/>
                  </a:lnTo>
                  <a:lnTo>
                    <a:pt x="2259500" y="300217"/>
                  </a:lnTo>
                  <a:cubicBezTo>
                    <a:pt x="2304545" y="303045"/>
                    <a:pt x="2328421" y="326333"/>
                    <a:pt x="2350772" y="347579"/>
                  </a:cubicBezTo>
                  <a:cubicBezTo>
                    <a:pt x="2371110" y="366900"/>
                    <a:pt x="2389675" y="384886"/>
                    <a:pt x="2422815" y="389081"/>
                  </a:cubicBezTo>
                  <a:lnTo>
                    <a:pt x="2437959" y="389998"/>
                  </a:lnTo>
                  <a:lnTo>
                    <a:pt x="2453275" y="389081"/>
                  </a:lnTo>
                  <a:cubicBezTo>
                    <a:pt x="2486774" y="384886"/>
                    <a:pt x="2505375" y="366900"/>
                    <a:pt x="2526203" y="347579"/>
                  </a:cubicBezTo>
                  <a:cubicBezTo>
                    <a:pt x="2549424" y="324917"/>
                    <a:pt x="2574968" y="299931"/>
                    <a:pt x="2625475" y="299931"/>
                  </a:cubicBezTo>
                  <a:cubicBezTo>
                    <a:pt x="2676563" y="299931"/>
                    <a:pt x="2702109" y="324917"/>
                    <a:pt x="2725913" y="347579"/>
                  </a:cubicBezTo>
                  <a:cubicBezTo>
                    <a:pt x="2746233" y="366900"/>
                    <a:pt x="2764773" y="384886"/>
                    <a:pt x="2797875" y="389081"/>
                  </a:cubicBezTo>
                  <a:lnTo>
                    <a:pt x="2812992" y="389998"/>
                  </a:lnTo>
                  <a:lnTo>
                    <a:pt x="2828318" y="389081"/>
                  </a:lnTo>
                  <a:cubicBezTo>
                    <a:pt x="2861804" y="384886"/>
                    <a:pt x="2880408" y="366900"/>
                    <a:pt x="2901235" y="347579"/>
                  </a:cubicBezTo>
                  <a:cubicBezTo>
                    <a:pt x="2912182" y="336956"/>
                    <a:pt x="2923608" y="325823"/>
                    <a:pt x="2937862" y="316991"/>
                  </a:cubicBezTo>
                  <a:lnTo>
                    <a:pt x="2957425" y="307808"/>
                  </a:lnTo>
                  <a:lnTo>
                    <a:pt x="2957425" y="329243"/>
                  </a:lnTo>
                  <a:lnTo>
                    <a:pt x="2944722" y="333940"/>
                  </a:lnTo>
                  <a:cubicBezTo>
                    <a:pt x="2933394" y="341376"/>
                    <a:pt x="2923649" y="350702"/>
                    <a:pt x="2913429" y="360363"/>
                  </a:cubicBezTo>
                  <a:cubicBezTo>
                    <a:pt x="2891112" y="381609"/>
                    <a:pt x="2867269" y="404897"/>
                    <a:pt x="2822285" y="407725"/>
                  </a:cubicBezTo>
                  <a:lnTo>
                    <a:pt x="2812992" y="408011"/>
                  </a:lnTo>
                  <a:lnTo>
                    <a:pt x="2803817" y="407725"/>
                  </a:lnTo>
                  <a:cubicBezTo>
                    <a:pt x="2759309" y="404897"/>
                    <a:pt x="2735489" y="381609"/>
                    <a:pt x="2713719" y="360363"/>
                  </a:cubicBezTo>
                  <a:cubicBezTo>
                    <a:pt x="2689916" y="338282"/>
                    <a:pt x="2669016" y="317944"/>
                    <a:pt x="2625475" y="317944"/>
                  </a:cubicBezTo>
                  <a:cubicBezTo>
                    <a:pt x="2582521" y="317944"/>
                    <a:pt x="2561615" y="338282"/>
                    <a:pt x="2538398" y="360363"/>
                  </a:cubicBezTo>
                  <a:cubicBezTo>
                    <a:pt x="2516079" y="381609"/>
                    <a:pt x="2492239" y="404897"/>
                    <a:pt x="2447253" y="407725"/>
                  </a:cubicBezTo>
                  <a:lnTo>
                    <a:pt x="2437959" y="408011"/>
                  </a:lnTo>
                  <a:lnTo>
                    <a:pt x="2428768" y="407725"/>
                  </a:lnTo>
                  <a:cubicBezTo>
                    <a:pt x="2384205" y="404897"/>
                    <a:pt x="2360364" y="381609"/>
                    <a:pt x="2338559" y="360363"/>
                  </a:cubicBezTo>
                  <a:cubicBezTo>
                    <a:pt x="2318221" y="341042"/>
                    <a:pt x="2299203" y="323056"/>
                    <a:pt x="2265570" y="318861"/>
                  </a:cubicBezTo>
                  <a:lnTo>
                    <a:pt x="2250202" y="317944"/>
                  </a:lnTo>
                  <a:lnTo>
                    <a:pt x="2235078" y="318861"/>
                  </a:lnTo>
                  <a:cubicBezTo>
                    <a:pt x="2201989" y="323056"/>
                    <a:pt x="2183438" y="341042"/>
                    <a:pt x="2163119" y="360363"/>
                  </a:cubicBezTo>
                  <a:cubicBezTo>
                    <a:pt x="2140811" y="381609"/>
                    <a:pt x="2116959" y="404897"/>
                    <a:pt x="2071970" y="407725"/>
                  </a:cubicBezTo>
                  <a:lnTo>
                    <a:pt x="2062687" y="408011"/>
                  </a:lnTo>
                  <a:lnTo>
                    <a:pt x="2053502" y="407725"/>
                  </a:lnTo>
                  <a:cubicBezTo>
                    <a:pt x="2008993" y="404897"/>
                    <a:pt x="1985187" y="381609"/>
                    <a:pt x="1963418" y="360363"/>
                  </a:cubicBezTo>
                  <a:cubicBezTo>
                    <a:pt x="1943099" y="341042"/>
                    <a:pt x="1924106" y="323056"/>
                    <a:pt x="1890508" y="318861"/>
                  </a:cubicBezTo>
                  <a:lnTo>
                    <a:pt x="1875171" y="317944"/>
                  </a:lnTo>
                  <a:lnTo>
                    <a:pt x="1860044" y="318861"/>
                  </a:lnTo>
                  <a:cubicBezTo>
                    <a:pt x="1826946" y="323056"/>
                    <a:pt x="1808405" y="341042"/>
                    <a:pt x="1788085" y="360363"/>
                  </a:cubicBezTo>
                  <a:cubicBezTo>
                    <a:pt x="1765780" y="381609"/>
                    <a:pt x="1741925" y="404897"/>
                    <a:pt x="1696936" y="407725"/>
                  </a:cubicBezTo>
                  <a:lnTo>
                    <a:pt x="1687656" y="408011"/>
                  </a:lnTo>
                  <a:lnTo>
                    <a:pt x="1678456" y="407725"/>
                  </a:lnTo>
                  <a:cubicBezTo>
                    <a:pt x="1633891" y="404897"/>
                    <a:pt x="1610048" y="381609"/>
                    <a:pt x="1588259" y="360363"/>
                  </a:cubicBezTo>
                  <a:cubicBezTo>
                    <a:pt x="1567905" y="341042"/>
                    <a:pt x="1548904" y="323056"/>
                    <a:pt x="1515254" y="318861"/>
                  </a:cubicBezTo>
                  <a:lnTo>
                    <a:pt x="1499902" y="317944"/>
                  </a:lnTo>
                  <a:lnTo>
                    <a:pt x="1484938" y="318861"/>
                  </a:lnTo>
                  <a:cubicBezTo>
                    <a:pt x="1452117" y="323056"/>
                    <a:pt x="1433131" y="341042"/>
                    <a:pt x="1412811" y="360363"/>
                  </a:cubicBezTo>
                  <a:cubicBezTo>
                    <a:pt x="1389009" y="383025"/>
                    <a:pt x="1363465" y="408011"/>
                    <a:pt x="1312377" y="408011"/>
                  </a:cubicBezTo>
                  <a:cubicBezTo>
                    <a:pt x="1261869" y="408011"/>
                    <a:pt x="1236325" y="383025"/>
                    <a:pt x="1213103" y="360363"/>
                  </a:cubicBezTo>
                  <a:cubicBezTo>
                    <a:pt x="1192784" y="341042"/>
                    <a:pt x="1173800" y="323056"/>
                    <a:pt x="1140203" y="318861"/>
                  </a:cubicBezTo>
                  <a:lnTo>
                    <a:pt x="1124860" y="317944"/>
                  </a:lnTo>
                  <a:lnTo>
                    <a:pt x="1109907" y="318861"/>
                  </a:lnTo>
                  <a:cubicBezTo>
                    <a:pt x="1077083" y="323056"/>
                    <a:pt x="1058099" y="341042"/>
                    <a:pt x="1037780" y="360363"/>
                  </a:cubicBezTo>
                  <a:cubicBezTo>
                    <a:pt x="1014563" y="383025"/>
                    <a:pt x="988431" y="408011"/>
                    <a:pt x="937343" y="408011"/>
                  </a:cubicBezTo>
                  <a:cubicBezTo>
                    <a:pt x="887352" y="408011"/>
                    <a:pt x="861195" y="383025"/>
                    <a:pt x="837942" y="360363"/>
                  </a:cubicBezTo>
                  <a:cubicBezTo>
                    <a:pt x="817603" y="341042"/>
                    <a:pt x="798587" y="323056"/>
                    <a:pt x="764952" y="318861"/>
                  </a:cubicBezTo>
                  <a:lnTo>
                    <a:pt x="749586" y="317944"/>
                  </a:lnTo>
                  <a:lnTo>
                    <a:pt x="734638" y="318861"/>
                  </a:lnTo>
                  <a:cubicBezTo>
                    <a:pt x="701811" y="323056"/>
                    <a:pt x="682831" y="341042"/>
                    <a:pt x="662511" y="360363"/>
                  </a:cubicBezTo>
                  <a:cubicBezTo>
                    <a:pt x="639282" y="383025"/>
                    <a:pt x="613157" y="408011"/>
                    <a:pt x="562069" y="408011"/>
                  </a:cubicBezTo>
                  <a:cubicBezTo>
                    <a:pt x="512115" y="408011"/>
                    <a:pt x="485977" y="383025"/>
                    <a:pt x="462743" y="360363"/>
                  </a:cubicBezTo>
                  <a:cubicBezTo>
                    <a:pt x="439508" y="338282"/>
                    <a:pt x="418017" y="317944"/>
                    <a:pt x="375034" y="317944"/>
                  </a:cubicBezTo>
                  <a:cubicBezTo>
                    <a:pt x="332073" y="317944"/>
                    <a:pt x="310593" y="338282"/>
                    <a:pt x="287371" y="360363"/>
                  </a:cubicBezTo>
                  <a:cubicBezTo>
                    <a:pt x="264149" y="383025"/>
                    <a:pt x="238024" y="408011"/>
                    <a:pt x="187517" y="408011"/>
                  </a:cubicBezTo>
                  <a:cubicBezTo>
                    <a:pt x="137009" y="408011"/>
                    <a:pt x="111465" y="383025"/>
                    <a:pt x="87663" y="360363"/>
                  </a:cubicBezTo>
                  <a:cubicBezTo>
                    <a:pt x="64441" y="338282"/>
                    <a:pt x="42960" y="317944"/>
                    <a:pt x="0" y="317944"/>
                  </a:cubicBezTo>
                  <a:close/>
                  <a:moveTo>
                    <a:pt x="0" y="200515"/>
                  </a:moveTo>
                  <a:cubicBezTo>
                    <a:pt x="50507" y="200515"/>
                    <a:pt x="76632" y="225469"/>
                    <a:pt x="99855" y="247521"/>
                  </a:cubicBezTo>
                  <a:cubicBezTo>
                    <a:pt x="123076" y="270154"/>
                    <a:pt x="144556" y="289884"/>
                    <a:pt x="187517" y="289884"/>
                  </a:cubicBezTo>
                  <a:cubicBezTo>
                    <a:pt x="230477" y="289884"/>
                    <a:pt x="251957" y="270154"/>
                    <a:pt x="275179" y="247521"/>
                  </a:cubicBezTo>
                  <a:cubicBezTo>
                    <a:pt x="298982" y="225469"/>
                    <a:pt x="324526" y="200515"/>
                    <a:pt x="375034" y="200515"/>
                  </a:cubicBezTo>
                  <a:cubicBezTo>
                    <a:pt x="425568" y="200515"/>
                    <a:pt x="451706" y="225469"/>
                    <a:pt x="474941" y="247521"/>
                  </a:cubicBezTo>
                  <a:cubicBezTo>
                    <a:pt x="498175" y="270154"/>
                    <a:pt x="519667" y="289884"/>
                    <a:pt x="562069" y="289884"/>
                  </a:cubicBezTo>
                  <a:cubicBezTo>
                    <a:pt x="605610" y="289884"/>
                    <a:pt x="627090" y="270154"/>
                    <a:pt x="650315" y="247521"/>
                  </a:cubicBezTo>
                  <a:cubicBezTo>
                    <a:pt x="672083" y="226847"/>
                    <a:pt x="696405" y="203623"/>
                    <a:pt x="740506" y="200801"/>
                  </a:cubicBezTo>
                  <a:lnTo>
                    <a:pt x="749586" y="200515"/>
                  </a:lnTo>
                  <a:lnTo>
                    <a:pt x="758889" y="200801"/>
                  </a:lnTo>
                  <a:cubicBezTo>
                    <a:pt x="803998" y="203623"/>
                    <a:pt x="828351" y="226847"/>
                    <a:pt x="850154" y="247521"/>
                  </a:cubicBezTo>
                  <a:cubicBezTo>
                    <a:pt x="873408" y="270154"/>
                    <a:pt x="894909" y="289884"/>
                    <a:pt x="937343" y="289884"/>
                  </a:cubicBezTo>
                  <a:cubicBezTo>
                    <a:pt x="980892" y="289884"/>
                    <a:pt x="1002368" y="270154"/>
                    <a:pt x="1025586" y="247521"/>
                  </a:cubicBezTo>
                  <a:cubicBezTo>
                    <a:pt x="1047357" y="226847"/>
                    <a:pt x="1071175" y="203623"/>
                    <a:pt x="1115684" y="200801"/>
                  </a:cubicBezTo>
                  <a:lnTo>
                    <a:pt x="1124860" y="200515"/>
                  </a:lnTo>
                  <a:lnTo>
                    <a:pt x="1134151" y="200801"/>
                  </a:lnTo>
                  <a:cubicBezTo>
                    <a:pt x="1179136" y="203623"/>
                    <a:pt x="1202980" y="226847"/>
                    <a:pt x="1225295" y="247521"/>
                  </a:cubicBezTo>
                  <a:cubicBezTo>
                    <a:pt x="1248517" y="270154"/>
                    <a:pt x="1270006" y="289884"/>
                    <a:pt x="1312377" y="289884"/>
                  </a:cubicBezTo>
                  <a:cubicBezTo>
                    <a:pt x="1355923" y="289884"/>
                    <a:pt x="1377398" y="270154"/>
                    <a:pt x="1400620" y="247521"/>
                  </a:cubicBezTo>
                  <a:cubicBezTo>
                    <a:pt x="1422391" y="226847"/>
                    <a:pt x="1446206" y="203623"/>
                    <a:pt x="1490715" y="200801"/>
                  </a:cubicBezTo>
                  <a:lnTo>
                    <a:pt x="1499902" y="200515"/>
                  </a:lnTo>
                  <a:lnTo>
                    <a:pt x="1509200" y="200801"/>
                  </a:lnTo>
                  <a:cubicBezTo>
                    <a:pt x="1554240" y="203623"/>
                    <a:pt x="1578118" y="226847"/>
                    <a:pt x="1600457" y="247521"/>
                  </a:cubicBezTo>
                  <a:cubicBezTo>
                    <a:pt x="1620811" y="267325"/>
                    <a:pt x="1639813" y="284906"/>
                    <a:pt x="1672675" y="288992"/>
                  </a:cubicBezTo>
                  <a:lnTo>
                    <a:pt x="1687656" y="289884"/>
                  </a:lnTo>
                  <a:lnTo>
                    <a:pt x="1702991" y="288992"/>
                  </a:lnTo>
                  <a:cubicBezTo>
                    <a:pt x="1736589" y="284906"/>
                    <a:pt x="1755583" y="267325"/>
                    <a:pt x="1775902" y="247521"/>
                  </a:cubicBezTo>
                  <a:cubicBezTo>
                    <a:pt x="1797671" y="226847"/>
                    <a:pt x="1821477" y="203623"/>
                    <a:pt x="1865985" y="200801"/>
                  </a:cubicBezTo>
                  <a:lnTo>
                    <a:pt x="1875171" y="200515"/>
                  </a:lnTo>
                  <a:lnTo>
                    <a:pt x="1884453" y="200801"/>
                  </a:lnTo>
                  <a:cubicBezTo>
                    <a:pt x="1929442" y="203623"/>
                    <a:pt x="1953295" y="226847"/>
                    <a:pt x="1975602" y="247521"/>
                  </a:cubicBezTo>
                  <a:cubicBezTo>
                    <a:pt x="1995922" y="267325"/>
                    <a:pt x="2014463" y="284906"/>
                    <a:pt x="2047561" y="288992"/>
                  </a:cubicBezTo>
                  <a:lnTo>
                    <a:pt x="2062687" y="289884"/>
                  </a:lnTo>
                  <a:lnTo>
                    <a:pt x="2078025" y="288992"/>
                  </a:lnTo>
                  <a:cubicBezTo>
                    <a:pt x="2111623" y="284906"/>
                    <a:pt x="2130614" y="267325"/>
                    <a:pt x="2150933" y="247521"/>
                  </a:cubicBezTo>
                  <a:cubicBezTo>
                    <a:pt x="2172701" y="226847"/>
                    <a:pt x="2196510" y="203623"/>
                    <a:pt x="2241019" y="200801"/>
                  </a:cubicBezTo>
                  <a:lnTo>
                    <a:pt x="2250202" y="200515"/>
                  </a:lnTo>
                  <a:lnTo>
                    <a:pt x="2259500" y="200801"/>
                  </a:lnTo>
                  <a:cubicBezTo>
                    <a:pt x="2304545" y="203623"/>
                    <a:pt x="2328421" y="226847"/>
                    <a:pt x="2350772" y="247521"/>
                  </a:cubicBezTo>
                  <a:cubicBezTo>
                    <a:pt x="2371110" y="267325"/>
                    <a:pt x="2389675" y="284906"/>
                    <a:pt x="2422815" y="288992"/>
                  </a:cubicBezTo>
                  <a:lnTo>
                    <a:pt x="2437959" y="289884"/>
                  </a:lnTo>
                  <a:lnTo>
                    <a:pt x="2453275" y="288992"/>
                  </a:lnTo>
                  <a:cubicBezTo>
                    <a:pt x="2486774" y="284906"/>
                    <a:pt x="2505375" y="267325"/>
                    <a:pt x="2526203" y="247521"/>
                  </a:cubicBezTo>
                  <a:cubicBezTo>
                    <a:pt x="2549424" y="225469"/>
                    <a:pt x="2574968" y="200515"/>
                    <a:pt x="2625475" y="200515"/>
                  </a:cubicBezTo>
                  <a:cubicBezTo>
                    <a:pt x="2676563" y="200515"/>
                    <a:pt x="2702109" y="225469"/>
                    <a:pt x="2725913" y="247521"/>
                  </a:cubicBezTo>
                  <a:cubicBezTo>
                    <a:pt x="2746233" y="267325"/>
                    <a:pt x="2764773" y="284906"/>
                    <a:pt x="2797875" y="288992"/>
                  </a:cubicBezTo>
                  <a:lnTo>
                    <a:pt x="2812992" y="289884"/>
                  </a:lnTo>
                  <a:lnTo>
                    <a:pt x="2828318" y="288992"/>
                  </a:lnTo>
                  <a:cubicBezTo>
                    <a:pt x="2861804" y="284906"/>
                    <a:pt x="2880408" y="267325"/>
                    <a:pt x="2901235" y="247521"/>
                  </a:cubicBezTo>
                  <a:cubicBezTo>
                    <a:pt x="2912179" y="237184"/>
                    <a:pt x="2923604" y="226210"/>
                    <a:pt x="2937856" y="217467"/>
                  </a:cubicBezTo>
                  <a:lnTo>
                    <a:pt x="2957425" y="208352"/>
                  </a:lnTo>
                  <a:lnTo>
                    <a:pt x="2957425" y="229614"/>
                  </a:lnTo>
                  <a:lnTo>
                    <a:pt x="2944716" y="234239"/>
                  </a:lnTo>
                  <a:cubicBezTo>
                    <a:pt x="2933390" y="241621"/>
                    <a:pt x="2923646" y="250967"/>
                    <a:pt x="2913429" y="260869"/>
                  </a:cubicBezTo>
                  <a:cubicBezTo>
                    <a:pt x="2891112" y="282086"/>
                    <a:pt x="2867269" y="304835"/>
                    <a:pt x="2822285" y="307595"/>
                  </a:cubicBezTo>
                  <a:lnTo>
                    <a:pt x="2812992" y="307874"/>
                  </a:lnTo>
                  <a:lnTo>
                    <a:pt x="2803817" y="307595"/>
                  </a:lnTo>
                  <a:cubicBezTo>
                    <a:pt x="2759309" y="304835"/>
                    <a:pt x="2735489" y="282086"/>
                    <a:pt x="2713719" y="260869"/>
                  </a:cubicBezTo>
                  <a:cubicBezTo>
                    <a:pt x="2689916" y="238236"/>
                    <a:pt x="2669016" y="218505"/>
                    <a:pt x="2625475" y="218505"/>
                  </a:cubicBezTo>
                  <a:cubicBezTo>
                    <a:pt x="2582521" y="218505"/>
                    <a:pt x="2561615" y="238236"/>
                    <a:pt x="2538398" y="260869"/>
                  </a:cubicBezTo>
                  <a:cubicBezTo>
                    <a:pt x="2516079" y="282086"/>
                    <a:pt x="2492239" y="304835"/>
                    <a:pt x="2447253" y="307595"/>
                  </a:cubicBezTo>
                  <a:lnTo>
                    <a:pt x="2437959" y="307874"/>
                  </a:lnTo>
                  <a:lnTo>
                    <a:pt x="2428768" y="307595"/>
                  </a:lnTo>
                  <a:cubicBezTo>
                    <a:pt x="2384205" y="304835"/>
                    <a:pt x="2360364" y="282086"/>
                    <a:pt x="2338559" y="260869"/>
                  </a:cubicBezTo>
                  <a:cubicBezTo>
                    <a:pt x="2318221" y="241065"/>
                    <a:pt x="2299203" y="223484"/>
                    <a:pt x="2265570" y="219397"/>
                  </a:cubicBezTo>
                  <a:lnTo>
                    <a:pt x="2250202" y="218505"/>
                  </a:lnTo>
                  <a:lnTo>
                    <a:pt x="2235078" y="219397"/>
                  </a:lnTo>
                  <a:cubicBezTo>
                    <a:pt x="2201989" y="223484"/>
                    <a:pt x="2183438" y="241065"/>
                    <a:pt x="2163119" y="260869"/>
                  </a:cubicBezTo>
                  <a:cubicBezTo>
                    <a:pt x="2140811" y="282086"/>
                    <a:pt x="2116959" y="304835"/>
                    <a:pt x="2071970" y="307595"/>
                  </a:cubicBezTo>
                  <a:lnTo>
                    <a:pt x="2062687" y="307874"/>
                  </a:lnTo>
                  <a:lnTo>
                    <a:pt x="2053502" y="307595"/>
                  </a:lnTo>
                  <a:cubicBezTo>
                    <a:pt x="2008993" y="304835"/>
                    <a:pt x="1985187" y="282086"/>
                    <a:pt x="1963418" y="260869"/>
                  </a:cubicBezTo>
                  <a:cubicBezTo>
                    <a:pt x="1943099" y="241065"/>
                    <a:pt x="1924106" y="223484"/>
                    <a:pt x="1890508" y="219397"/>
                  </a:cubicBezTo>
                  <a:lnTo>
                    <a:pt x="1875171" y="218505"/>
                  </a:lnTo>
                  <a:lnTo>
                    <a:pt x="1860044" y="219397"/>
                  </a:lnTo>
                  <a:cubicBezTo>
                    <a:pt x="1826946" y="223484"/>
                    <a:pt x="1808405" y="241065"/>
                    <a:pt x="1788085" y="260869"/>
                  </a:cubicBezTo>
                  <a:cubicBezTo>
                    <a:pt x="1765780" y="282086"/>
                    <a:pt x="1741925" y="304835"/>
                    <a:pt x="1696936" y="307595"/>
                  </a:cubicBezTo>
                  <a:lnTo>
                    <a:pt x="1687656" y="307874"/>
                  </a:lnTo>
                  <a:lnTo>
                    <a:pt x="1678456" y="307595"/>
                  </a:lnTo>
                  <a:cubicBezTo>
                    <a:pt x="1633891" y="304835"/>
                    <a:pt x="1610048" y="282086"/>
                    <a:pt x="1588259" y="260869"/>
                  </a:cubicBezTo>
                  <a:cubicBezTo>
                    <a:pt x="1567905" y="241065"/>
                    <a:pt x="1548904" y="223484"/>
                    <a:pt x="1515254" y="219397"/>
                  </a:cubicBezTo>
                  <a:lnTo>
                    <a:pt x="1499902" y="218505"/>
                  </a:lnTo>
                  <a:lnTo>
                    <a:pt x="1484938" y="219397"/>
                  </a:lnTo>
                  <a:cubicBezTo>
                    <a:pt x="1452117" y="223484"/>
                    <a:pt x="1433131" y="241065"/>
                    <a:pt x="1412811" y="260869"/>
                  </a:cubicBezTo>
                  <a:cubicBezTo>
                    <a:pt x="1389009" y="283501"/>
                    <a:pt x="1363465" y="307874"/>
                    <a:pt x="1312377" y="307874"/>
                  </a:cubicBezTo>
                  <a:cubicBezTo>
                    <a:pt x="1261869" y="307874"/>
                    <a:pt x="1236325" y="283501"/>
                    <a:pt x="1213103" y="260869"/>
                  </a:cubicBezTo>
                  <a:cubicBezTo>
                    <a:pt x="1192784" y="241065"/>
                    <a:pt x="1173800" y="223484"/>
                    <a:pt x="1140203" y="219397"/>
                  </a:cubicBezTo>
                  <a:lnTo>
                    <a:pt x="1124860" y="218505"/>
                  </a:lnTo>
                  <a:lnTo>
                    <a:pt x="1109907" y="219397"/>
                  </a:lnTo>
                  <a:cubicBezTo>
                    <a:pt x="1077083" y="223484"/>
                    <a:pt x="1058099" y="241065"/>
                    <a:pt x="1037780" y="260869"/>
                  </a:cubicBezTo>
                  <a:cubicBezTo>
                    <a:pt x="1014563" y="283501"/>
                    <a:pt x="988431" y="307874"/>
                    <a:pt x="937343" y="307874"/>
                  </a:cubicBezTo>
                  <a:cubicBezTo>
                    <a:pt x="887352" y="307874"/>
                    <a:pt x="861195" y="283501"/>
                    <a:pt x="837942" y="260869"/>
                  </a:cubicBezTo>
                  <a:cubicBezTo>
                    <a:pt x="817603" y="241065"/>
                    <a:pt x="798587" y="223484"/>
                    <a:pt x="764952" y="219397"/>
                  </a:cubicBezTo>
                  <a:lnTo>
                    <a:pt x="749586" y="218505"/>
                  </a:lnTo>
                  <a:lnTo>
                    <a:pt x="734638" y="219397"/>
                  </a:lnTo>
                  <a:cubicBezTo>
                    <a:pt x="701811" y="223484"/>
                    <a:pt x="682831" y="241065"/>
                    <a:pt x="662511" y="260869"/>
                  </a:cubicBezTo>
                  <a:cubicBezTo>
                    <a:pt x="639282" y="283501"/>
                    <a:pt x="613157" y="307874"/>
                    <a:pt x="562069" y="307874"/>
                  </a:cubicBezTo>
                  <a:cubicBezTo>
                    <a:pt x="512115" y="307874"/>
                    <a:pt x="485977" y="283501"/>
                    <a:pt x="462743" y="260869"/>
                  </a:cubicBezTo>
                  <a:cubicBezTo>
                    <a:pt x="439508" y="238236"/>
                    <a:pt x="418017" y="218505"/>
                    <a:pt x="375034" y="218505"/>
                  </a:cubicBezTo>
                  <a:cubicBezTo>
                    <a:pt x="332073" y="218505"/>
                    <a:pt x="310593" y="238236"/>
                    <a:pt x="287371" y="260869"/>
                  </a:cubicBezTo>
                  <a:cubicBezTo>
                    <a:pt x="264149" y="283501"/>
                    <a:pt x="238024" y="307874"/>
                    <a:pt x="187517" y="307874"/>
                  </a:cubicBezTo>
                  <a:cubicBezTo>
                    <a:pt x="137009" y="307874"/>
                    <a:pt x="111465" y="283501"/>
                    <a:pt x="87663" y="260869"/>
                  </a:cubicBezTo>
                  <a:cubicBezTo>
                    <a:pt x="64441" y="238236"/>
                    <a:pt x="42960" y="218505"/>
                    <a:pt x="0" y="218505"/>
                  </a:cubicBezTo>
                  <a:close/>
                  <a:moveTo>
                    <a:pt x="0" y="99897"/>
                  </a:moveTo>
                  <a:cubicBezTo>
                    <a:pt x="50507" y="99897"/>
                    <a:pt x="76632" y="124325"/>
                    <a:pt x="99855" y="147008"/>
                  </a:cubicBezTo>
                  <a:cubicBezTo>
                    <a:pt x="123076" y="169691"/>
                    <a:pt x="144556" y="189466"/>
                    <a:pt x="187517" y="189466"/>
                  </a:cubicBezTo>
                  <a:cubicBezTo>
                    <a:pt x="230477" y="189466"/>
                    <a:pt x="251957" y="169691"/>
                    <a:pt x="275179" y="147008"/>
                  </a:cubicBezTo>
                  <a:cubicBezTo>
                    <a:pt x="298982" y="124906"/>
                    <a:pt x="324526" y="99897"/>
                    <a:pt x="375034" y="99897"/>
                  </a:cubicBezTo>
                  <a:cubicBezTo>
                    <a:pt x="425568" y="99897"/>
                    <a:pt x="451706" y="124325"/>
                    <a:pt x="474941" y="147008"/>
                  </a:cubicBezTo>
                  <a:cubicBezTo>
                    <a:pt x="498175" y="169691"/>
                    <a:pt x="519667" y="189466"/>
                    <a:pt x="562069" y="189466"/>
                  </a:cubicBezTo>
                  <a:cubicBezTo>
                    <a:pt x="605610" y="189466"/>
                    <a:pt x="627090" y="169691"/>
                    <a:pt x="650315" y="147008"/>
                  </a:cubicBezTo>
                  <a:cubicBezTo>
                    <a:pt x="672083" y="126288"/>
                    <a:pt x="696405" y="103012"/>
                    <a:pt x="740506" y="100183"/>
                  </a:cubicBezTo>
                  <a:lnTo>
                    <a:pt x="749586" y="99897"/>
                  </a:lnTo>
                  <a:lnTo>
                    <a:pt x="758889" y="100177"/>
                  </a:lnTo>
                  <a:cubicBezTo>
                    <a:pt x="803998" y="102943"/>
                    <a:pt x="828351" y="125742"/>
                    <a:pt x="850154" y="147008"/>
                  </a:cubicBezTo>
                  <a:cubicBezTo>
                    <a:pt x="873408" y="169691"/>
                    <a:pt x="894909" y="189466"/>
                    <a:pt x="937343" y="189466"/>
                  </a:cubicBezTo>
                  <a:cubicBezTo>
                    <a:pt x="980892" y="189466"/>
                    <a:pt x="1002368" y="169691"/>
                    <a:pt x="1025586" y="147008"/>
                  </a:cubicBezTo>
                  <a:cubicBezTo>
                    <a:pt x="1047357" y="126288"/>
                    <a:pt x="1071175" y="103012"/>
                    <a:pt x="1115684" y="100183"/>
                  </a:cubicBezTo>
                  <a:lnTo>
                    <a:pt x="1124860" y="99897"/>
                  </a:lnTo>
                  <a:lnTo>
                    <a:pt x="1134151" y="100177"/>
                  </a:lnTo>
                  <a:cubicBezTo>
                    <a:pt x="1179136" y="102943"/>
                    <a:pt x="1202980" y="125742"/>
                    <a:pt x="1225295" y="147008"/>
                  </a:cubicBezTo>
                  <a:cubicBezTo>
                    <a:pt x="1248517" y="169691"/>
                    <a:pt x="1270006" y="189466"/>
                    <a:pt x="1312377" y="189466"/>
                  </a:cubicBezTo>
                  <a:cubicBezTo>
                    <a:pt x="1355923" y="189466"/>
                    <a:pt x="1377398" y="169691"/>
                    <a:pt x="1400620" y="147008"/>
                  </a:cubicBezTo>
                  <a:cubicBezTo>
                    <a:pt x="1422391" y="126288"/>
                    <a:pt x="1446206" y="103012"/>
                    <a:pt x="1490715" y="100183"/>
                  </a:cubicBezTo>
                  <a:lnTo>
                    <a:pt x="1499902" y="99897"/>
                  </a:lnTo>
                  <a:lnTo>
                    <a:pt x="1509200" y="100177"/>
                  </a:lnTo>
                  <a:cubicBezTo>
                    <a:pt x="1554240" y="102943"/>
                    <a:pt x="1578118" y="125742"/>
                    <a:pt x="1600457" y="147008"/>
                  </a:cubicBezTo>
                  <a:cubicBezTo>
                    <a:pt x="1620811" y="166856"/>
                    <a:pt x="1639813" y="184477"/>
                    <a:pt x="1672675" y="188572"/>
                  </a:cubicBezTo>
                  <a:lnTo>
                    <a:pt x="1687656" y="189466"/>
                  </a:lnTo>
                  <a:lnTo>
                    <a:pt x="1702991" y="188572"/>
                  </a:lnTo>
                  <a:cubicBezTo>
                    <a:pt x="1736589" y="184477"/>
                    <a:pt x="1755583" y="166856"/>
                    <a:pt x="1775902" y="147008"/>
                  </a:cubicBezTo>
                  <a:cubicBezTo>
                    <a:pt x="1797671" y="126288"/>
                    <a:pt x="1821477" y="103012"/>
                    <a:pt x="1865985" y="100183"/>
                  </a:cubicBezTo>
                  <a:lnTo>
                    <a:pt x="1875171" y="99897"/>
                  </a:lnTo>
                  <a:lnTo>
                    <a:pt x="1884453" y="100177"/>
                  </a:lnTo>
                  <a:cubicBezTo>
                    <a:pt x="1929442" y="102943"/>
                    <a:pt x="1953295" y="125742"/>
                    <a:pt x="1975602" y="147008"/>
                  </a:cubicBezTo>
                  <a:cubicBezTo>
                    <a:pt x="1995922" y="166856"/>
                    <a:pt x="2014463" y="184477"/>
                    <a:pt x="2047561" y="188572"/>
                  </a:cubicBezTo>
                  <a:lnTo>
                    <a:pt x="2062687" y="189466"/>
                  </a:lnTo>
                  <a:lnTo>
                    <a:pt x="2078025" y="188572"/>
                  </a:lnTo>
                  <a:cubicBezTo>
                    <a:pt x="2111623" y="184477"/>
                    <a:pt x="2130614" y="166856"/>
                    <a:pt x="2150933" y="147008"/>
                  </a:cubicBezTo>
                  <a:cubicBezTo>
                    <a:pt x="2172701" y="126288"/>
                    <a:pt x="2196510" y="103012"/>
                    <a:pt x="2241019" y="100183"/>
                  </a:cubicBezTo>
                  <a:lnTo>
                    <a:pt x="2250202" y="99897"/>
                  </a:lnTo>
                  <a:lnTo>
                    <a:pt x="2259500" y="100177"/>
                  </a:lnTo>
                  <a:cubicBezTo>
                    <a:pt x="2304545" y="102943"/>
                    <a:pt x="2328421" y="125742"/>
                    <a:pt x="2350772" y="147008"/>
                  </a:cubicBezTo>
                  <a:cubicBezTo>
                    <a:pt x="2371110" y="166856"/>
                    <a:pt x="2389675" y="184477"/>
                    <a:pt x="2422815" y="188572"/>
                  </a:cubicBezTo>
                  <a:lnTo>
                    <a:pt x="2437959" y="189466"/>
                  </a:lnTo>
                  <a:lnTo>
                    <a:pt x="2453275" y="188572"/>
                  </a:lnTo>
                  <a:cubicBezTo>
                    <a:pt x="2486774" y="184477"/>
                    <a:pt x="2505375" y="166856"/>
                    <a:pt x="2526203" y="147008"/>
                  </a:cubicBezTo>
                  <a:cubicBezTo>
                    <a:pt x="2549424" y="124906"/>
                    <a:pt x="2574968" y="99897"/>
                    <a:pt x="2625475" y="99897"/>
                  </a:cubicBezTo>
                  <a:cubicBezTo>
                    <a:pt x="2676563" y="99897"/>
                    <a:pt x="2702109" y="124325"/>
                    <a:pt x="2725913" y="147008"/>
                  </a:cubicBezTo>
                  <a:cubicBezTo>
                    <a:pt x="2746233" y="166856"/>
                    <a:pt x="2764773" y="184477"/>
                    <a:pt x="2797875" y="188572"/>
                  </a:cubicBezTo>
                  <a:lnTo>
                    <a:pt x="2812992" y="189466"/>
                  </a:lnTo>
                  <a:lnTo>
                    <a:pt x="2828318" y="188572"/>
                  </a:lnTo>
                  <a:cubicBezTo>
                    <a:pt x="2861804" y="184477"/>
                    <a:pt x="2880408" y="166856"/>
                    <a:pt x="2901235" y="147008"/>
                  </a:cubicBezTo>
                  <a:cubicBezTo>
                    <a:pt x="2912176" y="136648"/>
                    <a:pt x="2923599" y="125649"/>
                    <a:pt x="2937851" y="116886"/>
                  </a:cubicBezTo>
                  <a:lnTo>
                    <a:pt x="2957425" y="107748"/>
                  </a:lnTo>
                  <a:lnTo>
                    <a:pt x="2957425" y="129059"/>
                  </a:lnTo>
                  <a:lnTo>
                    <a:pt x="2944711" y="133696"/>
                  </a:lnTo>
                  <a:cubicBezTo>
                    <a:pt x="2933385" y="141094"/>
                    <a:pt x="2923643" y="150461"/>
                    <a:pt x="2913429" y="160385"/>
                  </a:cubicBezTo>
                  <a:cubicBezTo>
                    <a:pt x="2891112" y="181651"/>
                    <a:pt x="2867269" y="204450"/>
                    <a:pt x="2822285" y="207216"/>
                  </a:cubicBezTo>
                  <a:lnTo>
                    <a:pt x="2812992" y="207496"/>
                  </a:lnTo>
                  <a:lnTo>
                    <a:pt x="2803817" y="207216"/>
                  </a:lnTo>
                  <a:cubicBezTo>
                    <a:pt x="2759309" y="204450"/>
                    <a:pt x="2735489" y="181651"/>
                    <a:pt x="2713719" y="160385"/>
                  </a:cubicBezTo>
                  <a:cubicBezTo>
                    <a:pt x="2689916" y="137702"/>
                    <a:pt x="2669016" y="117927"/>
                    <a:pt x="2625475" y="117927"/>
                  </a:cubicBezTo>
                  <a:cubicBezTo>
                    <a:pt x="2582521" y="117927"/>
                    <a:pt x="2561615" y="137702"/>
                    <a:pt x="2538398" y="160385"/>
                  </a:cubicBezTo>
                  <a:cubicBezTo>
                    <a:pt x="2516079" y="181651"/>
                    <a:pt x="2492239" y="204450"/>
                    <a:pt x="2447253" y="207216"/>
                  </a:cubicBezTo>
                  <a:lnTo>
                    <a:pt x="2437959" y="207496"/>
                  </a:lnTo>
                  <a:lnTo>
                    <a:pt x="2428768" y="207216"/>
                  </a:lnTo>
                  <a:cubicBezTo>
                    <a:pt x="2384205" y="204450"/>
                    <a:pt x="2360364" y="181651"/>
                    <a:pt x="2338559" y="160385"/>
                  </a:cubicBezTo>
                  <a:cubicBezTo>
                    <a:pt x="2318221" y="140537"/>
                    <a:pt x="2299203" y="122916"/>
                    <a:pt x="2265570" y="118821"/>
                  </a:cubicBezTo>
                  <a:lnTo>
                    <a:pt x="2250202" y="117927"/>
                  </a:lnTo>
                  <a:lnTo>
                    <a:pt x="2235078" y="118821"/>
                  </a:lnTo>
                  <a:cubicBezTo>
                    <a:pt x="2201989" y="122916"/>
                    <a:pt x="2183438" y="140537"/>
                    <a:pt x="2163119" y="160385"/>
                  </a:cubicBezTo>
                  <a:cubicBezTo>
                    <a:pt x="2140811" y="181651"/>
                    <a:pt x="2116959" y="204450"/>
                    <a:pt x="2071970" y="207216"/>
                  </a:cubicBezTo>
                  <a:lnTo>
                    <a:pt x="2062687" y="207496"/>
                  </a:lnTo>
                  <a:lnTo>
                    <a:pt x="2053502" y="207216"/>
                  </a:lnTo>
                  <a:cubicBezTo>
                    <a:pt x="2008993" y="204450"/>
                    <a:pt x="1985187" y="181651"/>
                    <a:pt x="1963418" y="160385"/>
                  </a:cubicBezTo>
                  <a:cubicBezTo>
                    <a:pt x="1943099" y="140537"/>
                    <a:pt x="1924106" y="122916"/>
                    <a:pt x="1890508" y="118821"/>
                  </a:cubicBezTo>
                  <a:lnTo>
                    <a:pt x="1875171" y="117927"/>
                  </a:lnTo>
                  <a:lnTo>
                    <a:pt x="1860044" y="118821"/>
                  </a:lnTo>
                  <a:cubicBezTo>
                    <a:pt x="1826946" y="122916"/>
                    <a:pt x="1808405" y="140537"/>
                    <a:pt x="1788085" y="160385"/>
                  </a:cubicBezTo>
                  <a:cubicBezTo>
                    <a:pt x="1765780" y="181651"/>
                    <a:pt x="1741925" y="204450"/>
                    <a:pt x="1696936" y="207216"/>
                  </a:cubicBezTo>
                  <a:lnTo>
                    <a:pt x="1687656" y="207496"/>
                  </a:lnTo>
                  <a:lnTo>
                    <a:pt x="1678456" y="207216"/>
                  </a:lnTo>
                  <a:cubicBezTo>
                    <a:pt x="1633891" y="204450"/>
                    <a:pt x="1610048" y="181651"/>
                    <a:pt x="1588259" y="160385"/>
                  </a:cubicBezTo>
                  <a:cubicBezTo>
                    <a:pt x="1567905" y="140537"/>
                    <a:pt x="1548904" y="122916"/>
                    <a:pt x="1515254" y="118821"/>
                  </a:cubicBezTo>
                  <a:lnTo>
                    <a:pt x="1499902" y="117927"/>
                  </a:lnTo>
                  <a:lnTo>
                    <a:pt x="1484938" y="118821"/>
                  </a:lnTo>
                  <a:cubicBezTo>
                    <a:pt x="1452117" y="122916"/>
                    <a:pt x="1433131" y="140537"/>
                    <a:pt x="1412811" y="160385"/>
                  </a:cubicBezTo>
                  <a:cubicBezTo>
                    <a:pt x="1389009" y="183068"/>
                    <a:pt x="1363465" y="207496"/>
                    <a:pt x="1312377" y="207496"/>
                  </a:cubicBezTo>
                  <a:cubicBezTo>
                    <a:pt x="1261869" y="207496"/>
                    <a:pt x="1236325" y="183068"/>
                    <a:pt x="1213103" y="160385"/>
                  </a:cubicBezTo>
                  <a:cubicBezTo>
                    <a:pt x="1192784" y="140537"/>
                    <a:pt x="1173800" y="122916"/>
                    <a:pt x="1140203" y="118821"/>
                  </a:cubicBezTo>
                  <a:lnTo>
                    <a:pt x="1124860" y="117927"/>
                  </a:lnTo>
                  <a:lnTo>
                    <a:pt x="1109907" y="118821"/>
                  </a:lnTo>
                  <a:cubicBezTo>
                    <a:pt x="1077083" y="122916"/>
                    <a:pt x="1058099" y="140537"/>
                    <a:pt x="1037780" y="160385"/>
                  </a:cubicBezTo>
                  <a:cubicBezTo>
                    <a:pt x="1014563" y="183068"/>
                    <a:pt x="988431" y="207496"/>
                    <a:pt x="937343" y="207496"/>
                  </a:cubicBezTo>
                  <a:cubicBezTo>
                    <a:pt x="887352" y="207496"/>
                    <a:pt x="861195" y="183068"/>
                    <a:pt x="837942" y="160385"/>
                  </a:cubicBezTo>
                  <a:cubicBezTo>
                    <a:pt x="817603" y="140537"/>
                    <a:pt x="798587" y="122916"/>
                    <a:pt x="764952" y="118821"/>
                  </a:cubicBezTo>
                  <a:lnTo>
                    <a:pt x="749586" y="117927"/>
                  </a:lnTo>
                  <a:lnTo>
                    <a:pt x="734638" y="118821"/>
                  </a:lnTo>
                  <a:cubicBezTo>
                    <a:pt x="701811" y="122916"/>
                    <a:pt x="682831" y="140537"/>
                    <a:pt x="662511" y="160385"/>
                  </a:cubicBezTo>
                  <a:cubicBezTo>
                    <a:pt x="639282" y="183068"/>
                    <a:pt x="613157" y="207496"/>
                    <a:pt x="562069" y="207496"/>
                  </a:cubicBezTo>
                  <a:cubicBezTo>
                    <a:pt x="512115" y="207496"/>
                    <a:pt x="485977" y="183068"/>
                    <a:pt x="462743" y="160385"/>
                  </a:cubicBezTo>
                  <a:cubicBezTo>
                    <a:pt x="439508" y="137702"/>
                    <a:pt x="418017" y="117927"/>
                    <a:pt x="375034" y="117927"/>
                  </a:cubicBezTo>
                  <a:cubicBezTo>
                    <a:pt x="332073" y="117927"/>
                    <a:pt x="310593" y="137702"/>
                    <a:pt x="287371" y="160385"/>
                  </a:cubicBezTo>
                  <a:cubicBezTo>
                    <a:pt x="264149" y="183068"/>
                    <a:pt x="238024" y="207496"/>
                    <a:pt x="187517" y="207496"/>
                  </a:cubicBezTo>
                  <a:cubicBezTo>
                    <a:pt x="137009" y="207496"/>
                    <a:pt x="111465" y="183068"/>
                    <a:pt x="87663" y="160385"/>
                  </a:cubicBezTo>
                  <a:cubicBezTo>
                    <a:pt x="64441" y="137702"/>
                    <a:pt x="42960" y="117927"/>
                    <a:pt x="0" y="117927"/>
                  </a:cubicBezTo>
                  <a:close/>
                  <a:moveTo>
                    <a:pt x="0" y="0"/>
                  </a:moveTo>
                  <a:cubicBezTo>
                    <a:pt x="50507" y="0"/>
                    <a:pt x="76632" y="24987"/>
                    <a:pt x="99855" y="47649"/>
                  </a:cubicBezTo>
                  <a:cubicBezTo>
                    <a:pt x="123076" y="69730"/>
                    <a:pt x="144556" y="90067"/>
                    <a:pt x="187517" y="90067"/>
                  </a:cubicBezTo>
                  <a:cubicBezTo>
                    <a:pt x="230477" y="90067"/>
                    <a:pt x="251957" y="69730"/>
                    <a:pt x="275179" y="47649"/>
                  </a:cubicBezTo>
                  <a:cubicBezTo>
                    <a:pt x="298982" y="24987"/>
                    <a:pt x="324526" y="0"/>
                    <a:pt x="375034" y="0"/>
                  </a:cubicBezTo>
                  <a:cubicBezTo>
                    <a:pt x="425568" y="0"/>
                    <a:pt x="451706" y="24987"/>
                    <a:pt x="474941" y="47649"/>
                  </a:cubicBezTo>
                  <a:cubicBezTo>
                    <a:pt x="498175" y="69730"/>
                    <a:pt x="519667" y="90067"/>
                    <a:pt x="562069" y="90067"/>
                  </a:cubicBezTo>
                  <a:cubicBezTo>
                    <a:pt x="605610" y="90067"/>
                    <a:pt x="627090" y="69730"/>
                    <a:pt x="650315" y="47649"/>
                  </a:cubicBezTo>
                  <a:cubicBezTo>
                    <a:pt x="672083" y="26403"/>
                    <a:pt x="696405" y="3114"/>
                    <a:pt x="740506" y="286"/>
                  </a:cubicBezTo>
                  <a:lnTo>
                    <a:pt x="749586" y="0"/>
                  </a:lnTo>
                  <a:cubicBezTo>
                    <a:pt x="800739" y="0"/>
                    <a:pt x="826901" y="24987"/>
                    <a:pt x="850154" y="47649"/>
                  </a:cubicBezTo>
                  <a:cubicBezTo>
                    <a:pt x="873408" y="69730"/>
                    <a:pt x="894909" y="90067"/>
                    <a:pt x="937343" y="90067"/>
                  </a:cubicBezTo>
                  <a:cubicBezTo>
                    <a:pt x="980892" y="90067"/>
                    <a:pt x="1002368" y="69730"/>
                    <a:pt x="1025586" y="47649"/>
                  </a:cubicBezTo>
                  <a:cubicBezTo>
                    <a:pt x="1047357" y="26403"/>
                    <a:pt x="1071175" y="3114"/>
                    <a:pt x="1115684" y="286"/>
                  </a:cubicBezTo>
                  <a:lnTo>
                    <a:pt x="1124860" y="0"/>
                  </a:lnTo>
                  <a:cubicBezTo>
                    <a:pt x="1175948" y="0"/>
                    <a:pt x="1201492" y="24987"/>
                    <a:pt x="1225295" y="47649"/>
                  </a:cubicBezTo>
                  <a:cubicBezTo>
                    <a:pt x="1248517" y="69730"/>
                    <a:pt x="1270006" y="90067"/>
                    <a:pt x="1312377" y="90067"/>
                  </a:cubicBezTo>
                  <a:cubicBezTo>
                    <a:pt x="1355923" y="90067"/>
                    <a:pt x="1377398" y="69730"/>
                    <a:pt x="1400620" y="47649"/>
                  </a:cubicBezTo>
                  <a:cubicBezTo>
                    <a:pt x="1422391" y="26403"/>
                    <a:pt x="1446206" y="3114"/>
                    <a:pt x="1490715" y="286"/>
                  </a:cubicBezTo>
                  <a:lnTo>
                    <a:pt x="1499902" y="0"/>
                  </a:lnTo>
                  <a:cubicBezTo>
                    <a:pt x="1551049" y="0"/>
                    <a:pt x="1576632" y="24987"/>
                    <a:pt x="1600457" y="47649"/>
                  </a:cubicBezTo>
                  <a:cubicBezTo>
                    <a:pt x="1620811" y="66970"/>
                    <a:pt x="1639813" y="84956"/>
                    <a:pt x="1672675" y="89151"/>
                  </a:cubicBezTo>
                  <a:lnTo>
                    <a:pt x="1687656" y="90067"/>
                  </a:lnTo>
                  <a:lnTo>
                    <a:pt x="1702991" y="89151"/>
                  </a:lnTo>
                  <a:cubicBezTo>
                    <a:pt x="1736589" y="84956"/>
                    <a:pt x="1755583" y="66970"/>
                    <a:pt x="1775902" y="47649"/>
                  </a:cubicBezTo>
                  <a:cubicBezTo>
                    <a:pt x="1797671" y="26403"/>
                    <a:pt x="1821477" y="3114"/>
                    <a:pt x="1865985" y="286"/>
                  </a:cubicBezTo>
                  <a:lnTo>
                    <a:pt x="1875171" y="0"/>
                  </a:lnTo>
                  <a:cubicBezTo>
                    <a:pt x="1926263" y="0"/>
                    <a:pt x="1951800" y="24987"/>
                    <a:pt x="1975602" y="47649"/>
                  </a:cubicBezTo>
                  <a:cubicBezTo>
                    <a:pt x="1995922" y="66970"/>
                    <a:pt x="2014463" y="84956"/>
                    <a:pt x="2047561" y="89151"/>
                  </a:cubicBezTo>
                  <a:lnTo>
                    <a:pt x="2062687" y="90067"/>
                  </a:lnTo>
                  <a:lnTo>
                    <a:pt x="2078025" y="89151"/>
                  </a:lnTo>
                  <a:cubicBezTo>
                    <a:pt x="2111623" y="84956"/>
                    <a:pt x="2130614" y="66970"/>
                    <a:pt x="2150933" y="47649"/>
                  </a:cubicBezTo>
                  <a:cubicBezTo>
                    <a:pt x="2172701" y="26403"/>
                    <a:pt x="2196510" y="3114"/>
                    <a:pt x="2241019" y="286"/>
                  </a:cubicBezTo>
                  <a:lnTo>
                    <a:pt x="2250202" y="0"/>
                  </a:lnTo>
                  <a:cubicBezTo>
                    <a:pt x="2301355" y="0"/>
                    <a:pt x="2326932" y="24987"/>
                    <a:pt x="2350772" y="47649"/>
                  </a:cubicBezTo>
                  <a:cubicBezTo>
                    <a:pt x="2371110" y="66970"/>
                    <a:pt x="2389675" y="84956"/>
                    <a:pt x="2422815" y="89151"/>
                  </a:cubicBezTo>
                  <a:lnTo>
                    <a:pt x="2437959" y="90067"/>
                  </a:lnTo>
                  <a:lnTo>
                    <a:pt x="2453275" y="89151"/>
                  </a:lnTo>
                  <a:cubicBezTo>
                    <a:pt x="2486774" y="84956"/>
                    <a:pt x="2505375" y="66970"/>
                    <a:pt x="2526203" y="47649"/>
                  </a:cubicBezTo>
                  <a:cubicBezTo>
                    <a:pt x="2549424" y="24987"/>
                    <a:pt x="2574968" y="0"/>
                    <a:pt x="2625475" y="0"/>
                  </a:cubicBezTo>
                  <a:cubicBezTo>
                    <a:pt x="2676563" y="0"/>
                    <a:pt x="2702109" y="24987"/>
                    <a:pt x="2725913" y="47649"/>
                  </a:cubicBezTo>
                  <a:cubicBezTo>
                    <a:pt x="2746233" y="66970"/>
                    <a:pt x="2764773" y="84956"/>
                    <a:pt x="2797875" y="89151"/>
                  </a:cubicBezTo>
                  <a:lnTo>
                    <a:pt x="2812992" y="90067"/>
                  </a:lnTo>
                  <a:lnTo>
                    <a:pt x="2828318" y="89151"/>
                  </a:lnTo>
                  <a:cubicBezTo>
                    <a:pt x="2861804" y="84956"/>
                    <a:pt x="2880408" y="66970"/>
                    <a:pt x="2901235" y="47649"/>
                  </a:cubicBezTo>
                  <a:cubicBezTo>
                    <a:pt x="2912173" y="37026"/>
                    <a:pt x="2923594" y="25892"/>
                    <a:pt x="2937846" y="17061"/>
                  </a:cubicBezTo>
                  <a:lnTo>
                    <a:pt x="2957425" y="7869"/>
                  </a:lnTo>
                  <a:lnTo>
                    <a:pt x="2957425" y="29307"/>
                  </a:lnTo>
                  <a:lnTo>
                    <a:pt x="2944706" y="34009"/>
                  </a:lnTo>
                  <a:cubicBezTo>
                    <a:pt x="2933381" y="41445"/>
                    <a:pt x="2923640" y="50772"/>
                    <a:pt x="2913429" y="60432"/>
                  </a:cubicBezTo>
                  <a:cubicBezTo>
                    <a:pt x="2891112" y="81678"/>
                    <a:pt x="2867269" y="104967"/>
                    <a:pt x="2822285" y="107795"/>
                  </a:cubicBezTo>
                  <a:lnTo>
                    <a:pt x="2812992" y="108081"/>
                  </a:lnTo>
                  <a:lnTo>
                    <a:pt x="2803817" y="107795"/>
                  </a:lnTo>
                  <a:cubicBezTo>
                    <a:pt x="2759309" y="104967"/>
                    <a:pt x="2735489" y="81678"/>
                    <a:pt x="2713719" y="60432"/>
                  </a:cubicBezTo>
                  <a:cubicBezTo>
                    <a:pt x="2689916" y="38351"/>
                    <a:pt x="2669016" y="18014"/>
                    <a:pt x="2625475" y="18014"/>
                  </a:cubicBezTo>
                  <a:cubicBezTo>
                    <a:pt x="2582521" y="18014"/>
                    <a:pt x="2561615" y="38351"/>
                    <a:pt x="2538398" y="60432"/>
                  </a:cubicBezTo>
                  <a:cubicBezTo>
                    <a:pt x="2516079" y="81678"/>
                    <a:pt x="2492239" y="104967"/>
                    <a:pt x="2447253" y="107795"/>
                  </a:cubicBezTo>
                  <a:lnTo>
                    <a:pt x="2437959" y="108081"/>
                  </a:lnTo>
                  <a:lnTo>
                    <a:pt x="2428768" y="107795"/>
                  </a:lnTo>
                  <a:cubicBezTo>
                    <a:pt x="2384205" y="104967"/>
                    <a:pt x="2360364" y="81678"/>
                    <a:pt x="2338559" y="60432"/>
                  </a:cubicBezTo>
                  <a:cubicBezTo>
                    <a:pt x="2318221" y="41112"/>
                    <a:pt x="2299203" y="23125"/>
                    <a:pt x="2265570" y="18931"/>
                  </a:cubicBezTo>
                  <a:lnTo>
                    <a:pt x="2250202" y="18014"/>
                  </a:lnTo>
                  <a:lnTo>
                    <a:pt x="2235078" y="18931"/>
                  </a:lnTo>
                  <a:cubicBezTo>
                    <a:pt x="2201989" y="23125"/>
                    <a:pt x="2183438" y="41112"/>
                    <a:pt x="2163119" y="60432"/>
                  </a:cubicBezTo>
                  <a:cubicBezTo>
                    <a:pt x="2140811" y="81678"/>
                    <a:pt x="2116959" y="104967"/>
                    <a:pt x="2071970" y="107795"/>
                  </a:cubicBezTo>
                  <a:lnTo>
                    <a:pt x="2062687" y="108081"/>
                  </a:lnTo>
                  <a:lnTo>
                    <a:pt x="2053502" y="107795"/>
                  </a:lnTo>
                  <a:cubicBezTo>
                    <a:pt x="2008993" y="104967"/>
                    <a:pt x="1985187" y="81678"/>
                    <a:pt x="1963418" y="60432"/>
                  </a:cubicBezTo>
                  <a:cubicBezTo>
                    <a:pt x="1943099" y="41112"/>
                    <a:pt x="1924106" y="23125"/>
                    <a:pt x="1890508" y="18931"/>
                  </a:cubicBezTo>
                  <a:lnTo>
                    <a:pt x="1875171" y="18014"/>
                  </a:lnTo>
                  <a:lnTo>
                    <a:pt x="1860044" y="18931"/>
                  </a:lnTo>
                  <a:cubicBezTo>
                    <a:pt x="1826946" y="23125"/>
                    <a:pt x="1808405" y="41112"/>
                    <a:pt x="1788085" y="60432"/>
                  </a:cubicBezTo>
                  <a:cubicBezTo>
                    <a:pt x="1765780" y="81678"/>
                    <a:pt x="1741925" y="104967"/>
                    <a:pt x="1696936" y="107795"/>
                  </a:cubicBezTo>
                  <a:lnTo>
                    <a:pt x="1687656" y="108081"/>
                  </a:lnTo>
                  <a:lnTo>
                    <a:pt x="1678456" y="107795"/>
                  </a:lnTo>
                  <a:cubicBezTo>
                    <a:pt x="1633891" y="104967"/>
                    <a:pt x="1610048" y="81678"/>
                    <a:pt x="1588259" y="60432"/>
                  </a:cubicBezTo>
                  <a:cubicBezTo>
                    <a:pt x="1567905" y="41112"/>
                    <a:pt x="1548904" y="23125"/>
                    <a:pt x="1515254" y="18931"/>
                  </a:cubicBezTo>
                  <a:lnTo>
                    <a:pt x="1499902" y="18014"/>
                  </a:lnTo>
                  <a:lnTo>
                    <a:pt x="1484938" y="18931"/>
                  </a:lnTo>
                  <a:cubicBezTo>
                    <a:pt x="1452117" y="23125"/>
                    <a:pt x="1433131" y="41112"/>
                    <a:pt x="1412811" y="60432"/>
                  </a:cubicBezTo>
                  <a:cubicBezTo>
                    <a:pt x="1389009" y="83095"/>
                    <a:pt x="1363465" y="108081"/>
                    <a:pt x="1312377" y="108081"/>
                  </a:cubicBezTo>
                  <a:cubicBezTo>
                    <a:pt x="1261869" y="108081"/>
                    <a:pt x="1236325" y="83095"/>
                    <a:pt x="1213103" y="60432"/>
                  </a:cubicBezTo>
                  <a:cubicBezTo>
                    <a:pt x="1192784" y="41112"/>
                    <a:pt x="1173800" y="23125"/>
                    <a:pt x="1140203" y="18931"/>
                  </a:cubicBezTo>
                  <a:lnTo>
                    <a:pt x="1124860" y="18014"/>
                  </a:lnTo>
                  <a:lnTo>
                    <a:pt x="1109907" y="18931"/>
                  </a:lnTo>
                  <a:cubicBezTo>
                    <a:pt x="1077083" y="23125"/>
                    <a:pt x="1058099" y="41112"/>
                    <a:pt x="1037780" y="60432"/>
                  </a:cubicBezTo>
                  <a:cubicBezTo>
                    <a:pt x="1014563" y="83095"/>
                    <a:pt x="988431" y="108081"/>
                    <a:pt x="937343" y="108081"/>
                  </a:cubicBezTo>
                  <a:cubicBezTo>
                    <a:pt x="887352" y="108081"/>
                    <a:pt x="861195" y="83095"/>
                    <a:pt x="837942" y="60432"/>
                  </a:cubicBezTo>
                  <a:cubicBezTo>
                    <a:pt x="817603" y="41112"/>
                    <a:pt x="798587" y="23125"/>
                    <a:pt x="764952" y="18931"/>
                  </a:cubicBezTo>
                  <a:lnTo>
                    <a:pt x="749586" y="18014"/>
                  </a:lnTo>
                  <a:lnTo>
                    <a:pt x="734638" y="18931"/>
                  </a:lnTo>
                  <a:cubicBezTo>
                    <a:pt x="701811" y="23125"/>
                    <a:pt x="682831" y="41112"/>
                    <a:pt x="662511" y="60432"/>
                  </a:cubicBezTo>
                  <a:cubicBezTo>
                    <a:pt x="639282" y="83095"/>
                    <a:pt x="613157" y="108081"/>
                    <a:pt x="562069" y="108081"/>
                  </a:cubicBezTo>
                  <a:cubicBezTo>
                    <a:pt x="512115" y="108081"/>
                    <a:pt x="485977" y="83095"/>
                    <a:pt x="462743" y="60432"/>
                  </a:cubicBezTo>
                  <a:cubicBezTo>
                    <a:pt x="439508" y="38351"/>
                    <a:pt x="418017" y="18014"/>
                    <a:pt x="375034" y="18014"/>
                  </a:cubicBezTo>
                  <a:cubicBezTo>
                    <a:pt x="332073" y="18014"/>
                    <a:pt x="310593" y="38351"/>
                    <a:pt x="287371" y="60432"/>
                  </a:cubicBezTo>
                  <a:cubicBezTo>
                    <a:pt x="264149" y="83095"/>
                    <a:pt x="238024" y="108081"/>
                    <a:pt x="187517" y="108081"/>
                  </a:cubicBezTo>
                  <a:cubicBezTo>
                    <a:pt x="137009" y="108081"/>
                    <a:pt x="111465" y="83095"/>
                    <a:pt x="87663" y="60432"/>
                  </a:cubicBezTo>
                  <a:cubicBezTo>
                    <a:pt x="64441" y="38351"/>
                    <a:pt x="42960" y="18014"/>
                    <a:pt x="0" y="18014"/>
                  </a:cubicBezTo>
                  <a:close/>
                </a:path>
              </a:pathLst>
            </a:custGeom>
            <a:solidFill>
              <a:srgbClr val="1B3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dirty="0"/>
                <a:t> 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AB2A305-2AB7-43A0-89CB-1A9B722FE851}"/>
              </a:ext>
            </a:extLst>
          </p:cNvPr>
          <p:cNvGrpSpPr/>
          <p:nvPr userDrawn="1"/>
        </p:nvGrpSpPr>
        <p:grpSpPr>
          <a:xfrm>
            <a:off x="8685867" y="-355818"/>
            <a:ext cx="3437894" cy="7660942"/>
            <a:chOff x="8685867" y="-355818"/>
            <a:chExt cx="3437894" cy="7660942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83B15B6-788F-447E-B00A-992DB7A6A459}"/>
                </a:ext>
              </a:extLst>
            </p:cNvPr>
            <p:cNvSpPr/>
            <p:nvPr/>
          </p:nvSpPr>
          <p:spPr>
            <a:xfrm rot="3600000">
              <a:off x="8136517" y="5577416"/>
              <a:ext cx="2277058" cy="1178358"/>
            </a:xfrm>
            <a:custGeom>
              <a:avLst/>
              <a:gdLst>
                <a:gd name="connsiteX0" fmla="*/ 100623 w 2277058"/>
                <a:gd name="connsiteY0" fmla="*/ 259763 h 1178358"/>
                <a:gd name="connsiteX1" fmla="*/ 589179 w 2277058"/>
                <a:gd name="connsiteY1" fmla="*/ 0 h 1178358"/>
                <a:gd name="connsiteX2" fmla="*/ 2277058 w 2277058"/>
                <a:gd name="connsiteY2" fmla="*/ 0 h 1178358"/>
                <a:gd name="connsiteX3" fmla="*/ 1596733 w 2277058"/>
                <a:gd name="connsiteY3" fmla="*/ 1178357 h 1178358"/>
                <a:gd name="connsiteX4" fmla="*/ 589179 w 2277058"/>
                <a:gd name="connsiteY4" fmla="*/ 1178358 h 1178358"/>
                <a:gd name="connsiteX5" fmla="*/ 0 w 2277058"/>
                <a:gd name="connsiteY5" fmla="*/ 589179 h 1178358"/>
                <a:gd name="connsiteX6" fmla="*/ 100623 w 2277058"/>
                <a:gd name="connsiteY6" fmla="*/ 259763 h 1178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77058" h="1178358">
                  <a:moveTo>
                    <a:pt x="100623" y="259763"/>
                  </a:moveTo>
                  <a:cubicBezTo>
                    <a:pt x="206502" y="103041"/>
                    <a:pt x="385808" y="0"/>
                    <a:pt x="589179" y="0"/>
                  </a:cubicBezTo>
                  <a:lnTo>
                    <a:pt x="2277058" y="0"/>
                  </a:lnTo>
                  <a:lnTo>
                    <a:pt x="1596733" y="1178357"/>
                  </a:lnTo>
                  <a:lnTo>
                    <a:pt x="589179" y="1178358"/>
                  </a:lnTo>
                  <a:cubicBezTo>
                    <a:pt x="263784" y="1178358"/>
                    <a:pt x="0" y="914574"/>
                    <a:pt x="0" y="589179"/>
                  </a:cubicBezTo>
                  <a:cubicBezTo>
                    <a:pt x="0" y="467156"/>
                    <a:pt x="37095" y="353797"/>
                    <a:pt x="100623" y="25976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E89ECE4-F94A-4108-B53F-25A17977611C}"/>
                </a:ext>
              </a:extLst>
            </p:cNvPr>
            <p:cNvSpPr/>
            <p:nvPr/>
          </p:nvSpPr>
          <p:spPr>
            <a:xfrm rot="3600000">
              <a:off x="10255855" y="5633299"/>
              <a:ext cx="2024601" cy="1178358"/>
            </a:xfrm>
            <a:custGeom>
              <a:avLst/>
              <a:gdLst>
                <a:gd name="connsiteX0" fmla="*/ 100623 w 2024601"/>
                <a:gd name="connsiteY0" fmla="*/ 259763 h 1178358"/>
                <a:gd name="connsiteX1" fmla="*/ 589179 w 2024601"/>
                <a:gd name="connsiteY1" fmla="*/ 0 h 1178358"/>
                <a:gd name="connsiteX2" fmla="*/ 1839503 w 2024601"/>
                <a:gd name="connsiteY2" fmla="*/ 0 h 1178358"/>
                <a:gd name="connsiteX3" fmla="*/ 2024601 w 2024601"/>
                <a:gd name="connsiteY3" fmla="*/ 106867 h 1178358"/>
                <a:gd name="connsiteX4" fmla="*/ 1405975 w 2024601"/>
                <a:gd name="connsiteY4" fmla="*/ 1178358 h 1178358"/>
                <a:gd name="connsiteX5" fmla="*/ 589179 w 2024601"/>
                <a:gd name="connsiteY5" fmla="*/ 1178358 h 1178358"/>
                <a:gd name="connsiteX6" fmla="*/ 0 w 2024601"/>
                <a:gd name="connsiteY6" fmla="*/ 589179 h 1178358"/>
                <a:gd name="connsiteX7" fmla="*/ 100623 w 2024601"/>
                <a:gd name="connsiteY7" fmla="*/ 259763 h 1178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24601" h="1178358">
                  <a:moveTo>
                    <a:pt x="100623" y="259763"/>
                  </a:moveTo>
                  <a:cubicBezTo>
                    <a:pt x="206502" y="103040"/>
                    <a:pt x="385807" y="0"/>
                    <a:pt x="589179" y="0"/>
                  </a:cubicBezTo>
                  <a:lnTo>
                    <a:pt x="1839503" y="0"/>
                  </a:lnTo>
                  <a:lnTo>
                    <a:pt x="2024601" y="106867"/>
                  </a:lnTo>
                  <a:lnTo>
                    <a:pt x="1405975" y="1178358"/>
                  </a:lnTo>
                  <a:lnTo>
                    <a:pt x="589179" y="1178358"/>
                  </a:lnTo>
                  <a:cubicBezTo>
                    <a:pt x="263784" y="1178358"/>
                    <a:pt x="0" y="914574"/>
                    <a:pt x="0" y="589179"/>
                  </a:cubicBezTo>
                  <a:cubicBezTo>
                    <a:pt x="0" y="467156"/>
                    <a:pt x="37095" y="353797"/>
                    <a:pt x="100623" y="259763"/>
                  </a:cubicBezTo>
                  <a:close/>
                </a:path>
              </a:pathLst>
            </a:custGeom>
            <a:solidFill>
              <a:srgbClr val="B3E4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F41D1B0-B469-4708-82A1-75E856C2E6EC}"/>
                </a:ext>
              </a:extLst>
            </p:cNvPr>
            <p:cNvSpPr/>
            <p:nvPr/>
          </p:nvSpPr>
          <p:spPr>
            <a:xfrm rot="3600000">
              <a:off x="9367701" y="-401486"/>
              <a:ext cx="1050470" cy="1141805"/>
            </a:xfrm>
            <a:custGeom>
              <a:avLst/>
              <a:gdLst>
                <a:gd name="connsiteX0" fmla="*/ 0 w 1050470"/>
                <a:gd name="connsiteY0" fmla="*/ 1141805 h 1141805"/>
                <a:gd name="connsiteX1" fmla="*/ 659221 w 1050470"/>
                <a:gd name="connsiteY1" fmla="*/ 0 h 1141805"/>
                <a:gd name="connsiteX2" fmla="*/ 690626 w 1050470"/>
                <a:gd name="connsiteY2" fmla="*/ 9748 h 1141805"/>
                <a:gd name="connsiteX3" fmla="*/ 1050470 w 1050470"/>
                <a:gd name="connsiteY3" fmla="*/ 552626 h 1141805"/>
                <a:gd name="connsiteX4" fmla="*/ 461291 w 1050470"/>
                <a:gd name="connsiteY4" fmla="*/ 1141805 h 114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0470" h="1141805">
                  <a:moveTo>
                    <a:pt x="0" y="1141805"/>
                  </a:moveTo>
                  <a:lnTo>
                    <a:pt x="659221" y="0"/>
                  </a:lnTo>
                  <a:lnTo>
                    <a:pt x="690626" y="9748"/>
                  </a:lnTo>
                  <a:cubicBezTo>
                    <a:pt x="902091" y="99190"/>
                    <a:pt x="1050470" y="308580"/>
                    <a:pt x="1050470" y="552626"/>
                  </a:cubicBezTo>
                  <a:cubicBezTo>
                    <a:pt x="1050470" y="878021"/>
                    <a:pt x="786686" y="1141805"/>
                    <a:pt x="461291" y="11418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63FEFAA-5A3E-4B29-95D3-CE76C807BABD}"/>
                </a:ext>
              </a:extLst>
            </p:cNvPr>
            <p:cNvSpPr/>
            <p:nvPr/>
          </p:nvSpPr>
          <p:spPr>
            <a:xfrm rot="3600000">
              <a:off x="9239283" y="2400360"/>
              <a:ext cx="4590597" cy="1178358"/>
            </a:xfrm>
            <a:custGeom>
              <a:avLst/>
              <a:gdLst>
                <a:gd name="connsiteX0" fmla="*/ 100623 w 4590597"/>
                <a:gd name="connsiteY0" fmla="*/ 259763 h 1178358"/>
                <a:gd name="connsiteX1" fmla="*/ 589179 w 4590597"/>
                <a:gd name="connsiteY1" fmla="*/ 0 h 1178358"/>
                <a:gd name="connsiteX2" fmla="*/ 2589649 w 4590597"/>
                <a:gd name="connsiteY2" fmla="*/ 0 h 1178358"/>
                <a:gd name="connsiteX3" fmla="*/ 4590597 w 4590597"/>
                <a:gd name="connsiteY3" fmla="*/ 1155249 h 1178358"/>
                <a:gd name="connsiteX4" fmla="*/ 4554713 w 4590597"/>
                <a:gd name="connsiteY4" fmla="*/ 1166388 h 1178358"/>
                <a:gd name="connsiteX5" fmla="*/ 4435973 w 4590597"/>
                <a:gd name="connsiteY5" fmla="*/ 1178358 h 1178358"/>
                <a:gd name="connsiteX6" fmla="*/ 589179 w 4590597"/>
                <a:gd name="connsiteY6" fmla="*/ 1178358 h 1178358"/>
                <a:gd name="connsiteX7" fmla="*/ 0 w 4590597"/>
                <a:gd name="connsiteY7" fmla="*/ 589179 h 1178358"/>
                <a:gd name="connsiteX8" fmla="*/ 100623 w 4590597"/>
                <a:gd name="connsiteY8" fmla="*/ 259763 h 1178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0597" h="1178358">
                  <a:moveTo>
                    <a:pt x="100623" y="259763"/>
                  </a:moveTo>
                  <a:cubicBezTo>
                    <a:pt x="206502" y="103041"/>
                    <a:pt x="385807" y="1"/>
                    <a:pt x="589179" y="0"/>
                  </a:cubicBezTo>
                  <a:lnTo>
                    <a:pt x="2589649" y="0"/>
                  </a:lnTo>
                  <a:lnTo>
                    <a:pt x="4590597" y="1155249"/>
                  </a:lnTo>
                  <a:lnTo>
                    <a:pt x="4554713" y="1166388"/>
                  </a:lnTo>
                  <a:cubicBezTo>
                    <a:pt x="4516359" y="1174236"/>
                    <a:pt x="4476647" y="1178358"/>
                    <a:pt x="4435973" y="1178358"/>
                  </a:cubicBezTo>
                  <a:lnTo>
                    <a:pt x="589179" y="1178358"/>
                  </a:lnTo>
                  <a:cubicBezTo>
                    <a:pt x="263784" y="1178358"/>
                    <a:pt x="0" y="914574"/>
                    <a:pt x="0" y="589179"/>
                  </a:cubicBezTo>
                  <a:cubicBezTo>
                    <a:pt x="0" y="467156"/>
                    <a:pt x="37095" y="353797"/>
                    <a:pt x="100623" y="25976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ctr">
              <a:noAutofit/>
            </a:bodyPr>
            <a:lstStyle/>
            <a:p>
              <a:pPr algn="ctr"/>
              <a:endParaRPr lang="en-GB" sz="2000" noProof="0" dirty="0" err="1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F9B73D8E-FC46-43C9-AC23-CB863D694ADC}"/>
                </a:ext>
              </a:extLst>
            </p:cNvPr>
            <p:cNvSpPr/>
            <p:nvPr/>
          </p:nvSpPr>
          <p:spPr>
            <a:xfrm rot="3600000">
              <a:off x="6843513" y="2216431"/>
              <a:ext cx="4919940" cy="1178358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GB" sz="2000" noProof="0" dirty="0" err="1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10B4E5A-95A2-422C-AF7C-22474114A04A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 bwMode="black">
          <a:xfrm>
            <a:off x="711200" y="5810400"/>
            <a:ext cx="4217988" cy="154800"/>
          </a:xfrm>
        </p:spPr>
        <p:txBody>
          <a:bodyPr anchor="b" anchorCtr="0"/>
          <a:lstStyle>
            <a:lvl1pPr marL="0" indent="0">
              <a:buNone/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Presenter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DAE6828-E4F7-4C9D-8DA1-872C00375FB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 bwMode="black">
          <a:xfrm>
            <a:off x="711200" y="5976000"/>
            <a:ext cx="4217988" cy="154800"/>
          </a:xfr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Contact information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57FA7-00B8-44B3-BD40-9620D4586994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C89549B6-2827-4B79-B5C7-05ED2ACD7E03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FF88D-9B85-4FA5-AD9E-F00BDE273CFC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0" y="6876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3D69A9-5DD3-4C63-BF1F-0E0AA32A4732}"/>
              </a:ext>
            </a:extLst>
          </p:cNvPr>
          <p:cNvSpPr txBox="1"/>
          <p:nvPr userDrawn="1"/>
        </p:nvSpPr>
        <p:spPr bwMode="black">
          <a:xfrm>
            <a:off x="720000" y="1769004"/>
            <a:ext cx="5314188" cy="763362"/>
          </a:xfrm>
          <a:custGeom>
            <a:avLst/>
            <a:gdLst/>
            <a:ahLst/>
            <a:cxnLst/>
            <a:rect l="l" t="t" r="r" b="b"/>
            <a:pathLst>
              <a:path w="5314188" h="763362">
                <a:moveTo>
                  <a:pt x="1562386" y="305752"/>
                </a:moveTo>
                <a:cubicBezTo>
                  <a:pt x="1535887" y="305752"/>
                  <a:pt x="1511427" y="312207"/>
                  <a:pt x="1489005" y="325117"/>
                </a:cubicBezTo>
                <a:cubicBezTo>
                  <a:pt x="1466583" y="338026"/>
                  <a:pt x="1448408" y="356881"/>
                  <a:pt x="1434479" y="381681"/>
                </a:cubicBezTo>
                <a:cubicBezTo>
                  <a:pt x="1420551" y="406481"/>
                  <a:pt x="1413586" y="435867"/>
                  <a:pt x="1413586" y="469839"/>
                </a:cubicBezTo>
                <a:cubicBezTo>
                  <a:pt x="1413586" y="503812"/>
                  <a:pt x="1420551" y="533538"/>
                  <a:pt x="1434479" y="559017"/>
                </a:cubicBezTo>
                <a:cubicBezTo>
                  <a:pt x="1448408" y="584497"/>
                  <a:pt x="1466753" y="604031"/>
                  <a:pt x="1489515" y="617620"/>
                </a:cubicBezTo>
                <a:cubicBezTo>
                  <a:pt x="1512276" y="631209"/>
                  <a:pt x="1536566" y="638003"/>
                  <a:pt x="1562386" y="638003"/>
                </a:cubicBezTo>
                <a:cubicBezTo>
                  <a:pt x="1588884" y="638003"/>
                  <a:pt x="1613684" y="631379"/>
                  <a:pt x="1636785" y="618129"/>
                </a:cubicBezTo>
                <a:cubicBezTo>
                  <a:pt x="1659887" y="604880"/>
                  <a:pt x="1678232" y="585855"/>
                  <a:pt x="1691821" y="561056"/>
                </a:cubicBezTo>
                <a:cubicBezTo>
                  <a:pt x="1705410" y="536256"/>
                  <a:pt x="1712204" y="506530"/>
                  <a:pt x="1712204" y="471878"/>
                </a:cubicBezTo>
                <a:cubicBezTo>
                  <a:pt x="1712204" y="437226"/>
                  <a:pt x="1705410" y="407500"/>
                  <a:pt x="1691821" y="382700"/>
                </a:cubicBezTo>
                <a:cubicBezTo>
                  <a:pt x="1678232" y="357900"/>
                  <a:pt x="1659887" y="338875"/>
                  <a:pt x="1636785" y="325626"/>
                </a:cubicBezTo>
                <a:cubicBezTo>
                  <a:pt x="1613684" y="312377"/>
                  <a:pt x="1588884" y="305752"/>
                  <a:pt x="1562386" y="305752"/>
                </a:cubicBezTo>
                <a:close/>
                <a:moveTo>
                  <a:pt x="4386214" y="304733"/>
                </a:moveTo>
                <a:cubicBezTo>
                  <a:pt x="4345448" y="304733"/>
                  <a:pt x="4311305" y="319171"/>
                  <a:pt x="4283787" y="348048"/>
                </a:cubicBezTo>
                <a:cubicBezTo>
                  <a:pt x="4256270" y="376925"/>
                  <a:pt x="4242511" y="418201"/>
                  <a:pt x="4242511" y="471878"/>
                </a:cubicBezTo>
                <a:cubicBezTo>
                  <a:pt x="4242511" y="525554"/>
                  <a:pt x="4255930" y="566831"/>
                  <a:pt x="4282768" y="595707"/>
                </a:cubicBezTo>
                <a:cubicBezTo>
                  <a:pt x="4309607" y="624584"/>
                  <a:pt x="4343409" y="639022"/>
                  <a:pt x="4384176" y="639022"/>
                </a:cubicBezTo>
                <a:cubicBezTo>
                  <a:pt x="4409995" y="639022"/>
                  <a:pt x="4434286" y="632738"/>
                  <a:pt x="4457047" y="620168"/>
                </a:cubicBezTo>
                <a:cubicBezTo>
                  <a:pt x="4479809" y="607598"/>
                  <a:pt x="4497984" y="588743"/>
                  <a:pt x="4511573" y="563603"/>
                </a:cubicBezTo>
                <a:cubicBezTo>
                  <a:pt x="4525162" y="538464"/>
                  <a:pt x="4531956" y="507889"/>
                  <a:pt x="4531956" y="471878"/>
                </a:cubicBezTo>
                <a:cubicBezTo>
                  <a:pt x="4531956" y="418201"/>
                  <a:pt x="4517858" y="376925"/>
                  <a:pt x="4489661" y="348048"/>
                </a:cubicBezTo>
                <a:cubicBezTo>
                  <a:pt x="4461464" y="319171"/>
                  <a:pt x="4426981" y="304733"/>
                  <a:pt x="4386214" y="304733"/>
                </a:cubicBezTo>
                <a:close/>
                <a:moveTo>
                  <a:pt x="4776063" y="189566"/>
                </a:moveTo>
                <a:lnTo>
                  <a:pt x="4918748" y="189566"/>
                </a:lnTo>
                <a:lnTo>
                  <a:pt x="4918748" y="500415"/>
                </a:lnTo>
                <a:cubicBezTo>
                  <a:pt x="4918748" y="545258"/>
                  <a:pt x="4929959" y="579740"/>
                  <a:pt x="4952381" y="603861"/>
                </a:cubicBezTo>
                <a:cubicBezTo>
                  <a:pt x="4974803" y="627981"/>
                  <a:pt x="5005378" y="640042"/>
                  <a:pt x="5044107" y="640042"/>
                </a:cubicBezTo>
                <a:cubicBezTo>
                  <a:pt x="5083514" y="640042"/>
                  <a:pt x="5114430" y="627981"/>
                  <a:pt x="5136852" y="603861"/>
                </a:cubicBezTo>
                <a:cubicBezTo>
                  <a:pt x="5159273" y="579740"/>
                  <a:pt x="5170484" y="545258"/>
                  <a:pt x="5170484" y="500415"/>
                </a:cubicBezTo>
                <a:lnTo>
                  <a:pt x="5170484" y="189566"/>
                </a:lnTo>
                <a:lnTo>
                  <a:pt x="5314188" y="189566"/>
                </a:lnTo>
                <a:lnTo>
                  <a:pt x="5314188" y="754189"/>
                </a:lnTo>
                <a:lnTo>
                  <a:pt x="5170484" y="754189"/>
                </a:lnTo>
                <a:lnTo>
                  <a:pt x="5170484" y="682847"/>
                </a:lnTo>
                <a:cubicBezTo>
                  <a:pt x="5152139" y="707307"/>
                  <a:pt x="5128188" y="726502"/>
                  <a:pt x="5098632" y="740430"/>
                </a:cubicBezTo>
                <a:cubicBezTo>
                  <a:pt x="5069076" y="754359"/>
                  <a:pt x="5036972" y="761323"/>
                  <a:pt x="5002320" y="761323"/>
                </a:cubicBezTo>
                <a:cubicBezTo>
                  <a:pt x="4958156" y="761323"/>
                  <a:pt x="4919088" y="751981"/>
                  <a:pt x="4885115" y="733296"/>
                </a:cubicBezTo>
                <a:cubicBezTo>
                  <a:pt x="4851142" y="714611"/>
                  <a:pt x="4824474" y="687094"/>
                  <a:pt x="4805110" y="650743"/>
                </a:cubicBezTo>
                <a:cubicBezTo>
                  <a:pt x="4785746" y="614392"/>
                  <a:pt x="4776063" y="571077"/>
                  <a:pt x="4776063" y="520798"/>
                </a:cubicBezTo>
                <a:close/>
                <a:moveTo>
                  <a:pt x="2312746" y="181413"/>
                </a:moveTo>
                <a:cubicBezTo>
                  <a:pt x="2380012" y="181413"/>
                  <a:pt x="2434368" y="202646"/>
                  <a:pt x="2475814" y="245111"/>
                </a:cubicBezTo>
                <a:cubicBezTo>
                  <a:pt x="2517260" y="287577"/>
                  <a:pt x="2537984" y="346859"/>
                  <a:pt x="2537984" y="422957"/>
                </a:cubicBezTo>
                <a:lnTo>
                  <a:pt x="2537984" y="754189"/>
                </a:lnTo>
                <a:lnTo>
                  <a:pt x="2395300" y="754189"/>
                </a:lnTo>
                <a:lnTo>
                  <a:pt x="2395300" y="442322"/>
                </a:lnTo>
                <a:cubicBezTo>
                  <a:pt x="2395300" y="397478"/>
                  <a:pt x="2384089" y="362996"/>
                  <a:pt x="2361666" y="338875"/>
                </a:cubicBezTo>
                <a:cubicBezTo>
                  <a:pt x="2339245" y="314755"/>
                  <a:pt x="2308669" y="302695"/>
                  <a:pt x="2269941" y="302695"/>
                </a:cubicBezTo>
                <a:cubicBezTo>
                  <a:pt x="2230533" y="302695"/>
                  <a:pt x="2199448" y="314755"/>
                  <a:pt x="2176686" y="338875"/>
                </a:cubicBezTo>
                <a:cubicBezTo>
                  <a:pt x="2153925" y="362996"/>
                  <a:pt x="2142544" y="397478"/>
                  <a:pt x="2142544" y="442322"/>
                </a:cubicBezTo>
                <a:lnTo>
                  <a:pt x="2142544" y="754189"/>
                </a:lnTo>
                <a:lnTo>
                  <a:pt x="1999859" y="754189"/>
                </a:lnTo>
                <a:lnTo>
                  <a:pt x="1999859" y="189566"/>
                </a:lnTo>
                <a:lnTo>
                  <a:pt x="2142544" y="189566"/>
                </a:lnTo>
                <a:lnTo>
                  <a:pt x="2142544" y="259889"/>
                </a:lnTo>
                <a:cubicBezTo>
                  <a:pt x="2161568" y="235429"/>
                  <a:pt x="2185859" y="216235"/>
                  <a:pt x="2215415" y="202306"/>
                </a:cubicBezTo>
                <a:cubicBezTo>
                  <a:pt x="2244971" y="188377"/>
                  <a:pt x="2277414" y="181413"/>
                  <a:pt x="2312746" y="181413"/>
                </a:cubicBezTo>
                <a:close/>
                <a:moveTo>
                  <a:pt x="4388253" y="180394"/>
                </a:moveTo>
                <a:cubicBezTo>
                  <a:pt x="4442609" y="180394"/>
                  <a:pt x="4491869" y="192454"/>
                  <a:pt x="4536033" y="216574"/>
                </a:cubicBezTo>
                <a:cubicBezTo>
                  <a:pt x="4580198" y="240695"/>
                  <a:pt x="4615019" y="274837"/>
                  <a:pt x="4640499" y="319002"/>
                </a:cubicBezTo>
                <a:cubicBezTo>
                  <a:pt x="4665978" y="363166"/>
                  <a:pt x="4678718" y="414125"/>
                  <a:pt x="4678718" y="471878"/>
                </a:cubicBezTo>
                <a:cubicBezTo>
                  <a:pt x="4678718" y="529631"/>
                  <a:pt x="4665639" y="580590"/>
                  <a:pt x="4639480" y="624754"/>
                </a:cubicBezTo>
                <a:cubicBezTo>
                  <a:pt x="4613321" y="668918"/>
                  <a:pt x="4577990" y="703061"/>
                  <a:pt x="4533485" y="727181"/>
                </a:cubicBezTo>
                <a:cubicBezTo>
                  <a:pt x="4488981" y="751302"/>
                  <a:pt x="4439212" y="763362"/>
                  <a:pt x="4384176" y="763362"/>
                </a:cubicBezTo>
                <a:cubicBezTo>
                  <a:pt x="4329821" y="763362"/>
                  <a:pt x="4280900" y="751302"/>
                  <a:pt x="4237415" y="727181"/>
                </a:cubicBezTo>
                <a:cubicBezTo>
                  <a:pt x="4193930" y="703061"/>
                  <a:pt x="4159788" y="668918"/>
                  <a:pt x="4134988" y="624754"/>
                </a:cubicBezTo>
                <a:cubicBezTo>
                  <a:pt x="4110188" y="580590"/>
                  <a:pt x="4097788" y="529631"/>
                  <a:pt x="4097788" y="471878"/>
                </a:cubicBezTo>
                <a:cubicBezTo>
                  <a:pt x="4097788" y="414125"/>
                  <a:pt x="4110528" y="363166"/>
                  <a:pt x="4136007" y="319002"/>
                </a:cubicBezTo>
                <a:cubicBezTo>
                  <a:pt x="4161486" y="274837"/>
                  <a:pt x="4196309" y="240695"/>
                  <a:pt x="4240473" y="216574"/>
                </a:cubicBezTo>
                <a:cubicBezTo>
                  <a:pt x="4284637" y="192454"/>
                  <a:pt x="4333897" y="180394"/>
                  <a:pt x="4388253" y="180394"/>
                </a:cubicBezTo>
                <a:close/>
                <a:moveTo>
                  <a:pt x="1525695" y="180394"/>
                </a:moveTo>
                <a:cubicBezTo>
                  <a:pt x="1567821" y="180394"/>
                  <a:pt x="1604681" y="188887"/>
                  <a:pt x="1636276" y="205873"/>
                </a:cubicBezTo>
                <a:cubicBezTo>
                  <a:pt x="1667870" y="222859"/>
                  <a:pt x="1693180" y="244262"/>
                  <a:pt x="1712204" y="270081"/>
                </a:cubicBezTo>
                <a:lnTo>
                  <a:pt x="1712204" y="189566"/>
                </a:lnTo>
                <a:lnTo>
                  <a:pt x="1855908" y="189566"/>
                </a:lnTo>
                <a:lnTo>
                  <a:pt x="1855908" y="754189"/>
                </a:lnTo>
                <a:lnTo>
                  <a:pt x="1712204" y="754189"/>
                </a:lnTo>
                <a:lnTo>
                  <a:pt x="1712204" y="671636"/>
                </a:lnTo>
                <a:cubicBezTo>
                  <a:pt x="1693859" y="698135"/>
                  <a:pt x="1668550" y="720047"/>
                  <a:pt x="1636276" y="737373"/>
                </a:cubicBezTo>
                <a:cubicBezTo>
                  <a:pt x="1604002" y="754699"/>
                  <a:pt x="1566802" y="763362"/>
                  <a:pt x="1524676" y="763362"/>
                </a:cubicBezTo>
                <a:cubicBezTo>
                  <a:pt x="1477115" y="763362"/>
                  <a:pt x="1433800" y="751132"/>
                  <a:pt x="1394731" y="726671"/>
                </a:cubicBezTo>
                <a:cubicBezTo>
                  <a:pt x="1355663" y="702211"/>
                  <a:pt x="1324748" y="667729"/>
                  <a:pt x="1301987" y="623225"/>
                </a:cubicBezTo>
                <a:cubicBezTo>
                  <a:pt x="1279225" y="578721"/>
                  <a:pt x="1267844" y="527593"/>
                  <a:pt x="1267844" y="469839"/>
                </a:cubicBezTo>
                <a:cubicBezTo>
                  <a:pt x="1267844" y="412766"/>
                  <a:pt x="1279225" y="362147"/>
                  <a:pt x="1301987" y="317982"/>
                </a:cubicBezTo>
                <a:cubicBezTo>
                  <a:pt x="1324748" y="273818"/>
                  <a:pt x="1355663" y="239846"/>
                  <a:pt x="1394731" y="216065"/>
                </a:cubicBezTo>
                <a:cubicBezTo>
                  <a:pt x="1433800" y="192284"/>
                  <a:pt x="1477454" y="180394"/>
                  <a:pt x="1525695" y="180394"/>
                </a:cubicBezTo>
                <a:close/>
                <a:moveTo>
                  <a:pt x="3426647" y="42805"/>
                </a:moveTo>
                <a:lnTo>
                  <a:pt x="3587676" y="42805"/>
                </a:lnTo>
                <a:lnTo>
                  <a:pt x="3740553" y="367922"/>
                </a:lnTo>
                <a:lnTo>
                  <a:pt x="3892410" y="42805"/>
                </a:lnTo>
                <a:lnTo>
                  <a:pt x="4051401" y="42805"/>
                </a:lnTo>
                <a:lnTo>
                  <a:pt x="3810876" y="506530"/>
                </a:lnTo>
                <a:lnTo>
                  <a:pt x="3810876" y="754189"/>
                </a:lnTo>
                <a:lnTo>
                  <a:pt x="3668191" y="754189"/>
                </a:lnTo>
                <a:lnTo>
                  <a:pt x="3668191" y="506530"/>
                </a:lnTo>
                <a:close/>
                <a:moveTo>
                  <a:pt x="0" y="42805"/>
                </a:moveTo>
                <a:lnTo>
                  <a:pt x="521817" y="42805"/>
                </a:lnTo>
                <a:lnTo>
                  <a:pt x="521817" y="157972"/>
                </a:lnTo>
                <a:lnTo>
                  <a:pt x="332251" y="157972"/>
                </a:lnTo>
                <a:lnTo>
                  <a:pt x="332251" y="754189"/>
                </a:lnTo>
                <a:lnTo>
                  <a:pt x="189566" y="754189"/>
                </a:lnTo>
                <a:lnTo>
                  <a:pt x="189566" y="157972"/>
                </a:lnTo>
                <a:lnTo>
                  <a:pt x="0" y="157972"/>
                </a:lnTo>
                <a:close/>
                <a:moveTo>
                  <a:pt x="2676134" y="0"/>
                </a:moveTo>
                <a:lnTo>
                  <a:pt x="2818819" y="0"/>
                </a:lnTo>
                <a:lnTo>
                  <a:pt x="2818819" y="429072"/>
                </a:lnTo>
                <a:lnTo>
                  <a:pt x="3008385" y="189566"/>
                </a:lnTo>
                <a:lnTo>
                  <a:pt x="3193875" y="189566"/>
                </a:lnTo>
                <a:lnTo>
                  <a:pt x="2945197" y="472897"/>
                </a:lnTo>
                <a:lnTo>
                  <a:pt x="3195913" y="754189"/>
                </a:lnTo>
                <a:lnTo>
                  <a:pt x="3010424" y="754189"/>
                </a:lnTo>
                <a:lnTo>
                  <a:pt x="2818819" y="513664"/>
                </a:lnTo>
                <a:lnTo>
                  <a:pt x="2818819" y="754189"/>
                </a:lnTo>
                <a:lnTo>
                  <a:pt x="2676134" y="754189"/>
                </a:lnTo>
                <a:close/>
                <a:moveTo>
                  <a:pt x="628259" y="0"/>
                </a:moveTo>
                <a:lnTo>
                  <a:pt x="770944" y="0"/>
                </a:lnTo>
                <a:lnTo>
                  <a:pt x="770944" y="259889"/>
                </a:lnTo>
                <a:cubicBezTo>
                  <a:pt x="789289" y="235429"/>
                  <a:pt x="813749" y="216235"/>
                  <a:pt x="844324" y="202306"/>
                </a:cubicBezTo>
                <a:cubicBezTo>
                  <a:pt x="874900" y="188377"/>
                  <a:pt x="908872" y="181413"/>
                  <a:pt x="946242" y="181413"/>
                </a:cubicBezTo>
                <a:cubicBezTo>
                  <a:pt x="989047" y="181413"/>
                  <a:pt x="1027097" y="190755"/>
                  <a:pt x="1060389" y="209440"/>
                </a:cubicBezTo>
                <a:cubicBezTo>
                  <a:pt x="1093683" y="228125"/>
                  <a:pt x="1119672" y="255643"/>
                  <a:pt x="1138356" y="291993"/>
                </a:cubicBezTo>
                <a:cubicBezTo>
                  <a:pt x="1157041" y="328344"/>
                  <a:pt x="1166384" y="371999"/>
                  <a:pt x="1166384" y="422957"/>
                </a:cubicBezTo>
                <a:lnTo>
                  <a:pt x="1166384" y="754189"/>
                </a:lnTo>
                <a:lnTo>
                  <a:pt x="1023699" y="754189"/>
                </a:lnTo>
                <a:lnTo>
                  <a:pt x="1023699" y="442322"/>
                </a:lnTo>
                <a:cubicBezTo>
                  <a:pt x="1023699" y="397478"/>
                  <a:pt x="1012488" y="362996"/>
                  <a:pt x="990066" y="338875"/>
                </a:cubicBezTo>
                <a:cubicBezTo>
                  <a:pt x="967645" y="314755"/>
                  <a:pt x="937069" y="302695"/>
                  <a:pt x="898341" y="302695"/>
                </a:cubicBezTo>
                <a:cubicBezTo>
                  <a:pt x="858933" y="302695"/>
                  <a:pt x="827848" y="314755"/>
                  <a:pt x="805086" y="338875"/>
                </a:cubicBezTo>
                <a:cubicBezTo>
                  <a:pt x="782325" y="362996"/>
                  <a:pt x="770944" y="397478"/>
                  <a:pt x="770944" y="442322"/>
                </a:cubicBezTo>
                <a:lnTo>
                  <a:pt x="770944" y="754189"/>
                </a:lnTo>
                <a:lnTo>
                  <a:pt x="628259" y="75418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80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8871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FF9A69-3423-46DB-8132-081129E6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6D5FE-3F86-4847-B72E-1CA15496AE68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BB61FC-BE38-4A3C-A226-915DF1EBC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13A18-6359-45A1-9E98-EFDE73CB4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71862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0DFEB-D10E-4D61-B29C-BB2686E96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00925-AE45-4277-9798-B4274F00BB89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055ED-2679-4FD6-8115-E5441D892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50F75-A25C-422B-B4DD-D2A0FD349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40498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 userDrawn="1"/>
        </p:nvSpPr>
        <p:spPr>
          <a:xfrm rot="1400960">
            <a:off x="-273065" y="3073001"/>
            <a:ext cx="12666672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5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DO NOT DUPLICATE OR EDIT THIS SLIDE</a:t>
            </a:r>
          </a:p>
        </p:txBody>
      </p:sp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03713" y="1493850"/>
            <a:ext cx="3036896" cy="4909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 dirty="0">
                <a:latin typeface="+mn-lt"/>
                <a:cs typeface="Arial" panose="020B0604020202020204" pitchFamily="34" charset="0"/>
              </a:rPr>
              <a:t>PICTURES</a:t>
            </a:r>
            <a:br>
              <a:rPr lang="en-GB" sz="900" dirty="0"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button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in the Templafy pane</a:t>
            </a:r>
            <a:b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browse for picture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right-click and choose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 dirty="0"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 dirty="0">
                <a:solidFill>
                  <a:srgbClr val="333333"/>
                </a:solidFill>
                <a:effectLst/>
                <a:latin typeface="Arial"/>
              </a:rPr>
              <a:t>⌘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+ option + ctrl + G</a:t>
            </a:r>
          </a:p>
        </p:txBody>
      </p:sp>
      <p:pic>
        <p:nvPicPr>
          <p:cNvPr id="27" name="Billede 26">
            <a:extLst>
              <a:ext uri="{FF2B5EF4-FFF2-40B4-BE49-F238E27FC236}">
                <a16:creationId xmlns:a16="http://schemas.microsoft.com/office/drawing/2014/main" id="{3A5D5234-21E3-4579-AE5E-A650C0CF9F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8036" y="1942016"/>
            <a:ext cx="305786" cy="36585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79798" y="4026953"/>
            <a:ext cx="313788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452800" y="1493850"/>
            <a:ext cx="2772000" cy="5192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 dirty="0">
                <a:latin typeface="+mn-lt"/>
                <a:cs typeface="Arial" panose="020B0604020202020204" pitchFamily="34" charset="0"/>
              </a:rPr>
              <a:t>HEADER &amp; FOOTER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Do this at the very end to apply the changes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Header &amp; Footer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(write the desired text, click date or Slide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number from or to)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Apply to All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or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if only used on one slide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16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When copying old content to your new presentation,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 options are available: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Remember to delete the old, wrong layouts (go to View &gt; Slidemaster and delete them)</a:t>
            </a:r>
            <a:endParaRPr lang="en-GB" alt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 dirty="0"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predefined slides and elements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using the Templafy pane. Choose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Slides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Slide elements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from the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buttons in the Templafy pane on the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right side of the screen</a:t>
            </a:r>
            <a:endParaRPr lang="en-GB" alt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5" name="Fast overskrift">
            <a:extLst>
              <a:ext uri="{FF2B5EF4-FFF2-40B4-BE49-F238E27FC236}">
                <a16:creationId xmlns:a16="http://schemas.microsoft.com/office/drawing/2014/main" id="{09C05D50-8477-4113-8B72-9C373B0FF9F9}"/>
              </a:ext>
            </a:extLst>
          </p:cNvPr>
          <p:cNvSpPr txBox="1"/>
          <p:nvPr userDrawn="1"/>
        </p:nvSpPr>
        <p:spPr>
          <a:xfrm>
            <a:off x="361950" y="358775"/>
            <a:ext cx="11469688" cy="74010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GB" sz="32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TIPS &amp; TRICKS - YOUR USER GUIDE</a:t>
            </a:r>
          </a:p>
        </p:txBody>
      </p:sp>
      <p:pic>
        <p:nvPicPr>
          <p:cNvPr id="19" name="Picture 12">
            <a:extLst>
              <a:ext uri="{FF2B5EF4-FFF2-40B4-BE49-F238E27FC236}">
                <a16:creationId xmlns:a16="http://schemas.microsoft.com/office/drawing/2014/main" id="{D59A1415-DF88-48C2-BFBD-2900D34A9A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24800" y="2116483"/>
            <a:ext cx="378293" cy="543366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59404EA5-E928-49B6-A749-668B08B45D10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3901" t="45142" r="62601" b="9046"/>
          <a:stretch/>
        </p:blipFill>
        <p:spPr>
          <a:xfrm>
            <a:off x="7320327" y="3309842"/>
            <a:ext cx="341204" cy="321707"/>
          </a:xfrm>
          <a:prstGeom prst="rect">
            <a:avLst/>
          </a:prstGeom>
        </p:spPr>
      </p:pic>
      <p:sp>
        <p:nvSpPr>
          <p:cNvPr id="24" name="Text Box 2">
            <a:extLst>
              <a:ext uri="{FF2B5EF4-FFF2-40B4-BE49-F238E27FC236}">
                <a16:creationId xmlns:a16="http://schemas.microsoft.com/office/drawing/2014/main" id="{8B1B4749-2B7E-4474-A2D3-2B2892ADCA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1950" y="1493850"/>
            <a:ext cx="2595563" cy="4649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600" dirty="0"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6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ENTER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and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SHIFT-TAB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  <a:b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endParaRPr lang="en-GB" sz="9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eaLnBrk="1" hangingPunct="1">
              <a:spcAft>
                <a:spcPts val="600"/>
              </a:spcAft>
              <a:defRPr/>
            </a:pP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600" dirty="0">
                <a:latin typeface="+mn-lt"/>
                <a:cs typeface="Arial" panose="020B0604020202020204" pitchFamily="34" charset="0"/>
              </a:rPr>
              <a:t>SLIDES &amp; LAYOUTS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Change layout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GB" sz="900" dirty="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Click on the arrow next to </a:t>
            </a:r>
            <a:r>
              <a:rPr lang="en-GB" sz="900" b="1" dirty="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Layout</a:t>
            </a:r>
            <a:br>
              <a:rPr lang="en-GB" sz="900" b="1" dirty="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</a:br>
            <a:r>
              <a:rPr lang="en-GB" sz="900" dirty="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to view a dropdown menu of possible slide layouts</a:t>
            </a:r>
            <a:br>
              <a:rPr lang="en-GB" sz="900" dirty="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</a:br>
            <a:endParaRPr lang="en-GB" sz="900" dirty="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  <a:endParaRPr lang="en-GB" sz="900" dirty="0">
              <a:latin typeface="+mn-lt"/>
              <a:ea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B8CEB7-8718-40FB-BCC9-2AC96094B83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122574" y="4859226"/>
            <a:ext cx="475428" cy="176762"/>
          </a:xfrm>
          <a:prstGeom prst="rect">
            <a:avLst/>
          </a:prstGeom>
        </p:spPr>
      </p:pic>
      <p:pic>
        <p:nvPicPr>
          <p:cNvPr id="29" name="Picture 16">
            <a:extLst>
              <a:ext uri="{FF2B5EF4-FFF2-40B4-BE49-F238E27FC236}">
                <a16:creationId xmlns:a16="http://schemas.microsoft.com/office/drawing/2014/main" id="{1543AAD2-58D2-4DCE-A080-AFA6A459F60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122574" y="4004907"/>
            <a:ext cx="328881" cy="505501"/>
          </a:xfrm>
          <a:prstGeom prst="rect">
            <a:avLst/>
          </a:prstGeom>
        </p:spPr>
      </p:pic>
      <p:pic>
        <p:nvPicPr>
          <p:cNvPr id="30" name="Picture 20">
            <a:extLst>
              <a:ext uri="{FF2B5EF4-FFF2-40B4-BE49-F238E27FC236}">
                <a16:creationId xmlns:a16="http://schemas.microsoft.com/office/drawing/2014/main" id="{F410AF64-93DE-4C35-8AC4-D2AFA638F57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125272" y="5758523"/>
            <a:ext cx="538465" cy="17284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AAFDC93-9DCC-4CE4-B8D7-6137FEEF048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3122574" y="2499649"/>
            <a:ext cx="457143" cy="2571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2A5FDF-69DC-4DD2-BFF8-3478E75DBB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50000" t="50000" b="4554"/>
          <a:stretch/>
        </p:blipFill>
        <p:spPr>
          <a:xfrm>
            <a:off x="7272175" y="2694597"/>
            <a:ext cx="437508" cy="36585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428E528-3C21-43A5-9A1F-5FC8A3BB1E92}"/>
              </a:ext>
            </a:extLst>
          </p:cNvPr>
          <p:cNvGrpSpPr/>
          <p:nvPr userDrawn="1"/>
        </p:nvGrpSpPr>
        <p:grpSpPr>
          <a:xfrm>
            <a:off x="10845800" y="6024633"/>
            <a:ext cx="991746" cy="384654"/>
            <a:chOff x="10992821" y="4404000"/>
            <a:chExt cx="1588357" cy="61605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44E7E5B-C2F8-47A1-8626-A6E32640159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l="1" t="29690" r="1315"/>
            <a:stretch/>
          </p:blipFill>
          <p:spPr>
            <a:xfrm>
              <a:off x="10992821" y="4404000"/>
              <a:ext cx="1588357" cy="616052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065702C-2099-41C8-904A-A3616CD11C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l="21641" t="72894" r="72046" b="1834"/>
            <a:stretch/>
          </p:blipFill>
          <p:spPr>
            <a:xfrm>
              <a:off x="12479578" y="4785230"/>
              <a:ext cx="101600" cy="221441"/>
            </a:xfrm>
            <a:prstGeom prst="rect">
              <a:avLst/>
            </a:prstGeom>
          </p:spPr>
        </p:pic>
      </p:grpSp>
      <p:pic>
        <p:nvPicPr>
          <p:cNvPr id="34" name="Picture 2">
            <a:extLst>
              <a:ext uri="{FF2B5EF4-FFF2-40B4-BE49-F238E27FC236}">
                <a16:creationId xmlns:a16="http://schemas.microsoft.com/office/drawing/2014/main" id="{23C2B142-78D9-4D1A-A62B-85445D78273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122574" y="3209517"/>
            <a:ext cx="257143" cy="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5337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dirty="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361950" y="656823"/>
            <a:ext cx="11468099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 dirty="0">
                <a:solidFill>
                  <a:schemeClr val="bg1"/>
                </a:solidFill>
              </a:rPr>
              <a:t>If you see any </a:t>
            </a:r>
            <a:r>
              <a:rPr lang="en-GB" sz="4400" b="1" i="1" noProof="0" dirty="0">
                <a:solidFill>
                  <a:schemeClr val="bg1"/>
                </a:solidFill>
              </a:rPr>
              <a:t>layouts after this </a:t>
            </a:r>
            <a:r>
              <a:rPr lang="en-GB" sz="4400" b="0" i="0" noProof="0" dirty="0">
                <a:solidFill>
                  <a:schemeClr val="bg1"/>
                </a:solidFill>
              </a:rPr>
              <a:t>one</a:t>
            </a:r>
            <a:r>
              <a:rPr lang="en-GB" sz="4400" b="1" i="1" noProof="0" dirty="0">
                <a:solidFill>
                  <a:schemeClr val="bg1"/>
                </a:solidFill>
              </a:rPr>
              <a:t>,</a:t>
            </a:r>
            <a:br>
              <a:rPr lang="en-GB" sz="4400" b="0" i="0" noProof="0" dirty="0">
                <a:solidFill>
                  <a:schemeClr val="bg1"/>
                </a:solidFill>
              </a:rPr>
            </a:br>
            <a:r>
              <a:rPr lang="en-GB" sz="4400" b="0" noProof="0" dirty="0">
                <a:solidFill>
                  <a:schemeClr val="bg1"/>
                </a:solidFill>
              </a:rPr>
              <a:t>do not use them. These layouts </a:t>
            </a:r>
            <a:r>
              <a:rPr lang="en-GB" sz="4400" b="1" i="1" u="none" noProof="0" dirty="0">
                <a:solidFill>
                  <a:schemeClr val="bg1"/>
                </a:solidFill>
              </a:rPr>
              <a:t>are not </a:t>
            </a:r>
            <a:r>
              <a:rPr lang="en-GB" sz="4400" b="0" noProof="0" dirty="0">
                <a:solidFill>
                  <a:schemeClr val="bg1"/>
                </a:solidFill>
              </a:rPr>
              <a:t>part of our corporate template.</a:t>
            </a:r>
            <a:br>
              <a:rPr lang="en-GB" sz="2800" b="0" noProof="0" dirty="0">
                <a:solidFill>
                  <a:schemeClr val="bg1"/>
                </a:solidFill>
              </a:rPr>
            </a:br>
            <a:br>
              <a:rPr lang="en-GB" sz="2800" b="0" noProof="0" dirty="0">
                <a:solidFill>
                  <a:schemeClr val="bg1"/>
                </a:solidFill>
              </a:rPr>
            </a:br>
            <a:endParaRPr lang="en-GB" sz="2800" b="0" noProof="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361950" y="2588374"/>
            <a:ext cx="10220609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3800" b="1" i="1" noProof="0" dirty="0">
                <a:solidFill>
                  <a:schemeClr val="bg1"/>
                </a:solidFill>
              </a:rPr>
              <a:t>Do not use </a:t>
            </a:r>
            <a:endParaRPr lang="en-GB" sz="2400" b="1" i="1" dirty="0"/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361950" y="5186455"/>
            <a:ext cx="11469688" cy="9079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1800" b="0" noProof="0" dirty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1800" b="0" noProof="0" dirty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GB" sz="1600" b="0" noProof="0" dirty="0">
                <a:solidFill>
                  <a:schemeClr val="bg1"/>
                </a:solidFill>
              </a:rPr>
            </a:br>
            <a:endParaRPr lang="en-GB" sz="1600" b="0" noProof="0" dirty="0">
              <a:solidFill>
                <a:schemeClr val="bg1"/>
              </a:solidFill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68DAA8C-BA1E-4E30-B3E9-BB486C8C70D9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39558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7F94-F949-C9D2-64CD-B62B7DC7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5FE4-1DC9-4259-BC3F-AAA35F553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BD69D-53F3-11C2-CD61-58145ADE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27DC1-FAE3-D580-F35F-401162D2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CA33-9D26-98B6-E85B-DDD04508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964327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F45E67-C962-E447-81B3-5A3F98B26C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8448" y="1256701"/>
            <a:ext cx="11155104" cy="4953766"/>
          </a:xfrm>
        </p:spPr>
        <p:txBody>
          <a:bodyPr/>
          <a:lstStyle>
            <a:lvl1pPr>
              <a:defRPr lang="en-US" sz="2160" b="0" kern="1200" dirty="0" smtClean="0">
                <a:solidFill>
                  <a:schemeClr val="tx2"/>
                </a:solidFill>
                <a:latin typeface="Franklin Gothic Demi" panose="020B0703020102020204" pitchFamily="34" charset="0"/>
                <a:ea typeface="+mn-ea"/>
                <a:cs typeface="+mn-cs"/>
              </a:defRPr>
            </a:lvl1pPr>
            <a:lvl2pPr>
              <a:defRPr>
                <a:solidFill>
                  <a:schemeClr val="tx2"/>
                </a:solidFill>
                <a:latin typeface="Franklin Gothic Book" panose="020B0503020102020204" pitchFamily="34" charset="0"/>
              </a:defRPr>
            </a:lvl2pPr>
            <a:lvl3pPr>
              <a:defRPr lang="en-US" sz="1560" kern="1200" dirty="0" smtClean="0">
                <a:solidFill>
                  <a:schemeClr val="tx2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3pPr>
            <a:lvl4pPr marL="704968" indent="-342884">
              <a:buFont typeface="Arial" panose="020B0604020202020204" pitchFamily="34" charset="0"/>
              <a:buChar char="‒"/>
              <a:defRPr lang="en-US" sz="1560" kern="1200" dirty="0" smtClean="0">
                <a:solidFill>
                  <a:schemeClr val="tx2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4pPr>
            <a:lvl5pPr marL="858580" indent="-342884">
              <a:buFont typeface="Wingdings" panose="05000000000000000000" pitchFamily="2" charset="2"/>
              <a:buChar char="§"/>
              <a:defRPr lang="en-US" sz="1560" kern="1200" dirty="0">
                <a:solidFill>
                  <a:schemeClr val="tx2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5pPr>
          </a:lstStyle>
          <a:p>
            <a:pPr marL="0" lvl="0" indent="0" algn="l" defTabSz="548614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526668" lvl="3" indent="-164585" algn="l" defTabSz="548614" rtl="0" eaLnBrk="1" latinLnBrk="0" hangingPunct="1">
              <a:spcBef>
                <a:spcPts val="360"/>
              </a:spcBef>
              <a:buClr>
                <a:srgbClr val="58595B"/>
              </a:buClr>
              <a:buFont typeface="Arial" panose="020B0604020202020204" pitchFamily="34" charset="0"/>
              <a:buChar char="‒"/>
            </a:pPr>
            <a:r>
              <a:rPr lang="en-US"/>
              <a:t>Fourth level</a:t>
            </a:r>
          </a:p>
          <a:p>
            <a:pPr marL="680280" lvl="4" indent="-164585" algn="l" defTabSz="548614" rtl="0" eaLnBrk="1" latinLnBrk="0" hangingPunct="1">
              <a:spcBef>
                <a:spcPts val="360"/>
              </a:spcBef>
              <a:buClr>
                <a:srgbClr val="58595B"/>
              </a:buClr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20286" y="353950"/>
            <a:ext cx="11343399" cy="921512"/>
          </a:xfrm>
        </p:spPr>
        <p:txBody>
          <a:bodyPr vert="horz" lIns="91440" tIns="45720" rIns="91440" bIns="45720" rtlCol="0" anchor="ctr">
            <a:normAutofit/>
          </a:bodyPr>
          <a:lstStyle>
            <a:lvl1pPr marL="161917" indent="0" algn="l" defTabSz="548614" rtl="0" eaLnBrk="1" latinLnBrk="0" hangingPunct="1">
              <a:spcBef>
                <a:spcPct val="0"/>
              </a:spcBef>
              <a:buNone/>
              <a:defRPr lang="en-US" sz="3120" b="0" kern="1200" dirty="0">
                <a:solidFill>
                  <a:schemeClr val="tx2"/>
                </a:solidFill>
                <a:latin typeface="Franklin Gothic Medium" panose="020B06030201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4280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emf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360000"/>
            <a:ext cx="1147125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950" y="1800000"/>
            <a:ext cx="11469688" cy="397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Level 1 (Enter+TAB for next text level, SHIFT+TAB to go back in levels)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4, Header</a:t>
            </a:r>
          </a:p>
          <a:p>
            <a:pPr lvl="4"/>
            <a:r>
              <a:rPr lang="en-GB" noProof="0" dirty="0"/>
              <a:t>Level 5, Body</a:t>
            </a:r>
          </a:p>
          <a:p>
            <a:pPr lvl="5"/>
            <a:r>
              <a:rPr lang="en-GB" noProof="0" dirty="0"/>
              <a:t>Level 6</a:t>
            </a:r>
          </a:p>
          <a:p>
            <a:pPr lvl="6"/>
            <a:r>
              <a:rPr lang="en-GB" noProof="0" dirty="0"/>
              <a:t>Level 7, Small Header</a:t>
            </a:r>
          </a:p>
          <a:p>
            <a:pPr lvl="7"/>
            <a:r>
              <a:rPr lang="en-GB" noProof="0" dirty="0"/>
              <a:t>Level 8, Small Body</a:t>
            </a:r>
          </a:p>
          <a:p>
            <a:pPr lvl="8"/>
            <a:r>
              <a:rPr lang="en-GB" noProof="0" dirty="0"/>
              <a:t>Level 9, Infographic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3F1B6-0743-4D14-8B95-B030120DE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20400" y="6315034"/>
            <a:ext cx="986400" cy="180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fld id="{4680787D-F223-45C1-8C6C-19D088CC928E}" type="datetime1">
              <a:rPr lang="en-US" smtClean="0"/>
              <a:t>12/30/2025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60BDC-2796-43E8-A075-B3BFBC3B2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89549" y="6315034"/>
            <a:ext cx="4570851" cy="180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en-US"/>
              <a:t>©2022 Bread Financial | Confidential &amp; Proprietary. For internal use only.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6000" y="6315034"/>
            <a:ext cx="360000" cy="180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>
              <a:defRPr sz="1000">
                <a:solidFill>
                  <a:schemeClr val="accent1"/>
                </a:solidFill>
                <a:latin typeface="+mj-lt"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C0AA70-ED16-496A-8103-FE06666C243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361950" y="6352180"/>
            <a:ext cx="1261620" cy="17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896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</p:sldLayoutIdLst>
  <p:hf hdr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defRPr sz="1600" b="1" kern="1200">
          <a:solidFill>
            <a:schemeClr val="accent1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tabLst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0000" indent="-18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000" b="1" kern="1200" baseline="0">
          <a:solidFill>
            <a:schemeClr val="accent1"/>
          </a:solidFill>
          <a:latin typeface="+mj-lt"/>
          <a:ea typeface="+mn-ea"/>
          <a:cs typeface="+mn-cs"/>
        </a:defRPr>
      </a:lvl7pPr>
      <a:lvl8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0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1800"/>
        </a:spcBef>
        <a:spcAft>
          <a:spcPts val="0"/>
        </a:spcAft>
        <a:buFont typeface="Arial" panose="020B0604020202020204" pitchFamily="34" charset="0"/>
        <a:buChar char="​"/>
        <a:defRPr sz="6000" kern="1200" baseline="0">
          <a:solidFill>
            <a:schemeClr val="accent1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21">
          <p15:clr>
            <a:srgbClr val="F26B43"/>
          </p15:clr>
        </p15:guide>
        <p15:guide id="2" pos="847">
          <p15:clr>
            <a:srgbClr val="F26B43"/>
          </p15:clr>
        </p15:guide>
        <p15:guide id="3" orient="horz" pos="226">
          <p15:clr>
            <a:srgbClr val="F26B43"/>
          </p15:clr>
        </p15:guide>
        <p15:guide id="5" pos="1242">
          <p15:clr>
            <a:srgbClr val="F26B43"/>
          </p15:clr>
        </p15:guide>
        <p15:guide id="6" pos="1468">
          <p15:clr>
            <a:srgbClr val="F26B43"/>
          </p15:clr>
        </p15:guide>
        <p15:guide id="7" pos="1863">
          <p15:clr>
            <a:srgbClr val="F26B43"/>
          </p15:clr>
        </p15:guide>
        <p15:guide id="8" pos="2090">
          <p15:clr>
            <a:srgbClr val="F26B43"/>
          </p15:clr>
        </p15:guide>
        <p15:guide id="9" pos="2484">
          <p15:clr>
            <a:srgbClr val="F26B43"/>
          </p15:clr>
        </p15:guide>
        <p15:guide id="10" pos="2711">
          <p15:clr>
            <a:srgbClr val="F26B43"/>
          </p15:clr>
        </p15:guide>
        <p15:guide id="11" pos="3105">
          <p15:clr>
            <a:srgbClr val="F26B43"/>
          </p15:clr>
        </p15:guide>
        <p15:guide id="12" pos="3332">
          <p15:clr>
            <a:srgbClr val="F26B43"/>
          </p15:clr>
        </p15:guide>
        <p15:guide id="13" pos="3726">
          <p15:clr>
            <a:srgbClr val="F26B43"/>
          </p15:clr>
        </p15:guide>
        <p15:guide id="14" pos="3953">
          <p15:clr>
            <a:srgbClr val="F26B43"/>
          </p15:clr>
        </p15:guide>
        <p15:guide id="15" pos="4362">
          <p15:clr>
            <a:srgbClr val="F26B43"/>
          </p15:clr>
        </p15:guide>
        <p15:guide id="16" pos="4574">
          <p15:clr>
            <a:srgbClr val="F26B43"/>
          </p15:clr>
        </p15:guide>
        <p15:guide id="17" pos="4968">
          <p15:clr>
            <a:srgbClr val="F26B43"/>
          </p15:clr>
        </p15:guide>
        <p15:guide id="18" pos="5195">
          <p15:clr>
            <a:srgbClr val="F26B43"/>
          </p15:clr>
        </p15:guide>
        <p15:guide id="19" pos="5589">
          <p15:clr>
            <a:srgbClr val="F26B43"/>
          </p15:clr>
        </p15:guide>
        <p15:guide id="20" pos="5816">
          <p15:clr>
            <a:srgbClr val="F26B43"/>
          </p15:clr>
        </p15:guide>
        <p15:guide id="21" pos="6211">
          <p15:clr>
            <a:srgbClr val="F26B43"/>
          </p15:clr>
        </p15:guide>
        <p15:guide id="22" pos="6437">
          <p15:clr>
            <a:srgbClr val="F26B43"/>
          </p15:clr>
        </p15:guide>
        <p15:guide id="23" pos="6832">
          <p15:clr>
            <a:srgbClr val="F26B43"/>
          </p15:clr>
        </p15:guide>
        <p15:guide id="24" pos="7058">
          <p15:clr>
            <a:srgbClr val="F26B43"/>
          </p15:clr>
        </p15:guide>
        <p15:guide id="25" pos="228">
          <p15:clr>
            <a:srgbClr val="F26B43"/>
          </p15:clr>
        </p15:guide>
        <p15:guide id="26" pos="7453">
          <p15:clr>
            <a:srgbClr val="F26B43"/>
          </p15:clr>
        </p15:guide>
        <p15:guide id="27" pos="448">
          <p15:clr>
            <a:srgbClr val="F26B43"/>
          </p15:clr>
        </p15:guide>
        <p15:guide id="28" pos="7222">
          <p15:clr>
            <a:srgbClr val="F26B43"/>
          </p15:clr>
        </p15:guide>
        <p15:guide id="29" orient="horz" pos="40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solidFill>
                  <a:schemeClr val="tx2"/>
                </a:solidFill>
              </a:rPr>
              <a:t>Bread Financial Overview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EB9B4-9870-4407-A3CA-B7B472C7CD9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13294B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213B4-3157-45C2-9053-90DDE752719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Poppins"/>
                <a:ea typeface="+mn-ea"/>
                <a:cs typeface="+mn-cs"/>
              </a:rPr>
              <a:t>©2022 Bread Financial | Confidential &amp; Proprietary. For internal use only.</a:t>
            </a:r>
            <a:endParaRPr kumimoji="0" lang="en-GB" sz="1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FDD3D-5B01-492C-A412-BB74181AA1E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AA811B-2EBD-4900-905E-5BE206449611}" type="slidenum">
              <a:rPr kumimoji="0" lang="en-GB" sz="100" b="0" i="0" u="none" strike="noStrike" kern="1200" cap="none" spc="0" normalizeH="0" baseline="0" noProof="0" smtClean="0">
                <a:ln>
                  <a:noFill/>
                </a:ln>
                <a:noFill/>
                <a:effectLst/>
                <a:uLnTx/>
                <a:uFillTx/>
                <a:latin typeface="Poppins SemiBold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Poppins SemiBold"/>
              <a:ea typeface="+mn-ea"/>
              <a:cs typeface="+mn-cs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107479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E348-F144-6716-286E-8FB68DA0B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Bread Product Offerings: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87B1A6-7092-0342-260D-84E45E5C0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66984"/>
            <a:ext cx="10515600" cy="1125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79C229-9CDC-7752-978B-999FDD6D87C9}"/>
              </a:ext>
            </a:extLst>
          </p:cNvPr>
          <p:cNvSpPr txBox="1"/>
          <p:nvPr/>
        </p:nvSpPr>
        <p:spPr>
          <a:xfrm>
            <a:off x="946297" y="3450265"/>
            <a:ext cx="103135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Bread financials major product offerings: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Credit Cards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Loans (BNPL)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Deposits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895513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251425-F344-C4D7-EE2D-868E0EE22E7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7F45E67-C962-E447-81B3-5A3F98B26C0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CEE25AF-437C-8595-CEC1-B37636CAB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Credit Cards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31CC82-FFE0-4A54-D44C-6FB345B1A4EC}"/>
              </a:ext>
            </a:extLst>
          </p:cNvPr>
          <p:cNvGraphicFramePr>
            <a:graphicFrameLocks noGrp="1"/>
          </p:cNvGraphicFramePr>
          <p:nvPr/>
        </p:nvGraphicFramePr>
        <p:xfrm>
          <a:off x="488239" y="1558977"/>
          <a:ext cx="10634464" cy="2983044"/>
        </p:xfrm>
        <a:graphic>
          <a:graphicData uri="http://schemas.openxmlformats.org/drawingml/2006/table">
            <a:tbl>
              <a:tblPr/>
              <a:tblGrid>
                <a:gridCol w="2658616">
                  <a:extLst>
                    <a:ext uri="{9D8B030D-6E8A-4147-A177-3AD203B41FA5}">
                      <a16:colId xmlns:a16="http://schemas.microsoft.com/office/drawing/2014/main" val="661092999"/>
                    </a:ext>
                  </a:extLst>
                </a:gridCol>
                <a:gridCol w="2658616">
                  <a:extLst>
                    <a:ext uri="{9D8B030D-6E8A-4147-A177-3AD203B41FA5}">
                      <a16:colId xmlns:a16="http://schemas.microsoft.com/office/drawing/2014/main" val="1995320418"/>
                    </a:ext>
                  </a:extLst>
                </a:gridCol>
                <a:gridCol w="2658616">
                  <a:extLst>
                    <a:ext uri="{9D8B030D-6E8A-4147-A177-3AD203B41FA5}">
                      <a16:colId xmlns:a16="http://schemas.microsoft.com/office/drawing/2014/main" val="2310882510"/>
                    </a:ext>
                  </a:extLst>
                </a:gridCol>
                <a:gridCol w="2658616">
                  <a:extLst>
                    <a:ext uri="{9D8B030D-6E8A-4147-A177-3AD203B41FA5}">
                      <a16:colId xmlns:a16="http://schemas.microsoft.com/office/drawing/2014/main" val="3672297933"/>
                    </a:ext>
                  </a:extLst>
                </a:gridCol>
              </a:tblGrid>
              <a:tr h="497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Card Type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Where It Works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Network Logo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Perks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003185"/>
                  </a:ext>
                </a:extLst>
              </a:tr>
              <a:tr h="1242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Private Label Card (PLCC)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Only at issuing retailer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Usually </a:t>
                      </a:r>
                      <a:r>
                        <a:rPr lang="en-US" i="1" dirty="0"/>
                        <a:t>no</a:t>
                      </a:r>
                      <a:r>
                        <a:rPr lang="en-US" dirty="0"/>
                        <a:t> major network (store-only)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Store-specific discounts, loyalty perks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682173"/>
                  </a:ext>
                </a:extLst>
              </a:tr>
              <a:tr h="1242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Co-Branded Card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At partner brand + anywhere network accepted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 (Visa/Mastercard)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Brand rewards + standard network benefits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16116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6A77CFC-4095-9C78-F616-C409C6CCB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166" y="4392118"/>
            <a:ext cx="4169834" cy="246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317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36D44F-EB4C-A073-17DA-64AAFDBE1BF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7F45E67-C962-E447-81B3-5A3F98B26C0A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4C72A9-FB08-4386-3659-48D93FC81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00" y="647533"/>
            <a:ext cx="11343399" cy="523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185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7D0650-7557-0450-1A2D-2750AE8056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7F45E67-C962-E447-81B3-5A3F98B26C0A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D55EDF-6863-8692-1DB4-5FD8DE404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65" y="790460"/>
            <a:ext cx="11721069" cy="48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674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E348-F144-6716-286E-8FB68DA0B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Architecture</a:t>
            </a:r>
            <a:endParaRPr lang="en-IN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65977C5-2633-0F52-4907-79E3E94F8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204" y="1080000"/>
            <a:ext cx="9391118" cy="5155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83321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C85ED-E944-C024-B634-7C0B1323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445DD-908B-4342-8456-5E65B9080F71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6A16B-7463-5407-9ECA-04AD49998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7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9ED91F6-8964-CCBC-D11C-3021F4224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00" y="238084"/>
            <a:ext cx="11163300" cy="607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697091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F7889A-7BBF-589B-6479-DFAA45B3D7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7F45E67-C962-E447-81B3-5A3F98B26C0A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22E7F43-D59C-8DF5-23B7-33CD19873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89" y="589534"/>
            <a:ext cx="10887075" cy="590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1915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30FCFB-1E05-5300-D921-F8307098341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7F45E67-C962-E447-81B3-5A3F98B26C0A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2268665-25D2-1EC3-E282-4A57788DF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53" y="127964"/>
            <a:ext cx="11697747" cy="6038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3792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DC73A1-19CE-C5F1-2670-C5580812D3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7F45E67-C962-E447-81B3-5A3F98B26C0A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52E6D52-4980-B77F-A6ED-440D49623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728" y="395521"/>
            <a:ext cx="10887075" cy="273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262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4D98B-DC6E-9956-96A0-0A398ED7F5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413207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7"/>
  <p:tag name="AS_OS" val="Unix 6.5.0.1014"/>
  <p:tag name="AS_RELEASE_DATE" val="2023.08.14"/>
  <p:tag name="AS_TITLE" val="Aspose.Slides for .NET Standard 2.0"/>
  <p:tag name="AS_VERSION" val="23.8"/>
</p:tagLst>
</file>

<file path=ppt/theme/theme1.xml><?xml version="1.0" encoding="utf-8"?>
<a:theme xmlns:a="http://schemas.openxmlformats.org/drawingml/2006/main" name="Bread Financial">
  <a:themeElements>
    <a:clrScheme name="AlliancaData">
      <a:dk1>
        <a:sysClr val="windowText" lastClr="000000"/>
      </a:dk1>
      <a:lt1>
        <a:srgbClr val="FFFFFF"/>
      </a:lt1>
      <a:dk2>
        <a:srgbClr val="13294B"/>
      </a:dk2>
      <a:lt2>
        <a:srgbClr val="B3E4E3"/>
      </a:lt2>
      <a:accent1>
        <a:srgbClr val="13294B"/>
      </a:accent1>
      <a:accent2>
        <a:srgbClr val="59BEC9"/>
      </a:accent2>
      <a:accent3>
        <a:srgbClr val="007DBA"/>
      </a:accent3>
      <a:accent4>
        <a:srgbClr val="7A4282"/>
      </a:accent4>
      <a:accent5>
        <a:srgbClr val="E03C31"/>
      </a:accent5>
      <a:accent6>
        <a:srgbClr val="FFB81C"/>
      </a:accent6>
      <a:hlink>
        <a:srgbClr val="007DBA"/>
      </a:hlink>
      <a:folHlink>
        <a:srgbClr val="7A4282"/>
      </a:folHlink>
    </a:clrScheme>
    <a:fontScheme name="AlliancaData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36000" rIns="72000" bIns="36000" rtlCol="0" anchor="ctr"/>
      <a:lstStyle>
        <a:defPPr algn="ctr">
          <a:defRPr sz="2000" noProof="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lliance data template.potx" id="{06C50A5E-D49D-4015-AD06-58E9015CEFB8}" vid="{A36FE178-BF36-424B-A4EA-9087DD6F03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TemplateConfiguration><![CDATA[{"elementsMetadata":[],"transformationConfigurations":[],"templateName":"blankpresentation","templateDescription":"","enableDocumentContentUpdater":false,"version":"2.0"}]]></TemplafyTemplateConfiguration>
</file>

<file path=customXml/item2.xml><?xml version="1.0" encoding="utf-8"?>
<TemplafyFormConfiguration><![CDATA[{"formFields":[],"formDataEntries":[]}]]></TemplafyFormConfiguration>
</file>

<file path=customXml/item3.xml><?xml version="1.0" encoding="utf-8"?>
<TemplafySlideTemplateConfiguration><![CDATA[{"slideVersion":1,"isValidatorEnabled":false,"isLocked":false,"elementsMetadata":[],"slideId":"637884992855284848","enableDocumentContentUpdater":false,"version":"2.0"}]]></TemplafySlideTemplateConfiguration>
</file>

<file path=customXml/item4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848C1786-0C4E-492D-9375-F9689FDEE046}">
  <ds:schemaRefs/>
</ds:datastoreItem>
</file>

<file path=customXml/itemProps2.xml><?xml version="1.0" encoding="utf-8"?>
<ds:datastoreItem xmlns:ds="http://schemas.openxmlformats.org/officeDocument/2006/customXml" ds:itemID="{5DCA8857-4731-481B-82BF-E381330DA125}">
  <ds:schemaRefs/>
</ds:datastoreItem>
</file>

<file path=customXml/itemProps3.xml><?xml version="1.0" encoding="utf-8"?>
<ds:datastoreItem xmlns:ds="http://schemas.openxmlformats.org/officeDocument/2006/customXml" ds:itemID="{772E8F65-D46B-401C-AB58-70F084230A56}">
  <ds:schemaRefs/>
</ds:datastoreItem>
</file>

<file path=customXml/itemProps4.xml><?xml version="1.0" encoding="utf-8"?>
<ds:datastoreItem xmlns:ds="http://schemas.openxmlformats.org/officeDocument/2006/customXml" ds:itemID="{F8DE0EAA-6D4B-4BF9-9EEA-CFD033169D1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Franklin Gothic Book</vt:lpstr>
      <vt:lpstr>Franklin Gothic Demi</vt:lpstr>
      <vt:lpstr>Franklin Gothic Medium</vt:lpstr>
      <vt:lpstr>Poppins</vt:lpstr>
      <vt:lpstr>Poppins SemiBold</vt:lpstr>
      <vt:lpstr>Wingdings</vt:lpstr>
      <vt:lpstr>Bread Financial</vt:lpstr>
      <vt:lpstr> </vt:lpstr>
      <vt:lpstr>Bread Product Offerings:</vt:lpstr>
      <vt:lpstr>Types of Credit Cards</vt:lpstr>
      <vt:lpstr>PowerPoint Presentation</vt:lpstr>
      <vt:lpstr>PowerPoint Presentation</vt:lpstr>
      <vt:lpstr>Architecture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2024-08-01T07:51:56Z</dcterms:created>
  <dcterms:modified xsi:type="dcterms:W3CDTF">2025-12-30T10:57:33Z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2024-08-01T05:52:49</vt:lpwstr>
  </property>
  <property fmtid="{D5CDD505-2E9C-101B-9397-08002B2CF9AE}" pid="3" name="TemplafyTenantId">
    <vt:lpwstr>breadfinancial</vt:lpwstr>
  </property>
  <property fmtid="{D5CDD505-2E9C-101B-9397-08002B2CF9AE}" pid="4" name="TemplafyTemplateId">
    <vt:lpwstr>970940622234714156</vt:lpwstr>
  </property>
  <property fmtid="{D5CDD505-2E9C-101B-9397-08002B2CF9AE}" pid="5" name="TemplafyUserProfileId">
    <vt:lpwstr>637840434910833017</vt:lpwstr>
  </property>
  <property fmtid="{D5CDD505-2E9C-101B-9397-08002B2CF9AE}" pid="6" name="TemplafyFromBlank">
    <vt:bool>true</vt:bool>
  </property>
</Properties>
</file>